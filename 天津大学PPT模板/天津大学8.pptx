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sldIdLst>
    <p:sldId id="256" r:id="rId3"/>
    <p:sldId id="267" r:id="rId4"/>
    <p:sldId id="258" r:id="rId5"/>
    <p:sldId id="279" r:id="rId6"/>
    <p:sldId id="1627" r:id="rId7"/>
    <p:sldId id="1628" r:id="rId8"/>
    <p:sldId id="1629" r:id="rId9"/>
    <p:sldId id="1630" r:id="rId10"/>
    <p:sldId id="1631" r:id="rId11"/>
    <p:sldId id="1685" r:id="rId12"/>
    <p:sldId id="1633" r:id="rId13"/>
    <p:sldId id="1656" r:id="rId14"/>
    <p:sldId id="1657" r:id="rId15"/>
    <p:sldId id="1658" r:id="rId16"/>
    <p:sldId id="1659" r:id="rId17"/>
    <p:sldId id="1660" r:id="rId18"/>
    <p:sldId id="1686" r:id="rId19"/>
    <p:sldId id="1676" r:id="rId20"/>
    <p:sldId id="1677" r:id="rId21"/>
    <p:sldId id="1678" r:id="rId22"/>
    <p:sldId id="1680" r:id="rId23"/>
    <p:sldId id="1681" r:id="rId24"/>
    <p:sldId id="1682" r:id="rId25"/>
    <p:sldId id="1687" r:id="rId26"/>
    <p:sldId id="1663" r:id="rId27"/>
    <p:sldId id="1673" r:id="rId28"/>
    <p:sldId id="1654" r:id="rId29"/>
    <p:sldId id="1674" r:id="rId30"/>
    <p:sldId id="1675" r:id="rId31"/>
    <p:sldId id="1684" r:id="rId32"/>
    <p:sldId id="261" r:id="rId33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20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14E32-B627-4E53-81E5-E74592AB8A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DD2AF-670A-4445-8433-866276E93A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reeform 10"/>
          <p:cNvSpPr/>
          <p:nvPr userDrawn="1"/>
        </p:nvSpPr>
        <p:spPr>
          <a:xfrm>
            <a:off x="2933700" y="0"/>
            <a:ext cx="9105900" cy="6858000"/>
          </a:xfrm>
          <a:custGeom>
            <a:avLst/>
            <a:gdLst>
              <a:gd name="connsiteX0" fmla="*/ 2656114 w 9105900"/>
              <a:gd name="connsiteY0" fmla="*/ 0 h 6858000"/>
              <a:gd name="connsiteX1" fmla="*/ 9105900 w 9105900"/>
              <a:gd name="connsiteY1" fmla="*/ 0 h 6858000"/>
              <a:gd name="connsiteX2" fmla="*/ 9105900 w 9105900"/>
              <a:gd name="connsiteY2" fmla="*/ 6858000 h 6858000"/>
              <a:gd name="connsiteX3" fmla="*/ 0 w 9105900"/>
              <a:gd name="connsiteY3" fmla="*/ 6858000 h 6858000"/>
              <a:gd name="connsiteX4" fmla="*/ 0 w 9105900"/>
              <a:gd name="connsiteY4" fmla="*/ 68561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05900" h="6858000">
                <a:moveTo>
                  <a:pt x="2656114" y="0"/>
                </a:moveTo>
                <a:lnTo>
                  <a:pt x="9105900" y="0"/>
                </a:lnTo>
                <a:lnTo>
                  <a:pt x="9105900" y="6858000"/>
                </a:lnTo>
                <a:lnTo>
                  <a:pt x="0" y="6858000"/>
                </a:lnTo>
                <a:lnTo>
                  <a:pt x="0" y="6856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Freeform 10"/>
          <p:cNvSpPr/>
          <p:nvPr userDrawn="1"/>
        </p:nvSpPr>
        <p:spPr>
          <a:xfrm>
            <a:off x="3086100" y="0"/>
            <a:ext cx="9105900" cy="6858000"/>
          </a:xfrm>
          <a:custGeom>
            <a:avLst/>
            <a:gdLst>
              <a:gd name="connsiteX0" fmla="*/ 2656114 w 9105900"/>
              <a:gd name="connsiteY0" fmla="*/ 0 h 6858000"/>
              <a:gd name="connsiteX1" fmla="*/ 9105900 w 9105900"/>
              <a:gd name="connsiteY1" fmla="*/ 0 h 6858000"/>
              <a:gd name="connsiteX2" fmla="*/ 9105900 w 9105900"/>
              <a:gd name="connsiteY2" fmla="*/ 6858000 h 6858000"/>
              <a:gd name="connsiteX3" fmla="*/ 0 w 9105900"/>
              <a:gd name="connsiteY3" fmla="*/ 6858000 h 6858000"/>
              <a:gd name="connsiteX4" fmla="*/ 0 w 9105900"/>
              <a:gd name="connsiteY4" fmla="*/ 68561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05900" h="6858000">
                <a:moveTo>
                  <a:pt x="2656114" y="0"/>
                </a:moveTo>
                <a:lnTo>
                  <a:pt x="9105900" y="0"/>
                </a:lnTo>
                <a:lnTo>
                  <a:pt x="9105900" y="6858000"/>
                </a:lnTo>
                <a:lnTo>
                  <a:pt x="0" y="6858000"/>
                </a:lnTo>
                <a:lnTo>
                  <a:pt x="0" y="68561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Freeform 10"/>
          <p:cNvSpPr/>
          <p:nvPr userDrawn="1"/>
        </p:nvSpPr>
        <p:spPr>
          <a:xfrm>
            <a:off x="3086100" y="0"/>
            <a:ext cx="8343900" cy="6858000"/>
          </a:xfrm>
          <a:custGeom>
            <a:avLst/>
            <a:gdLst>
              <a:gd name="connsiteX0" fmla="*/ 2656114 w 9105900"/>
              <a:gd name="connsiteY0" fmla="*/ 0 h 6858000"/>
              <a:gd name="connsiteX1" fmla="*/ 9105900 w 9105900"/>
              <a:gd name="connsiteY1" fmla="*/ 0 h 6858000"/>
              <a:gd name="connsiteX2" fmla="*/ 9105900 w 9105900"/>
              <a:gd name="connsiteY2" fmla="*/ 6858000 h 6858000"/>
              <a:gd name="connsiteX3" fmla="*/ 0 w 9105900"/>
              <a:gd name="connsiteY3" fmla="*/ 6858000 h 6858000"/>
              <a:gd name="connsiteX4" fmla="*/ 0 w 9105900"/>
              <a:gd name="connsiteY4" fmla="*/ 6856125 h 6858000"/>
              <a:gd name="connsiteX0-1" fmla="*/ 2656114 w 9105900"/>
              <a:gd name="connsiteY0-2" fmla="*/ 0 h 6858000"/>
              <a:gd name="connsiteX1-3" fmla="*/ 8343900 w 9105900"/>
              <a:gd name="connsiteY1-4" fmla="*/ 2924175 h 6858000"/>
              <a:gd name="connsiteX2-5" fmla="*/ 9105900 w 9105900"/>
              <a:gd name="connsiteY2-6" fmla="*/ 6858000 h 6858000"/>
              <a:gd name="connsiteX3-7" fmla="*/ 0 w 9105900"/>
              <a:gd name="connsiteY3-8" fmla="*/ 6858000 h 6858000"/>
              <a:gd name="connsiteX4-9" fmla="*/ 0 w 9105900"/>
              <a:gd name="connsiteY4-10" fmla="*/ 6856125 h 6858000"/>
              <a:gd name="connsiteX5" fmla="*/ 2656114 w 9105900"/>
              <a:gd name="connsiteY5" fmla="*/ 0 h 6858000"/>
              <a:gd name="connsiteX0-11" fmla="*/ 2656114 w 8343900"/>
              <a:gd name="connsiteY0-12" fmla="*/ 0 h 6858000"/>
              <a:gd name="connsiteX1-13" fmla="*/ 8343900 w 8343900"/>
              <a:gd name="connsiteY1-14" fmla="*/ 2924175 h 6858000"/>
              <a:gd name="connsiteX2-15" fmla="*/ 6010275 w 8343900"/>
              <a:gd name="connsiteY2-16" fmla="*/ 5810250 h 6858000"/>
              <a:gd name="connsiteX3-17" fmla="*/ 0 w 8343900"/>
              <a:gd name="connsiteY3-18" fmla="*/ 6858000 h 6858000"/>
              <a:gd name="connsiteX4-19" fmla="*/ 0 w 8343900"/>
              <a:gd name="connsiteY4-20" fmla="*/ 6856125 h 6858000"/>
              <a:gd name="connsiteX5-21" fmla="*/ 2656114 w 8343900"/>
              <a:gd name="connsiteY5-2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8343900" h="6858000">
                <a:moveTo>
                  <a:pt x="2656114" y="0"/>
                </a:moveTo>
                <a:lnTo>
                  <a:pt x="8343900" y="2924175"/>
                </a:lnTo>
                <a:lnTo>
                  <a:pt x="6010275" y="5810250"/>
                </a:lnTo>
                <a:lnTo>
                  <a:pt x="0" y="6858000"/>
                </a:lnTo>
                <a:lnTo>
                  <a:pt x="0" y="6856125"/>
                </a:lnTo>
                <a:lnTo>
                  <a:pt x="2656114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Freeform 10"/>
          <p:cNvSpPr/>
          <p:nvPr userDrawn="1"/>
        </p:nvSpPr>
        <p:spPr>
          <a:xfrm>
            <a:off x="2995612" y="2301"/>
            <a:ext cx="8067675" cy="6858000"/>
          </a:xfrm>
          <a:custGeom>
            <a:avLst/>
            <a:gdLst>
              <a:gd name="connsiteX0" fmla="*/ 2656114 w 9105900"/>
              <a:gd name="connsiteY0" fmla="*/ 0 h 6858000"/>
              <a:gd name="connsiteX1" fmla="*/ 9105900 w 9105900"/>
              <a:gd name="connsiteY1" fmla="*/ 0 h 6858000"/>
              <a:gd name="connsiteX2" fmla="*/ 9105900 w 9105900"/>
              <a:gd name="connsiteY2" fmla="*/ 6858000 h 6858000"/>
              <a:gd name="connsiteX3" fmla="*/ 0 w 9105900"/>
              <a:gd name="connsiteY3" fmla="*/ 6858000 h 6858000"/>
              <a:gd name="connsiteX4" fmla="*/ 0 w 9105900"/>
              <a:gd name="connsiteY4" fmla="*/ 6856125 h 6858000"/>
              <a:gd name="connsiteX0-1" fmla="*/ 2656114 w 9105900"/>
              <a:gd name="connsiteY0-2" fmla="*/ 0 h 6858000"/>
              <a:gd name="connsiteX1-3" fmla="*/ 8343900 w 9105900"/>
              <a:gd name="connsiteY1-4" fmla="*/ 2924175 h 6858000"/>
              <a:gd name="connsiteX2-5" fmla="*/ 9105900 w 9105900"/>
              <a:gd name="connsiteY2-6" fmla="*/ 6858000 h 6858000"/>
              <a:gd name="connsiteX3-7" fmla="*/ 0 w 9105900"/>
              <a:gd name="connsiteY3-8" fmla="*/ 6858000 h 6858000"/>
              <a:gd name="connsiteX4-9" fmla="*/ 0 w 9105900"/>
              <a:gd name="connsiteY4-10" fmla="*/ 6856125 h 6858000"/>
              <a:gd name="connsiteX5" fmla="*/ 2656114 w 9105900"/>
              <a:gd name="connsiteY5" fmla="*/ 0 h 6858000"/>
              <a:gd name="connsiteX0-11" fmla="*/ 2656114 w 8343900"/>
              <a:gd name="connsiteY0-12" fmla="*/ 0 h 6858000"/>
              <a:gd name="connsiteX1-13" fmla="*/ 8343900 w 8343900"/>
              <a:gd name="connsiteY1-14" fmla="*/ 2924175 h 6858000"/>
              <a:gd name="connsiteX2-15" fmla="*/ 6010275 w 8343900"/>
              <a:gd name="connsiteY2-16" fmla="*/ 5810250 h 6858000"/>
              <a:gd name="connsiteX3-17" fmla="*/ 0 w 8343900"/>
              <a:gd name="connsiteY3-18" fmla="*/ 6858000 h 6858000"/>
              <a:gd name="connsiteX4-19" fmla="*/ 0 w 8343900"/>
              <a:gd name="connsiteY4-20" fmla="*/ 6856125 h 6858000"/>
              <a:gd name="connsiteX5-21" fmla="*/ 2656114 w 8343900"/>
              <a:gd name="connsiteY5-22" fmla="*/ 0 h 6858000"/>
              <a:gd name="connsiteX0-23" fmla="*/ 2656114 w 8067675"/>
              <a:gd name="connsiteY0-24" fmla="*/ 0 h 6858000"/>
              <a:gd name="connsiteX1-25" fmla="*/ 8067675 w 8067675"/>
              <a:gd name="connsiteY1-26" fmla="*/ 990600 h 6858000"/>
              <a:gd name="connsiteX2-27" fmla="*/ 6010275 w 8067675"/>
              <a:gd name="connsiteY2-28" fmla="*/ 5810250 h 6858000"/>
              <a:gd name="connsiteX3-29" fmla="*/ 0 w 8067675"/>
              <a:gd name="connsiteY3-30" fmla="*/ 6858000 h 6858000"/>
              <a:gd name="connsiteX4-31" fmla="*/ 0 w 8067675"/>
              <a:gd name="connsiteY4-32" fmla="*/ 6856125 h 6858000"/>
              <a:gd name="connsiteX5-33" fmla="*/ 2656114 w 8067675"/>
              <a:gd name="connsiteY5-34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8067675" h="6858000">
                <a:moveTo>
                  <a:pt x="2656114" y="0"/>
                </a:moveTo>
                <a:lnTo>
                  <a:pt x="8067675" y="990600"/>
                </a:lnTo>
                <a:lnTo>
                  <a:pt x="6010275" y="5810250"/>
                </a:lnTo>
                <a:lnTo>
                  <a:pt x="0" y="6858000"/>
                </a:lnTo>
                <a:lnTo>
                  <a:pt x="0" y="6856125"/>
                </a:lnTo>
                <a:lnTo>
                  <a:pt x="2656114" y="0"/>
                </a:lnTo>
                <a:close/>
              </a:path>
            </a:pathLst>
          </a:cu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4907280" y="3300328"/>
            <a:ext cx="6613208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4907280" y="2209314"/>
            <a:ext cx="6613208" cy="1187029"/>
          </a:xfrm>
        </p:spPr>
        <p:txBody>
          <a:bodyPr anchor="ctr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07280" y="4651425"/>
            <a:ext cx="6613208" cy="371475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07280" y="5022900"/>
            <a:ext cx="6613208" cy="371475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3512819" y="3121111"/>
            <a:ext cx="8007668" cy="536489"/>
          </a:xfrm>
        </p:spPr>
        <p:txBody>
          <a:bodyPr anchor="ctr">
            <a:normAutofit/>
          </a:bodyPr>
          <a:lstStyle>
            <a:lvl1pPr>
              <a:defRPr sz="2200" b="1">
                <a:solidFill>
                  <a:sysClr val="windowText" lastClr="000000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3512819" y="3656414"/>
            <a:ext cx="8007668" cy="1015623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grpSp>
        <p:nvGrpSpPr>
          <p:cNvPr id="72" name="组合 71"/>
          <p:cNvGrpSpPr/>
          <p:nvPr userDrawn="1"/>
        </p:nvGrpSpPr>
        <p:grpSpPr>
          <a:xfrm rot="16200000" flipH="1">
            <a:off x="7409498" y="-1982438"/>
            <a:ext cx="885825" cy="8679182"/>
            <a:chOff x="3086099" y="0"/>
            <a:chExt cx="9105901" cy="6858000"/>
          </a:xfrm>
        </p:grpSpPr>
        <p:sp>
          <p:nvSpPr>
            <p:cNvPr id="73" name="Freeform 10"/>
            <p:cNvSpPr/>
            <p:nvPr/>
          </p:nvSpPr>
          <p:spPr>
            <a:xfrm>
              <a:off x="3086100" y="0"/>
              <a:ext cx="9105900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05900" h="6858000">
                  <a:moveTo>
                    <a:pt x="2656114" y="0"/>
                  </a:moveTo>
                  <a:lnTo>
                    <a:pt x="9105900" y="0"/>
                  </a:lnTo>
                  <a:lnTo>
                    <a:pt x="9105900" y="6858000"/>
                  </a:lnTo>
                  <a:lnTo>
                    <a:pt x="0" y="6858000"/>
                  </a:lnTo>
                  <a:lnTo>
                    <a:pt x="0" y="68561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10"/>
            <p:cNvSpPr/>
            <p:nvPr/>
          </p:nvSpPr>
          <p:spPr>
            <a:xfrm>
              <a:off x="3086100" y="0"/>
              <a:ext cx="8343900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  <a:gd name="connsiteX0-1" fmla="*/ 2656114 w 9105900"/>
                <a:gd name="connsiteY0-2" fmla="*/ 0 h 6858000"/>
                <a:gd name="connsiteX1-3" fmla="*/ 8343900 w 9105900"/>
                <a:gd name="connsiteY1-4" fmla="*/ 2924175 h 6858000"/>
                <a:gd name="connsiteX2-5" fmla="*/ 9105900 w 9105900"/>
                <a:gd name="connsiteY2-6" fmla="*/ 6858000 h 6858000"/>
                <a:gd name="connsiteX3-7" fmla="*/ 0 w 9105900"/>
                <a:gd name="connsiteY3-8" fmla="*/ 6858000 h 6858000"/>
                <a:gd name="connsiteX4-9" fmla="*/ 0 w 9105900"/>
                <a:gd name="connsiteY4-10" fmla="*/ 6856125 h 6858000"/>
                <a:gd name="connsiteX5" fmla="*/ 2656114 w 9105900"/>
                <a:gd name="connsiteY5" fmla="*/ 0 h 6858000"/>
                <a:gd name="connsiteX0-11" fmla="*/ 2656114 w 8343900"/>
                <a:gd name="connsiteY0-12" fmla="*/ 0 h 6858000"/>
                <a:gd name="connsiteX1-13" fmla="*/ 8343900 w 8343900"/>
                <a:gd name="connsiteY1-14" fmla="*/ 2924175 h 6858000"/>
                <a:gd name="connsiteX2-15" fmla="*/ 6010275 w 8343900"/>
                <a:gd name="connsiteY2-16" fmla="*/ 5810250 h 6858000"/>
                <a:gd name="connsiteX3-17" fmla="*/ 0 w 8343900"/>
                <a:gd name="connsiteY3-18" fmla="*/ 6858000 h 6858000"/>
                <a:gd name="connsiteX4-19" fmla="*/ 0 w 8343900"/>
                <a:gd name="connsiteY4-20" fmla="*/ 6856125 h 6858000"/>
                <a:gd name="connsiteX5-21" fmla="*/ 2656114 w 8343900"/>
                <a:gd name="connsiteY5-22" fmla="*/ 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8343900" h="6858000">
                  <a:moveTo>
                    <a:pt x="2656114" y="0"/>
                  </a:moveTo>
                  <a:lnTo>
                    <a:pt x="8343900" y="2924175"/>
                  </a:lnTo>
                  <a:lnTo>
                    <a:pt x="6010275" y="5810250"/>
                  </a:lnTo>
                  <a:lnTo>
                    <a:pt x="0" y="6858000"/>
                  </a:lnTo>
                  <a:lnTo>
                    <a:pt x="0" y="6856125"/>
                  </a:lnTo>
                  <a:lnTo>
                    <a:pt x="2656114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 10"/>
            <p:cNvSpPr/>
            <p:nvPr/>
          </p:nvSpPr>
          <p:spPr>
            <a:xfrm>
              <a:off x="3086099" y="0"/>
              <a:ext cx="8067675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  <a:gd name="connsiteX0-1" fmla="*/ 2656114 w 9105900"/>
                <a:gd name="connsiteY0-2" fmla="*/ 0 h 6858000"/>
                <a:gd name="connsiteX1-3" fmla="*/ 8343900 w 9105900"/>
                <a:gd name="connsiteY1-4" fmla="*/ 2924175 h 6858000"/>
                <a:gd name="connsiteX2-5" fmla="*/ 9105900 w 9105900"/>
                <a:gd name="connsiteY2-6" fmla="*/ 6858000 h 6858000"/>
                <a:gd name="connsiteX3-7" fmla="*/ 0 w 9105900"/>
                <a:gd name="connsiteY3-8" fmla="*/ 6858000 h 6858000"/>
                <a:gd name="connsiteX4-9" fmla="*/ 0 w 9105900"/>
                <a:gd name="connsiteY4-10" fmla="*/ 6856125 h 6858000"/>
                <a:gd name="connsiteX5" fmla="*/ 2656114 w 9105900"/>
                <a:gd name="connsiteY5" fmla="*/ 0 h 6858000"/>
                <a:gd name="connsiteX0-11" fmla="*/ 2656114 w 8343900"/>
                <a:gd name="connsiteY0-12" fmla="*/ 0 h 6858000"/>
                <a:gd name="connsiteX1-13" fmla="*/ 8343900 w 8343900"/>
                <a:gd name="connsiteY1-14" fmla="*/ 2924175 h 6858000"/>
                <a:gd name="connsiteX2-15" fmla="*/ 6010275 w 8343900"/>
                <a:gd name="connsiteY2-16" fmla="*/ 5810250 h 6858000"/>
                <a:gd name="connsiteX3-17" fmla="*/ 0 w 8343900"/>
                <a:gd name="connsiteY3-18" fmla="*/ 6858000 h 6858000"/>
                <a:gd name="connsiteX4-19" fmla="*/ 0 w 8343900"/>
                <a:gd name="connsiteY4-20" fmla="*/ 6856125 h 6858000"/>
                <a:gd name="connsiteX5-21" fmla="*/ 2656114 w 8343900"/>
                <a:gd name="connsiteY5-22" fmla="*/ 0 h 6858000"/>
                <a:gd name="connsiteX0-23" fmla="*/ 2656114 w 8067675"/>
                <a:gd name="connsiteY0-24" fmla="*/ 0 h 6858000"/>
                <a:gd name="connsiteX1-25" fmla="*/ 8067675 w 8067675"/>
                <a:gd name="connsiteY1-26" fmla="*/ 990600 h 6858000"/>
                <a:gd name="connsiteX2-27" fmla="*/ 6010275 w 8067675"/>
                <a:gd name="connsiteY2-28" fmla="*/ 5810250 h 6858000"/>
                <a:gd name="connsiteX3-29" fmla="*/ 0 w 8067675"/>
                <a:gd name="connsiteY3-30" fmla="*/ 6858000 h 6858000"/>
                <a:gd name="connsiteX4-31" fmla="*/ 0 w 8067675"/>
                <a:gd name="connsiteY4-32" fmla="*/ 6856125 h 6858000"/>
                <a:gd name="connsiteX5-33" fmla="*/ 2656114 w 8067675"/>
                <a:gd name="connsiteY5-34" fmla="*/ 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8067675" h="6858000">
                  <a:moveTo>
                    <a:pt x="2656114" y="0"/>
                  </a:moveTo>
                  <a:lnTo>
                    <a:pt x="8067675" y="990600"/>
                  </a:lnTo>
                  <a:lnTo>
                    <a:pt x="6010275" y="5810250"/>
                  </a:lnTo>
                  <a:lnTo>
                    <a:pt x="0" y="6858000"/>
                  </a:lnTo>
                  <a:lnTo>
                    <a:pt x="0" y="6856125"/>
                  </a:lnTo>
                  <a:lnTo>
                    <a:pt x="2656114" y="0"/>
                  </a:ln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矩形 75"/>
          <p:cNvSpPr/>
          <p:nvPr userDrawn="1"/>
        </p:nvSpPr>
        <p:spPr>
          <a:xfrm>
            <a:off x="3512819" y="2819115"/>
            <a:ext cx="8679182" cy="2609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logo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5345" y="6076315"/>
            <a:ext cx="2446655" cy="6451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직사각형 45"/>
          <p:cNvSpPr/>
          <p:nvPr userDrawn="1"/>
        </p:nvSpPr>
        <p:spPr>
          <a:xfrm>
            <a:off x="695324" y="1028700"/>
            <a:ext cx="10825163" cy="8767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logo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5345" y="6076315"/>
            <a:ext cx="2446655" cy="645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5345" y="6076315"/>
            <a:ext cx="2446655" cy="645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5" y="2122714"/>
            <a:ext cx="5730876" cy="1233148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5" y="3638319"/>
            <a:ext cx="57308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5" y="3953953"/>
            <a:ext cx="57308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fld id="{464D8A21-4A4E-4DB8-9500-275203ED1EE4}" type="datetime1">
              <a:rPr lang="zh-CN" altLang="en-US" smtClean="0"/>
            </a:fld>
            <a:endParaRPr lang="en-US" altLang="zh-CN" dirty="0"/>
          </a:p>
        </p:txBody>
      </p:sp>
      <p:grpSp>
        <p:nvGrpSpPr>
          <p:cNvPr id="225" name="组合 224"/>
          <p:cNvGrpSpPr/>
          <p:nvPr userDrawn="1"/>
        </p:nvGrpSpPr>
        <p:grpSpPr>
          <a:xfrm>
            <a:off x="5994400" y="0"/>
            <a:ext cx="6197599" cy="6858000"/>
            <a:chOff x="5994400" y="0"/>
            <a:chExt cx="6197599" cy="6858000"/>
          </a:xfrm>
        </p:grpSpPr>
        <p:sp>
          <p:nvSpPr>
            <p:cNvPr id="226" name="Freeform 10"/>
            <p:cNvSpPr/>
            <p:nvPr/>
          </p:nvSpPr>
          <p:spPr>
            <a:xfrm>
              <a:off x="5994400" y="0"/>
              <a:ext cx="6045200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05900" h="6858000">
                  <a:moveTo>
                    <a:pt x="2656114" y="0"/>
                  </a:moveTo>
                  <a:lnTo>
                    <a:pt x="9105900" y="0"/>
                  </a:lnTo>
                  <a:lnTo>
                    <a:pt x="9105900" y="6858000"/>
                  </a:lnTo>
                  <a:lnTo>
                    <a:pt x="0" y="6858000"/>
                  </a:lnTo>
                  <a:lnTo>
                    <a:pt x="0" y="68561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Freeform 10"/>
            <p:cNvSpPr/>
            <p:nvPr/>
          </p:nvSpPr>
          <p:spPr>
            <a:xfrm>
              <a:off x="6171570" y="0"/>
              <a:ext cx="6020429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05900" h="6858000">
                  <a:moveTo>
                    <a:pt x="2656114" y="0"/>
                  </a:moveTo>
                  <a:lnTo>
                    <a:pt x="9105900" y="0"/>
                  </a:lnTo>
                  <a:lnTo>
                    <a:pt x="9105900" y="6858000"/>
                  </a:lnTo>
                  <a:lnTo>
                    <a:pt x="0" y="6858000"/>
                  </a:lnTo>
                  <a:lnTo>
                    <a:pt x="0" y="68561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Freeform 10"/>
            <p:cNvSpPr/>
            <p:nvPr/>
          </p:nvSpPr>
          <p:spPr>
            <a:xfrm>
              <a:off x="6171570" y="0"/>
              <a:ext cx="5516627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  <a:gd name="connsiteX0-1" fmla="*/ 2656114 w 9105900"/>
                <a:gd name="connsiteY0-2" fmla="*/ 0 h 6858000"/>
                <a:gd name="connsiteX1-3" fmla="*/ 8343900 w 9105900"/>
                <a:gd name="connsiteY1-4" fmla="*/ 2924175 h 6858000"/>
                <a:gd name="connsiteX2-5" fmla="*/ 9105900 w 9105900"/>
                <a:gd name="connsiteY2-6" fmla="*/ 6858000 h 6858000"/>
                <a:gd name="connsiteX3-7" fmla="*/ 0 w 9105900"/>
                <a:gd name="connsiteY3-8" fmla="*/ 6858000 h 6858000"/>
                <a:gd name="connsiteX4-9" fmla="*/ 0 w 9105900"/>
                <a:gd name="connsiteY4-10" fmla="*/ 6856125 h 6858000"/>
                <a:gd name="connsiteX5" fmla="*/ 2656114 w 9105900"/>
                <a:gd name="connsiteY5" fmla="*/ 0 h 6858000"/>
                <a:gd name="connsiteX0-11" fmla="*/ 2656114 w 8343900"/>
                <a:gd name="connsiteY0-12" fmla="*/ 0 h 6858000"/>
                <a:gd name="connsiteX1-13" fmla="*/ 8343900 w 8343900"/>
                <a:gd name="connsiteY1-14" fmla="*/ 2924175 h 6858000"/>
                <a:gd name="connsiteX2-15" fmla="*/ 6010275 w 8343900"/>
                <a:gd name="connsiteY2-16" fmla="*/ 5810250 h 6858000"/>
                <a:gd name="connsiteX3-17" fmla="*/ 0 w 8343900"/>
                <a:gd name="connsiteY3-18" fmla="*/ 6858000 h 6858000"/>
                <a:gd name="connsiteX4-19" fmla="*/ 0 w 8343900"/>
                <a:gd name="connsiteY4-20" fmla="*/ 6856125 h 6858000"/>
                <a:gd name="connsiteX5-21" fmla="*/ 2656114 w 8343900"/>
                <a:gd name="connsiteY5-22" fmla="*/ 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8343900" h="6858000">
                  <a:moveTo>
                    <a:pt x="2656114" y="0"/>
                  </a:moveTo>
                  <a:lnTo>
                    <a:pt x="8343900" y="2924175"/>
                  </a:lnTo>
                  <a:lnTo>
                    <a:pt x="6010275" y="5810250"/>
                  </a:lnTo>
                  <a:lnTo>
                    <a:pt x="0" y="6858000"/>
                  </a:lnTo>
                  <a:lnTo>
                    <a:pt x="0" y="6856125"/>
                  </a:lnTo>
                  <a:lnTo>
                    <a:pt x="2656114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Freeform 10"/>
            <p:cNvSpPr/>
            <p:nvPr/>
          </p:nvSpPr>
          <p:spPr>
            <a:xfrm>
              <a:off x="6171570" y="0"/>
              <a:ext cx="5333999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  <a:gd name="connsiteX0-1" fmla="*/ 2656114 w 9105900"/>
                <a:gd name="connsiteY0-2" fmla="*/ 0 h 6858000"/>
                <a:gd name="connsiteX1-3" fmla="*/ 8343900 w 9105900"/>
                <a:gd name="connsiteY1-4" fmla="*/ 2924175 h 6858000"/>
                <a:gd name="connsiteX2-5" fmla="*/ 9105900 w 9105900"/>
                <a:gd name="connsiteY2-6" fmla="*/ 6858000 h 6858000"/>
                <a:gd name="connsiteX3-7" fmla="*/ 0 w 9105900"/>
                <a:gd name="connsiteY3-8" fmla="*/ 6858000 h 6858000"/>
                <a:gd name="connsiteX4-9" fmla="*/ 0 w 9105900"/>
                <a:gd name="connsiteY4-10" fmla="*/ 6856125 h 6858000"/>
                <a:gd name="connsiteX5" fmla="*/ 2656114 w 9105900"/>
                <a:gd name="connsiteY5" fmla="*/ 0 h 6858000"/>
                <a:gd name="connsiteX0-11" fmla="*/ 2656114 w 8343900"/>
                <a:gd name="connsiteY0-12" fmla="*/ 0 h 6858000"/>
                <a:gd name="connsiteX1-13" fmla="*/ 8343900 w 8343900"/>
                <a:gd name="connsiteY1-14" fmla="*/ 2924175 h 6858000"/>
                <a:gd name="connsiteX2-15" fmla="*/ 6010275 w 8343900"/>
                <a:gd name="connsiteY2-16" fmla="*/ 5810250 h 6858000"/>
                <a:gd name="connsiteX3-17" fmla="*/ 0 w 8343900"/>
                <a:gd name="connsiteY3-18" fmla="*/ 6858000 h 6858000"/>
                <a:gd name="connsiteX4-19" fmla="*/ 0 w 8343900"/>
                <a:gd name="connsiteY4-20" fmla="*/ 6856125 h 6858000"/>
                <a:gd name="connsiteX5-21" fmla="*/ 2656114 w 8343900"/>
                <a:gd name="connsiteY5-22" fmla="*/ 0 h 6858000"/>
                <a:gd name="connsiteX0-23" fmla="*/ 2656114 w 8067675"/>
                <a:gd name="connsiteY0-24" fmla="*/ 0 h 6858000"/>
                <a:gd name="connsiteX1-25" fmla="*/ 8067675 w 8067675"/>
                <a:gd name="connsiteY1-26" fmla="*/ 990600 h 6858000"/>
                <a:gd name="connsiteX2-27" fmla="*/ 6010275 w 8067675"/>
                <a:gd name="connsiteY2-28" fmla="*/ 5810250 h 6858000"/>
                <a:gd name="connsiteX3-29" fmla="*/ 0 w 8067675"/>
                <a:gd name="connsiteY3-30" fmla="*/ 6858000 h 6858000"/>
                <a:gd name="connsiteX4-31" fmla="*/ 0 w 8067675"/>
                <a:gd name="connsiteY4-32" fmla="*/ 6856125 h 6858000"/>
                <a:gd name="connsiteX5-33" fmla="*/ 2656114 w 8067675"/>
                <a:gd name="connsiteY5-34" fmla="*/ 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8067675" h="6858000">
                  <a:moveTo>
                    <a:pt x="2656114" y="0"/>
                  </a:moveTo>
                  <a:lnTo>
                    <a:pt x="8067675" y="990600"/>
                  </a:lnTo>
                  <a:lnTo>
                    <a:pt x="6010275" y="5810250"/>
                  </a:lnTo>
                  <a:lnTo>
                    <a:pt x="0" y="6858000"/>
                  </a:lnTo>
                  <a:lnTo>
                    <a:pt x="0" y="6856125"/>
                  </a:lnTo>
                  <a:lnTo>
                    <a:pt x="2656114" y="0"/>
                  </a:ln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/>
        </p:nvGrpSpPr>
        <p:grpSpPr>
          <a:xfrm rot="16200000">
            <a:off x="5254700" y="-5549340"/>
            <a:ext cx="1387960" cy="12486640"/>
            <a:chOff x="10803467" y="-163908"/>
            <a:chExt cx="1387960" cy="7021908"/>
          </a:xfrm>
        </p:grpSpPr>
        <p:sp>
          <p:nvSpPr>
            <p:cNvPr id="21" name="Freeform 10"/>
            <p:cNvSpPr/>
            <p:nvPr/>
          </p:nvSpPr>
          <p:spPr>
            <a:xfrm flipV="1">
              <a:off x="11087100" y="0"/>
              <a:ext cx="981075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05900" h="6858000">
                  <a:moveTo>
                    <a:pt x="2656114" y="0"/>
                  </a:moveTo>
                  <a:lnTo>
                    <a:pt x="9105900" y="0"/>
                  </a:lnTo>
                  <a:lnTo>
                    <a:pt x="9105900" y="6858000"/>
                  </a:lnTo>
                  <a:lnTo>
                    <a:pt x="0" y="6858000"/>
                  </a:lnTo>
                  <a:lnTo>
                    <a:pt x="0" y="68561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10"/>
            <p:cNvSpPr/>
            <p:nvPr/>
          </p:nvSpPr>
          <p:spPr>
            <a:xfrm flipV="1">
              <a:off x="10980420" y="0"/>
              <a:ext cx="1087755" cy="6858000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  <a:gd name="connsiteX0-1" fmla="*/ 2656114 w 9105900"/>
                <a:gd name="connsiteY0-2" fmla="*/ 0 h 6858000"/>
                <a:gd name="connsiteX1-3" fmla="*/ 8343900 w 9105900"/>
                <a:gd name="connsiteY1-4" fmla="*/ 2924175 h 6858000"/>
                <a:gd name="connsiteX2-5" fmla="*/ 9105900 w 9105900"/>
                <a:gd name="connsiteY2-6" fmla="*/ 6858000 h 6858000"/>
                <a:gd name="connsiteX3-7" fmla="*/ 0 w 9105900"/>
                <a:gd name="connsiteY3-8" fmla="*/ 6858000 h 6858000"/>
                <a:gd name="connsiteX4-9" fmla="*/ 0 w 9105900"/>
                <a:gd name="connsiteY4-10" fmla="*/ 6856125 h 6858000"/>
                <a:gd name="connsiteX5" fmla="*/ 2656114 w 9105900"/>
                <a:gd name="connsiteY5" fmla="*/ 0 h 6858000"/>
                <a:gd name="connsiteX0-11" fmla="*/ 2656114 w 8343900"/>
                <a:gd name="connsiteY0-12" fmla="*/ 0 h 6858000"/>
                <a:gd name="connsiteX1-13" fmla="*/ 8343900 w 8343900"/>
                <a:gd name="connsiteY1-14" fmla="*/ 2924175 h 6858000"/>
                <a:gd name="connsiteX2-15" fmla="*/ 6010275 w 8343900"/>
                <a:gd name="connsiteY2-16" fmla="*/ 5810250 h 6858000"/>
                <a:gd name="connsiteX3-17" fmla="*/ 0 w 8343900"/>
                <a:gd name="connsiteY3-18" fmla="*/ 6858000 h 6858000"/>
                <a:gd name="connsiteX4-19" fmla="*/ 0 w 8343900"/>
                <a:gd name="connsiteY4-20" fmla="*/ 6856125 h 6858000"/>
                <a:gd name="connsiteX5-21" fmla="*/ 2656114 w 8343900"/>
                <a:gd name="connsiteY5-22" fmla="*/ 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8343900" h="6858000">
                  <a:moveTo>
                    <a:pt x="2656114" y="0"/>
                  </a:moveTo>
                  <a:lnTo>
                    <a:pt x="8343900" y="2924175"/>
                  </a:lnTo>
                  <a:lnTo>
                    <a:pt x="6010275" y="5810250"/>
                  </a:lnTo>
                  <a:lnTo>
                    <a:pt x="0" y="6858000"/>
                  </a:lnTo>
                  <a:lnTo>
                    <a:pt x="0" y="6856125"/>
                  </a:lnTo>
                  <a:lnTo>
                    <a:pt x="2656114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10"/>
            <p:cNvSpPr/>
            <p:nvPr/>
          </p:nvSpPr>
          <p:spPr>
            <a:xfrm flipV="1">
              <a:off x="10803467" y="-163908"/>
              <a:ext cx="1264708" cy="4480717"/>
            </a:xfrm>
            <a:custGeom>
              <a:avLst/>
              <a:gdLst>
                <a:gd name="connsiteX0" fmla="*/ 2656114 w 9105900"/>
                <a:gd name="connsiteY0" fmla="*/ 0 h 6858000"/>
                <a:gd name="connsiteX1" fmla="*/ 9105900 w 9105900"/>
                <a:gd name="connsiteY1" fmla="*/ 0 h 6858000"/>
                <a:gd name="connsiteX2" fmla="*/ 9105900 w 9105900"/>
                <a:gd name="connsiteY2" fmla="*/ 6858000 h 6858000"/>
                <a:gd name="connsiteX3" fmla="*/ 0 w 9105900"/>
                <a:gd name="connsiteY3" fmla="*/ 6858000 h 6858000"/>
                <a:gd name="connsiteX4" fmla="*/ 0 w 9105900"/>
                <a:gd name="connsiteY4" fmla="*/ 6856125 h 6858000"/>
                <a:gd name="connsiteX0-1" fmla="*/ 2656114 w 9105900"/>
                <a:gd name="connsiteY0-2" fmla="*/ 0 h 6858000"/>
                <a:gd name="connsiteX1-3" fmla="*/ 8343900 w 9105900"/>
                <a:gd name="connsiteY1-4" fmla="*/ 2924175 h 6858000"/>
                <a:gd name="connsiteX2-5" fmla="*/ 9105900 w 9105900"/>
                <a:gd name="connsiteY2-6" fmla="*/ 6858000 h 6858000"/>
                <a:gd name="connsiteX3-7" fmla="*/ 0 w 9105900"/>
                <a:gd name="connsiteY3-8" fmla="*/ 6858000 h 6858000"/>
                <a:gd name="connsiteX4-9" fmla="*/ 0 w 9105900"/>
                <a:gd name="connsiteY4-10" fmla="*/ 6856125 h 6858000"/>
                <a:gd name="connsiteX5" fmla="*/ 2656114 w 9105900"/>
                <a:gd name="connsiteY5" fmla="*/ 0 h 6858000"/>
                <a:gd name="connsiteX0-11" fmla="*/ 2656114 w 8343900"/>
                <a:gd name="connsiteY0-12" fmla="*/ 0 h 6858000"/>
                <a:gd name="connsiteX1-13" fmla="*/ 8343900 w 8343900"/>
                <a:gd name="connsiteY1-14" fmla="*/ 2924175 h 6858000"/>
                <a:gd name="connsiteX2-15" fmla="*/ 6010275 w 8343900"/>
                <a:gd name="connsiteY2-16" fmla="*/ 5810250 h 6858000"/>
                <a:gd name="connsiteX3-17" fmla="*/ 0 w 8343900"/>
                <a:gd name="connsiteY3-18" fmla="*/ 6858000 h 6858000"/>
                <a:gd name="connsiteX4-19" fmla="*/ 0 w 8343900"/>
                <a:gd name="connsiteY4-20" fmla="*/ 6856125 h 6858000"/>
                <a:gd name="connsiteX5-21" fmla="*/ 2656114 w 8343900"/>
                <a:gd name="connsiteY5-22" fmla="*/ 0 h 6858000"/>
                <a:gd name="connsiteX0-23" fmla="*/ 2656114 w 8067675"/>
                <a:gd name="connsiteY0-24" fmla="*/ 0 h 6858000"/>
                <a:gd name="connsiteX1-25" fmla="*/ 8067675 w 8067675"/>
                <a:gd name="connsiteY1-26" fmla="*/ 990600 h 6858000"/>
                <a:gd name="connsiteX2-27" fmla="*/ 6010275 w 8067675"/>
                <a:gd name="connsiteY2-28" fmla="*/ 5810250 h 6858000"/>
                <a:gd name="connsiteX3-29" fmla="*/ 0 w 8067675"/>
                <a:gd name="connsiteY3-30" fmla="*/ 6858000 h 6858000"/>
                <a:gd name="connsiteX4-31" fmla="*/ 0 w 8067675"/>
                <a:gd name="connsiteY4-32" fmla="*/ 6856125 h 6858000"/>
                <a:gd name="connsiteX5-33" fmla="*/ 2656114 w 8067675"/>
                <a:gd name="connsiteY5-34" fmla="*/ 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8067675" h="6858000">
                  <a:moveTo>
                    <a:pt x="2656114" y="0"/>
                  </a:moveTo>
                  <a:lnTo>
                    <a:pt x="8067675" y="990600"/>
                  </a:lnTo>
                  <a:lnTo>
                    <a:pt x="6010275" y="5810250"/>
                  </a:lnTo>
                  <a:lnTo>
                    <a:pt x="0" y="6858000"/>
                  </a:lnTo>
                  <a:lnTo>
                    <a:pt x="0" y="6856125"/>
                  </a:lnTo>
                  <a:lnTo>
                    <a:pt x="2656114" y="0"/>
                  </a:lnTo>
                  <a:close/>
                </a:path>
              </a:pathLst>
            </a:cu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2088282" y="1"/>
              <a:ext cx="103145" cy="6857999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5151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logo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45345" y="6076315"/>
            <a:ext cx="2446655" cy="645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Subtitle here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iSlide</a:t>
            </a:r>
            <a:r>
              <a:rPr lang="en-US" altLang="zh-CN" baseline="30000" dirty="0"/>
              <a:t>®</a:t>
            </a:r>
            <a:r>
              <a:rPr lang="en-US" altLang="zh-CN" dirty="0"/>
              <a:t> PowerPoint </a:t>
            </a:r>
            <a:br>
              <a:rPr lang="en-US" altLang="zh-CN" dirty="0"/>
            </a:br>
            <a:r>
              <a:rPr lang="en-US" altLang="zh-CN" dirty="0"/>
              <a:t>standard template.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pic>
        <p:nvPicPr>
          <p:cNvPr id="4" name="图片 3" descr="t014068c4121f1f2a6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3300095"/>
            <a:ext cx="2594610" cy="2867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0a9d799b-00ea-4202-9c24-ac160e2c162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14322" y="0"/>
            <a:ext cx="10763356" cy="6143625"/>
            <a:chOff x="714322" y="0"/>
            <a:chExt cx="10763356" cy="6143625"/>
          </a:xfrm>
        </p:grpSpPr>
        <p:grpSp>
          <p:nvGrpSpPr>
            <p:cNvPr id="21" name="iŝ1îḋè"/>
            <p:cNvGrpSpPr/>
            <p:nvPr/>
          </p:nvGrpSpPr>
          <p:grpSpPr>
            <a:xfrm>
              <a:off x="2209076" y="0"/>
              <a:ext cx="7773850" cy="2761751"/>
              <a:chOff x="803412" y="0"/>
              <a:chExt cx="7773848" cy="2761750"/>
            </a:xfrm>
          </p:grpSpPr>
          <p:sp>
            <p:nvSpPr>
              <p:cNvPr id="50" name="ïşlíḍè"/>
              <p:cNvSpPr/>
              <p:nvPr/>
            </p:nvSpPr>
            <p:spPr bwMode="auto">
              <a:xfrm>
                <a:off x="3530190" y="5172"/>
                <a:ext cx="5047070" cy="1940094"/>
              </a:xfrm>
              <a:prstGeom prst="parallelogram">
                <a:avLst>
                  <a:gd name="adj" fmla="val 140753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iśḻïḋè"/>
              <p:cNvSpPr/>
              <p:nvPr/>
            </p:nvSpPr>
            <p:spPr bwMode="auto">
              <a:xfrm flipH="1">
                <a:off x="803412" y="0"/>
                <a:ext cx="5047070" cy="2761750"/>
              </a:xfrm>
              <a:custGeom>
                <a:avLst/>
                <a:gdLst>
                  <a:gd name="connsiteX0" fmla="*/ 5047070 w 5047070"/>
                  <a:gd name="connsiteY0" fmla="*/ 0 h 2761750"/>
                  <a:gd name="connsiteX1" fmla="*/ 2730741 w 5047070"/>
                  <a:gd name="connsiteY1" fmla="*/ 0 h 2761750"/>
                  <a:gd name="connsiteX2" fmla="*/ 0 w 5047070"/>
                  <a:gd name="connsiteY2" fmla="*/ 1940094 h 2761750"/>
                  <a:gd name="connsiteX3" fmla="*/ 1156506 w 5047070"/>
                  <a:gd name="connsiteY3" fmla="*/ 2761750 h 2761750"/>
                  <a:gd name="connsiteX4" fmla="*/ 2313012 w 5047070"/>
                  <a:gd name="connsiteY4" fmla="*/ 1940094 h 2761750"/>
                  <a:gd name="connsiteX5" fmla="*/ 2316329 w 5047070"/>
                  <a:gd name="connsiteY5" fmla="*/ 1940094 h 276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47070" h="2761750">
                    <a:moveTo>
                      <a:pt x="5047070" y="0"/>
                    </a:moveTo>
                    <a:lnTo>
                      <a:pt x="2730741" y="0"/>
                    </a:lnTo>
                    <a:lnTo>
                      <a:pt x="0" y="1940094"/>
                    </a:lnTo>
                    <a:lnTo>
                      <a:pt x="1156506" y="2761750"/>
                    </a:lnTo>
                    <a:lnTo>
                      <a:pt x="2313012" y="1940094"/>
                    </a:lnTo>
                    <a:lnTo>
                      <a:pt x="2316329" y="1940094"/>
                    </a:lnTo>
                    <a:close/>
                  </a:path>
                </a:pathLst>
              </a:custGeom>
              <a:solidFill>
                <a:schemeClr val="tx2"/>
              </a:solidFill>
              <a:ln w="19050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2" name="išļíḍe"/>
            <p:cNvSpPr/>
            <p:nvPr/>
          </p:nvSpPr>
          <p:spPr>
            <a:xfrm>
              <a:off x="5403985" y="1773633"/>
              <a:ext cx="1384031" cy="501477"/>
            </a:xfrm>
            <a:prstGeom prst="rect">
              <a:avLst/>
            </a:prstGeom>
          </p:spPr>
          <p:txBody>
            <a:bodyPr wrap="none" anchor="ctr" anchorCtr="1">
              <a:normAutofit/>
            </a:bodyPr>
            <a:lstStyle/>
            <a:p>
              <a:pPr lvl="0" algn="ctr"/>
              <a:r>
                <a:rPr lang="en-US" altLang="zh-CN" b="1" dirty="0">
                  <a:solidFill>
                    <a:prstClr val="white">
                      <a:lumMod val="100000"/>
                    </a:prstClr>
                  </a:solidFill>
                </a:rPr>
                <a:t>CONTENTS</a:t>
              </a:r>
              <a:endParaRPr lang="en-US" altLang="zh-CN" b="1" dirty="0">
                <a:solidFill>
                  <a:prstClr val="white">
                    <a:lumMod val="100000"/>
                  </a:prstClr>
                </a:solidFill>
              </a:endParaRPr>
            </a:p>
          </p:txBody>
        </p:sp>
        <p:grpSp>
          <p:nvGrpSpPr>
            <p:cNvPr id="23" name="iŝlîḑe"/>
            <p:cNvGrpSpPr/>
            <p:nvPr/>
          </p:nvGrpSpPr>
          <p:grpSpPr>
            <a:xfrm>
              <a:off x="714322" y="3136815"/>
              <a:ext cx="2299974" cy="2132642"/>
              <a:chOff x="1266824" y="3136815"/>
              <a:chExt cx="2299974" cy="2132642"/>
            </a:xfrm>
          </p:grpSpPr>
          <p:grpSp>
            <p:nvGrpSpPr>
              <p:cNvPr id="45" name="îş1îḓé"/>
              <p:cNvGrpSpPr/>
              <p:nvPr/>
            </p:nvGrpSpPr>
            <p:grpSpPr>
              <a:xfrm>
                <a:off x="1847860" y="3136815"/>
                <a:ext cx="1137902" cy="1137902"/>
                <a:chOff x="1019436" y="3284984"/>
                <a:chExt cx="1512168" cy="1512168"/>
              </a:xfrm>
            </p:grpSpPr>
            <p:sp>
              <p:nvSpPr>
                <p:cNvPr id="48" name="îṡlîḋe"/>
                <p:cNvSpPr/>
                <p:nvPr/>
              </p:nvSpPr>
              <p:spPr bwMode="auto">
                <a:xfrm>
                  <a:off x="1019436" y="3284984"/>
                  <a:ext cx="1512168" cy="1512168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19050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íṥḻiḓê"/>
                <p:cNvSpPr/>
                <p:nvPr/>
              </p:nvSpPr>
              <p:spPr bwMode="auto">
                <a:xfrm>
                  <a:off x="1419386" y="3684934"/>
                  <a:ext cx="712268" cy="7122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9150" h="4629150">
                      <a:moveTo>
                        <a:pt x="2317164" y="3859790"/>
                      </a:moveTo>
                      <a:cubicBezTo>
                        <a:pt x="2297115" y="3859790"/>
                        <a:pt x="2280107" y="3866979"/>
                        <a:pt x="2266139" y="3881358"/>
                      </a:cubicBezTo>
                      <a:cubicBezTo>
                        <a:pt x="2252171" y="3895737"/>
                        <a:pt x="2245187" y="3914594"/>
                        <a:pt x="2245187" y="3937929"/>
                      </a:cubicBezTo>
                      <a:cubicBezTo>
                        <a:pt x="2245187" y="3953212"/>
                        <a:pt x="2248432" y="3967838"/>
                        <a:pt x="2254923" y="3981806"/>
                      </a:cubicBezTo>
                      <a:cubicBezTo>
                        <a:pt x="2261414" y="3995774"/>
                        <a:pt x="2270494" y="4006414"/>
                        <a:pt x="2282161" y="4013727"/>
                      </a:cubicBezTo>
                      <a:cubicBezTo>
                        <a:pt x="2293829" y="4021040"/>
                        <a:pt x="2306071" y="4024696"/>
                        <a:pt x="2318889" y="4024696"/>
                      </a:cubicBezTo>
                      <a:cubicBezTo>
                        <a:pt x="2337623" y="4024696"/>
                        <a:pt x="2353727" y="4017137"/>
                        <a:pt x="2367203" y="4002018"/>
                      </a:cubicBezTo>
                      <a:cubicBezTo>
                        <a:pt x="2380678" y="3986900"/>
                        <a:pt x="2387415" y="3966359"/>
                        <a:pt x="2387415" y="3940394"/>
                      </a:cubicBezTo>
                      <a:cubicBezTo>
                        <a:pt x="2387415" y="3915416"/>
                        <a:pt x="2380760" y="3895737"/>
                        <a:pt x="2367449" y="3881358"/>
                      </a:cubicBezTo>
                      <a:cubicBezTo>
                        <a:pt x="2354138" y="3866979"/>
                        <a:pt x="2337376" y="3859790"/>
                        <a:pt x="2317164" y="3859790"/>
                      </a:cubicBezTo>
                      <a:close/>
                      <a:moveTo>
                        <a:pt x="2323819" y="3692172"/>
                      </a:moveTo>
                      <a:cubicBezTo>
                        <a:pt x="2352248" y="3692172"/>
                        <a:pt x="2375542" y="3700142"/>
                        <a:pt x="2393701" y="3716082"/>
                      </a:cubicBezTo>
                      <a:cubicBezTo>
                        <a:pt x="2411860" y="3732023"/>
                        <a:pt x="2422746" y="3754043"/>
                        <a:pt x="2426362" y="3782144"/>
                      </a:cubicBezTo>
                      <a:lnTo>
                        <a:pt x="2382239" y="3785594"/>
                      </a:lnTo>
                      <a:cubicBezTo>
                        <a:pt x="2378295" y="3768175"/>
                        <a:pt x="2372708" y="3755522"/>
                        <a:pt x="2365477" y="3747634"/>
                      </a:cubicBezTo>
                      <a:cubicBezTo>
                        <a:pt x="2353481" y="3734980"/>
                        <a:pt x="2338691" y="3728654"/>
                        <a:pt x="2321108" y="3728654"/>
                      </a:cubicBezTo>
                      <a:cubicBezTo>
                        <a:pt x="2306975" y="3728654"/>
                        <a:pt x="2294568" y="3732598"/>
                        <a:pt x="2283887" y="3740486"/>
                      </a:cubicBezTo>
                      <a:cubicBezTo>
                        <a:pt x="2269919" y="3750674"/>
                        <a:pt x="2258908" y="3765546"/>
                        <a:pt x="2250856" y="3785101"/>
                      </a:cubicBezTo>
                      <a:cubicBezTo>
                        <a:pt x="2242804" y="3804657"/>
                        <a:pt x="2238614" y="3832511"/>
                        <a:pt x="2238285" y="3868664"/>
                      </a:cubicBezTo>
                      <a:cubicBezTo>
                        <a:pt x="2248966" y="3852395"/>
                        <a:pt x="2262031" y="3840317"/>
                        <a:pt x="2277478" y="3832429"/>
                      </a:cubicBezTo>
                      <a:cubicBezTo>
                        <a:pt x="2292925" y="3824541"/>
                        <a:pt x="2309112" y="3820597"/>
                        <a:pt x="2326038" y="3820597"/>
                      </a:cubicBezTo>
                      <a:cubicBezTo>
                        <a:pt x="2355617" y="3820597"/>
                        <a:pt x="2380801" y="3831484"/>
                        <a:pt x="2401589" y="3853258"/>
                      </a:cubicBezTo>
                      <a:cubicBezTo>
                        <a:pt x="2422377" y="3875032"/>
                        <a:pt x="2432771" y="3903173"/>
                        <a:pt x="2432771" y="3937683"/>
                      </a:cubicBezTo>
                      <a:cubicBezTo>
                        <a:pt x="2432771" y="3960361"/>
                        <a:pt x="2427882" y="3981436"/>
                        <a:pt x="2418104" y="4000909"/>
                      </a:cubicBezTo>
                      <a:cubicBezTo>
                        <a:pt x="2408326" y="4020382"/>
                        <a:pt x="2394892" y="4035296"/>
                        <a:pt x="2377802" y="4045648"/>
                      </a:cubicBezTo>
                      <a:cubicBezTo>
                        <a:pt x="2360712" y="4056001"/>
                        <a:pt x="2341320" y="4061178"/>
                        <a:pt x="2319629" y="4061178"/>
                      </a:cubicBezTo>
                      <a:cubicBezTo>
                        <a:pt x="2282654" y="4061178"/>
                        <a:pt x="2252500" y="4047579"/>
                        <a:pt x="2229164" y="4020382"/>
                      </a:cubicBezTo>
                      <a:cubicBezTo>
                        <a:pt x="2205829" y="3993186"/>
                        <a:pt x="2194162" y="3948364"/>
                        <a:pt x="2194162" y="3885919"/>
                      </a:cubicBezTo>
                      <a:cubicBezTo>
                        <a:pt x="2194162" y="3816078"/>
                        <a:pt x="2207062" y="3765300"/>
                        <a:pt x="2232862" y="3733584"/>
                      </a:cubicBezTo>
                      <a:cubicBezTo>
                        <a:pt x="2255375" y="3705976"/>
                        <a:pt x="2285694" y="3692172"/>
                        <a:pt x="2323819" y="3692172"/>
                      </a:cubicBezTo>
                      <a:close/>
                      <a:moveTo>
                        <a:pt x="3020074" y="3489300"/>
                      </a:moveTo>
                      <a:lnTo>
                        <a:pt x="3199770" y="3489300"/>
                      </a:lnTo>
                      <a:lnTo>
                        <a:pt x="3199770" y="3531698"/>
                      </a:lnTo>
                      <a:lnTo>
                        <a:pt x="3055570" y="3531698"/>
                      </a:lnTo>
                      <a:lnTo>
                        <a:pt x="3036097" y="3628817"/>
                      </a:lnTo>
                      <a:cubicBezTo>
                        <a:pt x="3057788" y="3613699"/>
                        <a:pt x="3080548" y="3606140"/>
                        <a:pt x="3104376" y="3606140"/>
                      </a:cubicBezTo>
                      <a:cubicBezTo>
                        <a:pt x="3135928" y="3606140"/>
                        <a:pt x="3162549" y="3617068"/>
                        <a:pt x="3184241" y="3638924"/>
                      </a:cubicBezTo>
                      <a:cubicBezTo>
                        <a:pt x="3205933" y="3660780"/>
                        <a:pt x="3216779" y="3688880"/>
                        <a:pt x="3216779" y="3723225"/>
                      </a:cubicBezTo>
                      <a:cubicBezTo>
                        <a:pt x="3216779" y="3755927"/>
                        <a:pt x="3207247" y="3784192"/>
                        <a:pt x="3188185" y="3808020"/>
                      </a:cubicBezTo>
                      <a:cubicBezTo>
                        <a:pt x="3165014" y="3837271"/>
                        <a:pt x="3133381" y="3851897"/>
                        <a:pt x="3093284" y="3851897"/>
                      </a:cubicBezTo>
                      <a:cubicBezTo>
                        <a:pt x="3060418" y="3851897"/>
                        <a:pt x="3033591" y="3842694"/>
                        <a:pt x="3012803" y="3824289"/>
                      </a:cubicBezTo>
                      <a:cubicBezTo>
                        <a:pt x="2992015" y="3805884"/>
                        <a:pt x="2980142" y="3781481"/>
                        <a:pt x="2977184" y="3751080"/>
                      </a:cubicBezTo>
                      <a:lnTo>
                        <a:pt x="3023772" y="3747136"/>
                      </a:lnTo>
                      <a:cubicBezTo>
                        <a:pt x="3027223" y="3769813"/>
                        <a:pt x="3035234" y="3786863"/>
                        <a:pt x="3047805" y="3798284"/>
                      </a:cubicBezTo>
                      <a:cubicBezTo>
                        <a:pt x="3060377" y="3809705"/>
                        <a:pt x="3075536" y="3815415"/>
                        <a:pt x="3093284" y="3815415"/>
                      </a:cubicBezTo>
                      <a:cubicBezTo>
                        <a:pt x="3114647" y="3815415"/>
                        <a:pt x="3132723" y="3807363"/>
                        <a:pt x="3147513" y="3791258"/>
                      </a:cubicBezTo>
                      <a:cubicBezTo>
                        <a:pt x="3162303" y="3775154"/>
                        <a:pt x="3169698" y="3753791"/>
                        <a:pt x="3169698" y="3727169"/>
                      </a:cubicBezTo>
                      <a:cubicBezTo>
                        <a:pt x="3169698" y="3701862"/>
                        <a:pt x="3162590" y="3681896"/>
                        <a:pt x="3148376" y="3667271"/>
                      </a:cubicBezTo>
                      <a:cubicBezTo>
                        <a:pt x="3134161" y="3652645"/>
                        <a:pt x="3115551" y="3645333"/>
                        <a:pt x="3092544" y="3645333"/>
                      </a:cubicBezTo>
                      <a:cubicBezTo>
                        <a:pt x="3078248" y="3645333"/>
                        <a:pt x="3065348" y="3648578"/>
                        <a:pt x="3053844" y="3655069"/>
                      </a:cubicBezTo>
                      <a:cubicBezTo>
                        <a:pt x="3042341" y="3661560"/>
                        <a:pt x="3033303" y="3669982"/>
                        <a:pt x="3026730" y="3680335"/>
                      </a:cubicBezTo>
                      <a:lnTo>
                        <a:pt x="2985072" y="3674912"/>
                      </a:lnTo>
                      <a:lnTo>
                        <a:pt x="3020074" y="3489300"/>
                      </a:lnTo>
                      <a:close/>
                      <a:moveTo>
                        <a:pt x="1418041" y="3489054"/>
                      </a:moveTo>
                      <a:lnTo>
                        <a:pt x="1651967" y="3489054"/>
                      </a:lnTo>
                      <a:lnTo>
                        <a:pt x="1651967" y="3523563"/>
                      </a:lnTo>
                      <a:cubicBezTo>
                        <a:pt x="1628960" y="3548049"/>
                        <a:pt x="1606159" y="3580586"/>
                        <a:pt x="1583564" y="3621176"/>
                      </a:cubicBezTo>
                      <a:cubicBezTo>
                        <a:pt x="1560968" y="3661766"/>
                        <a:pt x="1543508" y="3703506"/>
                        <a:pt x="1531183" y="3746396"/>
                      </a:cubicBezTo>
                      <a:cubicBezTo>
                        <a:pt x="1522309" y="3776633"/>
                        <a:pt x="1516640" y="3809746"/>
                        <a:pt x="1514175" y="3845734"/>
                      </a:cubicBezTo>
                      <a:lnTo>
                        <a:pt x="1468573" y="3845734"/>
                      </a:lnTo>
                      <a:cubicBezTo>
                        <a:pt x="1469066" y="3817305"/>
                        <a:pt x="1474653" y="3782960"/>
                        <a:pt x="1485335" y="3742699"/>
                      </a:cubicBezTo>
                      <a:cubicBezTo>
                        <a:pt x="1496017" y="3702438"/>
                        <a:pt x="1511340" y="3663614"/>
                        <a:pt x="1531307" y="3626229"/>
                      </a:cubicBezTo>
                      <a:cubicBezTo>
                        <a:pt x="1551273" y="3588844"/>
                        <a:pt x="1572513" y="3557333"/>
                        <a:pt x="1595026" y="3531698"/>
                      </a:cubicBezTo>
                      <a:lnTo>
                        <a:pt x="1418041" y="3531698"/>
                      </a:lnTo>
                      <a:lnTo>
                        <a:pt x="1418041" y="3489054"/>
                      </a:lnTo>
                      <a:close/>
                      <a:moveTo>
                        <a:pt x="960894" y="3097227"/>
                      </a:moveTo>
                      <a:cubicBezTo>
                        <a:pt x="940024" y="3097227"/>
                        <a:pt x="922728" y="3104129"/>
                        <a:pt x="909007" y="3117933"/>
                      </a:cubicBezTo>
                      <a:cubicBezTo>
                        <a:pt x="895285" y="3131737"/>
                        <a:pt x="888424" y="3148991"/>
                        <a:pt x="888424" y="3169697"/>
                      </a:cubicBezTo>
                      <a:cubicBezTo>
                        <a:pt x="888424" y="3182351"/>
                        <a:pt x="891423" y="3194593"/>
                        <a:pt x="897421" y="3206425"/>
                      </a:cubicBezTo>
                      <a:cubicBezTo>
                        <a:pt x="903420" y="3218257"/>
                        <a:pt x="912335" y="3227418"/>
                        <a:pt x="924166" y="3233910"/>
                      </a:cubicBezTo>
                      <a:cubicBezTo>
                        <a:pt x="935998" y="3240401"/>
                        <a:pt x="948734" y="3243646"/>
                        <a:pt x="962373" y="3243646"/>
                      </a:cubicBezTo>
                      <a:cubicBezTo>
                        <a:pt x="983572" y="3243646"/>
                        <a:pt x="1001073" y="3236826"/>
                        <a:pt x="1014877" y="3223187"/>
                      </a:cubicBezTo>
                      <a:cubicBezTo>
                        <a:pt x="1028681" y="3209547"/>
                        <a:pt x="1035583" y="3192211"/>
                        <a:pt x="1035583" y="3171176"/>
                      </a:cubicBezTo>
                      <a:cubicBezTo>
                        <a:pt x="1035583" y="3149813"/>
                        <a:pt x="1028476" y="3132148"/>
                        <a:pt x="1014261" y="3118179"/>
                      </a:cubicBezTo>
                      <a:cubicBezTo>
                        <a:pt x="1000046" y="3104211"/>
                        <a:pt x="982257" y="3097227"/>
                        <a:pt x="960894" y="3097227"/>
                      </a:cubicBezTo>
                      <a:close/>
                      <a:moveTo>
                        <a:pt x="3691180" y="2983839"/>
                      </a:moveTo>
                      <a:lnTo>
                        <a:pt x="3578039" y="3146773"/>
                      </a:lnTo>
                      <a:lnTo>
                        <a:pt x="3691180" y="3146773"/>
                      </a:lnTo>
                      <a:lnTo>
                        <a:pt x="3691180" y="2983839"/>
                      </a:lnTo>
                      <a:close/>
                      <a:moveTo>
                        <a:pt x="961634" y="2947604"/>
                      </a:moveTo>
                      <a:cubicBezTo>
                        <a:pt x="944708" y="2947604"/>
                        <a:pt x="930657" y="2953027"/>
                        <a:pt x="919483" y="2963872"/>
                      </a:cubicBezTo>
                      <a:cubicBezTo>
                        <a:pt x="908308" y="2974718"/>
                        <a:pt x="902721" y="2987700"/>
                        <a:pt x="902721" y="3002819"/>
                      </a:cubicBezTo>
                      <a:cubicBezTo>
                        <a:pt x="902721" y="3019909"/>
                        <a:pt x="908226" y="3033877"/>
                        <a:pt x="919236" y="3044723"/>
                      </a:cubicBezTo>
                      <a:cubicBezTo>
                        <a:pt x="930247" y="3055569"/>
                        <a:pt x="944543" y="3060992"/>
                        <a:pt x="962127" y="3060992"/>
                      </a:cubicBezTo>
                      <a:cubicBezTo>
                        <a:pt x="979217" y="3060992"/>
                        <a:pt x="993226" y="3055610"/>
                        <a:pt x="1004155" y="3044847"/>
                      </a:cubicBezTo>
                      <a:cubicBezTo>
                        <a:pt x="1015083" y="3034083"/>
                        <a:pt x="1020547" y="3020895"/>
                        <a:pt x="1020547" y="3005284"/>
                      </a:cubicBezTo>
                      <a:cubicBezTo>
                        <a:pt x="1020547" y="2989015"/>
                        <a:pt x="1014918" y="2975335"/>
                        <a:pt x="1003662" y="2964242"/>
                      </a:cubicBezTo>
                      <a:cubicBezTo>
                        <a:pt x="992405" y="2953150"/>
                        <a:pt x="978396" y="2947604"/>
                        <a:pt x="961634" y="2947604"/>
                      </a:cubicBezTo>
                      <a:close/>
                      <a:moveTo>
                        <a:pt x="3699315" y="2912601"/>
                      </a:moveTo>
                      <a:lnTo>
                        <a:pt x="3735550" y="2912601"/>
                      </a:lnTo>
                      <a:lnTo>
                        <a:pt x="3735550" y="3146773"/>
                      </a:lnTo>
                      <a:lnTo>
                        <a:pt x="3784356" y="3146773"/>
                      </a:lnTo>
                      <a:lnTo>
                        <a:pt x="3784356" y="3187445"/>
                      </a:lnTo>
                      <a:lnTo>
                        <a:pt x="3735550" y="3187445"/>
                      </a:lnTo>
                      <a:lnTo>
                        <a:pt x="3735550" y="3273965"/>
                      </a:lnTo>
                      <a:lnTo>
                        <a:pt x="3691180" y="3273965"/>
                      </a:lnTo>
                      <a:lnTo>
                        <a:pt x="3691180" y="3187445"/>
                      </a:lnTo>
                      <a:lnTo>
                        <a:pt x="3534409" y="3187445"/>
                      </a:lnTo>
                      <a:lnTo>
                        <a:pt x="3534409" y="3146773"/>
                      </a:lnTo>
                      <a:lnTo>
                        <a:pt x="3699315" y="2912601"/>
                      </a:lnTo>
                      <a:close/>
                      <a:moveTo>
                        <a:pt x="961141" y="2911122"/>
                      </a:moveTo>
                      <a:cubicBezTo>
                        <a:pt x="992692" y="2911122"/>
                        <a:pt x="1018082" y="2920284"/>
                        <a:pt x="1037308" y="2938607"/>
                      </a:cubicBezTo>
                      <a:cubicBezTo>
                        <a:pt x="1056535" y="2956929"/>
                        <a:pt x="1066148" y="2979237"/>
                        <a:pt x="1066148" y="3005530"/>
                      </a:cubicBezTo>
                      <a:cubicBezTo>
                        <a:pt x="1066148" y="3022292"/>
                        <a:pt x="1061753" y="3036877"/>
                        <a:pt x="1052961" y="3049284"/>
                      </a:cubicBezTo>
                      <a:cubicBezTo>
                        <a:pt x="1044169" y="3061690"/>
                        <a:pt x="1030817" y="3071263"/>
                        <a:pt x="1012905" y="3078000"/>
                      </a:cubicBezTo>
                      <a:cubicBezTo>
                        <a:pt x="1035090" y="3085231"/>
                        <a:pt x="1051975" y="3096899"/>
                        <a:pt x="1063560" y="3113003"/>
                      </a:cubicBezTo>
                      <a:cubicBezTo>
                        <a:pt x="1075146" y="3129107"/>
                        <a:pt x="1080938" y="3148334"/>
                        <a:pt x="1080938" y="3170683"/>
                      </a:cubicBezTo>
                      <a:cubicBezTo>
                        <a:pt x="1080938" y="3201577"/>
                        <a:pt x="1070010" y="3227542"/>
                        <a:pt x="1048154" y="3248576"/>
                      </a:cubicBezTo>
                      <a:cubicBezTo>
                        <a:pt x="1026298" y="3269610"/>
                        <a:pt x="997540" y="3280128"/>
                        <a:pt x="961880" y="3280128"/>
                      </a:cubicBezTo>
                      <a:cubicBezTo>
                        <a:pt x="926221" y="3280128"/>
                        <a:pt x="897463" y="3269569"/>
                        <a:pt x="875607" y="3248453"/>
                      </a:cubicBezTo>
                      <a:cubicBezTo>
                        <a:pt x="853751" y="3227336"/>
                        <a:pt x="842822" y="3201002"/>
                        <a:pt x="842822" y="3169451"/>
                      </a:cubicBezTo>
                      <a:cubicBezTo>
                        <a:pt x="842822" y="3145951"/>
                        <a:pt x="848779" y="3126273"/>
                        <a:pt x="860693" y="3110415"/>
                      </a:cubicBezTo>
                      <a:cubicBezTo>
                        <a:pt x="872607" y="3094557"/>
                        <a:pt x="889575" y="3083752"/>
                        <a:pt x="911595" y="3078000"/>
                      </a:cubicBezTo>
                      <a:cubicBezTo>
                        <a:pt x="893190" y="3071263"/>
                        <a:pt x="879550" y="3061649"/>
                        <a:pt x="870677" y="3049160"/>
                      </a:cubicBezTo>
                      <a:cubicBezTo>
                        <a:pt x="861803" y="3036671"/>
                        <a:pt x="857366" y="3021717"/>
                        <a:pt x="857366" y="3004298"/>
                      </a:cubicBezTo>
                      <a:cubicBezTo>
                        <a:pt x="857366" y="2978005"/>
                        <a:pt x="866815" y="2955902"/>
                        <a:pt x="885713" y="2937990"/>
                      </a:cubicBezTo>
                      <a:cubicBezTo>
                        <a:pt x="904611" y="2920078"/>
                        <a:pt x="929754" y="2911122"/>
                        <a:pt x="961141" y="2911122"/>
                      </a:cubicBezTo>
                      <a:close/>
                      <a:moveTo>
                        <a:pt x="753091" y="2166800"/>
                      </a:moveTo>
                      <a:cubicBezTo>
                        <a:pt x="733372" y="2166800"/>
                        <a:pt x="716199" y="2174852"/>
                        <a:pt x="701574" y="2190957"/>
                      </a:cubicBezTo>
                      <a:cubicBezTo>
                        <a:pt x="686948" y="2207061"/>
                        <a:pt x="679635" y="2227931"/>
                        <a:pt x="679635" y="2253567"/>
                      </a:cubicBezTo>
                      <a:cubicBezTo>
                        <a:pt x="679635" y="2276573"/>
                        <a:pt x="686578" y="2295266"/>
                        <a:pt x="700464" y="2309645"/>
                      </a:cubicBezTo>
                      <a:cubicBezTo>
                        <a:pt x="714350" y="2324024"/>
                        <a:pt x="731482" y="2331213"/>
                        <a:pt x="751859" y="2331213"/>
                      </a:cubicBezTo>
                      <a:cubicBezTo>
                        <a:pt x="772400" y="2331213"/>
                        <a:pt x="789285" y="2324024"/>
                        <a:pt x="802514" y="2309645"/>
                      </a:cubicBezTo>
                      <a:cubicBezTo>
                        <a:pt x="815743" y="2295266"/>
                        <a:pt x="822357" y="2275341"/>
                        <a:pt x="822357" y="2249870"/>
                      </a:cubicBezTo>
                      <a:cubicBezTo>
                        <a:pt x="822357" y="2224398"/>
                        <a:pt x="815578" y="2204185"/>
                        <a:pt x="802021" y="2189231"/>
                      </a:cubicBezTo>
                      <a:cubicBezTo>
                        <a:pt x="788464" y="2174277"/>
                        <a:pt x="772154" y="2166800"/>
                        <a:pt x="753091" y="2166800"/>
                      </a:cubicBezTo>
                      <a:close/>
                      <a:moveTo>
                        <a:pt x="3871622" y="2130072"/>
                      </a:moveTo>
                      <a:cubicBezTo>
                        <a:pt x="3891342" y="2130072"/>
                        <a:pt x="3909501" y="2134304"/>
                        <a:pt x="3926098" y="2142767"/>
                      </a:cubicBezTo>
                      <a:cubicBezTo>
                        <a:pt x="3942696" y="2151230"/>
                        <a:pt x="3955390" y="2162774"/>
                        <a:pt x="3964182" y="2177400"/>
                      </a:cubicBezTo>
                      <a:cubicBezTo>
                        <a:pt x="3972974" y="2192025"/>
                        <a:pt x="3977369" y="2207554"/>
                        <a:pt x="3977369" y="2223987"/>
                      </a:cubicBezTo>
                      <a:cubicBezTo>
                        <a:pt x="3977369" y="2239599"/>
                        <a:pt x="3973179" y="2253813"/>
                        <a:pt x="3964798" y="2266631"/>
                      </a:cubicBezTo>
                      <a:cubicBezTo>
                        <a:pt x="3956417" y="2279449"/>
                        <a:pt x="3944010" y="2289638"/>
                        <a:pt x="3927577" y="2297197"/>
                      </a:cubicBezTo>
                      <a:cubicBezTo>
                        <a:pt x="3948940" y="2302127"/>
                        <a:pt x="3965538" y="2312356"/>
                        <a:pt x="3977369" y="2327886"/>
                      </a:cubicBezTo>
                      <a:cubicBezTo>
                        <a:pt x="3989201" y="2343415"/>
                        <a:pt x="3995117" y="2362847"/>
                        <a:pt x="3995117" y="2386182"/>
                      </a:cubicBezTo>
                      <a:cubicBezTo>
                        <a:pt x="3995117" y="2417734"/>
                        <a:pt x="3983614" y="2444479"/>
                        <a:pt x="3960608" y="2466417"/>
                      </a:cubicBezTo>
                      <a:cubicBezTo>
                        <a:pt x="3937601" y="2488355"/>
                        <a:pt x="3908515" y="2499324"/>
                        <a:pt x="3873348" y="2499324"/>
                      </a:cubicBezTo>
                      <a:cubicBezTo>
                        <a:pt x="3841632" y="2499324"/>
                        <a:pt x="3815298" y="2489875"/>
                        <a:pt x="3794346" y="2470977"/>
                      </a:cubicBezTo>
                      <a:cubicBezTo>
                        <a:pt x="3773393" y="2452079"/>
                        <a:pt x="3761438" y="2427594"/>
                        <a:pt x="3758480" y="2397521"/>
                      </a:cubicBezTo>
                      <a:lnTo>
                        <a:pt x="3802850" y="2391605"/>
                      </a:lnTo>
                      <a:cubicBezTo>
                        <a:pt x="3807944" y="2416748"/>
                        <a:pt x="3816613" y="2434865"/>
                        <a:pt x="3828855" y="2445958"/>
                      </a:cubicBezTo>
                      <a:cubicBezTo>
                        <a:pt x="3841098" y="2457050"/>
                        <a:pt x="3856011" y="2462596"/>
                        <a:pt x="3873594" y="2462596"/>
                      </a:cubicBezTo>
                      <a:cubicBezTo>
                        <a:pt x="3894464" y="2462596"/>
                        <a:pt x="3912089" y="2455366"/>
                        <a:pt x="3926468" y="2440904"/>
                      </a:cubicBezTo>
                      <a:cubicBezTo>
                        <a:pt x="3940847" y="2426443"/>
                        <a:pt x="3948036" y="2408531"/>
                        <a:pt x="3948036" y="2387168"/>
                      </a:cubicBezTo>
                      <a:cubicBezTo>
                        <a:pt x="3948036" y="2366791"/>
                        <a:pt x="3941381" y="2349988"/>
                        <a:pt x="3928070" y="2336760"/>
                      </a:cubicBezTo>
                      <a:cubicBezTo>
                        <a:pt x="3914759" y="2323531"/>
                        <a:pt x="3897833" y="2316917"/>
                        <a:pt x="3877292" y="2316917"/>
                      </a:cubicBezTo>
                      <a:cubicBezTo>
                        <a:pt x="3868911" y="2316917"/>
                        <a:pt x="3858476" y="2318560"/>
                        <a:pt x="3845987" y="2321847"/>
                      </a:cubicBezTo>
                      <a:lnTo>
                        <a:pt x="3850917" y="2282900"/>
                      </a:lnTo>
                      <a:cubicBezTo>
                        <a:pt x="3853875" y="2283229"/>
                        <a:pt x="3856257" y="2283393"/>
                        <a:pt x="3858065" y="2283393"/>
                      </a:cubicBezTo>
                      <a:cubicBezTo>
                        <a:pt x="3876963" y="2283393"/>
                        <a:pt x="3893971" y="2278463"/>
                        <a:pt x="3909090" y="2268603"/>
                      </a:cubicBezTo>
                      <a:cubicBezTo>
                        <a:pt x="3924208" y="2258743"/>
                        <a:pt x="3931768" y="2243543"/>
                        <a:pt x="3931768" y="2223001"/>
                      </a:cubicBezTo>
                      <a:cubicBezTo>
                        <a:pt x="3931768" y="2206733"/>
                        <a:pt x="3926262" y="2193257"/>
                        <a:pt x="3915252" y="2182576"/>
                      </a:cubicBezTo>
                      <a:cubicBezTo>
                        <a:pt x="3904242" y="2171894"/>
                        <a:pt x="3890027" y="2166554"/>
                        <a:pt x="3872608" y="2166554"/>
                      </a:cubicBezTo>
                      <a:cubicBezTo>
                        <a:pt x="3855354" y="2166554"/>
                        <a:pt x="3840975" y="2171977"/>
                        <a:pt x="3829471" y="2182822"/>
                      </a:cubicBezTo>
                      <a:cubicBezTo>
                        <a:pt x="3817968" y="2193668"/>
                        <a:pt x="3810573" y="2209937"/>
                        <a:pt x="3807287" y="2231629"/>
                      </a:cubicBezTo>
                      <a:lnTo>
                        <a:pt x="3762917" y="2223741"/>
                      </a:lnTo>
                      <a:cubicBezTo>
                        <a:pt x="3768340" y="2193997"/>
                        <a:pt x="3780665" y="2170950"/>
                        <a:pt x="3799892" y="2154599"/>
                      </a:cubicBezTo>
                      <a:cubicBezTo>
                        <a:pt x="3819119" y="2138248"/>
                        <a:pt x="3843029" y="2130072"/>
                        <a:pt x="3871622" y="2130072"/>
                      </a:cubicBezTo>
                      <a:close/>
                      <a:moveTo>
                        <a:pt x="747668" y="2130072"/>
                      </a:moveTo>
                      <a:cubicBezTo>
                        <a:pt x="771168" y="2130072"/>
                        <a:pt x="792654" y="2136399"/>
                        <a:pt x="812127" y="2149052"/>
                      </a:cubicBezTo>
                      <a:cubicBezTo>
                        <a:pt x="831600" y="2161706"/>
                        <a:pt x="846390" y="2179741"/>
                        <a:pt x="856497" y="2203158"/>
                      </a:cubicBezTo>
                      <a:cubicBezTo>
                        <a:pt x="866603" y="2226576"/>
                        <a:pt x="871656" y="2260469"/>
                        <a:pt x="871656" y="2304838"/>
                      </a:cubicBezTo>
                      <a:cubicBezTo>
                        <a:pt x="871656" y="2351015"/>
                        <a:pt x="866644" y="2387784"/>
                        <a:pt x="856620" y="2415145"/>
                      </a:cubicBezTo>
                      <a:cubicBezTo>
                        <a:pt x="846596" y="2442507"/>
                        <a:pt x="831683" y="2463336"/>
                        <a:pt x="811881" y="2477632"/>
                      </a:cubicBezTo>
                      <a:cubicBezTo>
                        <a:pt x="792079" y="2491929"/>
                        <a:pt x="768867" y="2499078"/>
                        <a:pt x="742245" y="2499078"/>
                      </a:cubicBezTo>
                      <a:cubicBezTo>
                        <a:pt x="713981" y="2499078"/>
                        <a:pt x="690892" y="2491231"/>
                        <a:pt x="672980" y="2475537"/>
                      </a:cubicBezTo>
                      <a:cubicBezTo>
                        <a:pt x="655068" y="2459844"/>
                        <a:pt x="644304" y="2437782"/>
                        <a:pt x="640689" y="2409353"/>
                      </a:cubicBezTo>
                      <a:lnTo>
                        <a:pt x="683333" y="2405409"/>
                      </a:lnTo>
                      <a:cubicBezTo>
                        <a:pt x="686948" y="2425457"/>
                        <a:pt x="693850" y="2440001"/>
                        <a:pt x="704039" y="2449039"/>
                      </a:cubicBezTo>
                      <a:cubicBezTo>
                        <a:pt x="714227" y="2458077"/>
                        <a:pt x="727291" y="2462596"/>
                        <a:pt x="743231" y="2462596"/>
                      </a:cubicBezTo>
                      <a:cubicBezTo>
                        <a:pt x="756871" y="2462596"/>
                        <a:pt x="768826" y="2459474"/>
                        <a:pt x="779097" y="2453229"/>
                      </a:cubicBezTo>
                      <a:cubicBezTo>
                        <a:pt x="789367" y="2446985"/>
                        <a:pt x="797789" y="2438645"/>
                        <a:pt x="804363" y="2428210"/>
                      </a:cubicBezTo>
                      <a:cubicBezTo>
                        <a:pt x="810936" y="2417775"/>
                        <a:pt x="816441" y="2403683"/>
                        <a:pt x="820878" y="2385936"/>
                      </a:cubicBezTo>
                      <a:cubicBezTo>
                        <a:pt x="825315" y="2368188"/>
                        <a:pt x="827533" y="2350111"/>
                        <a:pt x="827533" y="2331706"/>
                      </a:cubicBezTo>
                      <a:cubicBezTo>
                        <a:pt x="827533" y="2329734"/>
                        <a:pt x="827451" y="2326776"/>
                        <a:pt x="827287" y="2322832"/>
                      </a:cubicBezTo>
                      <a:cubicBezTo>
                        <a:pt x="818413" y="2336965"/>
                        <a:pt x="806293" y="2348427"/>
                        <a:pt x="790929" y="2357219"/>
                      </a:cubicBezTo>
                      <a:cubicBezTo>
                        <a:pt x="775564" y="2366010"/>
                        <a:pt x="758925" y="2370406"/>
                        <a:pt x="741013" y="2370406"/>
                      </a:cubicBezTo>
                      <a:cubicBezTo>
                        <a:pt x="711105" y="2370406"/>
                        <a:pt x="685798" y="2359560"/>
                        <a:pt x="665092" y="2337869"/>
                      </a:cubicBezTo>
                      <a:cubicBezTo>
                        <a:pt x="644386" y="2316177"/>
                        <a:pt x="634033" y="2287583"/>
                        <a:pt x="634033" y="2252088"/>
                      </a:cubicBezTo>
                      <a:cubicBezTo>
                        <a:pt x="634033" y="2215442"/>
                        <a:pt x="644838" y="2185945"/>
                        <a:pt x="666448" y="2163596"/>
                      </a:cubicBezTo>
                      <a:cubicBezTo>
                        <a:pt x="688057" y="2141247"/>
                        <a:pt x="715131" y="2130072"/>
                        <a:pt x="747668" y="2130072"/>
                      </a:cubicBezTo>
                      <a:close/>
                      <a:moveTo>
                        <a:pt x="1552575" y="1936750"/>
                      </a:moveTo>
                      <a:lnTo>
                        <a:pt x="1562100" y="1939925"/>
                      </a:lnTo>
                      <a:lnTo>
                        <a:pt x="2228850" y="2241550"/>
                      </a:lnTo>
                      <a:lnTo>
                        <a:pt x="2247900" y="2225675"/>
                      </a:lnTo>
                      <a:lnTo>
                        <a:pt x="2266950" y="2212975"/>
                      </a:lnTo>
                      <a:lnTo>
                        <a:pt x="2289175" y="2206625"/>
                      </a:lnTo>
                      <a:lnTo>
                        <a:pt x="2314575" y="2203450"/>
                      </a:lnTo>
                      <a:lnTo>
                        <a:pt x="2336800" y="2206625"/>
                      </a:lnTo>
                      <a:lnTo>
                        <a:pt x="2359025" y="2212975"/>
                      </a:lnTo>
                      <a:lnTo>
                        <a:pt x="2378075" y="2222500"/>
                      </a:lnTo>
                      <a:lnTo>
                        <a:pt x="2393950" y="2235200"/>
                      </a:lnTo>
                      <a:lnTo>
                        <a:pt x="2406650" y="2251075"/>
                      </a:lnTo>
                      <a:lnTo>
                        <a:pt x="2419350" y="2270125"/>
                      </a:lnTo>
                      <a:lnTo>
                        <a:pt x="2425700" y="2292350"/>
                      </a:lnTo>
                      <a:lnTo>
                        <a:pt x="2425700" y="2314575"/>
                      </a:lnTo>
                      <a:lnTo>
                        <a:pt x="2425700" y="2336800"/>
                      </a:lnTo>
                      <a:lnTo>
                        <a:pt x="2419350" y="2359025"/>
                      </a:lnTo>
                      <a:lnTo>
                        <a:pt x="2406650" y="2378075"/>
                      </a:lnTo>
                      <a:lnTo>
                        <a:pt x="2393950" y="2393950"/>
                      </a:lnTo>
                      <a:lnTo>
                        <a:pt x="2378075" y="2406650"/>
                      </a:lnTo>
                      <a:lnTo>
                        <a:pt x="2359025" y="2419350"/>
                      </a:lnTo>
                      <a:lnTo>
                        <a:pt x="2336800" y="2425700"/>
                      </a:lnTo>
                      <a:lnTo>
                        <a:pt x="2330450" y="2425700"/>
                      </a:lnTo>
                      <a:lnTo>
                        <a:pt x="2330450" y="3467100"/>
                      </a:lnTo>
                      <a:lnTo>
                        <a:pt x="2327275" y="3470275"/>
                      </a:lnTo>
                      <a:lnTo>
                        <a:pt x="2324100" y="3473450"/>
                      </a:lnTo>
                      <a:lnTo>
                        <a:pt x="2320925" y="3476625"/>
                      </a:lnTo>
                      <a:lnTo>
                        <a:pt x="2314575" y="3476625"/>
                      </a:lnTo>
                      <a:lnTo>
                        <a:pt x="2308225" y="3476625"/>
                      </a:lnTo>
                      <a:lnTo>
                        <a:pt x="2305050" y="3473450"/>
                      </a:lnTo>
                      <a:lnTo>
                        <a:pt x="2301875" y="3470275"/>
                      </a:lnTo>
                      <a:lnTo>
                        <a:pt x="2301875" y="3467100"/>
                      </a:lnTo>
                      <a:lnTo>
                        <a:pt x="2301875" y="2425700"/>
                      </a:lnTo>
                      <a:lnTo>
                        <a:pt x="2292350" y="2425700"/>
                      </a:lnTo>
                      <a:lnTo>
                        <a:pt x="2270125" y="2416175"/>
                      </a:lnTo>
                      <a:lnTo>
                        <a:pt x="2251075" y="2406650"/>
                      </a:lnTo>
                      <a:lnTo>
                        <a:pt x="2232025" y="2390775"/>
                      </a:lnTo>
                      <a:lnTo>
                        <a:pt x="1098550" y="2882900"/>
                      </a:lnTo>
                      <a:lnTo>
                        <a:pt x="1089025" y="2886075"/>
                      </a:lnTo>
                      <a:lnTo>
                        <a:pt x="1076325" y="2882900"/>
                      </a:lnTo>
                      <a:lnTo>
                        <a:pt x="1066800" y="2873375"/>
                      </a:lnTo>
                      <a:lnTo>
                        <a:pt x="1060450" y="2863850"/>
                      </a:lnTo>
                      <a:lnTo>
                        <a:pt x="1057275" y="2851150"/>
                      </a:lnTo>
                      <a:lnTo>
                        <a:pt x="1057275" y="2838450"/>
                      </a:lnTo>
                      <a:lnTo>
                        <a:pt x="1063625" y="2828925"/>
                      </a:lnTo>
                      <a:lnTo>
                        <a:pt x="1069975" y="2819400"/>
                      </a:lnTo>
                      <a:lnTo>
                        <a:pt x="2203450" y="2330450"/>
                      </a:lnTo>
                      <a:lnTo>
                        <a:pt x="2203450" y="2314575"/>
                      </a:lnTo>
                      <a:lnTo>
                        <a:pt x="2203450" y="2305050"/>
                      </a:lnTo>
                      <a:lnTo>
                        <a:pt x="1533525" y="2003425"/>
                      </a:lnTo>
                      <a:lnTo>
                        <a:pt x="1527175" y="1993900"/>
                      </a:lnTo>
                      <a:lnTo>
                        <a:pt x="1520825" y="1984375"/>
                      </a:lnTo>
                      <a:lnTo>
                        <a:pt x="1520825" y="1971675"/>
                      </a:lnTo>
                      <a:lnTo>
                        <a:pt x="1524000" y="1958975"/>
                      </a:lnTo>
                      <a:lnTo>
                        <a:pt x="1530350" y="1949450"/>
                      </a:lnTo>
                      <a:lnTo>
                        <a:pt x="1539875" y="1939925"/>
                      </a:lnTo>
                      <a:lnTo>
                        <a:pt x="1552575" y="1936750"/>
                      </a:lnTo>
                      <a:close/>
                      <a:moveTo>
                        <a:pt x="1093997" y="1385750"/>
                      </a:moveTo>
                      <a:cubicBezTo>
                        <a:pt x="1073620" y="1385750"/>
                        <a:pt x="1057352" y="1394378"/>
                        <a:pt x="1045191" y="1411632"/>
                      </a:cubicBezTo>
                      <a:cubicBezTo>
                        <a:pt x="1029908" y="1433653"/>
                        <a:pt x="1022267" y="1474325"/>
                        <a:pt x="1022267" y="1533648"/>
                      </a:cubicBezTo>
                      <a:cubicBezTo>
                        <a:pt x="1022267" y="1592972"/>
                        <a:pt x="1029210" y="1632452"/>
                        <a:pt x="1043096" y="1652090"/>
                      </a:cubicBezTo>
                      <a:cubicBezTo>
                        <a:pt x="1056982" y="1671727"/>
                        <a:pt x="1074113" y="1681546"/>
                        <a:pt x="1094490" y="1681546"/>
                      </a:cubicBezTo>
                      <a:cubicBezTo>
                        <a:pt x="1114867" y="1681546"/>
                        <a:pt x="1131999" y="1671686"/>
                        <a:pt x="1145885" y="1651966"/>
                      </a:cubicBezTo>
                      <a:cubicBezTo>
                        <a:pt x="1159771" y="1632247"/>
                        <a:pt x="1166714" y="1592807"/>
                        <a:pt x="1166714" y="1533648"/>
                      </a:cubicBezTo>
                      <a:cubicBezTo>
                        <a:pt x="1166714" y="1474160"/>
                        <a:pt x="1159771" y="1434639"/>
                        <a:pt x="1145885" y="1415083"/>
                      </a:cubicBezTo>
                      <a:cubicBezTo>
                        <a:pt x="1131999" y="1395528"/>
                        <a:pt x="1114703" y="1385750"/>
                        <a:pt x="1093997" y="1385750"/>
                      </a:cubicBezTo>
                      <a:close/>
                      <a:moveTo>
                        <a:pt x="3668996" y="1349022"/>
                      </a:moveTo>
                      <a:cubicBezTo>
                        <a:pt x="3703670" y="1349022"/>
                        <a:pt x="3731113" y="1358636"/>
                        <a:pt x="3751326" y="1377862"/>
                      </a:cubicBezTo>
                      <a:cubicBezTo>
                        <a:pt x="3771538" y="1397089"/>
                        <a:pt x="3781645" y="1420917"/>
                        <a:pt x="3781645" y="1449346"/>
                      </a:cubicBezTo>
                      <a:cubicBezTo>
                        <a:pt x="3781645" y="1463807"/>
                        <a:pt x="3778687" y="1478022"/>
                        <a:pt x="3772771" y="1491990"/>
                      </a:cubicBezTo>
                      <a:cubicBezTo>
                        <a:pt x="3766855" y="1505958"/>
                        <a:pt x="3757036" y="1520666"/>
                        <a:pt x="3743315" y="1536113"/>
                      </a:cubicBezTo>
                      <a:cubicBezTo>
                        <a:pt x="3729593" y="1551560"/>
                        <a:pt x="3706792" y="1572759"/>
                        <a:pt x="3674912" y="1599709"/>
                      </a:cubicBezTo>
                      <a:cubicBezTo>
                        <a:pt x="3648290" y="1622058"/>
                        <a:pt x="3631200" y="1637218"/>
                        <a:pt x="3623640" y="1645188"/>
                      </a:cubicBezTo>
                      <a:cubicBezTo>
                        <a:pt x="3616081" y="1653158"/>
                        <a:pt x="3609837" y="1661169"/>
                        <a:pt x="3604907" y="1669221"/>
                      </a:cubicBezTo>
                      <a:lnTo>
                        <a:pt x="3782138" y="1669221"/>
                      </a:lnTo>
                      <a:lnTo>
                        <a:pt x="3782138" y="1711865"/>
                      </a:lnTo>
                      <a:lnTo>
                        <a:pt x="3543283" y="1711865"/>
                      </a:lnTo>
                      <a:cubicBezTo>
                        <a:pt x="3542954" y="1701184"/>
                        <a:pt x="3544679" y="1690913"/>
                        <a:pt x="3548459" y="1681053"/>
                      </a:cubicBezTo>
                      <a:cubicBezTo>
                        <a:pt x="3554539" y="1664784"/>
                        <a:pt x="3564276" y="1648762"/>
                        <a:pt x="3577669" y="1632986"/>
                      </a:cubicBezTo>
                      <a:cubicBezTo>
                        <a:pt x="3591062" y="1617210"/>
                        <a:pt x="3610412" y="1598970"/>
                        <a:pt x="3635719" y="1578264"/>
                      </a:cubicBezTo>
                      <a:cubicBezTo>
                        <a:pt x="3674994" y="1546055"/>
                        <a:pt x="3701533" y="1520543"/>
                        <a:pt x="3715337" y="1501727"/>
                      </a:cubicBezTo>
                      <a:cubicBezTo>
                        <a:pt x="3729141" y="1482911"/>
                        <a:pt x="3736043" y="1465122"/>
                        <a:pt x="3736043" y="1448360"/>
                      </a:cubicBezTo>
                      <a:cubicBezTo>
                        <a:pt x="3736043" y="1430777"/>
                        <a:pt x="3729757" y="1415946"/>
                        <a:pt x="3717186" y="1403868"/>
                      </a:cubicBezTo>
                      <a:cubicBezTo>
                        <a:pt x="3704615" y="1391789"/>
                        <a:pt x="3688223" y="1385750"/>
                        <a:pt x="3668010" y="1385750"/>
                      </a:cubicBezTo>
                      <a:cubicBezTo>
                        <a:pt x="3646647" y="1385750"/>
                        <a:pt x="3629556" y="1392159"/>
                        <a:pt x="3616739" y="1404977"/>
                      </a:cubicBezTo>
                      <a:cubicBezTo>
                        <a:pt x="3603921" y="1417795"/>
                        <a:pt x="3597430" y="1435542"/>
                        <a:pt x="3597265" y="1458220"/>
                      </a:cubicBezTo>
                      <a:lnTo>
                        <a:pt x="3551663" y="1453537"/>
                      </a:lnTo>
                      <a:cubicBezTo>
                        <a:pt x="3554786" y="1419520"/>
                        <a:pt x="3566535" y="1393597"/>
                        <a:pt x="3586912" y="1375767"/>
                      </a:cubicBezTo>
                      <a:cubicBezTo>
                        <a:pt x="3607289" y="1357937"/>
                        <a:pt x="3634651" y="1349022"/>
                        <a:pt x="3668996" y="1349022"/>
                      </a:cubicBezTo>
                      <a:close/>
                      <a:moveTo>
                        <a:pt x="1094490" y="1349022"/>
                      </a:moveTo>
                      <a:cubicBezTo>
                        <a:pt x="1113881" y="1349022"/>
                        <a:pt x="1130890" y="1352925"/>
                        <a:pt x="1145515" y="1360731"/>
                      </a:cubicBezTo>
                      <a:cubicBezTo>
                        <a:pt x="1160141" y="1368536"/>
                        <a:pt x="1172219" y="1379793"/>
                        <a:pt x="1181750" y="1394501"/>
                      </a:cubicBezTo>
                      <a:cubicBezTo>
                        <a:pt x="1191281" y="1409208"/>
                        <a:pt x="1198758" y="1427121"/>
                        <a:pt x="1204181" y="1448237"/>
                      </a:cubicBezTo>
                      <a:cubicBezTo>
                        <a:pt x="1209604" y="1469354"/>
                        <a:pt x="1212316" y="1497824"/>
                        <a:pt x="1212316" y="1533648"/>
                      </a:cubicBezTo>
                      <a:cubicBezTo>
                        <a:pt x="1212316" y="1576046"/>
                        <a:pt x="1207961" y="1610267"/>
                        <a:pt x="1199251" y="1636314"/>
                      </a:cubicBezTo>
                      <a:cubicBezTo>
                        <a:pt x="1190542" y="1662360"/>
                        <a:pt x="1177519" y="1682491"/>
                        <a:pt x="1160182" y="1696706"/>
                      </a:cubicBezTo>
                      <a:cubicBezTo>
                        <a:pt x="1142845" y="1710920"/>
                        <a:pt x="1120948" y="1718028"/>
                        <a:pt x="1094490" y="1718028"/>
                      </a:cubicBezTo>
                      <a:cubicBezTo>
                        <a:pt x="1059652" y="1718028"/>
                        <a:pt x="1032291" y="1705538"/>
                        <a:pt x="1012407" y="1680560"/>
                      </a:cubicBezTo>
                      <a:cubicBezTo>
                        <a:pt x="988579" y="1650487"/>
                        <a:pt x="976665" y="1601517"/>
                        <a:pt x="976665" y="1533648"/>
                      </a:cubicBezTo>
                      <a:cubicBezTo>
                        <a:pt x="976665" y="1490922"/>
                        <a:pt x="981061" y="1456536"/>
                        <a:pt x="989853" y="1430489"/>
                      </a:cubicBezTo>
                      <a:cubicBezTo>
                        <a:pt x="998644" y="1404443"/>
                        <a:pt x="1011709" y="1384353"/>
                        <a:pt x="1029045" y="1370221"/>
                      </a:cubicBezTo>
                      <a:cubicBezTo>
                        <a:pt x="1046382" y="1356088"/>
                        <a:pt x="1068197" y="1349022"/>
                        <a:pt x="1094490" y="1349022"/>
                      </a:cubicBezTo>
                      <a:close/>
                      <a:moveTo>
                        <a:pt x="838971" y="1349022"/>
                      </a:moveTo>
                      <a:lnTo>
                        <a:pt x="867565" y="1349022"/>
                      </a:lnTo>
                      <a:lnTo>
                        <a:pt x="867565" y="1711865"/>
                      </a:lnTo>
                      <a:lnTo>
                        <a:pt x="823195" y="1711865"/>
                      </a:lnTo>
                      <a:lnTo>
                        <a:pt x="823195" y="1429134"/>
                      </a:lnTo>
                      <a:cubicBezTo>
                        <a:pt x="812514" y="1439322"/>
                        <a:pt x="798505" y="1449511"/>
                        <a:pt x="781168" y="1459699"/>
                      </a:cubicBezTo>
                      <a:cubicBezTo>
                        <a:pt x="763831" y="1469888"/>
                        <a:pt x="748260" y="1477529"/>
                        <a:pt x="734456" y="1482623"/>
                      </a:cubicBezTo>
                      <a:lnTo>
                        <a:pt x="734456" y="1439733"/>
                      </a:lnTo>
                      <a:cubicBezTo>
                        <a:pt x="759270" y="1428065"/>
                        <a:pt x="780962" y="1413933"/>
                        <a:pt x="799532" y="1397335"/>
                      </a:cubicBezTo>
                      <a:cubicBezTo>
                        <a:pt x="818101" y="1380738"/>
                        <a:pt x="831247" y="1364634"/>
                        <a:pt x="838971" y="1349022"/>
                      </a:cubicBezTo>
                      <a:close/>
                      <a:moveTo>
                        <a:pt x="3115715" y="777254"/>
                      </a:moveTo>
                      <a:lnTo>
                        <a:pt x="3144309" y="777254"/>
                      </a:lnTo>
                      <a:lnTo>
                        <a:pt x="3144309" y="1140097"/>
                      </a:lnTo>
                      <a:lnTo>
                        <a:pt x="3099939" y="1140097"/>
                      </a:lnTo>
                      <a:lnTo>
                        <a:pt x="3099939" y="857366"/>
                      </a:lnTo>
                      <a:cubicBezTo>
                        <a:pt x="3089258" y="867554"/>
                        <a:pt x="3075249" y="877743"/>
                        <a:pt x="3057912" y="887931"/>
                      </a:cubicBezTo>
                      <a:cubicBezTo>
                        <a:pt x="3040575" y="898120"/>
                        <a:pt x="3025004" y="905761"/>
                        <a:pt x="3011200" y="910855"/>
                      </a:cubicBezTo>
                      <a:lnTo>
                        <a:pt x="3011200" y="867965"/>
                      </a:lnTo>
                      <a:cubicBezTo>
                        <a:pt x="3036014" y="856297"/>
                        <a:pt x="3057706" y="842165"/>
                        <a:pt x="3076276" y="825568"/>
                      </a:cubicBezTo>
                      <a:cubicBezTo>
                        <a:pt x="3094845" y="808970"/>
                        <a:pt x="3107991" y="792866"/>
                        <a:pt x="3115715" y="777254"/>
                      </a:cubicBezTo>
                      <a:close/>
                      <a:moveTo>
                        <a:pt x="1667915" y="777254"/>
                      </a:moveTo>
                      <a:lnTo>
                        <a:pt x="1696508" y="777254"/>
                      </a:lnTo>
                      <a:lnTo>
                        <a:pt x="1696508" y="1140097"/>
                      </a:lnTo>
                      <a:lnTo>
                        <a:pt x="1652139" y="1140097"/>
                      </a:lnTo>
                      <a:lnTo>
                        <a:pt x="1652139" y="857366"/>
                      </a:lnTo>
                      <a:cubicBezTo>
                        <a:pt x="1641457" y="867554"/>
                        <a:pt x="1627448" y="877743"/>
                        <a:pt x="1610111" y="887931"/>
                      </a:cubicBezTo>
                      <a:cubicBezTo>
                        <a:pt x="1592774" y="898120"/>
                        <a:pt x="1577204" y="905761"/>
                        <a:pt x="1563400" y="910856"/>
                      </a:cubicBezTo>
                      <a:lnTo>
                        <a:pt x="1563400" y="867965"/>
                      </a:lnTo>
                      <a:cubicBezTo>
                        <a:pt x="1588214" y="856297"/>
                        <a:pt x="1609906" y="842165"/>
                        <a:pt x="1628475" y="825568"/>
                      </a:cubicBezTo>
                      <a:cubicBezTo>
                        <a:pt x="1647045" y="808970"/>
                        <a:pt x="1660191" y="792866"/>
                        <a:pt x="1667915" y="777254"/>
                      </a:cubicBezTo>
                      <a:close/>
                      <a:moveTo>
                        <a:pt x="1429790" y="777254"/>
                      </a:moveTo>
                      <a:lnTo>
                        <a:pt x="1458383" y="777254"/>
                      </a:lnTo>
                      <a:lnTo>
                        <a:pt x="1458383" y="1140097"/>
                      </a:lnTo>
                      <a:lnTo>
                        <a:pt x="1414014" y="1140097"/>
                      </a:lnTo>
                      <a:lnTo>
                        <a:pt x="1414014" y="857366"/>
                      </a:lnTo>
                      <a:cubicBezTo>
                        <a:pt x="1403332" y="867554"/>
                        <a:pt x="1389323" y="877743"/>
                        <a:pt x="1371986" y="887931"/>
                      </a:cubicBezTo>
                      <a:cubicBezTo>
                        <a:pt x="1354649" y="898120"/>
                        <a:pt x="1339079" y="905761"/>
                        <a:pt x="1325275" y="910856"/>
                      </a:cubicBezTo>
                      <a:lnTo>
                        <a:pt x="1325275" y="867965"/>
                      </a:lnTo>
                      <a:cubicBezTo>
                        <a:pt x="1350089" y="856297"/>
                        <a:pt x="1371781" y="842165"/>
                        <a:pt x="1390350" y="825568"/>
                      </a:cubicBezTo>
                      <a:cubicBezTo>
                        <a:pt x="1408919" y="808970"/>
                        <a:pt x="1422066" y="792866"/>
                        <a:pt x="1429790" y="777254"/>
                      </a:cubicBezTo>
                      <a:close/>
                      <a:moveTo>
                        <a:pt x="2449527" y="567973"/>
                      </a:moveTo>
                      <a:cubicBezTo>
                        <a:pt x="2484201" y="567973"/>
                        <a:pt x="2511644" y="577587"/>
                        <a:pt x="2531857" y="596813"/>
                      </a:cubicBezTo>
                      <a:cubicBezTo>
                        <a:pt x="2552070" y="616040"/>
                        <a:pt x="2562176" y="639868"/>
                        <a:pt x="2562176" y="668297"/>
                      </a:cubicBezTo>
                      <a:cubicBezTo>
                        <a:pt x="2562176" y="682759"/>
                        <a:pt x="2559218" y="696973"/>
                        <a:pt x="2553302" y="710941"/>
                      </a:cubicBezTo>
                      <a:cubicBezTo>
                        <a:pt x="2547386" y="724909"/>
                        <a:pt x="2537568" y="739617"/>
                        <a:pt x="2523846" y="755064"/>
                      </a:cubicBezTo>
                      <a:cubicBezTo>
                        <a:pt x="2510124" y="770511"/>
                        <a:pt x="2487323" y="791710"/>
                        <a:pt x="2455443" y="818660"/>
                      </a:cubicBezTo>
                      <a:cubicBezTo>
                        <a:pt x="2428822" y="841009"/>
                        <a:pt x="2411731" y="856169"/>
                        <a:pt x="2404172" y="864139"/>
                      </a:cubicBezTo>
                      <a:cubicBezTo>
                        <a:pt x="2396613" y="872109"/>
                        <a:pt x="2390368" y="880120"/>
                        <a:pt x="2385438" y="888172"/>
                      </a:cubicBezTo>
                      <a:lnTo>
                        <a:pt x="2562669" y="888172"/>
                      </a:lnTo>
                      <a:lnTo>
                        <a:pt x="2562669" y="930816"/>
                      </a:lnTo>
                      <a:lnTo>
                        <a:pt x="2323814" y="930816"/>
                      </a:lnTo>
                      <a:cubicBezTo>
                        <a:pt x="2323485" y="920135"/>
                        <a:pt x="2325211" y="909864"/>
                        <a:pt x="2328990" y="900004"/>
                      </a:cubicBezTo>
                      <a:cubicBezTo>
                        <a:pt x="2335071" y="883735"/>
                        <a:pt x="2344807" y="867713"/>
                        <a:pt x="2358200" y="851937"/>
                      </a:cubicBezTo>
                      <a:cubicBezTo>
                        <a:pt x="2371593" y="836161"/>
                        <a:pt x="2390943" y="817921"/>
                        <a:pt x="2416250" y="797215"/>
                      </a:cubicBezTo>
                      <a:cubicBezTo>
                        <a:pt x="2455525" y="765006"/>
                        <a:pt x="2482065" y="739494"/>
                        <a:pt x="2495869" y="720678"/>
                      </a:cubicBezTo>
                      <a:cubicBezTo>
                        <a:pt x="2509672" y="701862"/>
                        <a:pt x="2516574" y="684073"/>
                        <a:pt x="2516574" y="667311"/>
                      </a:cubicBezTo>
                      <a:cubicBezTo>
                        <a:pt x="2516574" y="649728"/>
                        <a:pt x="2510289" y="634897"/>
                        <a:pt x="2497717" y="622819"/>
                      </a:cubicBezTo>
                      <a:cubicBezTo>
                        <a:pt x="2485146" y="610740"/>
                        <a:pt x="2468754" y="604701"/>
                        <a:pt x="2448541" y="604701"/>
                      </a:cubicBezTo>
                      <a:cubicBezTo>
                        <a:pt x="2427178" y="604701"/>
                        <a:pt x="2410088" y="611110"/>
                        <a:pt x="2397270" y="623928"/>
                      </a:cubicBezTo>
                      <a:cubicBezTo>
                        <a:pt x="2384452" y="636746"/>
                        <a:pt x="2377961" y="654494"/>
                        <a:pt x="2377797" y="677171"/>
                      </a:cubicBezTo>
                      <a:lnTo>
                        <a:pt x="2332195" y="672488"/>
                      </a:lnTo>
                      <a:cubicBezTo>
                        <a:pt x="2335317" y="638471"/>
                        <a:pt x="2347067" y="612548"/>
                        <a:pt x="2367444" y="594718"/>
                      </a:cubicBezTo>
                      <a:cubicBezTo>
                        <a:pt x="2387821" y="576888"/>
                        <a:pt x="2415182" y="567973"/>
                        <a:pt x="2449527" y="567973"/>
                      </a:cubicBezTo>
                      <a:close/>
                      <a:moveTo>
                        <a:pt x="2191790" y="567973"/>
                      </a:moveTo>
                      <a:lnTo>
                        <a:pt x="2220383" y="567973"/>
                      </a:lnTo>
                      <a:lnTo>
                        <a:pt x="2220383" y="930816"/>
                      </a:lnTo>
                      <a:lnTo>
                        <a:pt x="2176014" y="930816"/>
                      </a:lnTo>
                      <a:lnTo>
                        <a:pt x="2176014" y="648084"/>
                      </a:lnTo>
                      <a:cubicBezTo>
                        <a:pt x="2165332" y="658273"/>
                        <a:pt x="2151323" y="668462"/>
                        <a:pt x="2133986" y="678650"/>
                      </a:cubicBezTo>
                      <a:cubicBezTo>
                        <a:pt x="2116649" y="688839"/>
                        <a:pt x="2101079" y="696480"/>
                        <a:pt x="2087275" y="701574"/>
                      </a:cubicBezTo>
                      <a:lnTo>
                        <a:pt x="2087275" y="658684"/>
                      </a:lnTo>
                      <a:cubicBezTo>
                        <a:pt x="2112089" y="647016"/>
                        <a:pt x="2133781" y="632884"/>
                        <a:pt x="2152350" y="616287"/>
                      </a:cubicBezTo>
                      <a:cubicBezTo>
                        <a:pt x="2170919" y="599689"/>
                        <a:pt x="2184066" y="583585"/>
                        <a:pt x="2191790" y="567973"/>
                      </a:cubicBezTo>
                      <a:close/>
                      <a:moveTo>
                        <a:pt x="2298700" y="288925"/>
                      </a:moveTo>
                      <a:lnTo>
                        <a:pt x="2197100" y="292100"/>
                      </a:lnTo>
                      <a:lnTo>
                        <a:pt x="2092325" y="298450"/>
                      </a:lnTo>
                      <a:lnTo>
                        <a:pt x="1993900" y="311150"/>
                      </a:lnTo>
                      <a:lnTo>
                        <a:pt x="1892300" y="330200"/>
                      </a:lnTo>
                      <a:lnTo>
                        <a:pt x="1797050" y="352425"/>
                      </a:lnTo>
                      <a:lnTo>
                        <a:pt x="1701800" y="377825"/>
                      </a:lnTo>
                      <a:lnTo>
                        <a:pt x="1606550" y="409575"/>
                      </a:lnTo>
                      <a:lnTo>
                        <a:pt x="1514475" y="447675"/>
                      </a:lnTo>
                      <a:lnTo>
                        <a:pt x="1425575" y="485775"/>
                      </a:lnTo>
                      <a:lnTo>
                        <a:pt x="1339850" y="530225"/>
                      </a:lnTo>
                      <a:lnTo>
                        <a:pt x="1254125" y="581025"/>
                      </a:lnTo>
                      <a:lnTo>
                        <a:pt x="1174750" y="631825"/>
                      </a:lnTo>
                      <a:lnTo>
                        <a:pt x="1095375" y="688975"/>
                      </a:lnTo>
                      <a:lnTo>
                        <a:pt x="1019175" y="746125"/>
                      </a:lnTo>
                      <a:lnTo>
                        <a:pt x="946150" y="809625"/>
                      </a:lnTo>
                      <a:lnTo>
                        <a:pt x="876300" y="876300"/>
                      </a:lnTo>
                      <a:lnTo>
                        <a:pt x="809625" y="946150"/>
                      </a:lnTo>
                      <a:lnTo>
                        <a:pt x="746125" y="1019175"/>
                      </a:lnTo>
                      <a:lnTo>
                        <a:pt x="685800" y="1095375"/>
                      </a:lnTo>
                      <a:lnTo>
                        <a:pt x="631825" y="1174750"/>
                      </a:lnTo>
                      <a:lnTo>
                        <a:pt x="577850" y="1257300"/>
                      </a:lnTo>
                      <a:lnTo>
                        <a:pt x="530225" y="1339850"/>
                      </a:lnTo>
                      <a:lnTo>
                        <a:pt x="485775" y="1428750"/>
                      </a:lnTo>
                      <a:lnTo>
                        <a:pt x="444500" y="1517650"/>
                      </a:lnTo>
                      <a:lnTo>
                        <a:pt x="409575" y="1609725"/>
                      </a:lnTo>
                      <a:lnTo>
                        <a:pt x="377825" y="1701800"/>
                      </a:lnTo>
                      <a:lnTo>
                        <a:pt x="349250" y="1797050"/>
                      </a:lnTo>
                      <a:lnTo>
                        <a:pt x="327025" y="1895475"/>
                      </a:lnTo>
                      <a:lnTo>
                        <a:pt x="311150" y="1993900"/>
                      </a:lnTo>
                      <a:lnTo>
                        <a:pt x="298450" y="2095500"/>
                      </a:lnTo>
                      <a:lnTo>
                        <a:pt x="288925" y="2197100"/>
                      </a:lnTo>
                      <a:lnTo>
                        <a:pt x="285750" y="2301875"/>
                      </a:lnTo>
                      <a:lnTo>
                        <a:pt x="288925" y="2403475"/>
                      </a:lnTo>
                      <a:lnTo>
                        <a:pt x="298450" y="2505075"/>
                      </a:lnTo>
                      <a:lnTo>
                        <a:pt x="311150" y="2606675"/>
                      </a:lnTo>
                      <a:lnTo>
                        <a:pt x="327025" y="2705100"/>
                      </a:lnTo>
                      <a:lnTo>
                        <a:pt x="349250" y="2803525"/>
                      </a:lnTo>
                      <a:lnTo>
                        <a:pt x="377825" y="2898775"/>
                      </a:lnTo>
                      <a:lnTo>
                        <a:pt x="409575" y="2990850"/>
                      </a:lnTo>
                      <a:lnTo>
                        <a:pt x="444500" y="3082925"/>
                      </a:lnTo>
                      <a:lnTo>
                        <a:pt x="485775" y="3171825"/>
                      </a:lnTo>
                      <a:lnTo>
                        <a:pt x="530225" y="3260725"/>
                      </a:lnTo>
                      <a:lnTo>
                        <a:pt x="577850" y="3343275"/>
                      </a:lnTo>
                      <a:lnTo>
                        <a:pt x="631825" y="3425825"/>
                      </a:lnTo>
                      <a:lnTo>
                        <a:pt x="685800" y="3505200"/>
                      </a:lnTo>
                      <a:lnTo>
                        <a:pt x="746125" y="3581400"/>
                      </a:lnTo>
                      <a:lnTo>
                        <a:pt x="809625" y="3654425"/>
                      </a:lnTo>
                      <a:lnTo>
                        <a:pt x="876300" y="3724275"/>
                      </a:lnTo>
                      <a:lnTo>
                        <a:pt x="946150" y="3790950"/>
                      </a:lnTo>
                      <a:lnTo>
                        <a:pt x="1019175" y="3854450"/>
                      </a:lnTo>
                      <a:lnTo>
                        <a:pt x="1095375" y="3911600"/>
                      </a:lnTo>
                      <a:lnTo>
                        <a:pt x="1174750" y="3968750"/>
                      </a:lnTo>
                      <a:lnTo>
                        <a:pt x="1254125" y="4022725"/>
                      </a:lnTo>
                      <a:lnTo>
                        <a:pt x="1339850" y="4070350"/>
                      </a:lnTo>
                      <a:lnTo>
                        <a:pt x="1425575" y="4114800"/>
                      </a:lnTo>
                      <a:lnTo>
                        <a:pt x="1514475" y="4156075"/>
                      </a:lnTo>
                      <a:lnTo>
                        <a:pt x="1606550" y="4191000"/>
                      </a:lnTo>
                      <a:lnTo>
                        <a:pt x="1701800" y="4222750"/>
                      </a:lnTo>
                      <a:lnTo>
                        <a:pt x="1797050" y="4248150"/>
                      </a:lnTo>
                      <a:lnTo>
                        <a:pt x="1892300" y="4270375"/>
                      </a:lnTo>
                      <a:lnTo>
                        <a:pt x="1993900" y="4289425"/>
                      </a:lnTo>
                      <a:lnTo>
                        <a:pt x="2092325" y="4302125"/>
                      </a:lnTo>
                      <a:lnTo>
                        <a:pt x="2197100" y="4311650"/>
                      </a:lnTo>
                      <a:lnTo>
                        <a:pt x="2298700" y="4311650"/>
                      </a:lnTo>
                      <a:lnTo>
                        <a:pt x="2403475" y="4311650"/>
                      </a:lnTo>
                      <a:lnTo>
                        <a:pt x="2505075" y="4302125"/>
                      </a:lnTo>
                      <a:lnTo>
                        <a:pt x="2606675" y="4289425"/>
                      </a:lnTo>
                      <a:lnTo>
                        <a:pt x="2705100" y="4270375"/>
                      </a:lnTo>
                      <a:lnTo>
                        <a:pt x="2803525" y="4248150"/>
                      </a:lnTo>
                      <a:lnTo>
                        <a:pt x="2898775" y="4222750"/>
                      </a:lnTo>
                      <a:lnTo>
                        <a:pt x="2990850" y="4191000"/>
                      </a:lnTo>
                      <a:lnTo>
                        <a:pt x="3082925" y="4156075"/>
                      </a:lnTo>
                      <a:lnTo>
                        <a:pt x="3171825" y="4114800"/>
                      </a:lnTo>
                      <a:lnTo>
                        <a:pt x="3257550" y="4070350"/>
                      </a:lnTo>
                      <a:lnTo>
                        <a:pt x="3343275" y="4022725"/>
                      </a:lnTo>
                      <a:lnTo>
                        <a:pt x="3425825" y="3968750"/>
                      </a:lnTo>
                      <a:lnTo>
                        <a:pt x="3502025" y="3911600"/>
                      </a:lnTo>
                      <a:lnTo>
                        <a:pt x="3578225" y="3854450"/>
                      </a:lnTo>
                      <a:lnTo>
                        <a:pt x="3651250" y="3790950"/>
                      </a:lnTo>
                      <a:lnTo>
                        <a:pt x="3721100" y="3724275"/>
                      </a:lnTo>
                      <a:lnTo>
                        <a:pt x="3787775" y="3654425"/>
                      </a:lnTo>
                      <a:lnTo>
                        <a:pt x="3851275" y="3581400"/>
                      </a:lnTo>
                      <a:lnTo>
                        <a:pt x="3911600" y="3505200"/>
                      </a:lnTo>
                      <a:lnTo>
                        <a:pt x="3968750" y="3425825"/>
                      </a:lnTo>
                      <a:lnTo>
                        <a:pt x="4019550" y="3343275"/>
                      </a:lnTo>
                      <a:lnTo>
                        <a:pt x="4067175" y="3260725"/>
                      </a:lnTo>
                      <a:lnTo>
                        <a:pt x="4111625" y="3171825"/>
                      </a:lnTo>
                      <a:lnTo>
                        <a:pt x="4152900" y="3082925"/>
                      </a:lnTo>
                      <a:lnTo>
                        <a:pt x="4187825" y="2990850"/>
                      </a:lnTo>
                      <a:lnTo>
                        <a:pt x="4219575" y="2898775"/>
                      </a:lnTo>
                      <a:lnTo>
                        <a:pt x="4248150" y="2803525"/>
                      </a:lnTo>
                      <a:lnTo>
                        <a:pt x="4270375" y="2705100"/>
                      </a:lnTo>
                      <a:lnTo>
                        <a:pt x="4289425" y="2606675"/>
                      </a:lnTo>
                      <a:lnTo>
                        <a:pt x="4302125" y="2505075"/>
                      </a:lnTo>
                      <a:lnTo>
                        <a:pt x="4308475" y="2403475"/>
                      </a:lnTo>
                      <a:lnTo>
                        <a:pt x="4311650" y="2301875"/>
                      </a:lnTo>
                      <a:lnTo>
                        <a:pt x="4308475" y="2197100"/>
                      </a:lnTo>
                      <a:lnTo>
                        <a:pt x="4302125" y="2095500"/>
                      </a:lnTo>
                      <a:lnTo>
                        <a:pt x="4289425" y="1993900"/>
                      </a:lnTo>
                      <a:lnTo>
                        <a:pt x="4270375" y="1895475"/>
                      </a:lnTo>
                      <a:lnTo>
                        <a:pt x="4248150" y="1797050"/>
                      </a:lnTo>
                      <a:lnTo>
                        <a:pt x="4219575" y="1701800"/>
                      </a:lnTo>
                      <a:lnTo>
                        <a:pt x="4187825" y="1609725"/>
                      </a:lnTo>
                      <a:lnTo>
                        <a:pt x="4152900" y="1517650"/>
                      </a:lnTo>
                      <a:lnTo>
                        <a:pt x="4111625" y="1428750"/>
                      </a:lnTo>
                      <a:lnTo>
                        <a:pt x="4067175" y="1339850"/>
                      </a:lnTo>
                      <a:lnTo>
                        <a:pt x="4019550" y="1257300"/>
                      </a:lnTo>
                      <a:lnTo>
                        <a:pt x="3968750" y="1174750"/>
                      </a:lnTo>
                      <a:lnTo>
                        <a:pt x="3911600" y="1095375"/>
                      </a:lnTo>
                      <a:lnTo>
                        <a:pt x="3851275" y="1019175"/>
                      </a:lnTo>
                      <a:lnTo>
                        <a:pt x="3787775" y="946150"/>
                      </a:lnTo>
                      <a:lnTo>
                        <a:pt x="3721100" y="876300"/>
                      </a:lnTo>
                      <a:lnTo>
                        <a:pt x="3651250" y="809625"/>
                      </a:lnTo>
                      <a:lnTo>
                        <a:pt x="3578225" y="746125"/>
                      </a:lnTo>
                      <a:lnTo>
                        <a:pt x="3502025" y="688975"/>
                      </a:lnTo>
                      <a:lnTo>
                        <a:pt x="3425825" y="631825"/>
                      </a:lnTo>
                      <a:lnTo>
                        <a:pt x="3343275" y="581025"/>
                      </a:lnTo>
                      <a:lnTo>
                        <a:pt x="3257550" y="530225"/>
                      </a:lnTo>
                      <a:lnTo>
                        <a:pt x="3171825" y="485775"/>
                      </a:lnTo>
                      <a:lnTo>
                        <a:pt x="3082925" y="447675"/>
                      </a:lnTo>
                      <a:lnTo>
                        <a:pt x="2990850" y="409575"/>
                      </a:lnTo>
                      <a:lnTo>
                        <a:pt x="2898775" y="377825"/>
                      </a:lnTo>
                      <a:lnTo>
                        <a:pt x="2803525" y="352425"/>
                      </a:lnTo>
                      <a:lnTo>
                        <a:pt x="2705100" y="330200"/>
                      </a:lnTo>
                      <a:lnTo>
                        <a:pt x="2606675" y="311150"/>
                      </a:lnTo>
                      <a:lnTo>
                        <a:pt x="2505075" y="298450"/>
                      </a:lnTo>
                      <a:lnTo>
                        <a:pt x="2403475" y="292100"/>
                      </a:lnTo>
                      <a:lnTo>
                        <a:pt x="2298700" y="288925"/>
                      </a:lnTo>
                      <a:close/>
                      <a:moveTo>
                        <a:pt x="1146175" y="0"/>
                      </a:moveTo>
                      <a:lnTo>
                        <a:pt x="1285875" y="0"/>
                      </a:lnTo>
                      <a:lnTo>
                        <a:pt x="1454150" y="0"/>
                      </a:lnTo>
                      <a:lnTo>
                        <a:pt x="3175000" y="0"/>
                      </a:lnTo>
                      <a:lnTo>
                        <a:pt x="3343275" y="0"/>
                      </a:lnTo>
                      <a:lnTo>
                        <a:pt x="3482975" y="0"/>
                      </a:lnTo>
                      <a:lnTo>
                        <a:pt x="3562350" y="3175"/>
                      </a:lnTo>
                      <a:lnTo>
                        <a:pt x="3638550" y="9525"/>
                      </a:lnTo>
                      <a:lnTo>
                        <a:pt x="3714750" y="15875"/>
                      </a:lnTo>
                      <a:lnTo>
                        <a:pt x="3787775" y="28575"/>
                      </a:lnTo>
                      <a:lnTo>
                        <a:pt x="3860800" y="44450"/>
                      </a:lnTo>
                      <a:lnTo>
                        <a:pt x="3933825" y="63500"/>
                      </a:lnTo>
                      <a:lnTo>
                        <a:pt x="4003675" y="88900"/>
                      </a:lnTo>
                      <a:lnTo>
                        <a:pt x="4076700" y="120650"/>
                      </a:lnTo>
                      <a:lnTo>
                        <a:pt x="4108450" y="139700"/>
                      </a:lnTo>
                      <a:lnTo>
                        <a:pt x="4143375" y="158750"/>
                      </a:lnTo>
                      <a:lnTo>
                        <a:pt x="4206875" y="203200"/>
                      </a:lnTo>
                      <a:lnTo>
                        <a:pt x="4267200" y="254000"/>
                      </a:lnTo>
                      <a:lnTo>
                        <a:pt x="4324350" y="304800"/>
                      </a:lnTo>
                      <a:lnTo>
                        <a:pt x="4375150" y="361950"/>
                      </a:lnTo>
                      <a:lnTo>
                        <a:pt x="4425950" y="422275"/>
                      </a:lnTo>
                      <a:lnTo>
                        <a:pt x="4470400" y="485775"/>
                      </a:lnTo>
                      <a:lnTo>
                        <a:pt x="4489450" y="517525"/>
                      </a:lnTo>
                      <a:lnTo>
                        <a:pt x="4508500" y="552450"/>
                      </a:lnTo>
                      <a:lnTo>
                        <a:pt x="4540250" y="622300"/>
                      </a:lnTo>
                      <a:lnTo>
                        <a:pt x="4565650" y="695325"/>
                      </a:lnTo>
                      <a:lnTo>
                        <a:pt x="4584700" y="768350"/>
                      </a:lnTo>
                      <a:lnTo>
                        <a:pt x="4600575" y="841375"/>
                      </a:lnTo>
                      <a:lnTo>
                        <a:pt x="4613275" y="914400"/>
                      </a:lnTo>
                      <a:lnTo>
                        <a:pt x="4619625" y="990600"/>
                      </a:lnTo>
                      <a:lnTo>
                        <a:pt x="4625975" y="1066800"/>
                      </a:lnTo>
                      <a:lnTo>
                        <a:pt x="4625975" y="1146175"/>
                      </a:lnTo>
                      <a:lnTo>
                        <a:pt x="4629150" y="1282700"/>
                      </a:lnTo>
                      <a:lnTo>
                        <a:pt x="4629150" y="1454150"/>
                      </a:lnTo>
                      <a:lnTo>
                        <a:pt x="4629150" y="3175000"/>
                      </a:lnTo>
                      <a:lnTo>
                        <a:pt x="4629150" y="3343275"/>
                      </a:lnTo>
                      <a:lnTo>
                        <a:pt x="4625975" y="3482975"/>
                      </a:lnTo>
                      <a:lnTo>
                        <a:pt x="4625975" y="3562350"/>
                      </a:lnTo>
                      <a:lnTo>
                        <a:pt x="4619625" y="3638550"/>
                      </a:lnTo>
                      <a:lnTo>
                        <a:pt x="4613275" y="3714750"/>
                      </a:lnTo>
                      <a:lnTo>
                        <a:pt x="4600575" y="3787775"/>
                      </a:lnTo>
                      <a:lnTo>
                        <a:pt x="4584700" y="3860800"/>
                      </a:lnTo>
                      <a:lnTo>
                        <a:pt x="4565650" y="3933825"/>
                      </a:lnTo>
                      <a:lnTo>
                        <a:pt x="4540250" y="4003675"/>
                      </a:lnTo>
                      <a:lnTo>
                        <a:pt x="4508500" y="4073525"/>
                      </a:lnTo>
                      <a:lnTo>
                        <a:pt x="4489450" y="4108450"/>
                      </a:lnTo>
                      <a:lnTo>
                        <a:pt x="4470400" y="4143375"/>
                      </a:lnTo>
                      <a:lnTo>
                        <a:pt x="4425950" y="4206875"/>
                      </a:lnTo>
                      <a:lnTo>
                        <a:pt x="4375150" y="4267200"/>
                      </a:lnTo>
                      <a:lnTo>
                        <a:pt x="4324350" y="4324350"/>
                      </a:lnTo>
                      <a:lnTo>
                        <a:pt x="4267200" y="4375150"/>
                      </a:lnTo>
                      <a:lnTo>
                        <a:pt x="4206875" y="4425950"/>
                      </a:lnTo>
                      <a:lnTo>
                        <a:pt x="4143375" y="4470400"/>
                      </a:lnTo>
                      <a:lnTo>
                        <a:pt x="4108450" y="4489450"/>
                      </a:lnTo>
                      <a:lnTo>
                        <a:pt x="4076700" y="4508500"/>
                      </a:lnTo>
                      <a:lnTo>
                        <a:pt x="4003675" y="4540250"/>
                      </a:lnTo>
                      <a:lnTo>
                        <a:pt x="3933825" y="4565650"/>
                      </a:lnTo>
                      <a:lnTo>
                        <a:pt x="3860800" y="4584700"/>
                      </a:lnTo>
                      <a:lnTo>
                        <a:pt x="3787775" y="4600575"/>
                      </a:lnTo>
                      <a:lnTo>
                        <a:pt x="3714750" y="4613275"/>
                      </a:lnTo>
                      <a:lnTo>
                        <a:pt x="3638550" y="4619625"/>
                      </a:lnTo>
                      <a:lnTo>
                        <a:pt x="3562350" y="4625975"/>
                      </a:lnTo>
                      <a:lnTo>
                        <a:pt x="3482975" y="4625975"/>
                      </a:lnTo>
                      <a:lnTo>
                        <a:pt x="3343275" y="4629150"/>
                      </a:lnTo>
                      <a:lnTo>
                        <a:pt x="3175000" y="4629150"/>
                      </a:lnTo>
                      <a:lnTo>
                        <a:pt x="1454150" y="4629150"/>
                      </a:lnTo>
                      <a:lnTo>
                        <a:pt x="1285875" y="4629150"/>
                      </a:lnTo>
                      <a:lnTo>
                        <a:pt x="1146175" y="4625975"/>
                      </a:lnTo>
                      <a:lnTo>
                        <a:pt x="1066800" y="4625975"/>
                      </a:lnTo>
                      <a:lnTo>
                        <a:pt x="990600" y="4619625"/>
                      </a:lnTo>
                      <a:lnTo>
                        <a:pt x="914400" y="4613275"/>
                      </a:lnTo>
                      <a:lnTo>
                        <a:pt x="841375" y="4600575"/>
                      </a:lnTo>
                      <a:lnTo>
                        <a:pt x="768350" y="4584700"/>
                      </a:lnTo>
                      <a:lnTo>
                        <a:pt x="695325" y="4565650"/>
                      </a:lnTo>
                      <a:lnTo>
                        <a:pt x="625475" y="4540250"/>
                      </a:lnTo>
                      <a:lnTo>
                        <a:pt x="555625" y="4508500"/>
                      </a:lnTo>
                      <a:lnTo>
                        <a:pt x="520700" y="4489450"/>
                      </a:lnTo>
                      <a:lnTo>
                        <a:pt x="485775" y="4470400"/>
                      </a:lnTo>
                      <a:lnTo>
                        <a:pt x="422275" y="4425950"/>
                      </a:lnTo>
                      <a:lnTo>
                        <a:pt x="361950" y="4375150"/>
                      </a:lnTo>
                      <a:lnTo>
                        <a:pt x="304800" y="4324350"/>
                      </a:lnTo>
                      <a:lnTo>
                        <a:pt x="254000" y="4267200"/>
                      </a:lnTo>
                      <a:lnTo>
                        <a:pt x="203200" y="4206875"/>
                      </a:lnTo>
                      <a:lnTo>
                        <a:pt x="158750" y="4143375"/>
                      </a:lnTo>
                      <a:lnTo>
                        <a:pt x="139700" y="4108450"/>
                      </a:lnTo>
                      <a:lnTo>
                        <a:pt x="120650" y="4073525"/>
                      </a:lnTo>
                      <a:lnTo>
                        <a:pt x="88900" y="4003675"/>
                      </a:lnTo>
                      <a:lnTo>
                        <a:pt x="63500" y="3933825"/>
                      </a:lnTo>
                      <a:lnTo>
                        <a:pt x="44450" y="3860800"/>
                      </a:lnTo>
                      <a:lnTo>
                        <a:pt x="28575" y="3787775"/>
                      </a:lnTo>
                      <a:lnTo>
                        <a:pt x="15875" y="3714750"/>
                      </a:lnTo>
                      <a:lnTo>
                        <a:pt x="9525" y="3638550"/>
                      </a:lnTo>
                      <a:lnTo>
                        <a:pt x="3175" y="3562350"/>
                      </a:lnTo>
                      <a:lnTo>
                        <a:pt x="3175" y="3482975"/>
                      </a:lnTo>
                      <a:lnTo>
                        <a:pt x="0" y="3343275"/>
                      </a:lnTo>
                      <a:lnTo>
                        <a:pt x="0" y="3175000"/>
                      </a:lnTo>
                      <a:lnTo>
                        <a:pt x="0" y="1454150"/>
                      </a:lnTo>
                      <a:lnTo>
                        <a:pt x="0" y="1282700"/>
                      </a:lnTo>
                      <a:lnTo>
                        <a:pt x="3175" y="1146175"/>
                      </a:lnTo>
                      <a:lnTo>
                        <a:pt x="3175" y="1066800"/>
                      </a:lnTo>
                      <a:lnTo>
                        <a:pt x="9525" y="990600"/>
                      </a:lnTo>
                      <a:lnTo>
                        <a:pt x="15875" y="914400"/>
                      </a:lnTo>
                      <a:lnTo>
                        <a:pt x="28575" y="841375"/>
                      </a:lnTo>
                      <a:lnTo>
                        <a:pt x="44450" y="768350"/>
                      </a:lnTo>
                      <a:lnTo>
                        <a:pt x="63500" y="695325"/>
                      </a:lnTo>
                      <a:lnTo>
                        <a:pt x="88900" y="622300"/>
                      </a:lnTo>
                      <a:lnTo>
                        <a:pt x="120650" y="552450"/>
                      </a:lnTo>
                      <a:lnTo>
                        <a:pt x="139700" y="517525"/>
                      </a:lnTo>
                      <a:lnTo>
                        <a:pt x="158750" y="485775"/>
                      </a:lnTo>
                      <a:lnTo>
                        <a:pt x="203200" y="422275"/>
                      </a:lnTo>
                      <a:lnTo>
                        <a:pt x="254000" y="361950"/>
                      </a:lnTo>
                      <a:lnTo>
                        <a:pt x="304800" y="304800"/>
                      </a:lnTo>
                      <a:lnTo>
                        <a:pt x="361950" y="254000"/>
                      </a:lnTo>
                      <a:lnTo>
                        <a:pt x="422275" y="203200"/>
                      </a:lnTo>
                      <a:lnTo>
                        <a:pt x="485775" y="158750"/>
                      </a:lnTo>
                      <a:lnTo>
                        <a:pt x="520700" y="139700"/>
                      </a:lnTo>
                      <a:lnTo>
                        <a:pt x="555625" y="120650"/>
                      </a:lnTo>
                      <a:lnTo>
                        <a:pt x="625475" y="88900"/>
                      </a:lnTo>
                      <a:lnTo>
                        <a:pt x="695325" y="63500"/>
                      </a:lnTo>
                      <a:lnTo>
                        <a:pt x="768350" y="44450"/>
                      </a:lnTo>
                      <a:lnTo>
                        <a:pt x="841375" y="28575"/>
                      </a:lnTo>
                      <a:lnTo>
                        <a:pt x="914400" y="15875"/>
                      </a:lnTo>
                      <a:lnTo>
                        <a:pt x="990600" y="9525"/>
                      </a:lnTo>
                      <a:lnTo>
                        <a:pt x="1066800" y="3175"/>
                      </a:lnTo>
                      <a:lnTo>
                        <a:pt x="114617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46" name="îṩľiḋè"/>
              <p:cNvSpPr txBox="1"/>
              <p:nvPr/>
            </p:nvSpPr>
            <p:spPr>
              <a:xfrm>
                <a:off x="1266824" y="4353822"/>
                <a:ext cx="2299974" cy="338554"/>
              </a:xfrm>
              <a:prstGeom prst="rect">
                <a:avLst/>
              </a:prstGeom>
              <a:noFill/>
            </p:spPr>
            <p:txBody>
              <a:bodyPr wrap="none" anchor="b" anchorCtr="1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47" name="îṩļïḋe"/>
              <p:cNvSpPr txBox="1"/>
              <p:nvPr/>
            </p:nvSpPr>
            <p:spPr>
              <a:xfrm>
                <a:off x="1266824" y="4692376"/>
                <a:ext cx="2299974" cy="577081"/>
              </a:xfrm>
              <a:prstGeom prst="rect">
                <a:avLst/>
              </a:prstGeom>
              <a:noFill/>
            </p:spPr>
            <p:txBody>
              <a:bodyPr wrap="square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 dirty="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24" name="îšľîḓé"/>
            <p:cNvGrpSpPr/>
            <p:nvPr/>
          </p:nvGrpSpPr>
          <p:grpSpPr>
            <a:xfrm>
              <a:off x="3535449" y="3136815"/>
              <a:ext cx="2299974" cy="2132642"/>
              <a:chOff x="3719617" y="3136815"/>
              <a:chExt cx="2299974" cy="2132642"/>
            </a:xfrm>
          </p:grpSpPr>
          <p:grpSp>
            <p:nvGrpSpPr>
              <p:cNvPr id="40" name="ïṧ1ïḑè"/>
              <p:cNvGrpSpPr/>
              <p:nvPr/>
            </p:nvGrpSpPr>
            <p:grpSpPr>
              <a:xfrm>
                <a:off x="4300653" y="3136815"/>
                <a:ext cx="1137902" cy="1137902"/>
                <a:chOff x="3188550" y="3284984"/>
                <a:chExt cx="1512168" cy="1512168"/>
              </a:xfrm>
            </p:grpSpPr>
            <p:sp>
              <p:nvSpPr>
                <p:cNvPr id="43" name="íşļiďè"/>
                <p:cNvSpPr/>
                <p:nvPr/>
              </p:nvSpPr>
              <p:spPr bwMode="auto">
                <a:xfrm>
                  <a:off x="3188550" y="3284984"/>
                  <a:ext cx="1512168" cy="1512168"/>
                </a:xfrm>
                <a:prstGeom prst="ellipse">
                  <a:avLst/>
                </a:prstGeom>
                <a:solidFill>
                  <a:schemeClr val="accent2">
                    <a:lumMod val="100000"/>
                  </a:schemeClr>
                </a:solidFill>
                <a:ln w="19050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íŝ1îḑê"/>
                <p:cNvSpPr/>
                <p:nvPr/>
              </p:nvSpPr>
              <p:spPr bwMode="auto">
                <a:xfrm>
                  <a:off x="3588500" y="3702148"/>
                  <a:ext cx="712268" cy="677840"/>
                </a:xfrm>
                <a:custGeom>
                  <a:avLst/>
                  <a:gdLst>
                    <a:gd name="T0" fmla="*/ 2147483646 w 5871"/>
                    <a:gd name="T1" fmla="*/ 2147483646 h 5585"/>
                    <a:gd name="T2" fmla="*/ 2147483646 w 5871"/>
                    <a:gd name="T3" fmla="*/ 2147483646 h 5585"/>
                    <a:gd name="T4" fmla="*/ 2147483646 w 5871"/>
                    <a:gd name="T5" fmla="*/ 2147483646 h 5585"/>
                    <a:gd name="T6" fmla="*/ 2147483646 w 5871"/>
                    <a:gd name="T7" fmla="*/ 2147483646 h 5585"/>
                    <a:gd name="T8" fmla="*/ 2147483646 w 5871"/>
                    <a:gd name="T9" fmla="*/ 2147483646 h 5585"/>
                    <a:gd name="T10" fmla="*/ 2147483646 w 5871"/>
                    <a:gd name="T11" fmla="*/ 2147483646 h 5585"/>
                    <a:gd name="T12" fmla="*/ 2147483646 w 5871"/>
                    <a:gd name="T13" fmla="*/ 2147483646 h 5585"/>
                    <a:gd name="T14" fmla="*/ 2147483646 w 5871"/>
                    <a:gd name="T15" fmla="*/ 2147483646 h 5585"/>
                    <a:gd name="T16" fmla="*/ 2147483646 w 5871"/>
                    <a:gd name="T17" fmla="*/ 2147483646 h 5585"/>
                    <a:gd name="T18" fmla="*/ 2147483646 w 5871"/>
                    <a:gd name="T19" fmla="*/ 2147483646 h 5585"/>
                    <a:gd name="T20" fmla="*/ 2147483646 w 5871"/>
                    <a:gd name="T21" fmla="*/ 2147483646 h 5585"/>
                    <a:gd name="T22" fmla="*/ 2147483646 w 5871"/>
                    <a:gd name="T23" fmla="*/ 2147483646 h 5585"/>
                    <a:gd name="T24" fmla="*/ 2147483646 w 5871"/>
                    <a:gd name="T25" fmla="*/ 2147483646 h 5585"/>
                    <a:gd name="T26" fmla="*/ 2147483646 w 5871"/>
                    <a:gd name="T27" fmla="*/ 2147483646 h 5585"/>
                    <a:gd name="T28" fmla="*/ 2147483646 w 5871"/>
                    <a:gd name="T29" fmla="*/ 2147483646 h 5585"/>
                    <a:gd name="T30" fmla="*/ 2147483646 w 5871"/>
                    <a:gd name="T31" fmla="*/ 2147483646 h 5585"/>
                    <a:gd name="T32" fmla="*/ 2147483646 w 5871"/>
                    <a:gd name="T33" fmla="*/ 2147483646 h 5585"/>
                    <a:gd name="T34" fmla="*/ 2147483646 w 5871"/>
                    <a:gd name="T35" fmla="*/ 2147483646 h 5585"/>
                    <a:gd name="T36" fmla="*/ 2147483646 w 5871"/>
                    <a:gd name="T37" fmla="*/ 2147483646 h 5585"/>
                    <a:gd name="T38" fmla="*/ 2147483646 w 5871"/>
                    <a:gd name="T39" fmla="*/ 2147483646 h 5585"/>
                    <a:gd name="T40" fmla="*/ 2147483646 w 5871"/>
                    <a:gd name="T41" fmla="*/ 2147483646 h 5585"/>
                    <a:gd name="T42" fmla="*/ 2147483646 w 5871"/>
                    <a:gd name="T43" fmla="*/ 2147483646 h 5585"/>
                    <a:gd name="T44" fmla="*/ 2147483646 w 5871"/>
                    <a:gd name="T45" fmla="*/ 2147483646 h 5585"/>
                    <a:gd name="T46" fmla="*/ 2147483646 w 5871"/>
                    <a:gd name="T47" fmla="*/ 2147483646 h 5585"/>
                    <a:gd name="T48" fmla="*/ 2147483646 w 5871"/>
                    <a:gd name="T49" fmla="*/ 2147483646 h 5585"/>
                    <a:gd name="T50" fmla="*/ 2147483646 w 5871"/>
                    <a:gd name="T51" fmla="*/ 2147483646 h 5585"/>
                    <a:gd name="T52" fmla="*/ 2147483646 w 5871"/>
                    <a:gd name="T53" fmla="*/ 2147483646 h 5585"/>
                    <a:gd name="T54" fmla="*/ 2147483646 w 5871"/>
                    <a:gd name="T55" fmla="*/ 2147483646 h 5585"/>
                    <a:gd name="T56" fmla="*/ 2147483646 w 5871"/>
                    <a:gd name="T57" fmla="*/ 2147483646 h 5585"/>
                    <a:gd name="T58" fmla="*/ 2147483646 w 5871"/>
                    <a:gd name="T59" fmla="*/ 2147483646 h 5585"/>
                    <a:gd name="T60" fmla="*/ 2147483646 w 5871"/>
                    <a:gd name="T61" fmla="*/ 2147483646 h 5585"/>
                    <a:gd name="T62" fmla="*/ 2147483646 w 5871"/>
                    <a:gd name="T63" fmla="*/ 2147483646 h 5585"/>
                    <a:gd name="T64" fmla="*/ 2147483646 w 5871"/>
                    <a:gd name="T65" fmla="*/ 2147483646 h 5585"/>
                    <a:gd name="T66" fmla="*/ 2147483646 w 5871"/>
                    <a:gd name="T67" fmla="*/ 2147483646 h 5585"/>
                    <a:gd name="T68" fmla="*/ 2147483646 w 5871"/>
                    <a:gd name="T69" fmla="*/ 2147483646 h 5585"/>
                    <a:gd name="T70" fmla="*/ 2147483646 w 5871"/>
                    <a:gd name="T71" fmla="*/ 2147483646 h 5585"/>
                    <a:gd name="T72" fmla="*/ 2147483646 w 5871"/>
                    <a:gd name="T73" fmla="*/ 2147483646 h 5585"/>
                    <a:gd name="T74" fmla="*/ 2147483646 w 5871"/>
                    <a:gd name="T75" fmla="*/ 2147483646 h 5585"/>
                    <a:gd name="T76" fmla="*/ 2147483646 w 5871"/>
                    <a:gd name="T77" fmla="*/ 2147483646 h 5585"/>
                    <a:gd name="T78" fmla="*/ 2147483646 w 5871"/>
                    <a:gd name="T79" fmla="*/ 2147483646 h 5585"/>
                    <a:gd name="T80" fmla="*/ 2147483646 w 5871"/>
                    <a:gd name="T81" fmla="*/ 2147483646 h 5585"/>
                    <a:gd name="T82" fmla="*/ 2147483646 w 5871"/>
                    <a:gd name="T83" fmla="*/ 2147483646 h 5585"/>
                    <a:gd name="T84" fmla="*/ 2147483646 w 5871"/>
                    <a:gd name="T85" fmla="*/ 2147483646 h 5585"/>
                    <a:gd name="T86" fmla="*/ 2147483646 w 5871"/>
                    <a:gd name="T87" fmla="*/ 2147483646 h 5585"/>
                    <a:gd name="T88" fmla="*/ 2147483646 w 5871"/>
                    <a:gd name="T89" fmla="*/ 2147483646 h 5585"/>
                    <a:gd name="T90" fmla="*/ 2147483646 w 5871"/>
                    <a:gd name="T91" fmla="*/ 2147483646 h 5585"/>
                    <a:gd name="T92" fmla="*/ 2147483646 w 5871"/>
                    <a:gd name="T93" fmla="*/ 2147483646 h 5585"/>
                    <a:gd name="T94" fmla="*/ 2147483646 w 5871"/>
                    <a:gd name="T95" fmla="*/ 2147483646 h 5585"/>
                    <a:gd name="T96" fmla="*/ 2147483646 w 5871"/>
                    <a:gd name="T97" fmla="*/ 2147483646 h 5585"/>
                    <a:gd name="T98" fmla="*/ 2147483646 w 5871"/>
                    <a:gd name="T99" fmla="*/ 2147483646 h 5585"/>
                    <a:gd name="T100" fmla="*/ 2147483646 w 5871"/>
                    <a:gd name="T101" fmla="*/ 2147483646 h 5585"/>
                    <a:gd name="T102" fmla="*/ 2147483646 w 5871"/>
                    <a:gd name="T103" fmla="*/ 2147483646 h 5585"/>
                    <a:gd name="T104" fmla="*/ 0 w 5871"/>
                    <a:gd name="T105" fmla="*/ 2147483646 h 5585"/>
                    <a:gd name="T106" fmla="*/ 2147483646 w 5871"/>
                    <a:gd name="T107" fmla="*/ 0 h 5585"/>
                    <a:gd name="T108" fmla="*/ 2147483646 w 5871"/>
                    <a:gd name="T109" fmla="*/ 2147483646 h 5585"/>
                    <a:gd name="T110" fmla="*/ 2147483646 w 5871"/>
                    <a:gd name="T111" fmla="*/ 2147483646 h 5585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0" t="0" r="r" b="b"/>
                  <a:pathLst>
                    <a:path w="5871" h="5585">
                      <a:moveTo>
                        <a:pt x="774" y="374"/>
                      </a:moveTo>
                      <a:lnTo>
                        <a:pt x="774" y="1910"/>
                      </a:lnTo>
                      <a:lnTo>
                        <a:pt x="5107" y="1910"/>
                      </a:lnTo>
                      <a:lnTo>
                        <a:pt x="5107" y="374"/>
                      </a:lnTo>
                      <a:lnTo>
                        <a:pt x="774" y="374"/>
                      </a:lnTo>
                      <a:close/>
                      <a:moveTo>
                        <a:pt x="1597" y="3265"/>
                      </a:moveTo>
                      <a:lnTo>
                        <a:pt x="1597" y="3265"/>
                      </a:lnTo>
                      <a:lnTo>
                        <a:pt x="1591" y="3265"/>
                      </a:lnTo>
                      <a:lnTo>
                        <a:pt x="1587" y="3265"/>
                      </a:lnTo>
                      <a:lnTo>
                        <a:pt x="1586" y="3265"/>
                      </a:lnTo>
                      <a:lnTo>
                        <a:pt x="1581" y="3265"/>
                      </a:lnTo>
                      <a:lnTo>
                        <a:pt x="1576" y="3265"/>
                      </a:lnTo>
                      <a:lnTo>
                        <a:pt x="1571" y="3265"/>
                      </a:lnTo>
                      <a:lnTo>
                        <a:pt x="1570" y="3265"/>
                      </a:lnTo>
                      <a:lnTo>
                        <a:pt x="1566" y="3265"/>
                      </a:lnTo>
                      <a:lnTo>
                        <a:pt x="1560" y="3265"/>
                      </a:lnTo>
                      <a:lnTo>
                        <a:pt x="1555" y="3265"/>
                      </a:lnTo>
                      <a:lnTo>
                        <a:pt x="1550" y="3265"/>
                      </a:lnTo>
                      <a:lnTo>
                        <a:pt x="1545" y="3265"/>
                      </a:lnTo>
                      <a:lnTo>
                        <a:pt x="1540" y="3265"/>
                      </a:lnTo>
                      <a:lnTo>
                        <a:pt x="1539" y="3265"/>
                      </a:lnTo>
                      <a:lnTo>
                        <a:pt x="1535" y="3265"/>
                      </a:lnTo>
                      <a:lnTo>
                        <a:pt x="1529" y="3265"/>
                      </a:lnTo>
                      <a:lnTo>
                        <a:pt x="1525" y="3265"/>
                      </a:lnTo>
                      <a:lnTo>
                        <a:pt x="1524" y="3265"/>
                      </a:lnTo>
                      <a:lnTo>
                        <a:pt x="1519" y="3265"/>
                      </a:lnTo>
                      <a:lnTo>
                        <a:pt x="1514" y="3265"/>
                      </a:lnTo>
                      <a:lnTo>
                        <a:pt x="1509" y="3265"/>
                      </a:lnTo>
                      <a:lnTo>
                        <a:pt x="1508" y="3265"/>
                      </a:lnTo>
                      <a:lnTo>
                        <a:pt x="1504" y="3265"/>
                      </a:lnTo>
                      <a:lnTo>
                        <a:pt x="1498" y="3265"/>
                      </a:lnTo>
                      <a:lnTo>
                        <a:pt x="1494" y="3265"/>
                      </a:lnTo>
                      <a:lnTo>
                        <a:pt x="1493" y="3265"/>
                      </a:lnTo>
                      <a:lnTo>
                        <a:pt x="1488" y="3265"/>
                      </a:lnTo>
                      <a:lnTo>
                        <a:pt x="1483" y="3265"/>
                      </a:lnTo>
                      <a:lnTo>
                        <a:pt x="1478" y="3265"/>
                      </a:lnTo>
                      <a:lnTo>
                        <a:pt x="1477" y="3265"/>
                      </a:lnTo>
                      <a:lnTo>
                        <a:pt x="1473" y="3265"/>
                      </a:lnTo>
                      <a:lnTo>
                        <a:pt x="1467" y="3265"/>
                      </a:lnTo>
                      <a:lnTo>
                        <a:pt x="1463" y="3265"/>
                      </a:lnTo>
                      <a:lnTo>
                        <a:pt x="1462" y="3265"/>
                      </a:lnTo>
                      <a:lnTo>
                        <a:pt x="1457" y="3265"/>
                      </a:lnTo>
                      <a:lnTo>
                        <a:pt x="1452" y="3265"/>
                      </a:lnTo>
                      <a:lnTo>
                        <a:pt x="1446" y="3265"/>
                      </a:lnTo>
                      <a:lnTo>
                        <a:pt x="1442" y="3265"/>
                      </a:lnTo>
                      <a:lnTo>
                        <a:pt x="1266" y="3265"/>
                      </a:lnTo>
                      <a:lnTo>
                        <a:pt x="1345" y="3830"/>
                      </a:lnTo>
                      <a:lnTo>
                        <a:pt x="1294" y="3911"/>
                      </a:lnTo>
                      <a:lnTo>
                        <a:pt x="1345" y="3977"/>
                      </a:lnTo>
                      <a:lnTo>
                        <a:pt x="1117" y="4116"/>
                      </a:lnTo>
                      <a:lnTo>
                        <a:pt x="1112" y="4144"/>
                      </a:lnTo>
                      <a:lnTo>
                        <a:pt x="1106" y="4173"/>
                      </a:lnTo>
                      <a:lnTo>
                        <a:pt x="1103" y="4201"/>
                      </a:lnTo>
                      <a:lnTo>
                        <a:pt x="1099" y="4228"/>
                      </a:lnTo>
                      <a:lnTo>
                        <a:pt x="1097" y="4255"/>
                      </a:lnTo>
                      <a:lnTo>
                        <a:pt x="1096" y="4281"/>
                      </a:lnTo>
                      <a:lnTo>
                        <a:pt x="1096" y="4308"/>
                      </a:lnTo>
                      <a:lnTo>
                        <a:pt x="1096" y="4333"/>
                      </a:lnTo>
                      <a:lnTo>
                        <a:pt x="1097" y="4359"/>
                      </a:lnTo>
                      <a:lnTo>
                        <a:pt x="1098" y="4383"/>
                      </a:lnTo>
                      <a:lnTo>
                        <a:pt x="1100" y="4407"/>
                      </a:lnTo>
                      <a:lnTo>
                        <a:pt x="1104" y="4432"/>
                      </a:lnTo>
                      <a:lnTo>
                        <a:pt x="1112" y="4478"/>
                      </a:lnTo>
                      <a:lnTo>
                        <a:pt x="1121" y="4523"/>
                      </a:lnTo>
                      <a:lnTo>
                        <a:pt x="1133" y="4568"/>
                      </a:lnTo>
                      <a:lnTo>
                        <a:pt x="1147" y="4611"/>
                      </a:lnTo>
                      <a:lnTo>
                        <a:pt x="1162" y="4653"/>
                      </a:lnTo>
                      <a:lnTo>
                        <a:pt x="1179" y="4694"/>
                      </a:lnTo>
                      <a:lnTo>
                        <a:pt x="1198" y="4733"/>
                      </a:lnTo>
                      <a:lnTo>
                        <a:pt x="1218" y="4772"/>
                      </a:lnTo>
                      <a:lnTo>
                        <a:pt x="1238" y="4812"/>
                      </a:lnTo>
                      <a:lnTo>
                        <a:pt x="1259" y="4849"/>
                      </a:lnTo>
                      <a:lnTo>
                        <a:pt x="774" y="4849"/>
                      </a:lnTo>
                      <a:lnTo>
                        <a:pt x="774" y="2135"/>
                      </a:lnTo>
                      <a:lnTo>
                        <a:pt x="2185" y="2135"/>
                      </a:lnTo>
                      <a:lnTo>
                        <a:pt x="2185" y="4849"/>
                      </a:lnTo>
                      <a:lnTo>
                        <a:pt x="1780" y="4849"/>
                      </a:lnTo>
                      <a:lnTo>
                        <a:pt x="1801" y="4812"/>
                      </a:lnTo>
                      <a:lnTo>
                        <a:pt x="1821" y="4772"/>
                      </a:lnTo>
                      <a:lnTo>
                        <a:pt x="1841" y="4733"/>
                      </a:lnTo>
                      <a:lnTo>
                        <a:pt x="1859" y="4694"/>
                      </a:lnTo>
                      <a:lnTo>
                        <a:pt x="1876" y="4653"/>
                      </a:lnTo>
                      <a:lnTo>
                        <a:pt x="1892" y="4611"/>
                      </a:lnTo>
                      <a:lnTo>
                        <a:pt x="1905" y="4568"/>
                      </a:lnTo>
                      <a:lnTo>
                        <a:pt x="1917" y="4523"/>
                      </a:lnTo>
                      <a:lnTo>
                        <a:pt x="1927" y="4478"/>
                      </a:lnTo>
                      <a:lnTo>
                        <a:pt x="1935" y="4432"/>
                      </a:lnTo>
                      <a:lnTo>
                        <a:pt x="1938" y="4407"/>
                      </a:lnTo>
                      <a:lnTo>
                        <a:pt x="1941" y="4383"/>
                      </a:lnTo>
                      <a:lnTo>
                        <a:pt x="1942" y="4359"/>
                      </a:lnTo>
                      <a:lnTo>
                        <a:pt x="1943" y="4333"/>
                      </a:lnTo>
                      <a:lnTo>
                        <a:pt x="1943" y="4308"/>
                      </a:lnTo>
                      <a:lnTo>
                        <a:pt x="1942" y="4281"/>
                      </a:lnTo>
                      <a:lnTo>
                        <a:pt x="1941" y="4255"/>
                      </a:lnTo>
                      <a:lnTo>
                        <a:pt x="1938" y="4228"/>
                      </a:lnTo>
                      <a:lnTo>
                        <a:pt x="1936" y="4201"/>
                      </a:lnTo>
                      <a:lnTo>
                        <a:pt x="1932" y="4173"/>
                      </a:lnTo>
                      <a:lnTo>
                        <a:pt x="1927" y="4144"/>
                      </a:lnTo>
                      <a:lnTo>
                        <a:pt x="1922" y="4116"/>
                      </a:lnTo>
                      <a:lnTo>
                        <a:pt x="1694" y="3977"/>
                      </a:lnTo>
                      <a:lnTo>
                        <a:pt x="1745" y="3911"/>
                      </a:lnTo>
                      <a:lnTo>
                        <a:pt x="1694" y="3830"/>
                      </a:lnTo>
                      <a:lnTo>
                        <a:pt x="1771" y="3265"/>
                      </a:lnTo>
                      <a:lnTo>
                        <a:pt x="1597" y="3265"/>
                      </a:lnTo>
                      <a:close/>
                      <a:moveTo>
                        <a:pt x="4819" y="863"/>
                      </a:moveTo>
                      <a:lnTo>
                        <a:pt x="4819" y="1057"/>
                      </a:lnTo>
                      <a:lnTo>
                        <a:pt x="3585" y="1057"/>
                      </a:lnTo>
                      <a:lnTo>
                        <a:pt x="3585" y="863"/>
                      </a:lnTo>
                      <a:lnTo>
                        <a:pt x="4819" y="863"/>
                      </a:lnTo>
                      <a:close/>
                      <a:moveTo>
                        <a:pt x="5002" y="1108"/>
                      </a:moveTo>
                      <a:lnTo>
                        <a:pt x="5002" y="1379"/>
                      </a:lnTo>
                      <a:lnTo>
                        <a:pt x="3769" y="1379"/>
                      </a:lnTo>
                      <a:lnTo>
                        <a:pt x="3769" y="1108"/>
                      </a:lnTo>
                      <a:lnTo>
                        <a:pt x="5002" y="1108"/>
                      </a:lnTo>
                      <a:close/>
                      <a:moveTo>
                        <a:pt x="4891" y="1429"/>
                      </a:moveTo>
                      <a:lnTo>
                        <a:pt x="4891" y="1623"/>
                      </a:lnTo>
                      <a:lnTo>
                        <a:pt x="3657" y="1623"/>
                      </a:lnTo>
                      <a:lnTo>
                        <a:pt x="3657" y="1429"/>
                      </a:lnTo>
                      <a:lnTo>
                        <a:pt x="4891" y="1429"/>
                      </a:lnTo>
                      <a:close/>
                      <a:moveTo>
                        <a:pt x="4977" y="1659"/>
                      </a:moveTo>
                      <a:lnTo>
                        <a:pt x="4977" y="1853"/>
                      </a:lnTo>
                      <a:lnTo>
                        <a:pt x="3743" y="1853"/>
                      </a:lnTo>
                      <a:lnTo>
                        <a:pt x="3743" y="1659"/>
                      </a:lnTo>
                      <a:lnTo>
                        <a:pt x="4977" y="1659"/>
                      </a:lnTo>
                      <a:close/>
                      <a:moveTo>
                        <a:pt x="1643" y="596"/>
                      </a:moveTo>
                      <a:lnTo>
                        <a:pt x="1833" y="561"/>
                      </a:lnTo>
                      <a:lnTo>
                        <a:pt x="2061" y="1773"/>
                      </a:lnTo>
                      <a:lnTo>
                        <a:pt x="1871" y="1809"/>
                      </a:lnTo>
                      <a:lnTo>
                        <a:pt x="1643" y="596"/>
                      </a:lnTo>
                      <a:close/>
                      <a:moveTo>
                        <a:pt x="1388" y="596"/>
                      </a:moveTo>
                      <a:lnTo>
                        <a:pt x="1579" y="561"/>
                      </a:lnTo>
                      <a:lnTo>
                        <a:pt x="1807" y="1773"/>
                      </a:lnTo>
                      <a:lnTo>
                        <a:pt x="1616" y="1809"/>
                      </a:lnTo>
                      <a:lnTo>
                        <a:pt x="1388" y="596"/>
                      </a:lnTo>
                      <a:close/>
                      <a:moveTo>
                        <a:pt x="1134" y="596"/>
                      </a:moveTo>
                      <a:lnTo>
                        <a:pt x="1324" y="561"/>
                      </a:lnTo>
                      <a:lnTo>
                        <a:pt x="1551" y="1773"/>
                      </a:lnTo>
                      <a:lnTo>
                        <a:pt x="1361" y="1809"/>
                      </a:lnTo>
                      <a:lnTo>
                        <a:pt x="1134" y="596"/>
                      </a:lnTo>
                      <a:close/>
                      <a:moveTo>
                        <a:pt x="884" y="568"/>
                      </a:moveTo>
                      <a:lnTo>
                        <a:pt x="1077" y="568"/>
                      </a:lnTo>
                      <a:lnTo>
                        <a:pt x="1077" y="1802"/>
                      </a:lnTo>
                      <a:lnTo>
                        <a:pt x="884" y="1802"/>
                      </a:lnTo>
                      <a:lnTo>
                        <a:pt x="884" y="568"/>
                      </a:lnTo>
                      <a:close/>
                      <a:moveTo>
                        <a:pt x="3540" y="2418"/>
                      </a:moveTo>
                      <a:lnTo>
                        <a:pt x="3807" y="2354"/>
                      </a:lnTo>
                      <a:lnTo>
                        <a:pt x="4033" y="3306"/>
                      </a:lnTo>
                      <a:lnTo>
                        <a:pt x="3765" y="3369"/>
                      </a:lnTo>
                      <a:lnTo>
                        <a:pt x="3540" y="2418"/>
                      </a:lnTo>
                      <a:close/>
                      <a:moveTo>
                        <a:pt x="3622" y="2531"/>
                      </a:moveTo>
                      <a:lnTo>
                        <a:pt x="3639" y="2606"/>
                      </a:lnTo>
                      <a:lnTo>
                        <a:pt x="3791" y="2570"/>
                      </a:lnTo>
                      <a:lnTo>
                        <a:pt x="3773" y="2496"/>
                      </a:lnTo>
                      <a:lnTo>
                        <a:pt x="3622" y="2531"/>
                      </a:lnTo>
                      <a:close/>
                      <a:moveTo>
                        <a:pt x="3739" y="3028"/>
                      </a:moveTo>
                      <a:lnTo>
                        <a:pt x="3776" y="3184"/>
                      </a:lnTo>
                      <a:lnTo>
                        <a:pt x="3928" y="3148"/>
                      </a:lnTo>
                      <a:lnTo>
                        <a:pt x="3890" y="2991"/>
                      </a:lnTo>
                      <a:lnTo>
                        <a:pt x="3739" y="3028"/>
                      </a:lnTo>
                      <a:close/>
                      <a:moveTo>
                        <a:pt x="3193" y="2418"/>
                      </a:moveTo>
                      <a:lnTo>
                        <a:pt x="3418" y="3369"/>
                      </a:lnTo>
                      <a:lnTo>
                        <a:pt x="3687" y="3306"/>
                      </a:lnTo>
                      <a:lnTo>
                        <a:pt x="3461" y="2354"/>
                      </a:lnTo>
                      <a:lnTo>
                        <a:pt x="3193" y="2418"/>
                      </a:lnTo>
                      <a:close/>
                      <a:moveTo>
                        <a:pt x="3276" y="2531"/>
                      </a:moveTo>
                      <a:lnTo>
                        <a:pt x="3426" y="2496"/>
                      </a:lnTo>
                      <a:lnTo>
                        <a:pt x="3444" y="2570"/>
                      </a:lnTo>
                      <a:lnTo>
                        <a:pt x="3292" y="2606"/>
                      </a:lnTo>
                      <a:lnTo>
                        <a:pt x="3276" y="2531"/>
                      </a:lnTo>
                      <a:close/>
                      <a:moveTo>
                        <a:pt x="3393" y="3028"/>
                      </a:moveTo>
                      <a:lnTo>
                        <a:pt x="3429" y="3184"/>
                      </a:lnTo>
                      <a:lnTo>
                        <a:pt x="3581" y="3148"/>
                      </a:lnTo>
                      <a:lnTo>
                        <a:pt x="3544" y="2991"/>
                      </a:lnTo>
                      <a:lnTo>
                        <a:pt x="3393" y="3028"/>
                      </a:lnTo>
                      <a:close/>
                      <a:moveTo>
                        <a:pt x="2841" y="2418"/>
                      </a:moveTo>
                      <a:lnTo>
                        <a:pt x="3109" y="2354"/>
                      </a:lnTo>
                      <a:lnTo>
                        <a:pt x="3335" y="3306"/>
                      </a:lnTo>
                      <a:lnTo>
                        <a:pt x="3067" y="3369"/>
                      </a:lnTo>
                      <a:lnTo>
                        <a:pt x="2841" y="2418"/>
                      </a:lnTo>
                      <a:close/>
                      <a:moveTo>
                        <a:pt x="2923" y="2531"/>
                      </a:moveTo>
                      <a:lnTo>
                        <a:pt x="2941" y="2606"/>
                      </a:lnTo>
                      <a:lnTo>
                        <a:pt x="3092" y="2570"/>
                      </a:lnTo>
                      <a:lnTo>
                        <a:pt x="3075" y="2496"/>
                      </a:lnTo>
                      <a:lnTo>
                        <a:pt x="2923" y="2531"/>
                      </a:lnTo>
                      <a:close/>
                      <a:moveTo>
                        <a:pt x="3041" y="3028"/>
                      </a:moveTo>
                      <a:lnTo>
                        <a:pt x="3192" y="2991"/>
                      </a:lnTo>
                      <a:lnTo>
                        <a:pt x="3229" y="3148"/>
                      </a:lnTo>
                      <a:lnTo>
                        <a:pt x="3078" y="3184"/>
                      </a:lnTo>
                      <a:lnTo>
                        <a:pt x="3041" y="3028"/>
                      </a:lnTo>
                      <a:close/>
                      <a:moveTo>
                        <a:pt x="2553" y="2372"/>
                      </a:moveTo>
                      <a:lnTo>
                        <a:pt x="2828" y="2372"/>
                      </a:lnTo>
                      <a:lnTo>
                        <a:pt x="2828" y="3352"/>
                      </a:lnTo>
                      <a:lnTo>
                        <a:pt x="2553" y="3352"/>
                      </a:lnTo>
                      <a:lnTo>
                        <a:pt x="2553" y="2372"/>
                      </a:lnTo>
                      <a:close/>
                      <a:moveTo>
                        <a:pt x="2606" y="2503"/>
                      </a:moveTo>
                      <a:lnTo>
                        <a:pt x="2606" y="2579"/>
                      </a:lnTo>
                      <a:lnTo>
                        <a:pt x="2762" y="2579"/>
                      </a:lnTo>
                      <a:lnTo>
                        <a:pt x="2762" y="2503"/>
                      </a:lnTo>
                      <a:lnTo>
                        <a:pt x="2606" y="2503"/>
                      </a:lnTo>
                      <a:close/>
                      <a:moveTo>
                        <a:pt x="2606" y="3012"/>
                      </a:moveTo>
                      <a:lnTo>
                        <a:pt x="2606" y="3173"/>
                      </a:lnTo>
                      <a:lnTo>
                        <a:pt x="2762" y="3173"/>
                      </a:lnTo>
                      <a:lnTo>
                        <a:pt x="2762" y="3012"/>
                      </a:lnTo>
                      <a:lnTo>
                        <a:pt x="2606" y="3012"/>
                      </a:lnTo>
                      <a:close/>
                      <a:moveTo>
                        <a:pt x="5555" y="151"/>
                      </a:moveTo>
                      <a:lnTo>
                        <a:pt x="5555" y="374"/>
                      </a:lnTo>
                      <a:lnTo>
                        <a:pt x="5555" y="4849"/>
                      </a:lnTo>
                      <a:lnTo>
                        <a:pt x="5871" y="4849"/>
                      </a:lnTo>
                      <a:lnTo>
                        <a:pt x="5871" y="5585"/>
                      </a:lnTo>
                      <a:lnTo>
                        <a:pt x="0" y="5585"/>
                      </a:lnTo>
                      <a:lnTo>
                        <a:pt x="0" y="4849"/>
                      </a:lnTo>
                      <a:lnTo>
                        <a:pt x="326" y="4849"/>
                      </a:lnTo>
                      <a:lnTo>
                        <a:pt x="326" y="374"/>
                      </a:lnTo>
                      <a:lnTo>
                        <a:pt x="326" y="151"/>
                      </a:lnTo>
                      <a:lnTo>
                        <a:pt x="326" y="0"/>
                      </a:lnTo>
                      <a:lnTo>
                        <a:pt x="5555" y="0"/>
                      </a:lnTo>
                      <a:lnTo>
                        <a:pt x="5555" y="151"/>
                      </a:lnTo>
                      <a:close/>
                      <a:moveTo>
                        <a:pt x="2409" y="2135"/>
                      </a:moveTo>
                      <a:lnTo>
                        <a:pt x="2409" y="3385"/>
                      </a:lnTo>
                      <a:lnTo>
                        <a:pt x="5107" y="3385"/>
                      </a:lnTo>
                      <a:lnTo>
                        <a:pt x="5107" y="2135"/>
                      </a:lnTo>
                      <a:lnTo>
                        <a:pt x="2409" y="2135"/>
                      </a:lnTo>
                      <a:close/>
                      <a:moveTo>
                        <a:pt x="2409" y="3609"/>
                      </a:moveTo>
                      <a:lnTo>
                        <a:pt x="2409" y="4849"/>
                      </a:lnTo>
                      <a:lnTo>
                        <a:pt x="5107" y="4849"/>
                      </a:lnTo>
                      <a:lnTo>
                        <a:pt x="5107" y="3609"/>
                      </a:lnTo>
                      <a:lnTo>
                        <a:pt x="2409" y="360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41" name="îśḷidê"/>
              <p:cNvSpPr txBox="1"/>
              <p:nvPr/>
            </p:nvSpPr>
            <p:spPr>
              <a:xfrm>
                <a:off x="3719617" y="4353822"/>
                <a:ext cx="2299974" cy="338554"/>
              </a:xfrm>
              <a:prstGeom prst="rect">
                <a:avLst/>
              </a:prstGeom>
              <a:noFill/>
            </p:spPr>
            <p:txBody>
              <a:bodyPr wrap="none" anchor="b" anchorCtr="1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42" name="íşļiḋê"/>
              <p:cNvSpPr txBox="1"/>
              <p:nvPr/>
            </p:nvSpPr>
            <p:spPr>
              <a:xfrm>
                <a:off x="3719617" y="4692376"/>
                <a:ext cx="2299974" cy="577081"/>
              </a:xfrm>
              <a:prstGeom prst="rect">
                <a:avLst/>
              </a:prstGeom>
              <a:noFill/>
            </p:spPr>
            <p:txBody>
              <a:bodyPr wrap="square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 dirty="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25" name="îślîḑê"/>
            <p:cNvGrpSpPr/>
            <p:nvPr/>
          </p:nvGrpSpPr>
          <p:grpSpPr>
            <a:xfrm>
              <a:off x="6356576" y="3136815"/>
              <a:ext cx="2299974" cy="2132642"/>
              <a:chOff x="6172409" y="3136815"/>
              <a:chExt cx="2299974" cy="2132642"/>
            </a:xfrm>
          </p:grpSpPr>
          <p:grpSp>
            <p:nvGrpSpPr>
              <p:cNvPr id="35" name="íSlíḑe"/>
              <p:cNvGrpSpPr/>
              <p:nvPr/>
            </p:nvGrpSpPr>
            <p:grpSpPr>
              <a:xfrm>
                <a:off x="6753445" y="3136815"/>
                <a:ext cx="1137902" cy="1137902"/>
                <a:chOff x="5357664" y="3284984"/>
                <a:chExt cx="1512168" cy="1512168"/>
              </a:xfrm>
            </p:grpSpPr>
            <p:sp>
              <p:nvSpPr>
                <p:cNvPr id="38" name="išļiḓê"/>
                <p:cNvSpPr/>
                <p:nvPr/>
              </p:nvSpPr>
              <p:spPr bwMode="auto">
                <a:xfrm>
                  <a:off x="5357664" y="3284984"/>
                  <a:ext cx="1512168" cy="1512168"/>
                </a:xfrm>
                <a:prstGeom prst="ellipse">
                  <a:avLst/>
                </a:prstGeom>
                <a:solidFill>
                  <a:schemeClr val="accent3">
                    <a:lumMod val="100000"/>
                  </a:schemeClr>
                </a:solidFill>
                <a:ln w="19050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9" name="îṣ1ídè"/>
                <p:cNvSpPr/>
                <p:nvPr/>
              </p:nvSpPr>
              <p:spPr bwMode="auto">
                <a:xfrm>
                  <a:off x="5757614" y="3739541"/>
                  <a:ext cx="712268" cy="603054"/>
                </a:xfrm>
                <a:custGeom>
                  <a:avLst/>
                  <a:gdLst>
                    <a:gd name="T0" fmla="*/ 294416 w 1263650"/>
                    <a:gd name="T1" fmla="*/ 1098599 h 1069975"/>
                    <a:gd name="T2" fmla="*/ 1320142 w 1263650"/>
                    <a:gd name="T3" fmla="*/ 878240 h 1069975"/>
                    <a:gd name="T4" fmla="*/ 1613379 w 1263650"/>
                    <a:gd name="T5" fmla="*/ 878240 h 1069975"/>
                    <a:gd name="T6" fmla="*/ 74190 w 1263650"/>
                    <a:gd name="T7" fmla="*/ 1612900 h 1069975"/>
                    <a:gd name="T8" fmla="*/ 1538839 w 1263650"/>
                    <a:gd name="T9" fmla="*/ 732266 h 1069975"/>
                    <a:gd name="T10" fmla="*/ 1392852 w 1263650"/>
                    <a:gd name="T11" fmla="*/ 732266 h 1069975"/>
                    <a:gd name="T12" fmla="*/ 514542 w 1263650"/>
                    <a:gd name="T13" fmla="*/ 1026609 h 1069975"/>
                    <a:gd name="T14" fmla="*/ 725543 w 1263650"/>
                    <a:gd name="T15" fmla="*/ 146518 h 1069975"/>
                    <a:gd name="T16" fmla="*/ 708392 w 1263650"/>
                    <a:gd name="T17" fmla="*/ 149712 h 1069975"/>
                    <a:gd name="T18" fmla="*/ 694033 w 1263650"/>
                    <a:gd name="T19" fmla="*/ 155302 h 1069975"/>
                    <a:gd name="T20" fmla="*/ 683263 w 1263650"/>
                    <a:gd name="T21" fmla="*/ 163287 h 1069975"/>
                    <a:gd name="T22" fmla="*/ 674487 w 1263650"/>
                    <a:gd name="T23" fmla="*/ 172868 h 1069975"/>
                    <a:gd name="T24" fmla="*/ 665314 w 1263650"/>
                    <a:gd name="T25" fmla="*/ 189636 h 1069975"/>
                    <a:gd name="T26" fmla="*/ 660528 w 1263650"/>
                    <a:gd name="T27" fmla="*/ 208399 h 1069975"/>
                    <a:gd name="T28" fmla="*/ 659331 w 1263650"/>
                    <a:gd name="T29" fmla="*/ 293036 h 1069975"/>
                    <a:gd name="T30" fmla="*/ 1245270 w 1263650"/>
                    <a:gd name="T31" fmla="*/ 213190 h 1069975"/>
                    <a:gd name="T32" fmla="*/ 1242078 w 1263650"/>
                    <a:gd name="T33" fmla="*/ 195624 h 1069975"/>
                    <a:gd name="T34" fmla="*/ 1236494 w 1263650"/>
                    <a:gd name="T35" fmla="*/ 181252 h 1069975"/>
                    <a:gd name="T36" fmla="*/ 1228517 w 1263650"/>
                    <a:gd name="T37" fmla="*/ 170472 h 1069975"/>
                    <a:gd name="T38" fmla="*/ 1219343 w 1263650"/>
                    <a:gd name="T39" fmla="*/ 161689 h 1069975"/>
                    <a:gd name="T40" fmla="*/ 1201792 w 1263650"/>
                    <a:gd name="T41" fmla="*/ 152507 h 1069975"/>
                    <a:gd name="T42" fmla="*/ 1183446 w 1263650"/>
                    <a:gd name="T43" fmla="*/ 147716 h 1069975"/>
                    <a:gd name="T44" fmla="*/ 732324 w 1263650"/>
                    <a:gd name="T45" fmla="*/ 146518 h 1069975"/>
                    <a:gd name="T46" fmla="*/ 1172276 w 1263650"/>
                    <a:gd name="T47" fmla="*/ 0 h 1069975"/>
                    <a:gd name="T48" fmla="*/ 1202192 w 1263650"/>
                    <a:gd name="T49" fmla="*/ 1996 h 1069975"/>
                    <a:gd name="T50" fmla="*/ 1232108 w 1263650"/>
                    <a:gd name="T51" fmla="*/ 7985 h 1069975"/>
                    <a:gd name="T52" fmla="*/ 1260826 w 1263650"/>
                    <a:gd name="T53" fmla="*/ 17566 h 1069975"/>
                    <a:gd name="T54" fmla="*/ 1288348 w 1263650"/>
                    <a:gd name="T55" fmla="*/ 31939 h 1069975"/>
                    <a:gd name="T56" fmla="*/ 1313875 w 1263650"/>
                    <a:gd name="T57" fmla="*/ 49106 h 1069975"/>
                    <a:gd name="T58" fmla="*/ 1337010 w 1263650"/>
                    <a:gd name="T59" fmla="*/ 70665 h 1069975"/>
                    <a:gd name="T60" fmla="*/ 1356953 w 1263650"/>
                    <a:gd name="T61" fmla="*/ 96216 h 1069975"/>
                    <a:gd name="T62" fmla="*/ 1372509 w 1263650"/>
                    <a:gd name="T63" fmla="*/ 124960 h 1069975"/>
                    <a:gd name="T64" fmla="*/ 1384076 w 1263650"/>
                    <a:gd name="T65" fmla="*/ 157697 h 1069975"/>
                    <a:gd name="T66" fmla="*/ 1390857 w 1263650"/>
                    <a:gd name="T67" fmla="*/ 194027 h 1069975"/>
                    <a:gd name="T68" fmla="*/ 1392054 w 1263650"/>
                    <a:gd name="T69" fmla="*/ 283854 h 1069975"/>
                    <a:gd name="T70" fmla="*/ 1905000 w 1263650"/>
                    <a:gd name="T71" fmla="*/ 806451 h 1069975"/>
                    <a:gd name="T72" fmla="*/ 1318661 w 1263650"/>
                    <a:gd name="T73" fmla="*/ 659931 h 1069975"/>
                    <a:gd name="T74" fmla="*/ 585939 w 1263650"/>
                    <a:gd name="T75" fmla="*/ 659931 h 1069975"/>
                    <a:gd name="T76" fmla="*/ 0 w 1263650"/>
                    <a:gd name="T77" fmla="*/ 806451 h 1069975"/>
                    <a:gd name="T78" fmla="*/ 512946 w 1263650"/>
                    <a:gd name="T79" fmla="*/ 219578 h 1069975"/>
                    <a:gd name="T80" fmla="*/ 514940 w 1263650"/>
                    <a:gd name="T81" fmla="*/ 189636 h 1069975"/>
                    <a:gd name="T82" fmla="*/ 520924 w 1263650"/>
                    <a:gd name="T83" fmla="*/ 159693 h 1069975"/>
                    <a:gd name="T84" fmla="*/ 530496 w 1263650"/>
                    <a:gd name="T85" fmla="*/ 130548 h 1069975"/>
                    <a:gd name="T86" fmla="*/ 544856 w 1263650"/>
                    <a:gd name="T87" fmla="*/ 103002 h 1069975"/>
                    <a:gd name="T88" fmla="*/ 562007 w 1263650"/>
                    <a:gd name="T89" fmla="*/ 77451 h 1069975"/>
                    <a:gd name="T90" fmla="*/ 583545 w 1263650"/>
                    <a:gd name="T91" fmla="*/ 55095 h 1069975"/>
                    <a:gd name="T92" fmla="*/ 609074 w 1263650"/>
                    <a:gd name="T93" fmla="*/ 35132 h 1069975"/>
                    <a:gd name="T94" fmla="*/ 637792 w 1263650"/>
                    <a:gd name="T95" fmla="*/ 19162 h 1069975"/>
                    <a:gd name="T96" fmla="*/ 670498 w 1263650"/>
                    <a:gd name="T97" fmla="*/ 7585 h 1069975"/>
                    <a:gd name="T98" fmla="*/ 706795 w 1263650"/>
                    <a:gd name="T99" fmla="*/ 1197 h 106997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263650" h="1069975">
                      <a:moveTo>
                        <a:pt x="49213" y="582612"/>
                      </a:moveTo>
                      <a:lnTo>
                        <a:pt x="195296" y="582612"/>
                      </a:lnTo>
                      <a:lnTo>
                        <a:pt x="195296" y="728795"/>
                      </a:lnTo>
                      <a:lnTo>
                        <a:pt x="389544" y="728795"/>
                      </a:lnTo>
                      <a:lnTo>
                        <a:pt x="389544" y="582612"/>
                      </a:lnTo>
                      <a:lnTo>
                        <a:pt x="875694" y="582612"/>
                      </a:lnTo>
                      <a:lnTo>
                        <a:pt x="875694" y="728795"/>
                      </a:lnTo>
                      <a:lnTo>
                        <a:pt x="1070208" y="728795"/>
                      </a:lnTo>
                      <a:lnTo>
                        <a:pt x="1070208" y="582612"/>
                      </a:lnTo>
                      <a:lnTo>
                        <a:pt x="1216026" y="582612"/>
                      </a:lnTo>
                      <a:lnTo>
                        <a:pt x="1216026" y="1069975"/>
                      </a:lnTo>
                      <a:lnTo>
                        <a:pt x="49213" y="1069975"/>
                      </a:lnTo>
                      <a:lnTo>
                        <a:pt x="49213" y="582612"/>
                      </a:lnTo>
                      <a:close/>
                      <a:moveTo>
                        <a:pt x="923925" y="485775"/>
                      </a:moveTo>
                      <a:lnTo>
                        <a:pt x="1020763" y="485775"/>
                      </a:lnTo>
                      <a:lnTo>
                        <a:pt x="1020763" y="681038"/>
                      </a:lnTo>
                      <a:lnTo>
                        <a:pt x="923925" y="681038"/>
                      </a:lnTo>
                      <a:lnTo>
                        <a:pt x="923925" y="485775"/>
                      </a:lnTo>
                      <a:close/>
                      <a:moveTo>
                        <a:pt x="244475" y="485775"/>
                      </a:moveTo>
                      <a:lnTo>
                        <a:pt x="341313" y="485775"/>
                      </a:lnTo>
                      <a:lnTo>
                        <a:pt x="341313" y="681038"/>
                      </a:lnTo>
                      <a:lnTo>
                        <a:pt x="244475" y="681038"/>
                      </a:lnTo>
                      <a:lnTo>
                        <a:pt x="244475" y="485775"/>
                      </a:lnTo>
                      <a:close/>
                      <a:moveTo>
                        <a:pt x="481277" y="97198"/>
                      </a:moveTo>
                      <a:lnTo>
                        <a:pt x="477308" y="97728"/>
                      </a:lnTo>
                      <a:lnTo>
                        <a:pt x="473604" y="98258"/>
                      </a:lnTo>
                      <a:lnTo>
                        <a:pt x="469900" y="99317"/>
                      </a:lnTo>
                      <a:lnTo>
                        <a:pt x="466460" y="100376"/>
                      </a:lnTo>
                      <a:lnTo>
                        <a:pt x="463285" y="101701"/>
                      </a:lnTo>
                      <a:lnTo>
                        <a:pt x="460375" y="103025"/>
                      </a:lnTo>
                      <a:lnTo>
                        <a:pt x="457729" y="104614"/>
                      </a:lnTo>
                      <a:lnTo>
                        <a:pt x="455348" y="106468"/>
                      </a:lnTo>
                      <a:lnTo>
                        <a:pt x="453231" y="108322"/>
                      </a:lnTo>
                      <a:lnTo>
                        <a:pt x="451114" y="110440"/>
                      </a:lnTo>
                      <a:lnTo>
                        <a:pt x="448998" y="112559"/>
                      </a:lnTo>
                      <a:lnTo>
                        <a:pt x="447410" y="114678"/>
                      </a:lnTo>
                      <a:lnTo>
                        <a:pt x="445823" y="117062"/>
                      </a:lnTo>
                      <a:lnTo>
                        <a:pt x="443441" y="121299"/>
                      </a:lnTo>
                      <a:lnTo>
                        <a:pt x="441325" y="125802"/>
                      </a:lnTo>
                      <a:lnTo>
                        <a:pt x="439737" y="130569"/>
                      </a:lnTo>
                      <a:lnTo>
                        <a:pt x="438679" y="134541"/>
                      </a:lnTo>
                      <a:lnTo>
                        <a:pt x="438150" y="138249"/>
                      </a:lnTo>
                      <a:lnTo>
                        <a:pt x="437356" y="143546"/>
                      </a:lnTo>
                      <a:lnTo>
                        <a:pt x="437356" y="145665"/>
                      </a:lnTo>
                      <a:lnTo>
                        <a:pt x="437356" y="194396"/>
                      </a:lnTo>
                      <a:lnTo>
                        <a:pt x="826294" y="194396"/>
                      </a:lnTo>
                      <a:lnTo>
                        <a:pt x="826294" y="145665"/>
                      </a:lnTo>
                      <a:lnTo>
                        <a:pt x="826029" y="141427"/>
                      </a:lnTo>
                      <a:lnTo>
                        <a:pt x="825764" y="137190"/>
                      </a:lnTo>
                      <a:lnTo>
                        <a:pt x="824706" y="133482"/>
                      </a:lnTo>
                      <a:lnTo>
                        <a:pt x="823912" y="129774"/>
                      </a:lnTo>
                      <a:lnTo>
                        <a:pt x="822854" y="126331"/>
                      </a:lnTo>
                      <a:lnTo>
                        <a:pt x="821531" y="123153"/>
                      </a:lnTo>
                      <a:lnTo>
                        <a:pt x="820208" y="120240"/>
                      </a:lnTo>
                      <a:lnTo>
                        <a:pt x="818621" y="117591"/>
                      </a:lnTo>
                      <a:lnTo>
                        <a:pt x="816769" y="115208"/>
                      </a:lnTo>
                      <a:lnTo>
                        <a:pt x="814916" y="113089"/>
                      </a:lnTo>
                      <a:lnTo>
                        <a:pt x="812800" y="110970"/>
                      </a:lnTo>
                      <a:lnTo>
                        <a:pt x="810948" y="108851"/>
                      </a:lnTo>
                      <a:lnTo>
                        <a:pt x="808831" y="107262"/>
                      </a:lnTo>
                      <a:lnTo>
                        <a:pt x="806450" y="105673"/>
                      </a:lnTo>
                      <a:lnTo>
                        <a:pt x="801687" y="103290"/>
                      </a:lnTo>
                      <a:lnTo>
                        <a:pt x="797189" y="101171"/>
                      </a:lnTo>
                      <a:lnTo>
                        <a:pt x="792956" y="99582"/>
                      </a:lnTo>
                      <a:lnTo>
                        <a:pt x="788987" y="98522"/>
                      </a:lnTo>
                      <a:lnTo>
                        <a:pt x="785019" y="97993"/>
                      </a:lnTo>
                      <a:lnTo>
                        <a:pt x="779727" y="97198"/>
                      </a:lnTo>
                      <a:lnTo>
                        <a:pt x="777610" y="97198"/>
                      </a:lnTo>
                      <a:lnTo>
                        <a:pt x="485775" y="97198"/>
                      </a:lnTo>
                      <a:lnTo>
                        <a:pt x="481277" y="97198"/>
                      </a:lnTo>
                      <a:close/>
                      <a:moveTo>
                        <a:pt x="485775" y="0"/>
                      </a:moveTo>
                      <a:lnTo>
                        <a:pt x="777610" y="0"/>
                      </a:lnTo>
                      <a:lnTo>
                        <a:pt x="784225" y="0"/>
                      </a:lnTo>
                      <a:lnTo>
                        <a:pt x="790839" y="530"/>
                      </a:lnTo>
                      <a:lnTo>
                        <a:pt x="797454" y="1324"/>
                      </a:lnTo>
                      <a:lnTo>
                        <a:pt x="804069" y="2383"/>
                      </a:lnTo>
                      <a:lnTo>
                        <a:pt x="810683" y="3708"/>
                      </a:lnTo>
                      <a:lnTo>
                        <a:pt x="817298" y="5297"/>
                      </a:lnTo>
                      <a:lnTo>
                        <a:pt x="823648" y="7151"/>
                      </a:lnTo>
                      <a:lnTo>
                        <a:pt x="830262" y="9269"/>
                      </a:lnTo>
                      <a:lnTo>
                        <a:pt x="836348" y="11653"/>
                      </a:lnTo>
                      <a:lnTo>
                        <a:pt x="842433" y="14566"/>
                      </a:lnTo>
                      <a:lnTo>
                        <a:pt x="848783" y="17745"/>
                      </a:lnTo>
                      <a:lnTo>
                        <a:pt x="854604" y="21188"/>
                      </a:lnTo>
                      <a:lnTo>
                        <a:pt x="860425" y="24631"/>
                      </a:lnTo>
                      <a:lnTo>
                        <a:pt x="866246" y="28603"/>
                      </a:lnTo>
                      <a:lnTo>
                        <a:pt x="871537" y="32576"/>
                      </a:lnTo>
                      <a:lnTo>
                        <a:pt x="876829" y="37343"/>
                      </a:lnTo>
                      <a:lnTo>
                        <a:pt x="882121" y="42110"/>
                      </a:lnTo>
                      <a:lnTo>
                        <a:pt x="886883" y="46878"/>
                      </a:lnTo>
                      <a:lnTo>
                        <a:pt x="891381" y="52174"/>
                      </a:lnTo>
                      <a:lnTo>
                        <a:pt x="895879" y="58001"/>
                      </a:lnTo>
                      <a:lnTo>
                        <a:pt x="900112" y="63828"/>
                      </a:lnTo>
                      <a:lnTo>
                        <a:pt x="903816" y="69919"/>
                      </a:lnTo>
                      <a:lnTo>
                        <a:pt x="907256" y="76275"/>
                      </a:lnTo>
                      <a:lnTo>
                        <a:pt x="910431" y="82897"/>
                      </a:lnTo>
                      <a:lnTo>
                        <a:pt x="913341" y="89783"/>
                      </a:lnTo>
                      <a:lnTo>
                        <a:pt x="915987" y="97198"/>
                      </a:lnTo>
                      <a:lnTo>
                        <a:pt x="918104" y="104614"/>
                      </a:lnTo>
                      <a:lnTo>
                        <a:pt x="920221" y="112294"/>
                      </a:lnTo>
                      <a:lnTo>
                        <a:pt x="921544" y="120240"/>
                      </a:lnTo>
                      <a:lnTo>
                        <a:pt x="922602" y="128715"/>
                      </a:lnTo>
                      <a:lnTo>
                        <a:pt x="923131" y="136925"/>
                      </a:lnTo>
                      <a:lnTo>
                        <a:pt x="923396" y="145665"/>
                      </a:lnTo>
                      <a:lnTo>
                        <a:pt x="923396" y="188305"/>
                      </a:lnTo>
                      <a:lnTo>
                        <a:pt x="923396" y="194396"/>
                      </a:lnTo>
                      <a:lnTo>
                        <a:pt x="1263650" y="194396"/>
                      </a:lnTo>
                      <a:lnTo>
                        <a:pt x="1263650" y="534988"/>
                      </a:lnTo>
                      <a:lnTo>
                        <a:pt x="1069181" y="534988"/>
                      </a:lnTo>
                      <a:lnTo>
                        <a:pt x="1069181" y="437789"/>
                      </a:lnTo>
                      <a:lnTo>
                        <a:pt x="874712" y="437789"/>
                      </a:lnTo>
                      <a:lnTo>
                        <a:pt x="874712" y="534988"/>
                      </a:lnTo>
                      <a:lnTo>
                        <a:pt x="388673" y="534988"/>
                      </a:lnTo>
                      <a:lnTo>
                        <a:pt x="388673" y="437789"/>
                      </a:lnTo>
                      <a:lnTo>
                        <a:pt x="194469" y="437789"/>
                      </a:lnTo>
                      <a:lnTo>
                        <a:pt x="194469" y="534988"/>
                      </a:lnTo>
                      <a:lnTo>
                        <a:pt x="0" y="534988"/>
                      </a:lnTo>
                      <a:lnTo>
                        <a:pt x="0" y="194396"/>
                      </a:lnTo>
                      <a:lnTo>
                        <a:pt x="340254" y="194396"/>
                      </a:lnTo>
                      <a:lnTo>
                        <a:pt x="340254" y="145665"/>
                      </a:lnTo>
                      <a:lnTo>
                        <a:pt x="340254" y="139044"/>
                      </a:lnTo>
                      <a:lnTo>
                        <a:pt x="340783" y="132687"/>
                      </a:lnTo>
                      <a:lnTo>
                        <a:pt x="341577" y="125802"/>
                      </a:lnTo>
                      <a:lnTo>
                        <a:pt x="342635" y="119180"/>
                      </a:lnTo>
                      <a:lnTo>
                        <a:pt x="343958" y="112559"/>
                      </a:lnTo>
                      <a:lnTo>
                        <a:pt x="345546" y="105938"/>
                      </a:lnTo>
                      <a:lnTo>
                        <a:pt x="347398" y="99582"/>
                      </a:lnTo>
                      <a:lnTo>
                        <a:pt x="349514" y="93226"/>
                      </a:lnTo>
                      <a:lnTo>
                        <a:pt x="351896" y="86604"/>
                      </a:lnTo>
                      <a:lnTo>
                        <a:pt x="354806" y="80513"/>
                      </a:lnTo>
                      <a:lnTo>
                        <a:pt x="357981" y="74686"/>
                      </a:lnTo>
                      <a:lnTo>
                        <a:pt x="361421" y="68330"/>
                      </a:lnTo>
                      <a:lnTo>
                        <a:pt x="364860" y="62768"/>
                      </a:lnTo>
                      <a:lnTo>
                        <a:pt x="368829" y="57207"/>
                      </a:lnTo>
                      <a:lnTo>
                        <a:pt x="372798" y="51380"/>
                      </a:lnTo>
                      <a:lnTo>
                        <a:pt x="377560" y="46348"/>
                      </a:lnTo>
                      <a:lnTo>
                        <a:pt x="382323" y="41316"/>
                      </a:lnTo>
                      <a:lnTo>
                        <a:pt x="387085" y="36549"/>
                      </a:lnTo>
                      <a:lnTo>
                        <a:pt x="392377" y="31516"/>
                      </a:lnTo>
                      <a:lnTo>
                        <a:pt x="398198" y="27279"/>
                      </a:lnTo>
                      <a:lnTo>
                        <a:pt x="404019" y="23306"/>
                      </a:lnTo>
                      <a:lnTo>
                        <a:pt x="410104" y="19598"/>
                      </a:lnTo>
                      <a:lnTo>
                        <a:pt x="416454" y="16155"/>
                      </a:lnTo>
                      <a:lnTo>
                        <a:pt x="423069" y="12712"/>
                      </a:lnTo>
                      <a:lnTo>
                        <a:pt x="429948" y="9799"/>
                      </a:lnTo>
                      <a:lnTo>
                        <a:pt x="437356" y="7151"/>
                      </a:lnTo>
                      <a:lnTo>
                        <a:pt x="444764" y="5032"/>
                      </a:lnTo>
                      <a:lnTo>
                        <a:pt x="452437" y="3178"/>
                      </a:lnTo>
                      <a:lnTo>
                        <a:pt x="460375" y="1854"/>
                      </a:lnTo>
                      <a:lnTo>
                        <a:pt x="468841" y="794"/>
                      </a:lnTo>
                      <a:lnTo>
                        <a:pt x="477044" y="265"/>
                      </a:lnTo>
                      <a:lnTo>
                        <a:pt x="48577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6" name="îśḷîďe"/>
              <p:cNvSpPr txBox="1"/>
              <p:nvPr/>
            </p:nvSpPr>
            <p:spPr>
              <a:xfrm>
                <a:off x="6172409" y="4353822"/>
                <a:ext cx="2299974" cy="338554"/>
              </a:xfrm>
              <a:prstGeom prst="rect">
                <a:avLst/>
              </a:prstGeom>
              <a:noFill/>
            </p:spPr>
            <p:txBody>
              <a:bodyPr wrap="none" anchor="b" anchorCtr="1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37" name="ïSḷíḑê"/>
              <p:cNvSpPr txBox="1"/>
              <p:nvPr/>
            </p:nvSpPr>
            <p:spPr>
              <a:xfrm>
                <a:off x="6172409" y="4692376"/>
                <a:ext cx="2299974" cy="577081"/>
              </a:xfrm>
              <a:prstGeom prst="rect">
                <a:avLst/>
              </a:prstGeom>
              <a:noFill/>
            </p:spPr>
            <p:txBody>
              <a:bodyPr wrap="square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 dirty="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26" name="ïSļiḍe"/>
            <p:cNvGrpSpPr/>
            <p:nvPr/>
          </p:nvGrpSpPr>
          <p:grpSpPr>
            <a:xfrm>
              <a:off x="9177704" y="3136815"/>
              <a:ext cx="2299974" cy="2132642"/>
              <a:chOff x="8625202" y="3136815"/>
              <a:chExt cx="2299974" cy="2132642"/>
            </a:xfrm>
          </p:grpSpPr>
          <p:grpSp>
            <p:nvGrpSpPr>
              <p:cNvPr id="30" name="ï$ļîḓé"/>
              <p:cNvGrpSpPr/>
              <p:nvPr/>
            </p:nvGrpSpPr>
            <p:grpSpPr>
              <a:xfrm>
                <a:off x="9206239" y="3136815"/>
                <a:ext cx="1137902" cy="1137902"/>
                <a:chOff x="7526778" y="3284984"/>
                <a:chExt cx="1512168" cy="1512168"/>
              </a:xfrm>
            </p:grpSpPr>
            <p:sp>
              <p:nvSpPr>
                <p:cNvPr id="33" name="îŝľîḑè"/>
                <p:cNvSpPr/>
                <p:nvPr/>
              </p:nvSpPr>
              <p:spPr bwMode="auto">
                <a:xfrm>
                  <a:off x="7526778" y="3284984"/>
                  <a:ext cx="1512168" cy="1512168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îṩļîďe"/>
                <p:cNvSpPr/>
                <p:nvPr/>
              </p:nvSpPr>
              <p:spPr bwMode="auto">
                <a:xfrm>
                  <a:off x="7926728" y="3684934"/>
                  <a:ext cx="712268" cy="7122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245316" h="14255088">
                      <a:moveTo>
                        <a:pt x="7593642" y="12119807"/>
                      </a:moveTo>
                      <a:lnTo>
                        <a:pt x="7662036" y="12774427"/>
                      </a:lnTo>
                      <a:lnTo>
                        <a:pt x="7564332" y="12784197"/>
                      </a:lnTo>
                      <a:lnTo>
                        <a:pt x="7505708" y="12129577"/>
                      </a:lnTo>
                      <a:lnTo>
                        <a:pt x="7593642" y="12119807"/>
                      </a:lnTo>
                      <a:close/>
                      <a:moveTo>
                        <a:pt x="6626368" y="12119807"/>
                      </a:moveTo>
                      <a:lnTo>
                        <a:pt x="6714302" y="12129577"/>
                      </a:lnTo>
                      <a:lnTo>
                        <a:pt x="6665448" y="12784197"/>
                      </a:lnTo>
                      <a:lnTo>
                        <a:pt x="6567744" y="12774427"/>
                      </a:lnTo>
                      <a:lnTo>
                        <a:pt x="6626368" y="12119807"/>
                      </a:lnTo>
                      <a:close/>
                      <a:moveTo>
                        <a:pt x="8463212" y="11963479"/>
                      </a:moveTo>
                      <a:lnTo>
                        <a:pt x="8639080" y="12598559"/>
                      </a:lnTo>
                      <a:lnTo>
                        <a:pt x="8541376" y="12618100"/>
                      </a:lnTo>
                      <a:lnTo>
                        <a:pt x="8375278" y="11983020"/>
                      </a:lnTo>
                      <a:lnTo>
                        <a:pt x="8463212" y="11963479"/>
                      </a:lnTo>
                      <a:close/>
                      <a:moveTo>
                        <a:pt x="5756798" y="11953709"/>
                      </a:moveTo>
                      <a:lnTo>
                        <a:pt x="5844732" y="11983020"/>
                      </a:lnTo>
                      <a:lnTo>
                        <a:pt x="5678634" y="12618100"/>
                      </a:lnTo>
                      <a:lnTo>
                        <a:pt x="5590700" y="12598559"/>
                      </a:lnTo>
                      <a:lnTo>
                        <a:pt x="5756798" y="11953709"/>
                      </a:lnTo>
                      <a:close/>
                      <a:moveTo>
                        <a:pt x="7085580" y="11728989"/>
                      </a:moveTo>
                      <a:lnTo>
                        <a:pt x="7173512" y="11728989"/>
                      </a:lnTo>
                      <a:lnTo>
                        <a:pt x="7173512" y="12803738"/>
                      </a:lnTo>
                      <a:lnTo>
                        <a:pt x="7085580" y="12803738"/>
                      </a:lnTo>
                      <a:lnTo>
                        <a:pt x="7085580" y="11728989"/>
                      </a:lnTo>
                      <a:close/>
                      <a:moveTo>
                        <a:pt x="6264860" y="11650825"/>
                      </a:moveTo>
                      <a:lnTo>
                        <a:pt x="6352796" y="11660595"/>
                      </a:lnTo>
                      <a:lnTo>
                        <a:pt x="6167156" y="12725575"/>
                      </a:lnTo>
                      <a:lnTo>
                        <a:pt x="6079222" y="12706034"/>
                      </a:lnTo>
                      <a:lnTo>
                        <a:pt x="6264860" y="11650825"/>
                      </a:lnTo>
                      <a:close/>
                      <a:moveTo>
                        <a:pt x="4936080" y="11650825"/>
                      </a:moveTo>
                      <a:lnTo>
                        <a:pt x="5014244" y="11689907"/>
                      </a:lnTo>
                      <a:lnTo>
                        <a:pt x="4740672" y="12285904"/>
                      </a:lnTo>
                      <a:lnTo>
                        <a:pt x="4652736" y="12246823"/>
                      </a:lnTo>
                      <a:lnTo>
                        <a:pt x="4936080" y="11650825"/>
                      </a:lnTo>
                      <a:close/>
                      <a:moveTo>
                        <a:pt x="9303472" y="11641055"/>
                      </a:moveTo>
                      <a:lnTo>
                        <a:pt x="9596584" y="12237052"/>
                      </a:lnTo>
                      <a:lnTo>
                        <a:pt x="9508650" y="12276134"/>
                      </a:lnTo>
                      <a:lnTo>
                        <a:pt x="9225308" y="11680136"/>
                      </a:lnTo>
                      <a:lnTo>
                        <a:pt x="9303472" y="11641055"/>
                      </a:lnTo>
                      <a:close/>
                      <a:moveTo>
                        <a:pt x="7974690" y="11641055"/>
                      </a:moveTo>
                      <a:lnTo>
                        <a:pt x="8160328" y="12706034"/>
                      </a:lnTo>
                      <a:lnTo>
                        <a:pt x="8072394" y="12725575"/>
                      </a:lnTo>
                      <a:lnTo>
                        <a:pt x="7886756" y="11660595"/>
                      </a:lnTo>
                      <a:lnTo>
                        <a:pt x="7974690" y="11641055"/>
                      </a:lnTo>
                      <a:close/>
                      <a:moveTo>
                        <a:pt x="5492996" y="11435875"/>
                      </a:moveTo>
                      <a:lnTo>
                        <a:pt x="5580928" y="11465186"/>
                      </a:lnTo>
                      <a:lnTo>
                        <a:pt x="5209652" y="12481313"/>
                      </a:lnTo>
                      <a:lnTo>
                        <a:pt x="5121718" y="12452002"/>
                      </a:lnTo>
                      <a:lnTo>
                        <a:pt x="5492996" y="11435875"/>
                      </a:lnTo>
                      <a:close/>
                      <a:moveTo>
                        <a:pt x="8756326" y="11426105"/>
                      </a:moveTo>
                      <a:lnTo>
                        <a:pt x="9127604" y="12442232"/>
                      </a:lnTo>
                      <a:lnTo>
                        <a:pt x="9039668" y="12471543"/>
                      </a:lnTo>
                      <a:lnTo>
                        <a:pt x="8668392" y="11455416"/>
                      </a:lnTo>
                      <a:lnTo>
                        <a:pt x="8756326" y="11426105"/>
                      </a:lnTo>
                      <a:close/>
                      <a:moveTo>
                        <a:pt x="10065566" y="11191614"/>
                      </a:moveTo>
                      <a:lnTo>
                        <a:pt x="10446612" y="11738759"/>
                      </a:lnTo>
                      <a:lnTo>
                        <a:pt x="10368450" y="11787611"/>
                      </a:lnTo>
                      <a:lnTo>
                        <a:pt x="9987402" y="11250237"/>
                      </a:lnTo>
                      <a:lnTo>
                        <a:pt x="10065566" y="11191614"/>
                      </a:lnTo>
                      <a:close/>
                      <a:moveTo>
                        <a:pt x="4154444" y="11191614"/>
                      </a:moveTo>
                      <a:lnTo>
                        <a:pt x="4232608" y="11240466"/>
                      </a:lnTo>
                      <a:lnTo>
                        <a:pt x="3851560" y="11787611"/>
                      </a:lnTo>
                      <a:lnTo>
                        <a:pt x="3773396" y="11728989"/>
                      </a:lnTo>
                      <a:lnTo>
                        <a:pt x="4154444" y="11191614"/>
                      </a:lnTo>
                      <a:close/>
                      <a:moveTo>
                        <a:pt x="4760212" y="11084139"/>
                      </a:moveTo>
                      <a:lnTo>
                        <a:pt x="4838376" y="11132991"/>
                      </a:lnTo>
                      <a:lnTo>
                        <a:pt x="4301000" y="12070954"/>
                      </a:lnTo>
                      <a:lnTo>
                        <a:pt x="4222836" y="12022102"/>
                      </a:lnTo>
                      <a:lnTo>
                        <a:pt x="4760212" y="11084139"/>
                      </a:lnTo>
                      <a:close/>
                      <a:moveTo>
                        <a:pt x="9489108" y="11074368"/>
                      </a:moveTo>
                      <a:lnTo>
                        <a:pt x="10026484" y="12012332"/>
                      </a:lnTo>
                      <a:lnTo>
                        <a:pt x="9948320" y="12051414"/>
                      </a:lnTo>
                      <a:lnTo>
                        <a:pt x="9401176" y="11123221"/>
                      </a:lnTo>
                      <a:lnTo>
                        <a:pt x="9489108" y="11074368"/>
                      </a:lnTo>
                      <a:close/>
                      <a:moveTo>
                        <a:pt x="10739728" y="10615157"/>
                      </a:moveTo>
                      <a:lnTo>
                        <a:pt x="11208708" y="11084139"/>
                      </a:lnTo>
                      <a:lnTo>
                        <a:pt x="11140316" y="11152532"/>
                      </a:lnTo>
                      <a:lnTo>
                        <a:pt x="10671334" y="10683550"/>
                      </a:lnTo>
                      <a:lnTo>
                        <a:pt x="10739728" y="10615157"/>
                      </a:lnTo>
                      <a:close/>
                      <a:moveTo>
                        <a:pt x="4095820" y="10615157"/>
                      </a:moveTo>
                      <a:lnTo>
                        <a:pt x="4164214" y="10673780"/>
                      </a:lnTo>
                      <a:lnTo>
                        <a:pt x="3470512" y="11504268"/>
                      </a:lnTo>
                      <a:lnTo>
                        <a:pt x="3402120" y="11435875"/>
                      </a:lnTo>
                      <a:lnTo>
                        <a:pt x="4095820" y="10615157"/>
                      </a:lnTo>
                      <a:close/>
                      <a:moveTo>
                        <a:pt x="10133960" y="10605387"/>
                      </a:moveTo>
                      <a:lnTo>
                        <a:pt x="10827660" y="11435875"/>
                      </a:lnTo>
                      <a:lnTo>
                        <a:pt x="10759268" y="11494498"/>
                      </a:lnTo>
                      <a:lnTo>
                        <a:pt x="10065566" y="10664009"/>
                      </a:lnTo>
                      <a:lnTo>
                        <a:pt x="10133960" y="10605387"/>
                      </a:lnTo>
                      <a:close/>
                      <a:moveTo>
                        <a:pt x="3529136" y="10038701"/>
                      </a:moveTo>
                      <a:lnTo>
                        <a:pt x="3587758" y="10116864"/>
                      </a:lnTo>
                      <a:lnTo>
                        <a:pt x="2767040" y="10810566"/>
                      </a:lnTo>
                      <a:lnTo>
                        <a:pt x="2708416" y="10732403"/>
                      </a:lnTo>
                      <a:lnTo>
                        <a:pt x="3529136" y="10038701"/>
                      </a:lnTo>
                      <a:close/>
                      <a:moveTo>
                        <a:pt x="10710416" y="10019160"/>
                      </a:moveTo>
                      <a:lnTo>
                        <a:pt x="11540904" y="10712862"/>
                      </a:lnTo>
                      <a:lnTo>
                        <a:pt x="11482280" y="10781255"/>
                      </a:lnTo>
                      <a:lnTo>
                        <a:pt x="10651792" y="10087553"/>
                      </a:lnTo>
                      <a:lnTo>
                        <a:pt x="10710416" y="10019160"/>
                      </a:lnTo>
                      <a:close/>
                      <a:moveTo>
                        <a:pt x="11296644" y="9940996"/>
                      </a:moveTo>
                      <a:lnTo>
                        <a:pt x="11843788" y="10312273"/>
                      </a:lnTo>
                      <a:lnTo>
                        <a:pt x="11785164" y="10390437"/>
                      </a:lnTo>
                      <a:lnTo>
                        <a:pt x="11238020" y="10009389"/>
                      </a:lnTo>
                      <a:lnTo>
                        <a:pt x="11296644" y="9940996"/>
                      </a:lnTo>
                      <a:close/>
                      <a:moveTo>
                        <a:pt x="2933136" y="9940996"/>
                      </a:moveTo>
                      <a:lnTo>
                        <a:pt x="2981990" y="10009389"/>
                      </a:lnTo>
                      <a:lnTo>
                        <a:pt x="2444616" y="10400207"/>
                      </a:lnTo>
                      <a:lnTo>
                        <a:pt x="2385992" y="10322044"/>
                      </a:lnTo>
                      <a:lnTo>
                        <a:pt x="2933136" y="9940996"/>
                      </a:lnTo>
                      <a:close/>
                      <a:moveTo>
                        <a:pt x="3069924" y="9364540"/>
                      </a:moveTo>
                      <a:lnTo>
                        <a:pt x="3109006" y="9442703"/>
                      </a:lnTo>
                      <a:lnTo>
                        <a:pt x="2180812" y="9989848"/>
                      </a:lnTo>
                      <a:lnTo>
                        <a:pt x="2131960" y="9901914"/>
                      </a:lnTo>
                      <a:lnTo>
                        <a:pt x="3069924" y="9364540"/>
                      </a:lnTo>
                      <a:close/>
                      <a:moveTo>
                        <a:pt x="11159856" y="9354769"/>
                      </a:moveTo>
                      <a:lnTo>
                        <a:pt x="12097820" y="9892144"/>
                      </a:lnTo>
                      <a:lnTo>
                        <a:pt x="12048968" y="9980078"/>
                      </a:lnTo>
                      <a:lnTo>
                        <a:pt x="11120774" y="9432933"/>
                      </a:lnTo>
                      <a:lnTo>
                        <a:pt x="11159856" y="9354769"/>
                      </a:lnTo>
                      <a:close/>
                      <a:moveTo>
                        <a:pt x="2513008" y="9208213"/>
                      </a:moveTo>
                      <a:lnTo>
                        <a:pt x="2552090" y="9286376"/>
                      </a:lnTo>
                      <a:lnTo>
                        <a:pt x="1965864" y="9589260"/>
                      </a:lnTo>
                      <a:lnTo>
                        <a:pt x="1917012" y="9501326"/>
                      </a:lnTo>
                      <a:lnTo>
                        <a:pt x="2513008" y="9208213"/>
                      </a:lnTo>
                      <a:close/>
                      <a:moveTo>
                        <a:pt x="11726542" y="9169131"/>
                      </a:moveTo>
                      <a:lnTo>
                        <a:pt x="12332310" y="9442703"/>
                      </a:lnTo>
                      <a:lnTo>
                        <a:pt x="12283458" y="9530637"/>
                      </a:lnTo>
                      <a:lnTo>
                        <a:pt x="11687460" y="9257065"/>
                      </a:lnTo>
                      <a:lnTo>
                        <a:pt x="11726542" y="9169131"/>
                      </a:lnTo>
                      <a:close/>
                      <a:moveTo>
                        <a:pt x="2737728" y="8641526"/>
                      </a:moveTo>
                      <a:lnTo>
                        <a:pt x="2767040" y="8719690"/>
                      </a:lnTo>
                      <a:lnTo>
                        <a:pt x="1750912" y="9100738"/>
                      </a:lnTo>
                      <a:lnTo>
                        <a:pt x="1721602" y="9003033"/>
                      </a:lnTo>
                      <a:lnTo>
                        <a:pt x="2737728" y="8641526"/>
                      </a:lnTo>
                      <a:close/>
                      <a:moveTo>
                        <a:pt x="11462740" y="8612215"/>
                      </a:moveTo>
                      <a:lnTo>
                        <a:pt x="12517948" y="8983492"/>
                      </a:lnTo>
                      <a:lnTo>
                        <a:pt x="12478868" y="9071426"/>
                      </a:lnTo>
                      <a:lnTo>
                        <a:pt x="11433428" y="8690379"/>
                      </a:lnTo>
                      <a:lnTo>
                        <a:pt x="11462740" y="8612215"/>
                      </a:lnTo>
                      <a:close/>
                      <a:moveTo>
                        <a:pt x="2219896" y="8377724"/>
                      </a:moveTo>
                      <a:lnTo>
                        <a:pt x="2239436" y="8465658"/>
                      </a:lnTo>
                      <a:lnTo>
                        <a:pt x="1604356" y="8661067"/>
                      </a:lnTo>
                      <a:lnTo>
                        <a:pt x="1584816" y="8563363"/>
                      </a:lnTo>
                      <a:lnTo>
                        <a:pt x="2219896" y="8377724"/>
                      </a:lnTo>
                      <a:close/>
                      <a:moveTo>
                        <a:pt x="12019656" y="8319101"/>
                      </a:moveTo>
                      <a:lnTo>
                        <a:pt x="12664506" y="8485199"/>
                      </a:lnTo>
                      <a:lnTo>
                        <a:pt x="12644964" y="8573133"/>
                      </a:lnTo>
                      <a:lnTo>
                        <a:pt x="12000116" y="8407036"/>
                      </a:lnTo>
                      <a:lnTo>
                        <a:pt x="12019656" y="8319101"/>
                      </a:lnTo>
                      <a:close/>
                      <a:moveTo>
                        <a:pt x="2532548" y="7859890"/>
                      </a:moveTo>
                      <a:lnTo>
                        <a:pt x="2542320" y="7947824"/>
                      </a:lnTo>
                      <a:lnTo>
                        <a:pt x="1487112" y="8133463"/>
                      </a:lnTo>
                      <a:lnTo>
                        <a:pt x="1467570" y="8045529"/>
                      </a:lnTo>
                      <a:lnTo>
                        <a:pt x="2532548" y="7859890"/>
                      </a:lnTo>
                      <a:close/>
                      <a:moveTo>
                        <a:pt x="11667920" y="7830579"/>
                      </a:moveTo>
                      <a:lnTo>
                        <a:pt x="12762210" y="8016218"/>
                      </a:lnTo>
                      <a:lnTo>
                        <a:pt x="12742668" y="8113922"/>
                      </a:lnTo>
                      <a:lnTo>
                        <a:pt x="11648380" y="7918513"/>
                      </a:lnTo>
                      <a:lnTo>
                        <a:pt x="11667920" y="7830579"/>
                      </a:lnTo>
                      <a:close/>
                      <a:moveTo>
                        <a:pt x="2063568" y="7488613"/>
                      </a:moveTo>
                      <a:lnTo>
                        <a:pt x="2073338" y="7586318"/>
                      </a:lnTo>
                      <a:lnTo>
                        <a:pt x="1408948" y="7654711"/>
                      </a:lnTo>
                      <a:lnTo>
                        <a:pt x="1408948" y="7566777"/>
                      </a:lnTo>
                      <a:lnTo>
                        <a:pt x="2063568" y="7488613"/>
                      </a:lnTo>
                      <a:close/>
                      <a:moveTo>
                        <a:pt x="12166212" y="7459302"/>
                      </a:moveTo>
                      <a:lnTo>
                        <a:pt x="12830604" y="7508154"/>
                      </a:lnTo>
                      <a:lnTo>
                        <a:pt x="12820832" y="7596088"/>
                      </a:lnTo>
                      <a:lnTo>
                        <a:pt x="12156442" y="7547236"/>
                      </a:lnTo>
                      <a:lnTo>
                        <a:pt x="12166212" y="7459302"/>
                      </a:lnTo>
                      <a:close/>
                      <a:moveTo>
                        <a:pt x="1379636" y="7039172"/>
                      </a:moveTo>
                      <a:lnTo>
                        <a:pt x="2464156" y="7039172"/>
                      </a:lnTo>
                      <a:lnTo>
                        <a:pt x="2464156" y="7127106"/>
                      </a:lnTo>
                      <a:lnTo>
                        <a:pt x="1379636" y="7136877"/>
                      </a:lnTo>
                      <a:lnTo>
                        <a:pt x="1379636" y="7039172"/>
                      </a:lnTo>
                      <a:close/>
                      <a:moveTo>
                        <a:pt x="11726542" y="7019632"/>
                      </a:moveTo>
                      <a:lnTo>
                        <a:pt x="12840374" y="7019632"/>
                      </a:lnTo>
                      <a:lnTo>
                        <a:pt x="12840374" y="7107566"/>
                      </a:lnTo>
                      <a:lnTo>
                        <a:pt x="11726542" y="7117336"/>
                      </a:lnTo>
                      <a:lnTo>
                        <a:pt x="11726542" y="7019632"/>
                      </a:lnTo>
                      <a:close/>
                      <a:moveTo>
                        <a:pt x="1408948" y="6550650"/>
                      </a:moveTo>
                      <a:lnTo>
                        <a:pt x="2063568" y="6599502"/>
                      </a:lnTo>
                      <a:lnTo>
                        <a:pt x="2063568" y="6687436"/>
                      </a:lnTo>
                      <a:lnTo>
                        <a:pt x="1399176" y="6648354"/>
                      </a:lnTo>
                      <a:lnTo>
                        <a:pt x="1408948" y="6550650"/>
                      </a:lnTo>
                      <a:close/>
                      <a:moveTo>
                        <a:pt x="12811062" y="6492028"/>
                      </a:moveTo>
                      <a:lnTo>
                        <a:pt x="12820832" y="6589732"/>
                      </a:lnTo>
                      <a:lnTo>
                        <a:pt x="12166212" y="6648354"/>
                      </a:lnTo>
                      <a:lnTo>
                        <a:pt x="12156442" y="6560420"/>
                      </a:lnTo>
                      <a:lnTo>
                        <a:pt x="12811062" y="6492028"/>
                      </a:lnTo>
                      <a:close/>
                      <a:moveTo>
                        <a:pt x="1477340" y="6032816"/>
                      </a:moveTo>
                      <a:lnTo>
                        <a:pt x="2542320" y="6228225"/>
                      </a:lnTo>
                      <a:lnTo>
                        <a:pt x="2522778" y="6316159"/>
                      </a:lnTo>
                      <a:lnTo>
                        <a:pt x="1457800" y="6130520"/>
                      </a:lnTo>
                      <a:lnTo>
                        <a:pt x="1477340" y="6032816"/>
                      </a:lnTo>
                      <a:close/>
                      <a:moveTo>
                        <a:pt x="12742668" y="6013276"/>
                      </a:moveTo>
                      <a:lnTo>
                        <a:pt x="12762210" y="6110980"/>
                      </a:lnTo>
                      <a:lnTo>
                        <a:pt x="11658148" y="6306389"/>
                      </a:lnTo>
                      <a:lnTo>
                        <a:pt x="11648380" y="6218455"/>
                      </a:lnTo>
                      <a:lnTo>
                        <a:pt x="12742668" y="6013276"/>
                      </a:lnTo>
                      <a:close/>
                      <a:moveTo>
                        <a:pt x="1584816" y="5573605"/>
                      </a:moveTo>
                      <a:lnTo>
                        <a:pt x="2229664" y="5729932"/>
                      </a:lnTo>
                      <a:lnTo>
                        <a:pt x="2200354" y="5817866"/>
                      </a:lnTo>
                      <a:lnTo>
                        <a:pt x="1555504" y="5661539"/>
                      </a:lnTo>
                      <a:lnTo>
                        <a:pt x="1584816" y="5573605"/>
                      </a:lnTo>
                      <a:close/>
                      <a:moveTo>
                        <a:pt x="12615652" y="5495441"/>
                      </a:moveTo>
                      <a:lnTo>
                        <a:pt x="12644964" y="5583375"/>
                      </a:lnTo>
                      <a:lnTo>
                        <a:pt x="12009884" y="5759243"/>
                      </a:lnTo>
                      <a:lnTo>
                        <a:pt x="11980574" y="5671309"/>
                      </a:lnTo>
                      <a:lnTo>
                        <a:pt x="12615652" y="5495441"/>
                      </a:lnTo>
                      <a:close/>
                      <a:moveTo>
                        <a:pt x="1741144" y="5075312"/>
                      </a:moveTo>
                      <a:lnTo>
                        <a:pt x="2757268" y="5446589"/>
                      </a:lnTo>
                      <a:lnTo>
                        <a:pt x="2727958" y="5534523"/>
                      </a:lnTo>
                      <a:lnTo>
                        <a:pt x="1711832" y="5163246"/>
                      </a:lnTo>
                      <a:lnTo>
                        <a:pt x="1741144" y="5075312"/>
                      </a:lnTo>
                      <a:close/>
                      <a:moveTo>
                        <a:pt x="12469096" y="5055771"/>
                      </a:moveTo>
                      <a:lnTo>
                        <a:pt x="12508178" y="5143705"/>
                      </a:lnTo>
                      <a:lnTo>
                        <a:pt x="11462740" y="5524752"/>
                      </a:lnTo>
                      <a:lnTo>
                        <a:pt x="11423658" y="5446589"/>
                      </a:lnTo>
                      <a:lnTo>
                        <a:pt x="12469096" y="5055771"/>
                      </a:lnTo>
                      <a:close/>
                      <a:moveTo>
                        <a:pt x="1936552" y="4616101"/>
                      </a:moveTo>
                      <a:lnTo>
                        <a:pt x="2542320" y="4889673"/>
                      </a:lnTo>
                      <a:lnTo>
                        <a:pt x="2503238" y="4967837"/>
                      </a:lnTo>
                      <a:lnTo>
                        <a:pt x="1897470" y="4704035"/>
                      </a:lnTo>
                      <a:lnTo>
                        <a:pt x="1936552" y="4616101"/>
                      </a:lnTo>
                      <a:close/>
                      <a:moveTo>
                        <a:pt x="12263916" y="4567248"/>
                      </a:moveTo>
                      <a:lnTo>
                        <a:pt x="12303000" y="4645412"/>
                      </a:lnTo>
                      <a:lnTo>
                        <a:pt x="11707000" y="4938527"/>
                      </a:lnTo>
                      <a:lnTo>
                        <a:pt x="11667920" y="4850592"/>
                      </a:lnTo>
                      <a:lnTo>
                        <a:pt x="12263916" y="4567248"/>
                      </a:lnTo>
                      <a:close/>
                      <a:moveTo>
                        <a:pt x="12048968" y="4166660"/>
                      </a:moveTo>
                      <a:lnTo>
                        <a:pt x="12097820" y="4244824"/>
                      </a:lnTo>
                      <a:lnTo>
                        <a:pt x="11130544" y="4801739"/>
                      </a:lnTo>
                      <a:lnTo>
                        <a:pt x="11081692" y="4723576"/>
                      </a:lnTo>
                      <a:lnTo>
                        <a:pt x="12048968" y="4166660"/>
                      </a:lnTo>
                      <a:close/>
                      <a:moveTo>
                        <a:pt x="2171042" y="4166660"/>
                      </a:moveTo>
                      <a:lnTo>
                        <a:pt x="3138316" y="4723576"/>
                      </a:lnTo>
                      <a:lnTo>
                        <a:pt x="3099236" y="4811510"/>
                      </a:lnTo>
                      <a:lnTo>
                        <a:pt x="2122190" y="4254594"/>
                      </a:lnTo>
                      <a:lnTo>
                        <a:pt x="2171042" y="4166660"/>
                      </a:lnTo>
                      <a:close/>
                      <a:moveTo>
                        <a:pt x="11785164" y="3756301"/>
                      </a:moveTo>
                      <a:lnTo>
                        <a:pt x="11834016" y="3834465"/>
                      </a:lnTo>
                      <a:lnTo>
                        <a:pt x="11296644" y="4215512"/>
                      </a:lnTo>
                      <a:lnTo>
                        <a:pt x="11247790" y="4147119"/>
                      </a:lnTo>
                      <a:lnTo>
                        <a:pt x="11785164" y="3756301"/>
                      </a:lnTo>
                      <a:close/>
                      <a:moveTo>
                        <a:pt x="2444616" y="3756301"/>
                      </a:moveTo>
                      <a:lnTo>
                        <a:pt x="2991760" y="4127578"/>
                      </a:lnTo>
                      <a:lnTo>
                        <a:pt x="2933136" y="4205742"/>
                      </a:lnTo>
                      <a:lnTo>
                        <a:pt x="2385992" y="3834465"/>
                      </a:lnTo>
                      <a:lnTo>
                        <a:pt x="2444616" y="3756301"/>
                      </a:lnTo>
                      <a:close/>
                      <a:moveTo>
                        <a:pt x="2747500" y="3365483"/>
                      </a:moveTo>
                      <a:lnTo>
                        <a:pt x="3607300" y="4078726"/>
                      </a:lnTo>
                      <a:lnTo>
                        <a:pt x="3548676" y="4147119"/>
                      </a:lnTo>
                      <a:lnTo>
                        <a:pt x="2688876" y="3433876"/>
                      </a:lnTo>
                      <a:lnTo>
                        <a:pt x="2747500" y="3365483"/>
                      </a:lnTo>
                      <a:close/>
                      <a:moveTo>
                        <a:pt x="11462740" y="3336172"/>
                      </a:moveTo>
                      <a:lnTo>
                        <a:pt x="11521364" y="3414335"/>
                      </a:lnTo>
                      <a:lnTo>
                        <a:pt x="10671334" y="4137349"/>
                      </a:lnTo>
                      <a:lnTo>
                        <a:pt x="10602940" y="4059185"/>
                      </a:lnTo>
                      <a:lnTo>
                        <a:pt x="11462740" y="3336172"/>
                      </a:lnTo>
                      <a:close/>
                      <a:moveTo>
                        <a:pt x="3079694" y="3003979"/>
                      </a:moveTo>
                      <a:lnTo>
                        <a:pt x="3558446" y="3463187"/>
                      </a:lnTo>
                      <a:lnTo>
                        <a:pt x="3490052" y="3521810"/>
                      </a:lnTo>
                      <a:lnTo>
                        <a:pt x="3021072" y="3072369"/>
                      </a:lnTo>
                      <a:lnTo>
                        <a:pt x="3079694" y="3003979"/>
                      </a:lnTo>
                      <a:close/>
                      <a:moveTo>
                        <a:pt x="11391810" y="2760793"/>
                      </a:moveTo>
                      <a:lnTo>
                        <a:pt x="7705476" y="7719161"/>
                      </a:lnTo>
                      <a:lnTo>
                        <a:pt x="7706432" y="7720110"/>
                      </a:lnTo>
                      <a:lnTo>
                        <a:pt x="7702608" y="7723017"/>
                      </a:lnTo>
                      <a:lnTo>
                        <a:pt x="7699740" y="7726874"/>
                      </a:lnTo>
                      <a:lnTo>
                        <a:pt x="7698782" y="7725925"/>
                      </a:lnTo>
                      <a:lnTo>
                        <a:pt x="2779492" y="11464244"/>
                      </a:lnTo>
                      <a:lnTo>
                        <a:pt x="2968736" y="11644670"/>
                      </a:lnTo>
                      <a:cubicBezTo>
                        <a:pt x="4056068" y="12632934"/>
                        <a:pt x="5500482" y="13235266"/>
                        <a:pt x="7085580" y="13235266"/>
                      </a:cubicBezTo>
                      <a:cubicBezTo>
                        <a:pt x="10467116" y="13235266"/>
                        <a:pt x="13208396" y="10493988"/>
                        <a:pt x="13208396" y="7112449"/>
                      </a:cubicBezTo>
                      <a:cubicBezTo>
                        <a:pt x="13208396" y="5421680"/>
                        <a:pt x="12523076" y="3890975"/>
                        <a:pt x="11415064" y="2782964"/>
                      </a:cubicBezTo>
                      <a:lnTo>
                        <a:pt x="11391810" y="2760793"/>
                      </a:lnTo>
                      <a:close/>
                      <a:moveTo>
                        <a:pt x="10749496" y="2652240"/>
                      </a:moveTo>
                      <a:lnTo>
                        <a:pt x="10827660" y="2710863"/>
                      </a:lnTo>
                      <a:lnTo>
                        <a:pt x="10104648" y="3570662"/>
                      </a:lnTo>
                      <a:lnTo>
                        <a:pt x="10036254" y="3512040"/>
                      </a:lnTo>
                      <a:lnTo>
                        <a:pt x="10749496" y="2652240"/>
                      </a:lnTo>
                      <a:close/>
                      <a:moveTo>
                        <a:pt x="3470512" y="2652240"/>
                      </a:moveTo>
                      <a:lnTo>
                        <a:pt x="4183756" y="3512040"/>
                      </a:lnTo>
                      <a:lnTo>
                        <a:pt x="4115362" y="3570662"/>
                      </a:lnTo>
                      <a:lnTo>
                        <a:pt x="3392348" y="2710863"/>
                      </a:lnTo>
                      <a:lnTo>
                        <a:pt x="3470512" y="2652240"/>
                      </a:lnTo>
                      <a:close/>
                      <a:moveTo>
                        <a:pt x="10368450" y="2359126"/>
                      </a:moveTo>
                      <a:lnTo>
                        <a:pt x="10446612" y="2417749"/>
                      </a:lnTo>
                      <a:lnTo>
                        <a:pt x="10075336" y="2964894"/>
                      </a:lnTo>
                      <a:lnTo>
                        <a:pt x="9997172" y="2906275"/>
                      </a:lnTo>
                      <a:lnTo>
                        <a:pt x="10368450" y="2359126"/>
                      </a:lnTo>
                      <a:close/>
                      <a:moveTo>
                        <a:pt x="3861330" y="2359126"/>
                      </a:moveTo>
                      <a:lnTo>
                        <a:pt x="4242378" y="2896501"/>
                      </a:lnTo>
                      <a:lnTo>
                        <a:pt x="4173984" y="2945353"/>
                      </a:lnTo>
                      <a:lnTo>
                        <a:pt x="3783168" y="2417749"/>
                      </a:lnTo>
                      <a:lnTo>
                        <a:pt x="3861330" y="2359126"/>
                      </a:lnTo>
                      <a:close/>
                      <a:moveTo>
                        <a:pt x="4281460" y="2095324"/>
                      </a:moveTo>
                      <a:lnTo>
                        <a:pt x="4838376" y="3062599"/>
                      </a:lnTo>
                      <a:lnTo>
                        <a:pt x="4760212" y="3101681"/>
                      </a:lnTo>
                      <a:lnTo>
                        <a:pt x="4203296" y="2144177"/>
                      </a:lnTo>
                      <a:lnTo>
                        <a:pt x="4281460" y="2095324"/>
                      </a:lnTo>
                      <a:close/>
                      <a:moveTo>
                        <a:pt x="9919008" y="2075783"/>
                      </a:moveTo>
                      <a:lnTo>
                        <a:pt x="10006944" y="2124636"/>
                      </a:lnTo>
                      <a:lnTo>
                        <a:pt x="9450028" y="3091910"/>
                      </a:lnTo>
                      <a:lnTo>
                        <a:pt x="9371864" y="3052828"/>
                      </a:lnTo>
                      <a:lnTo>
                        <a:pt x="9919008" y="2075783"/>
                      </a:lnTo>
                      <a:close/>
                      <a:moveTo>
                        <a:pt x="4721130" y="1870604"/>
                      </a:moveTo>
                      <a:lnTo>
                        <a:pt x="5004472" y="2466601"/>
                      </a:lnTo>
                      <a:lnTo>
                        <a:pt x="4926308" y="2505683"/>
                      </a:lnTo>
                      <a:lnTo>
                        <a:pt x="4633196" y="1909686"/>
                      </a:lnTo>
                      <a:lnTo>
                        <a:pt x="4721130" y="1870604"/>
                      </a:lnTo>
                      <a:close/>
                      <a:moveTo>
                        <a:pt x="9479340" y="1860833"/>
                      </a:moveTo>
                      <a:lnTo>
                        <a:pt x="9567272" y="1899915"/>
                      </a:lnTo>
                      <a:lnTo>
                        <a:pt x="9303472" y="2505683"/>
                      </a:lnTo>
                      <a:lnTo>
                        <a:pt x="9215536" y="2466601"/>
                      </a:lnTo>
                      <a:lnTo>
                        <a:pt x="9479340" y="1860833"/>
                      </a:lnTo>
                      <a:close/>
                      <a:moveTo>
                        <a:pt x="5190112" y="1675195"/>
                      </a:moveTo>
                      <a:lnTo>
                        <a:pt x="5571160" y="2730403"/>
                      </a:lnTo>
                      <a:lnTo>
                        <a:pt x="5483224" y="2759715"/>
                      </a:lnTo>
                      <a:lnTo>
                        <a:pt x="5102176" y="1714277"/>
                      </a:lnTo>
                      <a:lnTo>
                        <a:pt x="5190112" y="1675195"/>
                      </a:lnTo>
                      <a:close/>
                      <a:moveTo>
                        <a:pt x="9010356" y="1665425"/>
                      </a:moveTo>
                      <a:lnTo>
                        <a:pt x="9098292" y="1704506"/>
                      </a:lnTo>
                      <a:lnTo>
                        <a:pt x="8727014" y="2749944"/>
                      </a:lnTo>
                      <a:lnTo>
                        <a:pt x="8639080" y="2720633"/>
                      </a:lnTo>
                      <a:lnTo>
                        <a:pt x="9010356" y="1665425"/>
                      </a:lnTo>
                      <a:close/>
                      <a:moveTo>
                        <a:pt x="8551146" y="1528638"/>
                      </a:moveTo>
                      <a:lnTo>
                        <a:pt x="8639080" y="1548179"/>
                      </a:lnTo>
                      <a:lnTo>
                        <a:pt x="8472984" y="2193029"/>
                      </a:lnTo>
                      <a:lnTo>
                        <a:pt x="8385048" y="2173488"/>
                      </a:lnTo>
                      <a:lnTo>
                        <a:pt x="8551146" y="1528638"/>
                      </a:lnTo>
                      <a:close/>
                      <a:moveTo>
                        <a:pt x="5678634" y="1528638"/>
                      </a:moveTo>
                      <a:lnTo>
                        <a:pt x="5864272" y="2163717"/>
                      </a:lnTo>
                      <a:lnTo>
                        <a:pt x="5766568" y="2183261"/>
                      </a:lnTo>
                      <a:lnTo>
                        <a:pt x="5590700" y="1548179"/>
                      </a:lnTo>
                      <a:lnTo>
                        <a:pt x="5678634" y="1528638"/>
                      </a:lnTo>
                      <a:close/>
                      <a:moveTo>
                        <a:pt x="8052852" y="1421164"/>
                      </a:moveTo>
                      <a:lnTo>
                        <a:pt x="8150558" y="1440704"/>
                      </a:lnTo>
                      <a:lnTo>
                        <a:pt x="7955148" y="2534995"/>
                      </a:lnTo>
                      <a:lnTo>
                        <a:pt x="7867216" y="2525224"/>
                      </a:lnTo>
                      <a:lnTo>
                        <a:pt x="8052852" y="1421164"/>
                      </a:lnTo>
                      <a:close/>
                      <a:moveTo>
                        <a:pt x="6157386" y="1421164"/>
                      </a:moveTo>
                      <a:lnTo>
                        <a:pt x="6352796" y="2525224"/>
                      </a:lnTo>
                      <a:lnTo>
                        <a:pt x="6264860" y="2544768"/>
                      </a:lnTo>
                      <a:lnTo>
                        <a:pt x="6059680" y="1440704"/>
                      </a:lnTo>
                      <a:lnTo>
                        <a:pt x="6157386" y="1421164"/>
                      </a:lnTo>
                      <a:close/>
                      <a:moveTo>
                        <a:pt x="7564332" y="1362543"/>
                      </a:moveTo>
                      <a:lnTo>
                        <a:pt x="7652264" y="1372311"/>
                      </a:lnTo>
                      <a:lnTo>
                        <a:pt x="7603412" y="2026931"/>
                      </a:lnTo>
                      <a:lnTo>
                        <a:pt x="7515480" y="2026931"/>
                      </a:lnTo>
                      <a:lnTo>
                        <a:pt x="7564332" y="1362543"/>
                      </a:lnTo>
                      <a:close/>
                      <a:moveTo>
                        <a:pt x="6655680" y="1362543"/>
                      </a:moveTo>
                      <a:lnTo>
                        <a:pt x="6724072" y="2017164"/>
                      </a:lnTo>
                      <a:lnTo>
                        <a:pt x="6636138" y="2026931"/>
                      </a:lnTo>
                      <a:lnTo>
                        <a:pt x="6567744" y="1372311"/>
                      </a:lnTo>
                      <a:lnTo>
                        <a:pt x="6655680" y="1362543"/>
                      </a:lnTo>
                      <a:close/>
                      <a:moveTo>
                        <a:pt x="7046496" y="1342999"/>
                      </a:moveTo>
                      <a:lnTo>
                        <a:pt x="7144200" y="1342999"/>
                      </a:lnTo>
                      <a:lnTo>
                        <a:pt x="7144200" y="2466601"/>
                      </a:lnTo>
                      <a:lnTo>
                        <a:pt x="7056268" y="2466601"/>
                      </a:lnTo>
                      <a:lnTo>
                        <a:pt x="7046496" y="1342999"/>
                      </a:lnTo>
                      <a:close/>
                      <a:moveTo>
                        <a:pt x="7085580" y="989632"/>
                      </a:moveTo>
                      <a:cubicBezTo>
                        <a:pt x="3704040" y="989632"/>
                        <a:pt x="962764" y="3730910"/>
                        <a:pt x="962764" y="7112449"/>
                      </a:cubicBezTo>
                      <a:cubicBezTo>
                        <a:pt x="962764" y="8803219"/>
                        <a:pt x="1648082" y="10333923"/>
                        <a:pt x="2756092" y="11441934"/>
                      </a:cubicBezTo>
                      <a:lnTo>
                        <a:pt x="2779362" y="11464120"/>
                      </a:lnTo>
                      <a:lnTo>
                        <a:pt x="6588734" y="6627501"/>
                      </a:lnTo>
                      <a:lnTo>
                        <a:pt x="6587966" y="6626741"/>
                      </a:lnTo>
                      <a:lnTo>
                        <a:pt x="6591696" y="6623740"/>
                      </a:lnTo>
                      <a:lnTo>
                        <a:pt x="6594660" y="6619978"/>
                      </a:lnTo>
                      <a:lnTo>
                        <a:pt x="6595428" y="6620737"/>
                      </a:lnTo>
                      <a:lnTo>
                        <a:pt x="11391680" y="2760668"/>
                      </a:lnTo>
                      <a:lnTo>
                        <a:pt x="11202422" y="2580229"/>
                      </a:lnTo>
                      <a:cubicBezTo>
                        <a:pt x="10115088" y="1591964"/>
                        <a:pt x="8670676" y="989632"/>
                        <a:pt x="7085580" y="989632"/>
                      </a:cubicBezTo>
                      <a:close/>
                      <a:moveTo>
                        <a:pt x="4474866" y="0"/>
                      </a:moveTo>
                      <a:lnTo>
                        <a:pt x="9770450" y="0"/>
                      </a:lnTo>
                      <a:lnTo>
                        <a:pt x="10288284" y="9771"/>
                      </a:lnTo>
                      <a:lnTo>
                        <a:pt x="10718184" y="9771"/>
                      </a:lnTo>
                      <a:lnTo>
                        <a:pt x="10962444" y="19541"/>
                      </a:lnTo>
                      <a:lnTo>
                        <a:pt x="11196936" y="29312"/>
                      </a:lnTo>
                      <a:lnTo>
                        <a:pt x="11431426" y="58623"/>
                      </a:lnTo>
                      <a:lnTo>
                        <a:pt x="11656148" y="87934"/>
                      </a:lnTo>
                      <a:lnTo>
                        <a:pt x="11880868" y="136787"/>
                      </a:lnTo>
                      <a:lnTo>
                        <a:pt x="12105588" y="205180"/>
                      </a:lnTo>
                      <a:lnTo>
                        <a:pt x="12330308" y="283343"/>
                      </a:lnTo>
                      <a:lnTo>
                        <a:pt x="12545258" y="381048"/>
                      </a:lnTo>
                      <a:lnTo>
                        <a:pt x="12652732" y="439671"/>
                      </a:lnTo>
                      <a:lnTo>
                        <a:pt x="12750436" y="498293"/>
                      </a:lnTo>
                      <a:lnTo>
                        <a:pt x="12945846" y="635080"/>
                      </a:lnTo>
                      <a:lnTo>
                        <a:pt x="13131484" y="781636"/>
                      </a:lnTo>
                      <a:lnTo>
                        <a:pt x="13307352" y="947734"/>
                      </a:lnTo>
                      <a:lnTo>
                        <a:pt x="13463680" y="1113832"/>
                      </a:lnTo>
                      <a:lnTo>
                        <a:pt x="13620008" y="1299470"/>
                      </a:lnTo>
                      <a:lnTo>
                        <a:pt x="13756792" y="1504650"/>
                      </a:lnTo>
                      <a:lnTo>
                        <a:pt x="13815416" y="1602354"/>
                      </a:lnTo>
                      <a:lnTo>
                        <a:pt x="13874040" y="1709829"/>
                      </a:lnTo>
                      <a:lnTo>
                        <a:pt x="13971744" y="1924779"/>
                      </a:lnTo>
                      <a:lnTo>
                        <a:pt x="14049908" y="2139729"/>
                      </a:lnTo>
                      <a:lnTo>
                        <a:pt x="14108530" y="2364450"/>
                      </a:lnTo>
                      <a:lnTo>
                        <a:pt x="14157382" y="2598940"/>
                      </a:lnTo>
                      <a:lnTo>
                        <a:pt x="14196464" y="2823661"/>
                      </a:lnTo>
                      <a:lnTo>
                        <a:pt x="14216004" y="3058152"/>
                      </a:lnTo>
                      <a:lnTo>
                        <a:pt x="14235546" y="3292642"/>
                      </a:lnTo>
                      <a:lnTo>
                        <a:pt x="14245316" y="3527133"/>
                      </a:lnTo>
                      <a:lnTo>
                        <a:pt x="14245316" y="3957033"/>
                      </a:lnTo>
                      <a:lnTo>
                        <a:pt x="14245316" y="4484637"/>
                      </a:lnTo>
                      <a:lnTo>
                        <a:pt x="14245316" y="9770451"/>
                      </a:lnTo>
                      <a:lnTo>
                        <a:pt x="14245316" y="10298055"/>
                      </a:lnTo>
                      <a:lnTo>
                        <a:pt x="14245316" y="10727955"/>
                      </a:lnTo>
                      <a:lnTo>
                        <a:pt x="14235546" y="10962446"/>
                      </a:lnTo>
                      <a:lnTo>
                        <a:pt x="14216004" y="11206707"/>
                      </a:lnTo>
                      <a:lnTo>
                        <a:pt x="14196464" y="11431428"/>
                      </a:lnTo>
                      <a:lnTo>
                        <a:pt x="14157382" y="11656148"/>
                      </a:lnTo>
                      <a:lnTo>
                        <a:pt x="14108530" y="11890639"/>
                      </a:lnTo>
                      <a:lnTo>
                        <a:pt x="14049908" y="12115359"/>
                      </a:lnTo>
                      <a:lnTo>
                        <a:pt x="13971744" y="12330309"/>
                      </a:lnTo>
                      <a:lnTo>
                        <a:pt x="13874040" y="12545259"/>
                      </a:lnTo>
                      <a:lnTo>
                        <a:pt x="13815416" y="12652734"/>
                      </a:lnTo>
                      <a:lnTo>
                        <a:pt x="13756792" y="12760209"/>
                      </a:lnTo>
                      <a:lnTo>
                        <a:pt x="13620008" y="12955618"/>
                      </a:lnTo>
                      <a:lnTo>
                        <a:pt x="13463680" y="13141257"/>
                      </a:lnTo>
                      <a:lnTo>
                        <a:pt x="13307352" y="13317125"/>
                      </a:lnTo>
                      <a:lnTo>
                        <a:pt x="13131484" y="13473452"/>
                      </a:lnTo>
                      <a:lnTo>
                        <a:pt x="12945846" y="13620009"/>
                      </a:lnTo>
                      <a:lnTo>
                        <a:pt x="12750436" y="13756795"/>
                      </a:lnTo>
                      <a:lnTo>
                        <a:pt x="12652732" y="13825188"/>
                      </a:lnTo>
                      <a:lnTo>
                        <a:pt x="12545258" y="13883811"/>
                      </a:lnTo>
                      <a:lnTo>
                        <a:pt x="12330308" y="13981515"/>
                      </a:lnTo>
                      <a:lnTo>
                        <a:pt x="12105588" y="14059679"/>
                      </a:lnTo>
                      <a:lnTo>
                        <a:pt x="11880868" y="14118302"/>
                      </a:lnTo>
                      <a:lnTo>
                        <a:pt x="11656148" y="14167154"/>
                      </a:lnTo>
                      <a:lnTo>
                        <a:pt x="11431426" y="14196465"/>
                      </a:lnTo>
                      <a:lnTo>
                        <a:pt x="11196936" y="14225777"/>
                      </a:lnTo>
                      <a:lnTo>
                        <a:pt x="10962444" y="14235547"/>
                      </a:lnTo>
                      <a:lnTo>
                        <a:pt x="10718184" y="14245318"/>
                      </a:lnTo>
                      <a:lnTo>
                        <a:pt x="10288284" y="14255088"/>
                      </a:lnTo>
                      <a:lnTo>
                        <a:pt x="9770450" y="14255088"/>
                      </a:lnTo>
                      <a:lnTo>
                        <a:pt x="4474866" y="14255088"/>
                      </a:lnTo>
                      <a:lnTo>
                        <a:pt x="3957032" y="14255088"/>
                      </a:lnTo>
                      <a:lnTo>
                        <a:pt x="3527132" y="14245318"/>
                      </a:lnTo>
                      <a:lnTo>
                        <a:pt x="3282870" y="14235547"/>
                      </a:lnTo>
                      <a:lnTo>
                        <a:pt x="3048380" y="14225777"/>
                      </a:lnTo>
                      <a:lnTo>
                        <a:pt x="2813888" y="14196465"/>
                      </a:lnTo>
                      <a:lnTo>
                        <a:pt x="2589168" y="14167154"/>
                      </a:lnTo>
                      <a:lnTo>
                        <a:pt x="2364448" y="14118302"/>
                      </a:lnTo>
                      <a:lnTo>
                        <a:pt x="2139728" y="14059679"/>
                      </a:lnTo>
                      <a:lnTo>
                        <a:pt x="1924778" y="13981515"/>
                      </a:lnTo>
                      <a:lnTo>
                        <a:pt x="1709828" y="13883811"/>
                      </a:lnTo>
                      <a:lnTo>
                        <a:pt x="1602352" y="13825188"/>
                      </a:lnTo>
                      <a:lnTo>
                        <a:pt x="1494878" y="13756795"/>
                      </a:lnTo>
                      <a:lnTo>
                        <a:pt x="1299468" y="13620009"/>
                      </a:lnTo>
                      <a:lnTo>
                        <a:pt x="1113832" y="13473452"/>
                      </a:lnTo>
                      <a:lnTo>
                        <a:pt x="937964" y="13317125"/>
                      </a:lnTo>
                      <a:lnTo>
                        <a:pt x="781636" y="13141257"/>
                      </a:lnTo>
                      <a:lnTo>
                        <a:pt x="625308" y="12955618"/>
                      </a:lnTo>
                      <a:lnTo>
                        <a:pt x="488520" y="12760209"/>
                      </a:lnTo>
                      <a:lnTo>
                        <a:pt x="429900" y="12652734"/>
                      </a:lnTo>
                      <a:lnTo>
                        <a:pt x="371276" y="12545259"/>
                      </a:lnTo>
                      <a:lnTo>
                        <a:pt x="273572" y="12330309"/>
                      </a:lnTo>
                      <a:lnTo>
                        <a:pt x="195408" y="12115359"/>
                      </a:lnTo>
                      <a:lnTo>
                        <a:pt x="136784" y="11890639"/>
                      </a:lnTo>
                      <a:lnTo>
                        <a:pt x="87932" y="11656148"/>
                      </a:lnTo>
                      <a:lnTo>
                        <a:pt x="48852" y="11431428"/>
                      </a:lnTo>
                      <a:lnTo>
                        <a:pt x="29312" y="11206707"/>
                      </a:lnTo>
                      <a:lnTo>
                        <a:pt x="9768" y="10962446"/>
                      </a:lnTo>
                      <a:lnTo>
                        <a:pt x="9768" y="10727955"/>
                      </a:lnTo>
                      <a:lnTo>
                        <a:pt x="0" y="10298055"/>
                      </a:lnTo>
                      <a:lnTo>
                        <a:pt x="0" y="9770451"/>
                      </a:lnTo>
                      <a:lnTo>
                        <a:pt x="0" y="4484637"/>
                      </a:lnTo>
                      <a:lnTo>
                        <a:pt x="0" y="3957033"/>
                      </a:lnTo>
                      <a:lnTo>
                        <a:pt x="9768" y="3527133"/>
                      </a:lnTo>
                      <a:lnTo>
                        <a:pt x="9768" y="3292642"/>
                      </a:lnTo>
                      <a:lnTo>
                        <a:pt x="29312" y="3058152"/>
                      </a:lnTo>
                      <a:lnTo>
                        <a:pt x="48852" y="2823661"/>
                      </a:lnTo>
                      <a:lnTo>
                        <a:pt x="87932" y="2598940"/>
                      </a:lnTo>
                      <a:lnTo>
                        <a:pt x="136784" y="2364450"/>
                      </a:lnTo>
                      <a:lnTo>
                        <a:pt x="195408" y="2139729"/>
                      </a:lnTo>
                      <a:lnTo>
                        <a:pt x="273572" y="1924779"/>
                      </a:lnTo>
                      <a:lnTo>
                        <a:pt x="371276" y="1709829"/>
                      </a:lnTo>
                      <a:lnTo>
                        <a:pt x="429900" y="1602354"/>
                      </a:lnTo>
                      <a:lnTo>
                        <a:pt x="488520" y="1504650"/>
                      </a:lnTo>
                      <a:lnTo>
                        <a:pt x="625308" y="1299470"/>
                      </a:lnTo>
                      <a:lnTo>
                        <a:pt x="781636" y="1113832"/>
                      </a:lnTo>
                      <a:lnTo>
                        <a:pt x="937964" y="947734"/>
                      </a:lnTo>
                      <a:lnTo>
                        <a:pt x="1113832" y="781636"/>
                      </a:lnTo>
                      <a:lnTo>
                        <a:pt x="1299468" y="635080"/>
                      </a:lnTo>
                      <a:lnTo>
                        <a:pt x="1494878" y="498293"/>
                      </a:lnTo>
                      <a:lnTo>
                        <a:pt x="1602352" y="439671"/>
                      </a:lnTo>
                      <a:lnTo>
                        <a:pt x="1709828" y="381048"/>
                      </a:lnTo>
                      <a:lnTo>
                        <a:pt x="1924778" y="283343"/>
                      </a:lnTo>
                      <a:lnTo>
                        <a:pt x="2139728" y="205180"/>
                      </a:lnTo>
                      <a:lnTo>
                        <a:pt x="2364448" y="136787"/>
                      </a:lnTo>
                      <a:lnTo>
                        <a:pt x="2589168" y="87934"/>
                      </a:lnTo>
                      <a:lnTo>
                        <a:pt x="2813888" y="58623"/>
                      </a:lnTo>
                      <a:lnTo>
                        <a:pt x="3048380" y="29312"/>
                      </a:lnTo>
                      <a:lnTo>
                        <a:pt x="3282870" y="19541"/>
                      </a:lnTo>
                      <a:lnTo>
                        <a:pt x="3527132" y="9771"/>
                      </a:lnTo>
                      <a:lnTo>
                        <a:pt x="3957032" y="9771"/>
                      </a:lnTo>
                      <a:lnTo>
                        <a:pt x="447486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1" name="îs1idê"/>
              <p:cNvSpPr txBox="1"/>
              <p:nvPr/>
            </p:nvSpPr>
            <p:spPr>
              <a:xfrm>
                <a:off x="8625202" y="4353822"/>
                <a:ext cx="2299974" cy="338554"/>
              </a:xfrm>
              <a:prstGeom prst="rect">
                <a:avLst/>
              </a:prstGeom>
              <a:noFill/>
            </p:spPr>
            <p:txBody>
              <a:bodyPr wrap="none" anchor="b" anchorCtr="1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32" name="ïślíḍê"/>
              <p:cNvSpPr txBox="1"/>
              <p:nvPr/>
            </p:nvSpPr>
            <p:spPr>
              <a:xfrm>
                <a:off x="8625202" y="4692376"/>
                <a:ext cx="2299974" cy="577081"/>
              </a:xfrm>
              <a:prstGeom prst="rect">
                <a:avLst/>
              </a:prstGeom>
              <a:noFill/>
            </p:spPr>
            <p:txBody>
              <a:bodyPr wrap="square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 dirty="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cxnSp>
          <p:nvCxnSpPr>
            <p:cNvPr id="27" name="直接连接符 26"/>
            <p:cNvCxnSpPr/>
            <p:nvPr/>
          </p:nvCxnSpPr>
          <p:spPr>
            <a:xfrm>
              <a:off x="3306000" y="4353822"/>
              <a:ext cx="0" cy="178980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6096000" y="4353822"/>
              <a:ext cx="0" cy="178980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886000" y="4353822"/>
              <a:ext cx="0" cy="1789803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  <a:endParaRPr lang="en-US" altLang="zh-CN" dirty="0"/>
          </a:p>
          <a:p>
            <a:pPr lvl="0"/>
            <a:r>
              <a:rPr lang="en-US" altLang="zh-CN" dirty="0"/>
              <a:t>When you copy &amp; </a:t>
            </a:r>
            <a:r>
              <a:rPr lang="en-US" altLang="zh-CN" dirty="0" err="1"/>
              <a:t>apaste</a:t>
            </a:r>
            <a:r>
              <a:rPr lang="en-US" altLang="zh-CN" dirty="0"/>
              <a:t>, choose "keep text only" option.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863241" y="2133599"/>
            <a:ext cx="1135773" cy="98751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c448ca72-daa5-4b7b-accd-76a4db21f316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30300"/>
            <a:ext cx="12195806" cy="5013325"/>
            <a:chOff x="0" y="1130300"/>
            <a:chExt cx="12195806" cy="5013325"/>
          </a:xfrm>
        </p:grpSpPr>
        <p:sp>
          <p:nvSpPr>
            <p:cNvPr id="6" name="i$ľîḑe"/>
            <p:cNvSpPr/>
            <p:nvPr/>
          </p:nvSpPr>
          <p:spPr>
            <a:xfrm>
              <a:off x="0" y="1130300"/>
              <a:ext cx="12195806" cy="1994308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7" name="íṧlíḑe"/>
            <p:cNvSpPr/>
            <p:nvPr/>
          </p:nvSpPr>
          <p:spPr>
            <a:xfrm>
              <a:off x="0" y="2826768"/>
              <a:ext cx="12191997" cy="29784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10000"/>
            </a:bodyPr>
            <a:lstStyle/>
            <a:p>
              <a:pPr defTabSz="914400"/>
              <a:endParaRPr lang="zh-CN" altLang="en-US"/>
            </a:p>
          </p:txBody>
        </p:sp>
        <p:grpSp>
          <p:nvGrpSpPr>
            <p:cNvPr id="8" name="îśļiḑe"/>
            <p:cNvGrpSpPr/>
            <p:nvPr/>
          </p:nvGrpSpPr>
          <p:grpSpPr>
            <a:xfrm>
              <a:off x="1999710" y="2489949"/>
              <a:ext cx="971478" cy="971478"/>
              <a:chOff x="1999710" y="2266864"/>
              <a:chExt cx="971478" cy="971478"/>
            </a:xfrm>
          </p:grpSpPr>
          <p:sp>
            <p:nvSpPr>
              <p:cNvPr id="40" name="ïSļîḓe"/>
              <p:cNvSpPr/>
              <p:nvPr/>
            </p:nvSpPr>
            <p:spPr>
              <a:xfrm flipH="1">
                <a:off x="1999710" y="2266864"/>
                <a:ext cx="971478" cy="971478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ís1iḓé" title="S8je3JnNJtZFZzf"/>
              <p:cNvSpPr/>
              <p:nvPr/>
            </p:nvSpPr>
            <p:spPr bwMode="auto">
              <a:xfrm>
                <a:off x="2208725" y="2476294"/>
                <a:ext cx="553449" cy="552618"/>
              </a:xfrm>
              <a:custGeom>
                <a:avLst/>
                <a:gdLst>
                  <a:gd name="connsiteX0" fmla="*/ 482139 w 607634"/>
                  <a:gd name="connsiteY0" fmla="*/ 527565 h 606722"/>
                  <a:gd name="connsiteX1" fmla="*/ 462292 w 607634"/>
                  <a:gd name="connsiteY1" fmla="*/ 547377 h 606722"/>
                  <a:gd name="connsiteX2" fmla="*/ 482139 w 607634"/>
                  <a:gd name="connsiteY2" fmla="*/ 567099 h 606722"/>
                  <a:gd name="connsiteX3" fmla="*/ 501896 w 607634"/>
                  <a:gd name="connsiteY3" fmla="*/ 547377 h 606722"/>
                  <a:gd name="connsiteX4" fmla="*/ 482139 w 607634"/>
                  <a:gd name="connsiteY4" fmla="*/ 527565 h 606722"/>
                  <a:gd name="connsiteX5" fmla="*/ 257600 w 607634"/>
                  <a:gd name="connsiteY5" fmla="*/ 527565 h 606722"/>
                  <a:gd name="connsiteX6" fmla="*/ 237753 w 607634"/>
                  <a:gd name="connsiteY6" fmla="*/ 547377 h 606722"/>
                  <a:gd name="connsiteX7" fmla="*/ 257600 w 607634"/>
                  <a:gd name="connsiteY7" fmla="*/ 567099 h 606722"/>
                  <a:gd name="connsiteX8" fmla="*/ 277446 w 607634"/>
                  <a:gd name="connsiteY8" fmla="*/ 547377 h 606722"/>
                  <a:gd name="connsiteX9" fmla="*/ 257600 w 607634"/>
                  <a:gd name="connsiteY9" fmla="*/ 527565 h 606722"/>
                  <a:gd name="connsiteX10" fmla="*/ 482139 w 607634"/>
                  <a:gd name="connsiteY10" fmla="*/ 488031 h 606722"/>
                  <a:gd name="connsiteX11" fmla="*/ 541590 w 607634"/>
                  <a:gd name="connsiteY11" fmla="*/ 547377 h 606722"/>
                  <a:gd name="connsiteX12" fmla="*/ 482139 w 607634"/>
                  <a:gd name="connsiteY12" fmla="*/ 606722 h 606722"/>
                  <a:gd name="connsiteX13" fmla="*/ 422687 w 607634"/>
                  <a:gd name="connsiteY13" fmla="*/ 547377 h 606722"/>
                  <a:gd name="connsiteX14" fmla="*/ 482139 w 607634"/>
                  <a:gd name="connsiteY14" fmla="*/ 488031 h 606722"/>
                  <a:gd name="connsiteX15" fmla="*/ 257600 w 607634"/>
                  <a:gd name="connsiteY15" fmla="*/ 488031 h 606722"/>
                  <a:gd name="connsiteX16" fmla="*/ 317051 w 607634"/>
                  <a:gd name="connsiteY16" fmla="*/ 547377 h 606722"/>
                  <a:gd name="connsiteX17" fmla="*/ 257600 w 607634"/>
                  <a:gd name="connsiteY17" fmla="*/ 606722 h 606722"/>
                  <a:gd name="connsiteX18" fmla="*/ 198148 w 607634"/>
                  <a:gd name="connsiteY18" fmla="*/ 547377 h 606722"/>
                  <a:gd name="connsiteX19" fmla="*/ 257600 w 607634"/>
                  <a:gd name="connsiteY19" fmla="*/ 488031 h 606722"/>
                  <a:gd name="connsiteX20" fmla="*/ 482143 w 607634"/>
                  <a:gd name="connsiteY20" fmla="*/ 171433 h 606722"/>
                  <a:gd name="connsiteX21" fmla="*/ 462295 w 607634"/>
                  <a:gd name="connsiteY21" fmla="*/ 191251 h 606722"/>
                  <a:gd name="connsiteX22" fmla="*/ 462295 w 607634"/>
                  <a:gd name="connsiteY22" fmla="*/ 270346 h 606722"/>
                  <a:gd name="connsiteX23" fmla="*/ 482143 w 607634"/>
                  <a:gd name="connsiteY23" fmla="*/ 290164 h 606722"/>
                  <a:gd name="connsiteX24" fmla="*/ 501902 w 607634"/>
                  <a:gd name="connsiteY24" fmla="*/ 270346 h 606722"/>
                  <a:gd name="connsiteX25" fmla="*/ 501902 w 607634"/>
                  <a:gd name="connsiteY25" fmla="*/ 191251 h 606722"/>
                  <a:gd name="connsiteX26" fmla="*/ 482143 w 607634"/>
                  <a:gd name="connsiteY26" fmla="*/ 171433 h 606722"/>
                  <a:gd name="connsiteX27" fmla="*/ 363232 w 607634"/>
                  <a:gd name="connsiteY27" fmla="*/ 171433 h 606722"/>
                  <a:gd name="connsiteX28" fmla="*/ 343472 w 607634"/>
                  <a:gd name="connsiteY28" fmla="*/ 191251 h 606722"/>
                  <a:gd name="connsiteX29" fmla="*/ 343472 w 607634"/>
                  <a:gd name="connsiteY29" fmla="*/ 270346 h 606722"/>
                  <a:gd name="connsiteX30" fmla="*/ 363232 w 607634"/>
                  <a:gd name="connsiteY30" fmla="*/ 290164 h 606722"/>
                  <a:gd name="connsiteX31" fmla="*/ 383080 w 607634"/>
                  <a:gd name="connsiteY31" fmla="*/ 270346 h 606722"/>
                  <a:gd name="connsiteX32" fmla="*/ 383080 w 607634"/>
                  <a:gd name="connsiteY32" fmla="*/ 191251 h 606722"/>
                  <a:gd name="connsiteX33" fmla="*/ 363232 w 607634"/>
                  <a:gd name="connsiteY33" fmla="*/ 171433 h 606722"/>
                  <a:gd name="connsiteX34" fmla="*/ 244320 w 607634"/>
                  <a:gd name="connsiteY34" fmla="*/ 171433 h 606722"/>
                  <a:gd name="connsiteX35" fmla="*/ 224561 w 607634"/>
                  <a:gd name="connsiteY35" fmla="*/ 191251 h 606722"/>
                  <a:gd name="connsiteX36" fmla="*/ 224561 w 607634"/>
                  <a:gd name="connsiteY36" fmla="*/ 270346 h 606722"/>
                  <a:gd name="connsiteX37" fmla="*/ 244320 w 607634"/>
                  <a:gd name="connsiteY37" fmla="*/ 290164 h 606722"/>
                  <a:gd name="connsiteX38" fmla="*/ 264169 w 607634"/>
                  <a:gd name="connsiteY38" fmla="*/ 270346 h 606722"/>
                  <a:gd name="connsiteX39" fmla="*/ 264169 w 607634"/>
                  <a:gd name="connsiteY39" fmla="*/ 191251 h 606722"/>
                  <a:gd name="connsiteX40" fmla="*/ 244320 w 607634"/>
                  <a:gd name="connsiteY40" fmla="*/ 171433 h 606722"/>
                  <a:gd name="connsiteX41" fmla="*/ 19848 w 607634"/>
                  <a:gd name="connsiteY41" fmla="*/ 0 h 606722"/>
                  <a:gd name="connsiteX42" fmla="*/ 112236 w 607634"/>
                  <a:gd name="connsiteY42" fmla="*/ 0 h 606722"/>
                  <a:gd name="connsiteX43" fmla="*/ 131728 w 607634"/>
                  <a:gd name="connsiteY43" fmla="*/ 15997 h 606722"/>
                  <a:gd name="connsiteX44" fmla="*/ 146503 w 607634"/>
                  <a:gd name="connsiteY44" fmla="*/ 92337 h 606722"/>
                  <a:gd name="connsiteX45" fmla="*/ 587793 w 607634"/>
                  <a:gd name="connsiteY45" fmla="*/ 92337 h 606722"/>
                  <a:gd name="connsiteX46" fmla="*/ 607374 w 607634"/>
                  <a:gd name="connsiteY46" fmla="*/ 115355 h 606722"/>
                  <a:gd name="connsiteX47" fmla="*/ 571149 w 607634"/>
                  <a:gd name="connsiteY47" fmla="*/ 332378 h 606722"/>
                  <a:gd name="connsiteX48" fmla="*/ 581206 w 607634"/>
                  <a:gd name="connsiteY48" fmla="*/ 349530 h 606722"/>
                  <a:gd name="connsiteX49" fmla="*/ 565007 w 607634"/>
                  <a:gd name="connsiteY49" fmla="*/ 368904 h 606722"/>
                  <a:gd name="connsiteX50" fmla="*/ 564918 w 607634"/>
                  <a:gd name="connsiteY50" fmla="*/ 369260 h 606722"/>
                  <a:gd name="connsiteX51" fmla="*/ 561358 w 607634"/>
                  <a:gd name="connsiteY51" fmla="*/ 369260 h 606722"/>
                  <a:gd name="connsiteX52" fmla="*/ 178278 w 607634"/>
                  <a:gd name="connsiteY52" fmla="*/ 369260 h 606722"/>
                  <a:gd name="connsiteX53" fmla="*/ 158519 w 607634"/>
                  <a:gd name="connsiteY53" fmla="*/ 389078 h 606722"/>
                  <a:gd name="connsiteX54" fmla="*/ 178278 w 607634"/>
                  <a:gd name="connsiteY54" fmla="*/ 408896 h 606722"/>
                  <a:gd name="connsiteX55" fmla="*/ 561358 w 607634"/>
                  <a:gd name="connsiteY55" fmla="*/ 408896 h 606722"/>
                  <a:gd name="connsiteX56" fmla="*/ 581206 w 607634"/>
                  <a:gd name="connsiteY56" fmla="*/ 428626 h 606722"/>
                  <a:gd name="connsiteX57" fmla="*/ 561358 w 607634"/>
                  <a:gd name="connsiteY57" fmla="*/ 448444 h 606722"/>
                  <a:gd name="connsiteX58" fmla="*/ 178278 w 607634"/>
                  <a:gd name="connsiteY58" fmla="*/ 448444 h 606722"/>
                  <a:gd name="connsiteX59" fmla="*/ 118911 w 607634"/>
                  <a:gd name="connsiteY59" fmla="*/ 389078 h 606722"/>
                  <a:gd name="connsiteX60" fmla="*/ 153268 w 607634"/>
                  <a:gd name="connsiteY60" fmla="*/ 335400 h 606722"/>
                  <a:gd name="connsiteX61" fmla="*/ 106184 w 607634"/>
                  <a:gd name="connsiteY61" fmla="*/ 92337 h 606722"/>
                  <a:gd name="connsiteX62" fmla="*/ 95948 w 607634"/>
                  <a:gd name="connsiteY62" fmla="*/ 39548 h 606722"/>
                  <a:gd name="connsiteX63" fmla="*/ 19848 w 607634"/>
                  <a:gd name="connsiteY63" fmla="*/ 39548 h 606722"/>
                  <a:gd name="connsiteX64" fmla="*/ 0 w 607634"/>
                  <a:gd name="connsiteY64" fmla="*/ 19818 h 606722"/>
                  <a:gd name="connsiteX65" fmla="*/ 19848 w 607634"/>
                  <a:gd name="connsiteY65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7634" h="606722">
                    <a:moveTo>
                      <a:pt x="482139" y="527565"/>
                    </a:moveTo>
                    <a:cubicBezTo>
                      <a:pt x="471192" y="527565"/>
                      <a:pt x="462292" y="536449"/>
                      <a:pt x="462292" y="547377"/>
                    </a:cubicBezTo>
                    <a:cubicBezTo>
                      <a:pt x="462292" y="558304"/>
                      <a:pt x="471192" y="567099"/>
                      <a:pt x="482139" y="567099"/>
                    </a:cubicBezTo>
                    <a:cubicBezTo>
                      <a:pt x="493085" y="567099"/>
                      <a:pt x="501896" y="558304"/>
                      <a:pt x="501896" y="547377"/>
                    </a:cubicBezTo>
                    <a:cubicBezTo>
                      <a:pt x="501896" y="536449"/>
                      <a:pt x="493085" y="527565"/>
                      <a:pt x="482139" y="527565"/>
                    </a:cubicBezTo>
                    <a:close/>
                    <a:moveTo>
                      <a:pt x="257600" y="527565"/>
                    </a:moveTo>
                    <a:cubicBezTo>
                      <a:pt x="246653" y="527565"/>
                      <a:pt x="237753" y="536449"/>
                      <a:pt x="237753" y="547377"/>
                    </a:cubicBezTo>
                    <a:cubicBezTo>
                      <a:pt x="237753" y="558304"/>
                      <a:pt x="246653" y="567099"/>
                      <a:pt x="257600" y="567099"/>
                    </a:cubicBezTo>
                    <a:cubicBezTo>
                      <a:pt x="268546" y="567099"/>
                      <a:pt x="277446" y="558304"/>
                      <a:pt x="277446" y="547377"/>
                    </a:cubicBezTo>
                    <a:cubicBezTo>
                      <a:pt x="277446" y="536449"/>
                      <a:pt x="268546" y="527565"/>
                      <a:pt x="257600" y="527565"/>
                    </a:cubicBezTo>
                    <a:close/>
                    <a:moveTo>
                      <a:pt x="482139" y="488031"/>
                    </a:moveTo>
                    <a:cubicBezTo>
                      <a:pt x="514890" y="488031"/>
                      <a:pt x="541590" y="514683"/>
                      <a:pt x="541590" y="547377"/>
                    </a:cubicBezTo>
                    <a:cubicBezTo>
                      <a:pt x="541590" y="580070"/>
                      <a:pt x="514890" y="606722"/>
                      <a:pt x="482139" y="606722"/>
                    </a:cubicBezTo>
                    <a:cubicBezTo>
                      <a:pt x="449387" y="606722"/>
                      <a:pt x="422687" y="580070"/>
                      <a:pt x="422687" y="547377"/>
                    </a:cubicBezTo>
                    <a:cubicBezTo>
                      <a:pt x="422687" y="514683"/>
                      <a:pt x="449387" y="488031"/>
                      <a:pt x="482139" y="488031"/>
                    </a:cubicBezTo>
                    <a:close/>
                    <a:moveTo>
                      <a:pt x="257600" y="488031"/>
                    </a:moveTo>
                    <a:cubicBezTo>
                      <a:pt x="290351" y="488031"/>
                      <a:pt x="317051" y="514683"/>
                      <a:pt x="317051" y="547377"/>
                    </a:cubicBezTo>
                    <a:cubicBezTo>
                      <a:pt x="317051" y="580070"/>
                      <a:pt x="290351" y="606722"/>
                      <a:pt x="257600" y="606722"/>
                    </a:cubicBezTo>
                    <a:cubicBezTo>
                      <a:pt x="224848" y="606722"/>
                      <a:pt x="198148" y="580070"/>
                      <a:pt x="198148" y="547377"/>
                    </a:cubicBezTo>
                    <a:cubicBezTo>
                      <a:pt x="198148" y="514683"/>
                      <a:pt x="224848" y="488031"/>
                      <a:pt x="257600" y="488031"/>
                    </a:cubicBezTo>
                    <a:close/>
                    <a:moveTo>
                      <a:pt x="482143" y="171433"/>
                    </a:moveTo>
                    <a:cubicBezTo>
                      <a:pt x="471195" y="171433"/>
                      <a:pt x="462295" y="180320"/>
                      <a:pt x="462295" y="191251"/>
                    </a:cubicBezTo>
                    <a:lnTo>
                      <a:pt x="462295" y="270346"/>
                    </a:lnTo>
                    <a:cubicBezTo>
                      <a:pt x="462295" y="281277"/>
                      <a:pt x="471195" y="290164"/>
                      <a:pt x="482143" y="290164"/>
                    </a:cubicBezTo>
                    <a:cubicBezTo>
                      <a:pt x="493091" y="290164"/>
                      <a:pt x="501902" y="281277"/>
                      <a:pt x="501902" y="270346"/>
                    </a:cubicBezTo>
                    <a:lnTo>
                      <a:pt x="501902" y="191251"/>
                    </a:lnTo>
                    <a:cubicBezTo>
                      <a:pt x="501902" y="180320"/>
                      <a:pt x="493091" y="171433"/>
                      <a:pt x="482143" y="171433"/>
                    </a:cubicBezTo>
                    <a:close/>
                    <a:moveTo>
                      <a:pt x="363232" y="171433"/>
                    </a:moveTo>
                    <a:cubicBezTo>
                      <a:pt x="352284" y="171433"/>
                      <a:pt x="343472" y="180320"/>
                      <a:pt x="343472" y="191251"/>
                    </a:cubicBezTo>
                    <a:lnTo>
                      <a:pt x="343472" y="270346"/>
                    </a:lnTo>
                    <a:cubicBezTo>
                      <a:pt x="343472" y="281277"/>
                      <a:pt x="352284" y="290164"/>
                      <a:pt x="363232" y="290164"/>
                    </a:cubicBezTo>
                    <a:cubicBezTo>
                      <a:pt x="374179" y="290164"/>
                      <a:pt x="383080" y="281277"/>
                      <a:pt x="383080" y="270346"/>
                    </a:cubicBezTo>
                    <a:lnTo>
                      <a:pt x="383080" y="191251"/>
                    </a:lnTo>
                    <a:cubicBezTo>
                      <a:pt x="383080" y="180320"/>
                      <a:pt x="374179" y="171433"/>
                      <a:pt x="363232" y="171433"/>
                    </a:cubicBezTo>
                    <a:close/>
                    <a:moveTo>
                      <a:pt x="244320" y="171433"/>
                    </a:moveTo>
                    <a:cubicBezTo>
                      <a:pt x="233462" y="171433"/>
                      <a:pt x="224561" y="180320"/>
                      <a:pt x="224561" y="191251"/>
                    </a:cubicBezTo>
                    <a:lnTo>
                      <a:pt x="224561" y="270346"/>
                    </a:lnTo>
                    <a:cubicBezTo>
                      <a:pt x="224561" y="281277"/>
                      <a:pt x="233462" y="290164"/>
                      <a:pt x="244320" y="290164"/>
                    </a:cubicBezTo>
                    <a:cubicBezTo>
                      <a:pt x="255268" y="290164"/>
                      <a:pt x="264169" y="281277"/>
                      <a:pt x="264169" y="270346"/>
                    </a:cubicBezTo>
                    <a:lnTo>
                      <a:pt x="264169" y="191251"/>
                    </a:lnTo>
                    <a:cubicBezTo>
                      <a:pt x="264169" y="180320"/>
                      <a:pt x="255268" y="171433"/>
                      <a:pt x="244320" y="171433"/>
                    </a:cubicBezTo>
                    <a:close/>
                    <a:moveTo>
                      <a:pt x="19848" y="0"/>
                    </a:moveTo>
                    <a:lnTo>
                      <a:pt x="112236" y="0"/>
                    </a:lnTo>
                    <a:cubicBezTo>
                      <a:pt x="121760" y="0"/>
                      <a:pt x="129948" y="6754"/>
                      <a:pt x="131728" y="15997"/>
                    </a:cubicBezTo>
                    <a:lnTo>
                      <a:pt x="146503" y="92337"/>
                    </a:lnTo>
                    <a:lnTo>
                      <a:pt x="587793" y="92337"/>
                    </a:lnTo>
                    <a:cubicBezTo>
                      <a:pt x="599987" y="92337"/>
                      <a:pt x="609332" y="103268"/>
                      <a:pt x="607374" y="115355"/>
                    </a:cubicBezTo>
                    <a:lnTo>
                      <a:pt x="571149" y="332378"/>
                    </a:lnTo>
                    <a:cubicBezTo>
                      <a:pt x="577112" y="335755"/>
                      <a:pt x="581206" y="342154"/>
                      <a:pt x="581206" y="349530"/>
                    </a:cubicBezTo>
                    <a:cubicBezTo>
                      <a:pt x="581206" y="359217"/>
                      <a:pt x="574175" y="367216"/>
                      <a:pt x="565007" y="368904"/>
                    </a:cubicBezTo>
                    <a:lnTo>
                      <a:pt x="564918" y="369260"/>
                    </a:lnTo>
                    <a:lnTo>
                      <a:pt x="561358" y="369260"/>
                    </a:lnTo>
                    <a:lnTo>
                      <a:pt x="178278" y="369260"/>
                    </a:lnTo>
                    <a:cubicBezTo>
                      <a:pt x="167420" y="369260"/>
                      <a:pt x="158519" y="378147"/>
                      <a:pt x="158519" y="389078"/>
                    </a:cubicBezTo>
                    <a:cubicBezTo>
                      <a:pt x="158519" y="400009"/>
                      <a:pt x="167420" y="408896"/>
                      <a:pt x="178278" y="408896"/>
                    </a:cubicBezTo>
                    <a:lnTo>
                      <a:pt x="561358" y="408896"/>
                    </a:lnTo>
                    <a:cubicBezTo>
                      <a:pt x="572306" y="408896"/>
                      <a:pt x="581206" y="417695"/>
                      <a:pt x="581206" y="428626"/>
                    </a:cubicBezTo>
                    <a:cubicBezTo>
                      <a:pt x="581206" y="439557"/>
                      <a:pt x="572306" y="448444"/>
                      <a:pt x="561358" y="448444"/>
                    </a:cubicBezTo>
                    <a:lnTo>
                      <a:pt x="178278" y="448444"/>
                    </a:lnTo>
                    <a:cubicBezTo>
                      <a:pt x="145524" y="448444"/>
                      <a:pt x="118911" y="421783"/>
                      <a:pt x="118911" y="389078"/>
                    </a:cubicBezTo>
                    <a:cubicBezTo>
                      <a:pt x="118911" y="365349"/>
                      <a:pt x="133063" y="344909"/>
                      <a:pt x="153268" y="335400"/>
                    </a:cubicBezTo>
                    <a:lnTo>
                      <a:pt x="106184" y="92337"/>
                    </a:lnTo>
                    <a:lnTo>
                      <a:pt x="95948" y="39548"/>
                    </a:lnTo>
                    <a:lnTo>
                      <a:pt x="19848" y="39548"/>
                    </a:lnTo>
                    <a:cubicBezTo>
                      <a:pt x="8901" y="39548"/>
                      <a:pt x="0" y="30749"/>
                      <a:pt x="0" y="19818"/>
                    </a:cubicBezTo>
                    <a:cubicBezTo>
                      <a:pt x="0" y="8887"/>
                      <a:pt x="8901" y="0"/>
                      <a:pt x="19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" name="íş1iḍè"/>
            <p:cNvGrpSpPr/>
            <p:nvPr/>
          </p:nvGrpSpPr>
          <p:grpSpPr>
            <a:xfrm>
              <a:off x="9233418" y="2489949"/>
              <a:ext cx="971478" cy="971478"/>
              <a:chOff x="1647897" y="1288637"/>
              <a:chExt cx="971478" cy="971478"/>
            </a:xfrm>
          </p:grpSpPr>
          <p:sp>
            <p:nvSpPr>
              <p:cNvPr id="38" name="ïSḻiďê"/>
              <p:cNvSpPr/>
              <p:nvPr/>
            </p:nvSpPr>
            <p:spPr>
              <a:xfrm flipH="1">
                <a:off x="1647897" y="1288637"/>
                <a:ext cx="971478" cy="971478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iṡlíďè" title="S8je3JnNJtZFZzf"/>
              <p:cNvSpPr/>
              <p:nvPr/>
            </p:nvSpPr>
            <p:spPr bwMode="auto">
              <a:xfrm>
                <a:off x="1856912" y="1509621"/>
                <a:ext cx="553449" cy="529508"/>
              </a:xfrm>
              <a:custGeom>
                <a:avLst/>
                <a:gdLst>
                  <a:gd name="T0" fmla="*/ 6281 w 6554"/>
                  <a:gd name="T1" fmla="*/ 4642 h 6280"/>
                  <a:gd name="T2" fmla="*/ 6554 w 6554"/>
                  <a:gd name="T3" fmla="*/ 4369 h 6280"/>
                  <a:gd name="T4" fmla="*/ 6554 w 6554"/>
                  <a:gd name="T5" fmla="*/ 1365 h 6280"/>
                  <a:gd name="T6" fmla="*/ 6281 w 6554"/>
                  <a:gd name="T7" fmla="*/ 1092 h 6280"/>
                  <a:gd name="T8" fmla="*/ 1365 w 6554"/>
                  <a:gd name="T9" fmla="*/ 1092 h 6280"/>
                  <a:gd name="T10" fmla="*/ 1365 w 6554"/>
                  <a:gd name="T11" fmla="*/ 273 h 6280"/>
                  <a:gd name="T12" fmla="*/ 1092 w 6554"/>
                  <a:gd name="T13" fmla="*/ 0 h 6280"/>
                  <a:gd name="T14" fmla="*/ 273 w 6554"/>
                  <a:gd name="T15" fmla="*/ 0 h 6280"/>
                  <a:gd name="T16" fmla="*/ 0 w 6554"/>
                  <a:gd name="T17" fmla="*/ 273 h 6280"/>
                  <a:gd name="T18" fmla="*/ 273 w 6554"/>
                  <a:gd name="T19" fmla="*/ 546 h 6280"/>
                  <a:gd name="T20" fmla="*/ 819 w 6554"/>
                  <a:gd name="T21" fmla="*/ 546 h 6280"/>
                  <a:gd name="T22" fmla="*/ 819 w 6554"/>
                  <a:gd name="T23" fmla="*/ 1365 h 6280"/>
                  <a:gd name="T24" fmla="*/ 819 w 6554"/>
                  <a:gd name="T25" fmla="*/ 1638 h 6280"/>
                  <a:gd name="T26" fmla="*/ 819 w 6554"/>
                  <a:gd name="T27" fmla="*/ 4369 h 6280"/>
                  <a:gd name="T28" fmla="*/ 819 w 6554"/>
                  <a:gd name="T29" fmla="*/ 5734 h 6280"/>
                  <a:gd name="T30" fmla="*/ 1092 w 6554"/>
                  <a:gd name="T31" fmla="*/ 6007 h 6280"/>
                  <a:gd name="T32" fmla="*/ 2260 w 6554"/>
                  <a:gd name="T33" fmla="*/ 6007 h 6280"/>
                  <a:gd name="T34" fmla="*/ 2731 w 6554"/>
                  <a:gd name="T35" fmla="*/ 6280 h 6280"/>
                  <a:gd name="T36" fmla="*/ 3201 w 6554"/>
                  <a:gd name="T37" fmla="*/ 6007 h 6280"/>
                  <a:gd name="T38" fmla="*/ 5537 w 6554"/>
                  <a:gd name="T39" fmla="*/ 6007 h 6280"/>
                  <a:gd name="T40" fmla="*/ 6007 w 6554"/>
                  <a:gd name="T41" fmla="*/ 6280 h 6280"/>
                  <a:gd name="T42" fmla="*/ 6554 w 6554"/>
                  <a:gd name="T43" fmla="*/ 5734 h 6280"/>
                  <a:gd name="T44" fmla="*/ 6007 w 6554"/>
                  <a:gd name="T45" fmla="*/ 5188 h 6280"/>
                  <a:gd name="T46" fmla="*/ 5537 w 6554"/>
                  <a:gd name="T47" fmla="*/ 5461 h 6280"/>
                  <a:gd name="T48" fmla="*/ 3201 w 6554"/>
                  <a:gd name="T49" fmla="*/ 5461 h 6280"/>
                  <a:gd name="T50" fmla="*/ 2731 w 6554"/>
                  <a:gd name="T51" fmla="*/ 5188 h 6280"/>
                  <a:gd name="T52" fmla="*/ 2260 w 6554"/>
                  <a:gd name="T53" fmla="*/ 5461 h 6280"/>
                  <a:gd name="T54" fmla="*/ 1365 w 6554"/>
                  <a:gd name="T55" fmla="*/ 5461 h 6280"/>
                  <a:gd name="T56" fmla="*/ 1365 w 6554"/>
                  <a:gd name="T57" fmla="*/ 4642 h 6280"/>
                  <a:gd name="T58" fmla="*/ 6281 w 6554"/>
                  <a:gd name="T59" fmla="*/ 4642 h 6280"/>
                  <a:gd name="T60" fmla="*/ 2811 w 6554"/>
                  <a:gd name="T61" fmla="*/ 2537 h 6280"/>
                  <a:gd name="T62" fmla="*/ 3630 w 6554"/>
                  <a:gd name="T63" fmla="*/ 1718 h 6280"/>
                  <a:gd name="T64" fmla="*/ 3719 w 6554"/>
                  <a:gd name="T65" fmla="*/ 1659 h 6280"/>
                  <a:gd name="T66" fmla="*/ 3927 w 6554"/>
                  <a:gd name="T67" fmla="*/ 1659 h 6280"/>
                  <a:gd name="T68" fmla="*/ 4016 w 6554"/>
                  <a:gd name="T69" fmla="*/ 1718 h 6280"/>
                  <a:gd name="T70" fmla="*/ 4835 w 6554"/>
                  <a:gd name="T71" fmla="*/ 2537 h 6280"/>
                  <a:gd name="T72" fmla="*/ 4835 w 6554"/>
                  <a:gd name="T73" fmla="*/ 2923 h 6280"/>
                  <a:gd name="T74" fmla="*/ 4642 w 6554"/>
                  <a:gd name="T75" fmla="*/ 3003 h 6280"/>
                  <a:gd name="T76" fmla="*/ 4449 w 6554"/>
                  <a:gd name="T77" fmla="*/ 2923 h 6280"/>
                  <a:gd name="T78" fmla="*/ 4096 w 6554"/>
                  <a:gd name="T79" fmla="*/ 2570 h 6280"/>
                  <a:gd name="T80" fmla="*/ 4096 w 6554"/>
                  <a:gd name="T81" fmla="*/ 3822 h 6280"/>
                  <a:gd name="T82" fmla="*/ 3823 w 6554"/>
                  <a:gd name="T83" fmla="*/ 4096 h 6280"/>
                  <a:gd name="T84" fmla="*/ 3550 w 6554"/>
                  <a:gd name="T85" fmla="*/ 3822 h 6280"/>
                  <a:gd name="T86" fmla="*/ 3550 w 6554"/>
                  <a:gd name="T87" fmla="*/ 2570 h 6280"/>
                  <a:gd name="T88" fmla="*/ 3197 w 6554"/>
                  <a:gd name="T89" fmla="*/ 2923 h 6280"/>
                  <a:gd name="T90" fmla="*/ 3004 w 6554"/>
                  <a:gd name="T91" fmla="*/ 3003 h 6280"/>
                  <a:gd name="T92" fmla="*/ 2811 w 6554"/>
                  <a:gd name="T93" fmla="*/ 2923 h 6280"/>
                  <a:gd name="T94" fmla="*/ 2811 w 6554"/>
                  <a:gd name="T95" fmla="*/ 2537 h 6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6554" h="6280">
                    <a:moveTo>
                      <a:pt x="6281" y="4642"/>
                    </a:moveTo>
                    <a:cubicBezTo>
                      <a:pt x="6431" y="4642"/>
                      <a:pt x="6554" y="4520"/>
                      <a:pt x="6554" y="4369"/>
                    </a:cubicBezTo>
                    <a:lnTo>
                      <a:pt x="6554" y="1365"/>
                    </a:lnTo>
                    <a:cubicBezTo>
                      <a:pt x="6554" y="1214"/>
                      <a:pt x="6431" y="1092"/>
                      <a:pt x="6281" y="1092"/>
                    </a:cubicBezTo>
                    <a:lnTo>
                      <a:pt x="1365" y="1092"/>
                    </a:lnTo>
                    <a:lnTo>
                      <a:pt x="1365" y="273"/>
                    </a:lnTo>
                    <a:cubicBezTo>
                      <a:pt x="1365" y="122"/>
                      <a:pt x="1243" y="0"/>
                      <a:pt x="1092" y="0"/>
                    </a:cubicBezTo>
                    <a:lnTo>
                      <a:pt x="273" y="0"/>
                    </a:lnTo>
                    <a:cubicBezTo>
                      <a:pt x="122" y="0"/>
                      <a:pt x="0" y="122"/>
                      <a:pt x="0" y="273"/>
                    </a:cubicBezTo>
                    <a:cubicBezTo>
                      <a:pt x="0" y="424"/>
                      <a:pt x="122" y="546"/>
                      <a:pt x="273" y="546"/>
                    </a:cubicBezTo>
                    <a:lnTo>
                      <a:pt x="819" y="546"/>
                    </a:lnTo>
                    <a:lnTo>
                      <a:pt x="819" y="1365"/>
                    </a:lnTo>
                    <a:lnTo>
                      <a:pt x="819" y="1638"/>
                    </a:lnTo>
                    <a:lnTo>
                      <a:pt x="819" y="4369"/>
                    </a:lnTo>
                    <a:lnTo>
                      <a:pt x="819" y="5734"/>
                    </a:lnTo>
                    <a:cubicBezTo>
                      <a:pt x="819" y="5885"/>
                      <a:pt x="942" y="6007"/>
                      <a:pt x="1092" y="6007"/>
                    </a:cubicBezTo>
                    <a:lnTo>
                      <a:pt x="2260" y="6007"/>
                    </a:lnTo>
                    <a:cubicBezTo>
                      <a:pt x="2355" y="6169"/>
                      <a:pt x="2529" y="6280"/>
                      <a:pt x="2731" y="6280"/>
                    </a:cubicBezTo>
                    <a:cubicBezTo>
                      <a:pt x="2932" y="6280"/>
                      <a:pt x="3106" y="6169"/>
                      <a:pt x="3201" y="6007"/>
                    </a:cubicBezTo>
                    <a:lnTo>
                      <a:pt x="5537" y="6007"/>
                    </a:lnTo>
                    <a:cubicBezTo>
                      <a:pt x="5632" y="6169"/>
                      <a:pt x="5806" y="6280"/>
                      <a:pt x="6007" y="6280"/>
                    </a:cubicBezTo>
                    <a:cubicBezTo>
                      <a:pt x="6309" y="6280"/>
                      <a:pt x="6554" y="6036"/>
                      <a:pt x="6554" y="5734"/>
                    </a:cubicBezTo>
                    <a:cubicBezTo>
                      <a:pt x="6554" y="5432"/>
                      <a:pt x="6309" y="5188"/>
                      <a:pt x="6007" y="5188"/>
                    </a:cubicBezTo>
                    <a:cubicBezTo>
                      <a:pt x="5806" y="5188"/>
                      <a:pt x="5632" y="5298"/>
                      <a:pt x="5537" y="5461"/>
                    </a:cubicBezTo>
                    <a:lnTo>
                      <a:pt x="3201" y="5461"/>
                    </a:lnTo>
                    <a:cubicBezTo>
                      <a:pt x="3106" y="5298"/>
                      <a:pt x="2932" y="5188"/>
                      <a:pt x="2731" y="5188"/>
                    </a:cubicBezTo>
                    <a:cubicBezTo>
                      <a:pt x="2529" y="5188"/>
                      <a:pt x="2355" y="5298"/>
                      <a:pt x="2260" y="5461"/>
                    </a:cubicBezTo>
                    <a:lnTo>
                      <a:pt x="1365" y="5461"/>
                    </a:lnTo>
                    <a:lnTo>
                      <a:pt x="1365" y="4642"/>
                    </a:lnTo>
                    <a:lnTo>
                      <a:pt x="6281" y="4642"/>
                    </a:lnTo>
                    <a:close/>
                    <a:moveTo>
                      <a:pt x="2811" y="2537"/>
                    </a:moveTo>
                    <a:lnTo>
                      <a:pt x="3630" y="1718"/>
                    </a:lnTo>
                    <a:cubicBezTo>
                      <a:pt x="3655" y="1693"/>
                      <a:pt x="3685" y="1673"/>
                      <a:pt x="3719" y="1659"/>
                    </a:cubicBezTo>
                    <a:cubicBezTo>
                      <a:pt x="3785" y="1631"/>
                      <a:pt x="3861" y="1631"/>
                      <a:pt x="3927" y="1659"/>
                    </a:cubicBezTo>
                    <a:cubicBezTo>
                      <a:pt x="3961" y="1673"/>
                      <a:pt x="3991" y="1693"/>
                      <a:pt x="4016" y="1718"/>
                    </a:cubicBezTo>
                    <a:lnTo>
                      <a:pt x="4835" y="2537"/>
                    </a:lnTo>
                    <a:cubicBezTo>
                      <a:pt x="4942" y="2644"/>
                      <a:pt x="4942" y="2816"/>
                      <a:pt x="4835" y="2923"/>
                    </a:cubicBezTo>
                    <a:cubicBezTo>
                      <a:pt x="4782" y="2977"/>
                      <a:pt x="4712" y="3003"/>
                      <a:pt x="4642" y="3003"/>
                    </a:cubicBezTo>
                    <a:cubicBezTo>
                      <a:pt x="4572" y="3003"/>
                      <a:pt x="4502" y="2977"/>
                      <a:pt x="4449" y="2923"/>
                    </a:cubicBezTo>
                    <a:lnTo>
                      <a:pt x="4096" y="2570"/>
                    </a:lnTo>
                    <a:lnTo>
                      <a:pt x="4096" y="3822"/>
                    </a:lnTo>
                    <a:cubicBezTo>
                      <a:pt x="4096" y="3973"/>
                      <a:pt x="3974" y="4096"/>
                      <a:pt x="3823" y="4096"/>
                    </a:cubicBezTo>
                    <a:cubicBezTo>
                      <a:pt x="3672" y="4096"/>
                      <a:pt x="3550" y="3973"/>
                      <a:pt x="3550" y="3822"/>
                    </a:cubicBezTo>
                    <a:lnTo>
                      <a:pt x="3550" y="2570"/>
                    </a:lnTo>
                    <a:lnTo>
                      <a:pt x="3197" y="2923"/>
                    </a:lnTo>
                    <a:cubicBezTo>
                      <a:pt x="3144" y="2977"/>
                      <a:pt x="3074" y="3003"/>
                      <a:pt x="3004" y="3003"/>
                    </a:cubicBezTo>
                    <a:cubicBezTo>
                      <a:pt x="2934" y="3003"/>
                      <a:pt x="2864" y="2977"/>
                      <a:pt x="2811" y="2923"/>
                    </a:cubicBezTo>
                    <a:cubicBezTo>
                      <a:pt x="2704" y="2816"/>
                      <a:pt x="2704" y="2644"/>
                      <a:pt x="2811" y="25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" name="îŝḷiḋê"/>
            <p:cNvGrpSpPr/>
            <p:nvPr/>
          </p:nvGrpSpPr>
          <p:grpSpPr>
            <a:xfrm>
              <a:off x="5610261" y="2489949"/>
              <a:ext cx="971478" cy="971478"/>
              <a:chOff x="1647897" y="1288637"/>
              <a:chExt cx="971478" cy="971478"/>
            </a:xfrm>
          </p:grpSpPr>
          <p:sp>
            <p:nvSpPr>
              <p:cNvPr id="36" name="ïSļíďê"/>
              <p:cNvSpPr/>
              <p:nvPr/>
            </p:nvSpPr>
            <p:spPr>
              <a:xfrm flipH="1">
                <a:off x="1647897" y="1288637"/>
                <a:ext cx="971478" cy="971478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íśḷïďé" title="S8je3JnNJtZFZzf"/>
              <p:cNvSpPr/>
              <p:nvPr/>
            </p:nvSpPr>
            <p:spPr bwMode="auto">
              <a:xfrm>
                <a:off x="1856912" y="1516339"/>
                <a:ext cx="553449" cy="516072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1" name="iṥļíḋê"/>
            <p:cNvSpPr txBox="1"/>
            <p:nvPr/>
          </p:nvSpPr>
          <p:spPr bwMode="auto">
            <a:xfrm>
              <a:off x="1234911" y="3681732"/>
              <a:ext cx="2501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2" name="íSľîḓé"/>
            <p:cNvSpPr txBox="1"/>
            <p:nvPr/>
          </p:nvSpPr>
          <p:spPr bwMode="auto">
            <a:xfrm>
              <a:off x="4844668" y="3681732"/>
              <a:ext cx="2501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3" name="iśḻíḋe"/>
            <p:cNvSpPr txBox="1"/>
            <p:nvPr/>
          </p:nvSpPr>
          <p:spPr bwMode="auto">
            <a:xfrm>
              <a:off x="8454425" y="3681732"/>
              <a:ext cx="2501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4290327" y="3233723"/>
              <a:ext cx="0" cy="290990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7900084" y="3233723"/>
              <a:ext cx="0" cy="290990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íS1iḑè"/>
            <p:cNvGrpSpPr/>
            <p:nvPr/>
          </p:nvGrpSpPr>
          <p:grpSpPr>
            <a:xfrm>
              <a:off x="764985" y="4477750"/>
              <a:ext cx="3440928" cy="405822"/>
              <a:chOff x="670502" y="4415254"/>
              <a:chExt cx="3440928" cy="405822"/>
            </a:xfrm>
          </p:grpSpPr>
          <p:sp>
            <p:nvSpPr>
              <p:cNvPr id="33" name="ïŝ1iḓé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îSliḓè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ïş1ídè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íṣ1íḍê"/>
            <p:cNvGrpSpPr/>
            <p:nvPr/>
          </p:nvGrpSpPr>
          <p:grpSpPr>
            <a:xfrm>
              <a:off x="764985" y="5020675"/>
              <a:ext cx="3440928" cy="405822"/>
              <a:chOff x="670502" y="4415254"/>
              <a:chExt cx="3440928" cy="405822"/>
            </a:xfrm>
          </p:grpSpPr>
          <p:sp>
            <p:nvSpPr>
              <p:cNvPr id="30" name="íṧ1iďê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ïsľïḋé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ïṧḻîdè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" name="íSḻîḋé"/>
            <p:cNvGrpSpPr/>
            <p:nvPr/>
          </p:nvGrpSpPr>
          <p:grpSpPr>
            <a:xfrm>
              <a:off x="4375536" y="4477750"/>
              <a:ext cx="3440928" cy="405822"/>
              <a:chOff x="670502" y="4415254"/>
              <a:chExt cx="3440928" cy="405822"/>
            </a:xfrm>
          </p:grpSpPr>
          <p:sp>
            <p:nvSpPr>
              <p:cNvPr id="27" name="íşḷïḓe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îśliḓé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îṧlîḋé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íśḻïḑé"/>
            <p:cNvGrpSpPr/>
            <p:nvPr/>
          </p:nvGrpSpPr>
          <p:grpSpPr>
            <a:xfrm>
              <a:off x="7986087" y="4477750"/>
              <a:ext cx="3440928" cy="405822"/>
              <a:chOff x="670502" y="4415254"/>
              <a:chExt cx="3440928" cy="405822"/>
            </a:xfrm>
          </p:grpSpPr>
          <p:sp>
            <p:nvSpPr>
              <p:cNvPr id="24" name="iŝḷiḋé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íṥḷîḋe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îṡḻïde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îṡľiďé"/>
            <p:cNvGrpSpPr/>
            <p:nvPr/>
          </p:nvGrpSpPr>
          <p:grpSpPr>
            <a:xfrm>
              <a:off x="7986087" y="5020675"/>
              <a:ext cx="3440928" cy="405822"/>
              <a:chOff x="670502" y="4415254"/>
              <a:chExt cx="3440928" cy="405822"/>
            </a:xfrm>
          </p:grpSpPr>
          <p:sp>
            <p:nvSpPr>
              <p:cNvPr id="21" name="íṩ1ïḑé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îšľîḍè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í$ļíḑè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 10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Click to edit Master title style</a:t>
            </a:r>
            <a:endParaRPr lang="zh-CN" altLang="en-US" dirty="0"/>
          </a:p>
        </p:txBody>
      </p:sp>
      <p:grpSp>
        <p:nvGrpSpPr>
          <p:cNvPr id="3" name="af738c60-f0de-49fa-98b5-0eaa980fdd6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028700"/>
            <a:ext cx="12192000" cy="5829300"/>
            <a:chOff x="0" y="1028700"/>
            <a:chExt cx="12192000" cy="5829300"/>
          </a:xfrm>
        </p:grpSpPr>
        <p:grpSp>
          <p:nvGrpSpPr>
            <p:cNvPr id="4" name="îşľiďê"/>
            <p:cNvGrpSpPr/>
            <p:nvPr/>
          </p:nvGrpSpPr>
          <p:grpSpPr>
            <a:xfrm>
              <a:off x="6546000" y="1028700"/>
              <a:ext cx="4139152" cy="5284723"/>
              <a:chOff x="6546000" y="1028700"/>
              <a:chExt cx="4139152" cy="5284723"/>
            </a:xfrm>
          </p:grpSpPr>
          <p:sp>
            <p:nvSpPr>
              <p:cNvPr id="14" name="i$ḻîḍè"/>
              <p:cNvSpPr/>
              <p:nvPr/>
            </p:nvSpPr>
            <p:spPr>
              <a:xfrm>
                <a:off x="10610049" y="3634981"/>
                <a:ext cx="65506" cy="2678442"/>
              </a:xfrm>
              <a:prstGeom prst="rect">
                <a:avLst/>
              </a:prstGeom>
              <a:gradFill>
                <a:gsLst>
                  <a:gs pos="4581">
                    <a:schemeClr val="tx2">
                      <a:lumMod val="20000"/>
                      <a:lumOff val="80000"/>
                    </a:schemeClr>
                  </a:gs>
                  <a:gs pos="42000">
                    <a:srgbClr val="E9E9EA"/>
                  </a:gs>
                  <a:gs pos="86000">
                    <a:schemeClr val="bg1"/>
                  </a:gs>
                </a:gsLst>
                <a:lin ang="5400000"/>
              </a:gra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/>
                <a:endParaRPr sz="3200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ïŝľíḓè"/>
              <p:cNvSpPr/>
              <p:nvPr/>
            </p:nvSpPr>
            <p:spPr>
              <a:xfrm>
                <a:off x="6554589" y="3634981"/>
                <a:ext cx="65506" cy="2678442"/>
              </a:xfrm>
              <a:prstGeom prst="rect">
                <a:avLst/>
              </a:prstGeom>
              <a:gradFill>
                <a:gsLst>
                  <a:gs pos="4581">
                    <a:schemeClr val="tx2">
                      <a:lumMod val="20000"/>
                      <a:lumOff val="80000"/>
                    </a:schemeClr>
                  </a:gs>
                  <a:gs pos="53356">
                    <a:srgbClr val="E9E9EA"/>
                  </a:gs>
                  <a:gs pos="100000">
                    <a:schemeClr val="bg1"/>
                  </a:gs>
                </a:gsLst>
                <a:lin ang="5400000"/>
              </a:gra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" name="iṣľïḋé"/>
              <p:cNvSpPr/>
              <p:nvPr/>
            </p:nvSpPr>
            <p:spPr>
              <a:xfrm>
                <a:off x="9883501" y="2706775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" name="ï$ľïḍé"/>
              <p:cNvSpPr/>
              <p:nvPr/>
            </p:nvSpPr>
            <p:spPr>
              <a:xfrm>
                <a:off x="9300914" y="2485227"/>
                <a:ext cx="190179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" name="ïṡ1ídé"/>
              <p:cNvSpPr/>
              <p:nvPr/>
            </p:nvSpPr>
            <p:spPr>
              <a:xfrm>
                <a:off x="9848760" y="2742449"/>
                <a:ext cx="259660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21384" y="0"/>
                    </a:moveTo>
                    <a:lnTo>
                      <a:pt x="21384" y="16039"/>
                    </a:lnTo>
                    <a:cubicBezTo>
                      <a:pt x="21600" y="17374"/>
                      <a:pt x="21258" y="18734"/>
                      <a:pt x="20426" y="19852"/>
                    </a:cubicBezTo>
                    <a:cubicBezTo>
                      <a:pt x="19878" y="20588"/>
                      <a:pt x="19137" y="21189"/>
                      <a:pt x="18270" y="21600"/>
                    </a:cubicBezTo>
                    <a:lnTo>
                      <a:pt x="0" y="21600"/>
                    </a:lnTo>
                    <a:lnTo>
                      <a:pt x="0" y="95"/>
                    </a:lnTo>
                    <a:lnTo>
                      <a:pt x="21384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19" name="íŝľiḍé"/>
              <p:cNvSpPr/>
              <p:nvPr/>
            </p:nvSpPr>
            <p:spPr>
              <a:xfrm>
                <a:off x="9266175" y="2519495"/>
                <a:ext cx="259660" cy="2884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21384" y="0"/>
                    </a:moveTo>
                    <a:lnTo>
                      <a:pt x="21384" y="16039"/>
                    </a:lnTo>
                    <a:cubicBezTo>
                      <a:pt x="21600" y="17374"/>
                      <a:pt x="21258" y="18734"/>
                      <a:pt x="20426" y="19852"/>
                    </a:cubicBezTo>
                    <a:cubicBezTo>
                      <a:pt x="19878" y="20588"/>
                      <a:pt x="19137" y="21189"/>
                      <a:pt x="18270" y="21600"/>
                    </a:cubicBezTo>
                    <a:lnTo>
                      <a:pt x="0" y="21600"/>
                    </a:lnTo>
                    <a:lnTo>
                      <a:pt x="0" y="95"/>
                    </a:lnTo>
                    <a:lnTo>
                      <a:pt x="21384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0" name="is1idê"/>
              <p:cNvSpPr/>
              <p:nvPr/>
            </p:nvSpPr>
            <p:spPr>
              <a:xfrm>
                <a:off x="9884879" y="3361655"/>
                <a:ext cx="189759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332"/>
                    </a:moveTo>
                    <a:lnTo>
                      <a:pt x="15510" y="21600"/>
                    </a:lnTo>
                    <a:lnTo>
                      <a:pt x="6705" y="21600"/>
                    </a:lnTo>
                    <a:lnTo>
                      <a:pt x="0" y="0"/>
                    </a:lnTo>
                    <a:lnTo>
                      <a:pt x="2160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1" name="ïSlïdè"/>
              <p:cNvSpPr/>
              <p:nvPr/>
            </p:nvSpPr>
            <p:spPr>
              <a:xfrm>
                <a:off x="9295722" y="3157064"/>
                <a:ext cx="189759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332"/>
                    </a:moveTo>
                    <a:lnTo>
                      <a:pt x="15510" y="21600"/>
                    </a:lnTo>
                    <a:lnTo>
                      <a:pt x="6705" y="21600"/>
                    </a:lnTo>
                    <a:lnTo>
                      <a:pt x="0" y="0"/>
                    </a:lnTo>
                    <a:lnTo>
                      <a:pt x="2160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2" name="îšlïdé"/>
              <p:cNvSpPr/>
              <p:nvPr/>
            </p:nvSpPr>
            <p:spPr>
              <a:xfrm>
                <a:off x="8822771" y="2323114"/>
                <a:ext cx="1862381" cy="13186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1015" y="17555"/>
                    </a:lnTo>
                    <a:cubicBezTo>
                      <a:pt x="20937" y="17145"/>
                      <a:pt x="20815" y="16755"/>
                      <a:pt x="20653" y="16397"/>
                    </a:cubicBezTo>
                    <a:cubicBezTo>
                      <a:pt x="20424" y="15892"/>
                      <a:pt x="20120" y="15462"/>
                      <a:pt x="19762" y="15138"/>
                    </a:cubicBezTo>
                    <a:lnTo>
                      <a:pt x="0" y="0"/>
                    </a:lnTo>
                    <a:lnTo>
                      <a:pt x="40" y="13327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EBE9EC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3" name="ïśḻíḓe"/>
              <p:cNvSpPr/>
              <p:nvPr/>
            </p:nvSpPr>
            <p:spPr>
              <a:xfrm>
                <a:off x="8832933" y="2809035"/>
                <a:ext cx="1292808" cy="6738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3" h="21600" extrusionOk="0">
                    <a:moveTo>
                      <a:pt x="21581" y="21600"/>
                    </a:moveTo>
                    <a:lnTo>
                      <a:pt x="21581" y="19488"/>
                    </a:lnTo>
                    <a:cubicBezTo>
                      <a:pt x="21600" y="18804"/>
                      <a:pt x="21495" y="18130"/>
                      <a:pt x="21283" y="17579"/>
                    </a:cubicBezTo>
                    <a:cubicBezTo>
                      <a:pt x="21119" y="17153"/>
                      <a:pt x="20898" y="16819"/>
                      <a:pt x="20644" y="16615"/>
                    </a:cubicBezTo>
                    <a:lnTo>
                      <a:pt x="0" y="0"/>
                    </a:lnTo>
                  </a:path>
                </a:pathLst>
              </a:cu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4" name="íṥļîde"/>
              <p:cNvSpPr/>
              <p:nvPr/>
            </p:nvSpPr>
            <p:spPr>
              <a:xfrm>
                <a:off x="9291232" y="3003700"/>
                <a:ext cx="1" cy="26235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5" name="ïSlïḓe"/>
              <p:cNvSpPr/>
              <p:nvPr/>
            </p:nvSpPr>
            <p:spPr>
              <a:xfrm>
                <a:off x="9755182" y="3189937"/>
                <a:ext cx="1" cy="19716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6" name="îṧ1íďè"/>
              <p:cNvSpPr/>
              <p:nvPr/>
            </p:nvSpPr>
            <p:spPr>
              <a:xfrm>
                <a:off x="7733902" y="2485227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7" name="íslîḓe"/>
              <p:cNvSpPr/>
              <p:nvPr/>
            </p:nvSpPr>
            <p:spPr>
              <a:xfrm>
                <a:off x="7159518" y="2706775"/>
                <a:ext cx="190180" cy="845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846" y="0"/>
                    </a:moveTo>
                    <a:lnTo>
                      <a:pt x="18754" y="0"/>
                    </a:lnTo>
                    <a:cubicBezTo>
                      <a:pt x="19162" y="0"/>
                      <a:pt x="19470" y="0"/>
                      <a:pt x="19730" y="39"/>
                    </a:cubicBezTo>
                    <a:cubicBezTo>
                      <a:pt x="19991" y="78"/>
                      <a:pt x="20204" y="157"/>
                      <a:pt x="20424" y="314"/>
                    </a:cubicBezTo>
                    <a:cubicBezTo>
                      <a:pt x="20665" y="511"/>
                      <a:pt x="20880" y="822"/>
                      <a:pt x="21057" y="1220"/>
                    </a:cubicBezTo>
                    <a:cubicBezTo>
                      <a:pt x="21234" y="1618"/>
                      <a:pt x="21373" y="2102"/>
                      <a:pt x="21461" y="2644"/>
                    </a:cubicBezTo>
                    <a:cubicBezTo>
                      <a:pt x="21530" y="3138"/>
                      <a:pt x="21565" y="3619"/>
                      <a:pt x="21583" y="4208"/>
                    </a:cubicBezTo>
                    <a:cubicBezTo>
                      <a:pt x="21600" y="4798"/>
                      <a:pt x="21600" y="5496"/>
                      <a:pt x="21600" y="6428"/>
                    </a:cubicBezTo>
                    <a:lnTo>
                      <a:pt x="21600" y="15201"/>
                    </a:lnTo>
                    <a:cubicBezTo>
                      <a:pt x="21600" y="16118"/>
                      <a:pt x="21600" y="16809"/>
                      <a:pt x="21583" y="17395"/>
                    </a:cubicBezTo>
                    <a:cubicBezTo>
                      <a:pt x="21565" y="17981"/>
                      <a:pt x="21530" y="18462"/>
                      <a:pt x="21461" y="18956"/>
                    </a:cubicBezTo>
                    <a:cubicBezTo>
                      <a:pt x="21373" y="19498"/>
                      <a:pt x="21234" y="19982"/>
                      <a:pt x="21057" y="20380"/>
                    </a:cubicBezTo>
                    <a:cubicBezTo>
                      <a:pt x="20880" y="20778"/>
                      <a:pt x="20665" y="21089"/>
                      <a:pt x="20424" y="21286"/>
                    </a:cubicBezTo>
                    <a:cubicBezTo>
                      <a:pt x="20204" y="21443"/>
                      <a:pt x="19991" y="21522"/>
                      <a:pt x="19729" y="21561"/>
                    </a:cubicBezTo>
                    <a:cubicBezTo>
                      <a:pt x="19467" y="21600"/>
                      <a:pt x="19156" y="21600"/>
                      <a:pt x="18742" y="21600"/>
                    </a:cubicBezTo>
                    <a:lnTo>
                      <a:pt x="2846" y="21600"/>
                    </a:lnTo>
                    <a:cubicBezTo>
                      <a:pt x="2438" y="21600"/>
                      <a:pt x="2130" y="21600"/>
                      <a:pt x="1870" y="21561"/>
                    </a:cubicBezTo>
                    <a:cubicBezTo>
                      <a:pt x="1609" y="21522"/>
                      <a:pt x="1396" y="21443"/>
                      <a:pt x="1176" y="21286"/>
                    </a:cubicBezTo>
                    <a:cubicBezTo>
                      <a:pt x="935" y="21089"/>
                      <a:pt x="720" y="20778"/>
                      <a:pt x="543" y="20380"/>
                    </a:cubicBezTo>
                    <a:cubicBezTo>
                      <a:pt x="366" y="19982"/>
                      <a:pt x="227" y="19498"/>
                      <a:pt x="139" y="18956"/>
                    </a:cubicBezTo>
                    <a:cubicBezTo>
                      <a:pt x="70" y="18462"/>
                      <a:pt x="35" y="17981"/>
                      <a:pt x="17" y="17392"/>
                    </a:cubicBezTo>
                    <a:cubicBezTo>
                      <a:pt x="0" y="16802"/>
                      <a:pt x="0" y="16104"/>
                      <a:pt x="0" y="15172"/>
                    </a:cubicBezTo>
                    <a:lnTo>
                      <a:pt x="0" y="6399"/>
                    </a:lnTo>
                    <a:cubicBezTo>
                      <a:pt x="0" y="5482"/>
                      <a:pt x="0" y="4791"/>
                      <a:pt x="17" y="4205"/>
                    </a:cubicBezTo>
                    <a:cubicBezTo>
                      <a:pt x="35" y="3619"/>
                      <a:pt x="70" y="3138"/>
                      <a:pt x="139" y="2644"/>
                    </a:cubicBezTo>
                    <a:cubicBezTo>
                      <a:pt x="227" y="2102"/>
                      <a:pt x="366" y="1618"/>
                      <a:pt x="543" y="1220"/>
                    </a:cubicBezTo>
                    <a:cubicBezTo>
                      <a:pt x="720" y="822"/>
                      <a:pt x="935" y="511"/>
                      <a:pt x="1176" y="314"/>
                    </a:cubicBezTo>
                    <a:cubicBezTo>
                      <a:pt x="1396" y="157"/>
                      <a:pt x="1609" y="78"/>
                      <a:pt x="1871" y="39"/>
                    </a:cubicBezTo>
                    <a:cubicBezTo>
                      <a:pt x="2133" y="0"/>
                      <a:pt x="2444" y="0"/>
                      <a:pt x="2858" y="0"/>
                    </a:cubicBezTo>
                    <a:lnTo>
                      <a:pt x="2846" y="0"/>
                    </a:lnTo>
                    <a:close/>
                  </a:path>
                </a:pathLst>
              </a:custGeom>
              <a:solidFill>
                <a:srgbClr val="E8E7EA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8" name="íṡļïde"/>
              <p:cNvSpPr/>
              <p:nvPr/>
            </p:nvSpPr>
            <p:spPr>
              <a:xfrm>
                <a:off x="7699163" y="2520901"/>
                <a:ext cx="259659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63" y="0"/>
                    </a:moveTo>
                    <a:lnTo>
                      <a:pt x="63" y="16039"/>
                    </a:lnTo>
                    <a:cubicBezTo>
                      <a:pt x="-153" y="17374"/>
                      <a:pt x="189" y="18734"/>
                      <a:pt x="1021" y="19852"/>
                    </a:cubicBezTo>
                    <a:cubicBezTo>
                      <a:pt x="1569" y="20588"/>
                      <a:pt x="2310" y="21189"/>
                      <a:pt x="3177" y="21600"/>
                    </a:cubicBezTo>
                    <a:lnTo>
                      <a:pt x="21447" y="21600"/>
                    </a:lnTo>
                    <a:lnTo>
                      <a:pt x="21447" y="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29" name="îṧliḓé"/>
              <p:cNvSpPr/>
              <p:nvPr/>
            </p:nvSpPr>
            <p:spPr>
              <a:xfrm>
                <a:off x="7124779" y="2742449"/>
                <a:ext cx="259659" cy="288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7" h="21600" extrusionOk="0">
                    <a:moveTo>
                      <a:pt x="63" y="0"/>
                    </a:moveTo>
                    <a:lnTo>
                      <a:pt x="63" y="16039"/>
                    </a:lnTo>
                    <a:cubicBezTo>
                      <a:pt x="-153" y="17374"/>
                      <a:pt x="189" y="18734"/>
                      <a:pt x="1021" y="19852"/>
                    </a:cubicBezTo>
                    <a:cubicBezTo>
                      <a:pt x="1569" y="20588"/>
                      <a:pt x="2310" y="21189"/>
                      <a:pt x="3177" y="21600"/>
                    </a:cubicBezTo>
                    <a:lnTo>
                      <a:pt x="21447" y="21600"/>
                    </a:lnTo>
                    <a:lnTo>
                      <a:pt x="21447" y="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0" name="í$ḻiḓe"/>
              <p:cNvSpPr/>
              <p:nvPr/>
            </p:nvSpPr>
            <p:spPr>
              <a:xfrm>
                <a:off x="7158046" y="3365605"/>
                <a:ext cx="189825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332"/>
                    </a:moveTo>
                    <a:lnTo>
                      <a:pt x="6090" y="21600"/>
                    </a:lnTo>
                    <a:lnTo>
                      <a:pt x="14895" y="21600"/>
                    </a:lnTo>
                    <a:lnTo>
                      <a:pt x="21600" y="0"/>
                    </a:lnTo>
                    <a:lnTo>
                      <a:pt x="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1" name="iṧ1iḋè"/>
              <p:cNvSpPr/>
              <p:nvPr/>
            </p:nvSpPr>
            <p:spPr>
              <a:xfrm>
                <a:off x="7747650" y="3157062"/>
                <a:ext cx="189825" cy="239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332"/>
                    </a:moveTo>
                    <a:lnTo>
                      <a:pt x="6090" y="21600"/>
                    </a:lnTo>
                    <a:lnTo>
                      <a:pt x="14895" y="21600"/>
                    </a:lnTo>
                    <a:lnTo>
                      <a:pt x="21600" y="0"/>
                    </a:lnTo>
                    <a:lnTo>
                      <a:pt x="0" y="10332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2" name="íṣľîdé"/>
              <p:cNvSpPr/>
              <p:nvPr/>
            </p:nvSpPr>
            <p:spPr>
              <a:xfrm>
                <a:off x="6546000" y="2323114"/>
                <a:ext cx="1862395" cy="13186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5" y="17555"/>
                    </a:lnTo>
                    <a:cubicBezTo>
                      <a:pt x="663" y="17145"/>
                      <a:pt x="785" y="16755"/>
                      <a:pt x="947" y="16397"/>
                    </a:cubicBezTo>
                    <a:cubicBezTo>
                      <a:pt x="1176" y="15892"/>
                      <a:pt x="1480" y="15462"/>
                      <a:pt x="1838" y="15138"/>
                    </a:cubicBezTo>
                    <a:lnTo>
                      <a:pt x="21600" y="0"/>
                    </a:lnTo>
                    <a:lnTo>
                      <a:pt x="21560" y="1332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EBE9EC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3" name="ïṣḷîḋé"/>
              <p:cNvSpPr/>
              <p:nvPr/>
            </p:nvSpPr>
            <p:spPr>
              <a:xfrm>
                <a:off x="7124996" y="2809035"/>
                <a:ext cx="1292379" cy="6738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3" h="21600" extrusionOk="0">
                    <a:moveTo>
                      <a:pt x="2" y="21600"/>
                    </a:moveTo>
                    <a:lnTo>
                      <a:pt x="2" y="19488"/>
                    </a:lnTo>
                    <a:cubicBezTo>
                      <a:pt x="-17" y="18804"/>
                      <a:pt x="88" y="18130"/>
                      <a:pt x="300" y="17579"/>
                    </a:cubicBezTo>
                    <a:cubicBezTo>
                      <a:pt x="464" y="17153"/>
                      <a:pt x="685" y="16819"/>
                      <a:pt x="939" y="16615"/>
                    </a:cubicBezTo>
                    <a:lnTo>
                      <a:pt x="21583" y="0"/>
                    </a:lnTo>
                  </a:path>
                </a:pathLst>
              </a:cu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4" name="ís1iḋê"/>
              <p:cNvSpPr/>
              <p:nvPr/>
            </p:nvSpPr>
            <p:spPr>
              <a:xfrm>
                <a:off x="7548929" y="3173526"/>
                <a:ext cx="1" cy="19716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5" name="ïŝ1ídé"/>
              <p:cNvSpPr/>
              <p:nvPr/>
            </p:nvSpPr>
            <p:spPr>
              <a:xfrm>
                <a:off x="7950612" y="2995495"/>
                <a:ext cx="1" cy="262354"/>
              </a:xfrm>
              <a:prstGeom prst="line">
                <a:avLst/>
              </a:prstGeom>
              <a:ln w="25400">
                <a:solidFill>
                  <a:srgbClr val="D3D2D4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6" name="íSliḑe"/>
              <p:cNvSpPr/>
              <p:nvPr/>
            </p:nvSpPr>
            <p:spPr>
              <a:xfrm>
                <a:off x="7795486" y="4216013"/>
                <a:ext cx="801180" cy="7139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411" y="798"/>
                    </a:moveTo>
                    <a:lnTo>
                      <a:pt x="3277" y="9980"/>
                    </a:lnTo>
                    <a:cubicBezTo>
                      <a:pt x="2213" y="10656"/>
                      <a:pt x="1341" y="11655"/>
                      <a:pt x="760" y="12863"/>
                    </a:cubicBezTo>
                    <a:cubicBezTo>
                      <a:pt x="317" y="13787"/>
                      <a:pt x="57" y="14807"/>
                      <a:pt x="0" y="15854"/>
                    </a:cubicBezTo>
                    <a:lnTo>
                      <a:pt x="0" y="20589"/>
                    </a:lnTo>
                    <a:cubicBezTo>
                      <a:pt x="27" y="20866"/>
                      <a:pt x="144" y="21123"/>
                      <a:pt x="330" y="21310"/>
                    </a:cubicBezTo>
                    <a:cubicBezTo>
                      <a:pt x="509" y="21491"/>
                      <a:pt x="741" y="21594"/>
                      <a:pt x="983" y="21600"/>
                    </a:cubicBezTo>
                    <a:lnTo>
                      <a:pt x="21600" y="14621"/>
                    </a:lnTo>
                    <a:lnTo>
                      <a:pt x="21600" y="0"/>
                    </a:lnTo>
                    <a:lnTo>
                      <a:pt x="17411" y="798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7" name="iṡ1íḍè"/>
              <p:cNvSpPr/>
              <p:nvPr/>
            </p:nvSpPr>
            <p:spPr>
              <a:xfrm>
                <a:off x="8634958" y="4216013"/>
                <a:ext cx="801181" cy="7139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9" y="798"/>
                    </a:moveTo>
                    <a:lnTo>
                      <a:pt x="18323" y="9980"/>
                    </a:lnTo>
                    <a:cubicBezTo>
                      <a:pt x="19387" y="10656"/>
                      <a:pt x="20259" y="11655"/>
                      <a:pt x="20840" y="12863"/>
                    </a:cubicBezTo>
                    <a:cubicBezTo>
                      <a:pt x="21283" y="13787"/>
                      <a:pt x="21543" y="14807"/>
                      <a:pt x="21600" y="15854"/>
                    </a:cubicBezTo>
                    <a:lnTo>
                      <a:pt x="21600" y="20589"/>
                    </a:lnTo>
                    <a:cubicBezTo>
                      <a:pt x="21573" y="20866"/>
                      <a:pt x="21456" y="21123"/>
                      <a:pt x="21270" y="21310"/>
                    </a:cubicBezTo>
                    <a:cubicBezTo>
                      <a:pt x="21091" y="21491"/>
                      <a:pt x="20859" y="21594"/>
                      <a:pt x="20617" y="21600"/>
                    </a:cubicBezTo>
                    <a:lnTo>
                      <a:pt x="0" y="14621"/>
                    </a:lnTo>
                    <a:lnTo>
                      <a:pt x="0" y="0"/>
                    </a:lnTo>
                    <a:lnTo>
                      <a:pt x="4189" y="798"/>
                    </a:lnTo>
                    <a:close/>
                  </a:path>
                </a:pathLst>
              </a:custGeom>
              <a:solidFill>
                <a:srgbClr val="C5C4C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8" name="îsḷîḋe"/>
              <p:cNvSpPr/>
              <p:nvPr/>
            </p:nvSpPr>
            <p:spPr>
              <a:xfrm>
                <a:off x="7801877" y="4290712"/>
                <a:ext cx="672049" cy="451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576" y="20037"/>
                      <a:pt x="1300" y="18605"/>
                      <a:pt x="2150" y="17349"/>
                    </a:cubicBezTo>
                    <a:cubicBezTo>
                      <a:pt x="3001" y="16092"/>
                      <a:pt x="3970" y="15024"/>
                      <a:pt x="5026" y="14178"/>
                    </a:cubicBezTo>
                    <a:lnTo>
                      <a:pt x="21600" y="0"/>
                    </a:lnTo>
                  </a:path>
                </a:pathLst>
              </a:custGeom>
              <a:ln w="25400">
                <a:solidFill>
                  <a:srgbClr val="B5B4B6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9" name="ïṧḻíḓé"/>
              <p:cNvSpPr/>
              <p:nvPr/>
            </p:nvSpPr>
            <p:spPr>
              <a:xfrm>
                <a:off x="8754031" y="4290712"/>
                <a:ext cx="672118" cy="451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21024" y="20037"/>
                      <a:pt x="20300" y="18605"/>
                      <a:pt x="19450" y="17349"/>
                    </a:cubicBezTo>
                    <a:cubicBezTo>
                      <a:pt x="18599" y="16092"/>
                      <a:pt x="17630" y="15024"/>
                      <a:pt x="16574" y="14178"/>
                    </a:cubicBezTo>
                    <a:lnTo>
                      <a:pt x="0" y="0"/>
                    </a:lnTo>
                  </a:path>
                </a:pathLst>
              </a:custGeom>
              <a:ln w="25400">
                <a:solidFill>
                  <a:srgbClr val="B5B4B6"/>
                </a:solidFill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0" name="işļidé"/>
              <p:cNvSpPr/>
              <p:nvPr/>
            </p:nvSpPr>
            <p:spPr>
              <a:xfrm>
                <a:off x="8399219" y="1028700"/>
                <a:ext cx="434745" cy="3504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89" h="21600" extrusionOk="0">
                    <a:moveTo>
                      <a:pt x="8804" y="100"/>
                    </a:moveTo>
                    <a:cubicBezTo>
                      <a:pt x="8060" y="166"/>
                      <a:pt x="7413" y="247"/>
                      <a:pt x="6794" y="331"/>
                    </a:cubicBezTo>
                    <a:cubicBezTo>
                      <a:pt x="5555" y="498"/>
                      <a:pt x="4420" y="677"/>
                      <a:pt x="3459" y="872"/>
                    </a:cubicBezTo>
                    <a:cubicBezTo>
                      <a:pt x="949" y="1383"/>
                      <a:pt x="-246" y="1981"/>
                      <a:pt x="42" y="2583"/>
                    </a:cubicBezTo>
                    <a:lnTo>
                      <a:pt x="42" y="18187"/>
                    </a:lnTo>
                    <a:cubicBezTo>
                      <a:pt x="7" y="18787"/>
                      <a:pt x="845" y="19383"/>
                      <a:pt x="2515" y="19945"/>
                    </a:cubicBezTo>
                    <a:cubicBezTo>
                      <a:pt x="4349" y="20561"/>
                      <a:pt x="7148" y="21125"/>
                      <a:pt x="10744" y="21600"/>
                    </a:cubicBezTo>
                    <a:cubicBezTo>
                      <a:pt x="14247" y="21129"/>
                      <a:pt x="16962" y="20572"/>
                      <a:pt x="18727" y="19964"/>
                    </a:cubicBezTo>
                    <a:cubicBezTo>
                      <a:pt x="20421" y="19380"/>
                      <a:pt x="21205" y="18760"/>
                      <a:pt x="21035" y="18138"/>
                    </a:cubicBezTo>
                    <a:lnTo>
                      <a:pt x="21035" y="2541"/>
                    </a:lnTo>
                    <a:cubicBezTo>
                      <a:pt x="21354" y="1955"/>
                      <a:pt x="20265" y="1369"/>
                      <a:pt x="17913" y="863"/>
                    </a:cubicBezTo>
                    <a:cubicBezTo>
                      <a:pt x="17038" y="675"/>
                      <a:pt x="15998" y="500"/>
                      <a:pt x="14879" y="334"/>
                    </a:cubicBezTo>
                    <a:cubicBezTo>
                      <a:pt x="14319" y="251"/>
                      <a:pt x="13737" y="169"/>
                      <a:pt x="13045" y="104"/>
                    </a:cubicBezTo>
                    <a:cubicBezTo>
                      <a:pt x="12412" y="45"/>
                      <a:pt x="11698" y="1"/>
                      <a:pt x="10935" y="0"/>
                    </a:cubicBezTo>
                    <a:cubicBezTo>
                      <a:pt x="10173" y="0"/>
                      <a:pt x="9452" y="43"/>
                      <a:pt x="8804" y="10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1" name="iSļïḋe"/>
              <p:cNvSpPr/>
              <p:nvPr/>
            </p:nvSpPr>
            <p:spPr>
              <a:xfrm>
                <a:off x="8583847" y="4044269"/>
                <a:ext cx="65506" cy="9741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3433" y="0"/>
                      <a:pt x="15079" y="0"/>
                      <a:pt x="16666" y="32"/>
                    </a:cubicBezTo>
                    <a:cubicBezTo>
                      <a:pt x="17724" y="55"/>
                      <a:pt x="18668" y="94"/>
                      <a:pt x="19433" y="146"/>
                    </a:cubicBezTo>
                    <a:cubicBezTo>
                      <a:pt x="20199" y="197"/>
                      <a:pt x="20786" y="261"/>
                      <a:pt x="21131" y="332"/>
                    </a:cubicBezTo>
                    <a:cubicBezTo>
                      <a:pt x="21365" y="385"/>
                      <a:pt x="21483" y="439"/>
                      <a:pt x="21541" y="503"/>
                    </a:cubicBezTo>
                    <a:cubicBezTo>
                      <a:pt x="21600" y="566"/>
                      <a:pt x="21600" y="638"/>
                      <a:pt x="21600" y="726"/>
                    </a:cubicBezTo>
                    <a:lnTo>
                      <a:pt x="21600" y="20874"/>
                    </a:lnTo>
                    <a:cubicBezTo>
                      <a:pt x="21600" y="20962"/>
                      <a:pt x="21600" y="21034"/>
                      <a:pt x="21541" y="21097"/>
                    </a:cubicBezTo>
                    <a:cubicBezTo>
                      <a:pt x="21483" y="21161"/>
                      <a:pt x="21365" y="21215"/>
                      <a:pt x="21131" y="21268"/>
                    </a:cubicBezTo>
                    <a:cubicBezTo>
                      <a:pt x="20786" y="21339"/>
                      <a:pt x="20199" y="21403"/>
                      <a:pt x="19433" y="21454"/>
                    </a:cubicBezTo>
                    <a:cubicBezTo>
                      <a:pt x="18668" y="21506"/>
                      <a:pt x="17724" y="21545"/>
                      <a:pt x="16666" y="21568"/>
                    </a:cubicBezTo>
                    <a:cubicBezTo>
                      <a:pt x="15079" y="21600"/>
                      <a:pt x="13433" y="21600"/>
                      <a:pt x="10800" y="21600"/>
                    </a:cubicBezTo>
                    <a:cubicBezTo>
                      <a:pt x="8167" y="21600"/>
                      <a:pt x="6521" y="21600"/>
                      <a:pt x="4934" y="21568"/>
                    </a:cubicBezTo>
                    <a:cubicBezTo>
                      <a:pt x="3876" y="21545"/>
                      <a:pt x="2932" y="21506"/>
                      <a:pt x="2167" y="21454"/>
                    </a:cubicBezTo>
                    <a:cubicBezTo>
                      <a:pt x="1401" y="21403"/>
                      <a:pt x="814" y="21339"/>
                      <a:pt x="469" y="21268"/>
                    </a:cubicBezTo>
                    <a:cubicBezTo>
                      <a:pt x="235" y="21215"/>
                      <a:pt x="117" y="21161"/>
                      <a:pt x="59" y="21097"/>
                    </a:cubicBezTo>
                    <a:cubicBezTo>
                      <a:pt x="0" y="21034"/>
                      <a:pt x="0" y="20962"/>
                      <a:pt x="0" y="20874"/>
                    </a:cubicBezTo>
                    <a:lnTo>
                      <a:pt x="0" y="726"/>
                    </a:lnTo>
                    <a:cubicBezTo>
                      <a:pt x="0" y="638"/>
                      <a:pt x="0" y="566"/>
                      <a:pt x="59" y="503"/>
                    </a:cubicBezTo>
                    <a:cubicBezTo>
                      <a:pt x="117" y="439"/>
                      <a:pt x="235" y="385"/>
                      <a:pt x="469" y="332"/>
                    </a:cubicBezTo>
                    <a:cubicBezTo>
                      <a:pt x="814" y="261"/>
                      <a:pt x="1401" y="197"/>
                      <a:pt x="2167" y="146"/>
                    </a:cubicBezTo>
                    <a:cubicBezTo>
                      <a:pt x="2932" y="94"/>
                      <a:pt x="3876" y="55"/>
                      <a:pt x="4934" y="32"/>
                    </a:cubicBezTo>
                    <a:cubicBezTo>
                      <a:pt x="6521" y="0"/>
                      <a:pt x="8167" y="0"/>
                      <a:pt x="10800" y="0"/>
                    </a:cubicBezTo>
                    <a:close/>
                  </a:path>
                </a:pathLst>
              </a:custGeom>
              <a:solidFill>
                <a:srgbClr val="E5E3E6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2" name="íṣ1îḑê"/>
              <p:cNvSpPr/>
              <p:nvPr/>
            </p:nvSpPr>
            <p:spPr>
              <a:xfrm>
                <a:off x="8440695" y="1186538"/>
                <a:ext cx="352400" cy="138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83"/>
                    </a:moveTo>
                    <a:cubicBezTo>
                      <a:pt x="1199" y="8970"/>
                      <a:pt x="5608" y="118"/>
                      <a:pt x="10701" y="1"/>
                    </a:cubicBezTo>
                    <a:cubicBezTo>
                      <a:pt x="15848" y="-117"/>
                      <a:pt x="20355" y="8701"/>
                      <a:pt x="21600" y="21324"/>
                    </a:cubicBezTo>
                    <a:cubicBezTo>
                      <a:pt x="18521" y="14939"/>
                      <a:pt x="14651" y="11495"/>
                      <a:pt x="10669" y="11594"/>
                    </a:cubicBezTo>
                    <a:cubicBezTo>
                      <a:pt x="6769" y="11691"/>
                      <a:pt x="3001" y="15183"/>
                      <a:pt x="0" y="21483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miter lim="400000"/>
              </a:ln>
            </p:spPr>
            <p:txBody>
              <a:bodyPr lIns="71437" tIns="71437" rIns="71437" bIns="71437" anchor="ctr"/>
              <a:lstStyle/>
              <a:p>
                <a:pPr algn="ctr">
                  <a:defRPr sz="3200" cap="none">
                    <a:solidFill>
                      <a:srgbClr val="000000"/>
                    </a:solidFill>
                  </a:defRPr>
                </a:pPr>
              </a:p>
            </p:txBody>
          </p:sp>
          <p:grpSp>
            <p:nvGrpSpPr>
              <p:cNvPr id="43" name="iṣ1ide"/>
              <p:cNvGrpSpPr/>
              <p:nvPr/>
            </p:nvGrpSpPr>
            <p:grpSpPr>
              <a:xfrm>
                <a:off x="8440707" y="1564747"/>
                <a:ext cx="351038" cy="2262318"/>
                <a:chOff x="0" y="0"/>
                <a:chExt cx="543321" cy="350152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51" name="îsḷîḑe"/>
                <p:cNvSpPr/>
                <p:nvPr/>
              </p:nvSpPr>
              <p:spPr>
                <a:xfrm>
                  <a:off x="0" y="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2" name="íṡľiḑè"/>
                <p:cNvSpPr/>
                <p:nvPr/>
              </p:nvSpPr>
              <p:spPr>
                <a:xfrm>
                  <a:off x="0" y="1174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3" name="îSlîdé"/>
                <p:cNvSpPr/>
                <p:nvPr/>
              </p:nvSpPr>
              <p:spPr>
                <a:xfrm>
                  <a:off x="0" y="2349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4" name="íṧlídè"/>
                <p:cNvSpPr/>
                <p:nvPr/>
              </p:nvSpPr>
              <p:spPr>
                <a:xfrm>
                  <a:off x="0" y="3524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5" name="ïṧḻîdé"/>
                <p:cNvSpPr/>
                <p:nvPr/>
              </p:nvSpPr>
              <p:spPr>
                <a:xfrm>
                  <a:off x="0" y="4699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6" name="ïslïḑé"/>
                <p:cNvSpPr/>
                <p:nvPr/>
              </p:nvSpPr>
              <p:spPr>
                <a:xfrm>
                  <a:off x="0" y="5873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7" name="ïṥľîďé"/>
                <p:cNvSpPr/>
                <p:nvPr/>
              </p:nvSpPr>
              <p:spPr>
                <a:xfrm>
                  <a:off x="0" y="7048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8" name="isľide"/>
                <p:cNvSpPr/>
                <p:nvPr/>
              </p:nvSpPr>
              <p:spPr>
                <a:xfrm>
                  <a:off x="0" y="8223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9" name="îšľîḋé"/>
                <p:cNvSpPr/>
                <p:nvPr/>
              </p:nvSpPr>
              <p:spPr>
                <a:xfrm>
                  <a:off x="0" y="9398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0" name="î$ḻíḑé"/>
                <p:cNvSpPr/>
                <p:nvPr/>
              </p:nvSpPr>
              <p:spPr>
                <a:xfrm>
                  <a:off x="485775" y="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1" name="iṣľïdè"/>
                <p:cNvSpPr/>
                <p:nvPr/>
              </p:nvSpPr>
              <p:spPr>
                <a:xfrm>
                  <a:off x="485775" y="1174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2" name="iŝľîḑé"/>
                <p:cNvSpPr/>
                <p:nvPr/>
              </p:nvSpPr>
              <p:spPr>
                <a:xfrm>
                  <a:off x="485775" y="2349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3" name="išḻîḍe"/>
                <p:cNvSpPr/>
                <p:nvPr/>
              </p:nvSpPr>
              <p:spPr>
                <a:xfrm>
                  <a:off x="485775" y="3524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4" name="ïŝḷîďe"/>
                <p:cNvSpPr/>
                <p:nvPr/>
              </p:nvSpPr>
              <p:spPr>
                <a:xfrm>
                  <a:off x="485775" y="4699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5" name="iṩḻîḍè"/>
                <p:cNvSpPr/>
                <p:nvPr/>
              </p:nvSpPr>
              <p:spPr>
                <a:xfrm>
                  <a:off x="485775" y="58737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6" name="îṥḻïḍè"/>
                <p:cNvSpPr/>
                <p:nvPr/>
              </p:nvSpPr>
              <p:spPr>
                <a:xfrm>
                  <a:off x="485775" y="70485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7" name="í$1ïḋè"/>
                <p:cNvSpPr/>
                <p:nvPr/>
              </p:nvSpPr>
              <p:spPr>
                <a:xfrm>
                  <a:off x="485775" y="822325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8" name="îslïḍè"/>
                <p:cNvSpPr/>
                <p:nvPr/>
              </p:nvSpPr>
              <p:spPr>
                <a:xfrm>
                  <a:off x="485775" y="939800"/>
                  <a:ext cx="56394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69" name="ïSḻïḍê"/>
                <p:cNvSpPr/>
                <p:nvPr/>
              </p:nvSpPr>
              <p:spPr>
                <a:xfrm>
                  <a:off x="1151" y="12461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0" name="ïṩḷiḓé"/>
                <p:cNvSpPr/>
                <p:nvPr/>
              </p:nvSpPr>
              <p:spPr>
                <a:xfrm>
                  <a:off x="1151" y="13635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1" name="îṡľiďe"/>
                <p:cNvSpPr/>
                <p:nvPr/>
              </p:nvSpPr>
              <p:spPr>
                <a:xfrm>
                  <a:off x="1151" y="14810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2" name="î$ļîḋe"/>
                <p:cNvSpPr/>
                <p:nvPr/>
              </p:nvSpPr>
              <p:spPr>
                <a:xfrm>
                  <a:off x="1151" y="15985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3" name="işľíďê"/>
                <p:cNvSpPr/>
                <p:nvPr/>
              </p:nvSpPr>
              <p:spPr>
                <a:xfrm>
                  <a:off x="1151" y="17160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4" name="ï$ḻíďè"/>
                <p:cNvSpPr/>
                <p:nvPr/>
              </p:nvSpPr>
              <p:spPr>
                <a:xfrm>
                  <a:off x="1151" y="18334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5" name="íṧ1ïďê"/>
                <p:cNvSpPr/>
                <p:nvPr/>
              </p:nvSpPr>
              <p:spPr>
                <a:xfrm>
                  <a:off x="1151" y="19509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6" name="î$ľíḍê"/>
                <p:cNvSpPr/>
                <p:nvPr/>
              </p:nvSpPr>
              <p:spPr>
                <a:xfrm>
                  <a:off x="1151" y="20684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7" name="iṥlide"/>
                <p:cNvSpPr/>
                <p:nvPr/>
              </p:nvSpPr>
              <p:spPr>
                <a:xfrm>
                  <a:off x="1151" y="21859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8" name="ïsḷïďè"/>
                <p:cNvSpPr/>
                <p:nvPr/>
              </p:nvSpPr>
              <p:spPr>
                <a:xfrm>
                  <a:off x="486926" y="12461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79" name="íṣļïḋé"/>
                <p:cNvSpPr/>
                <p:nvPr/>
              </p:nvSpPr>
              <p:spPr>
                <a:xfrm>
                  <a:off x="486926" y="13635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0" name="î$ļiḓe"/>
                <p:cNvSpPr/>
                <p:nvPr/>
              </p:nvSpPr>
              <p:spPr>
                <a:xfrm>
                  <a:off x="486926" y="14810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1" name="ïŝľîďe"/>
                <p:cNvSpPr/>
                <p:nvPr/>
              </p:nvSpPr>
              <p:spPr>
                <a:xfrm>
                  <a:off x="486926" y="15985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2" name="ïŝļîḋè"/>
                <p:cNvSpPr/>
                <p:nvPr/>
              </p:nvSpPr>
              <p:spPr>
                <a:xfrm>
                  <a:off x="486926" y="17160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3" name="íŝ1ïḑé"/>
                <p:cNvSpPr/>
                <p:nvPr/>
              </p:nvSpPr>
              <p:spPr>
                <a:xfrm>
                  <a:off x="486926" y="183349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4" name="îŝḻîḑe"/>
                <p:cNvSpPr/>
                <p:nvPr/>
              </p:nvSpPr>
              <p:spPr>
                <a:xfrm>
                  <a:off x="486926" y="195097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5" name="íŝḻïḑe"/>
                <p:cNvSpPr/>
                <p:nvPr/>
              </p:nvSpPr>
              <p:spPr>
                <a:xfrm>
                  <a:off x="486926" y="2068449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6" name="íşḻiḋè"/>
                <p:cNvSpPr/>
                <p:nvPr/>
              </p:nvSpPr>
              <p:spPr>
                <a:xfrm>
                  <a:off x="486926" y="2185924"/>
                  <a:ext cx="56395" cy="56395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7" name="ï$lïďe"/>
                <p:cNvSpPr/>
                <p:nvPr/>
              </p:nvSpPr>
              <p:spPr>
                <a:xfrm>
                  <a:off x="1151" y="25053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8" name="ïŝliḍé"/>
                <p:cNvSpPr/>
                <p:nvPr/>
              </p:nvSpPr>
              <p:spPr>
                <a:xfrm>
                  <a:off x="1151" y="26228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89" name="íşļïḑe"/>
                <p:cNvSpPr/>
                <p:nvPr/>
              </p:nvSpPr>
              <p:spPr>
                <a:xfrm>
                  <a:off x="1151" y="27402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0" name="íś1iḋè"/>
                <p:cNvSpPr/>
                <p:nvPr/>
              </p:nvSpPr>
              <p:spPr>
                <a:xfrm>
                  <a:off x="1151" y="28577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1" name="iş1íḍè"/>
                <p:cNvSpPr/>
                <p:nvPr/>
              </p:nvSpPr>
              <p:spPr>
                <a:xfrm>
                  <a:off x="1151" y="29752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2" name="îśľîďè"/>
                <p:cNvSpPr/>
                <p:nvPr/>
              </p:nvSpPr>
              <p:spPr>
                <a:xfrm>
                  <a:off x="1151" y="30927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3" name="îṧḷîḓê"/>
                <p:cNvSpPr/>
                <p:nvPr/>
              </p:nvSpPr>
              <p:spPr>
                <a:xfrm>
                  <a:off x="1151" y="32101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4" name="ï$líḋé"/>
                <p:cNvSpPr/>
                <p:nvPr/>
              </p:nvSpPr>
              <p:spPr>
                <a:xfrm>
                  <a:off x="1151" y="33276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5" name="îṩľïďê"/>
                <p:cNvSpPr/>
                <p:nvPr/>
              </p:nvSpPr>
              <p:spPr>
                <a:xfrm>
                  <a:off x="1151" y="34451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6" name="iŝḻïḑê"/>
                <p:cNvSpPr/>
                <p:nvPr/>
              </p:nvSpPr>
              <p:spPr>
                <a:xfrm>
                  <a:off x="486926" y="25053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7" name="iṩlïḑe"/>
                <p:cNvSpPr/>
                <p:nvPr/>
              </p:nvSpPr>
              <p:spPr>
                <a:xfrm>
                  <a:off x="486926" y="26228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8" name="iṧ1íḍê"/>
                <p:cNvSpPr/>
                <p:nvPr/>
              </p:nvSpPr>
              <p:spPr>
                <a:xfrm>
                  <a:off x="486926" y="27402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99" name="íŝļíḋe"/>
                <p:cNvSpPr/>
                <p:nvPr/>
              </p:nvSpPr>
              <p:spPr>
                <a:xfrm>
                  <a:off x="486926" y="28577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0" name="ïṧḷíďê"/>
                <p:cNvSpPr/>
                <p:nvPr/>
              </p:nvSpPr>
              <p:spPr>
                <a:xfrm>
                  <a:off x="486926" y="29752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1" name="ïŝľíḑe"/>
                <p:cNvSpPr/>
                <p:nvPr/>
              </p:nvSpPr>
              <p:spPr>
                <a:xfrm>
                  <a:off x="486926" y="309270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2" name="íṣ1îḍè"/>
                <p:cNvSpPr/>
                <p:nvPr/>
              </p:nvSpPr>
              <p:spPr>
                <a:xfrm>
                  <a:off x="486926" y="321018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3" name="îšļidé"/>
                <p:cNvSpPr/>
                <p:nvPr/>
              </p:nvSpPr>
              <p:spPr>
                <a:xfrm>
                  <a:off x="486926" y="3327657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104" name="îś1îḑè"/>
                <p:cNvSpPr/>
                <p:nvPr/>
              </p:nvSpPr>
              <p:spPr>
                <a:xfrm>
                  <a:off x="486926" y="3445132"/>
                  <a:ext cx="56395" cy="56394"/>
                </a:xfrm>
                <a:prstGeom prst="ellipse">
                  <a:avLst/>
                </a:pr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  <p:grpSp>
            <p:nvGrpSpPr>
              <p:cNvPr id="44" name="íŝlîdè"/>
              <p:cNvGrpSpPr/>
              <p:nvPr/>
            </p:nvGrpSpPr>
            <p:grpSpPr>
              <a:xfrm>
                <a:off x="9189362" y="3615910"/>
                <a:ext cx="785931" cy="766320"/>
                <a:chOff x="0" y="0"/>
                <a:chExt cx="1216418" cy="1186066"/>
              </a:xfrm>
              <a:solidFill>
                <a:schemeClr val="tx2">
                  <a:lumMod val="20000"/>
                  <a:lumOff val="80000"/>
                </a:schemeClr>
              </a:solidFill>
            </p:grpSpPr>
            <p:sp>
              <p:nvSpPr>
                <p:cNvPr id="45" name="íşľïďê"/>
                <p:cNvSpPr/>
                <p:nvPr/>
              </p:nvSpPr>
              <p:spPr>
                <a:xfrm>
                  <a:off x="0" y="0"/>
                  <a:ext cx="639801" cy="11860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31" h="21600" extrusionOk="0">
                      <a:moveTo>
                        <a:pt x="24" y="14080"/>
                      </a:moveTo>
                      <a:lnTo>
                        <a:pt x="17802" y="11322"/>
                      </a:lnTo>
                      <a:lnTo>
                        <a:pt x="18217" y="16238"/>
                      </a:lnTo>
                      <a:cubicBezTo>
                        <a:pt x="18211" y="16598"/>
                        <a:pt x="18327" y="16957"/>
                        <a:pt x="18559" y="17295"/>
                      </a:cubicBezTo>
                      <a:cubicBezTo>
                        <a:pt x="18669" y="17455"/>
                        <a:pt x="18805" y="17611"/>
                        <a:pt x="18965" y="17759"/>
                      </a:cubicBezTo>
                      <a:lnTo>
                        <a:pt x="13465" y="19149"/>
                      </a:lnTo>
                      <a:cubicBezTo>
                        <a:pt x="13101" y="19317"/>
                        <a:pt x="12792" y="19518"/>
                        <a:pt x="12552" y="19742"/>
                      </a:cubicBezTo>
                      <a:cubicBezTo>
                        <a:pt x="12088" y="20177"/>
                        <a:pt x="11898" y="20681"/>
                        <a:pt x="12011" y="21180"/>
                      </a:cubicBezTo>
                      <a:lnTo>
                        <a:pt x="20037" y="19614"/>
                      </a:lnTo>
                      <a:lnTo>
                        <a:pt x="20459" y="21600"/>
                      </a:lnTo>
                      <a:cubicBezTo>
                        <a:pt x="21160" y="18155"/>
                        <a:pt x="21518" y="14692"/>
                        <a:pt x="21530" y="11226"/>
                      </a:cubicBezTo>
                      <a:cubicBezTo>
                        <a:pt x="21544" y="7475"/>
                        <a:pt x="21154" y="3726"/>
                        <a:pt x="20361" y="0"/>
                      </a:cubicBezTo>
                      <a:cubicBezTo>
                        <a:pt x="19847" y="140"/>
                        <a:pt x="19403" y="345"/>
                        <a:pt x="19067" y="598"/>
                      </a:cubicBezTo>
                      <a:cubicBezTo>
                        <a:pt x="18712" y="866"/>
                        <a:pt x="18491" y="1179"/>
                        <a:pt x="18424" y="1508"/>
                      </a:cubicBezTo>
                      <a:lnTo>
                        <a:pt x="18336" y="7431"/>
                      </a:lnTo>
                      <a:lnTo>
                        <a:pt x="1541" y="11966"/>
                      </a:lnTo>
                      <a:cubicBezTo>
                        <a:pt x="1038" y="12208"/>
                        <a:pt x="639" y="12507"/>
                        <a:pt x="374" y="12842"/>
                      </a:cubicBezTo>
                      <a:cubicBezTo>
                        <a:pt x="64" y="13232"/>
                        <a:pt x="-56" y="13658"/>
                        <a:pt x="24" y="1408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6" name="íṧļídê"/>
                <p:cNvSpPr/>
                <p:nvPr/>
              </p:nvSpPr>
              <p:spPr>
                <a:xfrm>
                  <a:off x="607141" y="0"/>
                  <a:ext cx="609277" cy="11831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1" h="21600" extrusionOk="0">
                      <a:moveTo>
                        <a:pt x="21516" y="14115"/>
                      </a:moveTo>
                      <a:lnTo>
                        <a:pt x="2839" y="11350"/>
                      </a:lnTo>
                      <a:lnTo>
                        <a:pt x="2402" y="16278"/>
                      </a:lnTo>
                      <a:cubicBezTo>
                        <a:pt x="2409" y="16640"/>
                        <a:pt x="2287" y="16999"/>
                        <a:pt x="2044" y="17338"/>
                      </a:cubicBezTo>
                      <a:cubicBezTo>
                        <a:pt x="1928" y="17499"/>
                        <a:pt x="1785" y="17655"/>
                        <a:pt x="1616" y="17803"/>
                      </a:cubicBezTo>
                      <a:lnTo>
                        <a:pt x="7395" y="19196"/>
                      </a:lnTo>
                      <a:cubicBezTo>
                        <a:pt x="7778" y="19365"/>
                        <a:pt x="8102" y="19566"/>
                        <a:pt x="8354" y="19791"/>
                      </a:cubicBezTo>
                      <a:cubicBezTo>
                        <a:pt x="8841" y="20227"/>
                        <a:pt x="9041" y="20733"/>
                        <a:pt x="8922" y="21232"/>
                      </a:cubicBezTo>
                      <a:lnTo>
                        <a:pt x="490" y="19662"/>
                      </a:lnTo>
                      <a:lnTo>
                        <a:pt x="14" y="21600"/>
                      </a:lnTo>
                      <a:lnTo>
                        <a:pt x="0" y="0"/>
                      </a:lnTo>
                      <a:cubicBezTo>
                        <a:pt x="601" y="124"/>
                        <a:pt x="1123" y="331"/>
                        <a:pt x="1509" y="599"/>
                      </a:cubicBezTo>
                      <a:cubicBezTo>
                        <a:pt x="1892" y="866"/>
                        <a:pt x="2126" y="1181"/>
                        <a:pt x="2185" y="1511"/>
                      </a:cubicBezTo>
                      <a:lnTo>
                        <a:pt x="2277" y="7449"/>
                      </a:lnTo>
                      <a:lnTo>
                        <a:pt x="19922" y="11996"/>
                      </a:lnTo>
                      <a:cubicBezTo>
                        <a:pt x="20451" y="12238"/>
                        <a:pt x="20869" y="12538"/>
                        <a:pt x="21149" y="12874"/>
                      </a:cubicBezTo>
                      <a:cubicBezTo>
                        <a:pt x="21474" y="13265"/>
                        <a:pt x="21600" y="13692"/>
                        <a:pt x="21516" y="1411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7" name="ïŝlïďê"/>
                <p:cNvSpPr/>
                <p:nvPr/>
              </p:nvSpPr>
              <p:spPr>
                <a:xfrm>
                  <a:off x="161377" y="507296"/>
                  <a:ext cx="68570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8" name="îṣlíḓè"/>
                <p:cNvSpPr/>
                <p:nvPr/>
              </p:nvSpPr>
              <p:spPr>
                <a:xfrm>
                  <a:off x="358227" y="405696"/>
                  <a:ext cx="68570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49" name="îṧļiḓé"/>
                <p:cNvSpPr/>
                <p:nvPr/>
              </p:nvSpPr>
              <p:spPr>
                <a:xfrm>
                  <a:off x="828760" y="405696"/>
                  <a:ext cx="68569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50" name="ï$1idé"/>
                <p:cNvSpPr/>
                <p:nvPr/>
              </p:nvSpPr>
              <p:spPr>
                <a:xfrm>
                  <a:off x="1020581" y="509091"/>
                  <a:ext cx="68569" cy="165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10800" y="0"/>
                      </a:lnTo>
                      <a:cubicBezTo>
                        <a:pt x="13782" y="0"/>
                        <a:pt x="16482" y="500"/>
                        <a:pt x="18437" y="1309"/>
                      </a:cubicBezTo>
                      <a:cubicBezTo>
                        <a:pt x="20391" y="2117"/>
                        <a:pt x="21600" y="3234"/>
                        <a:pt x="21600" y="4468"/>
                      </a:cubicBezTo>
                      <a:lnTo>
                        <a:pt x="21600" y="4468"/>
                      </a:lnTo>
                      <a:lnTo>
                        <a:pt x="21600" y="17132"/>
                      </a:lnTo>
                      <a:lnTo>
                        <a:pt x="21600" y="17132"/>
                      </a:lnTo>
                      <a:cubicBezTo>
                        <a:pt x="21600" y="18366"/>
                        <a:pt x="20391" y="19483"/>
                        <a:pt x="18437" y="20291"/>
                      </a:cubicBezTo>
                      <a:cubicBezTo>
                        <a:pt x="16482" y="21100"/>
                        <a:pt x="13782" y="21600"/>
                        <a:pt x="10800" y="21600"/>
                      </a:cubicBezTo>
                      <a:lnTo>
                        <a:pt x="10800" y="21600"/>
                      </a:lnTo>
                      <a:lnTo>
                        <a:pt x="10800" y="21600"/>
                      </a:lnTo>
                      <a:cubicBezTo>
                        <a:pt x="7818" y="21600"/>
                        <a:pt x="5118" y="21100"/>
                        <a:pt x="3163" y="20291"/>
                      </a:cubicBezTo>
                      <a:cubicBezTo>
                        <a:pt x="1209" y="19483"/>
                        <a:pt x="0" y="18366"/>
                        <a:pt x="0" y="17132"/>
                      </a:cubicBezTo>
                      <a:lnTo>
                        <a:pt x="0" y="17132"/>
                      </a:lnTo>
                      <a:lnTo>
                        <a:pt x="0" y="4468"/>
                      </a:lnTo>
                      <a:lnTo>
                        <a:pt x="0" y="4468"/>
                      </a:lnTo>
                      <a:cubicBezTo>
                        <a:pt x="0" y="3234"/>
                        <a:pt x="1209" y="2117"/>
                        <a:pt x="3163" y="1309"/>
                      </a:cubicBezTo>
                      <a:cubicBezTo>
                        <a:pt x="5118" y="500"/>
                        <a:pt x="7818" y="0"/>
                        <a:pt x="10800" y="0"/>
                      </a:cubicBezTo>
                      <a:lnTo>
                        <a:pt x="10800" y="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 algn="ctr">
                    <a:defRPr sz="3200" cap="none">
                      <a:solidFill>
                        <a:srgbClr val="FFFFFF"/>
                      </a:solidFill>
                    </a:defRPr>
                  </a:pPr>
                </a:p>
              </p:txBody>
            </p:sp>
          </p:grpSp>
        </p:grpSp>
        <p:sp>
          <p:nvSpPr>
            <p:cNvPr id="5" name="ïṣļíḍé"/>
            <p:cNvSpPr/>
            <p:nvPr/>
          </p:nvSpPr>
          <p:spPr>
            <a:xfrm>
              <a:off x="0" y="4932518"/>
              <a:ext cx="12192000" cy="19254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65" extrusionOk="0">
                  <a:moveTo>
                    <a:pt x="21600" y="19633"/>
                  </a:moveTo>
                  <a:lnTo>
                    <a:pt x="21600" y="4678"/>
                  </a:lnTo>
                  <a:cubicBezTo>
                    <a:pt x="21519" y="5200"/>
                    <a:pt x="21450" y="5778"/>
                    <a:pt x="21394" y="6397"/>
                  </a:cubicBezTo>
                  <a:cubicBezTo>
                    <a:pt x="21326" y="7134"/>
                    <a:pt x="21278" y="7922"/>
                    <a:pt x="21250" y="8739"/>
                  </a:cubicBezTo>
                  <a:cubicBezTo>
                    <a:pt x="20732" y="6146"/>
                    <a:pt x="20024" y="5226"/>
                    <a:pt x="19365" y="6289"/>
                  </a:cubicBezTo>
                  <a:cubicBezTo>
                    <a:pt x="18691" y="7375"/>
                    <a:pt x="18159" y="10379"/>
                    <a:pt x="17955" y="14256"/>
                  </a:cubicBezTo>
                  <a:cubicBezTo>
                    <a:pt x="17634" y="12696"/>
                    <a:pt x="17199" y="12181"/>
                    <a:pt x="16798" y="12887"/>
                  </a:cubicBezTo>
                  <a:cubicBezTo>
                    <a:pt x="16407" y="13575"/>
                    <a:pt x="16100" y="15338"/>
                    <a:pt x="15978" y="17597"/>
                  </a:cubicBezTo>
                  <a:cubicBezTo>
                    <a:pt x="15803" y="16521"/>
                    <a:pt x="15571" y="15813"/>
                    <a:pt x="15318" y="15584"/>
                  </a:cubicBezTo>
                  <a:cubicBezTo>
                    <a:pt x="15024" y="15317"/>
                    <a:pt x="14722" y="15720"/>
                    <a:pt x="14477" y="16708"/>
                  </a:cubicBezTo>
                  <a:cubicBezTo>
                    <a:pt x="14291" y="14758"/>
                    <a:pt x="14004" y="13198"/>
                    <a:pt x="13655" y="12253"/>
                  </a:cubicBezTo>
                  <a:cubicBezTo>
                    <a:pt x="13039" y="10580"/>
                    <a:pt x="12315" y="10968"/>
                    <a:pt x="11762" y="13266"/>
                  </a:cubicBezTo>
                  <a:cubicBezTo>
                    <a:pt x="11578" y="11890"/>
                    <a:pt x="11312" y="10963"/>
                    <a:pt x="11015" y="10670"/>
                  </a:cubicBezTo>
                  <a:cubicBezTo>
                    <a:pt x="10742" y="10401"/>
                    <a:pt x="10462" y="10688"/>
                    <a:pt x="10221" y="11483"/>
                  </a:cubicBezTo>
                  <a:cubicBezTo>
                    <a:pt x="10170" y="7291"/>
                    <a:pt x="9751" y="3546"/>
                    <a:pt x="9112" y="1556"/>
                  </a:cubicBezTo>
                  <a:cubicBezTo>
                    <a:pt x="8023" y="-1835"/>
                    <a:pt x="6666" y="498"/>
                    <a:pt x="6072" y="6781"/>
                  </a:cubicBezTo>
                  <a:cubicBezTo>
                    <a:pt x="5812" y="5146"/>
                    <a:pt x="5436" y="4296"/>
                    <a:pt x="5053" y="4477"/>
                  </a:cubicBezTo>
                  <a:cubicBezTo>
                    <a:pt x="4640" y="4672"/>
                    <a:pt x="4271" y="6034"/>
                    <a:pt x="4065" y="8117"/>
                  </a:cubicBezTo>
                  <a:cubicBezTo>
                    <a:pt x="3794" y="6709"/>
                    <a:pt x="3446" y="5902"/>
                    <a:pt x="3082" y="5841"/>
                  </a:cubicBezTo>
                  <a:cubicBezTo>
                    <a:pt x="2707" y="5778"/>
                    <a:pt x="2342" y="6506"/>
                    <a:pt x="2053" y="7890"/>
                  </a:cubicBezTo>
                  <a:cubicBezTo>
                    <a:pt x="1856" y="5787"/>
                    <a:pt x="1565" y="4032"/>
                    <a:pt x="1210" y="2809"/>
                  </a:cubicBezTo>
                  <a:cubicBezTo>
                    <a:pt x="848" y="1560"/>
                    <a:pt x="433" y="914"/>
                    <a:pt x="11" y="942"/>
                  </a:cubicBezTo>
                  <a:lnTo>
                    <a:pt x="0" y="19765"/>
                  </a:lnTo>
                  <a:lnTo>
                    <a:pt x="21600" y="19633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71437" tIns="71437" rIns="71437" bIns="71437" anchor="ctr"/>
            <a:lstStyle/>
            <a:p>
              <a:pPr algn="ctr">
                <a:defRPr sz="3200" cap="none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6" name="íṣḷïḓê"/>
            <p:cNvGrpSpPr/>
            <p:nvPr/>
          </p:nvGrpSpPr>
          <p:grpSpPr>
            <a:xfrm>
              <a:off x="687280" y="1130300"/>
              <a:ext cx="4586311" cy="1612150"/>
              <a:chOff x="687278" y="2398652"/>
              <a:chExt cx="3524773" cy="1612150"/>
            </a:xfrm>
          </p:grpSpPr>
          <p:sp>
            <p:nvSpPr>
              <p:cNvPr id="12" name="î$ḷîḍè"/>
              <p:cNvSpPr/>
              <p:nvPr/>
            </p:nvSpPr>
            <p:spPr>
              <a:xfrm>
                <a:off x="687278" y="2840458"/>
                <a:ext cx="3524773" cy="11703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3" name="íšľíd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669925" y="2861711"/>
              <a:ext cx="533607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ïSliḋe"/>
            <p:cNvSpPr/>
            <p:nvPr/>
          </p:nvSpPr>
          <p:spPr bwMode="auto">
            <a:xfrm>
              <a:off x="1797867" y="3820559"/>
              <a:ext cx="4093264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zh-CN" altLang="en-US" sz="1100" dirty="0"/>
            </a:p>
          </p:txBody>
        </p:sp>
        <p:sp>
          <p:nvSpPr>
            <p:cNvPr id="9" name="is1iḍê"/>
            <p:cNvSpPr txBox="1"/>
            <p:nvPr/>
          </p:nvSpPr>
          <p:spPr bwMode="auto">
            <a:xfrm>
              <a:off x="1797867" y="3429000"/>
              <a:ext cx="4093264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0" name="ïṣļîďè"/>
            <p:cNvSpPr/>
            <p:nvPr/>
          </p:nvSpPr>
          <p:spPr bwMode="auto">
            <a:xfrm>
              <a:off x="668200" y="3366077"/>
              <a:ext cx="1024443" cy="1026520"/>
            </a:xfrm>
            <a:prstGeom prst="ellipse">
              <a:avLst/>
            </a:prstGeom>
            <a:solidFill>
              <a:schemeClr val="accent1"/>
            </a:solidFill>
            <a:ln w="57150">
              <a:noFill/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700">
                <a:solidFill>
                  <a:schemeClr val="tx1"/>
                </a:solidFill>
              </a:endParaRPr>
            </a:p>
          </p:txBody>
        </p:sp>
        <p:sp>
          <p:nvSpPr>
            <p:cNvPr id="11" name="iślîḓé"/>
            <p:cNvSpPr/>
            <p:nvPr/>
          </p:nvSpPr>
          <p:spPr bwMode="auto">
            <a:xfrm>
              <a:off x="875579" y="3580099"/>
              <a:ext cx="609685" cy="598476"/>
            </a:xfrm>
            <a:custGeom>
              <a:avLst/>
              <a:gdLst>
                <a:gd name="connsiteX0" fmla="*/ 170608 w 607804"/>
                <a:gd name="connsiteY0" fmla="*/ 262009 h 596630"/>
                <a:gd name="connsiteX1" fmla="*/ 260792 w 607804"/>
                <a:gd name="connsiteY1" fmla="*/ 427304 h 596630"/>
                <a:gd name="connsiteX2" fmla="*/ 303865 w 607804"/>
                <a:gd name="connsiteY2" fmla="*/ 451493 h 596630"/>
                <a:gd name="connsiteX3" fmla="*/ 346938 w 607804"/>
                <a:gd name="connsiteY3" fmla="*/ 427304 h 596630"/>
                <a:gd name="connsiteX4" fmla="*/ 408855 w 607804"/>
                <a:gd name="connsiteY4" fmla="*/ 319795 h 596630"/>
                <a:gd name="connsiteX5" fmla="*/ 519229 w 607804"/>
                <a:gd name="connsiteY5" fmla="*/ 298293 h 596630"/>
                <a:gd name="connsiteX6" fmla="*/ 552880 w 607804"/>
                <a:gd name="connsiteY6" fmla="*/ 319795 h 596630"/>
                <a:gd name="connsiteX7" fmla="*/ 606721 w 607804"/>
                <a:gd name="connsiteY7" fmla="*/ 538844 h 596630"/>
                <a:gd name="connsiteX8" fmla="*/ 602683 w 607804"/>
                <a:gd name="connsiteY8" fmla="*/ 563034 h 596630"/>
                <a:gd name="connsiteX9" fmla="*/ 582493 w 607804"/>
                <a:gd name="connsiteY9" fmla="*/ 575128 h 596630"/>
                <a:gd name="connsiteX10" fmla="*/ 414239 w 607804"/>
                <a:gd name="connsiteY10" fmla="*/ 596630 h 596630"/>
                <a:gd name="connsiteX11" fmla="*/ 400779 w 607804"/>
                <a:gd name="connsiteY11" fmla="*/ 595286 h 596630"/>
                <a:gd name="connsiteX12" fmla="*/ 205605 w 607804"/>
                <a:gd name="connsiteY12" fmla="*/ 532125 h 596630"/>
                <a:gd name="connsiteX13" fmla="*/ 189453 w 607804"/>
                <a:gd name="connsiteY13" fmla="*/ 532125 h 596630"/>
                <a:gd name="connsiteX14" fmla="*/ 37352 w 607804"/>
                <a:gd name="connsiteY14" fmla="*/ 572441 h 596630"/>
                <a:gd name="connsiteX15" fmla="*/ 9085 w 607804"/>
                <a:gd name="connsiteY15" fmla="*/ 565721 h 596630"/>
                <a:gd name="connsiteX16" fmla="*/ 1009 w 607804"/>
                <a:gd name="connsiteY16" fmla="*/ 537500 h 596630"/>
                <a:gd name="connsiteX17" fmla="*/ 54850 w 607804"/>
                <a:gd name="connsiteY17" fmla="*/ 321139 h 596630"/>
                <a:gd name="connsiteX18" fmla="*/ 72348 w 607804"/>
                <a:gd name="connsiteY18" fmla="*/ 300981 h 596630"/>
                <a:gd name="connsiteX19" fmla="*/ 302554 w 607804"/>
                <a:gd name="connsiteY19" fmla="*/ 68530 h 596630"/>
                <a:gd name="connsiteX20" fmla="*/ 237945 w 607804"/>
                <a:gd name="connsiteY20" fmla="*/ 133029 h 596630"/>
                <a:gd name="connsiteX21" fmla="*/ 302554 w 607804"/>
                <a:gd name="connsiteY21" fmla="*/ 197528 h 596630"/>
                <a:gd name="connsiteX22" fmla="*/ 367164 w 607804"/>
                <a:gd name="connsiteY22" fmla="*/ 133029 h 596630"/>
                <a:gd name="connsiteX23" fmla="*/ 302554 w 607804"/>
                <a:gd name="connsiteY23" fmla="*/ 68530 h 596630"/>
                <a:gd name="connsiteX24" fmla="*/ 303901 w 607804"/>
                <a:gd name="connsiteY24" fmla="*/ 0 h 596630"/>
                <a:gd name="connsiteX25" fmla="*/ 438504 w 607804"/>
                <a:gd name="connsiteY25" fmla="*/ 134373 h 596630"/>
                <a:gd name="connsiteX26" fmla="*/ 313323 w 607804"/>
                <a:gd name="connsiteY26" fmla="*/ 407150 h 596630"/>
                <a:gd name="connsiteX27" fmla="*/ 303901 w 607804"/>
                <a:gd name="connsiteY27" fmla="*/ 412525 h 596630"/>
                <a:gd name="connsiteX28" fmla="*/ 294478 w 607804"/>
                <a:gd name="connsiteY28" fmla="*/ 407150 h 596630"/>
                <a:gd name="connsiteX29" fmla="*/ 169297 w 607804"/>
                <a:gd name="connsiteY29" fmla="*/ 134373 h 596630"/>
                <a:gd name="connsiteX30" fmla="*/ 303901 w 607804"/>
                <a:gd name="connsiteY30" fmla="*/ 0 h 59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804" h="596630">
                  <a:moveTo>
                    <a:pt x="170608" y="262009"/>
                  </a:moveTo>
                  <a:cubicBezTo>
                    <a:pt x="196183" y="317107"/>
                    <a:pt x="229834" y="376237"/>
                    <a:pt x="260792" y="427304"/>
                  </a:cubicBezTo>
                  <a:cubicBezTo>
                    <a:pt x="270214" y="442086"/>
                    <a:pt x="286367" y="451493"/>
                    <a:pt x="303865" y="451493"/>
                  </a:cubicBezTo>
                  <a:cubicBezTo>
                    <a:pt x="321363" y="451493"/>
                    <a:pt x="337516" y="442086"/>
                    <a:pt x="346938" y="427304"/>
                  </a:cubicBezTo>
                  <a:cubicBezTo>
                    <a:pt x="367128" y="393707"/>
                    <a:pt x="388665" y="357423"/>
                    <a:pt x="408855" y="319795"/>
                  </a:cubicBezTo>
                  <a:cubicBezTo>
                    <a:pt x="411547" y="319795"/>
                    <a:pt x="519229" y="298293"/>
                    <a:pt x="519229" y="298293"/>
                  </a:cubicBezTo>
                  <a:cubicBezTo>
                    <a:pt x="534036" y="295605"/>
                    <a:pt x="548842" y="305013"/>
                    <a:pt x="552880" y="319795"/>
                  </a:cubicBezTo>
                  <a:lnTo>
                    <a:pt x="606721" y="538844"/>
                  </a:lnTo>
                  <a:cubicBezTo>
                    <a:pt x="609413" y="546907"/>
                    <a:pt x="606721" y="556314"/>
                    <a:pt x="602683" y="563034"/>
                  </a:cubicBezTo>
                  <a:cubicBezTo>
                    <a:pt x="598645" y="569753"/>
                    <a:pt x="590569" y="573784"/>
                    <a:pt x="582493" y="575128"/>
                  </a:cubicBezTo>
                  <a:lnTo>
                    <a:pt x="414239" y="596630"/>
                  </a:lnTo>
                  <a:cubicBezTo>
                    <a:pt x="408855" y="596630"/>
                    <a:pt x="404817" y="596630"/>
                    <a:pt x="400779" y="595286"/>
                  </a:cubicBezTo>
                  <a:lnTo>
                    <a:pt x="205605" y="532125"/>
                  </a:lnTo>
                  <a:cubicBezTo>
                    <a:pt x="200221" y="530781"/>
                    <a:pt x="194837" y="530781"/>
                    <a:pt x="189453" y="532125"/>
                  </a:cubicBezTo>
                  <a:lnTo>
                    <a:pt x="37352" y="572441"/>
                  </a:lnTo>
                  <a:cubicBezTo>
                    <a:pt x="26584" y="575128"/>
                    <a:pt x="15815" y="572441"/>
                    <a:pt x="9085" y="565721"/>
                  </a:cubicBezTo>
                  <a:cubicBezTo>
                    <a:pt x="1009" y="557658"/>
                    <a:pt x="-1683" y="546907"/>
                    <a:pt x="1009" y="537500"/>
                  </a:cubicBezTo>
                  <a:lnTo>
                    <a:pt x="54850" y="321139"/>
                  </a:lnTo>
                  <a:cubicBezTo>
                    <a:pt x="57542" y="311732"/>
                    <a:pt x="64272" y="305013"/>
                    <a:pt x="72348" y="300981"/>
                  </a:cubicBezTo>
                  <a:close/>
                  <a:moveTo>
                    <a:pt x="302554" y="68530"/>
                  </a:moveTo>
                  <a:cubicBezTo>
                    <a:pt x="266212" y="68530"/>
                    <a:pt x="237945" y="98092"/>
                    <a:pt x="237945" y="133029"/>
                  </a:cubicBezTo>
                  <a:cubicBezTo>
                    <a:pt x="237945" y="169310"/>
                    <a:pt x="266212" y="197528"/>
                    <a:pt x="302554" y="197528"/>
                  </a:cubicBezTo>
                  <a:cubicBezTo>
                    <a:pt x="338897" y="197528"/>
                    <a:pt x="367164" y="167966"/>
                    <a:pt x="367164" y="133029"/>
                  </a:cubicBezTo>
                  <a:cubicBezTo>
                    <a:pt x="367164" y="96749"/>
                    <a:pt x="337551" y="68530"/>
                    <a:pt x="302554" y="68530"/>
                  </a:cubicBezTo>
                  <a:close/>
                  <a:moveTo>
                    <a:pt x="303901" y="0"/>
                  </a:moveTo>
                  <a:cubicBezTo>
                    <a:pt x="377932" y="0"/>
                    <a:pt x="438504" y="60468"/>
                    <a:pt x="438504" y="134373"/>
                  </a:cubicBezTo>
                  <a:cubicBezTo>
                    <a:pt x="438504" y="196185"/>
                    <a:pt x="344282" y="357432"/>
                    <a:pt x="313323" y="407150"/>
                  </a:cubicBezTo>
                  <a:cubicBezTo>
                    <a:pt x="310631" y="409838"/>
                    <a:pt x="307939" y="412525"/>
                    <a:pt x="303901" y="412525"/>
                  </a:cubicBezTo>
                  <a:cubicBezTo>
                    <a:pt x="301208" y="412525"/>
                    <a:pt x="297170" y="409838"/>
                    <a:pt x="294478" y="407150"/>
                  </a:cubicBezTo>
                  <a:cubicBezTo>
                    <a:pt x="263519" y="357432"/>
                    <a:pt x="169297" y="196185"/>
                    <a:pt x="169297" y="134373"/>
                  </a:cubicBezTo>
                  <a:cubicBezTo>
                    <a:pt x="169297" y="60468"/>
                    <a:pt x="229869" y="0"/>
                    <a:pt x="3039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" name="图片 1" descr="logo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5345" y="6076315"/>
            <a:ext cx="2446655" cy="645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îṥḷiḍé"/>
          <p:cNvSpPr/>
          <p:nvPr/>
        </p:nvSpPr>
        <p:spPr>
          <a:xfrm>
            <a:off x="4368111" y="1898264"/>
            <a:ext cx="3382518" cy="3382518"/>
          </a:xfrm>
          <a:prstGeom prst="donut">
            <a:avLst>
              <a:gd name="adj" fmla="val 62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buSzPct val="25000"/>
            </a:pPr>
            <a:r>
              <a:rPr lang="de-DE" altLang="zh-CN" b="1">
                <a:sym typeface="Calibri" panose="020F0502020204030204"/>
              </a:rPr>
              <a:t>Text here</a:t>
            </a:r>
            <a:endParaRPr lang="de-DE" altLang="zh-CN" b="1" dirty="0">
              <a:sym typeface="Calibri" panose="020F0502020204030204"/>
            </a:endParaRPr>
          </a:p>
        </p:txBody>
      </p:sp>
      <p:cxnSp>
        <p:nvCxnSpPr>
          <p:cNvPr id="6" name="直接连接符 5"/>
          <p:cNvCxnSpPr>
            <a:stCxn id="12" idx="2"/>
            <a:endCxn id="10" idx="0"/>
          </p:cNvCxnSpPr>
          <p:nvPr/>
        </p:nvCxnSpPr>
        <p:spPr>
          <a:xfrm>
            <a:off x="4841547" y="3589523"/>
            <a:ext cx="2435651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9" idx="3"/>
            <a:endCxn id="11" idx="1"/>
          </p:cNvCxnSpPr>
          <p:nvPr/>
        </p:nvCxnSpPr>
        <p:spPr>
          <a:xfrm>
            <a:off x="6059370" y="2371698"/>
            <a:ext cx="0" cy="2435652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îṥḷiḍé"/>
          <p:cNvSpPr/>
          <p:nvPr/>
        </p:nvSpPr>
        <p:spPr>
          <a:xfrm>
            <a:off x="5262366" y="2792519"/>
            <a:ext cx="1594007" cy="1594007"/>
          </a:xfrm>
          <a:custGeom>
            <a:avLst/>
            <a:gdLst>
              <a:gd name="connsiteX0" fmla="*/ 0 w 1188002"/>
              <a:gd name="connsiteY0" fmla="*/ 594001 h 1188002"/>
              <a:gd name="connsiteX1" fmla="*/ 594001 w 1188002"/>
              <a:gd name="connsiteY1" fmla="*/ 0 h 1188002"/>
              <a:gd name="connsiteX2" fmla="*/ 1188002 w 1188002"/>
              <a:gd name="connsiteY2" fmla="*/ 594001 h 1188002"/>
              <a:gd name="connsiteX3" fmla="*/ 594001 w 1188002"/>
              <a:gd name="connsiteY3" fmla="*/ 1188002 h 1188002"/>
              <a:gd name="connsiteX4" fmla="*/ 0 w 1188002"/>
              <a:gd name="connsiteY4" fmla="*/ 594001 h 118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002" h="1188002">
                <a:moveTo>
                  <a:pt x="0" y="594001"/>
                </a:moveTo>
                <a:cubicBezTo>
                  <a:pt x="0" y="265943"/>
                  <a:pt x="265943" y="0"/>
                  <a:pt x="594001" y="0"/>
                </a:cubicBezTo>
                <a:cubicBezTo>
                  <a:pt x="922059" y="0"/>
                  <a:pt x="1188002" y="265943"/>
                  <a:pt x="1188002" y="594001"/>
                </a:cubicBezTo>
                <a:cubicBezTo>
                  <a:pt x="1188002" y="922059"/>
                  <a:pt x="922059" y="1188002"/>
                  <a:pt x="594001" y="1188002"/>
                </a:cubicBezTo>
                <a:cubicBezTo>
                  <a:pt x="265943" y="1188002"/>
                  <a:pt x="0" y="922059"/>
                  <a:pt x="0" y="594001"/>
                </a:cubicBezTo>
                <a:close/>
              </a:path>
            </a:pathLst>
          </a:custGeom>
          <a:ln>
            <a:noFill/>
          </a:ln>
        </p:spPr>
        <p:style>
          <a:lnRef idx="2">
            <a:scrgbClr r="0" g="0" b="0"/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SzPct val="25000"/>
            </a:pPr>
            <a:r>
              <a:rPr lang="de-DE" altLang="zh-CN" b="1">
                <a:sym typeface="Calibri" panose="020F0502020204030204"/>
              </a:rPr>
              <a:t>Text here</a:t>
            </a:r>
            <a:endParaRPr lang="de-DE" altLang="zh-CN" b="1" dirty="0">
              <a:sym typeface="Calibri" panose="020F0502020204030204"/>
            </a:endParaRPr>
          </a:p>
        </p:txBody>
      </p:sp>
      <p:sp>
        <p:nvSpPr>
          <p:cNvPr id="9" name="îṣḷïďê"/>
          <p:cNvSpPr/>
          <p:nvPr/>
        </p:nvSpPr>
        <p:spPr>
          <a:xfrm>
            <a:off x="5616430" y="1485817"/>
            <a:ext cx="885880" cy="885880"/>
          </a:xfrm>
          <a:custGeom>
            <a:avLst/>
            <a:gdLst>
              <a:gd name="connsiteX0" fmla="*/ 0 w 950965"/>
              <a:gd name="connsiteY0" fmla="*/ 475483 h 950965"/>
              <a:gd name="connsiteX1" fmla="*/ 475483 w 950965"/>
              <a:gd name="connsiteY1" fmla="*/ 0 h 950965"/>
              <a:gd name="connsiteX2" fmla="*/ 950966 w 950965"/>
              <a:gd name="connsiteY2" fmla="*/ 475483 h 950965"/>
              <a:gd name="connsiteX3" fmla="*/ 475483 w 950965"/>
              <a:gd name="connsiteY3" fmla="*/ 950966 h 950965"/>
              <a:gd name="connsiteX4" fmla="*/ 0 w 950965"/>
              <a:gd name="connsiteY4" fmla="*/ 475483 h 9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965" h="950965">
                <a:moveTo>
                  <a:pt x="0" y="475483"/>
                </a:moveTo>
                <a:cubicBezTo>
                  <a:pt x="0" y="212881"/>
                  <a:pt x="212881" y="0"/>
                  <a:pt x="475483" y="0"/>
                </a:cubicBezTo>
                <a:cubicBezTo>
                  <a:pt x="738085" y="0"/>
                  <a:pt x="950966" y="212881"/>
                  <a:pt x="950966" y="475483"/>
                </a:cubicBezTo>
                <a:cubicBezTo>
                  <a:pt x="950966" y="738085"/>
                  <a:pt x="738085" y="950966"/>
                  <a:pt x="475483" y="950966"/>
                </a:cubicBezTo>
                <a:cubicBezTo>
                  <a:pt x="212881" y="950966"/>
                  <a:pt x="0" y="738085"/>
                  <a:pt x="0" y="47548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-955721"/>
              <a:satOff val="-23028"/>
              <a:lumOff val="-13856"/>
              <a:alphaOff val="0"/>
            </a:schemeClr>
          </a:fillRef>
          <a:effectRef idx="0">
            <a:schemeClr val="accent2">
              <a:hueOff val="-955721"/>
              <a:satOff val="-23028"/>
              <a:lumOff val="-138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anchor="ctr" anchorCtr="1">
            <a:normAutofit/>
          </a:bodyPr>
          <a:lstStyle/>
          <a:p>
            <a:pPr algn="ctr">
              <a:buSzPct val="25000"/>
            </a:pPr>
            <a:r>
              <a:rPr lang="de-DE" altLang="zh-CN" sz="1400" dirty="0">
                <a:sym typeface="Calibri" panose="020F0502020204030204"/>
              </a:rPr>
              <a:t>Text</a:t>
            </a:r>
            <a:endParaRPr lang="de-DE" altLang="zh-CN" sz="1400" dirty="0">
              <a:sym typeface="Calibri" panose="020F0502020204030204"/>
            </a:endParaRPr>
          </a:p>
        </p:txBody>
      </p:sp>
      <p:sp>
        <p:nvSpPr>
          <p:cNvPr id="10" name="iṥḻîḍè"/>
          <p:cNvSpPr/>
          <p:nvPr/>
        </p:nvSpPr>
        <p:spPr>
          <a:xfrm>
            <a:off x="7277198" y="3146583"/>
            <a:ext cx="885880" cy="885880"/>
          </a:xfrm>
          <a:custGeom>
            <a:avLst/>
            <a:gdLst>
              <a:gd name="connsiteX0" fmla="*/ 0 w 950965"/>
              <a:gd name="connsiteY0" fmla="*/ 475483 h 950965"/>
              <a:gd name="connsiteX1" fmla="*/ 475483 w 950965"/>
              <a:gd name="connsiteY1" fmla="*/ 0 h 950965"/>
              <a:gd name="connsiteX2" fmla="*/ 950966 w 950965"/>
              <a:gd name="connsiteY2" fmla="*/ 475483 h 950965"/>
              <a:gd name="connsiteX3" fmla="*/ 475483 w 950965"/>
              <a:gd name="connsiteY3" fmla="*/ 950966 h 950965"/>
              <a:gd name="connsiteX4" fmla="*/ 0 w 950965"/>
              <a:gd name="connsiteY4" fmla="*/ 475483 h 9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965" h="950965">
                <a:moveTo>
                  <a:pt x="0" y="475483"/>
                </a:moveTo>
                <a:cubicBezTo>
                  <a:pt x="0" y="212881"/>
                  <a:pt x="212881" y="0"/>
                  <a:pt x="475483" y="0"/>
                </a:cubicBezTo>
                <a:cubicBezTo>
                  <a:pt x="738085" y="0"/>
                  <a:pt x="950966" y="212881"/>
                  <a:pt x="950966" y="475483"/>
                </a:cubicBezTo>
                <a:cubicBezTo>
                  <a:pt x="950966" y="738085"/>
                  <a:pt x="738085" y="950966"/>
                  <a:pt x="475483" y="950966"/>
                </a:cubicBezTo>
                <a:cubicBezTo>
                  <a:pt x="212881" y="950966"/>
                  <a:pt x="0" y="738085"/>
                  <a:pt x="0" y="47548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-955721"/>
              <a:satOff val="-23028"/>
              <a:lumOff val="-13856"/>
              <a:alphaOff val="0"/>
            </a:schemeClr>
          </a:fillRef>
          <a:effectRef idx="0">
            <a:schemeClr val="accent2">
              <a:hueOff val="-955721"/>
              <a:satOff val="-23028"/>
              <a:lumOff val="-138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anchor="ctr" anchorCtr="1">
            <a:normAutofit/>
          </a:bodyPr>
          <a:lstStyle/>
          <a:p>
            <a:pPr algn="ctr">
              <a:buSzPct val="25000"/>
            </a:pPr>
            <a:r>
              <a:rPr lang="de-DE" altLang="zh-CN" sz="1400" dirty="0">
                <a:sym typeface="Calibri" panose="020F0502020204030204"/>
              </a:rPr>
              <a:t>Text</a:t>
            </a:r>
            <a:endParaRPr lang="de-DE" altLang="zh-CN" sz="1400" dirty="0">
              <a:sym typeface="Calibri" panose="020F0502020204030204"/>
            </a:endParaRPr>
          </a:p>
        </p:txBody>
      </p:sp>
      <p:sp>
        <p:nvSpPr>
          <p:cNvPr id="11" name="ïŝ1ídè"/>
          <p:cNvSpPr/>
          <p:nvPr/>
        </p:nvSpPr>
        <p:spPr>
          <a:xfrm>
            <a:off x="5616430" y="4807350"/>
            <a:ext cx="885880" cy="885880"/>
          </a:xfrm>
          <a:custGeom>
            <a:avLst/>
            <a:gdLst>
              <a:gd name="connsiteX0" fmla="*/ 0 w 950965"/>
              <a:gd name="connsiteY0" fmla="*/ 475483 h 950965"/>
              <a:gd name="connsiteX1" fmla="*/ 475483 w 950965"/>
              <a:gd name="connsiteY1" fmla="*/ 0 h 950965"/>
              <a:gd name="connsiteX2" fmla="*/ 950966 w 950965"/>
              <a:gd name="connsiteY2" fmla="*/ 475483 h 950965"/>
              <a:gd name="connsiteX3" fmla="*/ 475483 w 950965"/>
              <a:gd name="connsiteY3" fmla="*/ 950966 h 950965"/>
              <a:gd name="connsiteX4" fmla="*/ 0 w 950965"/>
              <a:gd name="connsiteY4" fmla="*/ 475483 h 9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965" h="950965">
                <a:moveTo>
                  <a:pt x="0" y="475483"/>
                </a:moveTo>
                <a:cubicBezTo>
                  <a:pt x="0" y="212881"/>
                  <a:pt x="212881" y="0"/>
                  <a:pt x="475483" y="0"/>
                </a:cubicBezTo>
                <a:cubicBezTo>
                  <a:pt x="738085" y="0"/>
                  <a:pt x="950966" y="212881"/>
                  <a:pt x="950966" y="475483"/>
                </a:cubicBezTo>
                <a:cubicBezTo>
                  <a:pt x="950966" y="738085"/>
                  <a:pt x="738085" y="950966"/>
                  <a:pt x="475483" y="950966"/>
                </a:cubicBezTo>
                <a:cubicBezTo>
                  <a:pt x="212881" y="950966"/>
                  <a:pt x="0" y="738085"/>
                  <a:pt x="0" y="47548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-955721"/>
              <a:satOff val="-23028"/>
              <a:lumOff val="-13856"/>
              <a:alphaOff val="0"/>
            </a:schemeClr>
          </a:fillRef>
          <a:effectRef idx="0">
            <a:schemeClr val="accent2">
              <a:hueOff val="-955721"/>
              <a:satOff val="-23028"/>
              <a:lumOff val="-138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anchor="ctr" anchorCtr="1">
            <a:normAutofit/>
          </a:bodyPr>
          <a:lstStyle/>
          <a:p>
            <a:pPr algn="ctr">
              <a:buSzPct val="25000"/>
            </a:pPr>
            <a:r>
              <a:rPr lang="de-DE" altLang="zh-CN" sz="1400" dirty="0">
                <a:sym typeface="Calibri" panose="020F0502020204030204"/>
              </a:rPr>
              <a:t>Text</a:t>
            </a:r>
            <a:endParaRPr lang="de-DE" altLang="zh-CN" sz="1400" dirty="0">
              <a:sym typeface="Calibri" panose="020F0502020204030204"/>
            </a:endParaRPr>
          </a:p>
        </p:txBody>
      </p:sp>
      <p:sp>
        <p:nvSpPr>
          <p:cNvPr id="12" name="iṣḷiḋé"/>
          <p:cNvSpPr/>
          <p:nvPr/>
        </p:nvSpPr>
        <p:spPr>
          <a:xfrm>
            <a:off x="3955666" y="3146583"/>
            <a:ext cx="885880" cy="885880"/>
          </a:xfrm>
          <a:custGeom>
            <a:avLst/>
            <a:gdLst>
              <a:gd name="connsiteX0" fmla="*/ 0 w 950965"/>
              <a:gd name="connsiteY0" fmla="*/ 475483 h 950965"/>
              <a:gd name="connsiteX1" fmla="*/ 475483 w 950965"/>
              <a:gd name="connsiteY1" fmla="*/ 0 h 950965"/>
              <a:gd name="connsiteX2" fmla="*/ 950966 w 950965"/>
              <a:gd name="connsiteY2" fmla="*/ 475483 h 950965"/>
              <a:gd name="connsiteX3" fmla="*/ 475483 w 950965"/>
              <a:gd name="connsiteY3" fmla="*/ 950966 h 950965"/>
              <a:gd name="connsiteX4" fmla="*/ 0 w 950965"/>
              <a:gd name="connsiteY4" fmla="*/ 475483 h 9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965" h="950965">
                <a:moveTo>
                  <a:pt x="0" y="475483"/>
                </a:moveTo>
                <a:cubicBezTo>
                  <a:pt x="0" y="212881"/>
                  <a:pt x="212881" y="0"/>
                  <a:pt x="475483" y="0"/>
                </a:cubicBezTo>
                <a:cubicBezTo>
                  <a:pt x="738085" y="0"/>
                  <a:pt x="950966" y="212881"/>
                  <a:pt x="950966" y="475483"/>
                </a:cubicBezTo>
                <a:cubicBezTo>
                  <a:pt x="950966" y="738085"/>
                  <a:pt x="738085" y="950966"/>
                  <a:pt x="475483" y="950966"/>
                </a:cubicBezTo>
                <a:cubicBezTo>
                  <a:pt x="212881" y="950966"/>
                  <a:pt x="0" y="738085"/>
                  <a:pt x="0" y="47548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-955721"/>
              <a:satOff val="-23028"/>
              <a:lumOff val="-13856"/>
              <a:alphaOff val="0"/>
            </a:schemeClr>
          </a:fillRef>
          <a:effectRef idx="0">
            <a:schemeClr val="accent2">
              <a:hueOff val="-955721"/>
              <a:satOff val="-23028"/>
              <a:lumOff val="-138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anchor="ctr" anchorCtr="1">
            <a:normAutofit/>
          </a:bodyPr>
          <a:lstStyle/>
          <a:p>
            <a:pPr algn="ctr">
              <a:buSzPct val="25000"/>
            </a:pPr>
            <a:r>
              <a:rPr lang="de-DE" altLang="zh-CN" sz="1400" dirty="0">
                <a:sym typeface="Calibri" panose="020F0502020204030204"/>
              </a:rPr>
              <a:t>Text</a:t>
            </a:r>
            <a:endParaRPr lang="de-DE" altLang="zh-CN" sz="1400" dirty="0">
              <a:sym typeface="Calibri" panose="020F0502020204030204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507726" y="2073221"/>
            <a:ext cx="3011174" cy="3117958"/>
            <a:chOff x="8507726" y="1073702"/>
            <a:chExt cx="3011174" cy="3117958"/>
          </a:xfrm>
        </p:grpSpPr>
        <p:grpSp>
          <p:nvGrpSpPr>
            <p:cNvPr id="14" name="组合 13"/>
            <p:cNvGrpSpPr/>
            <p:nvPr/>
          </p:nvGrpSpPr>
          <p:grpSpPr>
            <a:xfrm>
              <a:off x="8507726" y="1073702"/>
              <a:ext cx="3011174" cy="1017430"/>
              <a:chOff x="8661000" y="1073702"/>
              <a:chExt cx="2295000" cy="1017430"/>
            </a:xfrm>
          </p:grpSpPr>
          <p:sp>
            <p:nvSpPr>
              <p:cNvPr id="18" name="Shape 1448"/>
              <p:cNvSpPr txBox="1"/>
              <p:nvPr/>
            </p:nvSpPr>
            <p:spPr>
              <a:xfrm>
                <a:off x="8661000" y="1073702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19" name="Shape 1450"/>
              <p:cNvSpPr txBox="1"/>
              <p:nvPr/>
            </p:nvSpPr>
            <p:spPr>
              <a:xfrm>
                <a:off x="8661000" y="1466214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8507726" y="3174230"/>
              <a:ext cx="3011174" cy="1017430"/>
              <a:chOff x="8661000" y="1781570"/>
              <a:chExt cx="2295000" cy="1017430"/>
            </a:xfrm>
          </p:grpSpPr>
          <p:sp>
            <p:nvSpPr>
              <p:cNvPr id="16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17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660400" y="2073221"/>
            <a:ext cx="3011174" cy="3117958"/>
            <a:chOff x="8507726" y="1073702"/>
            <a:chExt cx="3011174" cy="3117958"/>
          </a:xfrm>
        </p:grpSpPr>
        <p:grpSp>
          <p:nvGrpSpPr>
            <p:cNvPr id="21" name="组合 20"/>
            <p:cNvGrpSpPr/>
            <p:nvPr/>
          </p:nvGrpSpPr>
          <p:grpSpPr>
            <a:xfrm>
              <a:off x="8507726" y="1073702"/>
              <a:ext cx="3011174" cy="1017430"/>
              <a:chOff x="8661000" y="1073702"/>
              <a:chExt cx="2295000" cy="1017430"/>
            </a:xfrm>
          </p:grpSpPr>
          <p:sp>
            <p:nvSpPr>
              <p:cNvPr id="25" name="Shape 1448"/>
              <p:cNvSpPr txBox="1"/>
              <p:nvPr/>
            </p:nvSpPr>
            <p:spPr>
              <a:xfrm>
                <a:off x="8661000" y="1073702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6" name="Shape 1450"/>
              <p:cNvSpPr txBox="1"/>
              <p:nvPr/>
            </p:nvSpPr>
            <p:spPr>
              <a:xfrm>
                <a:off x="8661000" y="1466214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507726" y="3174230"/>
              <a:ext cx="3011174" cy="1017430"/>
              <a:chOff x="8661000" y="1781570"/>
              <a:chExt cx="2295000" cy="1017430"/>
            </a:xfrm>
          </p:grpSpPr>
          <p:sp>
            <p:nvSpPr>
              <p:cNvPr id="23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4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45713" tIns="22850" rIns="45713" bIns="2285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îṣlíďê_1"/>
          <p:cNvSpPr/>
          <p:nvPr/>
        </p:nvSpPr>
        <p:spPr>
          <a:xfrm rot="16200000">
            <a:off x="5871635" y="416441"/>
            <a:ext cx="455082" cy="4410200"/>
          </a:xfrm>
          <a:prstGeom prst="rightBracket">
            <a:avLst>
              <a:gd name="adj" fmla="val 165525"/>
            </a:avLst>
          </a:prstGeom>
          <a:ln w="3175">
            <a:solidFill>
              <a:schemeClr val="tx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anchor="ctr"/>
          <a:lstStyle/>
          <a:p>
            <a:pPr algn="ctr"/>
          </a:p>
        </p:txBody>
      </p:sp>
      <p:sp>
        <p:nvSpPr>
          <p:cNvPr id="6" name="îṣlíďê"/>
          <p:cNvSpPr/>
          <p:nvPr/>
        </p:nvSpPr>
        <p:spPr>
          <a:xfrm rot="16200000">
            <a:off x="5871635" y="-1737796"/>
            <a:ext cx="455082" cy="8718674"/>
          </a:xfrm>
          <a:prstGeom prst="rightBracket">
            <a:avLst>
              <a:gd name="adj" fmla="val 226678"/>
            </a:avLst>
          </a:prstGeom>
          <a:ln w="3175">
            <a:solidFill>
              <a:schemeClr val="tx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anchor="ctr"/>
          <a:lstStyle/>
          <a:p>
            <a:pPr algn="ctr"/>
          </a:p>
        </p:txBody>
      </p:sp>
      <p:sp>
        <p:nvSpPr>
          <p:cNvPr id="7" name="Rectangle: Rounded Corners 86"/>
          <p:cNvSpPr/>
          <p:nvPr/>
        </p:nvSpPr>
        <p:spPr>
          <a:xfrm>
            <a:off x="660400" y="3017089"/>
            <a:ext cx="10871200" cy="15440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8" name="Oval 95"/>
          <p:cNvSpPr/>
          <p:nvPr/>
        </p:nvSpPr>
        <p:spPr>
          <a:xfrm>
            <a:off x="1504948" y="2849082"/>
            <a:ext cx="490422" cy="490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Oval 96"/>
          <p:cNvSpPr/>
          <p:nvPr/>
        </p:nvSpPr>
        <p:spPr>
          <a:xfrm>
            <a:off x="3677868" y="2849082"/>
            <a:ext cx="490422" cy="490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Oval 97"/>
          <p:cNvSpPr/>
          <p:nvPr/>
        </p:nvSpPr>
        <p:spPr>
          <a:xfrm>
            <a:off x="5850788" y="2849082"/>
            <a:ext cx="490422" cy="49041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/>
              <a:t>3</a:t>
            </a:r>
            <a:endParaRPr lang="en-US" sz="1400" b="1" dirty="0"/>
          </a:p>
        </p:txBody>
      </p:sp>
      <p:sp>
        <p:nvSpPr>
          <p:cNvPr id="11" name="Oval 98"/>
          <p:cNvSpPr/>
          <p:nvPr/>
        </p:nvSpPr>
        <p:spPr>
          <a:xfrm>
            <a:off x="8023708" y="2849082"/>
            <a:ext cx="490422" cy="490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2" name="Oval 99"/>
          <p:cNvSpPr/>
          <p:nvPr/>
        </p:nvSpPr>
        <p:spPr>
          <a:xfrm>
            <a:off x="10196628" y="2849082"/>
            <a:ext cx="490422" cy="490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b="1" dirty="0">
              <a:solidFill>
                <a:schemeClr val="bg1"/>
              </a:solidFill>
            </a:endParaRPr>
          </a:p>
        </p:txBody>
      </p:sp>
      <p:grpSp>
        <p:nvGrpSpPr>
          <p:cNvPr id="13" name="Group 25"/>
          <p:cNvGrpSpPr/>
          <p:nvPr/>
        </p:nvGrpSpPr>
        <p:grpSpPr>
          <a:xfrm>
            <a:off x="5586155" y="3621385"/>
            <a:ext cx="1019690" cy="1020574"/>
            <a:chOff x="3662363" y="1317626"/>
            <a:chExt cx="1824038" cy="1825624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5129213" y="1747838"/>
              <a:ext cx="357188" cy="965200"/>
            </a:xfrm>
            <a:custGeom>
              <a:avLst/>
              <a:gdLst>
                <a:gd name="T0" fmla="*/ 18 w 73"/>
                <a:gd name="T1" fmla="*/ 98 h 197"/>
                <a:gd name="T2" fmla="*/ 0 w 73"/>
                <a:gd name="T3" fmla="*/ 32 h 197"/>
                <a:gd name="T4" fmla="*/ 45 w 73"/>
                <a:gd name="T5" fmla="*/ 0 h 197"/>
                <a:gd name="T6" fmla="*/ 73 w 73"/>
                <a:gd name="T7" fmla="*/ 98 h 197"/>
                <a:gd name="T8" fmla="*/ 45 w 73"/>
                <a:gd name="T9" fmla="*/ 197 h 197"/>
                <a:gd name="T10" fmla="*/ 0 w 73"/>
                <a:gd name="T11" fmla="*/ 164 h 197"/>
                <a:gd name="T12" fmla="*/ 18 w 73"/>
                <a:gd name="T1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97">
                  <a:moveTo>
                    <a:pt x="18" y="98"/>
                  </a:moveTo>
                  <a:cubicBezTo>
                    <a:pt x="18" y="74"/>
                    <a:pt x="12" y="51"/>
                    <a:pt x="0" y="32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28"/>
                    <a:pt x="73" y="62"/>
                    <a:pt x="73" y="98"/>
                  </a:cubicBezTo>
                  <a:cubicBezTo>
                    <a:pt x="73" y="134"/>
                    <a:pt x="62" y="168"/>
                    <a:pt x="45" y="197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2" y="145"/>
                    <a:pt x="18" y="122"/>
                    <a:pt x="18" y="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4357688" y="2659063"/>
              <a:ext cx="914400" cy="484187"/>
            </a:xfrm>
            <a:custGeom>
              <a:avLst/>
              <a:gdLst>
                <a:gd name="T0" fmla="*/ 44 w 187"/>
                <a:gd name="T1" fmla="*/ 44 h 99"/>
                <a:gd name="T2" fmla="*/ 142 w 187"/>
                <a:gd name="T3" fmla="*/ 0 h 99"/>
                <a:gd name="T4" fmla="*/ 187 w 187"/>
                <a:gd name="T5" fmla="*/ 32 h 99"/>
                <a:gd name="T6" fmla="*/ 44 w 187"/>
                <a:gd name="T7" fmla="*/ 99 h 99"/>
                <a:gd name="T8" fmla="*/ 0 w 187"/>
                <a:gd name="T9" fmla="*/ 93 h 99"/>
                <a:gd name="T10" fmla="*/ 16 w 187"/>
                <a:gd name="T11" fmla="*/ 41 h 99"/>
                <a:gd name="T12" fmla="*/ 44 w 187"/>
                <a:gd name="T13" fmla="*/ 44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9">
                  <a:moveTo>
                    <a:pt x="44" y="44"/>
                  </a:moveTo>
                  <a:cubicBezTo>
                    <a:pt x="83" y="44"/>
                    <a:pt x="118" y="27"/>
                    <a:pt x="142" y="0"/>
                  </a:cubicBezTo>
                  <a:cubicBezTo>
                    <a:pt x="187" y="32"/>
                    <a:pt x="187" y="32"/>
                    <a:pt x="187" y="32"/>
                  </a:cubicBezTo>
                  <a:cubicBezTo>
                    <a:pt x="153" y="73"/>
                    <a:pt x="101" y="99"/>
                    <a:pt x="44" y="99"/>
                  </a:cubicBezTo>
                  <a:cubicBezTo>
                    <a:pt x="29" y="99"/>
                    <a:pt x="14" y="97"/>
                    <a:pt x="0" y="93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5" y="43"/>
                    <a:pt x="35" y="44"/>
                    <a:pt x="44" y="4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3662363" y="2297113"/>
              <a:ext cx="650875" cy="777875"/>
            </a:xfrm>
            <a:custGeom>
              <a:avLst/>
              <a:gdLst>
                <a:gd name="T0" fmla="*/ 133 w 133"/>
                <a:gd name="T1" fmla="*/ 107 h 159"/>
                <a:gd name="T2" fmla="*/ 116 w 133"/>
                <a:gd name="T3" fmla="*/ 159 h 159"/>
                <a:gd name="T4" fmla="*/ 0 w 133"/>
                <a:gd name="T5" fmla="*/ 0 h 159"/>
                <a:gd name="T6" fmla="*/ 55 w 133"/>
                <a:gd name="T7" fmla="*/ 0 h 159"/>
                <a:gd name="T8" fmla="*/ 133 w 133"/>
                <a:gd name="T9" fmla="*/ 10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59">
                  <a:moveTo>
                    <a:pt x="133" y="107"/>
                  </a:moveTo>
                  <a:cubicBezTo>
                    <a:pt x="116" y="159"/>
                    <a:pt x="116" y="159"/>
                    <a:pt x="116" y="159"/>
                  </a:cubicBezTo>
                  <a:cubicBezTo>
                    <a:pt x="52" y="133"/>
                    <a:pt x="5" y="72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0" y="48"/>
                    <a:pt x="91" y="88"/>
                    <a:pt x="133" y="10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4357688" y="1317626"/>
              <a:ext cx="914400" cy="479425"/>
            </a:xfrm>
            <a:custGeom>
              <a:avLst/>
              <a:gdLst>
                <a:gd name="T0" fmla="*/ 44 w 187"/>
                <a:gd name="T1" fmla="*/ 54 h 98"/>
                <a:gd name="T2" fmla="*/ 16 w 187"/>
                <a:gd name="T3" fmla="*/ 57 h 98"/>
                <a:gd name="T4" fmla="*/ 0 w 187"/>
                <a:gd name="T5" fmla="*/ 5 h 98"/>
                <a:gd name="T6" fmla="*/ 44 w 187"/>
                <a:gd name="T7" fmla="*/ 0 h 98"/>
                <a:gd name="T8" fmla="*/ 187 w 187"/>
                <a:gd name="T9" fmla="*/ 66 h 98"/>
                <a:gd name="T10" fmla="*/ 142 w 187"/>
                <a:gd name="T11" fmla="*/ 98 h 98"/>
                <a:gd name="T12" fmla="*/ 44 w 187"/>
                <a:gd name="T13" fmla="*/ 5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8">
                  <a:moveTo>
                    <a:pt x="44" y="54"/>
                  </a:moveTo>
                  <a:cubicBezTo>
                    <a:pt x="35" y="54"/>
                    <a:pt x="25" y="55"/>
                    <a:pt x="16" y="5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2"/>
                    <a:pt x="29" y="0"/>
                    <a:pt x="44" y="0"/>
                  </a:cubicBezTo>
                  <a:cubicBezTo>
                    <a:pt x="101" y="0"/>
                    <a:pt x="153" y="25"/>
                    <a:pt x="187" y="66"/>
                  </a:cubicBezTo>
                  <a:cubicBezTo>
                    <a:pt x="142" y="98"/>
                    <a:pt x="142" y="98"/>
                    <a:pt x="142" y="98"/>
                  </a:cubicBezTo>
                  <a:cubicBezTo>
                    <a:pt x="118" y="71"/>
                    <a:pt x="83" y="54"/>
                    <a:pt x="44" y="5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3662363" y="1381125"/>
              <a:ext cx="650875" cy="782637"/>
            </a:xfrm>
            <a:custGeom>
              <a:avLst/>
              <a:gdLst>
                <a:gd name="T0" fmla="*/ 55 w 133"/>
                <a:gd name="T1" fmla="*/ 160 h 160"/>
                <a:gd name="T2" fmla="*/ 0 w 133"/>
                <a:gd name="T3" fmla="*/ 160 h 160"/>
                <a:gd name="T4" fmla="*/ 116 w 133"/>
                <a:gd name="T5" fmla="*/ 0 h 160"/>
                <a:gd name="T6" fmla="*/ 133 w 133"/>
                <a:gd name="T7" fmla="*/ 53 h 160"/>
                <a:gd name="T8" fmla="*/ 55 w 13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60">
                  <a:moveTo>
                    <a:pt x="55" y="160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5" y="87"/>
                    <a:pt x="52" y="27"/>
                    <a:pt x="116" y="0"/>
                  </a:cubicBezTo>
                  <a:cubicBezTo>
                    <a:pt x="133" y="53"/>
                    <a:pt x="133" y="53"/>
                    <a:pt x="133" y="53"/>
                  </a:cubicBezTo>
                  <a:cubicBezTo>
                    <a:pt x="91" y="71"/>
                    <a:pt x="60" y="112"/>
                    <a:pt x="55" y="16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9" name="Oval 102"/>
          <p:cNvSpPr/>
          <p:nvPr/>
        </p:nvSpPr>
        <p:spPr>
          <a:xfrm>
            <a:off x="5817606" y="3851947"/>
            <a:ext cx="556789" cy="5567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sx="110000" sy="110000" algn="ctr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0" name="任意多边形: 形状 19"/>
          <p:cNvSpPr/>
          <p:nvPr/>
        </p:nvSpPr>
        <p:spPr bwMode="auto">
          <a:xfrm>
            <a:off x="5958542" y="3997963"/>
            <a:ext cx="274915" cy="264754"/>
          </a:xfrm>
          <a:custGeom>
            <a:avLst/>
            <a:gdLst>
              <a:gd name="connsiteX0" fmla="*/ 216243 w 609050"/>
              <a:gd name="connsiteY0" fmla="*/ 412730 h 586540"/>
              <a:gd name="connsiteX1" fmla="*/ 216243 w 609050"/>
              <a:gd name="connsiteY1" fmla="*/ 456594 h 586540"/>
              <a:gd name="connsiteX2" fmla="*/ 293953 w 609050"/>
              <a:gd name="connsiteY2" fmla="*/ 456594 h 586540"/>
              <a:gd name="connsiteX3" fmla="*/ 293953 w 609050"/>
              <a:gd name="connsiteY3" fmla="*/ 412730 h 586540"/>
              <a:gd name="connsiteX4" fmla="*/ 69884 w 609050"/>
              <a:gd name="connsiteY4" fmla="*/ 412730 h 586540"/>
              <a:gd name="connsiteX5" fmla="*/ 69884 w 609050"/>
              <a:gd name="connsiteY5" fmla="*/ 456594 h 586540"/>
              <a:gd name="connsiteX6" fmla="*/ 147595 w 609050"/>
              <a:gd name="connsiteY6" fmla="*/ 456594 h 586540"/>
              <a:gd name="connsiteX7" fmla="*/ 147595 w 609050"/>
              <a:gd name="connsiteY7" fmla="*/ 412730 h 586540"/>
              <a:gd name="connsiteX8" fmla="*/ 460769 w 609050"/>
              <a:gd name="connsiteY8" fmla="*/ 376268 h 586540"/>
              <a:gd name="connsiteX9" fmla="*/ 460769 w 609050"/>
              <a:gd name="connsiteY9" fmla="*/ 414786 h 586540"/>
              <a:gd name="connsiteX10" fmla="*/ 555916 w 609050"/>
              <a:gd name="connsiteY10" fmla="*/ 414786 h 586540"/>
              <a:gd name="connsiteX11" fmla="*/ 555916 w 609050"/>
              <a:gd name="connsiteY11" fmla="*/ 376268 h 586540"/>
              <a:gd name="connsiteX12" fmla="*/ 216243 w 609050"/>
              <a:gd name="connsiteY12" fmla="*/ 339670 h 586540"/>
              <a:gd name="connsiteX13" fmla="*/ 216243 w 609050"/>
              <a:gd name="connsiteY13" fmla="*/ 383533 h 586540"/>
              <a:gd name="connsiteX14" fmla="*/ 293953 w 609050"/>
              <a:gd name="connsiteY14" fmla="*/ 383533 h 586540"/>
              <a:gd name="connsiteX15" fmla="*/ 293953 w 609050"/>
              <a:gd name="connsiteY15" fmla="*/ 339670 h 586540"/>
              <a:gd name="connsiteX16" fmla="*/ 69884 w 609050"/>
              <a:gd name="connsiteY16" fmla="*/ 339670 h 586540"/>
              <a:gd name="connsiteX17" fmla="*/ 69884 w 609050"/>
              <a:gd name="connsiteY17" fmla="*/ 383533 h 586540"/>
              <a:gd name="connsiteX18" fmla="*/ 147595 w 609050"/>
              <a:gd name="connsiteY18" fmla="*/ 383533 h 586540"/>
              <a:gd name="connsiteX19" fmla="*/ 147595 w 609050"/>
              <a:gd name="connsiteY19" fmla="*/ 339670 h 586540"/>
              <a:gd name="connsiteX20" fmla="*/ 460769 w 609050"/>
              <a:gd name="connsiteY20" fmla="*/ 303071 h 586540"/>
              <a:gd name="connsiteX21" fmla="*/ 460769 w 609050"/>
              <a:gd name="connsiteY21" fmla="*/ 341726 h 586540"/>
              <a:gd name="connsiteX22" fmla="*/ 555916 w 609050"/>
              <a:gd name="connsiteY22" fmla="*/ 341726 h 586540"/>
              <a:gd name="connsiteX23" fmla="*/ 555916 w 609050"/>
              <a:gd name="connsiteY23" fmla="*/ 303071 h 586540"/>
              <a:gd name="connsiteX24" fmla="*/ 216243 w 609050"/>
              <a:gd name="connsiteY24" fmla="*/ 266609 h 586540"/>
              <a:gd name="connsiteX25" fmla="*/ 216243 w 609050"/>
              <a:gd name="connsiteY25" fmla="*/ 310473 h 586540"/>
              <a:gd name="connsiteX26" fmla="*/ 293953 w 609050"/>
              <a:gd name="connsiteY26" fmla="*/ 310473 h 586540"/>
              <a:gd name="connsiteX27" fmla="*/ 293953 w 609050"/>
              <a:gd name="connsiteY27" fmla="*/ 266609 h 586540"/>
              <a:gd name="connsiteX28" fmla="*/ 69884 w 609050"/>
              <a:gd name="connsiteY28" fmla="*/ 266609 h 586540"/>
              <a:gd name="connsiteX29" fmla="*/ 69884 w 609050"/>
              <a:gd name="connsiteY29" fmla="*/ 310473 h 586540"/>
              <a:gd name="connsiteX30" fmla="*/ 147595 w 609050"/>
              <a:gd name="connsiteY30" fmla="*/ 310473 h 586540"/>
              <a:gd name="connsiteX31" fmla="*/ 147595 w 609050"/>
              <a:gd name="connsiteY31" fmla="*/ 266609 h 586540"/>
              <a:gd name="connsiteX32" fmla="*/ 460769 w 609050"/>
              <a:gd name="connsiteY32" fmla="*/ 230010 h 586540"/>
              <a:gd name="connsiteX33" fmla="*/ 460769 w 609050"/>
              <a:gd name="connsiteY33" fmla="*/ 268528 h 586540"/>
              <a:gd name="connsiteX34" fmla="*/ 555916 w 609050"/>
              <a:gd name="connsiteY34" fmla="*/ 268528 h 586540"/>
              <a:gd name="connsiteX35" fmla="*/ 555916 w 609050"/>
              <a:gd name="connsiteY35" fmla="*/ 230010 h 586540"/>
              <a:gd name="connsiteX36" fmla="*/ 216243 w 609050"/>
              <a:gd name="connsiteY36" fmla="*/ 193549 h 586540"/>
              <a:gd name="connsiteX37" fmla="*/ 216243 w 609050"/>
              <a:gd name="connsiteY37" fmla="*/ 237412 h 586540"/>
              <a:gd name="connsiteX38" fmla="*/ 293953 w 609050"/>
              <a:gd name="connsiteY38" fmla="*/ 237412 h 586540"/>
              <a:gd name="connsiteX39" fmla="*/ 293953 w 609050"/>
              <a:gd name="connsiteY39" fmla="*/ 193549 h 586540"/>
              <a:gd name="connsiteX40" fmla="*/ 69884 w 609050"/>
              <a:gd name="connsiteY40" fmla="*/ 193549 h 586540"/>
              <a:gd name="connsiteX41" fmla="*/ 69884 w 609050"/>
              <a:gd name="connsiteY41" fmla="*/ 237412 h 586540"/>
              <a:gd name="connsiteX42" fmla="*/ 147595 w 609050"/>
              <a:gd name="connsiteY42" fmla="*/ 237412 h 586540"/>
              <a:gd name="connsiteX43" fmla="*/ 147595 w 609050"/>
              <a:gd name="connsiteY43" fmla="*/ 193549 h 586540"/>
              <a:gd name="connsiteX44" fmla="*/ 460769 w 609050"/>
              <a:gd name="connsiteY44" fmla="*/ 156950 h 586540"/>
              <a:gd name="connsiteX45" fmla="*/ 460769 w 609050"/>
              <a:gd name="connsiteY45" fmla="*/ 195468 h 586540"/>
              <a:gd name="connsiteX46" fmla="*/ 555916 w 609050"/>
              <a:gd name="connsiteY46" fmla="*/ 195468 h 586540"/>
              <a:gd name="connsiteX47" fmla="*/ 555916 w 609050"/>
              <a:gd name="connsiteY47" fmla="*/ 156950 h 586540"/>
              <a:gd name="connsiteX48" fmla="*/ 192926 w 609050"/>
              <a:gd name="connsiteY48" fmla="*/ 96251 h 586540"/>
              <a:gd name="connsiteX49" fmla="*/ 361366 w 609050"/>
              <a:gd name="connsiteY49" fmla="*/ 96251 h 586540"/>
              <a:gd name="connsiteX50" fmla="*/ 361366 w 609050"/>
              <a:gd name="connsiteY50" fmla="*/ 114880 h 586540"/>
              <a:gd name="connsiteX51" fmla="*/ 192926 w 609050"/>
              <a:gd name="connsiteY51" fmla="*/ 114880 h 586540"/>
              <a:gd name="connsiteX52" fmla="*/ 192926 w 609050"/>
              <a:gd name="connsiteY52" fmla="*/ 49819 h 586540"/>
              <a:gd name="connsiteX53" fmla="*/ 361366 w 609050"/>
              <a:gd name="connsiteY53" fmla="*/ 49819 h 586540"/>
              <a:gd name="connsiteX54" fmla="*/ 361366 w 609050"/>
              <a:gd name="connsiteY54" fmla="*/ 68307 h 586540"/>
              <a:gd name="connsiteX55" fmla="*/ 192926 w 609050"/>
              <a:gd name="connsiteY55" fmla="*/ 68307 h 586540"/>
              <a:gd name="connsiteX56" fmla="*/ 166130 w 609050"/>
              <a:gd name="connsiteY56" fmla="*/ 25222 h 586540"/>
              <a:gd name="connsiteX57" fmla="*/ 166130 w 609050"/>
              <a:gd name="connsiteY57" fmla="*/ 155716 h 586540"/>
              <a:gd name="connsiteX58" fmla="*/ 338987 w 609050"/>
              <a:gd name="connsiteY58" fmla="*/ 155716 h 586540"/>
              <a:gd name="connsiteX59" fmla="*/ 338987 w 609050"/>
              <a:gd name="connsiteY59" fmla="*/ 341040 h 586540"/>
              <a:gd name="connsiteX60" fmla="*/ 338987 w 609050"/>
              <a:gd name="connsiteY60" fmla="*/ 531710 h 586540"/>
              <a:gd name="connsiteX61" fmla="*/ 366721 w 609050"/>
              <a:gd name="connsiteY61" fmla="*/ 531710 h 586540"/>
              <a:gd name="connsiteX62" fmla="*/ 366721 w 609050"/>
              <a:gd name="connsiteY62" fmla="*/ 341040 h 586540"/>
              <a:gd name="connsiteX63" fmla="*/ 366721 w 609050"/>
              <a:gd name="connsiteY63" fmla="*/ 155305 h 586540"/>
              <a:gd name="connsiteX64" fmla="*/ 388002 w 609050"/>
              <a:gd name="connsiteY64" fmla="*/ 143517 h 586540"/>
              <a:gd name="connsiteX65" fmla="*/ 388002 w 609050"/>
              <a:gd name="connsiteY65" fmla="*/ 25222 h 586540"/>
              <a:gd name="connsiteX66" fmla="*/ 140867 w 609050"/>
              <a:gd name="connsiteY66" fmla="*/ 0 h 586540"/>
              <a:gd name="connsiteX67" fmla="*/ 413402 w 609050"/>
              <a:gd name="connsiteY67" fmla="*/ 0 h 586540"/>
              <a:gd name="connsiteX68" fmla="*/ 413402 w 609050"/>
              <a:gd name="connsiteY68" fmla="*/ 129398 h 586540"/>
              <a:gd name="connsiteX69" fmla="*/ 432486 w 609050"/>
              <a:gd name="connsiteY69" fmla="*/ 118843 h 586540"/>
              <a:gd name="connsiteX70" fmla="*/ 584199 w 609050"/>
              <a:gd name="connsiteY70" fmla="*/ 118843 h 586540"/>
              <a:gd name="connsiteX71" fmla="*/ 584199 w 609050"/>
              <a:gd name="connsiteY71" fmla="*/ 531710 h 586540"/>
              <a:gd name="connsiteX72" fmla="*/ 609050 w 609050"/>
              <a:gd name="connsiteY72" fmla="*/ 531710 h 586540"/>
              <a:gd name="connsiteX73" fmla="*/ 609050 w 609050"/>
              <a:gd name="connsiteY73" fmla="*/ 586540 h 586540"/>
              <a:gd name="connsiteX74" fmla="*/ 0 w 609050"/>
              <a:gd name="connsiteY74" fmla="*/ 586540 h 586540"/>
              <a:gd name="connsiteX75" fmla="*/ 0 w 609050"/>
              <a:gd name="connsiteY75" fmla="*/ 531710 h 586540"/>
              <a:gd name="connsiteX76" fmla="*/ 24851 w 609050"/>
              <a:gd name="connsiteY76" fmla="*/ 531710 h 586540"/>
              <a:gd name="connsiteX77" fmla="*/ 24851 w 609050"/>
              <a:gd name="connsiteY77" fmla="*/ 155716 h 586540"/>
              <a:gd name="connsiteX78" fmla="*/ 140867 w 609050"/>
              <a:gd name="connsiteY78" fmla="*/ 155716 h 58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íṩļíďé"/>
          <p:cNvSpPr/>
          <p:nvPr/>
        </p:nvSpPr>
        <p:spPr>
          <a:xfrm>
            <a:off x="5353050" y="1149175"/>
            <a:ext cx="1485900" cy="1485900"/>
          </a:xfrm>
          <a:prstGeom prst="ellipse">
            <a:avLst/>
          </a:prstGeom>
          <a:pattFill prst="pct5">
            <a:fgClr>
              <a:srgbClr val="E4E6EA"/>
            </a:fgClr>
            <a:bgClr>
              <a:srgbClr val="ADB5BF"/>
            </a:bgClr>
          </a:pattFill>
          <a:ln w="571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/>
          </a:p>
        </p:txBody>
      </p:sp>
      <p:grpSp>
        <p:nvGrpSpPr>
          <p:cNvPr id="22" name="Group 25"/>
          <p:cNvGrpSpPr/>
          <p:nvPr/>
        </p:nvGrpSpPr>
        <p:grpSpPr>
          <a:xfrm>
            <a:off x="7759075" y="3621386"/>
            <a:ext cx="1019689" cy="1020571"/>
            <a:chOff x="3662363" y="1317625"/>
            <a:chExt cx="1824041" cy="182562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3" name="Freeform 5"/>
            <p:cNvSpPr/>
            <p:nvPr/>
          </p:nvSpPr>
          <p:spPr bwMode="auto">
            <a:xfrm>
              <a:off x="5129216" y="1747835"/>
              <a:ext cx="357188" cy="965198"/>
            </a:xfrm>
            <a:custGeom>
              <a:avLst/>
              <a:gdLst>
                <a:gd name="T0" fmla="*/ 18 w 73"/>
                <a:gd name="T1" fmla="*/ 98 h 197"/>
                <a:gd name="T2" fmla="*/ 0 w 73"/>
                <a:gd name="T3" fmla="*/ 32 h 197"/>
                <a:gd name="T4" fmla="*/ 45 w 73"/>
                <a:gd name="T5" fmla="*/ 0 h 197"/>
                <a:gd name="T6" fmla="*/ 73 w 73"/>
                <a:gd name="T7" fmla="*/ 98 h 197"/>
                <a:gd name="T8" fmla="*/ 45 w 73"/>
                <a:gd name="T9" fmla="*/ 197 h 197"/>
                <a:gd name="T10" fmla="*/ 0 w 73"/>
                <a:gd name="T11" fmla="*/ 164 h 197"/>
                <a:gd name="T12" fmla="*/ 18 w 73"/>
                <a:gd name="T1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97">
                  <a:moveTo>
                    <a:pt x="18" y="98"/>
                  </a:moveTo>
                  <a:cubicBezTo>
                    <a:pt x="18" y="74"/>
                    <a:pt x="12" y="51"/>
                    <a:pt x="0" y="32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28"/>
                    <a:pt x="73" y="62"/>
                    <a:pt x="73" y="98"/>
                  </a:cubicBezTo>
                  <a:cubicBezTo>
                    <a:pt x="73" y="134"/>
                    <a:pt x="62" y="168"/>
                    <a:pt x="45" y="197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2" y="145"/>
                    <a:pt x="18" y="122"/>
                    <a:pt x="18" y="9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357690" y="2659059"/>
              <a:ext cx="914401" cy="484186"/>
            </a:xfrm>
            <a:custGeom>
              <a:avLst/>
              <a:gdLst>
                <a:gd name="T0" fmla="*/ 44 w 187"/>
                <a:gd name="T1" fmla="*/ 44 h 99"/>
                <a:gd name="T2" fmla="*/ 142 w 187"/>
                <a:gd name="T3" fmla="*/ 0 h 99"/>
                <a:gd name="T4" fmla="*/ 187 w 187"/>
                <a:gd name="T5" fmla="*/ 32 h 99"/>
                <a:gd name="T6" fmla="*/ 44 w 187"/>
                <a:gd name="T7" fmla="*/ 99 h 99"/>
                <a:gd name="T8" fmla="*/ 0 w 187"/>
                <a:gd name="T9" fmla="*/ 93 h 99"/>
                <a:gd name="T10" fmla="*/ 16 w 187"/>
                <a:gd name="T11" fmla="*/ 41 h 99"/>
                <a:gd name="T12" fmla="*/ 44 w 187"/>
                <a:gd name="T13" fmla="*/ 44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9">
                  <a:moveTo>
                    <a:pt x="44" y="44"/>
                  </a:moveTo>
                  <a:cubicBezTo>
                    <a:pt x="83" y="44"/>
                    <a:pt x="118" y="27"/>
                    <a:pt x="142" y="0"/>
                  </a:cubicBezTo>
                  <a:cubicBezTo>
                    <a:pt x="187" y="32"/>
                    <a:pt x="187" y="32"/>
                    <a:pt x="187" y="32"/>
                  </a:cubicBezTo>
                  <a:cubicBezTo>
                    <a:pt x="153" y="73"/>
                    <a:pt x="101" y="99"/>
                    <a:pt x="44" y="99"/>
                  </a:cubicBezTo>
                  <a:cubicBezTo>
                    <a:pt x="29" y="99"/>
                    <a:pt x="14" y="97"/>
                    <a:pt x="0" y="93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5" y="43"/>
                    <a:pt x="35" y="44"/>
                    <a:pt x="44" y="44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7"/>
            <p:cNvSpPr/>
            <p:nvPr/>
          </p:nvSpPr>
          <p:spPr bwMode="auto">
            <a:xfrm>
              <a:off x="3662365" y="2297109"/>
              <a:ext cx="650875" cy="777875"/>
            </a:xfrm>
            <a:custGeom>
              <a:avLst/>
              <a:gdLst>
                <a:gd name="T0" fmla="*/ 133 w 133"/>
                <a:gd name="T1" fmla="*/ 107 h 159"/>
                <a:gd name="T2" fmla="*/ 116 w 133"/>
                <a:gd name="T3" fmla="*/ 159 h 159"/>
                <a:gd name="T4" fmla="*/ 0 w 133"/>
                <a:gd name="T5" fmla="*/ 0 h 159"/>
                <a:gd name="T6" fmla="*/ 55 w 133"/>
                <a:gd name="T7" fmla="*/ 0 h 159"/>
                <a:gd name="T8" fmla="*/ 133 w 133"/>
                <a:gd name="T9" fmla="*/ 10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59">
                  <a:moveTo>
                    <a:pt x="133" y="107"/>
                  </a:moveTo>
                  <a:cubicBezTo>
                    <a:pt x="116" y="159"/>
                    <a:pt x="116" y="159"/>
                    <a:pt x="116" y="159"/>
                  </a:cubicBezTo>
                  <a:cubicBezTo>
                    <a:pt x="52" y="133"/>
                    <a:pt x="5" y="72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0" y="48"/>
                    <a:pt x="91" y="88"/>
                    <a:pt x="133" y="10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4357690" y="1317625"/>
              <a:ext cx="914401" cy="479424"/>
            </a:xfrm>
            <a:custGeom>
              <a:avLst/>
              <a:gdLst>
                <a:gd name="T0" fmla="*/ 44 w 187"/>
                <a:gd name="T1" fmla="*/ 54 h 98"/>
                <a:gd name="T2" fmla="*/ 16 w 187"/>
                <a:gd name="T3" fmla="*/ 57 h 98"/>
                <a:gd name="T4" fmla="*/ 0 w 187"/>
                <a:gd name="T5" fmla="*/ 5 h 98"/>
                <a:gd name="T6" fmla="*/ 44 w 187"/>
                <a:gd name="T7" fmla="*/ 0 h 98"/>
                <a:gd name="T8" fmla="*/ 187 w 187"/>
                <a:gd name="T9" fmla="*/ 66 h 98"/>
                <a:gd name="T10" fmla="*/ 142 w 187"/>
                <a:gd name="T11" fmla="*/ 98 h 98"/>
                <a:gd name="T12" fmla="*/ 44 w 187"/>
                <a:gd name="T13" fmla="*/ 5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8">
                  <a:moveTo>
                    <a:pt x="44" y="54"/>
                  </a:moveTo>
                  <a:cubicBezTo>
                    <a:pt x="35" y="54"/>
                    <a:pt x="25" y="55"/>
                    <a:pt x="16" y="5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2"/>
                    <a:pt x="29" y="0"/>
                    <a:pt x="44" y="0"/>
                  </a:cubicBezTo>
                  <a:cubicBezTo>
                    <a:pt x="101" y="0"/>
                    <a:pt x="153" y="25"/>
                    <a:pt x="187" y="66"/>
                  </a:cubicBezTo>
                  <a:cubicBezTo>
                    <a:pt x="142" y="98"/>
                    <a:pt x="142" y="98"/>
                    <a:pt x="142" y="98"/>
                  </a:cubicBezTo>
                  <a:cubicBezTo>
                    <a:pt x="118" y="71"/>
                    <a:pt x="83" y="54"/>
                    <a:pt x="44" y="5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9"/>
            <p:cNvSpPr/>
            <p:nvPr/>
          </p:nvSpPr>
          <p:spPr bwMode="auto">
            <a:xfrm>
              <a:off x="3662363" y="1381126"/>
              <a:ext cx="650875" cy="782637"/>
            </a:xfrm>
            <a:custGeom>
              <a:avLst/>
              <a:gdLst>
                <a:gd name="T0" fmla="*/ 55 w 133"/>
                <a:gd name="T1" fmla="*/ 160 h 160"/>
                <a:gd name="T2" fmla="*/ 0 w 133"/>
                <a:gd name="T3" fmla="*/ 160 h 160"/>
                <a:gd name="T4" fmla="*/ 116 w 133"/>
                <a:gd name="T5" fmla="*/ 0 h 160"/>
                <a:gd name="T6" fmla="*/ 133 w 133"/>
                <a:gd name="T7" fmla="*/ 53 h 160"/>
                <a:gd name="T8" fmla="*/ 55 w 13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60">
                  <a:moveTo>
                    <a:pt x="55" y="160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5" y="87"/>
                    <a:pt x="52" y="27"/>
                    <a:pt x="116" y="0"/>
                  </a:cubicBezTo>
                  <a:cubicBezTo>
                    <a:pt x="133" y="53"/>
                    <a:pt x="133" y="53"/>
                    <a:pt x="133" y="53"/>
                  </a:cubicBezTo>
                  <a:cubicBezTo>
                    <a:pt x="91" y="71"/>
                    <a:pt x="60" y="112"/>
                    <a:pt x="55" y="16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8" name="Oval 102"/>
          <p:cNvSpPr/>
          <p:nvPr/>
        </p:nvSpPr>
        <p:spPr>
          <a:xfrm>
            <a:off x="7990529" y="3851947"/>
            <a:ext cx="556789" cy="5567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sx="110000" sy="110000" algn="ctr" rotWithShape="0">
              <a:schemeClr val="tx1">
                <a:alpha val="8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任意多边形: 形状 28"/>
          <p:cNvSpPr/>
          <p:nvPr/>
        </p:nvSpPr>
        <p:spPr bwMode="auto">
          <a:xfrm>
            <a:off x="8131464" y="4018184"/>
            <a:ext cx="274915" cy="224307"/>
          </a:xfrm>
          <a:custGeom>
            <a:avLst/>
            <a:gdLst>
              <a:gd name="connsiteX0" fmla="*/ 508188 w 609120"/>
              <a:gd name="connsiteY0" fmla="*/ 388434 h 496992"/>
              <a:gd name="connsiteX1" fmla="*/ 508188 w 609120"/>
              <a:gd name="connsiteY1" fmla="*/ 438152 h 496992"/>
              <a:gd name="connsiteX2" fmla="*/ 557983 w 609120"/>
              <a:gd name="connsiteY2" fmla="*/ 438152 h 496992"/>
              <a:gd name="connsiteX3" fmla="*/ 557983 w 609120"/>
              <a:gd name="connsiteY3" fmla="*/ 388434 h 496992"/>
              <a:gd name="connsiteX4" fmla="*/ 51136 w 609120"/>
              <a:gd name="connsiteY4" fmla="*/ 388434 h 496992"/>
              <a:gd name="connsiteX5" fmla="*/ 51136 w 609120"/>
              <a:gd name="connsiteY5" fmla="*/ 438152 h 496992"/>
              <a:gd name="connsiteX6" fmla="*/ 100931 w 609120"/>
              <a:gd name="connsiteY6" fmla="*/ 438152 h 496992"/>
              <a:gd name="connsiteX7" fmla="*/ 100931 w 609120"/>
              <a:gd name="connsiteY7" fmla="*/ 388434 h 496992"/>
              <a:gd name="connsiteX8" fmla="*/ 508188 w 609120"/>
              <a:gd name="connsiteY8" fmla="*/ 314770 h 496992"/>
              <a:gd name="connsiteX9" fmla="*/ 508188 w 609120"/>
              <a:gd name="connsiteY9" fmla="*/ 364430 h 496992"/>
              <a:gd name="connsiteX10" fmla="*/ 557983 w 609120"/>
              <a:gd name="connsiteY10" fmla="*/ 364430 h 496992"/>
              <a:gd name="connsiteX11" fmla="*/ 557983 w 609120"/>
              <a:gd name="connsiteY11" fmla="*/ 314770 h 496992"/>
              <a:gd name="connsiteX12" fmla="*/ 51136 w 609120"/>
              <a:gd name="connsiteY12" fmla="*/ 314770 h 496992"/>
              <a:gd name="connsiteX13" fmla="*/ 51136 w 609120"/>
              <a:gd name="connsiteY13" fmla="*/ 364430 h 496992"/>
              <a:gd name="connsiteX14" fmla="*/ 100931 w 609120"/>
              <a:gd name="connsiteY14" fmla="*/ 364430 h 496992"/>
              <a:gd name="connsiteX15" fmla="*/ 100931 w 609120"/>
              <a:gd name="connsiteY15" fmla="*/ 314770 h 496992"/>
              <a:gd name="connsiteX16" fmla="*/ 354456 w 609120"/>
              <a:gd name="connsiteY16" fmla="*/ 314763 h 496992"/>
              <a:gd name="connsiteX17" fmla="*/ 354456 w 609120"/>
              <a:gd name="connsiteY17" fmla="*/ 364425 h 496992"/>
              <a:gd name="connsiteX18" fmla="*/ 404189 w 609120"/>
              <a:gd name="connsiteY18" fmla="*/ 364425 h 496992"/>
              <a:gd name="connsiteX19" fmla="*/ 404189 w 609120"/>
              <a:gd name="connsiteY19" fmla="*/ 314763 h 496992"/>
              <a:gd name="connsiteX20" fmla="*/ 279770 w 609120"/>
              <a:gd name="connsiteY20" fmla="*/ 314763 h 496992"/>
              <a:gd name="connsiteX21" fmla="*/ 279770 w 609120"/>
              <a:gd name="connsiteY21" fmla="*/ 364425 h 496992"/>
              <a:gd name="connsiteX22" fmla="*/ 329561 w 609120"/>
              <a:gd name="connsiteY22" fmla="*/ 364425 h 496992"/>
              <a:gd name="connsiteX23" fmla="*/ 329561 w 609120"/>
              <a:gd name="connsiteY23" fmla="*/ 314763 h 496992"/>
              <a:gd name="connsiteX24" fmla="*/ 205085 w 609120"/>
              <a:gd name="connsiteY24" fmla="*/ 314763 h 496992"/>
              <a:gd name="connsiteX25" fmla="*/ 205085 w 609120"/>
              <a:gd name="connsiteY25" fmla="*/ 364425 h 496992"/>
              <a:gd name="connsiteX26" fmla="*/ 254875 w 609120"/>
              <a:gd name="connsiteY26" fmla="*/ 364425 h 496992"/>
              <a:gd name="connsiteX27" fmla="*/ 254875 w 609120"/>
              <a:gd name="connsiteY27" fmla="*/ 314763 h 496992"/>
              <a:gd name="connsiteX28" fmla="*/ 469471 w 609120"/>
              <a:gd name="connsiteY28" fmla="*/ 288542 h 496992"/>
              <a:gd name="connsiteX29" fmla="*/ 596700 w 609120"/>
              <a:gd name="connsiteY29" fmla="*/ 288542 h 496992"/>
              <a:gd name="connsiteX30" fmla="*/ 596700 w 609120"/>
              <a:gd name="connsiteY30" fmla="*/ 496992 h 496992"/>
              <a:gd name="connsiteX31" fmla="*/ 469471 w 609120"/>
              <a:gd name="connsiteY31" fmla="*/ 496992 h 496992"/>
              <a:gd name="connsiteX32" fmla="*/ 12419 w 609120"/>
              <a:gd name="connsiteY32" fmla="*/ 288542 h 496992"/>
              <a:gd name="connsiteX33" fmla="*/ 139648 w 609120"/>
              <a:gd name="connsiteY33" fmla="*/ 288542 h 496992"/>
              <a:gd name="connsiteX34" fmla="*/ 139648 w 609120"/>
              <a:gd name="connsiteY34" fmla="*/ 496992 h 496992"/>
              <a:gd name="connsiteX35" fmla="*/ 12419 w 609120"/>
              <a:gd name="connsiteY35" fmla="*/ 496992 h 496992"/>
              <a:gd name="connsiteX36" fmla="*/ 469471 w 609120"/>
              <a:gd name="connsiteY36" fmla="*/ 257070 h 496992"/>
              <a:gd name="connsiteX37" fmla="*/ 609120 w 609120"/>
              <a:gd name="connsiteY37" fmla="*/ 257070 h 496992"/>
              <a:gd name="connsiteX38" fmla="*/ 609120 w 609120"/>
              <a:gd name="connsiteY38" fmla="*/ 271959 h 496992"/>
              <a:gd name="connsiteX39" fmla="*/ 469471 w 609120"/>
              <a:gd name="connsiteY39" fmla="*/ 271959 h 496992"/>
              <a:gd name="connsiteX40" fmla="*/ 0 w 609120"/>
              <a:gd name="connsiteY40" fmla="*/ 257070 h 496992"/>
              <a:gd name="connsiteX41" fmla="*/ 139649 w 609120"/>
              <a:gd name="connsiteY41" fmla="*/ 257070 h 496992"/>
              <a:gd name="connsiteX42" fmla="*/ 139649 w 609120"/>
              <a:gd name="connsiteY42" fmla="*/ 271959 h 496992"/>
              <a:gd name="connsiteX43" fmla="*/ 0 w 609120"/>
              <a:gd name="connsiteY43" fmla="*/ 271959 h 496992"/>
              <a:gd name="connsiteX44" fmla="*/ 354456 w 609120"/>
              <a:gd name="connsiteY44" fmla="*/ 240183 h 496992"/>
              <a:gd name="connsiteX45" fmla="*/ 354456 w 609120"/>
              <a:gd name="connsiteY45" fmla="*/ 289903 h 496992"/>
              <a:gd name="connsiteX46" fmla="*/ 404189 w 609120"/>
              <a:gd name="connsiteY46" fmla="*/ 289903 h 496992"/>
              <a:gd name="connsiteX47" fmla="*/ 404189 w 609120"/>
              <a:gd name="connsiteY47" fmla="*/ 240183 h 496992"/>
              <a:gd name="connsiteX48" fmla="*/ 279770 w 609120"/>
              <a:gd name="connsiteY48" fmla="*/ 240183 h 496992"/>
              <a:gd name="connsiteX49" fmla="*/ 279770 w 609120"/>
              <a:gd name="connsiteY49" fmla="*/ 289903 h 496992"/>
              <a:gd name="connsiteX50" fmla="*/ 329561 w 609120"/>
              <a:gd name="connsiteY50" fmla="*/ 289903 h 496992"/>
              <a:gd name="connsiteX51" fmla="*/ 329561 w 609120"/>
              <a:gd name="connsiteY51" fmla="*/ 240183 h 496992"/>
              <a:gd name="connsiteX52" fmla="*/ 205085 w 609120"/>
              <a:gd name="connsiteY52" fmla="*/ 240183 h 496992"/>
              <a:gd name="connsiteX53" fmla="*/ 205085 w 609120"/>
              <a:gd name="connsiteY53" fmla="*/ 289903 h 496992"/>
              <a:gd name="connsiteX54" fmla="*/ 254875 w 609120"/>
              <a:gd name="connsiteY54" fmla="*/ 289903 h 496992"/>
              <a:gd name="connsiteX55" fmla="*/ 254875 w 609120"/>
              <a:gd name="connsiteY55" fmla="*/ 240183 h 496992"/>
              <a:gd name="connsiteX56" fmla="*/ 354456 w 609120"/>
              <a:gd name="connsiteY56" fmla="*/ 165603 h 496992"/>
              <a:gd name="connsiteX57" fmla="*/ 354456 w 609120"/>
              <a:gd name="connsiteY57" fmla="*/ 215323 h 496992"/>
              <a:gd name="connsiteX58" fmla="*/ 404189 w 609120"/>
              <a:gd name="connsiteY58" fmla="*/ 215323 h 496992"/>
              <a:gd name="connsiteX59" fmla="*/ 404189 w 609120"/>
              <a:gd name="connsiteY59" fmla="*/ 165603 h 496992"/>
              <a:gd name="connsiteX60" fmla="*/ 279770 w 609120"/>
              <a:gd name="connsiteY60" fmla="*/ 165603 h 496992"/>
              <a:gd name="connsiteX61" fmla="*/ 279770 w 609120"/>
              <a:gd name="connsiteY61" fmla="*/ 215323 h 496992"/>
              <a:gd name="connsiteX62" fmla="*/ 329561 w 609120"/>
              <a:gd name="connsiteY62" fmla="*/ 215323 h 496992"/>
              <a:gd name="connsiteX63" fmla="*/ 329561 w 609120"/>
              <a:gd name="connsiteY63" fmla="*/ 165603 h 496992"/>
              <a:gd name="connsiteX64" fmla="*/ 205085 w 609120"/>
              <a:gd name="connsiteY64" fmla="*/ 165603 h 496992"/>
              <a:gd name="connsiteX65" fmla="*/ 205085 w 609120"/>
              <a:gd name="connsiteY65" fmla="*/ 215323 h 496992"/>
              <a:gd name="connsiteX66" fmla="*/ 254875 w 609120"/>
              <a:gd name="connsiteY66" fmla="*/ 215323 h 496992"/>
              <a:gd name="connsiteX67" fmla="*/ 254875 w 609120"/>
              <a:gd name="connsiteY67" fmla="*/ 165603 h 496992"/>
              <a:gd name="connsiteX68" fmla="*/ 304666 w 609120"/>
              <a:gd name="connsiteY68" fmla="*/ 50313 h 496992"/>
              <a:gd name="connsiteX69" fmla="*/ 446043 w 609120"/>
              <a:gd name="connsiteY69" fmla="*/ 144792 h 496992"/>
              <a:gd name="connsiteX70" fmla="*/ 446043 w 609120"/>
              <a:gd name="connsiteY70" fmla="*/ 496992 h 496992"/>
              <a:gd name="connsiteX71" fmla="*/ 346119 w 609120"/>
              <a:gd name="connsiteY71" fmla="*/ 496992 h 496992"/>
              <a:gd name="connsiteX72" fmla="*/ 346119 w 609120"/>
              <a:gd name="connsiteY72" fmla="*/ 381018 h 496992"/>
              <a:gd name="connsiteX73" fmla="*/ 263154 w 609120"/>
              <a:gd name="connsiteY73" fmla="*/ 381018 h 496992"/>
              <a:gd name="connsiteX74" fmla="*/ 263154 w 609120"/>
              <a:gd name="connsiteY74" fmla="*/ 496992 h 496992"/>
              <a:gd name="connsiteX75" fmla="*/ 163288 w 609120"/>
              <a:gd name="connsiteY75" fmla="*/ 496992 h 496992"/>
              <a:gd name="connsiteX76" fmla="*/ 163288 w 609120"/>
              <a:gd name="connsiteY76" fmla="*/ 144792 h 496992"/>
              <a:gd name="connsiteX77" fmla="*/ 304666 w 609120"/>
              <a:gd name="connsiteY77" fmla="*/ 0 h 496992"/>
              <a:gd name="connsiteX78" fmla="*/ 501719 w 609120"/>
              <a:gd name="connsiteY78" fmla="*/ 131040 h 496992"/>
              <a:gd name="connsiteX79" fmla="*/ 455296 w 609120"/>
              <a:gd name="connsiteY79" fmla="*/ 131040 h 496992"/>
              <a:gd name="connsiteX80" fmla="*/ 309291 w 609120"/>
              <a:gd name="connsiteY80" fmla="*/ 33473 h 496992"/>
              <a:gd name="connsiteX81" fmla="*/ 300040 w 609120"/>
              <a:gd name="connsiteY81" fmla="*/ 33473 h 496992"/>
              <a:gd name="connsiteX82" fmla="*/ 154035 w 609120"/>
              <a:gd name="connsiteY82" fmla="*/ 131040 h 496992"/>
              <a:gd name="connsiteX83" fmla="*/ 107612 w 609120"/>
              <a:gd name="connsiteY83" fmla="*/ 131040 h 49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9120" h="496992">
                <a:moveTo>
                  <a:pt x="508188" y="388434"/>
                </a:moveTo>
                <a:lnTo>
                  <a:pt x="508188" y="438152"/>
                </a:lnTo>
                <a:lnTo>
                  <a:pt x="557983" y="438152"/>
                </a:lnTo>
                <a:lnTo>
                  <a:pt x="557983" y="388434"/>
                </a:lnTo>
                <a:close/>
                <a:moveTo>
                  <a:pt x="51136" y="388434"/>
                </a:moveTo>
                <a:lnTo>
                  <a:pt x="51136" y="438152"/>
                </a:lnTo>
                <a:lnTo>
                  <a:pt x="100931" y="438152"/>
                </a:lnTo>
                <a:lnTo>
                  <a:pt x="100931" y="388434"/>
                </a:lnTo>
                <a:close/>
                <a:moveTo>
                  <a:pt x="508188" y="314770"/>
                </a:moveTo>
                <a:lnTo>
                  <a:pt x="508188" y="364430"/>
                </a:lnTo>
                <a:lnTo>
                  <a:pt x="557983" y="364430"/>
                </a:lnTo>
                <a:lnTo>
                  <a:pt x="557983" y="314770"/>
                </a:lnTo>
                <a:close/>
                <a:moveTo>
                  <a:pt x="51136" y="314770"/>
                </a:moveTo>
                <a:lnTo>
                  <a:pt x="51136" y="364430"/>
                </a:lnTo>
                <a:lnTo>
                  <a:pt x="100931" y="364430"/>
                </a:lnTo>
                <a:lnTo>
                  <a:pt x="100931" y="314770"/>
                </a:lnTo>
                <a:close/>
                <a:moveTo>
                  <a:pt x="354456" y="314763"/>
                </a:moveTo>
                <a:lnTo>
                  <a:pt x="354456" y="364425"/>
                </a:lnTo>
                <a:lnTo>
                  <a:pt x="404189" y="364425"/>
                </a:lnTo>
                <a:lnTo>
                  <a:pt x="404189" y="314763"/>
                </a:lnTo>
                <a:close/>
                <a:moveTo>
                  <a:pt x="279770" y="314763"/>
                </a:moveTo>
                <a:lnTo>
                  <a:pt x="279770" y="364425"/>
                </a:lnTo>
                <a:lnTo>
                  <a:pt x="329561" y="364425"/>
                </a:lnTo>
                <a:lnTo>
                  <a:pt x="329561" y="314763"/>
                </a:lnTo>
                <a:close/>
                <a:moveTo>
                  <a:pt x="205085" y="314763"/>
                </a:moveTo>
                <a:lnTo>
                  <a:pt x="205085" y="364425"/>
                </a:lnTo>
                <a:lnTo>
                  <a:pt x="254875" y="364425"/>
                </a:lnTo>
                <a:lnTo>
                  <a:pt x="254875" y="314763"/>
                </a:lnTo>
                <a:close/>
                <a:moveTo>
                  <a:pt x="469471" y="288542"/>
                </a:moveTo>
                <a:lnTo>
                  <a:pt x="596700" y="288542"/>
                </a:lnTo>
                <a:lnTo>
                  <a:pt x="596700" y="496992"/>
                </a:lnTo>
                <a:lnTo>
                  <a:pt x="469471" y="496992"/>
                </a:lnTo>
                <a:close/>
                <a:moveTo>
                  <a:pt x="12419" y="288542"/>
                </a:moveTo>
                <a:lnTo>
                  <a:pt x="139648" y="288542"/>
                </a:lnTo>
                <a:lnTo>
                  <a:pt x="139648" y="496992"/>
                </a:lnTo>
                <a:lnTo>
                  <a:pt x="12419" y="496992"/>
                </a:lnTo>
                <a:close/>
                <a:moveTo>
                  <a:pt x="469471" y="257070"/>
                </a:moveTo>
                <a:lnTo>
                  <a:pt x="609120" y="257070"/>
                </a:lnTo>
                <a:lnTo>
                  <a:pt x="609120" y="271959"/>
                </a:lnTo>
                <a:lnTo>
                  <a:pt x="469471" y="271959"/>
                </a:lnTo>
                <a:close/>
                <a:moveTo>
                  <a:pt x="0" y="257070"/>
                </a:moveTo>
                <a:lnTo>
                  <a:pt x="139649" y="257070"/>
                </a:lnTo>
                <a:lnTo>
                  <a:pt x="139649" y="271959"/>
                </a:lnTo>
                <a:lnTo>
                  <a:pt x="0" y="271959"/>
                </a:lnTo>
                <a:close/>
                <a:moveTo>
                  <a:pt x="354456" y="240183"/>
                </a:moveTo>
                <a:lnTo>
                  <a:pt x="354456" y="289903"/>
                </a:lnTo>
                <a:lnTo>
                  <a:pt x="404189" y="289903"/>
                </a:lnTo>
                <a:lnTo>
                  <a:pt x="404189" y="240183"/>
                </a:lnTo>
                <a:close/>
                <a:moveTo>
                  <a:pt x="279770" y="240183"/>
                </a:moveTo>
                <a:lnTo>
                  <a:pt x="279770" y="289903"/>
                </a:lnTo>
                <a:lnTo>
                  <a:pt x="329561" y="289903"/>
                </a:lnTo>
                <a:lnTo>
                  <a:pt x="329561" y="240183"/>
                </a:lnTo>
                <a:close/>
                <a:moveTo>
                  <a:pt x="205085" y="240183"/>
                </a:moveTo>
                <a:lnTo>
                  <a:pt x="205085" y="289903"/>
                </a:lnTo>
                <a:lnTo>
                  <a:pt x="254875" y="289903"/>
                </a:lnTo>
                <a:lnTo>
                  <a:pt x="254875" y="240183"/>
                </a:lnTo>
                <a:close/>
                <a:moveTo>
                  <a:pt x="354456" y="165603"/>
                </a:moveTo>
                <a:lnTo>
                  <a:pt x="354456" y="215323"/>
                </a:lnTo>
                <a:lnTo>
                  <a:pt x="404189" y="215323"/>
                </a:lnTo>
                <a:lnTo>
                  <a:pt x="404189" y="165603"/>
                </a:lnTo>
                <a:close/>
                <a:moveTo>
                  <a:pt x="279770" y="165603"/>
                </a:moveTo>
                <a:lnTo>
                  <a:pt x="279770" y="215323"/>
                </a:lnTo>
                <a:lnTo>
                  <a:pt x="329561" y="215323"/>
                </a:lnTo>
                <a:lnTo>
                  <a:pt x="329561" y="165603"/>
                </a:lnTo>
                <a:close/>
                <a:moveTo>
                  <a:pt x="205085" y="165603"/>
                </a:moveTo>
                <a:lnTo>
                  <a:pt x="205085" y="215323"/>
                </a:lnTo>
                <a:lnTo>
                  <a:pt x="254875" y="215323"/>
                </a:lnTo>
                <a:lnTo>
                  <a:pt x="254875" y="165603"/>
                </a:lnTo>
                <a:close/>
                <a:moveTo>
                  <a:pt x="304666" y="50313"/>
                </a:moveTo>
                <a:lnTo>
                  <a:pt x="446043" y="144792"/>
                </a:lnTo>
                <a:lnTo>
                  <a:pt x="446043" y="496992"/>
                </a:lnTo>
                <a:lnTo>
                  <a:pt x="346119" y="496992"/>
                </a:lnTo>
                <a:lnTo>
                  <a:pt x="346119" y="381018"/>
                </a:lnTo>
                <a:lnTo>
                  <a:pt x="263154" y="381018"/>
                </a:lnTo>
                <a:lnTo>
                  <a:pt x="263154" y="496992"/>
                </a:lnTo>
                <a:lnTo>
                  <a:pt x="163288" y="496992"/>
                </a:lnTo>
                <a:lnTo>
                  <a:pt x="163288" y="144792"/>
                </a:lnTo>
                <a:close/>
                <a:moveTo>
                  <a:pt x="304666" y="0"/>
                </a:moveTo>
                <a:lnTo>
                  <a:pt x="501719" y="131040"/>
                </a:lnTo>
                <a:lnTo>
                  <a:pt x="455296" y="131040"/>
                </a:lnTo>
                <a:lnTo>
                  <a:pt x="309291" y="33473"/>
                </a:lnTo>
                <a:lnTo>
                  <a:pt x="300040" y="33473"/>
                </a:lnTo>
                <a:lnTo>
                  <a:pt x="154035" y="131040"/>
                </a:lnTo>
                <a:lnTo>
                  <a:pt x="107612" y="1310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30" name="Group 25"/>
          <p:cNvGrpSpPr/>
          <p:nvPr/>
        </p:nvGrpSpPr>
        <p:grpSpPr>
          <a:xfrm>
            <a:off x="9948668" y="3621386"/>
            <a:ext cx="1019689" cy="1020571"/>
            <a:chOff x="3662363" y="1317625"/>
            <a:chExt cx="1824041" cy="182562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1" name="Freeform 5"/>
            <p:cNvSpPr/>
            <p:nvPr/>
          </p:nvSpPr>
          <p:spPr bwMode="auto">
            <a:xfrm>
              <a:off x="5129216" y="1747835"/>
              <a:ext cx="357188" cy="965198"/>
            </a:xfrm>
            <a:custGeom>
              <a:avLst/>
              <a:gdLst>
                <a:gd name="T0" fmla="*/ 18 w 73"/>
                <a:gd name="T1" fmla="*/ 98 h 197"/>
                <a:gd name="T2" fmla="*/ 0 w 73"/>
                <a:gd name="T3" fmla="*/ 32 h 197"/>
                <a:gd name="T4" fmla="*/ 45 w 73"/>
                <a:gd name="T5" fmla="*/ 0 h 197"/>
                <a:gd name="T6" fmla="*/ 73 w 73"/>
                <a:gd name="T7" fmla="*/ 98 h 197"/>
                <a:gd name="T8" fmla="*/ 45 w 73"/>
                <a:gd name="T9" fmla="*/ 197 h 197"/>
                <a:gd name="T10" fmla="*/ 0 w 73"/>
                <a:gd name="T11" fmla="*/ 164 h 197"/>
                <a:gd name="T12" fmla="*/ 18 w 73"/>
                <a:gd name="T1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97">
                  <a:moveTo>
                    <a:pt x="18" y="98"/>
                  </a:moveTo>
                  <a:cubicBezTo>
                    <a:pt x="18" y="74"/>
                    <a:pt x="12" y="51"/>
                    <a:pt x="0" y="32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28"/>
                    <a:pt x="73" y="62"/>
                    <a:pt x="73" y="98"/>
                  </a:cubicBezTo>
                  <a:cubicBezTo>
                    <a:pt x="73" y="134"/>
                    <a:pt x="62" y="168"/>
                    <a:pt x="45" y="197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2" y="145"/>
                    <a:pt x="18" y="122"/>
                    <a:pt x="18" y="9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>
              <a:off x="4357690" y="2659059"/>
              <a:ext cx="914401" cy="484186"/>
            </a:xfrm>
            <a:custGeom>
              <a:avLst/>
              <a:gdLst>
                <a:gd name="T0" fmla="*/ 44 w 187"/>
                <a:gd name="T1" fmla="*/ 44 h 99"/>
                <a:gd name="T2" fmla="*/ 142 w 187"/>
                <a:gd name="T3" fmla="*/ 0 h 99"/>
                <a:gd name="T4" fmla="*/ 187 w 187"/>
                <a:gd name="T5" fmla="*/ 32 h 99"/>
                <a:gd name="T6" fmla="*/ 44 w 187"/>
                <a:gd name="T7" fmla="*/ 99 h 99"/>
                <a:gd name="T8" fmla="*/ 0 w 187"/>
                <a:gd name="T9" fmla="*/ 93 h 99"/>
                <a:gd name="T10" fmla="*/ 16 w 187"/>
                <a:gd name="T11" fmla="*/ 41 h 99"/>
                <a:gd name="T12" fmla="*/ 44 w 187"/>
                <a:gd name="T13" fmla="*/ 44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9">
                  <a:moveTo>
                    <a:pt x="44" y="44"/>
                  </a:moveTo>
                  <a:cubicBezTo>
                    <a:pt x="83" y="44"/>
                    <a:pt x="118" y="27"/>
                    <a:pt x="142" y="0"/>
                  </a:cubicBezTo>
                  <a:cubicBezTo>
                    <a:pt x="187" y="32"/>
                    <a:pt x="187" y="32"/>
                    <a:pt x="187" y="32"/>
                  </a:cubicBezTo>
                  <a:cubicBezTo>
                    <a:pt x="153" y="73"/>
                    <a:pt x="101" y="99"/>
                    <a:pt x="44" y="99"/>
                  </a:cubicBezTo>
                  <a:cubicBezTo>
                    <a:pt x="29" y="99"/>
                    <a:pt x="14" y="97"/>
                    <a:pt x="0" y="93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5" y="43"/>
                    <a:pt x="35" y="44"/>
                    <a:pt x="44" y="4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7"/>
            <p:cNvSpPr/>
            <p:nvPr/>
          </p:nvSpPr>
          <p:spPr bwMode="auto">
            <a:xfrm>
              <a:off x="3662365" y="2297109"/>
              <a:ext cx="650875" cy="777875"/>
            </a:xfrm>
            <a:custGeom>
              <a:avLst/>
              <a:gdLst>
                <a:gd name="T0" fmla="*/ 133 w 133"/>
                <a:gd name="T1" fmla="*/ 107 h 159"/>
                <a:gd name="T2" fmla="*/ 116 w 133"/>
                <a:gd name="T3" fmla="*/ 159 h 159"/>
                <a:gd name="T4" fmla="*/ 0 w 133"/>
                <a:gd name="T5" fmla="*/ 0 h 159"/>
                <a:gd name="T6" fmla="*/ 55 w 133"/>
                <a:gd name="T7" fmla="*/ 0 h 159"/>
                <a:gd name="T8" fmla="*/ 133 w 133"/>
                <a:gd name="T9" fmla="*/ 10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59">
                  <a:moveTo>
                    <a:pt x="133" y="107"/>
                  </a:moveTo>
                  <a:cubicBezTo>
                    <a:pt x="116" y="159"/>
                    <a:pt x="116" y="159"/>
                    <a:pt x="116" y="159"/>
                  </a:cubicBezTo>
                  <a:cubicBezTo>
                    <a:pt x="52" y="133"/>
                    <a:pt x="5" y="72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0" y="48"/>
                    <a:pt x="91" y="88"/>
                    <a:pt x="133" y="10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8"/>
            <p:cNvSpPr/>
            <p:nvPr/>
          </p:nvSpPr>
          <p:spPr bwMode="auto">
            <a:xfrm>
              <a:off x="4357690" y="1317625"/>
              <a:ext cx="914401" cy="479424"/>
            </a:xfrm>
            <a:custGeom>
              <a:avLst/>
              <a:gdLst>
                <a:gd name="T0" fmla="*/ 44 w 187"/>
                <a:gd name="T1" fmla="*/ 54 h 98"/>
                <a:gd name="T2" fmla="*/ 16 w 187"/>
                <a:gd name="T3" fmla="*/ 57 h 98"/>
                <a:gd name="T4" fmla="*/ 0 w 187"/>
                <a:gd name="T5" fmla="*/ 5 h 98"/>
                <a:gd name="T6" fmla="*/ 44 w 187"/>
                <a:gd name="T7" fmla="*/ 0 h 98"/>
                <a:gd name="T8" fmla="*/ 187 w 187"/>
                <a:gd name="T9" fmla="*/ 66 h 98"/>
                <a:gd name="T10" fmla="*/ 142 w 187"/>
                <a:gd name="T11" fmla="*/ 98 h 98"/>
                <a:gd name="T12" fmla="*/ 44 w 187"/>
                <a:gd name="T13" fmla="*/ 5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8">
                  <a:moveTo>
                    <a:pt x="44" y="54"/>
                  </a:moveTo>
                  <a:cubicBezTo>
                    <a:pt x="35" y="54"/>
                    <a:pt x="25" y="55"/>
                    <a:pt x="16" y="5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2"/>
                    <a:pt x="29" y="0"/>
                    <a:pt x="44" y="0"/>
                  </a:cubicBezTo>
                  <a:cubicBezTo>
                    <a:pt x="101" y="0"/>
                    <a:pt x="153" y="25"/>
                    <a:pt x="187" y="66"/>
                  </a:cubicBezTo>
                  <a:cubicBezTo>
                    <a:pt x="142" y="98"/>
                    <a:pt x="142" y="98"/>
                    <a:pt x="142" y="98"/>
                  </a:cubicBezTo>
                  <a:cubicBezTo>
                    <a:pt x="118" y="71"/>
                    <a:pt x="83" y="54"/>
                    <a:pt x="44" y="5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9"/>
            <p:cNvSpPr/>
            <p:nvPr/>
          </p:nvSpPr>
          <p:spPr bwMode="auto">
            <a:xfrm>
              <a:off x="3662363" y="1381126"/>
              <a:ext cx="650875" cy="782637"/>
            </a:xfrm>
            <a:custGeom>
              <a:avLst/>
              <a:gdLst>
                <a:gd name="T0" fmla="*/ 55 w 133"/>
                <a:gd name="T1" fmla="*/ 160 h 160"/>
                <a:gd name="T2" fmla="*/ 0 w 133"/>
                <a:gd name="T3" fmla="*/ 160 h 160"/>
                <a:gd name="T4" fmla="*/ 116 w 133"/>
                <a:gd name="T5" fmla="*/ 0 h 160"/>
                <a:gd name="T6" fmla="*/ 133 w 133"/>
                <a:gd name="T7" fmla="*/ 53 h 160"/>
                <a:gd name="T8" fmla="*/ 55 w 13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60">
                  <a:moveTo>
                    <a:pt x="55" y="160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5" y="87"/>
                    <a:pt x="52" y="27"/>
                    <a:pt x="116" y="0"/>
                  </a:cubicBezTo>
                  <a:cubicBezTo>
                    <a:pt x="133" y="53"/>
                    <a:pt x="133" y="53"/>
                    <a:pt x="133" y="53"/>
                  </a:cubicBezTo>
                  <a:cubicBezTo>
                    <a:pt x="91" y="71"/>
                    <a:pt x="60" y="112"/>
                    <a:pt x="55" y="16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36" name="Oval 102"/>
          <p:cNvSpPr/>
          <p:nvPr/>
        </p:nvSpPr>
        <p:spPr>
          <a:xfrm>
            <a:off x="10180122" y="3851947"/>
            <a:ext cx="556789" cy="5567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sx="110000" sy="110000" algn="ctr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7" name="任意多边形: 形状 36"/>
          <p:cNvSpPr/>
          <p:nvPr/>
        </p:nvSpPr>
        <p:spPr bwMode="auto">
          <a:xfrm>
            <a:off x="10321057" y="4018184"/>
            <a:ext cx="274915" cy="224307"/>
          </a:xfrm>
          <a:custGeom>
            <a:avLst/>
            <a:gdLst>
              <a:gd name="connsiteX0" fmla="*/ 508188 w 609120"/>
              <a:gd name="connsiteY0" fmla="*/ 388434 h 496992"/>
              <a:gd name="connsiteX1" fmla="*/ 508188 w 609120"/>
              <a:gd name="connsiteY1" fmla="*/ 438152 h 496992"/>
              <a:gd name="connsiteX2" fmla="*/ 557983 w 609120"/>
              <a:gd name="connsiteY2" fmla="*/ 438152 h 496992"/>
              <a:gd name="connsiteX3" fmla="*/ 557983 w 609120"/>
              <a:gd name="connsiteY3" fmla="*/ 388434 h 496992"/>
              <a:gd name="connsiteX4" fmla="*/ 51136 w 609120"/>
              <a:gd name="connsiteY4" fmla="*/ 388434 h 496992"/>
              <a:gd name="connsiteX5" fmla="*/ 51136 w 609120"/>
              <a:gd name="connsiteY5" fmla="*/ 438152 h 496992"/>
              <a:gd name="connsiteX6" fmla="*/ 100931 w 609120"/>
              <a:gd name="connsiteY6" fmla="*/ 438152 h 496992"/>
              <a:gd name="connsiteX7" fmla="*/ 100931 w 609120"/>
              <a:gd name="connsiteY7" fmla="*/ 388434 h 496992"/>
              <a:gd name="connsiteX8" fmla="*/ 508188 w 609120"/>
              <a:gd name="connsiteY8" fmla="*/ 314770 h 496992"/>
              <a:gd name="connsiteX9" fmla="*/ 508188 w 609120"/>
              <a:gd name="connsiteY9" fmla="*/ 364430 h 496992"/>
              <a:gd name="connsiteX10" fmla="*/ 557983 w 609120"/>
              <a:gd name="connsiteY10" fmla="*/ 364430 h 496992"/>
              <a:gd name="connsiteX11" fmla="*/ 557983 w 609120"/>
              <a:gd name="connsiteY11" fmla="*/ 314770 h 496992"/>
              <a:gd name="connsiteX12" fmla="*/ 51136 w 609120"/>
              <a:gd name="connsiteY12" fmla="*/ 314770 h 496992"/>
              <a:gd name="connsiteX13" fmla="*/ 51136 w 609120"/>
              <a:gd name="connsiteY13" fmla="*/ 364430 h 496992"/>
              <a:gd name="connsiteX14" fmla="*/ 100931 w 609120"/>
              <a:gd name="connsiteY14" fmla="*/ 364430 h 496992"/>
              <a:gd name="connsiteX15" fmla="*/ 100931 w 609120"/>
              <a:gd name="connsiteY15" fmla="*/ 314770 h 496992"/>
              <a:gd name="connsiteX16" fmla="*/ 354456 w 609120"/>
              <a:gd name="connsiteY16" fmla="*/ 314763 h 496992"/>
              <a:gd name="connsiteX17" fmla="*/ 354456 w 609120"/>
              <a:gd name="connsiteY17" fmla="*/ 364425 h 496992"/>
              <a:gd name="connsiteX18" fmla="*/ 404189 w 609120"/>
              <a:gd name="connsiteY18" fmla="*/ 364425 h 496992"/>
              <a:gd name="connsiteX19" fmla="*/ 404189 w 609120"/>
              <a:gd name="connsiteY19" fmla="*/ 314763 h 496992"/>
              <a:gd name="connsiteX20" fmla="*/ 279770 w 609120"/>
              <a:gd name="connsiteY20" fmla="*/ 314763 h 496992"/>
              <a:gd name="connsiteX21" fmla="*/ 279770 w 609120"/>
              <a:gd name="connsiteY21" fmla="*/ 364425 h 496992"/>
              <a:gd name="connsiteX22" fmla="*/ 329561 w 609120"/>
              <a:gd name="connsiteY22" fmla="*/ 364425 h 496992"/>
              <a:gd name="connsiteX23" fmla="*/ 329561 w 609120"/>
              <a:gd name="connsiteY23" fmla="*/ 314763 h 496992"/>
              <a:gd name="connsiteX24" fmla="*/ 205085 w 609120"/>
              <a:gd name="connsiteY24" fmla="*/ 314763 h 496992"/>
              <a:gd name="connsiteX25" fmla="*/ 205085 w 609120"/>
              <a:gd name="connsiteY25" fmla="*/ 364425 h 496992"/>
              <a:gd name="connsiteX26" fmla="*/ 254875 w 609120"/>
              <a:gd name="connsiteY26" fmla="*/ 364425 h 496992"/>
              <a:gd name="connsiteX27" fmla="*/ 254875 w 609120"/>
              <a:gd name="connsiteY27" fmla="*/ 314763 h 496992"/>
              <a:gd name="connsiteX28" fmla="*/ 469471 w 609120"/>
              <a:gd name="connsiteY28" fmla="*/ 288542 h 496992"/>
              <a:gd name="connsiteX29" fmla="*/ 596700 w 609120"/>
              <a:gd name="connsiteY29" fmla="*/ 288542 h 496992"/>
              <a:gd name="connsiteX30" fmla="*/ 596700 w 609120"/>
              <a:gd name="connsiteY30" fmla="*/ 496992 h 496992"/>
              <a:gd name="connsiteX31" fmla="*/ 469471 w 609120"/>
              <a:gd name="connsiteY31" fmla="*/ 496992 h 496992"/>
              <a:gd name="connsiteX32" fmla="*/ 12419 w 609120"/>
              <a:gd name="connsiteY32" fmla="*/ 288542 h 496992"/>
              <a:gd name="connsiteX33" fmla="*/ 139648 w 609120"/>
              <a:gd name="connsiteY33" fmla="*/ 288542 h 496992"/>
              <a:gd name="connsiteX34" fmla="*/ 139648 w 609120"/>
              <a:gd name="connsiteY34" fmla="*/ 496992 h 496992"/>
              <a:gd name="connsiteX35" fmla="*/ 12419 w 609120"/>
              <a:gd name="connsiteY35" fmla="*/ 496992 h 496992"/>
              <a:gd name="connsiteX36" fmla="*/ 469471 w 609120"/>
              <a:gd name="connsiteY36" fmla="*/ 257070 h 496992"/>
              <a:gd name="connsiteX37" fmla="*/ 609120 w 609120"/>
              <a:gd name="connsiteY37" fmla="*/ 257070 h 496992"/>
              <a:gd name="connsiteX38" fmla="*/ 609120 w 609120"/>
              <a:gd name="connsiteY38" fmla="*/ 271959 h 496992"/>
              <a:gd name="connsiteX39" fmla="*/ 469471 w 609120"/>
              <a:gd name="connsiteY39" fmla="*/ 271959 h 496992"/>
              <a:gd name="connsiteX40" fmla="*/ 0 w 609120"/>
              <a:gd name="connsiteY40" fmla="*/ 257070 h 496992"/>
              <a:gd name="connsiteX41" fmla="*/ 139649 w 609120"/>
              <a:gd name="connsiteY41" fmla="*/ 257070 h 496992"/>
              <a:gd name="connsiteX42" fmla="*/ 139649 w 609120"/>
              <a:gd name="connsiteY42" fmla="*/ 271959 h 496992"/>
              <a:gd name="connsiteX43" fmla="*/ 0 w 609120"/>
              <a:gd name="connsiteY43" fmla="*/ 271959 h 496992"/>
              <a:gd name="connsiteX44" fmla="*/ 354456 w 609120"/>
              <a:gd name="connsiteY44" fmla="*/ 240183 h 496992"/>
              <a:gd name="connsiteX45" fmla="*/ 354456 w 609120"/>
              <a:gd name="connsiteY45" fmla="*/ 289903 h 496992"/>
              <a:gd name="connsiteX46" fmla="*/ 404189 w 609120"/>
              <a:gd name="connsiteY46" fmla="*/ 289903 h 496992"/>
              <a:gd name="connsiteX47" fmla="*/ 404189 w 609120"/>
              <a:gd name="connsiteY47" fmla="*/ 240183 h 496992"/>
              <a:gd name="connsiteX48" fmla="*/ 279770 w 609120"/>
              <a:gd name="connsiteY48" fmla="*/ 240183 h 496992"/>
              <a:gd name="connsiteX49" fmla="*/ 279770 w 609120"/>
              <a:gd name="connsiteY49" fmla="*/ 289903 h 496992"/>
              <a:gd name="connsiteX50" fmla="*/ 329561 w 609120"/>
              <a:gd name="connsiteY50" fmla="*/ 289903 h 496992"/>
              <a:gd name="connsiteX51" fmla="*/ 329561 w 609120"/>
              <a:gd name="connsiteY51" fmla="*/ 240183 h 496992"/>
              <a:gd name="connsiteX52" fmla="*/ 205085 w 609120"/>
              <a:gd name="connsiteY52" fmla="*/ 240183 h 496992"/>
              <a:gd name="connsiteX53" fmla="*/ 205085 w 609120"/>
              <a:gd name="connsiteY53" fmla="*/ 289903 h 496992"/>
              <a:gd name="connsiteX54" fmla="*/ 254875 w 609120"/>
              <a:gd name="connsiteY54" fmla="*/ 289903 h 496992"/>
              <a:gd name="connsiteX55" fmla="*/ 254875 w 609120"/>
              <a:gd name="connsiteY55" fmla="*/ 240183 h 496992"/>
              <a:gd name="connsiteX56" fmla="*/ 354456 w 609120"/>
              <a:gd name="connsiteY56" fmla="*/ 165603 h 496992"/>
              <a:gd name="connsiteX57" fmla="*/ 354456 w 609120"/>
              <a:gd name="connsiteY57" fmla="*/ 215323 h 496992"/>
              <a:gd name="connsiteX58" fmla="*/ 404189 w 609120"/>
              <a:gd name="connsiteY58" fmla="*/ 215323 h 496992"/>
              <a:gd name="connsiteX59" fmla="*/ 404189 w 609120"/>
              <a:gd name="connsiteY59" fmla="*/ 165603 h 496992"/>
              <a:gd name="connsiteX60" fmla="*/ 279770 w 609120"/>
              <a:gd name="connsiteY60" fmla="*/ 165603 h 496992"/>
              <a:gd name="connsiteX61" fmla="*/ 279770 w 609120"/>
              <a:gd name="connsiteY61" fmla="*/ 215323 h 496992"/>
              <a:gd name="connsiteX62" fmla="*/ 329561 w 609120"/>
              <a:gd name="connsiteY62" fmla="*/ 215323 h 496992"/>
              <a:gd name="connsiteX63" fmla="*/ 329561 w 609120"/>
              <a:gd name="connsiteY63" fmla="*/ 165603 h 496992"/>
              <a:gd name="connsiteX64" fmla="*/ 205085 w 609120"/>
              <a:gd name="connsiteY64" fmla="*/ 165603 h 496992"/>
              <a:gd name="connsiteX65" fmla="*/ 205085 w 609120"/>
              <a:gd name="connsiteY65" fmla="*/ 215323 h 496992"/>
              <a:gd name="connsiteX66" fmla="*/ 254875 w 609120"/>
              <a:gd name="connsiteY66" fmla="*/ 215323 h 496992"/>
              <a:gd name="connsiteX67" fmla="*/ 254875 w 609120"/>
              <a:gd name="connsiteY67" fmla="*/ 165603 h 496992"/>
              <a:gd name="connsiteX68" fmla="*/ 304666 w 609120"/>
              <a:gd name="connsiteY68" fmla="*/ 50313 h 496992"/>
              <a:gd name="connsiteX69" fmla="*/ 446043 w 609120"/>
              <a:gd name="connsiteY69" fmla="*/ 144792 h 496992"/>
              <a:gd name="connsiteX70" fmla="*/ 446043 w 609120"/>
              <a:gd name="connsiteY70" fmla="*/ 496992 h 496992"/>
              <a:gd name="connsiteX71" fmla="*/ 346119 w 609120"/>
              <a:gd name="connsiteY71" fmla="*/ 496992 h 496992"/>
              <a:gd name="connsiteX72" fmla="*/ 346119 w 609120"/>
              <a:gd name="connsiteY72" fmla="*/ 381018 h 496992"/>
              <a:gd name="connsiteX73" fmla="*/ 263154 w 609120"/>
              <a:gd name="connsiteY73" fmla="*/ 381018 h 496992"/>
              <a:gd name="connsiteX74" fmla="*/ 263154 w 609120"/>
              <a:gd name="connsiteY74" fmla="*/ 496992 h 496992"/>
              <a:gd name="connsiteX75" fmla="*/ 163288 w 609120"/>
              <a:gd name="connsiteY75" fmla="*/ 496992 h 496992"/>
              <a:gd name="connsiteX76" fmla="*/ 163288 w 609120"/>
              <a:gd name="connsiteY76" fmla="*/ 144792 h 496992"/>
              <a:gd name="connsiteX77" fmla="*/ 304666 w 609120"/>
              <a:gd name="connsiteY77" fmla="*/ 0 h 496992"/>
              <a:gd name="connsiteX78" fmla="*/ 501719 w 609120"/>
              <a:gd name="connsiteY78" fmla="*/ 131040 h 496992"/>
              <a:gd name="connsiteX79" fmla="*/ 455296 w 609120"/>
              <a:gd name="connsiteY79" fmla="*/ 131040 h 496992"/>
              <a:gd name="connsiteX80" fmla="*/ 309291 w 609120"/>
              <a:gd name="connsiteY80" fmla="*/ 33473 h 496992"/>
              <a:gd name="connsiteX81" fmla="*/ 300040 w 609120"/>
              <a:gd name="connsiteY81" fmla="*/ 33473 h 496992"/>
              <a:gd name="connsiteX82" fmla="*/ 154035 w 609120"/>
              <a:gd name="connsiteY82" fmla="*/ 131040 h 496992"/>
              <a:gd name="connsiteX83" fmla="*/ 107612 w 609120"/>
              <a:gd name="connsiteY83" fmla="*/ 131040 h 49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9120" h="496992">
                <a:moveTo>
                  <a:pt x="508188" y="388434"/>
                </a:moveTo>
                <a:lnTo>
                  <a:pt x="508188" y="438152"/>
                </a:lnTo>
                <a:lnTo>
                  <a:pt x="557983" y="438152"/>
                </a:lnTo>
                <a:lnTo>
                  <a:pt x="557983" y="388434"/>
                </a:lnTo>
                <a:close/>
                <a:moveTo>
                  <a:pt x="51136" y="388434"/>
                </a:moveTo>
                <a:lnTo>
                  <a:pt x="51136" y="438152"/>
                </a:lnTo>
                <a:lnTo>
                  <a:pt x="100931" y="438152"/>
                </a:lnTo>
                <a:lnTo>
                  <a:pt x="100931" y="388434"/>
                </a:lnTo>
                <a:close/>
                <a:moveTo>
                  <a:pt x="508188" y="314770"/>
                </a:moveTo>
                <a:lnTo>
                  <a:pt x="508188" y="364430"/>
                </a:lnTo>
                <a:lnTo>
                  <a:pt x="557983" y="364430"/>
                </a:lnTo>
                <a:lnTo>
                  <a:pt x="557983" y="314770"/>
                </a:lnTo>
                <a:close/>
                <a:moveTo>
                  <a:pt x="51136" y="314770"/>
                </a:moveTo>
                <a:lnTo>
                  <a:pt x="51136" y="364430"/>
                </a:lnTo>
                <a:lnTo>
                  <a:pt x="100931" y="364430"/>
                </a:lnTo>
                <a:lnTo>
                  <a:pt x="100931" y="314770"/>
                </a:lnTo>
                <a:close/>
                <a:moveTo>
                  <a:pt x="354456" y="314763"/>
                </a:moveTo>
                <a:lnTo>
                  <a:pt x="354456" y="364425"/>
                </a:lnTo>
                <a:lnTo>
                  <a:pt x="404189" y="364425"/>
                </a:lnTo>
                <a:lnTo>
                  <a:pt x="404189" y="314763"/>
                </a:lnTo>
                <a:close/>
                <a:moveTo>
                  <a:pt x="279770" y="314763"/>
                </a:moveTo>
                <a:lnTo>
                  <a:pt x="279770" y="364425"/>
                </a:lnTo>
                <a:lnTo>
                  <a:pt x="329561" y="364425"/>
                </a:lnTo>
                <a:lnTo>
                  <a:pt x="329561" y="314763"/>
                </a:lnTo>
                <a:close/>
                <a:moveTo>
                  <a:pt x="205085" y="314763"/>
                </a:moveTo>
                <a:lnTo>
                  <a:pt x="205085" y="364425"/>
                </a:lnTo>
                <a:lnTo>
                  <a:pt x="254875" y="364425"/>
                </a:lnTo>
                <a:lnTo>
                  <a:pt x="254875" y="314763"/>
                </a:lnTo>
                <a:close/>
                <a:moveTo>
                  <a:pt x="469471" y="288542"/>
                </a:moveTo>
                <a:lnTo>
                  <a:pt x="596700" y="288542"/>
                </a:lnTo>
                <a:lnTo>
                  <a:pt x="596700" y="496992"/>
                </a:lnTo>
                <a:lnTo>
                  <a:pt x="469471" y="496992"/>
                </a:lnTo>
                <a:close/>
                <a:moveTo>
                  <a:pt x="12419" y="288542"/>
                </a:moveTo>
                <a:lnTo>
                  <a:pt x="139648" y="288542"/>
                </a:lnTo>
                <a:lnTo>
                  <a:pt x="139648" y="496992"/>
                </a:lnTo>
                <a:lnTo>
                  <a:pt x="12419" y="496992"/>
                </a:lnTo>
                <a:close/>
                <a:moveTo>
                  <a:pt x="469471" y="257070"/>
                </a:moveTo>
                <a:lnTo>
                  <a:pt x="609120" y="257070"/>
                </a:lnTo>
                <a:lnTo>
                  <a:pt x="609120" y="271959"/>
                </a:lnTo>
                <a:lnTo>
                  <a:pt x="469471" y="271959"/>
                </a:lnTo>
                <a:close/>
                <a:moveTo>
                  <a:pt x="0" y="257070"/>
                </a:moveTo>
                <a:lnTo>
                  <a:pt x="139649" y="257070"/>
                </a:lnTo>
                <a:lnTo>
                  <a:pt x="139649" y="271959"/>
                </a:lnTo>
                <a:lnTo>
                  <a:pt x="0" y="271959"/>
                </a:lnTo>
                <a:close/>
                <a:moveTo>
                  <a:pt x="354456" y="240183"/>
                </a:moveTo>
                <a:lnTo>
                  <a:pt x="354456" y="289903"/>
                </a:lnTo>
                <a:lnTo>
                  <a:pt x="404189" y="289903"/>
                </a:lnTo>
                <a:lnTo>
                  <a:pt x="404189" y="240183"/>
                </a:lnTo>
                <a:close/>
                <a:moveTo>
                  <a:pt x="279770" y="240183"/>
                </a:moveTo>
                <a:lnTo>
                  <a:pt x="279770" y="289903"/>
                </a:lnTo>
                <a:lnTo>
                  <a:pt x="329561" y="289903"/>
                </a:lnTo>
                <a:lnTo>
                  <a:pt x="329561" y="240183"/>
                </a:lnTo>
                <a:close/>
                <a:moveTo>
                  <a:pt x="205085" y="240183"/>
                </a:moveTo>
                <a:lnTo>
                  <a:pt x="205085" y="289903"/>
                </a:lnTo>
                <a:lnTo>
                  <a:pt x="254875" y="289903"/>
                </a:lnTo>
                <a:lnTo>
                  <a:pt x="254875" y="240183"/>
                </a:lnTo>
                <a:close/>
                <a:moveTo>
                  <a:pt x="354456" y="165603"/>
                </a:moveTo>
                <a:lnTo>
                  <a:pt x="354456" y="215323"/>
                </a:lnTo>
                <a:lnTo>
                  <a:pt x="404189" y="215323"/>
                </a:lnTo>
                <a:lnTo>
                  <a:pt x="404189" y="165603"/>
                </a:lnTo>
                <a:close/>
                <a:moveTo>
                  <a:pt x="279770" y="165603"/>
                </a:moveTo>
                <a:lnTo>
                  <a:pt x="279770" y="215323"/>
                </a:lnTo>
                <a:lnTo>
                  <a:pt x="329561" y="215323"/>
                </a:lnTo>
                <a:lnTo>
                  <a:pt x="329561" y="165603"/>
                </a:lnTo>
                <a:close/>
                <a:moveTo>
                  <a:pt x="205085" y="165603"/>
                </a:moveTo>
                <a:lnTo>
                  <a:pt x="205085" y="215323"/>
                </a:lnTo>
                <a:lnTo>
                  <a:pt x="254875" y="215323"/>
                </a:lnTo>
                <a:lnTo>
                  <a:pt x="254875" y="165603"/>
                </a:lnTo>
                <a:close/>
                <a:moveTo>
                  <a:pt x="304666" y="50313"/>
                </a:moveTo>
                <a:lnTo>
                  <a:pt x="446043" y="144792"/>
                </a:lnTo>
                <a:lnTo>
                  <a:pt x="446043" y="496992"/>
                </a:lnTo>
                <a:lnTo>
                  <a:pt x="346119" y="496992"/>
                </a:lnTo>
                <a:lnTo>
                  <a:pt x="346119" y="381018"/>
                </a:lnTo>
                <a:lnTo>
                  <a:pt x="263154" y="381018"/>
                </a:lnTo>
                <a:lnTo>
                  <a:pt x="263154" y="496992"/>
                </a:lnTo>
                <a:lnTo>
                  <a:pt x="163288" y="496992"/>
                </a:lnTo>
                <a:lnTo>
                  <a:pt x="163288" y="144792"/>
                </a:lnTo>
                <a:close/>
                <a:moveTo>
                  <a:pt x="304666" y="0"/>
                </a:moveTo>
                <a:lnTo>
                  <a:pt x="501719" y="131040"/>
                </a:lnTo>
                <a:lnTo>
                  <a:pt x="455296" y="131040"/>
                </a:lnTo>
                <a:lnTo>
                  <a:pt x="309291" y="33473"/>
                </a:lnTo>
                <a:lnTo>
                  <a:pt x="300040" y="33473"/>
                </a:lnTo>
                <a:lnTo>
                  <a:pt x="154035" y="131040"/>
                </a:lnTo>
                <a:lnTo>
                  <a:pt x="107612" y="1310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1225140" y="3621385"/>
            <a:ext cx="1019688" cy="1020572"/>
            <a:chOff x="5563114" y="3958296"/>
            <a:chExt cx="1065766" cy="1066692"/>
          </a:xfrm>
        </p:grpSpPr>
        <p:grpSp>
          <p:nvGrpSpPr>
            <p:cNvPr id="39" name="Group 25"/>
            <p:cNvGrpSpPr/>
            <p:nvPr/>
          </p:nvGrpSpPr>
          <p:grpSpPr>
            <a:xfrm>
              <a:off x="5563114" y="3958296"/>
              <a:ext cx="1065766" cy="1066692"/>
              <a:chOff x="3662363" y="1317626"/>
              <a:chExt cx="1824038" cy="1825624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42" name="Freeform 5"/>
              <p:cNvSpPr/>
              <p:nvPr/>
            </p:nvSpPr>
            <p:spPr bwMode="auto">
              <a:xfrm>
                <a:off x="5129213" y="1747838"/>
                <a:ext cx="357188" cy="965200"/>
              </a:xfrm>
              <a:custGeom>
                <a:avLst/>
                <a:gdLst>
                  <a:gd name="T0" fmla="*/ 18 w 73"/>
                  <a:gd name="T1" fmla="*/ 98 h 197"/>
                  <a:gd name="T2" fmla="*/ 0 w 73"/>
                  <a:gd name="T3" fmla="*/ 32 h 197"/>
                  <a:gd name="T4" fmla="*/ 45 w 73"/>
                  <a:gd name="T5" fmla="*/ 0 h 197"/>
                  <a:gd name="T6" fmla="*/ 73 w 73"/>
                  <a:gd name="T7" fmla="*/ 98 h 197"/>
                  <a:gd name="T8" fmla="*/ 45 w 73"/>
                  <a:gd name="T9" fmla="*/ 197 h 197"/>
                  <a:gd name="T10" fmla="*/ 0 w 73"/>
                  <a:gd name="T11" fmla="*/ 164 h 197"/>
                  <a:gd name="T12" fmla="*/ 18 w 73"/>
                  <a:gd name="T13" fmla="*/ 98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197">
                    <a:moveTo>
                      <a:pt x="18" y="98"/>
                    </a:moveTo>
                    <a:cubicBezTo>
                      <a:pt x="18" y="74"/>
                      <a:pt x="12" y="51"/>
                      <a:pt x="0" y="32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62" y="28"/>
                      <a:pt x="73" y="62"/>
                      <a:pt x="73" y="98"/>
                    </a:cubicBezTo>
                    <a:cubicBezTo>
                      <a:pt x="73" y="134"/>
                      <a:pt x="62" y="168"/>
                      <a:pt x="45" y="197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12" y="145"/>
                      <a:pt x="18" y="122"/>
                      <a:pt x="18" y="9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6"/>
              <p:cNvSpPr/>
              <p:nvPr/>
            </p:nvSpPr>
            <p:spPr bwMode="auto">
              <a:xfrm>
                <a:off x="4357688" y="2659063"/>
                <a:ext cx="914400" cy="484187"/>
              </a:xfrm>
              <a:custGeom>
                <a:avLst/>
                <a:gdLst>
                  <a:gd name="T0" fmla="*/ 44 w 187"/>
                  <a:gd name="T1" fmla="*/ 44 h 99"/>
                  <a:gd name="T2" fmla="*/ 142 w 187"/>
                  <a:gd name="T3" fmla="*/ 0 h 99"/>
                  <a:gd name="T4" fmla="*/ 187 w 187"/>
                  <a:gd name="T5" fmla="*/ 32 h 99"/>
                  <a:gd name="T6" fmla="*/ 44 w 187"/>
                  <a:gd name="T7" fmla="*/ 99 h 99"/>
                  <a:gd name="T8" fmla="*/ 0 w 187"/>
                  <a:gd name="T9" fmla="*/ 93 h 99"/>
                  <a:gd name="T10" fmla="*/ 16 w 187"/>
                  <a:gd name="T11" fmla="*/ 41 h 99"/>
                  <a:gd name="T12" fmla="*/ 44 w 187"/>
                  <a:gd name="T13" fmla="*/ 44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" h="99">
                    <a:moveTo>
                      <a:pt x="44" y="44"/>
                    </a:moveTo>
                    <a:cubicBezTo>
                      <a:pt x="83" y="44"/>
                      <a:pt x="118" y="27"/>
                      <a:pt x="142" y="0"/>
                    </a:cubicBezTo>
                    <a:cubicBezTo>
                      <a:pt x="187" y="32"/>
                      <a:pt x="187" y="32"/>
                      <a:pt x="187" y="32"/>
                    </a:cubicBezTo>
                    <a:cubicBezTo>
                      <a:pt x="153" y="73"/>
                      <a:pt x="101" y="99"/>
                      <a:pt x="44" y="99"/>
                    </a:cubicBezTo>
                    <a:cubicBezTo>
                      <a:pt x="29" y="99"/>
                      <a:pt x="14" y="97"/>
                      <a:pt x="0" y="93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25" y="43"/>
                      <a:pt x="35" y="44"/>
                      <a:pt x="44" y="4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7"/>
              <p:cNvSpPr/>
              <p:nvPr/>
            </p:nvSpPr>
            <p:spPr bwMode="auto">
              <a:xfrm>
                <a:off x="3662363" y="2297113"/>
                <a:ext cx="650875" cy="777875"/>
              </a:xfrm>
              <a:custGeom>
                <a:avLst/>
                <a:gdLst>
                  <a:gd name="T0" fmla="*/ 133 w 133"/>
                  <a:gd name="T1" fmla="*/ 107 h 159"/>
                  <a:gd name="T2" fmla="*/ 116 w 133"/>
                  <a:gd name="T3" fmla="*/ 159 h 159"/>
                  <a:gd name="T4" fmla="*/ 0 w 133"/>
                  <a:gd name="T5" fmla="*/ 0 h 159"/>
                  <a:gd name="T6" fmla="*/ 55 w 133"/>
                  <a:gd name="T7" fmla="*/ 0 h 159"/>
                  <a:gd name="T8" fmla="*/ 133 w 133"/>
                  <a:gd name="T9" fmla="*/ 10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3" h="159">
                    <a:moveTo>
                      <a:pt x="133" y="107"/>
                    </a:moveTo>
                    <a:cubicBezTo>
                      <a:pt x="116" y="159"/>
                      <a:pt x="116" y="159"/>
                      <a:pt x="116" y="159"/>
                    </a:cubicBezTo>
                    <a:cubicBezTo>
                      <a:pt x="52" y="133"/>
                      <a:pt x="5" y="72"/>
                      <a:pt x="0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0" y="48"/>
                      <a:pt x="91" y="88"/>
                      <a:pt x="133" y="107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8"/>
              <p:cNvSpPr/>
              <p:nvPr/>
            </p:nvSpPr>
            <p:spPr bwMode="auto">
              <a:xfrm>
                <a:off x="4357688" y="1317626"/>
                <a:ext cx="914400" cy="479425"/>
              </a:xfrm>
              <a:custGeom>
                <a:avLst/>
                <a:gdLst>
                  <a:gd name="T0" fmla="*/ 44 w 187"/>
                  <a:gd name="T1" fmla="*/ 54 h 98"/>
                  <a:gd name="T2" fmla="*/ 16 w 187"/>
                  <a:gd name="T3" fmla="*/ 57 h 98"/>
                  <a:gd name="T4" fmla="*/ 0 w 187"/>
                  <a:gd name="T5" fmla="*/ 5 h 98"/>
                  <a:gd name="T6" fmla="*/ 44 w 187"/>
                  <a:gd name="T7" fmla="*/ 0 h 98"/>
                  <a:gd name="T8" fmla="*/ 187 w 187"/>
                  <a:gd name="T9" fmla="*/ 66 h 98"/>
                  <a:gd name="T10" fmla="*/ 142 w 187"/>
                  <a:gd name="T11" fmla="*/ 98 h 98"/>
                  <a:gd name="T12" fmla="*/ 44 w 187"/>
                  <a:gd name="T13" fmla="*/ 5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7" h="98">
                    <a:moveTo>
                      <a:pt x="44" y="54"/>
                    </a:moveTo>
                    <a:cubicBezTo>
                      <a:pt x="35" y="54"/>
                      <a:pt x="25" y="55"/>
                      <a:pt x="16" y="5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4" y="2"/>
                      <a:pt x="29" y="0"/>
                      <a:pt x="44" y="0"/>
                    </a:cubicBezTo>
                    <a:cubicBezTo>
                      <a:pt x="101" y="0"/>
                      <a:pt x="153" y="25"/>
                      <a:pt x="187" y="66"/>
                    </a:cubicBezTo>
                    <a:cubicBezTo>
                      <a:pt x="142" y="98"/>
                      <a:pt x="142" y="98"/>
                      <a:pt x="142" y="98"/>
                    </a:cubicBezTo>
                    <a:cubicBezTo>
                      <a:pt x="118" y="71"/>
                      <a:pt x="83" y="54"/>
                      <a:pt x="44" y="5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9"/>
              <p:cNvSpPr/>
              <p:nvPr/>
            </p:nvSpPr>
            <p:spPr bwMode="auto">
              <a:xfrm>
                <a:off x="3662363" y="1381125"/>
                <a:ext cx="650875" cy="782637"/>
              </a:xfrm>
              <a:custGeom>
                <a:avLst/>
                <a:gdLst>
                  <a:gd name="T0" fmla="*/ 55 w 133"/>
                  <a:gd name="T1" fmla="*/ 160 h 160"/>
                  <a:gd name="T2" fmla="*/ 0 w 133"/>
                  <a:gd name="T3" fmla="*/ 160 h 160"/>
                  <a:gd name="T4" fmla="*/ 116 w 133"/>
                  <a:gd name="T5" fmla="*/ 0 h 160"/>
                  <a:gd name="T6" fmla="*/ 133 w 133"/>
                  <a:gd name="T7" fmla="*/ 53 h 160"/>
                  <a:gd name="T8" fmla="*/ 55 w 133"/>
                  <a:gd name="T9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3" h="160">
                    <a:moveTo>
                      <a:pt x="55" y="160"/>
                    </a:moveTo>
                    <a:cubicBezTo>
                      <a:pt x="0" y="160"/>
                      <a:pt x="0" y="160"/>
                      <a:pt x="0" y="160"/>
                    </a:cubicBezTo>
                    <a:cubicBezTo>
                      <a:pt x="5" y="87"/>
                      <a:pt x="52" y="27"/>
                      <a:pt x="116" y="0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91" y="71"/>
                      <a:pt x="60" y="112"/>
                      <a:pt x="55" y="16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0" name="Oval 102"/>
            <p:cNvSpPr/>
            <p:nvPr/>
          </p:nvSpPr>
          <p:spPr>
            <a:xfrm>
              <a:off x="5805026" y="4199277"/>
              <a:ext cx="581949" cy="58194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outerShdw sx="110000" sy="110000" algn="ctr" rotWithShape="0">
                <a:schemeClr val="tx1"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任意多边形: 形状 40"/>
            <p:cNvSpPr/>
            <p:nvPr/>
          </p:nvSpPr>
          <p:spPr bwMode="auto">
            <a:xfrm>
              <a:off x="5952330" y="4373027"/>
              <a:ext cx="287338" cy="234444"/>
            </a:xfrm>
            <a:custGeom>
              <a:avLst/>
              <a:gdLst>
                <a:gd name="connsiteX0" fmla="*/ 508188 w 609120"/>
                <a:gd name="connsiteY0" fmla="*/ 388434 h 496992"/>
                <a:gd name="connsiteX1" fmla="*/ 508188 w 609120"/>
                <a:gd name="connsiteY1" fmla="*/ 438152 h 496992"/>
                <a:gd name="connsiteX2" fmla="*/ 557983 w 609120"/>
                <a:gd name="connsiteY2" fmla="*/ 438152 h 496992"/>
                <a:gd name="connsiteX3" fmla="*/ 557983 w 609120"/>
                <a:gd name="connsiteY3" fmla="*/ 388434 h 496992"/>
                <a:gd name="connsiteX4" fmla="*/ 51136 w 609120"/>
                <a:gd name="connsiteY4" fmla="*/ 388434 h 496992"/>
                <a:gd name="connsiteX5" fmla="*/ 51136 w 609120"/>
                <a:gd name="connsiteY5" fmla="*/ 438152 h 496992"/>
                <a:gd name="connsiteX6" fmla="*/ 100931 w 609120"/>
                <a:gd name="connsiteY6" fmla="*/ 438152 h 496992"/>
                <a:gd name="connsiteX7" fmla="*/ 100931 w 609120"/>
                <a:gd name="connsiteY7" fmla="*/ 388434 h 496992"/>
                <a:gd name="connsiteX8" fmla="*/ 508188 w 609120"/>
                <a:gd name="connsiteY8" fmla="*/ 314770 h 496992"/>
                <a:gd name="connsiteX9" fmla="*/ 508188 w 609120"/>
                <a:gd name="connsiteY9" fmla="*/ 364430 h 496992"/>
                <a:gd name="connsiteX10" fmla="*/ 557983 w 609120"/>
                <a:gd name="connsiteY10" fmla="*/ 364430 h 496992"/>
                <a:gd name="connsiteX11" fmla="*/ 557983 w 609120"/>
                <a:gd name="connsiteY11" fmla="*/ 314770 h 496992"/>
                <a:gd name="connsiteX12" fmla="*/ 51136 w 609120"/>
                <a:gd name="connsiteY12" fmla="*/ 314770 h 496992"/>
                <a:gd name="connsiteX13" fmla="*/ 51136 w 609120"/>
                <a:gd name="connsiteY13" fmla="*/ 364430 h 496992"/>
                <a:gd name="connsiteX14" fmla="*/ 100931 w 609120"/>
                <a:gd name="connsiteY14" fmla="*/ 364430 h 496992"/>
                <a:gd name="connsiteX15" fmla="*/ 100931 w 609120"/>
                <a:gd name="connsiteY15" fmla="*/ 314770 h 496992"/>
                <a:gd name="connsiteX16" fmla="*/ 354456 w 609120"/>
                <a:gd name="connsiteY16" fmla="*/ 314763 h 496992"/>
                <a:gd name="connsiteX17" fmla="*/ 354456 w 609120"/>
                <a:gd name="connsiteY17" fmla="*/ 364425 h 496992"/>
                <a:gd name="connsiteX18" fmla="*/ 404189 w 609120"/>
                <a:gd name="connsiteY18" fmla="*/ 364425 h 496992"/>
                <a:gd name="connsiteX19" fmla="*/ 404189 w 609120"/>
                <a:gd name="connsiteY19" fmla="*/ 314763 h 496992"/>
                <a:gd name="connsiteX20" fmla="*/ 279770 w 609120"/>
                <a:gd name="connsiteY20" fmla="*/ 314763 h 496992"/>
                <a:gd name="connsiteX21" fmla="*/ 279770 w 609120"/>
                <a:gd name="connsiteY21" fmla="*/ 364425 h 496992"/>
                <a:gd name="connsiteX22" fmla="*/ 329561 w 609120"/>
                <a:gd name="connsiteY22" fmla="*/ 364425 h 496992"/>
                <a:gd name="connsiteX23" fmla="*/ 329561 w 609120"/>
                <a:gd name="connsiteY23" fmla="*/ 314763 h 496992"/>
                <a:gd name="connsiteX24" fmla="*/ 205085 w 609120"/>
                <a:gd name="connsiteY24" fmla="*/ 314763 h 496992"/>
                <a:gd name="connsiteX25" fmla="*/ 205085 w 609120"/>
                <a:gd name="connsiteY25" fmla="*/ 364425 h 496992"/>
                <a:gd name="connsiteX26" fmla="*/ 254875 w 609120"/>
                <a:gd name="connsiteY26" fmla="*/ 364425 h 496992"/>
                <a:gd name="connsiteX27" fmla="*/ 254875 w 609120"/>
                <a:gd name="connsiteY27" fmla="*/ 314763 h 496992"/>
                <a:gd name="connsiteX28" fmla="*/ 469471 w 609120"/>
                <a:gd name="connsiteY28" fmla="*/ 288542 h 496992"/>
                <a:gd name="connsiteX29" fmla="*/ 596700 w 609120"/>
                <a:gd name="connsiteY29" fmla="*/ 288542 h 496992"/>
                <a:gd name="connsiteX30" fmla="*/ 596700 w 609120"/>
                <a:gd name="connsiteY30" fmla="*/ 496992 h 496992"/>
                <a:gd name="connsiteX31" fmla="*/ 469471 w 609120"/>
                <a:gd name="connsiteY31" fmla="*/ 496992 h 496992"/>
                <a:gd name="connsiteX32" fmla="*/ 12419 w 609120"/>
                <a:gd name="connsiteY32" fmla="*/ 288542 h 496992"/>
                <a:gd name="connsiteX33" fmla="*/ 139648 w 609120"/>
                <a:gd name="connsiteY33" fmla="*/ 288542 h 496992"/>
                <a:gd name="connsiteX34" fmla="*/ 139648 w 609120"/>
                <a:gd name="connsiteY34" fmla="*/ 496992 h 496992"/>
                <a:gd name="connsiteX35" fmla="*/ 12419 w 609120"/>
                <a:gd name="connsiteY35" fmla="*/ 496992 h 496992"/>
                <a:gd name="connsiteX36" fmla="*/ 469471 w 609120"/>
                <a:gd name="connsiteY36" fmla="*/ 257070 h 496992"/>
                <a:gd name="connsiteX37" fmla="*/ 609120 w 609120"/>
                <a:gd name="connsiteY37" fmla="*/ 257070 h 496992"/>
                <a:gd name="connsiteX38" fmla="*/ 609120 w 609120"/>
                <a:gd name="connsiteY38" fmla="*/ 271959 h 496992"/>
                <a:gd name="connsiteX39" fmla="*/ 469471 w 609120"/>
                <a:gd name="connsiteY39" fmla="*/ 271959 h 496992"/>
                <a:gd name="connsiteX40" fmla="*/ 0 w 609120"/>
                <a:gd name="connsiteY40" fmla="*/ 257070 h 496992"/>
                <a:gd name="connsiteX41" fmla="*/ 139649 w 609120"/>
                <a:gd name="connsiteY41" fmla="*/ 257070 h 496992"/>
                <a:gd name="connsiteX42" fmla="*/ 139649 w 609120"/>
                <a:gd name="connsiteY42" fmla="*/ 271959 h 496992"/>
                <a:gd name="connsiteX43" fmla="*/ 0 w 609120"/>
                <a:gd name="connsiteY43" fmla="*/ 271959 h 496992"/>
                <a:gd name="connsiteX44" fmla="*/ 354456 w 609120"/>
                <a:gd name="connsiteY44" fmla="*/ 240183 h 496992"/>
                <a:gd name="connsiteX45" fmla="*/ 354456 w 609120"/>
                <a:gd name="connsiteY45" fmla="*/ 289903 h 496992"/>
                <a:gd name="connsiteX46" fmla="*/ 404189 w 609120"/>
                <a:gd name="connsiteY46" fmla="*/ 289903 h 496992"/>
                <a:gd name="connsiteX47" fmla="*/ 404189 w 609120"/>
                <a:gd name="connsiteY47" fmla="*/ 240183 h 496992"/>
                <a:gd name="connsiteX48" fmla="*/ 279770 w 609120"/>
                <a:gd name="connsiteY48" fmla="*/ 240183 h 496992"/>
                <a:gd name="connsiteX49" fmla="*/ 279770 w 609120"/>
                <a:gd name="connsiteY49" fmla="*/ 289903 h 496992"/>
                <a:gd name="connsiteX50" fmla="*/ 329561 w 609120"/>
                <a:gd name="connsiteY50" fmla="*/ 289903 h 496992"/>
                <a:gd name="connsiteX51" fmla="*/ 329561 w 609120"/>
                <a:gd name="connsiteY51" fmla="*/ 240183 h 496992"/>
                <a:gd name="connsiteX52" fmla="*/ 205085 w 609120"/>
                <a:gd name="connsiteY52" fmla="*/ 240183 h 496992"/>
                <a:gd name="connsiteX53" fmla="*/ 205085 w 609120"/>
                <a:gd name="connsiteY53" fmla="*/ 289903 h 496992"/>
                <a:gd name="connsiteX54" fmla="*/ 254875 w 609120"/>
                <a:gd name="connsiteY54" fmla="*/ 289903 h 496992"/>
                <a:gd name="connsiteX55" fmla="*/ 254875 w 609120"/>
                <a:gd name="connsiteY55" fmla="*/ 240183 h 496992"/>
                <a:gd name="connsiteX56" fmla="*/ 354456 w 609120"/>
                <a:gd name="connsiteY56" fmla="*/ 165603 h 496992"/>
                <a:gd name="connsiteX57" fmla="*/ 354456 w 609120"/>
                <a:gd name="connsiteY57" fmla="*/ 215323 h 496992"/>
                <a:gd name="connsiteX58" fmla="*/ 404189 w 609120"/>
                <a:gd name="connsiteY58" fmla="*/ 215323 h 496992"/>
                <a:gd name="connsiteX59" fmla="*/ 404189 w 609120"/>
                <a:gd name="connsiteY59" fmla="*/ 165603 h 496992"/>
                <a:gd name="connsiteX60" fmla="*/ 279770 w 609120"/>
                <a:gd name="connsiteY60" fmla="*/ 165603 h 496992"/>
                <a:gd name="connsiteX61" fmla="*/ 279770 w 609120"/>
                <a:gd name="connsiteY61" fmla="*/ 215323 h 496992"/>
                <a:gd name="connsiteX62" fmla="*/ 329561 w 609120"/>
                <a:gd name="connsiteY62" fmla="*/ 215323 h 496992"/>
                <a:gd name="connsiteX63" fmla="*/ 329561 w 609120"/>
                <a:gd name="connsiteY63" fmla="*/ 165603 h 496992"/>
                <a:gd name="connsiteX64" fmla="*/ 205085 w 609120"/>
                <a:gd name="connsiteY64" fmla="*/ 165603 h 496992"/>
                <a:gd name="connsiteX65" fmla="*/ 205085 w 609120"/>
                <a:gd name="connsiteY65" fmla="*/ 215323 h 496992"/>
                <a:gd name="connsiteX66" fmla="*/ 254875 w 609120"/>
                <a:gd name="connsiteY66" fmla="*/ 215323 h 496992"/>
                <a:gd name="connsiteX67" fmla="*/ 254875 w 609120"/>
                <a:gd name="connsiteY67" fmla="*/ 165603 h 496992"/>
                <a:gd name="connsiteX68" fmla="*/ 304666 w 609120"/>
                <a:gd name="connsiteY68" fmla="*/ 50313 h 496992"/>
                <a:gd name="connsiteX69" fmla="*/ 446043 w 609120"/>
                <a:gd name="connsiteY69" fmla="*/ 144792 h 496992"/>
                <a:gd name="connsiteX70" fmla="*/ 446043 w 609120"/>
                <a:gd name="connsiteY70" fmla="*/ 496992 h 496992"/>
                <a:gd name="connsiteX71" fmla="*/ 346119 w 609120"/>
                <a:gd name="connsiteY71" fmla="*/ 496992 h 496992"/>
                <a:gd name="connsiteX72" fmla="*/ 346119 w 609120"/>
                <a:gd name="connsiteY72" fmla="*/ 381018 h 496992"/>
                <a:gd name="connsiteX73" fmla="*/ 263154 w 609120"/>
                <a:gd name="connsiteY73" fmla="*/ 381018 h 496992"/>
                <a:gd name="connsiteX74" fmla="*/ 263154 w 609120"/>
                <a:gd name="connsiteY74" fmla="*/ 496992 h 496992"/>
                <a:gd name="connsiteX75" fmla="*/ 163288 w 609120"/>
                <a:gd name="connsiteY75" fmla="*/ 496992 h 496992"/>
                <a:gd name="connsiteX76" fmla="*/ 163288 w 609120"/>
                <a:gd name="connsiteY76" fmla="*/ 144792 h 496992"/>
                <a:gd name="connsiteX77" fmla="*/ 304666 w 609120"/>
                <a:gd name="connsiteY77" fmla="*/ 0 h 496992"/>
                <a:gd name="connsiteX78" fmla="*/ 501719 w 609120"/>
                <a:gd name="connsiteY78" fmla="*/ 131040 h 496992"/>
                <a:gd name="connsiteX79" fmla="*/ 455296 w 609120"/>
                <a:gd name="connsiteY79" fmla="*/ 131040 h 496992"/>
                <a:gd name="connsiteX80" fmla="*/ 309291 w 609120"/>
                <a:gd name="connsiteY80" fmla="*/ 33473 h 496992"/>
                <a:gd name="connsiteX81" fmla="*/ 300040 w 609120"/>
                <a:gd name="connsiteY81" fmla="*/ 33473 h 496992"/>
                <a:gd name="connsiteX82" fmla="*/ 154035 w 609120"/>
                <a:gd name="connsiteY82" fmla="*/ 131040 h 496992"/>
                <a:gd name="connsiteX83" fmla="*/ 107612 w 609120"/>
                <a:gd name="connsiteY83" fmla="*/ 131040 h 496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9120" h="496992">
                  <a:moveTo>
                    <a:pt x="508188" y="388434"/>
                  </a:moveTo>
                  <a:lnTo>
                    <a:pt x="508188" y="438152"/>
                  </a:lnTo>
                  <a:lnTo>
                    <a:pt x="557983" y="438152"/>
                  </a:lnTo>
                  <a:lnTo>
                    <a:pt x="557983" y="388434"/>
                  </a:lnTo>
                  <a:close/>
                  <a:moveTo>
                    <a:pt x="51136" y="388434"/>
                  </a:moveTo>
                  <a:lnTo>
                    <a:pt x="51136" y="438152"/>
                  </a:lnTo>
                  <a:lnTo>
                    <a:pt x="100931" y="438152"/>
                  </a:lnTo>
                  <a:lnTo>
                    <a:pt x="100931" y="388434"/>
                  </a:lnTo>
                  <a:close/>
                  <a:moveTo>
                    <a:pt x="508188" y="314770"/>
                  </a:moveTo>
                  <a:lnTo>
                    <a:pt x="508188" y="364430"/>
                  </a:lnTo>
                  <a:lnTo>
                    <a:pt x="557983" y="364430"/>
                  </a:lnTo>
                  <a:lnTo>
                    <a:pt x="557983" y="314770"/>
                  </a:lnTo>
                  <a:close/>
                  <a:moveTo>
                    <a:pt x="51136" y="314770"/>
                  </a:moveTo>
                  <a:lnTo>
                    <a:pt x="51136" y="364430"/>
                  </a:lnTo>
                  <a:lnTo>
                    <a:pt x="100931" y="364430"/>
                  </a:lnTo>
                  <a:lnTo>
                    <a:pt x="100931" y="314770"/>
                  </a:lnTo>
                  <a:close/>
                  <a:moveTo>
                    <a:pt x="354456" y="314763"/>
                  </a:moveTo>
                  <a:lnTo>
                    <a:pt x="354456" y="364425"/>
                  </a:lnTo>
                  <a:lnTo>
                    <a:pt x="404189" y="364425"/>
                  </a:lnTo>
                  <a:lnTo>
                    <a:pt x="404189" y="314763"/>
                  </a:lnTo>
                  <a:close/>
                  <a:moveTo>
                    <a:pt x="279770" y="314763"/>
                  </a:moveTo>
                  <a:lnTo>
                    <a:pt x="279770" y="364425"/>
                  </a:lnTo>
                  <a:lnTo>
                    <a:pt x="329561" y="364425"/>
                  </a:lnTo>
                  <a:lnTo>
                    <a:pt x="329561" y="314763"/>
                  </a:lnTo>
                  <a:close/>
                  <a:moveTo>
                    <a:pt x="205085" y="314763"/>
                  </a:moveTo>
                  <a:lnTo>
                    <a:pt x="205085" y="364425"/>
                  </a:lnTo>
                  <a:lnTo>
                    <a:pt x="254875" y="364425"/>
                  </a:lnTo>
                  <a:lnTo>
                    <a:pt x="254875" y="314763"/>
                  </a:lnTo>
                  <a:close/>
                  <a:moveTo>
                    <a:pt x="469471" y="288542"/>
                  </a:moveTo>
                  <a:lnTo>
                    <a:pt x="596700" y="288542"/>
                  </a:lnTo>
                  <a:lnTo>
                    <a:pt x="596700" y="496992"/>
                  </a:lnTo>
                  <a:lnTo>
                    <a:pt x="469471" y="496992"/>
                  </a:lnTo>
                  <a:close/>
                  <a:moveTo>
                    <a:pt x="12419" y="288542"/>
                  </a:moveTo>
                  <a:lnTo>
                    <a:pt x="139648" y="288542"/>
                  </a:lnTo>
                  <a:lnTo>
                    <a:pt x="139648" y="496992"/>
                  </a:lnTo>
                  <a:lnTo>
                    <a:pt x="12419" y="496992"/>
                  </a:lnTo>
                  <a:close/>
                  <a:moveTo>
                    <a:pt x="469471" y="257070"/>
                  </a:moveTo>
                  <a:lnTo>
                    <a:pt x="609120" y="257070"/>
                  </a:lnTo>
                  <a:lnTo>
                    <a:pt x="609120" y="271959"/>
                  </a:lnTo>
                  <a:lnTo>
                    <a:pt x="469471" y="271959"/>
                  </a:lnTo>
                  <a:close/>
                  <a:moveTo>
                    <a:pt x="0" y="257070"/>
                  </a:moveTo>
                  <a:lnTo>
                    <a:pt x="139649" y="257070"/>
                  </a:lnTo>
                  <a:lnTo>
                    <a:pt x="139649" y="271959"/>
                  </a:lnTo>
                  <a:lnTo>
                    <a:pt x="0" y="271959"/>
                  </a:lnTo>
                  <a:close/>
                  <a:moveTo>
                    <a:pt x="354456" y="240183"/>
                  </a:moveTo>
                  <a:lnTo>
                    <a:pt x="354456" y="289903"/>
                  </a:lnTo>
                  <a:lnTo>
                    <a:pt x="404189" y="289903"/>
                  </a:lnTo>
                  <a:lnTo>
                    <a:pt x="404189" y="240183"/>
                  </a:lnTo>
                  <a:close/>
                  <a:moveTo>
                    <a:pt x="279770" y="240183"/>
                  </a:moveTo>
                  <a:lnTo>
                    <a:pt x="279770" y="289903"/>
                  </a:lnTo>
                  <a:lnTo>
                    <a:pt x="329561" y="289903"/>
                  </a:lnTo>
                  <a:lnTo>
                    <a:pt x="329561" y="240183"/>
                  </a:lnTo>
                  <a:close/>
                  <a:moveTo>
                    <a:pt x="205085" y="240183"/>
                  </a:moveTo>
                  <a:lnTo>
                    <a:pt x="205085" y="289903"/>
                  </a:lnTo>
                  <a:lnTo>
                    <a:pt x="254875" y="289903"/>
                  </a:lnTo>
                  <a:lnTo>
                    <a:pt x="254875" y="240183"/>
                  </a:lnTo>
                  <a:close/>
                  <a:moveTo>
                    <a:pt x="354456" y="165603"/>
                  </a:moveTo>
                  <a:lnTo>
                    <a:pt x="354456" y="215323"/>
                  </a:lnTo>
                  <a:lnTo>
                    <a:pt x="404189" y="215323"/>
                  </a:lnTo>
                  <a:lnTo>
                    <a:pt x="404189" y="165603"/>
                  </a:lnTo>
                  <a:close/>
                  <a:moveTo>
                    <a:pt x="279770" y="165603"/>
                  </a:moveTo>
                  <a:lnTo>
                    <a:pt x="279770" y="215323"/>
                  </a:lnTo>
                  <a:lnTo>
                    <a:pt x="329561" y="215323"/>
                  </a:lnTo>
                  <a:lnTo>
                    <a:pt x="329561" y="165603"/>
                  </a:lnTo>
                  <a:close/>
                  <a:moveTo>
                    <a:pt x="205085" y="165603"/>
                  </a:moveTo>
                  <a:lnTo>
                    <a:pt x="205085" y="215323"/>
                  </a:lnTo>
                  <a:lnTo>
                    <a:pt x="254875" y="215323"/>
                  </a:lnTo>
                  <a:lnTo>
                    <a:pt x="254875" y="165603"/>
                  </a:lnTo>
                  <a:close/>
                  <a:moveTo>
                    <a:pt x="304666" y="50313"/>
                  </a:moveTo>
                  <a:lnTo>
                    <a:pt x="446043" y="144792"/>
                  </a:lnTo>
                  <a:lnTo>
                    <a:pt x="446043" y="496992"/>
                  </a:lnTo>
                  <a:lnTo>
                    <a:pt x="346119" y="496992"/>
                  </a:lnTo>
                  <a:lnTo>
                    <a:pt x="346119" y="381018"/>
                  </a:lnTo>
                  <a:lnTo>
                    <a:pt x="263154" y="381018"/>
                  </a:lnTo>
                  <a:lnTo>
                    <a:pt x="263154" y="496992"/>
                  </a:lnTo>
                  <a:lnTo>
                    <a:pt x="163288" y="496992"/>
                  </a:lnTo>
                  <a:lnTo>
                    <a:pt x="163288" y="144792"/>
                  </a:lnTo>
                  <a:close/>
                  <a:moveTo>
                    <a:pt x="304666" y="0"/>
                  </a:moveTo>
                  <a:lnTo>
                    <a:pt x="501719" y="131040"/>
                  </a:lnTo>
                  <a:lnTo>
                    <a:pt x="455296" y="131040"/>
                  </a:lnTo>
                  <a:lnTo>
                    <a:pt x="309291" y="33473"/>
                  </a:lnTo>
                  <a:lnTo>
                    <a:pt x="300040" y="33473"/>
                  </a:lnTo>
                  <a:lnTo>
                    <a:pt x="154035" y="131040"/>
                  </a:lnTo>
                  <a:lnTo>
                    <a:pt x="107612" y="1310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47" name="Group 25"/>
          <p:cNvGrpSpPr/>
          <p:nvPr/>
        </p:nvGrpSpPr>
        <p:grpSpPr>
          <a:xfrm>
            <a:off x="3384232" y="3621385"/>
            <a:ext cx="1019688" cy="1020572"/>
            <a:chOff x="3662363" y="1317626"/>
            <a:chExt cx="1824038" cy="1825624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8" name="Freeform 5"/>
            <p:cNvSpPr/>
            <p:nvPr/>
          </p:nvSpPr>
          <p:spPr bwMode="auto">
            <a:xfrm>
              <a:off x="5129213" y="1747838"/>
              <a:ext cx="357188" cy="965200"/>
            </a:xfrm>
            <a:custGeom>
              <a:avLst/>
              <a:gdLst>
                <a:gd name="T0" fmla="*/ 18 w 73"/>
                <a:gd name="T1" fmla="*/ 98 h 197"/>
                <a:gd name="T2" fmla="*/ 0 w 73"/>
                <a:gd name="T3" fmla="*/ 32 h 197"/>
                <a:gd name="T4" fmla="*/ 45 w 73"/>
                <a:gd name="T5" fmla="*/ 0 h 197"/>
                <a:gd name="T6" fmla="*/ 73 w 73"/>
                <a:gd name="T7" fmla="*/ 98 h 197"/>
                <a:gd name="T8" fmla="*/ 45 w 73"/>
                <a:gd name="T9" fmla="*/ 197 h 197"/>
                <a:gd name="T10" fmla="*/ 0 w 73"/>
                <a:gd name="T11" fmla="*/ 164 h 197"/>
                <a:gd name="T12" fmla="*/ 18 w 73"/>
                <a:gd name="T1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97">
                  <a:moveTo>
                    <a:pt x="18" y="98"/>
                  </a:moveTo>
                  <a:cubicBezTo>
                    <a:pt x="18" y="74"/>
                    <a:pt x="12" y="51"/>
                    <a:pt x="0" y="32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28"/>
                    <a:pt x="73" y="62"/>
                    <a:pt x="73" y="98"/>
                  </a:cubicBezTo>
                  <a:cubicBezTo>
                    <a:pt x="73" y="134"/>
                    <a:pt x="62" y="168"/>
                    <a:pt x="45" y="197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2" y="145"/>
                    <a:pt x="18" y="122"/>
                    <a:pt x="18" y="9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6"/>
            <p:cNvSpPr/>
            <p:nvPr/>
          </p:nvSpPr>
          <p:spPr bwMode="auto">
            <a:xfrm>
              <a:off x="4357688" y="2659063"/>
              <a:ext cx="914400" cy="484187"/>
            </a:xfrm>
            <a:custGeom>
              <a:avLst/>
              <a:gdLst>
                <a:gd name="T0" fmla="*/ 44 w 187"/>
                <a:gd name="T1" fmla="*/ 44 h 99"/>
                <a:gd name="T2" fmla="*/ 142 w 187"/>
                <a:gd name="T3" fmla="*/ 0 h 99"/>
                <a:gd name="T4" fmla="*/ 187 w 187"/>
                <a:gd name="T5" fmla="*/ 32 h 99"/>
                <a:gd name="T6" fmla="*/ 44 w 187"/>
                <a:gd name="T7" fmla="*/ 99 h 99"/>
                <a:gd name="T8" fmla="*/ 0 w 187"/>
                <a:gd name="T9" fmla="*/ 93 h 99"/>
                <a:gd name="T10" fmla="*/ 16 w 187"/>
                <a:gd name="T11" fmla="*/ 41 h 99"/>
                <a:gd name="T12" fmla="*/ 44 w 187"/>
                <a:gd name="T13" fmla="*/ 44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9">
                  <a:moveTo>
                    <a:pt x="44" y="44"/>
                  </a:moveTo>
                  <a:cubicBezTo>
                    <a:pt x="83" y="44"/>
                    <a:pt x="118" y="27"/>
                    <a:pt x="142" y="0"/>
                  </a:cubicBezTo>
                  <a:cubicBezTo>
                    <a:pt x="187" y="32"/>
                    <a:pt x="187" y="32"/>
                    <a:pt x="187" y="32"/>
                  </a:cubicBezTo>
                  <a:cubicBezTo>
                    <a:pt x="153" y="73"/>
                    <a:pt x="101" y="99"/>
                    <a:pt x="44" y="99"/>
                  </a:cubicBezTo>
                  <a:cubicBezTo>
                    <a:pt x="29" y="99"/>
                    <a:pt x="14" y="97"/>
                    <a:pt x="0" y="93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5" y="43"/>
                    <a:pt x="35" y="44"/>
                    <a:pt x="44" y="4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7"/>
            <p:cNvSpPr/>
            <p:nvPr/>
          </p:nvSpPr>
          <p:spPr bwMode="auto">
            <a:xfrm>
              <a:off x="3662363" y="2297113"/>
              <a:ext cx="650875" cy="777875"/>
            </a:xfrm>
            <a:custGeom>
              <a:avLst/>
              <a:gdLst>
                <a:gd name="T0" fmla="*/ 133 w 133"/>
                <a:gd name="T1" fmla="*/ 107 h 159"/>
                <a:gd name="T2" fmla="*/ 116 w 133"/>
                <a:gd name="T3" fmla="*/ 159 h 159"/>
                <a:gd name="T4" fmla="*/ 0 w 133"/>
                <a:gd name="T5" fmla="*/ 0 h 159"/>
                <a:gd name="T6" fmla="*/ 55 w 133"/>
                <a:gd name="T7" fmla="*/ 0 h 159"/>
                <a:gd name="T8" fmla="*/ 133 w 133"/>
                <a:gd name="T9" fmla="*/ 10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59">
                  <a:moveTo>
                    <a:pt x="133" y="107"/>
                  </a:moveTo>
                  <a:cubicBezTo>
                    <a:pt x="116" y="159"/>
                    <a:pt x="116" y="159"/>
                    <a:pt x="116" y="159"/>
                  </a:cubicBezTo>
                  <a:cubicBezTo>
                    <a:pt x="52" y="133"/>
                    <a:pt x="5" y="72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0" y="48"/>
                    <a:pt x="91" y="88"/>
                    <a:pt x="133" y="107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8"/>
            <p:cNvSpPr/>
            <p:nvPr/>
          </p:nvSpPr>
          <p:spPr bwMode="auto">
            <a:xfrm>
              <a:off x="4357688" y="1317626"/>
              <a:ext cx="914400" cy="479425"/>
            </a:xfrm>
            <a:custGeom>
              <a:avLst/>
              <a:gdLst>
                <a:gd name="T0" fmla="*/ 44 w 187"/>
                <a:gd name="T1" fmla="*/ 54 h 98"/>
                <a:gd name="T2" fmla="*/ 16 w 187"/>
                <a:gd name="T3" fmla="*/ 57 h 98"/>
                <a:gd name="T4" fmla="*/ 0 w 187"/>
                <a:gd name="T5" fmla="*/ 5 h 98"/>
                <a:gd name="T6" fmla="*/ 44 w 187"/>
                <a:gd name="T7" fmla="*/ 0 h 98"/>
                <a:gd name="T8" fmla="*/ 187 w 187"/>
                <a:gd name="T9" fmla="*/ 66 h 98"/>
                <a:gd name="T10" fmla="*/ 142 w 187"/>
                <a:gd name="T11" fmla="*/ 98 h 98"/>
                <a:gd name="T12" fmla="*/ 44 w 187"/>
                <a:gd name="T13" fmla="*/ 5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98">
                  <a:moveTo>
                    <a:pt x="44" y="54"/>
                  </a:moveTo>
                  <a:cubicBezTo>
                    <a:pt x="35" y="54"/>
                    <a:pt x="25" y="55"/>
                    <a:pt x="16" y="5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2"/>
                    <a:pt x="29" y="0"/>
                    <a:pt x="44" y="0"/>
                  </a:cubicBezTo>
                  <a:cubicBezTo>
                    <a:pt x="101" y="0"/>
                    <a:pt x="153" y="25"/>
                    <a:pt x="187" y="66"/>
                  </a:cubicBezTo>
                  <a:cubicBezTo>
                    <a:pt x="142" y="98"/>
                    <a:pt x="142" y="98"/>
                    <a:pt x="142" y="98"/>
                  </a:cubicBezTo>
                  <a:cubicBezTo>
                    <a:pt x="118" y="71"/>
                    <a:pt x="83" y="54"/>
                    <a:pt x="44" y="54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9"/>
            <p:cNvSpPr/>
            <p:nvPr/>
          </p:nvSpPr>
          <p:spPr bwMode="auto">
            <a:xfrm>
              <a:off x="3662363" y="1381125"/>
              <a:ext cx="650875" cy="782637"/>
            </a:xfrm>
            <a:custGeom>
              <a:avLst/>
              <a:gdLst>
                <a:gd name="T0" fmla="*/ 55 w 133"/>
                <a:gd name="T1" fmla="*/ 160 h 160"/>
                <a:gd name="T2" fmla="*/ 0 w 133"/>
                <a:gd name="T3" fmla="*/ 160 h 160"/>
                <a:gd name="T4" fmla="*/ 116 w 133"/>
                <a:gd name="T5" fmla="*/ 0 h 160"/>
                <a:gd name="T6" fmla="*/ 133 w 133"/>
                <a:gd name="T7" fmla="*/ 53 h 160"/>
                <a:gd name="T8" fmla="*/ 55 w 133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60">
                  <a:moveTo>
                    <a:pt x="55" y="160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5" y="87"/>
                    <a:pt x="52" y="27"/>
                    <a:pt x="116" y="0"/>
                  </a:cubicBezTo>
                  <a:cubicBezTo>
                    <a:pt x="133" y="53"/>
                    <a:pt x="133" y="53"/>
                    <a:pt x="133" y="53"/>
                  </a:cubicBezTo>
                  <a:cubicBezTo>
                    <a:pt x="91" y="71"/>
                    <a:pt x="60" y="112"/>
                    <a:pt x="55" y="16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53" name="Oval 102"/>
          <p:cNvSpPr/>
          <p:nvPr/>
        </p:nvSpPr>
        <p:spPr>
          <a:xfrm>
            <a:off x="3615685" y="3851947"/>
            <a:ext cx="556789" cy="5567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sx="110000" sy="110000" algn="ctr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任意多边形: 形状 53"/>
          <p:cNvSpPr/>
          <p:nvPr/>
        </p:nvSpPr>
        <p:spPr bwMode="auto">
          <a:xfrm>
            <a:off x="3756620" y="4018184"/>
            <a:ext cx="274915" cy="224307"/>
          </a:xfrm>
          <a:custGeom>
            <a:avLst/>
            <a:gdLst>
              <a:gd name="connsiteX0" fmla="*/ 508188 w 609120"/>
              <a:gd name="connsiteY0" fmla="*/ 388434 h 496992"/>
              <a:gd name="connsiteX1" fmla="*/ 508188 w 609120"/>
              <a:gd name="connsiteY1" fmla="*/ 438152 h 496992"/>
              <a:gd name="connsiteX2" fmla="*/ 557983 w 609120"/>
              <a:gd name="connsiteY2" fmla="*/ 438152 h 496992"/>
              <a:gd name="connsiteX3" fmla="*/ 557983 w 609120"/>
              <a:gd name="connsiteY3" fmla="*/ 388434 h 496992"/>
              <a:gd name="connsiteX4" fmla="*/ 51136 w 609120"/>
              <a:gd name="connsiteY4" fmla="*/ 388434 h 496992"/>
              <a:gd name="connsiteX5" fmla="*/ 51136 w 609120"/>
              <a:gd name="connsiteY5" fmla="*/ 438152 h 496992"/>
              <a:gd name="connsiteX6" fmla="*/ 100931 w 609120"/>
              <a:gd name="connsiteY6" fmla="*/ 438152 h 496992"/>
              <a:gd name="connsiteX7" fmla="*/ 100931 w 609120"/>
              <a:gd name="connsiteY7" fmla="*/ 388434 h 496992"/>
              <a:gd name="connsiteX8" fmla="*/ 508188 w 609120"/>
              <a:gd name="connsiteY8" fmla="*/ 314770 h 496992"/>
              <a:gd name="connsiteX9" fmla="*/ 508188 w 609120"/>
              <a:gd name="connsiteY9" fmla="*/ 364430 h 496992"/>
              <a:gd name="connsiteX10" fmla="*/ 557983 w 609120"/>
              <a:gd name="connsiteY10" fmla="*/ 364430 h 496992"/>
              <a:gd name="connsiteX11" fmla="*/ 557983 w 609120"/>
              <a:gd name="connsiteY11" fmla="*/ 314770 h 496992"/>
              <a:gd name="connsiteX12" fmla="*/ 51136 w 609120"/>
              <a:gd name="connsiteY12" fmla="*/ 314770 h 496992"/>
              <a:gd name="connsiteX13" fmla="*/ 51136 w 609120"/>
              <a:gd name="connsiteY13" fmla="*/ 364430 h 496992"/>
              <a:gd name="connsiteX14" fmla="*/ 100931 w 609120"/>
              <a:gd name="connsiteY14" fmla="*/ 364430 h 496992"/>
              <a:gd name="connsiteX15" fmla="*/ 100931 w 609120"/>
              <a:gd name="connsiteY15" fmla="*/ 314770 h 496992"/>
              <a:gd name="connsiteX16" fmla="*/ 354456 w 609120"/>
              <a:gd name="connsiteY16" fmla="*/ 314763 h 496992"/>
              <a:gd name="connsiteX17" fmla="*/ 354456 w 609120"/>
              <a:gd name="connsiteY17" fmla="*/ 364425 h 496992"/>
              <a:gd name="connsiteX18" fmla="*/ 404189 w 609120"/>
              <a:gd name="connsiteY18" fmla="*/ 364425 h 496992"/>
              <a:gd name="connsiteX19" fmla="*/ 404189 w 609120"/>
              <a:gd name="connsiteY19" fmla="*/ 314763 h 496992"/>
              <a:gd name="connsiteX20" fmla="*/ 279770 w 609120"/>
              <a:gd name="connsiteY20" fmla="*/ 314763 h 496992"/>
              <a:gd name="connsiteX21" fmla="*/ 279770 w 609120"/>
              <a:gd name="connsiteY21" fmla="*/ 364425 h 496992"/>
              <a:gd name="connsiteX22" fmla="*/ 329561 w 609120"/>
              <a:gd name="connsiteY22" fmla="*/ 364425 h 496992"/>
              <a:gd name="connsiteX23" fmla="*/ 329561 w 609120"/>
              <a:gd name="connsiteY23" fmla="*/ 314763 h 496992"/>
              <a:gd name="connsiteX24" fmla="*/ 205085 w 609120"/>
              <a:gd name="connsiteY24" fmla="*/ 314763 h 496992"/>
              <a:gd name="connsiteX25" fmla="*/ 205085 w 609120"/>
              <a:gd name="connsiteY25" fmla="*/ 364425 h 496992"/>
              <a:gd name="connsiteX26" fmla="*/ 254875 w 609120"/>
              <a:gd name="connsiteY26" fmla="*/ 364425 h 496992"/>
              <a:gd name="connsiteX27" fmla="*/ 254875 w 609120"/>
              <a:gd name="connsiteY27" fmla="*/ 314763 h 496992"/>
              <a:gd name="connsiteX28" fmla="*/ 469471 w 609120"/>
              <a:gd name="connsiteY28" fmla="*/ 288542 h 496992"/>
              <a:gd name="connsiteX29" fmla="*/ 596700 w 609120"/>
              <a:gd name="connsiteY29" fmla="*/ 288542 h 496992"/>
              <a:gd name="connsiteX30" fmla="*/ 596700 w 609120"/>
              <a:gd name="connsiteY30" fmla="*/ 496992 h 496992"/>
              <a:gd name="connsiteX31" fmla="*/ 469471 w 609120"/>
              <a:gd name="connsiteY31" fmla="*/ 496992 h 496992"/>
              <a:gd name="connsiteX32" fmla="*/ 12419 w 609120"/>
              <a:gd name="connsiteY32" fmla="*/ 288542 h 496992"/>
              <a:gd name="connsiteX33" fmla="*/ 139648 w 609120"/>
              <a:gd name="connsiteY33" fmla="*/ 288542 h 496992"/>
              <a:gd name="connsiteX34" fmla="*/ 139648 w 609120"/>
              <a:gd name="connsiteY34" fmla="*/ 496992 h 496992"/>
              <a:gd name="connsiteX35" fmla="*/ 12419 w 609120"/>
              <a:gd name="connsiteY35" fmla="*/ 496992 h 496992"/>
              <a:gd name="connsiteX36" fmla="*/ 469471 w 609120"/>
              <a:gd name="connsiteY36" fmla="*/ 257070 h 496992"/>
              <a:gd name="connsiteX37" fmla="*/ 609120 w 609120"/>
              <a:gd name="connsiteY37" fmla="*/ 257070 h 496992"/>
              <a:gd name="connsiteX38" fmla="*/ 609120 w 609120"/>
              <a:gd name="connsiteY38" fmla="*/ 271959 h 496992"/>
              <a:gd name="connsiteX39" fmla="*/ 469471 w 609120"/>
              <a:gd name="connsiteY39" fmla="*/ 271959 h 496992"/>
              <a:gd name="connsiteX40" fmla="*/ 0 w 609120"/>
              <a:gd name="connsiteY40" fmla="*/ 257070 h 496992"/>
              <a:gd name="connsiteX41" fmla="*/ 139649 w 609120"/>
              <a:gd name="connsiteY41" fmla="*/ 257070 h 496992"/>
              <a:gd name="connsiteX42" fmla="*/ 139649 w 609120"/>
              <a:gd name="connsiteY42" fmla="*/ 271959 h 496992"/>
              <a:gd name="connsiteX43" fmla="*/ 0 w 609120"/>
              <a:gd name="connsiteY43" fmla="*/ 271959 h 496992"/>
              <a:gd name="connsiteX44" fmla="*/ 354456 w 609120"/>
              <a:gd name="connsiteY44" fmla="*/ 240183 h 496992"/>
              <a:gd name="connsiteX45" fmla="*/ 354456 w 609120"/>
              <a:gd name="connsiteY45" fmla="*/ 289903 h 496992"/>
              <a:gd name="connsiteX46" fmla="*/ 404189 w 609120"/>
              <a:gd name="connsiteY46" fmla="*/ 289903 h 496992"/>
              <a:gd name="connsiteX47" fmla="*/ 404189 w 609120"/>
              <a:gd name="connsiteY47" fmla="*/ 240183 h 496992"/>
              <a:gd name="connsiteX48" fmla="*/ 279770 w 609120"/>
              <a:gd name="connsiteY48" fmla="*/ 240183 h 496992"/>
              <a:gd name="connsiteX49" fmla="*/ 279770 w 609120"/>
              <a:gd name="connsiteY49" fmla="*/ 289903 h 496992"/>
              <a:gd name="connsiteX50" fmla="*/ 329561 w 609120"/>
              <a:gd name="connsiteY50" fmla="*/ 289903 h 496992"/>
              <a:gd name="connsiteX51" fmla="*/ 329561 w 609120"/>
              <a:gd name="connsiteY51" fmla="*/ 240183 h 496992"/>
              <a:gd name="connsiteX52" fmla="*/ 205085 w 609120"/>
              <a:gd name="connsiteY52" fmla="*/ 240183 h 496992"/>
              <a:gd name="connsiteX53" fmla="*/ 205085 w 609120"/>
              <a:gd name="connsiteY53" fmla="*/ 289903 h 496992"/>
              <a:gd name="connsiteX54" fmla="*/ 254875 w 609120"/>
              <a:gd name="connsiteY54" fmla="*/ 289903 h 496992"/>
              <a:gd name="connsiteX55" fmla="*/ 254875 w 609120"/>
              <a:gd name="connsiteY55" fmla="*/ 240183 h 496992"/>
              <a:gd name="connsiteX56" fmla="*/ 354456 w 609120"/>
              <a:gd name="connsiteY56" fmla="*/ 165603 h 496992"/>
              <a:gd name="connsiteX57" fmla="*/ 354456 w 609120"/>
              <a:gd name="connsiteY57" fmla="*/ 215323 h 496992"/>
              <a:gd name="connsiteX58" fmla="*/ 404189 w 609120"/>
              <a:gd name="connsiteY58" fmla="*/ 215323 h 496992"/>
              <a:gd name="connsiteX59" fmla="*/ 404189 w 609120"/>
              <a:gd name="connsiteY59" fmla="*/ 165603 h 496992"/>
              <a:gd name="connsiteX60" fmla="*/ 279770 w 609120"/>
              <a:gd name="connsiteY60" fmla="*/ 165603 h 496992"/>
              <a:gd name="connsiteX61" fmla="*/ 279770 w 609120"/>
              <a:gd name="connsiteY61" fmla="*/ 215323 h 496992"/>
              <a:gd name="connsiteX62" fmla="*/ 329561 w 609120"/>
              <a:gd name="connsiteY62" fmla="*/ 215323 h 496992"/>
              <a:gd name="connsiteX63" fmla="*/ 329561 w 609120"/>
              <a:gd name="connsiteY63" fmla="*/ 165603 h 496992"/>
              <a:gd name="connsiteX64" fmla="*/ 205085 w 609120"/>
              <a:gd name="connsiteY64" fmla="*/ 165603 h 496992"/>
              <a:gd name="connsiteX65" fmla="*/ 205085 w 609120"/>
              <a:gd name="connsiteY65" fmla="*/ 215323 h 496992"/>
              <a:gd name="connsiteX66" fmla="*/ 254875 w 609120"/>
              <a:gd name="connsiteY66" fmla="*/ 215323 h 496992"/>
              <a:gd name="connsiteX67" fmla="*/ 254875 w 609120"/>
              <a:gd name="connsiteY67" fmla="*/ 165603 h 496992"/>
              <a:gd name="connsiteX68" fmla="*/ 304666 w 609120"/>
              <a:gd name="connsiteY68" fmla="*/ 50313 h 496992"/>
              <a:gd name="connsiteX69" fmla="*/ 446043 w 609120"/>
              <a:gd name="connsiteY69" fmla="*/ 144792 h 496992"/>
              <a:gd name="connsiteX70" fmla="*/ 446043 w 609120"/>
              <a:gd name="connsiteY70" fmla="*/ 496992 h 496992"/>
              <a:gd name="connsiteX71" fmla="*/ 346119 w 609120"/>
              <a:gd name="connsiteY71" fmla="*/ 496992 h 496992"/>
              <a:gd name="connsiteX72" fmla="*/ 346119 w 609120"/>
              <a:gd name="connsiteY72" fmla="*/ 381018 h 496992"/>
              <a:gd name="connsiteX73" fmla="*/ 263154 w 609120"/>
              <a:gd name="connsiteY73" fmla="*/ 381018 h 496992"/>
              <a:gd name="connsiteX74" fmla="*/ 263154 w 609120"/>
              <a:gd name="connsiteY74" fmla="*/ 496992 h 496992"/>
              <a:gd name="connsiteX75" fmla="*/ 163288 w 609120"/>
              <a:gd name="connsiteY75" fmla="*/ 496992 h 496992"/>
              <a:gd name="connsiteX76" fmla="*/ 163288 w 609120"/>
              <a:gd name="connsiteY76" fmla="*/ 144792 h 496992"/>
              <a:gd name="connsiteX77" fmla="*/ 304666 w 609120"/>
              <a:gd name="connsiteY77" fmla="*/ 0 h 496992"/>
              <a:gd name="connsiteX78" fmla="*/ 501719 w 609120"/>
              <a:gd name="connsiteY78" fmla="*/ 131040 h 496992"/>
              <a:gd name="connsiteX79" fmla="*/ 455296 w 609120"/>
              <a:gd name="connsiteY79" fmla="*/ 131040 h 496992"/>
              <a:gd name="connsiteX80" fmla="*/ 309291 w 609120"/>
              <a:gd name="connsiteY80" fmla="*/ 33473 h 496992"/>
              <a:gd name="connsiteX81" fmla="*/ 300040 w 609120"/>
              <a:gd name="connsiteY81" fmla="*/ 33473 h 496992"/>
              <a:gd name="connsiteX82" fmla="*/ 154035 w 609120"/>
              <a:gd name="connsiteY82" fmla="*/ 131040 h 496992"/>
              <a:gd name="connsiteX83" fmla="*/ 107612 w 609120"/>
              <a:gd name="connsiteY83" fmla="*/ 131040 h 496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9120" h="496992">
                <a:moveTo>
                  <a:pt x="508188" y="388434"/>
                </a:moveTo>
                <a:lnTo>
                  <a:pt x="508188" y="438152"/>
                </a:lnTo>
                <a:lnTo>
                  <a:pt x="557983" y="438152"/>
                </a:lnTo>
                <a:lnTo>
                  <a:pt x="557983" y="388434"/>
                </a:lnTo>
                <a:close/>
                <a:moveTo>
                  <a:pt x="51136" y="388434"/>
                </a:moveTo>
                <a:lnTo>
                  <a:pt x="51136" y="438152"/>
                </a:lnTo>
                <a:lnTo>
                  <a:pt x="100931" y="438152"/>
                </a:lnTo>
                <a:lnTo>
                  <a:pt x="100931" y="388434"/>
                </a:lnTo>
                <a:close/>
                <a:moveTo>
                  <a:pt x="508188" y="314770"/>
                </a:moveTo>
                <a:lnTo>
                  <a:pt x="508188" y="364430"/>
                </a:lnTo>
                <a:lnTo>
                  <a:pt x="557983" y="364430"/>
                </a:lnTo>
                <a:lnTo>
                  <a:pt x="557983" y="314770"/>
                </a:lnTo>
                <a:close/>
                <a:moveTo>
                  <a:pt x="51136" y="314770"/>
                </a:moveTo>
                <a:lnTo>
                  <a:pt x="51136" y="364430"/>
                </a:lnTo>
                <a:lnTo>
                  <a:pt x="100931" y="364430"/>
                </a:lnTo>
                <a:lnTo>
                  <a:pt x="100931" y="314770"/>
                </a:lnTo>
                <a:close/>
                <a:moveTo>
                  <a:pt x="354456" y="314763"/>
                </a:moveTo>
                <a:lnTo>
                  <a:pt x="354456" y="364425"/>
                </a:lnTo>
                <a:lnTo>
                  <a:pt x="404189" y="364425"/>
                </a:lnTo>
                <a:lnTo>
                  <a:pt x="404189" y="314763"/>
                </a:lnTo>
                <a:close/>
                <a:moveTo>
                  <a:pt x="279770" y="314763"/>
                </a:moveTo>
                <a:lnTo>
                  <a:pt x="279770" y="364425"/>
                </a:lnTo>
                <a:lnTo>
                  <a:pt x="329561" y="364425"/>
                </a:lnTo>
                <a:lnTo>
                  <a:pt x="329561" y="314763"/>
                </a:lnTo>
                <a:close/>
                <a:moveTo>
                  <a:pt x="205085" y="314763"/>
                </a:moveTo>
                <a:lnTo>
                  <a:pt x="205085" y="364425"/>
                </a:lnTo>
                <a:lnTo>
                  <a:pt x="254875" y="364425"/>
                </a:lnTo>
                <a:lnTo>
                  <a:pt x="254875" y="314763"/>
                </a:lnTo>
                <a:close/>
                <a:moveTo>
                  <a:pt x="469471" y="288542"/>
                </a:moveTo>
                <a:lnTo>
                  <a:pt x="596700" y="288542"/>
                </a:lnTo>
                <a:lnTo>
                  <a:pt x="596700" y="496992"/>
                </a:lnTo>
                <a:lnTo>
                  <a:pt x="469471" y="496992"/>
                </a:lnTo>
                <a:close/>
                <a:moveTo>
                  <a:pt x="12419" y="288542"/>
                </a:moveTo>
                <a:lnTo>
                  <a:pt x="139648" y="288542"/>
                </a:lnTo>
                <a:lnTo>
                  <a:pt x="139648" y="496992"/>
                </a:lnTo>
                <a:lnTo>
                  <a:pt x="12419" y="496992"/>
                </a:lnTo>
                <a:close/>
                <a:moveTo>
                  <a:pt x="469471" y="257070"/>
                </a:moveTo>
                <a:lnTo>
                  <a:pt x="609120" y="257070"/>
                </a:lnTo>
                <a:lnTo>
                  <a:pt x="609120" y="271959"/>
                </a:lnTo>
                <a:lnTo>
                  <a:pt x="469471" y="271959"/>
                </a:lnTo>
                <a:close/>
                <a:moveTo>
                  <a:pt x="0" y="257070"/>
                </a:moveTo>
                <a:lnTo>
                  <a:pt x="139649" y="257070"/>
                </a:lnTo>
                <a:lnTo>
                  <a:pt x="139649" y="271959"/>
                </a:lnTo>
                <a:lnTo>
                  <a:pt x="0" y="271959"/>
                </a:lnTo>
                <a:close/>
                <a:moveTo>
                  <a:pt x="354456" y="240183"/>
                </a:moveTo>
                <a:lnTo>
                  <a:pt x="354456" y="289903"/>
                </a:lnTo>
                <a:lnTo>
                  <a:pt x="404189" y="289903"/>
                </a:lnTo>
                <a:lnTo>
                  <a:pt x="404189" y="240183"/>
                </a:lnTo>
                <a:close/>
                <a:moveTo>
                  <a:pt x="279770" y="240183"/>
                </a:moveTo>
                <a:lnTo>
                  <a:pt x="279770" y="289903"/>
                </a:lnTo>
                <a:lnTo>
                  <a:pt x="329561" y="289903"/>
                </a:lnTo>
                <a:lnTo>
                  <a:pt x="329561" y="240183"/>
                </a:lnTo>
                <a:close/>
                <a:moveTo>
                  <a:pt x="205085" y="240183"/>
                </a:moveTo>
                <a:lnTo>
                  <a:pt x="205085" y="289903"/>
                </a:lnTo>
                <a:lnTo>
                  <a:pt x="254875" y="289903"/>
                </a:lnTo>
                <a:lnTo>
                  <a:pt x="254875" y="240183"/>
                </a:lnTo>
                <a:close/>
                <a:moveTo>
                  <a:pt x="354456" y="165603"/>
                </a:moveTo>
                <a:lnTo>
                  <a:pt x="354456" y="215323"/>
                </a:lnTo>
                <a:lnTo>
                  <a:pt x="404189" y="215323"/>
                </a:lnTo>
                <a:lnTo>
                  <a:pt x="404189" y="165603"/>
                </a:lnTo>
                <a:close/>
                <a:moveTo>
                  <a:pt x="279770" y="165603"/>
                </a:moveTo>
                <a:lnTo>
                  <a:pt x="279770" y="215323"/>
                </a:lnTo>
                <a:lnTo>
                  <a:pt x="329561" y="215323"/>
                </a:lnTo>
                <a:lnTo>
                  <a:pt x="329561" y="165603"/>
                </a:lnTo>
                <a:close/>
                <a:moveTo>
                  <a:pt x="205085" y="165603"/>
                </a:moveTo>
                <a:lnTo>
                  <a:pt x="205085" y="215323"/>
                </a:lnTo>
                <a:lnTo>
                  <a:pt x="254875" y="215323"/>
                </a:lnTo>
                <a:lnTo>
                  <a:pt x="254875" y="165603"/>
                </a:lnTo>
                <a:close/>
                <a:moveTo>
                  <a:pt x="304666" y="50313"/>
                </a:moveTo>
                <a:lnTo>
                  <a:pt x="446043" y="144792"/>
                </a:lnTo>
                <a:lnTo>
                  <a:pt x="446043" y="496992"/>
                </a:lnTo>
                <a:lnTo>
                  <a:pt x="346119" y="496992"/>
                </a:lnTo>
                <a:lnTo>
                  <a:pt x="346119" y="381018"/>
                </a:lnTo>
                <a:lnTo>
                  <a:pt x="263154" y="381018"/>
                </a:lnTo>
                <a:lnTo>
                  <a:pt x="263154" y="496992"/>
                </a:lnTo>
                <a:lnTo>
                  <a:pt x="163288" y="496992"/>
                </a:lnTo>
                <a:lnTo>
                  <a:pt x="163288" y="144792"/>
                </a:lnTo>
                <a:close/>
                <a:moveTo>
                  <a:pt x="304666" y="0"/>
                </a:moveTo>
                <a:lnTo>
                  <a:pt x="501719" y="131040"/>
                </a:lnTo>
                <a:lnTo>
                  <a:pt x="455296" y="131040"/>
                </a:lnTo>
                <a:lnTo>
                  <a:pt x="309291" y="33473"/>
                </a:lnTo>
                <a:lnTo>
                  <a:pt x="300040" y="33473"/>
                </a:lnTo>
                <a:lnTo>
                  <a:pt x="154035" y="131040"/>
                </a:lnTo>
                <a:lnTo>
                  <a:pt x="107612" y="1310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658970" y="4960582"/>
            <a:ext cx="2152030" cy="1173518"/>
            <a:chOff x="7856066" y="1130300"/>
            <a:chExt cx="2337736" cy="1173518"/>
          </a:xfrm>
        </p:grpSpPr>
        <p:sp>
          <p:nvSpPr>
            <p:cNvPr id="56" name="íṩḻídè"/>
            <p:cNvSpPr txBox="1"/>
            <p:nvPr/>
          </p:nvSpPr>
          <p:spPr bwMode="auto">
            <a:xfrm>
              <a:off x="7856066" y="1130300"/>
              <a:ext cx="233773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57" name="i$ľîḓê"/>
            <p:cNvSpPr/>
            <p:nvPr/>
          </p:nvSpPr>
          <p:spPr bwMode="auto">
            <a:xfrm>
              <a:off x="7856066" y="1599932"/>
              <a:ext cx="2337736" cy="703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.……</a:t>
              </a:r>
              <a:endParaRPr lang="en-US" altLang="zh-CN" sz="1100" dirty="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835683" y="4960582"/>
            <a:ext cx="2152030" cy="1173518"/>
            <a:chOff x="7856066" y="1130300"/>
            <a:chExt cx="2337736" cy="1173518"/>
          </a:xfrm>
        </p:grpSpPr>
        <p:sp>
          <p:nvSpPr>
            <p:cNvPr id="59" name="íṩḻídè"/>
            <p:cNvSpPr txBox="1"/>
            <p:nvPr/>
          </p:nvSpPr>
          <p:spPr bwMode="auto">
            <a:xfrm>
              <a:off x="7856066" y="1130300"/>
              <a:ext cx="233773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60" name="i$ľîḓê"/>
            <p:cNvSpPr/>
            <p:nvPr/>
          </p:nvSpPr>
          <p:spPr bwMode="auto">
            <a:xfrm>
              <a:off x="7856066" y="1599932"/>
              <a:ext cx="2337736" cy="703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.……</a:t>
              </a:r>
              <a:endParaRPr lang="en-US" altLang="zh-CN" sz="1100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012396" y="4960582"/>
            <a:ext cx="2152030" cy="1173518"/>
            <a:chOff x="7856066" y="1130300"/>
            <a:chExt cx="2337736" cy="1173518"/>
          </a:xfrm>
        </p:grpSpPr>
        <p:sp>
          <p:nvSpPr>
            <p:cNvPr id="62" name="íṩḻídè"/>
            <p:cNvSpPr txBox="1"/>
            <p:nvPr/>
          </p:nvSpPr>
          <p:spPr bwMode="auto">
            <a:xfrm>
              <a:off x="7856066" y="1130300"/>
              <a:ext cx="233773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63" name="i$ľîḓê"/>
            <p:cNvSpPr/>
            <p:nvPr/>
          </p:nvSpPr>
          <p:spPr bwMode="auto">
            <a:xfrm>
              <a:off x="7856066" y="1599932"/>
              <a:ext cx="2337736" cy="703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.……</a:t>
              </a:r>
              <a:endParaRPr lang="en-US" altLang="zh-CN" sz="1100" dirty="0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7189109" y="4960582"/>
            <a:ext cx="2152030" cy="1173518"/>
            <a:chOff x="7856066" y="1130300"/>
            <a:chExt cx="2337736" cy="1173518"/>
          </a:xfrm>
        </p:grpSpPr>
        <p:sp>
          <p:nvSpPr>
            <p:cNvPr id="65" name="íṩḻídè"/>
            <p:cNvSpPr txBox="1"/>
            <p:nvPr/>
          </p:nvSpPr>
          <p:spPr bwMode="auto">
            <a:xfrm>
              <a:off x="7856066" y="1130300"/>
              <a:ext cx="233773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66" name="i$ľîḓê"/>
            <p:cNvSpPr/>
            <p:nvPr/>
          </p:nvSpPr>
          <p:spPr bwMode="auto">
            <a:xfrm>
              <a:off x="7856066" y="1599932"/>
              <a:ext cx="2337736" cy="703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.……</a:t>
              </a:r>
              <a:endParaRPr lang="en-US" altLang="zh-CN" sz="1100" dirty="0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365824" y="4960582"/>
            <a:ext cx="2152030" cy="1173518"/>
            <a:chOff x="7856066" y="1130300"/>
            <a:chExt cx="2337736" cy="1173518"/>
          </a:xfrm>
        </p:grpSpPr>
        <p:sp>
          <p:nvSpPr>
            <p:cNvPr id="68" name="íṩḻídè"/>
            <p:cNvSpPr txBox="1"/>
            <p:nvPr/>
          </p:nvSpPr>
          <p:spPr bwMode="auto">
            <a:xfrm>
              <a:off x="7856066" y="1130300"/>
              <a:ext cx="233773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69" name="i$ľîḓê"/>
            <p:cNvSpPr/>
            <p:nvPr/>
          </p:nvSpPr>
          <p:spPr bwMode="auto">
            <a:xfrm>
              <a:off x="7856066" y="1599932"/>
              <a:ext cx="2337736" cy="703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.……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77" name="956d6f92-007c-4e07-be4a-6d5b24bc535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574313"/>
            <a:ext cx="10845800" cy="4469743"/>
            <a:chOff x="673100" y="1574313"/>
            <a:chExt cx="10845800" cy="4469743"/>
          </a:xfrm>
        </p:grpSpPr>
        <p:sp>
          <p:nvSpPr>
            <p:cNvPr id="78" name="íŝļiḍê"/>
            <p:cNvSpPr/>
            <p:nvPr/>
          </p:nvSpPr>
          <p:spPr bwMode="auto">
            <a:xfrm>
              <a:off x="4463832" y="2419417"/>
              <a:ext cx="3291071" cy="25756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9" name="íSļïḓè"/>
            <p:cNvSpPr/>
            <p:nvPr/>
          </p:nvSpPr>
          <p:spPr bwMode="auto">
            <a:xfrm>
              <a:off x="6114835" y="2419417"/>
              <a:ext cx="1640068" cy="257569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0" name="iṩľïďe"/>
            <p:cNvSpPr/>
            <p:nvPr/>
          </p:nvSpPr>
          <p:spPr bwMode="auto">
            <a:xfrm flipH="1">
              <a:off x="4448525" y="2752312"/>
              <a:ext cx="3321686" cy="2513427"/>
            </a:xfrm>
            <a:custGeom>
              <a:avLst/>
              <a:gdLst>
                <a:gd name="T0" fmla="*/ 0 w 3038"/>
                <a:gd name="T1" fmla="*/ 0 h 2059"/>
                <a:gd name="T2" fmla="*/ 3038 w 3038"/>
                <a:gd name="T3" fmla="*/ 0 h 2059"/>
                <a:gd name="T4" fmla="*/ 1697 w 3038"/>
                <a:gd name="T5" fmla="*/ 2059 h 2059"/>
                <a:gd name="T6" fmla="*/ 1328 w 3038"/>
                <a:gd name="T7" fmla="*/ 2059 h 2059"/>
                <a:gd name="T8" fmla="*/ 0 w 3038"/>
                <a:gd name="T9" fmla="*/ 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8" h="2059">
                  <a:moveTo>
                    <a:pt x="0" y="0"/>
                  </a:moveTo>
                  <a:lnTo>
                    <a:pt x="3038" y="0"/>
                  </a:lnTo>
                  <a:lnTo>
                    <a:pt x="1697" y="2059"/>
                  </a:lnTo>
                  <a:lnTo>
                    <a:pt x="1328" y="2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1" name="îṧliḍé"/>
            <p:cNvSpPr/>
            <p:nvPr/>
          </p:nvSpPr>
          <p:spPr bwMode="auto">
            <a:xfrm flipH="1">
              <a:off x="6103901" y="2752312"/>
              <a:ext cx="1666310" cy="2513427"/>
            </a:xfrm>
            <a:custGeom>
              <a:avLst/>
              <a:gdLst>
                <a:gd name="T0" fmla="*/ 1524 w 1524"/>
                <a:gd name="T1" fmla="*/ 0 h 2059"/>
                <a:gd name="T2" fmla="*/ 0 w 1524"/>
                <a:gd name="T3" fmla="*/ 0 h 2059"/>
                <a:gd name="T4" fmla="*/ 1328 w 1524"/>
                <a:gd name="T5" fmla="*/ 2059 h 2059"/>
                <a:gd name="T6" fmla="*/ 1524 w 1524"/>
                <a:gd name="T7" fmla="*/ 2059 h 2059"/>
                <a:gd name="T8" fmla="*/ 1524 w 1524"/>
                <a:gd name="T9" fmla="*/ 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4" h="2059">
                  <a:moveTo>
                    <a:pt x="1524" y="0"/>
                  </a:moveTo>
                  <a:lnTo>
                    <a:pt x="0" y="0"/>
                  </a:lnTo>
                  <a:lnTo>
                    <a:pt x="1328" y="2059"/>
                  </a:lnTo>
                  <a:lnTo>
                    <a:pt x="1524" y="2059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2" name="ïṩḻîḑe"/>
            <p:cNvSpPr/>
            <p:nvPr/>
          </p:nvSpPr>
          <p:spPr bwMode="auto">
            <a:xfrm>
              <a:off x="5911466" y="5324369"/>
              <a:ext cx="395803" cy="3784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3" name="i$ļiḋe"/>
            <p:cNvSpPr/>
            <p:nvPr/>
          </p:nvSpPr>
          <p:spPr bwMode="auto">
            <a:xfrm>
              <a:off x="6114835" y="5324369"/>
              <a:ext cx="192435" cy="37841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4" name="íṥļîḓe"/>
            <p:cNvSpPr/>
            <p:nvPr/>
          </p:nvSpPr>
          <p:spPr bwMode="auto">
            <a:xfrm flipH="1">
              <a:off x="46624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85" name="íṩľîḑè"/>
            <p:cNvSpPr/>
            <p:nvPr/>
          </p:nvSpPr>
          <p:spPr bwMode="auto">
            <a:xfrm flipH="1">
              <a:off x="45729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86" name="îṥ1ídé"/>
            <p:cNvSpPr/>
            <p:nvPr/>
          </p:nvSpPr>
          <p:spPr bwMode="auto">
            <a:xfrm flipH="1">
              <a:off x="50688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87" name="iSlïḋê"/>
            <p:cNvSpPr/>
            <p:nvPr/>
          </p:nvSpPr>
          <p:spPr bwMode="auto">
            <a:xfrm flipH="1">
              <a:off x="49793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88" name="iŝľíďé"/>
            <p:cNvSpPr/>
            <p:nvPr/>
          </p:nvSpPr>
          <p:spPr bwMode="auto">
            <a:xfrm flipH="1">
              <a:off x="54752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89" name="ïš1iḑè"/>
            <p:cNvSpPr/>
            <p:nvPr/>
          </p:nvSpPr>
          <p:spPr bwMode="auto">
            <a:xfrm flipH="1">
              <a:off x="53857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0" name="îS1iḓê"/>
            <p:cNvSpPr/>
            <p:nvPr/>
          </p:nvSpPr>
          <p:spPr bwMode="auto">
            <a:xfrm flipH="1">
              <a:off x="58816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1" name="í$ḻîde"/>
            <p:cNvSpPr/>
            <p:nvPr/>
          </p:nvSpPr>
          <p:spPr bwMode="auto">
            <a:xfrm flipH="1">
              <a:off x="57921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2" name="iŝlide"/>
            <p:cNvSpPr/>
            <p:nvPr/>
          </p:nvSpPr>
          <p:spPr bwMode="auto">
            <a:xfrm flipH="1">
              <a:off x="62880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3" name="ïṡľîḑê"/>
            <p:cNvSpPr/>
            <p:nvPr/>
          </p:nvSpPr>
          <p:spPr bwMode="auto">
            <a:xfrm flipH="1">
              <a:off x="61985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4" name="îSļïďé"/>
            <p:cNvSpPr/>
            <p:nvPr/>
          </p:nvSpPr>
          <p:spPr bwMode="auto">
            <a:xfrm flipH="1">
              <a:off x="66944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5" name="iṡḻïḓê"/>
            <p:cNvSpPr/>
            <p:nvPr/>
          </p:nvSpPr>
          <p:spPr bwMode="auto">
            <a:xfrm flipH="1">
              <a:off x="66049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6" name="îslíḑê"/>
            <p:cNvSpPr/>
            <p:nvPr/>
          </p:nvSpPr>
          <p:spPr bwMode="auto">
            <a:xfrm flipH="1">
              <a:off x="71008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7" name="ïṩļíḍe"/>
            <p:cNvSpPr/>
            <p:nvPr/>
          </p:nvSpPr>
          <p:spPr bwMode="auto">
            <a:xfrm flipH="1">
              <a:off x="70113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8" name="íŝḷïḋe"/>
            <p:cNvSpPr/>
            <p:nvPr/>
          </p:nvSpPr>
          <p:spPr bwMode="auto">
            <a:xfrm flipH="1">
              <a:off x="75072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99" name="ïşľiḋé"/>
            <p:cNvSpPr/>
            <p:nvPr/>
          </p:nvSpPr>
          <p:spPr bwMode="auto">
            <a:xfrm flipH="1">
              <a:off x="74177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cxnSp>
          <p:nvCxnSpPr>
            <p:cNvPr id="100" name="直接连接符 99"/>
            <p:cNvCxnSpPr/>
            <p:nvPr/>
          </p:nvCxnSpPr>
          <p:spPr>
            <a:xfrm>
              <a:off x="3936001" y="3118645"/>
              <a:ext cx="1900592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3936001" y="4280861"/>
              <a:ext cx="1900592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6355408" y="3684616"/>
              <a:ext cx="192732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6355408" y="4887470"/>
              <a:ext cx="192732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íṥliḍé"/>
            <p:cNvSpPr/>
            <p:nvPr/>
          </p:nvSpPr>
          <p:spPr>
            <a:xfrm>
              <a:off x="5842328" y="2867186"/>
              <a:ext cx="502920" cy="502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01</a:t>
              </a:r>
              <a:endParaRPr lang="en-US" sz="1400" b="1" dirty="0"/>
            </a:p>
          </p:txBody>
        </p:sp>
        <p:sp>
          <p:nvSpPr>
            <p:cNvPr id="105" name="i$ḻiḍê"/>
            <p:cNvSpPr/>
            <p:nvPr/>
          </p:nvSpPr>
          <p:spPr>
            <a:xfrm>
              <a:off x="5842328" y="3433155"/>
              <a:ext cx="502920" cy="5029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02</a:t>
              </a:r>
              <a:endParaRPr lang="en-US" sz="1400" b="1" dirty="0"/>
            </a:p>
          </p:txBody>
        </p:sp>
        <p:sp>
          <p:nvSpPr>
            <p:cNvPr id="106" name="ïṥḷíḓe"/>
            <p:cNvSpPr/>
            <p:nvPr/>
          </p:nvSpPr>
          <p:spPr>
            <a:xfrm>
              <a:off x="5842328" y="4029400"/>
              <a:ext cx="502920" cy="502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03</a:t>
              </a:r>
              <a:endParaRPr lang="en-US" sz="1400" b="1" dirty="0"/>
            </a:p>
          </p:txBody>
        </p:sp>
        <p:sp>
          <p:nvSpPr>
            <p:cNvPr id="107" name="íṡļíḍe"/>
            <p:cNvSpPr/>
            <p:nvPr/>
          </p:nvSpPr>
          <p:spPr>
            <a:xfrm>
              <a:off x="5842328" y="4636011"/>
              <a:ext cx="502920" cy="5029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04</a:t>
              </a:r>
              <a:endParaRPr lang="en-US" sz="1400" b="1" dirty="0"/>
            </a:p>
          </p:txBody>
        </p:sp>
        <p:sp>
          <p:nvSpPr>
            <p:cNvPr id="108" name="ï$1îḓê"/>
            <p:cNvSpPr txBox="1"/>
            <p:nvPr/>
          </p:nvSpPr>
          <p:spPr>
            <a:xfrm>
              <a:off x="5919005" y="2394724"/>
              <a:ext cx="353990" cy="265492"/>
            </a:xfrm>
            <a:prstGeom prst="rect">
              <a:avLst/>
            </a:prstGeom>
            <a:noFill/>
          </p:spPr>
          <p:txBody>
            <a:bodyPr wrap="none" lIns="0" tIns="0" rIns="0" bIns="0">
              <a:prstTxWarp prst="textPlain">
                <a:avLst/>
              </a:prstTxWarp>
              <a:normAutofit lnSpcReduction="10000"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50%</a:t>
              </a:r>
              <a:endParaRPr lang="en-US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09" name="îṡḷîďe"/>
            <p:cNvSpPr txBox="1"/>
            <p:nvPr/>
          </p:nvSpPr>
          <p:spPr bwMode="auto">
            <a:xfrm>
              <a:off x="673100" y="2290876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10" name="îŝ1ïḋe"/>
            <p:cNvSpPr/>
            <p:nvPr/>
          </p:nvSpPr>
          <p:spPr bwMode="auto">
            <a:xfrm>
              <a:off x="673100" y="2732682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11" name="íslïdê"/>
            <p:cNvSpPr txBox="1"/>
            <p:nvPr/>
          </p:nvSpPr>
          <p:spPr bwMode="auto">
            <a:xfrm>
              <a:off x="673100" y="4022124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12" name="íṥlíḓê"/>
            <p:cNvSpPr/>
            <p:nvPr/>
          </p:nvSpPr>
          <p:spPr bwMode="auto">
            <a:xfrm>
              <a:off x="673100" y="4463930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13" name="is1iḋe"/>
            <p:cNvSpPr txBox="1"/>
            <p:nvPr/>
          </p:nvSpPr>
          <p:spPr bwMode="auto">
            <a:xfrm>
              <a:off x="8436001" y="4636011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14" name="îṡľiḓe"/>
            <p:cNvSpPr/>
            <p:nvPr/>
          </p:nvSpPr>
          <p:spPr bwMode="auto">
            <a:xfrm>
              <a:off x="8436001" y="5077817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15" name="iśļïḓê"/>
            <p:cNvSpPr txBox="1"/>
            <p:nvPr/>
          </p:nvSpPr>
          <p:spPr bwMode="auto">
            <a:xfrm>
              <a:off x="8436001" y="2897742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16" name="iṩlíďè"/>
            <p:cNvSpPr/>
            <p:nvPr/>
          </p:nvSpPr>
          <p:spPr bwMode="auto">
            <a:xfrm>
              <a:off x="8436001" y="3339548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2" name="930ce228-8c20-4b72-b864-6c8a8b565a8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23950"/>
            <a:ext cx="12203220" cy="5019675"/>
            <a:chOff x="0" y="1123950"/>
            <a:chExt cx="12203220" cy="5019675"/>
          </a:xfrm>
        </p:grpSpPr>
        <p:sp>
          <p:nvSpPr>
            <p:cNvPr id="33" name="ïs1íḋè"/>
            <p:cNvSpPr/>
            <p:nvPr/>
          </p:nvSpPr>
          <p:spPr>
            <a:xfrm>
              <a:off x="0" y="1123950"/>
              <a:ext cx="12203220" cy="1675050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571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altLang="zh-CN" dirty="0"/>
            </a:p>
          </p:txBody>
        </p:sp>
        <p:sp>
          <p:nvSpPr>
            <p:cNvPr id="34" name="îsļïḑê"/>
            <p:cNvSpPr/>
            <p:nvPr/>
          </p:nvSpPr>
          <p:spPr>
            <a:xfrm>
              <a:off x="669926" y="1123950"/>
              <a:ext cx="10850562" cy="16750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  <p:sp>
          <p:nvSpPr>
            <p:cNvPr id="35" name="ïṥľïḋê"/>
            <p:cNvSpPr/>
            <p:nvPr/>
          </p:nvSpPr>
          <p:spPr bwMode="auto">
            <a:xfrm>
              <a:off x="5995395" y="2304000"/>
              <a:ext cx="201211" cy="177334"/>
            </a:xfrm>
            <a:custGeom>
              <a:avLst/>
              <a:gdLst>
                <a:gd name="connsiteX0" fmla="*/ 387182 w 607899"/>
                <a:gd name="connsiteY0" fmla="*/ 0 h 535760"/>
                <a:gd name="connsiteX1" fmla="*/ 576756 w 607899"/>
                <a:gd name="connsiteY1" fmla="*/ 0 h 535760"/>
                <a:gd name="connsiteX2" fmla="*/ 607899 w 607899"/>
                <a:gd name="connsiteY2" fmla="*/ 31095 h 535760"/>
                <a:gd name="connsiteX3" fmla="*/ 607899 w 607899"/>
                <a:gd name="connsiteY3" fmla="*/ 179895 h 535760"/>
                <a:gd name="connsiteX4" fmla="*/ 588633 w 607899"/>
                <a:gd name="connsiteY4" fmla="*/ 352227 h 535760"/>
                <a:gd name="connsiteX5" fmla="*/ 517368 w 607899"/>
                <a:gd name="connsiteY5" fmla="*/ 465449 h 535760"/>
                <a:gd name="connsiteX6" fmla="*/ 412808 w 607899"/>
                <a:gd name="connsiteY6" fmla="*/ 533196 h 535760"/>
                <a:gd name="connsiteX7" fmla="*/ 372219 w 607899"/>
                <a:gd name="connsiteY7" fmla="*/ 517975 h 535760"/>
                <a:gd name="connsiteX8" fmla="*/ 349773 w 607899"/>
                <a:gd name="connsiteY8" fmla="*/ 470679 h 535760"/>
                <a:gd name="connsiteX9" fmla="*/ 365251 w 607899"/>
                <a:gd name="connsiteY9" fmla="*/ 428891 h 535760"/>
                <a:gd name="connsiteX10" fmla="*/ 443390 w 607899"/>
                <a:gd name="connsiteY10" fmla="*/ 370529 h 535760"/>
                <a:gd name="connsiteX11" fmla="*/ 477901 w 607899"/>
                <a:gd name="connsiteY11" fmla="*/ 251471 h 535760"/>
                <a:gd name="connsiteX12" fmla="*/ 387182 w 607899"/>
                <a:gd name="connsiteY12" fmla="*/ 251471 h 535760"/>
                <a:gd name="connsiteX13" fmla="*/ 356039 w 607899"/>
                <a:gd name="connsiteY13" fmla="*/ 220375 h 535760"/>
                <a:gd name="connsiteX14" fmla="*/ 356039 w 607899"/>
                <a:gd name="connsiteY14" fmla="*/ 31095 h 535760"/>
                <a:gd name="connsiteX15" fmla="*/ 387182 w 607899"/>
                <a:gd name="connsiteY15" fmla="*/ 0 h 535760"/>
                <a:gd name="connsiteX16" fmla="*/ 40424 w 607899"/>
                <a:gd name="connsiteY16" fmla="*/ 0 h 535760"/>
                <a:gd name="connsiteX17" fmla="*/ 229998 w 607899"/>
                <a:gd name="connsiteY17" fmla="*/ 0 h 535760"/>
                <a:gd name="connsiteX18" fmla="*/ 261141 w 607899"/>
                <a:gd name="connsiteY18" fmla="*/ 31094 h 535760"/>
                <a:gd name="connsiteX19" fmla="*/ 261141 w 607899"/>
                <a:gd name="connsiteY19" fmla="*/ 179887 h 535760"/>
                <a:gd name="connsiteX20" fmla="*/ 241875 w 607899"/>
                <a:gd name="connsiteY20" fmla="*/ 352631 h 535760"/>
                <a:gd name="connsiteX21" fmla="*/ 170189 w 607899"/>
                <a:gd name="connsiteY21" fmla="*/ 465428 h 535760"/>
                <a:gd name="connsiteX22" fmla="*/ 66144 w 607899"/>
                <a:gd name="connsiteY22" fmla="*/ 533032 h 535760"/>
                <a:gd name="connsiteX23" fmla="*/ 25414 w 607899"/>
                <a:gd name="connsiteY23" fmla="*/ 517859 h 535760"/>
                <a:gd name="connsiteX24" fmla="*/ 3015 w 607899"/>
                <a:gd name="connsiteY24" fmla="*/ 470657 h 535760"/>
                <a:gd name="connsiteX25" fmla="*/ 18493 w 607899"/>
                <a:gd name="connsiteY25" fmla="*/ 428872 h 535760"/>
                <a:gd name="connsiteX26" fmla="*/ 96632 w 607899"/>
                <a:gd name="connsiteY26" fmla="*/ 370513 h 535760"/>
                <a:gd name="connsiteX27" fmla="*/ 131143 w 607899"/>
                <a:gd name="connsiteY27" fmla="*/ 251459 h 535760"/>
                <a:gd name="connsiteX28" fmla="*/ 40424 w 607899"/>
                <a:gd name="connsiteY28" fmla="*/ 251459 h 535760"/>
                <a:gd name="connsiteX29" fmla="*/ 9281 w 607899"/>
                <a:gd name="connsiteY29" fmla="*/ 220365 h 535760"/>
                <a:gd name="connsiteX30" fmla="*/ 9281 w 607899"/>
                <a:gd name="connsiteY30" fmla="*/ 31094 h 535760"/>
                <a:gd name="connsiteX31" fmla="*/ 40424 w 607899"/>
                <a:gd name="connsiteY31" fmla="*/ 0 h 53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899" h="535760">
                  <a:moveTo>
                    <a:pt x="387182" y="0"/>
                  </a:moveTo>
                  <a:lnTo>
                    <a:pt x="576756" y="0"/>
                  </a:lnTo>
                  <a:cubicBezTo>
                    <a:pt x="593964" y="0"/>
                    <a:pt x="607899" y="13914"/>
                    <a:pt x="607899" y="31095"/>
                  </a:cubicBezTo>
                  <a:lnTo>
                    <a:pt x="607899" y="179895"/>
                  </a:lnTo>
                  <a:cubicBezTo>
                    <a:pt x="607899" y="252731"/>
                    <a:pt x="601493" y="310113"/>
                    <a:pt x="588633" y="352227"/>
                  </a:cubicBezTo>
                  <a:cubicBezTo>
                    <a:pt x="575820" y="394294"/>
                    <a:pt x="552065" y="432020"/>
                    <a:pt x="517368" y="465449"/>
                  </a:cubicBezTo>
                  <a:cubicBezTo>
                    <a:pt x="488937" y="492856"/>
                    <a:pt x="454099" y="515361"/>
                    <a:pt x="412808" y="533196"/>
                  </a:cubicBezTo>
                  <a:cubicBezTo>
                    <a:pt x="397377" y="539826"/>
                    <a:pt x="379467" y="533196"/>
                    <a:pt x="372219" y="517975"/>
                  </a:cubicBezTo>
                  <a:lnTo>
                    <a:pt x="349773" y="470679"/>
                  </a:lnTo>
                  <a:cubicBezTo>
                    <a:pt x="342291" y="454851"/>
                    <a:pt x="349212" y="435941"/>
                    <a:pt x="365251" y="428891"/>
                  </a:cubicBezTo>
                  <a:cubicBezTo>
                    <a:pt x="400089" y="413530"/>
                    <a:pt x="426182" y="394061"/>
                    <a:pt x="443390" y="370529"/>
                  </a:cubicBezTo>
                  <a:cubicBezTo>
                    <a:pt x="465181" y="340695"/>
                    <a:pt x="476732" y="301055"/>
                    <a:pt x="477901" y="251471"/>
                  </a:cubicBezTo>
                  <a:lnTo>
                    <a:pt x="387182" y="251471"/>
                  </a:lnTo>
                  <a:cubicBezTo>
                    <a:pt x="369974" y="251471"/>
                    <a:pt x="356039" y="237557"/>
                    <a:pt x="356039" y="220375"/>
                  </a:cubicBezTo>
                  <a:lnTo>
                    <a:pt x="356039" y="31095"/>
                  </a:lnTo>
                  <a:cubicBezTo>
                    <a:pt x="356039" y="13914"/>
                    <a:pt x="369974" y="0"/>
                    <a:pt x="387182" y="0"/>
                  </a:cubicBezTo>
                  <a:close/>
                  <a:moveTo>
                    <a:pt x="40424" y="0"/>
                  </a:moveTo>
                  <a:lnTo>
                    <a:pt x="229998" y="0"/>
                  </a:lnTo>
                  <a:cubicBezTo>
                    <a:pt x="247206" y="0"/>
                    <a:pt x="261141" y="13913"/>
                    <a:pt x="261141" y="31094"/>
                  </a:cubicBezTo>
                  <a:lnTo>
                    <a:pt x="261141" y="179887"/>
                  </a:lnTo>
                  <a:cubicBezTo>
                    <a:pt x="261141" y="253280"/>
                    <a:pt x="254735" y="310846"/>
                    <a:pt x="241875" y="352631"/>
                  </a:cubicBezTo>
                  <a:cubicBezTo>
                    <a:pt x="229062" y="394417"/>
                    <a:pt x="205167" y="432000"/>
                    <a:pt x="170189" y="465428"/>
                  </a:cubicBezTo>
                  <a:cubicBezTo>
                    <a:pt x="141571" y="492741"/>
                    <a:pt x="106920" y="515291"/>
                    <a:pt x="66144" y="533032"/>
                  </a:cubicBezTo>
                  <a:cubicBezTo>
                    <a:pt x="50665" y="539755"/>
                    <a:pt x="32662" y="533032"/>
                    <a:pt x="25414" y="517859"/>
                  </a:cubicBezTo>
                  <a:lnTo>
                    <a:pt x="3015" y="470657"/>
                  </a:lnTo>
                  <a:cubicBezTo>
                    <a:pt x="-4467" y="454830"/>
                    <a:pt x="2454" y="435922"/>
                    <a:pt x="18493" y="428872"/>
                  </a:cubicBezTo>
                  <a:cubicBezTo>
                    <a:pt x="53331" y="413512"/>
                    <a:pt x="79424" y="394043"/>
                    <a:pt x="96632" y="370513"/>
                  </a:cubicBezTo>
                  <a:cubicBezTo>
                    <a:pt x="118423" y="340679"/>
                    <a:pt x="129974" y="301041"/>
                    <a:pt x="131143" y="251459"/>
                  </a:cubicBezTo>
                  <a:lnTo>
                    <a:pt x="40424" y="251459"/>
                  </a:lnTo>
                  <a:cubicBezTo>
                    <a:pt x="23216" y="251459"/>
                    <a:pt x="9281" y="237546"/>
                    <a:pt x="9281" y="220365"/>
                  </a:cubicBezTo>
                  <a:lnTo>
                    <a:pt x="9281" y="31094"/>
                  </a:lnTo>
                  <a:cubicBezTo>
                    <a:pt x="9281" y="13913"/>
                    <a:pt x="23216" y="0"/>
                    <a:pt x="40424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îsľiḑê"/>
            <p:cNvSpPr/>
            <p:nvPr/>
          </p:nvSpPr>
          <p:spPr bwMode="auto">
            <a:xfrm flipH="1" flipV="1">
              <a:off x="5995395" y="1536641"/>
              <a:ext cx="201211" cy="177334"/>
            </a:xfrm>
            <a:custGeom>
              <a:avLst/>
              <a:gdLst>
                <a:gd name="connsiteX0" fmla="*/ 387182 w 607899"/>
                <a:gd name="connsiteY0" fmla="*/ 0 h 535760"/>
                <a:gd name="connsiteX1" fmla="*/ 576756 w 607899"/>
                <a:gd name="connsiteY1" fmla="*/ 0 h 535760"/>
                <a:gd name="connsiteX2" fmla="*/ 607899 w 607899"/>
                <a:gd name="connsiteY2" fmla="*/ 31095 h 535760"/>
                <a:gd name="connsiteX3" fmla="*/ 607899 w 607899"/>
                <a:gd name="connsiteY3" fmla="*/ 179895 h 535760"/>
                <a:gd name="connsiteX4" fmla="*/ 588633 w 607899"/>
                <a:gd name="connsiteY4" fmla="*/ 352227 h 535760"/>
                <a:gd name="connsiteX5" fmla="*/ 517368 w 607899"/>
                <a:gd name="connsiteY5" fmla="*/ 465449 h 535760"/>
                <a:gd name="connsiteX6" fmla="*/ 412808 w 607899"/>
                <a:gd name="connsiteY6" fmla="*/ 533196 h 535760"/>
                <a:gd name="connsiteX7" fmla="*/ 372219 w 607899"/>
                <a:gd name="connsiteY7" fmla="*/ 517975 h 535760"/>
                <a:gd name="connsiteX8" fmla="*/ 349773 w 607899"/>
                <a:gd name="connsiteY8" fmla="*/ 470679 h 535760"/>
                <a:gd name="connsiteX9" fmla="*/ 365251 w 607899"/>
                <a:gd name="connsiteY9" fmla="*/ 428891 h 535760"/>
                <a:gd name="connsiteX10" fmla="*/ 443390 w 607899"/>
                <a:gd name="connsiteY10" fmla="*/ 370529 h 535760"/>
                <a:gd name="connsiteX11" fmla="*/ 477901 w 607899"/>
                <a:gd name="connsiteY11" fmla="*/ 251471 h 535760"/>
                <a:gd name="connsiteX12" fmla="*/ 387182 w 607899"/>
                <a:gd name="connsiteY12" fmla="*/ 251471 h 535760"/>
                <a:gd name="connsiteX13" fmla="*/ 356039 w 607899"/>
                <a:gd name="connsiteY13" fmla="*/ 220375 h 535760"/>
                <a:gd name="connsiteX14" fmla="*/ 356039 w 607899"/>
                <a:gd name="connsiteY14" fmla="*/ 31095 h 535760"/>
                <a:gd name="connsiteX15" fmla="*/ 387182 w 607899"/>
                <a:gd name="connsiteY15" fmla="*/ 0 h 535760"/>
                <a:gd name="connsiteX16" fmla="*/ 40424 w 607899"/>
                <a:gd name="connsiteY16" fmla="*/ 0 h 535760"/>
                <a:gd name="connsiteX17" fmla="*/ 229998 w 607899"/>
                <a:gd name="connsiteY17" fmla="*/ 0 h 535760"/>
                <a:gd name="connsiteX18" fmla="*/ 261141 w 607899"/>
                <a:gd name="connsiteY18" fmla="*/ 31094 h 535760"/>
                <a:gd name="connsiteX19" fmla="*/ 261141 w 607899"/>
                <a:gd name="connsiteY19" fmla="*/ 179887 h 535760"/>
                <a:gd name="connsiteX20" fmla="*/ 241875 w 607899"/>
                <a:gd name="connsiteY20" fmla="*/ 352631 h 535760"/>
                <a:gd name="connsiteX21" fmla="*/ 170189 w 607899"/>
                <a:gd name="connsiteY21" fmla="*/ 465428 h 535760"/>
                <a:gd name="connsiteX22" fmla="*/ 66144 w 607899"/>
                <a:gd name="connsiteY22" fmla="*/ 533032 h 535760"/>
                <a:gd name="connsiteX23" fmla="*/ 25414 w 607899"/>
                <a:gd name="connsiteY23" fmla="*/ 517859 h 535760"/>
                <a:gd name="connsiteX24" fmla="*/ 3015 w 607899"/>
                <a:gd name="connsiteY24" fmla="*/ 470657 h 535760"/>
                <a:gd name="connsiteX25" fmla="*/ 18493 w 607899"/>
                <a:gd name="connsiteY25" fmla="*/ 428872 h 535760"/>
                <a:gd name="connsiteX26" fmla="*/ 96632 w 607899"/>
                <a:gd name="connsiteY26" fmla="*/ 370513 h 535760"/>
                <a:gd name="connsiteX27" fmla="*/ 131143 w 607899"/>
                <a:gd name="connsiteY27" fmla="*/ 251459 h 535760"/>
                <a:gd name="connsiteX28" fmla="*/ 40424 w 607899"/>
                <a:gd name="connsiteY28" fmla="*/ 251459 h 535760"/>
                <a:gd name="connsiteX29" fmla="*/ 9281 w 607899"/>
                <a:gd name="connsiteY29" fmla="*/ 220365 h 535760"/>
                <a:gd name="connsiteX30" fmla="*/ 9281 w 607899"/>
                <a:gd name="connsiteY30" fmla="*/ 31094 h 535760"/>
                <a:gd name="connsiteX31" fmla="*/ 40424 w 607899"/>
                <a:gd name="connsiteY31" fmla="*/ 0 h 53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899" h="535760">
                  <a:moveTo>
                    <a:pt x="387182" y="0"/>
                  </a:moveTo>
                  <a:lnTo>
                    <a:pt x="576756" y="0"/>
                  </a:lnTo>
                  <a:cubicBezTo>
                    <a:pt x="593964" y="0"/>
                    <a:pt x="607899" y="13914"/>
                    <a:pt x="607899" y="31095"/>
                  </a:cubicBezTo>
                  <a:lnTo>
                    <a:pt x="607899" y="179895"/>
                  </a:lnTo>
                  <a:cubicBezTo>
                    <a:pt x="607899" y="252731"/>
                    <a:pt x="601493" y="310113"/>
                    <a:pt x="588633" y="352227"/>
                  </a:cubicBezTo>
                  <a:cubicBezTo>
                    <a:pt x="575820" y="394294"/>
                    <a:pt x="552065" y="432020"/>
                    <a:pt x="517368" y="465449"/>
                  </a:cubicBezTo>
                  <a:cubicBezTo>
                    <a:pt x="488937" y="492856"/>
                    <a:pt x="454099" y="515361"/>
                    <a:pt x="412808" y="533196"/>
                  </a:cubicBezTo>
                  <a:cubicBezTo>
                    <a:pt x="397377" y="539826"/>
                    <a:pt x="379467" y="533196"/>
                    <a:pt x="372219" y="517975"/>
                  </a:cubicBezTo>
                  <a:lnTo>
                    <a:pt x="349773" y="470679"/>
                  </a:lnTo>
                  <a:cubicBezTo>
                    <a:pt x="342291" y="454851"/>
                    <a:pt x="349212" y="435941"/>
                    <a:pt x="365251" y="428891"/>
                  </a:cubicBezTo>
                  <a:cubicBezTo>
                    <a:pt x="400089" y="413530"/>
                    <a:pt x="426182" y="394061"/>
                    <a:pt x="443390" y="370529"/>
                  </a:cubicBezTo>
                  <a:cubicBezTo>
                    <a:pt x="465181" y="340695"/>
                    <a:pt x="476732" y="301055"/>
                    <a:pt x="477901" y="251471"/>
                  </a:cubicBezTo>
                  <a:lnTo>
                    <a:pt x="387182" y="251471"/>
                  </a:lnTo>
                  <a:cubicBezTo>
                    <a:pt x="369974" y="251471"/>
                    <a:pt x="356039" y="237557"/>
                    <a:pt x="356039" y="220375"/>
                  </a:cubicBezTo>
                  <a:lnTo>
                    <a:pt x="356039" y="31095"/>
                  </a:lnTo>
                  <a:cubicBezTo>
                    <a:pt x="356039" y="13914"/>
                    <a:pt x="369974" y="0"/>
                    <a:pt x="387182" y="0"/>
                  </a:cubicBezTo>
                  <a:close/>
                  <a:moveTo>
                    <a:pt x="40424" y="0"/>
                  </a:moveTo>
                  <a:lnTo>
                    <a:pt x="229998" y="0"/>
                  </a:lnTo>
                  <a:cubicBezTo>
                    <a:pt x="247206" y="0"/>
                    <a:pt x="261141" y="13913"/>
                    <a:pt x="261141" y="31094"/>
                  </a:cubicBezTo>
                  <a:lnTo>
                    <a:pt x="261141" y="179887"/>
                  </a:lnTo>
                  <a:cubicBezTo>
                    <a:pt x="261141" y="253280"/>
                    <a:pt x="254735" y="310846"/>
                    <a:pt x="241875" y="352631"/>
                  </a:cubicBezTo>
                  <a:cubicBezTo>
                    <a:pt x="229062" y="394417"/>
                    <a:pt x="205167" y="432000"/>
                    <a:pt x="170189" y="465428"/>
                  </a:cubicBezTo>
                  <a:cubicBezTo>
                    <a:pt x="141571" y="492741"/>
                    <a:pt x="106920" y="515291"/>
                    <a:pt x="66144" y="533032"/>
                  </a:cubicBezTo>
                  <a:cubicBezTo>
                    <a:pt x="50665" y="539755"/>
                    <a:pt x="32662" y="533032"/>
                    <a:pt x="25414" y="517859"/>
                  </a:cubicBezTo>
                  <a:lnTo>
                    <a:pt x="3015" y="470657"/>
                  </a:lnTo>
                  <a:cubicBezTo>
                    <a:pt x="-4467" y="454830"/>
                    <a:pt x="2454" y="435922"/>
                    <a:pt x="18493" y="428872"/>
                  </a:cubicBezTo>
                  <a:cubicBezTo>
                    <a:pt x="53331" y="413512"/>
                    <a:pt x="79424" y="394043"/>
                    <a:pt x="96632" y="370513"/>
                  </a:cubicBezTo>
                  <a:cubicBezTo>
                    <a:pt x="118423" y="340679"/>
                    <a:pt x="129974" y="301041"/>
                    <a:pt x="131143" y="251459"/>
                  </a:cubicBezTo>
                  <a:lnTo>
                    <a:pt x="40424" y="251459"/>
                  </a:lnTo>
                  <a:cubicBezTo>
                    <a:pt x="23216" y="251459"/>
                    <a:pt x="9281" y="237546"/>
                    <a:pt x="9281" y="220365"/>
                  </a:cubicBezTo>
                  <a:lnTo>
                    <a:pt x="9281" y="31094"/>
                  </a:lnTo>
                  <a:cubicBezTo>
                    <a:pt x="9281" y="13913"/>
                    <a:pt x="23216" y="0"/>
                    <a:pt x="40424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" name="îṡ1ïḋê"/>
            <p:cNvGrpSpPr/>
            <p:nvPr/>
          </p:nvGrpSpPr>
          <p:grpSpPr>
            <a:xfrm>
              <a:off x="666932" y="3317423"/>
              <a:ext cx="3082945" cy="2416627"/>
              <a:chOff x="672541" y="3176134"/>
              <a:chExt cx="3082945" cy="2416627"/>
            </a:xfrm>
          </p:grpSpPr>
          <p:sp>
            <p:nvSpPr>
              <p:cNvPr id="52" name="iṣḷíḋè"/>
              <p:cNvSpPr txBox="1"/>
              <p:nvPr/>
            </p:nvSpPr>
            <p:spPr bwMode="auto">
              <a:xfrm>
                <a:off x="672541" y="4284000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53" name="îṣlïde"/>
              <p:cNvSpPr/>
              <p:nvPr/>
            </p:nvSpPr>
            <p:spPr bwMode="auto">
              <a:xfrm>
                <a:off x="672541" y="4725806"/>
                <a:ext cx="3082945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54" name="ïṡḷíḓè"/>
              <p:cNvGrpSpPr/>
              <p:nvPr/>
            </p:nvGrpSpPr>
            <p:grpSpPr>
              <a:xfrm>
                <a:off x="1764357" y="3176134"/>
                <a:ext cx="899312" cy="900726"/>
                <a:chOff x="5646344" y="3213462"/>
                <a:chExt cx="899312" cy="900726"/>
              </a:xfrm>
            </p:grpSpPr>
            <p:sp>
              <p:nvSpPr>
                <p:cNvPr id="55" name="iś1iḑé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custGeom>
                  <a:avLst/>
                  <a:gdLst>
                    <a:gd name="T0" fmla="*/ 1066 w 1272"/>
                    <a:gd name="T1" fmla="*/ 168 h 1274"/>
                    <a:gd name="T2" fmla="*/ 1132 w 1272"/>
                    <a:gd name="T3" fmla="*/ 238 h 1274"/>
                    <a:gd name="T4" fmla="*/ 1186 w 1272"/>
                    <a:gd name="T5" fmla="*/ 316 h 1274"/>
                    <a:gd name="T6" fmla="*/ 1226 w 1272"/>
                    <a:gd name="T7" fmla="*/ 398 h 1274"/>
                    <a:gd name="T8" fmla="*/ 1254 w 1272"/>
                    <a:gd name="T9" fmla="*/ 486 h 1274"/>
                    <a:gd name="T10" fmla="*/ 1270 w 1272"/>
                    <a:gd name="T11" fmla="*/ 576 h 1274"/>
                    <a:gd name="T12" fmla="*/ 1272 w 1272"/>
                    <a:gd name="T13" fmla="*/ 668 h 1274"/>
                    <a:gd name="T14" fmla="*/ 1260 w 1272"/>
                    <a:gd name="T15" fmla="*/ 760 h 1274"/>
                    <a:gd name="T16" fmla="*/ 1236 w 1272"/>
                    <a:gd name="T17" fmla="*/ 850 h 1274"/>
                    <a:gd name="T18" fmla="*/ 1198 w 1272"/>
                    <a:gd name="T19" fmla="*/ 936 h 1274"/>
                    <a:gd name="T20" fmla="*/ 1146 w 1272"/>
                    <a:gd name="T21" fmla="*/ 1016 h 1274"/>
                    <a:gd name="T22" fmla="*/ 1106 w 1272"/>
                    <a:gd name="T23" fmla="*/ 1068 h 1274"/>
                    <a:gd name="T24" fmla="*/ 1036 w 1272"/>
                    <a:gd name="T25" fmla="*/ 1134 h 1274"/>
                    <a:gd name="T26" fmla="*/ 958 w 1272"/>
                    <a:gd name="T27" fmla="*/ 1186 h 1274"/>
                    <a:gd name="T28" fmla="*/ 874 w 1272"/>
                    <a:gd name="T29" fmla="*/ 1228 h 1274"/>
                    <a:gd name="T30" fmla="*/ 786 w 1272"/>
                    <a:gd name="T31" fmla="*/ 1256 h 1274"/>
                    <a:gd name="T32" fmla="*/ 696 w 1272"/>
                    <a:gd name="T33" fmla="*/ 1272 h 1274"/>
                    <a:gd name="T34" fmla="*/ 604 w 1272"/>
                    <a:gd name="T35" fmla="*/ 1274 h 1274"/>
                    <a:gd name="T36" fmla="*/ 514 w 1272"/>
                    <a:gd name="T37" fmla="*/ 1262 h 1274"/>
                    <a:gd name="T38" fmla="*/ 424 w 1272"/>
                    <a:gd name="T39" fmla="*/ 1238 h 1274"/>
                    <a:gd name="T40" fmla="*/ 338 w 1272"/>
                    <a:gd name="T41" fmla="*/ 1200 h 1274"/>
                    <a:gd name="T42" fmla="*/ 256 w 1272"/>
                    <a:gd name="T43" fmla="*/ 1148 h 1274"/>
                    <a:gd name="T44" fmla="*/ 206 w 1272"/>
                    <a:gd name="T45" fmla="*/ 1106 h 1274"/>
                    <a:gd name="T46" fmla="*/ 140 w 1272"/>
                    <a:gd name="T47" fmla="*/ 1036 h 1274"/>
                    <a:gd name="T48" fmla="*/ 86 w 1272"/>
                    <a:gd name="T49" fmla="*/ 958 h 1274"/>
                    <a:gd name="T50" fmla="*/ 46 w 1272"/>
                    <a:gd name="T51" fmla="*/ 876 h 1274"/>
                    <a:gd name="T52" fmla="*/ 18 w 1272"/>
                    <a:gd name="T53" fmla="*/ 788 h 1274"/>
                    <a:gd name="T54" fmla="*/ 2 w 1272"/>
                    <a:gd name="T55" fmla="*/ 698 h 1274"/>
                    <a:gd name="T56" fmla="*/ 0 w 1272"/>
                    <a:gd name="T57" fmla="*/ 606 h 1274"/>
                    <a:gd name="T58" fmla="*/ 10 w 1272"/>
                    <a:gd name="T59" fmla="*/ 514 h 1274"/>
                    <a:gd name="T60" fmla="*/ 36 w 1272"/>
                    <a:gd name="T61" fmla="*/ 426 h 1274"/>
                    <a:gd name="T62" fmla="*/ 74 w 1272"/>
                    <a:gd name="T63" fmla="*/ 338 h 1274"/>
                    <a:gd name="T64" fmla="*/ 124 w 1272"/>
                    <a:gd name="T65" fmla="*/ 258 h 1274"/>
                    <a:gd name="T66" fmla="*/ 166 w 1272"/>
                    <a:gd name="T67" fmla="*/ 208 h 1274"/>
                    <a:gd name="T68" fmla="*/ 236 w 1272"/>
                    <a:gd name="T69" fmla="*/ 142 h 1274"/>
                    <a:gd name="T70" fmla="*/ 314 w 1272"/>
                    <a:gd name="T71" fmla="*/ 88 h 1274"/>
                    <a:gd name="T72" fmla="*/ 398 w 1272"/>
                    <a:gd name="T73" fmla="*/ 46 h 1274"/>
                    <a:gd name="T74" fmla="*/ 486 w 1272"/>
                    <a:gd name="T75" fmla="*/ 18 h 1274"/>
                    <a:gd name="T76" fmla="*/ 576 w 1272"/>
                    <a:gd name="T77" fmla="*/ 4 h 1274"/>
                    <a:gd name="T78" fmla="*/ 668 w 1272"/>
                    <a:gd name="T79" fmla="*/ 2 h 1274"/>
                    <a:gd name="T80" fmla="*/ 758 w 1272"/>
                    <a:gd name="T81" fmla="*/ 12 h 1274"/>
                    <a:gd name="T82" fmla="*/ 848 w 1272"/>
                    <a:gd name="T83" fmla="*/ 36 h 1274"/>
                    <a:gd name="T84" fmla="*/ 934 w 1272"/>
                    <a:gd name="T85" fmla="*/ 74 h 1274"/>
                    <a:gd name="T86" fmla="*/ 1016 w 1272"/>
                    <a:gd name="T87" fmla="*/ 126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272" h="1274">
                      <a:moveTo>
                        <a:pt x="1042" y="146"/>
                      </a:moveTo>
                      <a:lnTo>
                        <a:pt x="1042" y="146"/>
                      </a:lnTo>
                      <a:lnTo>
                        <a:pt x="1066" y="168"/>
                      </a:lnTo>
                      <a:lnTo>
                        <a:pt x="1090" y="190"/>
                      </a:lnTo>
                      <a:lnTo>
                        <a:pt x="1112" y="214"/>
                      </a:lnTo>
                      <a:lnTo>
                        <a:pt x="1132" y="238"/>
                      </a:lnTo>
                      <a:lnTo>
                        <a:pt x="1152" y="264"/>
                      </a:lnTo>
                      <a:lnTo>
                        <a:pt x="1170" y="290"/>
                      </a:lnTo>
                      <a:lnTo>
                        <a:pt x="1186" y="316"/>
                      </a:lnTo>
                      <a:lnTo>
                        <a:pt x="1200" y="342"/>
                      </a:lnTo>
                      <a:lnTo>
                        <a:pt x="1214" y="370"/>
                      </a:lnTo>
                      <a:lnTo>
                        <a:pt x="1226" y="398"/>
                      </a:lnTo>
                      <a:lnTo>
                        <a:pt x="1238" y="428"/>
                      </a:lnTo>
                      <a:lnTo>
                        <a:pt x="1246" y="456"/>
                      </a:lnTo>
                      <a:lnTo>
                        <a:pt x="1254" y="486"/>
                      </a:lnTo>
                      <a:lnTo>
                        <a:pt x="1260" y="516"/>
                      </a:lnTo>
                      <a:lnTo>
                        <a:pt x="1266" y="546"/>
                      </a:lnTo>
                      <a:lnTo>
                        <a:pt x="1270" y="576"/>
                      </a:lnTo>
                      <a:lnTo>
                        <a:pt x="1272" y="608"/>
                      </a:lnTo>
                      <a:lnTo>
                        <a:pt x="1272" y="638"/>
                      </a:lnTo>
                      <a:lnTo>
                        <a:pt x="1272" y="668"/>
                      </a:lnTo>
                      <a:lnTo>
                        <a:pt x="1270" y="700"/>
                      </a:lnTo>
                      <a:lnTo>
                        <a:pt x="1266" y="730"/>
                      </a:lnTo>
                      <a:lnTo>
                        <a:pt x="1260" y="760"/>
                      </a:lnTo>
                      <a:lnTo>
                        <a:pt x="1254" y="790"/>
                      </a:lnTo>
                      <a:lnTo>
                        <a:pt x="1246" y="820"/>
                      </a:lnTo>
                      <a:lnTo>
                        <a:pt x="1236" y="850"/>
                      </a:lnTo>
                      <a:lnTo>
                        <a:pt x="1226" y="878"/>
                      </a:lnTo>
                      <a:lnTo>
                        <a:pt x="1212" y="908"/>
                      </a:lnTo>
                      <a:lnTo>
                        <a:pt x="1198" y="936"/>
                      </a:lnTo>
                      <a:lnTo>
                        <a:pt x="1182" y="964"/>
                      </a:lnTo>
                      <a:lnTo>
                        <a:pt x="1166" y="990"/>
                      </a:lnTo>
                      <a:lnTo>
                        <a:pt x="1146" y="1016"/>
                      </a:lnTo>
                      <a:lnTo>
                        <a:pt x="1126" y="1042"/>
                      </a:lnTo>
                      <a:lnTo>
                        <a:pt x="1126" y="1042"/>
                      </a:lnTo>
                      <a:lnTo>
                        <a:pt x="1106" y="1068"/>
                      </a:lnTo>
                      <a:lnTo>
                        <a:pt x="1082" y="1090"/>
                      </a:lnTo>
                      <a:lnTo>
                        <a:pt x="1060" y="1112"/>
                      </a:lnTo>
                      <a:lnTo>
                        <a:pt x="1036" y="1134"/>
                      </a:lnTo>
                      <a:lnTo>
                        <a:pt x="1010" y="1152"/>
                      </a:lnTo>
                      <a:lnTo>
                        <a:pt x="984" y="1170"/>
                      </a:lnTo>
                      <a:lnTo>
                        <a:pt x="958" y="1186"/>
                      </a:lnTo>
                      <a:lnTo>
                        <a:pt x="930" y="1202"/>
                      </a:lnTo>
                      <a:lnTo>
                        <a:pt x="902" y="1216"/>
                      </a:lnTo>
                      <a:lnTo>
                        <a:pt x="874" y="1228"/>
                      </a:lnTo>
                      <a:lnTo>
                        <a:pt x="846" y="1238"/>
                      </a:lnTo>
                      <a:lnTo>
                        <a:pt x="816" y="1248"/>
                      </a:lnTo>
                      <a:lnTo>
                        <a:pt x="786" y="1256"/>
                      </a:lnTo>
                      <a:lnTo>
                        <a:pt x="756" y="1262"/>
                      </a:lnTo>
                      <a:lnTo>
                        <a:pt x="726" y="1268"/>
                      </a:lnTo>
                      <a:lnTo>
                        <a:pt x="696" y="1272"/>
                      </a:lnTo>
                      <a:lnTo>
                        <a:pt x="666" y="1274"/>
                      </a:lnTo>
                      <a:lnTo>
                        <a:pt x="636" y="1274"/>
                      </a:lnTo>
                      <a:lnTo>
                        <a:pt x="604" y="1274"/>
                      </a:lnTo>
                      <a:lnTo>
                        <a:pt x="574" y="1270"/>
                      </a:lnTo>
                      <a:lnTo>
                        <a:pt x="544" y="1268"/>
                      </a:lnTo>
                      <a:lnTo>
                        <a:pt x="514" y="1262"/>
                      </a:lnTo>
                      <a:lnTo>
                        <a:pt x="484" y="1256"/>
                      </a:lnTo>
                      <a:lnTo>
                        <a:pt x="454" y="1248"/>
                      </a:lnTo>
                      <a:lnTo>
                        <a:pt x="424" y="1238"/>
                      </a:lnTo>
                      <a:lnTo>
                        <a:pt x="394" y="1226"/>
                      </a:lnTo>
                      <a:lnTo>
                        <a:pt x="366" y="1214"/>
                      </a:lnTo>
                      <a:lnTo>
                        <a:pt x="338" y="1200"/>
                      </a:lnTo>
                      <a:lnTo>
                        <a:pt x="310" y="1184"/>
                      </a:lnTo>
                      <a:lnTo>
                        <a:pt x="282" y="1166"/>
                      </a:lnTo>
                      <a:lnTo>
                        <a:pt x="256" y="1148"/>
                      </a:lnTo>
                      <a:lnTo>
                        <a:pt x="230" y="1128"/>
                      </a:lnTo>
                      <a:lnTo>
                        <a:pt x="230" y="1128"/>
                      </a:lnTo>
                      <a:lnTo>
                        <a:pt x="206" y="1106"/>
                      </a:lnTo>
                      <a:lnTo>
                        <a:pt x="182" y="1084"/>
                      </a:lnTo>
                      <a:lnTo>
                        <a:pt x="160" y="1060"/>
                      </a:lnTo>
                      <a:lnTo>
                        <a:pt x="140" y="1036"/>
                      </a:lnTo>
                      <a:lnTo>
                        <a:pt x="120" y="1012"/>
                      </a:lnTo>
                      <a:lnTo>
                        <a:pt x="102" y="986"/>
                      </a:lnTo>
                      <a:lnTo>
                        <a:pt x="86" y="958"/>
                      </a:lnTo>
                      <a:lnTo>
                        <a:pt x="72" y="932"/>
                      </a:lnTo>
                      <a:lnTo>
                        <a:pt x="58" y="904"/>
                      </a:lnTo>
                      <a:lnTo>
                        <a:pt x="46" y="876"/>
                      </a:lnTo>
                      <a:lnTo>
                        <a:pt x="34" y="846"/>
                      </a:lnTo>
                      <a:lnTo>
                        <a:pt x="26" y="818"/>
                      </a:lnTo>
                      <a:lnTo>
                        <a:pt x="18" y="788"/>
                      </a:lnTo>
                      <a:lnTo>
                        <a:pt x="10" y="758"/>
                      </a:lnTo>
                      <a:lnTo>
                        <a:pt x="6" y="728"/>
                      </a:lnTo>
                      <a:lnTo>
                        <a:pt x="2" y="698"/>
                      </a:lnTo>
                      <a:lnTo>
                        <a:pt x="0" y="668"/>
                      </a:lnTo>
                      <a:lnTo>
                        <a:pt x="0" y="636"/>
                      </a:lnTo>
                      <a:lnTo>
                        <a:pt x="0" y="606"/>
                      </a:lnTo>
                      <a:lnTo>
                        <a:pt x="2" y="576"/>
                      </a:lnTo>
                      <a:lnTo>
                        <a:pt x="6" y="544"/>
                      </a:lnTo>
                      <a:lnTo>
                        <a:pt x="10" y="514"/>
                      </a:lnTo>
                      <a:lnTo>
                        <a:pt x="18" y="484"/>
                      </a:lnTo>
                      <a:lnTo>
                        <a:pt x="26" y="454"/>
                      </a:lnTo>
                      <a:lnTo>
                        <a:pt x="36" y="426"/>
                      </a:lnTo>
                      <a:lnTo>
                        <a:pt x="46" y="396"/>
                      </a:lnTo>
                      <a:lnTo>
                        <a:pt x="60" y="368"/>
                      </a:lnTo>
                      <a:lnTo>
                        <a:pt x="74" y="338"/>
                      </a:lnTo>
                      <a:lnTo>
                        <a:pt x="88" y="312"/>
                      </a:lnTo>
                      <a:lnTo>
                        <a:pt x="106" y="284"/>
                      </a:lnTo>
                      <a:lnTo>
                        <a:pt x="124" y="258"/>
                      </a:lnTo>
                      <a:lnTo>
                        <a:pt x="146" y="232"/>
                      </a:lnTo>
                      <a:lnTo>
                        <a:pt x="146" y="232"/>
                      </a:lnTo>
                      <a:lnTo>
                        <a:pt x="166" y="208"/>
                      </a:lnTo>
                      <a:lnTo>
                        <a:pt x="190" y="184"/>
                      </a:lnTo>
                      <a:lnTo>
                        <a:pt x="212" y="162"/>
                      </a:lnTo>
                      <a:lnTo>
                        <a:pt x="236" y="142"/>
                      </a:lnTo>
                      <a:lnTo>
                        <a:pt x="262" y="122"/>
                      </a:lnTo>
                      <a:lnTo>
                        <a:pt x="288" y="104"/>
                      </a:lnTo>
                      <a:lnTo>
                        <a:pt x="314" y="88"/>
                      </a:lnTo>
                      <a:lnTo>
                        <a:pt x="342" y="72"/>
                      </a:lnTo>
                      <a:lnTo>
                        <a:pt x="370" y="58"/>
                      </a:lnTo>
                      <a:lnTo>
                        <a:pt x="398" y="46"/>
                      </a:lnTo>
                      <a:lnTo>
                        <a:pt x="426" y="36"/>
                      </a:lnTo>
                      <a:lnTo>
                        <a:pt x="456" y="26"/>
                      </a:lnTo>
                      <a:lnTo>
                        <a:pt x="486" y="18"/>
                      </a:lnTo>
                      <a:lnTo>
                        <a:pt x="516" y="12"/>
                      </a:lnTo>
                      <a:lnTo>
                        <a:pt x="546" y="8"/>
                      </a:lnTo>
                      <a:lnTo>
                        <a:pt x="576" y="4"/>
                      </a:lnTo>
                      <a:lnTo>
                        <a:pt x="606" y="2"/>
                      </a:lnTo>
                      <a:lnTo>
                        <a:pt x="636" y="0"/>
                      </a:lnTo>
                      <a:lnTo>
                        <a:pt x="668" y="2"/>
                      </a:lnTo>
                      <a:lnTo>
                        <a:pt x="698" y="4"/>
                      </a:lnTo>
                      <a:lnTo>
                        <a:pt x="728" y="8"/>
                      </a:lnTo>
                      <a:lnTo>
                        <a:pt x="758" y="12"/>
                      </a:lnTo>
                      <a:lnTo>
                        <a:pt x="788" y="18"/>
                      </a:lnTo>
                      <a:lnTo>
                        <a:pt x="818" y="28"/>
                      </a:lnTo>
                      <a:lnTo>
                        <a:pt x="848" y="36"/>
                      </a:lnTo>
                      <a:lnTo>
                        <a:pt x="878" y="48"/>
                      </a:lnTo>
                      <a:lnTo>
                        <a:pt x="906" y="60"/>
                      </a:lnTo>
                      <a:lnTo>
                        <a:pt x="934" y="74"/>
                      </a:lnTo>
                      <a:lnTo>
                        <a:pt x="962" y="90"/>
                      </a:lnTo>
                      <a:lnTo>
                        <a:pt x="990" y="108"/>
                      </a:lnTo>
                      <a:lnTo>
                        <a:pt x="1016" y="126"/>
                      </a:lnTo>
                      <a:lnTo>
                        <a:pt x="1042" y="146"/>
                      </a:lnTo>
                      <a:lnTo>
                        <a:pt x="1042" y="1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56" name="îśḷïďe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38" name="íşliḋê"/>
            <p:cNvGrpSpPr/>
            <p:nvPr/>
          </p:nvGrpSpPr>
          <p:grpSpPr>
            <a:xfrm>
              <a:off x="4554528" y="3317423"/>
              <a:ext cx="3082945" cy="2416627"/>
              <a:chOff x="672541" y="3176134"/>
              <a:chExt cx="3082945" cy="2416627"/>
            </a:xfrm>
          </p:grpSpPr>
          <p:sp>
            <p:nvSpPr>
              <p:cNvPr id="47" name="îṡlíḓê"/>
              <p:cNvSpPr txBox="1"/>
              <p:nvPr/>
            </p:nvSpPr>
            <p:spPr bwMode="auto">
              <a:xfrm>
                <a:off x="672541" y="4284000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48" name="ïṧľídé"/>
              <p:cNvSpPr/>
              <p:nvPr/>
            </p:nvSpPr>
            <p:spPr bwMode="auto">
              <a:xfrm>
                <a:off x="672541" y="4725806"/>
                <a:ext cx="3082945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49" name="ïSļidê"/>
              <p:cNvGrpSpPr/>
              <p:nvPr/>
            </p:nvGrpSpPr>
            <p:grpSpPr>
              <a:xfrm>
                <a:off x="1764357" y="3176134"/>
                <a:ext cx="899312" cy="900726"/>
                <a:chOff x="5646344" y="3213462"/>
                <a:chExt cx="899312" cy="900726"/>
              </a:xfrm>
            </p:grpSpPr>
            <p:sp>
              <p:nvSpPr>
                <p:cNvPr id="50" name="îśḻidê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custGeom>
                  <a:avLst/>
                  <a:gdLst>
                    <a:gd name="T0" fmla="*/ 1066 w 1272"/>
                    <a:gd name="T1" fmla="*/ 168 h 1274"/>
                    <a:gd name="T2" fmla="*/ 1132 w 1272"/>
                    <a:gd name="T3" fmla="*/ 238 h 1274"/>
                    <a:gd name="T4" fmla="*/ 1186 w 1272"/>
                    <a:gd name="T5" fmla="*/ 316 h 1274"/>
                    <a:gd name="T6" fmla="*/ 1226 w 1272"/>
                    <a:gd name="T7" fmla="*/ 398 h 1274"/>
                    <a:gd name="T8" fmla="*/ 1254 w 1272"/>
                    <a:gd name="T9" fmla="*/ 486 h 1274"/>
                    <a:gd name="T10" fmla="*/ 1270 w 1272"/>
                    <a:gd name="T11" fmla="*/ 576 h 1274"/>
                    <a:gd name="T12" fmla="*/ 1272 w 1272"/>
                    <a:gd name="T13" fmla="*/ 668 h 1274"/>
                    <a:gd name="T14" fmla="*/ 1260 w 1272"/>
                    <a:gd name="T15" fmla="*/ 760 h 1274"/>
                    <a:gd name="T16" fmla="*/ 1236 w 1272"/>
                    <a:gd name="T17" fmla="*/ 850 h 1274"/>
                    <a:gd name="T18" fmla="*/ 1198 w 1272"/>
                    <a:gd name="T19" fmla="*/ 936 h 1274"/>
                    <a:gd name="T20" fmla="*/ 1146 w 1272"/>
                    <a:gd name="T21" fmla="*/ 1016 h 1274"/>
                    <a:gd name="T22" fmla="*/ 1106 w 1272"/>
                    <a:gd name="T23" fmla="*/ 1068 h 1274"/>
                    <a:gd name="T24" fmla="*/ 1036 w 1272"/>
                    <a:gd name="T25" fmla="*/ 1134 h 1274"/>
                    <a:gd name="T26" fmla="*/ 958 w 1272"/>
                    <a:gd name="T27" fmla="*/ 1186 h 1274"/>
                    <a:gd name="T28" fmla="*/ 874 w 1272"/>
                    <a:gd name="T29" fmla="*/ 1228 h 1274"/>
                    <a:gd name="T30" fmla="*/ 786 w 1272"/>
                    <a:gd name="T31" fmla="*/ 1256 h 1274"/>
                    <a:gd name="T32" fmla="*/ 696 w 1272"/>
                    <a:gd name="T33" fmla="*/ 1272 h 1274"/>
                    <a:gd name="T34" fmla="*/ 604 w 1272"/>
                    <a:gd name="T35" fmla="*/ 1274 h 1274"/>
                    <a:gd name="T36" fmla="*/ 514 w 1272"/>
                    <a:gd name="T37" fmla="*/ 1262 h 1274"/>
                    <a:gd name="T38" fmla="*/ 424 w 1272"/>
                    <a:gd name="T39" fmla="*/ 1238 h 1274"/>
                    <a:gd name="T40" fmla="*/ 338 w 1272"/>
                    <a:gd name="T41" fmla="*/ 1200 h 1274"/>
                    <a:gd name="T42" fmla="*/ 256 w 1272"/>
                    <a:gd name="T43" fmla="*/ 1148 h 1274"/>
                    <a:gd name="T44" fmla="*/ 206 w 1272"/>
                    <a:gd name="T45" fmla="*/ 1106 h 1274"/>
                    <a:gd name="T46" fmla="*/ 140 w 1272"/>
                    <a:gd name="T47" fmla="*/ 1036 h 1274"/>
                    <a:gd name="T48" fmla="*/ 86 w 1272"/>
                    <a:gd name="T49" fmla="*/ 958 h 1274"/>
                    <a:gd name="T50" fmla="*/ 46 w 1272"/>
                    <a:gd name="T51" fmla="*/ 876 h 1274"/>
                    <a:gd name="T52" fmla="*/ 18 w 1272"/>
                    <a:gd name="T53" fmla="*/ 788 h 1274"/>
                    <a:gd name="T54" fmla="*/ 2 w 1272"/>
                    <a:gd name="T55" fmla="*/ 698 h 1274"/>
                    <a:gd name="T56" fmla="*/ 0 w 1272"/>
                    <a:gd name="T57" fmla="*/ 606 h 1274"/>
                    <a:gd name="T58" fmla="*/ 10 w 1272"/>
                    <a:gd name="T59" fmla="*/ 514 h 1274"/>
                    <a:gd name="T60" fmla="*/ 36 w 1272"/>
                    <a:gd name="T61" fmla="*/ 426 h 1274"/>
                    <a:gd name="T62" fmla="*/ 74 w 1272"/>
                    <a:gd name="T63" fmla="*/ 338 h 1274"/>
                    <a:gd name="T64" fmla="*/ 124 w 1272"/>
                    <a:gd name="T65" fmla="*/ 258 h 1274"/>
                    <a:gd name="T66" fmla="*/ 166 w 1272"/>
                    <a:gd name="T67" fmla="*/ 208 h 1274"/>
                    <a:gd name="T68" fmla="*/ 236 w 1272"/>
                    <a:gd name="T69" fmla="*/ 142 h 1274"/>
                    <a:gd name="T70" fmla="*/ 314 w 1272"/>
                    <a:gd name="T71" fmla="*/ 88 h 1274"/>
                    <a:gd name="T72" fmla="*/ 398 w 1272"/>
                    <a:gd name="T73" fmla="*/ 46 h 1274"/>
                    <a:gd name="T74" fmla="*/ 486 w 1272"/>
                    <a:gd name="T75" fmla="*/ 18 h 1274"/>
                    <a:gd name="T76" fmla="*/ 576 w 1272"/>
                    <a:gd name="T77" fmla="*/ 4 h 1274"/>
                    <a:gd name="T78" fmla="*/ 668 w 1272"/>
                    <a:gd name="T79" fmla="*/ 2 h 1274"/>
                    <a:gd name="T80" fmla="*/ 758 w 1272"/>
                    <a:gd name="T81" fmla="*/ 12 h 1274"/>
                    <a:gd name="T82" fmla="*/ 848 w 1272"/>
                    <a:gd name="T83" fmla="*/ 36 h 1274"/>
                    <a:gd name="T84" fmla="*/ 934 w 1272"/>
                    <a:gd name="T85" fmla="*/ 74 h 1274"/>
                    <a:gd name="T86" fmla="*/ 1016 w 1272"/>
                    <a:gd name="T87" fmla="*/ 126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272" h="1274">
                      <a:moveTo>
                        <a:pt x="1042" y="146"/>
                      </a:moveTo>
                      <a:lnTo>
                        <a:pt x="1042" y="146"/>
                      </a:lnTo>
                      <a:lnTo>
                        <a:pt x="1066" y="168"/>
                      </a:lnTo>
                      <a:lnTo>
                        <a:pt x="1090" y="190"/>
                      </a:lnTo>
                      <a:lnTo>
                        <a:pt x="1112" y="214"/>
                      </a:lnTo>
                      <a:lnTo>
                        <a:pt x="1132" y="238"/>
                      </a:lnTo>
                      <a:lnTo>
                        <a:pt x="1152" y="264"/>
                      </a:lnTo>
                      <a:lnTo>
                        <a:pt x="1170" y="290"/>
                      </a:lnTo>
                      <a:lnTo>
                        <a:pt x="1186" y="316"/>
                      </a:lnTo>
                      <a:lnTo>
                        <a:pt x="1200" y="342"/>
                      </a:lnTo>
                      <a:lnTo>
                        <a:pt x="1214" y="370"/>
                      </a:lnTo>
                      <a:lnTo>
                        <a:pt x="1226" y="398"/>
                      </a:lnTo>
                      <a:lnTo>
                        <a:pt x="1238" y="428"/>
                      </a:lnTo>
                      <a:lnTo>
                        <a:pt x="1246" y="456"/>
                      </a:lnTo>
                      <a:lnTo>
                        <a:pt x="1254" y="486"/>
                      </a:lnTo>
                      <a:lnTo>
                        <a:pt x="1260" y="516"/>
                      </a:lnTo>
                      <a:lnTo>
                        <a:pt x="1266" y="546"/>
                      </a:lnTo>
                      <a:lnTo>
                        <a:pt x="1270" y="576"/>
                      </a:lnTo>
                      <a:lnTo>
                        <a:pt x="1272" y="608"/>
                      </a:lnTo>
                      <a:lnTo>
                        <a:pt x="1272" y="638"/>
                      </a:lnTo>
                      <a:lnTo>
                        <a:pt x="1272" y="668"/>
                      </a:lnTo>
                      <a:lnTo>
                        <a:pt x="1270" y="700"/>
                      </a:lnTo>
                      <a:lnTo>
                        <a:pt x="1266" y="730"/>
                      </a:lnTo>
                      <a:lnTo>
                        <a:pt x="1260" y="760"/>
                      </a:lnTo>
                      <a:lnTo>
                        <a:pt x="1254" y="790"/>
                      </a:lnTo>
                      <a:lnTo>
                        <a:pt x="1246" y="820"/>
                      </a:lnTo>
                      <a:lnTo>
                        <a:pt x="1236" y="850"/>
                      </a:lnTo>
                      <a:lnTo>
                        <a:pt x="1226" y="878"/>
                      </a:lnTo>
                      <a:lnTo>
                        <a:pt x="1212" y="908"/>
                      </a:lnTo>
                      <a:lnTo>
                        <a:pt x="1198" y="936"/>
                      </a:lnTo>
                      <a:lnTo>
                        <a:pt x="1182" y="964"/>
                      </a:lnTo>
                      <a:lnTo>
                        <a:pt x="1166" y="990"/>
                      </a:lnTo>
                      <a:lnTo>
                        <a:pt x="1146" y="1016"/>
                      </a:lnTo>
                      <a:lnTo>
                        <a:pt x="1126" y="1042"/>
                      </a:lnTo>
                      <a:lnTo>
                        <a:pt x="1126" y="1042"/>
                      </a:lnTo>
                      <a:lnTo>
                        <a:pt x="1106" y="1068"/>
                      </a:lnTo>
                      <a:lnTo>
                        <a:pt x="1082" y="1090"/>
                      </a:lnTo>
                      <a:lnTo>
                        <a:pt x="1060" y="1112"/>
                      </a:lnTo>
                      <a:lnTo>
                        <a:pt x="1036" y="1134"/>
                      </a:lnTo>
                      <a:lnTo>
                        <a:pt x="1010" y="1152"/>
                      </a:lnTo>
                      <a:lnTo>
                        <a:pt x="984" y="1170"/>
                      </a:lnTo>
                      <a:lnTo>
                        <a:pt x="958" y="1186"/>
                      </a:lnTo>
                      <a:lnTo>
                        <a:pt x="930" y="1202"/>
                      </a:lnTo>
                      <a:lnTo>
                        <a:pt x="902" y="1216"/>
                      </a:lnTo>
                      <a:lnTo>
                        <a:pt x="874" y="1228"/>
                      </a:lnTo>
                      <a:lnTo>
                        <a:pt x="846" y="1238"/>
                      </a:lnTo>
                      <a:lnTo>
                        <a:pt x="816" y="1248"/>
                      </a:lnTo>
                      <a:lnTo>
                        <a:pt x="786" y="1256"/>
                      </a:lnTo>
                      <a:lnTo>
                        <a:pt x="756" y="1262"/>
                      </a:lnTo>
                      <a:lnTo>
                        <a:pt x="726" y="1268"/>
                      </a:lnTo>
                      <a:lnTo>
                        <a:pt x="696" y="1272"/>
                      </a:lnTo>
                      <a:lnTo>
                        <a:pt x="666" y="1274"/>
                      </a:lnTo>
                      <a:lnTo>
                        <a:pt x="636" y="1274"/>
                      </a:lnTo>
                      <a:lnTo>
                        <a:pt x="604" y="1274"/>
                      </a:lnTo>
                      <a:lnTo>
                        <a:pt x="574" y="1270"/>
                      </a:lnTo>
                      <a:lnTo>
                        <a:pt x="544" y="1268"/>
                      </a:lnTo>
                      <a:lnTo>
                        <a:pt x="514" y="1262"/>
                      </a:lnTo>
                      <a:lnTo>
                        <a:pt x="484" y="1256"/>
                      </a:lnTo>
                      <a:lnTo>
                        <a:pt x="454" y="1248"/>
                      </a:lnTo>
                      <a:lnTo>
                        <a:pt x="424" y="1238"/>
                      </a:lnTo>
                      <a:lnTo>
                        <a:pt x="394" y="1226"/>
                      </a:lnTo>
                      <a:lnTo>
                        <a:pt x="366" y="1214"/>
                      </a:lnTo>
                      <a:lnTo>
                        <a:pt x="338" y="1200"/>
                      </a:lnTo>
                      <a:lnTo>
                        <a:pt x="310" y="1184"/>
                      </a:lnTo>
                      <a:lnTo>
                        <a:pt x="282" y="1166"/>
                      </a:lnTo>
                      <a:lnTo>
                        <a:pt x="256" y="1148"/>
                      </a:lnTo>
                      <a:lnTo>
                        <a:pt x="230" y="1128"/>
                      </a:lnTo>
                      <a:lnTo>
                        <a:pt x="230" y="1128"/>
                      </a:lnTo>
                      <a:lnTo>
                        <a:pt x="206" y="1106"/>
                      </a:lnTo>
                      <a:lnTo>
                        <a:pt x="182" y="1084"/>
                      </a:lnTo>
                      <a:lnTo>
                        <a:pt x="160" y="1060"/>
                      </a:lnTo>
                      <a:lnTo>
                        <a:pt x="140" y="1036"/>
                      </a:lnTo>
                      <a:lnTo>
                        <a:pt x="120" y="1012"/>
                      </a:lnTo>
                      <a:lnTo>
                        <a:pt x="102" y="986"/>
                      </a:lnTo>
                      <a:lnTo>
                        <a:pt x="86" y="958"/>
                      </a:lnTo>
                      <a:lnTo>
                        <a:pt x="72" y="932"/>
                      </a:lnTo>
                      <a:lnTo>
                        <a:pt x="58" y="904"/>
                      </a:lnTo>
                      <a:lnTo>
                        <a:pt x="46" y="876"/>
                      </a:lnTo>
                      <a:lnTo>
                        <a:pt x="34" y="846"/>
                      </a:lnTo>
                      <a:lnTo>
                        <a:pt x="26" y="818"/>
                      </a:lnTo>
                      <a:lnTo>
                        <a:pt x="18" y="788"/>
                      </a:lnTo>
                      <a:lnTo>
                        <a:pt x="10" y="758"/>
                      </a:lnTo>
                      <a:lnTo>
                        <a:pt x="6" y="728"/>
                      </a:lnTo>
                      <a:lnTo>
                        <a:pt x="2" y="698"/>
                      </a:lnTo>
                      <a:lnTo>
                        <a:pt x="0" y="668"/>
                      </a:lnTo>
                      <a:lnTo>
                        <a:pt x="0" y="636"/>
                      </a:lnTo>
                      <a:lnTo>
                        <a:pt x="0" y="606"/>
                      </a:lnTo>
                      <a:lnTo>
                        <a:pt x="2" y="576"/>
                      </a:lnTo>
                      <a:lnTo>
                        <a:pt x="6" y="544"/>
                      </a:lnTo>
                      <a:lnTo>
                        <a:pt x="10" y="514"/>
                      </a:lnTo>
                      <a:lnTo>
                        <a:pt x="18" y="484"/>
                      </a:lnTo>
                      <a:lnTo>
                        <a:pt x="26" y="454"/>
                      </a:lnTo>
                      <a:lnTo>
                        <a:pt x="36" y="426"/>
                      </a:lnTo>
                      <a:lnTo>
                        <a:pt x="46" y="396"/>
                      </a:lnTo>
                      <a:lnTo>
                        <a:pt x="60" y="368"/>
                      </a:lnTo>
                      <a:lnTo>
                        <a:pt x="74" y="338"/>
                      </a:lnTo>
                      <a:lnTo>
                        <a:pt x="88" y="312"/>
                      </a:lnTo>
                      <a:lnTo>
                        <a:pt x="106" y="284"/>
                      </a:lnTo>
                      <a:lnTo>
                        <a:pt x="124" y="258"/>
                      </a:lnTo>
                      <a:lnTo>
                        <a:pt x="146" y="232"/>
                      </a:lnTo>
                      <a:lnTo>
                        <a:pt x="146" y="232"/>
                      </a:lnTo>
                      <a:lnTo>
                        <a:pt x="166" y="208"/>
                      </a:lnTo>
                      <a:lnTo>
                        <a:pt x="190" y="184"/>
                      </a:lnTo>
                      <a:lnTo>
                        <a:pt x="212" y="162"/>
                      </a:lnTo>
                      <a:lnTo>
                        <a:pt x="236" y="142"/>
                      </a:lnTo>
                      <a:lnTo>
                        <a:pt x="262" y="122"/>
                      </a:lnTo>
                      <a:lnTo>
                        <a:pt x="288" y="104"/>
                      </a:lnTo>
                      <a:lnTo>
                        <a:pt x="314" y="88"/>
                      </a:lnTo>
                      <a:lnTo>
                        <a:pt x="342" y="72"/>
                      </a:lnTo>
                      <a:lnTo>
                        <a:pt x="370" y="58"/>
                      </a:lnTo>
                      <a:lnTo>
                        <a:pt x="398" y="46"/>
                      </a:lnTo>
                      <a:lnTo>
                        <a:pt x="426" y="36"/>
                      </a:lnTo>
                      <a:lnTo>
                        <a:pt x="456" y="26"/>
                      </a:lnTo>
                      <a:lnTo>
                        <a:pt x="486" y="18"/>
                      </a:lnTo>
                      <a:lnTo>
                        <a:pt x="516" y="12"/>
                      </a:lnTo>
                      <a:lnTo>
                        <a:pt x="546" y="8"/>
                      </a:lnTo>
                      <a:lnTo>
                        <a:pt x="576" y="4"/>
                      </a:lnTo>
                      <a:lnTo>
                        <a:pt x="606" y="2"/>
                      </a:lnTo>
                      <a:lnTo>
                        <a:pt x="636" y="0"/>
                      </a:lnTo>
                      <a:lnTo>
                        <a:pt x="668" y="2"/>
                      </a:lnTo>
                      <a:lnTo>
                        <a:pt x="698" y="4"/>
                      </a:lnTo>
                      <a:lnTo>
                        <a:pt x="728" y="8"/>
                      </a:lnTo>
                      <a:lnTo>
                        <a:pt x="758" y="12"/>
                      </a:lnTo>
                      <a:lnTo>
                        <a:pt x="788" y="18"/>
                      </a:lnTo>
                      <a:lnTo>
                        <a:pt x="818" y="28"/>
                      </a:lnTo>
                      <a:lnTo>
                        <a:pt x="848" y="36"/>
                      </a:lnTo>
                      <a:lnTo>
                        <a:pt x="878" y="48"/>
                      </a:lnTo>
                      <a:lnTo>
                        <a:pt x="906" y="60"/>
                      </a:lnTo>
                      <a:lnTo>
                        <a:pt x="934" y="74"/>
                      </a:lnTo>
                      <a:lnTo>
                        <a:pt x="962" y="90"/>
                      </a:lnTo>
                      <a:lnTo>
                        <a:pt x="990" y="108"/>
                      </a:lnTo>
                      <a:lnTo>
                        <a:pt x="1016" y="126"/>
                      </a:lnTo>
                      <a:lnTo>
                        <a:pt x="1042" y="146"/>
                      </a:lnTo>
                      <a:lnTo>
                        <a:pt x="1042" y="1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51" name="îsľiḑê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39" name="iśliḍé"/>
            <p:cNvGrpSpPr/>
            <p:nvPr/>
          </p:nvGrpSpPr>
          <p:grpSpPr>
            <a:xfrm>
              <a:off x="8442124" y="3317423"/>
              <a:ext cx="3082945" cy="2416627"/>
              <a:chOff x="672541" y="3176134"/>
              <a:chExt cx="3082945" cy="2416627"/>
            </a:xfrm>
          </p:grpSpPr>
          <p:sp>
            <p:nvSpPr>
              <p:cNvPr id="42" name="îṩļïḑè"/>
              <p:cNvSpPr txBox="1"/>
              <p:nvPr/>
            </p:nvSpPr>
            <p:spPr bwMode="auto">
              <a:xfrm>
                <a:off x="672541" y="4284000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43" name="iṡḷíḓê"/>
              <p:cNvSpPr/>
              <p:nvPr/>
            </p:nvSpPr>
            <p:spPr bwMode="auto">
              <a:xfrm>
                <a:off x="672541" y="4725806"/>
                <a:ext cx="3082945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44" name="ï$ḻíḋè"/>
              <p:cNvGrpSpPr/>
              <p:nvPr/>
            </p:nvGrpSpPr>
            <p:grpSpPr>
              <a:xfrm>
                <a:off x="1764357" y="3176134"/>
                <a:ext cx="899312" cy="900726"/>
                <a:chOff x="5646344" y="3213462"/>
                <a:chExt cx="899312" cy="900726"/>
              </a:xfrm>
            </p:grpSpPr>
            <p:sp>
              <p:nvSpPr>
                <p:cNvPr id="45" name="iśḷíďè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custGeom>
                  <a:avLst/>
                  <a:gdLst>
                    <a:gd name="T0" fmla="*/ 1066 w 1272"/>
                    <a:gd name="T1" fmla="*/ 168 h 1274"/>
                    <a:gd name="T2" fmla="*/ 1132 w 1272"/>
                    <a:gd name="T3" fmla="*/ 238 h 1274"/>
                    <a:gd name="T4" fmla="*/ 1186 w 1272"/>
                    <a:gd name="T5" fmla="*/ 316 h 1274"/>
                    <a:gd name="T6" fmla="*/ 1226 w 1272"/>
                    <a:gd name="T7" fmla="*/ 398 h 1274"/>
                    <a:gd name="T8" fmla="*/ 1254 w 1272"/>
                    <a:gd name="T9" fmla="*/ 486 h 1274"/>
                    <a:gd name="T10" fmla="*/ 1270 w 1272"/>
                    <a:gd name="T11" fmla="*/ 576 h 1274"/>
                    <a:gd name="T12" fmla="*/ 1272 w 1272"/>
                    <a:gd name="T13" fmla="*/ 668 h 1274"/>
                    <a:gd name="T14" fmla="*/ 1260 w 1272"/>
                    <a:gd name="T15" fmla="*/ 760 h 1274"/>
                    <a:gd name="T16" fmla="*/ 1236 w 1272"/>
                    <a:gd name="T17" fmla="*/ 850 h 1274"/>
                    <a:gd name="T18" fmla="*/ 1198 w 1272"/>
                    <a:gd name="T19" fmla="*/ 936 h 1274"/>
                    <a:gd name="T20" fmla="*/ 1146 w 1272"/>
                    <a:gd name="T21" fmla="*/ 1016 h 1274"/>
                    <a:gd name="T22" fmla="*/ 1106 w 1272"/>
                    <a:gd name="T23" fmla="*/ 1068 h 1274"/>
                    <a:gd name="T24" fmla="*/ 1036 w 1272"/>
                    <a:gd name="T25" fmla="*/ 1134 h 1274"/>
                    <a:gd name="T26" fmla="*/ 958 w 1272"/>
                    <a:gd name="T27" fmla="*/ 1186 h 1274"/>
                    <a:gd name="T28" fmla="*/ 874 w 1272"/>
                    <a:gd name="T29" fmla="*/ 1228 h 1274"/>
                    <a:gd name="T30" fmla="*/ 786 w 1272"/>
                    <a:gd name="T31" fmla="*/ 1256 h 1274"/>
                    <a:gd name="T32" fmla="*/ 696 w 1272"/>
                    <a:gd name="T33" fmla="*/ 1272 h 1274"/>
                    <a:gd name="T34" fmla="*/ 604 w 1272"/>
                    <a:gd name="T35" fmla="*/ 1274 h 1274"/>
                    <a:gd name="T36" fmla="*/ 514 w 1272"/>
                    <a:gd name="T37" fmla="*/ 1262 h 1274"/>
                    <a:gd name="T38" fmla="*/ 424 w 1272"/>
                    <a:gd name="T39" fmla="*/ 1238 h 1274"/>
                    <a:gd name="T40" fmla="*/ 338 w 1272"/>
                    <a:gd name="T41" fmla="*/ 1200 h 1274"/>
                    <a:gd name="T42" fmla="*/ 256 w 1272"/>
                    <a:gd name="T43" fmla="*/ 1148 h 1274"/>
                    <a:gd name="T44" fmla="*/ 206 w 1272"/>
                    <a:gd name="T45" fmla="*/ 1106 h 1274"/>
                    <a:gd name="T46" fmla="*/ 140 w 1272"/>
                    <a:gd name="T47" fmla="*/ 1036 h 1274"/>
                    <a:gd name="T48" fmla="*/ 86 w 1272"/>
                    <a:gd name="T49" fmla="*/ 958 h 1274"/>
                    <a:gd name="T50" fmla="*/ 46 w 1272"/>
                    <a:gd name="T51" fmla="*/ 876 h 1274"/>
                    <a:gd name="T52" fmla="*/ 18 w 1272"/>
                    <a:gd name="T53" fmla="*/ 788 h 1274"/>
                    <a:gd name="T54" fmla="*/ 2 w 1272"/>
                    <a:gd name="T55" fmla="*/ 698 h 1274"/>
                    <a:gd name="T56" fmla="*/ 0 w 1272"/>
                    <a:gd name="T57" fmla="*/ 606 h 1274"/>
                    <a:gd name="T58" fmla="*/ 10 w 1272"/>
                    <a:gd name="T59" fmla="*/ 514 h 1274"/>
                    <a:gd name="T60" fmla="*/ 36 w 1272"/>
                    <a:gd name="T61" fmla="*/ 426 h 1274"/>
                    <a:gd name="T62" fmla="*/ 74 w 1272"/>
                    <a:gd name="T63" fmla="*/ 338 h 1274"/>
                    <a:gd name="T64" fmla="*/ 124 w 1272"/>
                    <a:gd name="T65" fmla="*/ 258 h 1274"/>
                    <a:gd name="T66" fmla="*/ 166 w 1272"/>
                    <a:gd name="T67" fmla="*/ 208 h 1274"/>
                    <a:gd name="T68" fmla="*/ 236 w 1272"/>
                    <a:gd name="T69" fmla="*/ 142 h 1274"/>
                    <a:gd name="T70" fmla="*/ 314 w 1272"/>
                    <a:gd name="T71" fmla="*/ 88 h 1274"/>
                    <a:gd name="T72" fmla="*/ 398 w 1272"/>
                    <a:gd name="T73" fmla="*/ 46 h 1274"/>
                    <a:gd name="T74" fmla="*/ 486 w 1272"/>
                    <a:gd name="T75" fmla="*/ 18 h 1274"/>
                    <a:gd name="T76" fmla="*/ 576 w 1272"/>
                    <a:gd name="T77" fmla="*/ 4 h 1274"/>
                    <a:gd name="T78" fmla="*/ 668 w 1272"/>
                    <a:gd name="T79" fmla="*/ 2 h 1274"/>
                    <a:gd name="T80" fmla="*/ 758 w 1272"/>
                    <a:gd name="T81" fmla="*/ 12 h 1274"/>
                    <a:gd name="T82" fmla="*/ 848 w 1272"/>
                    <a:gd name="T83" fmla="*/ 36 h 1274"/>
                    <a:gd name="T84" fmla="*/ 934 w 1272"/>
                    <a:gd name="T85" fmla="*/ 74 h 1274"/>
                    <a:gd name="T86" fmla="*/ 1016 w 1272"/>
                    <a:gd name="T87" fmla="*/ 126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272" h="1274">
                      <a:moveTo>
                        <a:pt x="1042" y="146"/>
                      </a:moveTo>
                      <a:lnTo>
                        <a:pt x="1042" y="146"/>
                      </a:lnTo>
                      <a:lnTo>
                        <a:pt x="1066" y="168"/>
                      </a:lnTo>
                      <a:lnTo>
                        <a:pt x="1090" y="190"/>
                      </a:lnTo>
                      <a:lnTo>
                        <a:pt x="1112" y="214"/>
                      </a:lnTo>
                      <a:lnTo>
                        <a:pt x="1132" y="238"/>
                      </a:lnTo>
                      <a:lnTo>
                        <a:pt x="1152" y="264"/>
                      </a:lnTo>
                      <a:lnTo>
                        <a:pt x="1170" y="290"/>
                      </a:lnTo>
                      <a:lnTo>
                        <a:pt x="1186" y="316"/>
                      </a:lnTo>
                      <a:lnTo>
                        <a:pt x="1200" y="342"/>
                      </a:lnTo>
                      <a:lnTo>
                        <a:pt x="1214" y="370"/>
                      </a:lnTo>
                      <a:lnTo>
                        <a:pt x="1226" y="398"/>
                      </a:lnTo>
                      <a:lnTo>
                        <a:pt x="1238" y="428"/>
                      </a:lnTo>
                      <a:lnTo>
                        <a:pt x="1246" y="456"/>
                      </a:lnTo>
                      <a:lnTo>
                        <a:pt x="1254" y="486"/>
                      </a:lnTo>
                      <a:lnTo>
                        <a:pt x="1260" y="516"/>
                      </a:lnTo>
                      <a:lnTo>
                        <a:pt x="1266" y="546"/>
                      </a:lnTo>
                      <a:lnTo>
                        <a:pt x="1270" y="576"/>
                      </a:lnTo>
                      <a:lnTo>
                        <a:pt x="1272" y="608"/>
                      </a:lnTo>
                      <a:lnTo>
                        <a:pt x="1272" y="638"/>
                      </a:lnTo>
                      <a:lnTo>
                        <a:pt x="1272" y="668"/>
                      </a:lnTo>
                      <a:lnTo>
                        <a:pt x="1270" y="700"/>
                      </a:lnTo>
                      <a:lnTo>
                        <a:pt x="1266" y="730"/>
                      </a:lnTo>
                      <a:lnTo>
                        <a:pt x="1260" y="760"/>
                      </a:lnTo>
                      <a:lnTo>
                        <a:pt x="1254" y="790"/>
                      </a:lnTo>
                      <a:lnTo>
                        <a:pt x="1246" y="820"/>
                      </a:lnTo>
                      <a:lnTo>
                        <a:pt x="1236" y="850"/>
                      </a:lnTo>
                      <a:lnTo>
                        <a:pt x="1226" y="878"/>
                      </a:lnTo>
                      <a:lnTo>
                        <a:pt x="1212" y="908"/>
                      </a:lnTo>
                      <a:lnTo>
                        <a:pt x="1198" y="936"/>
                      </a:lnTo>
                      <a:lnTo>
                        <a:pt x="1182" y="964"/>
                      </a:lnTo>
                      <a:lnTo>
                        <a:pt x="1166" y="990"/>
                      </a:lnTo>
                      <a:lnTo>
                        <a:pt x="1146" y="1016"/>
                      </a:lnTo>
                      <a:lnTo>
                        <a:pt x="1126" y="1042"/>
                      </a:lnTo>
                      <a:lnTo>
                        <a:pt x="1126" y="1042"/>
                      </a:lnTo>
                      <a:lnTo>
                        <a:pt x="1106" y="1068"/>
                      </a:lnTo>
                      <a:lnTo>
                        <a:pt x="1082" y="1090"/>
                      </a:lnTo>
                      <a:lnTo>
                        <a:pt x="1060" y="1112"/>
                      </a:lnTo>
                      <a:lnTo>
                        <a:pt x="1036" y="1134"/>
                      </a:lnTo>
                      <a:lnTo>
                        <a:pt x="1010" y="1152"/>
                      </a:lnTo>
                      <a:lnTo>
                        <a:pt x="984" y="1170"/>
                      </a:lnTo>
                      <a:lnTo>
                        <a:pt x="958" y="1186"/>
                      </a:lnTo>
                      <a:lnTo>
                        <a:pt x="930" y="1202"/>
                      </a:lnTo>
                      <a:lnTo>
                        <a:pt x="902" y="1216"/>
                      </a:lnTo>
                      <a:lnTo>
                        <a:pt x="874" y="1228"/>
                      </a:lnTo>
                      <a:lnTo>
                        <a:pt x="846" y="1238"/>
                      </a:lnTo>
                      <a:lnTo>
                        <a:pt x="816" y="1248"/>
                      </a:lnTo>
                      <a:lnTo>
                        <a:pt x="786" y="1256"/>
                      </a:lnTo>
                      <a:lnTo>
                        <a:pt x="756" y="1262"/>
                      </a:lnTo>
                      <a:lnTo>
                        <a:pt x="726" y="1268"/>
                      </a:lnTo>
                      <a:lnTo>
                        <a:pt x="696" y="1272"/>
                      </a:lnTo>
                      <a:lnTo>
                        <a:pt x="666" y="1274"/>
                      </a:lnTo>
                      <a:lnTo>
                        <a:pt x="636" y="1274"/>
                      </a:lnTo>
                      <a:lnTo>
                        <a:pt x="604" y="1274"/>
                      </a:lnTo>
                      <a:lnTo>
                        <a:pt x="574" y="1270"/>
                      </a:lnTo>
                      <a:lnTo>
                        <a:pt x="544" y="1268"/>
                      </a:lnTo>
                      <a:lnTo>
                        <a:pt x="514" y="1262"/>
                      </a:lnTo>
                      <a:lnTo>
                        <a:pt x="484" y="1256"/>
                      </a:lnTo>
                      <a:lnTo>
                        <a:pt x="454" y="1248"/>
                      </a:lnTo>
                      <a:lnTo>
                        <a:pt x="424" y="1238"/>
                      </a:lnTo>
                      <a:lnTo>
                        <a:pt x="394" y="1226"/>
                      </a:lnTo>
                      <a:lnTo>
                        <a:pt x="366" y="1214"/>
                      </a:lnTo>
                      <a:lnTo>
                        <a:pt x="338" y="1200"/>
                      </a:lnTo>
                      <a:lnTo>
                        <a:pt x="310" y="1184"/>
                      </a:lnTo>
                      <a:lnTo>
                        <a:pt x="282" y="1166"/>
                      </a:lnTo>
                      <a:lnTo>
                        <a:pt x="256" y="1148"/>
                      </a:lnTo>
                      <a:lnTo>
                        <a:pt x="230" y="1128"/>
                      </a:lnTo>
                      <a:lnTo>
                        <a:pt x="230" y="1128"/>
                      </a:lnTo>
                      <a:lnTo>
                        <a:pt x="206" y="1106"/>
                      </a:lnTo>
                      <a:lnTo>
                        <a:pt x="182" y="1084"/>
                      </a:lnTo>
                      <a:lnTo>
                        <a:pt x="160" y="1060"/>
                      </a:lnTo>
                      <a:lnTo>
                        <a:pt x="140" y="1036"/>
                      </a:lnTo>
                      <a:lnTo>
                        <a:pt x="120" y="1012"/>
                      </a:lnTo>
                      <a:lnTo>
                        <a:pt x="102" y="986"/>
                      </a:lnTo>
                      <a:lnTo>
                        <a:pt x="86" y="958"/>
                      </a:lnTo>
                      <a:lnTo>
                        <a:pt x="72" y="932"/>
                      </a:lnTo>
                      <a:lnTo>
                        <a:pt x="58" y="904"/>
                      </a:lnTo>
                      <a:lnTo>
                        <a:pt x="46" y="876"/>
                      </a:lnTo>
                      <a:lnTo>
                        <a:pt x="34" y="846"/>
                      </a:lnTo>
                      <a:lnTo>
                        <a:pt x="26" y="818"/>
                      </a:lnTo>
                      <a:lnTo>
                        <a:pt x="18" y="788"/>
                      </a:lnTo>
                      <a:lnTo>
                        <a:pt x="10" y="758"/>
                      </a:lnTo>
                      <a:lnTo>
                        <a:pt x="6" y="728"/>
                      </a:lnTo>
                      <a:lnTo>
                        <a:pt x="2" y="698"/>
                      </a:lnTo>
                      <a:lnTo>
                        <a:pt x="0" y="668"/>
                      </a:lnTo>
                      <a:lnTo>
                        <a:pt x="0" y="636"/>
                      </a:lnTo>
                      <a:lnTo>
                        <a:pt x="0" y="606"/>
                      </a:lnTo>
                      <a:lnTo>
                        <a:pt x="2" y="576"/>
                      </a:lnTo>
                      <a:lnTo>
                        <a:pt x="6" y="544"/>
                      </a:lnTo>
                      <a:lnTo>
                        <a:pt x="10" y="514"/>
                      </a:lnTo>
                      <a:lnTo>
                        <a:pt x="18" y="484"/>
                      </a:lnTo>
                      <a:lnTo>
                        <a:pt x="26" y="454"/>
                      </a:lnTo>
                      <a:lnTo>
                        <a:pt x="36" y="426"/>
                      </a:lnTo>
                      <a:lnTo>
                        <a:pt x="46" y="396"/>
                      </a:lnTo>
                      <a:lnTo>
                        <a:pt x="60" y="368"/>
                      </a:lnTo>
                      <a:lnTo>
                        <a:pt x="74" y="338"/>
                      </a:lnTo>
                      <a:lnTo>
                        <a:pt x="88" y="312"/>
                      </a:lnTo>
                      <a:lnTo>
                        <a:pt x="106" y="284"/>
                      </a:lnTo>
                      <a:lnTo>
                        <a:pt x="124" y="258"/>
                      </a:lnTo>
                      <a:lnTo>
                        <a:pt x="146" y="232"/>
                      </a:lnTo>
                      <a:lnTo>
                        <a:pt x="146" y="232"/>
                      </a:lnTo>
                      <a:lnTo>
                        <a:pt x="166" y="208"/>
                      </a:lnTo>
                      <a:lnTo>
                        <a:pt x="190" y="184"/>
                      </a:lnTo>
                      <a:lnTo>
                        <a:pt x="212" y="162"/>
                      </a:lnTo>
                      <a:lnTo>
                        <a:pt x="236" y="142"/>
                      </a:lnTo>
                      <a:lnTo>
                        <a:pt x="262" y="122"/>
                      </a:lnTo>
                      <a:lnTo>
                        <a:pt x="288" y="104"/>
                      </a:lnTo>
                      <a:lnTo>
                        <a:pt x="314" y="88"/>
                      </a:lnTo>
                      <a:lnTo>
                        <a:pt x="342" y="72"/>
                      </a:lnTo>
                      <a:lnTo>
                        <a:pt x="370" y="58"/>
                      </a:lnTo>
                      <a:lnTo>
                        <a:pt x="398" y="46"/>
                      </a:lnTo>
                      <a:lnTo>
                        <a:pt x="426" y="36"/>
                      </a:lnTo>
                      <a:lnTo>
                        <a:pt x="456" y="26"/>
                      </a:lnTo>
                      <a:lnTo>
                        <a:pt x="486" y="18"/>
                      </a:lnTo>
                      <a:lnTo>
                        <a:pt x="516" y="12"/>
                      </a:lnTo>
                      <a:lnTo>
                        <a:pt x="546" y="8"/>
                      </a:lnTo>
                      <a:lnTo>
                        <a:pt x="576" y="4"/>
                      </a:lnTo>
                      <a:lnTo>
                        <a:pt x="606" y="2"/>
                      </a:lnTo>
                      <a:lnTo>
                        <a:pt x="636" y="0"/>
                      </a:lnTo>
                      <a:lnTo>
                        <a:pt x="668" y="2"/>
                      </a:lnTo>
                      <a:lnTo>
                        <a:pt x="698" y="4"/>
                      </a:lnTo>
                      <a:lnTo>
                        <a:pt x="728" y="8"/>
                      </a:lnTo>
                      <a:lnTo>
                        <a:pt x="758" y="12"/>
                      </a:lnTo>
                      <a:lnTo>
                        <a:pt x="788" y="18"/>
                      </a:lnTo>
                      <a:lnTo>
                        <a:pt x="818" y="28"/>
                      </a:lnTo>
                      <a:lnTo>
                        <a:pt x="848" y="36"/>
                      </a:lnTo>
                      <a:lnTo>
                        <a:pt x="878" y="48"/>
                      </a:lnTo>
                      <a:lnTo>
                        <a:pt x="906" y="60"/>
                      </a:lnTo>
                      <a:lnTo>
                        <a:pt x="934" y="74"/>
                      </a:lnTo>
                      <a:lnTo>
                        <a:pt x="962" y="90"/>
                      </a:lnTo>
                      <a:lnTo>
                        <a:pt x="990" y="108"/>
                      </a:lnTo>
                      <a:lnTo>
                        <a:pt x="1016" y="126"/>
                      </a:lnTo>
                      <a:lnTo>
                        <a:pt x="1042" y="146"/>
                      </a:lnTo>
                      <a:lnTo>
                        <a:pt x="1042" y="1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46" name="ïš1íḑè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cxnSp>
          <p:nvCxnSpPr>
            <p:cNvPr id="40" name="直接连接符 39"/>
            <p:cNvCxnSpPr/>
            <p:nvPr/>
          </p:nvCxnSpPr>
          <p:spPr>
            <a:xfrm>
              <a:off x="4143160" y="4554000"/>
              <a:ext cx="0" cy="1589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7990883" y="4554000"/>
              <a:ext cx="0" cy="1589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  <a:endParaRPr lang="en-US" altLang="zh-CN" dirty="0"/>
          </a:p>
          <a:p>
            <a:pPr lvl="0"/>
            <a:r>
              <a:rPr lang="en-US" altLang="zh-CN" dirty="0"/>
              <a:t>When you copy &amp; </a:t>
            </a:r>
            <a:r>
              <a:rPr lang="en-US" altLang="zh-CN" dirty="0" err="1"/>
              <a:t>apaste</a:t>
            </a:r>
            <a:r>
              <a:rPr lang="en-US" altLang="zh-CN" dirty="0"/>
              <a:t>, choose "keep text only" option.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863241" y="2133599"/>
            <a:ext cx="1135773" cy="98751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063a1966-f723-4c85-bc06-f616eb509a5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6033" y="1179000"/>
            <a:ext cx="12198033" cy="4918950"/>
            <a:chOff x="-6033" y="1179001"/>
            <a:chExt cx="12198033" cy="4918950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-6033" y="3836093"/>
              <a:ext cx="12198033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9" name="îṥľíḓé"/>
            <p:cNvGrpSpPr/>
            <p:nvPr/>
          </p:nvGrpSpPr>
          <p:grpSpPr>
            <a:xfrm>
              <a:off x="4701002" y="1179001"/>
              <a:ext cx="6819490" cy="2657095"/>
              <a:chOff x="5282372" y="1943460"/>
              <a:chExt cx="6238116" cy="2430573"/>
            </a:xfrm>
          </p:grpSpPr>
          <p:sp>
            <p:nvSpPr>
              <p:cNvPr id="105" name="iś1ïḓè"/>
              <p:cNvSpPr/>
              <p:nvPr/>
            </p:nvSpPr>
            <p:spPr bwMode="auto">
              <a:xfrm>
                <a:off x="6925332" y="2945193"/>
                <a:ext cx="2130716" cy="142883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3">
                  <a:alpha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106" name="išļîdê"/>
              <p:cNvSpPr/>
              <p:nvPr/>
            </p:nvSpPr>
            <p:spPr bwMode="auto">
              <a:xfrm>
                <a:off x="8568291" y="2820793"/>
                <a:ext cx="2130716" cy="1553240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5">
                  <a:alpha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107" name="iṣḷíḑé"/>
              <p:cNvSpPr/>
              <p:nvPr/>
            </p:nvSpPr>
            <p:spPr bwMode="auto">
              <a:xfrm>
                <a:off x="9389772" y="3487290"/>
                <a:ext cx="2130716" cy="886742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6">
                  <a:alpha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108" name="îṥľíḓê"/>
              <p:cNvSpPr/>
              <p:nvPr/>
            </p:nvSpPr>
            <p:spPr bwMode="auto">
              <a:xfrm>
                <a:off x="6103853" y="3154042"/>
                <a:ext cx="2130716" cy="1219990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2">
                  <a:alpha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109" name="îŝḻiḑè"/>
              <p:cNvSpPr/>
              <p:nvPr/>
            </p:nvSpPr>
            <p:spPr bwMode="auto">
              <a:xfrm>
                <a:off x="5282372" y="3576819"/>
                <a:ext cx="2130716" cy="797214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110" name="íşḷïďê"/>
              <p:cNvSpPr/>
              <p:nvPr/>
            </p:nvSpPr>
            <p:spPr bwMode="auto">
              <a:xfrm>
                <a:off x="7746812" y="2475849"/>
                <a:ext cx="2130716" cy="1898183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4">
                  <a:alpha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grpSp>
            <p:nvGrpSpPr>
              <p:cNvPr id="111" name="ïṩľïḑe"/>
              <p:cNvGrpSpPr/>
              <p:nvPr/>
            </p:nvGrpSpPr>
            <p:grpSpPr bwMode="auto">
              <a:xfrm>
                <a:off x="6190723" y="3045327"/>
                <a:ext cx="323037" cy="486728"/>
                <a:chOff x="0" y="0"/>
                <a:chExt cx="300" cy="450"/>
              </a:xfrm>
            </p:grpSpPr>
            <p:sp>
              <p:nvSpPr>
                <p:cNvPr id="127" name="îşľíďe"/>
                <p:cNvSpPr/>
                <p:nvPr/>
              </p:nvSpPr>
              <p:spPr bwMode="auto">
                <a:xfrm>
                  <a:off x="0" y="0"/>
                  <a:ext cx="300" cy="4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800" y="21600"/>
                      </a:moveTo>
                      <a:lnTo>
                        <a:pt x="1501" y="10863"/>
                      </a:lnTo>
                      <a:cubicBezTo>
                        <a:pt x="566" y="9783"/>
                        <a:pt x="0" y="8538"/>
                        <a:pt x="0" y="7200"/>
                      </a:cubicBezTo>
                      <a:cubicBezTo>
                        <a:pt x="0" y="3223"/>
                        <a:pt x="4836" y="0"/>
                        <a:pt x="10800" y="0"/>
                      </a:cubicBezTo>
                      <a:cubicBezTo>
                        <a:pt x="16765" y="0"/>
                        <a:pt x="21600" y="3223"/>
                        <a:pt x="21600" y="7200"/>
                      </a:cubicBezTo>
                      <a:cubicBezTo>
                        <a:pt x="21600" y="8538"/>
                        <a:pt x="21035" y="9783"/>
                        <a:pt x="20099" y="10863"/>
                      </a:cubicBezTo>
                      <a:lnTo>
                        <a:pt x="10800" y="21600"/>
                      </a:lnTo>
                      <a:close/>
                      <a:moveTo>
                        <a:pt x="10800" y="21600"/>
                      </a:move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endParaRPr sz="1600"/>
                </a:p>
              </p:txBody>
            </p:sp>
            <p:sp>
              <p:nvSpPr>
                <p:cNvPr id="128" name="iṥlíďê"/>
                <p:cNvSpPr/>
                <p:nvPr/>
              </p:nvSpPr>
              <p:spPr bwMode="auto">
                <a:xfrm>
                  <a:off x="39" y="39"/>
                  <a:ext cx="213" cy="213"/>
                </a:xfrm>
                <a:custGeom>
                  <a:avLst/>
                  <a:gdLst>
                    <a:gd name="T0" fmla="*/ 0 w 21598"/>
                    <a:gd name="T1" fmla="*/ 0 h 21598"/>
                    <a:gd name="T2" fmla="*/ 0 w 21598"/>
                    <a:gd name="T3" fmla="*/ 0 h 21598"/>
                    <a:gd name="T4" fmla="*/ 0 w 21598"/>
                    <a:gd name="T5" fmla="*/ 0 h 21598"/>
                    <a:gd name="T6" fmla="*/ 0 w 21598"/>
                    <a:gd name="T7" fmla="*/ 0 h 21598"/>
                    <a:gd name="T8" fmla="*/ 0 w 21598"/>
                    <a:gd name="T9" fmla="*/ 0 h 21598"/>
                    <a:gd name="T10" fmla="*/ 0 w 21598"/>
                    <a:gd name="T11" fmla="*/ 0 h 21598"/>
                    <a:gd name="T12" fmla="*/ 0 w 21598"/>
                    <a:gd name="T13" fmla="*/ 0 h 21598"/>
                    <a:gd name="T14" fmla="*/ 0 w 21598"/>
                    <a:gd name="T15" fmla="*/ 0 h 21598"/>
                    <a:gd name="T16" fmla="*/ 0 w 21598"/>
                    <a:gd name="T17" fmla="*/ 0 h 21598"/>
                    <a:gd name="T18" fmla="*/ 0 w 21598"/>
                    <a:gd name="T19" fmla="*/ 0 h 21598"/>
                    <a:gd name="T20" fmla="*/ 0 w 21598"/>
                    <a:gd name="T21" fmla="*/ 0 h 21598"/>
                    <a:gd name="T22" fmla="*/ 0 w 21598"/>
                    <a:gd name="T23" fmla="*/ 0 h 21598"/>
                    <a:gd name="T24" fmla="*/ 0 w 21598"/>
                    <a:gd name="T25" fmla="*/ 0 h 21598"/>
                    <a:gd name="T26" fmla="*/ 0 w 21598"/>
                    <a:gd name="T27" fmla="*/ 0 h 21598"/>
                    <a:gd name="T28" fmla="*/ 0 w 21598"/>
                    <a:gd name="T29" fmla="*/ 0 h 21598"/>
                    <a:gd name="T30" fmla="*/ 0 w 21598"/>
                    <a:gd name="T31" fmla="*/ 0 h 21598"/>
                    <a:gd name="T32" fmla="*/ 0 w 21598"/>
                    <a:gd name="T33" fmla="*/ 0 h 21598"/>
                    <a:gd name="T34" fmla="*/ 0 w 21598"/>
                    <a:gd name="T35" fmla="*/ 0 h 2159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598" h="21598">
                      <a:moveTo>
                        <a:pt x="21598" y="10799"/>
                      </a:moveTo>
                      <a:cubicBezTo>
                        <a:pt x="21599" y="9385"/>
                        <a:pt x="21318" y="7972"/>
                        <a:pt x="20776" y="6666"/>
                      </a:cubicBezTo>
                      <a:cubicBezTo>
                        <a:pt x="20236" y="5360"/>
                        <a:pt x="19435" y="4162"/>
                        <a:pt x="18435" y="3163"/>
                      </a:cubicBezTo>
                      <a:cubicBezTo>
                        <a:pt x="17436" y="2163"/>
                        <a:pt x="16238" y="1362"/>
                        <a:pt x="14932" y="822"/>
                      </a:cubicBezTo>
                      <a:cubicBezTo>
                        <a:pt x="13626" y="280"/>
                        <a:pt x="12213" y="-1"/>
                        <a:pt x="10799" y="0"/>
                      </a:cubicBezTo>
                      <a:cubicBezTo>
                        <a:pt x="9385" y="-1"/>
                        <a:pt x="7972" y="280"/>
                        <a:pt x="6666" y="822"/>
                      </a:cubicBezTo>
                      <a:cubicBezTo>
                        <a:pt x="5360" y="1362"/>
                        <a:pt x="4162" y="2163"/>
                        <a:pt x="3163" y="3163"/>
                      </a:cubicBezTo>
                      <a:cubicBezTo>
                        <a:pt x="2163" y="4162"/>
                        <a:pt x="1362" y="5360"/>
                        <a:pt x="822" y="6666"/>
                      </a:cubicBezTo>
                      <a:cubicBezTo>
                        <a:pt x="280" y="7972"/>
                        <a:pt x="-1" y="9385"/>
                        <a:pt x="0" y="10799"/>
                      </a:cubicBezTo>
                      <a:cubicBezTo>
                        <a:pt x="-1" y="12213"/>
                        <a:pt x="280" y="13626"/>
                        <a:pt x="822" y="14932"/>
                      </a:cubicBezTo>
                      <a:cubicBezTo>
                        <a:pt x="1362" y="16238"/>
                        <a:pt x="2163" y="17436"/>
                        <a:pt x="3163" y="18435"/>
                      </a:cubicBezTo>
                      <a:cubicBezTo>
                        <a:pt x="4162" y="19435"/>
                        <a:pt x="5360" y="20236"/>
                        <a:pt x="6666" y="20776"/>
                      </a:cubicBezTo>
                      <a:cubicBezTo>
                        <a:pt x="7972" y="21318"/>
                        <a:pt x="9385" y="21599"/>
                        <a:pt x="10799" y="21598"/>
                      </a:cubicBezTo>
                      <a:cubicBezTo>
                        <a:pt x="12213" y="21599"/>
                        <a:pt x="13626" y="21318"/>
                        <a:pt x="14932" y="20776"/>
                      </a:cubicBezTo>
                      <a:cubicBezTo>
                        <a:pt x="16238" y="20236"/>
                        <a:pt x="17436" y="19435"/>
                        <a:pt x="18435" y="18435"/>
                      </a:cubicBezTo>
                      <a:cubicBezTo>
                        <a:pt x="19435" y="17436"/>
                        <a:pt x="20236" y="16238"/>
                        <a:pt x="20776" y="14932"/>
                      </a:cubicBezTo>
                      <a:cubicBezTo>
                        <a:pt x="21318" y="13626"/>
                        <a:pt x="21599" y="12213"/>
                        <a:pt x="21598" y="10799"/>
                      </a:cubicBezTo>
                      <a:close/>
                      <a:moveTo>
                        <a:pt x="21598" y="10799"/>
                      </a:move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sz="900" b="1" dirty="0"/>
                    <a:t>35%</a:t>
                  </a:r>
                  <a:endParaRPr sz="900" b="1" dirty="0"/>
                </a:p>
              </p:txBody>
            </p:sp>
          </p:grpSp>
          <p:grpSp>
            <p:nvGrpSpPr>
              <p:cNvPr id="112" name="íṡľídè"/>
              <p:cNvGrpSpPr/>
              <p:nvPr/>
            </p:nvGrpSpPr>
            <p:grpSpPr bwMode="auto">
              <a:xfrm>
                <a:off x="7011375" y="2629142"/>
                <a:ext cx="323037" cy="486728"/>
                <a:chOff x="0" y="0"/>
                <a:chExt cx="300" cy="450"/>
              </a:xfrm>
            </p:grpSpPr>
            <p:sp>
              <p:nvSpPr>
                <p:cNvPr id="125" name="iṩḷiḑé"/>
                <p:cNvSpPr/>
                <p:nvPr/>
              </p:nvSpPr>
              <p:spPr bwMode="auto">
                <a:xfrm>
                  <a:off x="0" y="0"/>
                  <a:ext cx="300" cy="4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800" y="21600"/>
                      </a:moveTo>
                      <a:lnTo>
                        <a:pt x="1501" y="10863"/>
                      </a:lnTo>
                      <a:cubicBezTo>
                        <a:pt x="566" y="9783"/>
                        <a:pt x="0" y="8538"/>
                        <a:pt x="0" y="7200"/>
                      </a:cubicBezTo>
                      <a:cubicBezTo>
                        <a:pt x="0" y="3223"/>
                        <a:pt x="4836" y="0"/>
                        <a:pt x="10800" y="0"/>
                      </a:cubicBezTo>
                      <a:cubicBezTo>
                        <a:pt x="16765" y="0"/>
                        <a:pt x="21600" y="3223"/>
                        <a:pt x="21600" y="7200"/>
                      </a:cubicBezTo>
                      <a:cubicBezTo>
                        <a:pt x="21600" y="8538"/>
                        <a:pt x="21035" y="9783"/>
                        <a:pt x="20099" y="10863"/>
                      </a:cubicBezTo>
                      <a:lnTo>
                        <a:pt x="10800" y="21600"/>
                      </a:lnTo>
                      <a:close/>
                      <a:moveTo>
                        <a:pt x="10800" y="21600"/>
                      </a:move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endParaRPr sz="1600"/>
                </a:p>
              </p:txBody>
            </p:sp>
            <p:sp>
              <p:nvSpPr>
                <p:cNvPr id="126" name="ïšļiḍê"/>
                <p:cNvSpPr/>
                <p:nvPr/>
              </p:nvSpPr>
              <p:spPr bwMode="auto">
                <a:xfrm>
                  <a:off x="39" y="39"/>
                  <a:ext cx="213" cy="213"/>
                </a:xfrm>
                <a:custGeom>
                  <a:avLst/>
                  <a:gdLst>
                    <a:gd name="T0" fmla="*/ 0 w 21598"/>
                    <a:gd name="T1" fmla="*/ 0 h 21598"/>
                    <a:gd name="T2" fmla="*/ 0 w 21598"/>
                    <a:gd name="T3" fmla="*/ 0 h 21598"/>
                    <a:gd name="T4" fmla="*/ 0 w 21598"/>
                    <a:gd name="T5" fmla="*/ 0 h 21598"/>
                    <a:gd name="T6" fmla="*/ 0 w 21598"/>
                    <a:gd name="T7" fmla="*/ 0 h 21598"/>
                    <a:gd name="T8" fmla="*/ 0 w 21598"/>
                    <a:gd name="T9" fmla="*/ 0 h 21598"/>
                    <a:gd name="T10" fmla="*/ 0 w 21598"/>
                    <a:gd name="T11" fmla="*/ 0 h 21598"/>
                    <a:gd name="T12" fmla="*/ 0 w 21598"/>
                    <a:gd name="T13" fmla="*/ 0 h 21598"/>
                    <a:gd name="T14" fmla="*/ 0 w 21598"/>
                    <a:gd name="T15" fmla="*/ 0 h 21598"/>
                    <a:gd name="T16" fmla="*/ 0 w 21598"/>
                    <a:gd name="T17" fmla="*/ 0 h 21598"/>
                    <a:gd name="T18" fmla="*/ 0 w 21598"/>
                    <a:gd name="T19" fmla="*/ 0 h 21598"/>
                    <a:gd name="T20" fmla="*/ 0 w 21598"/>
                    <a:gd name="T21" fmla="*/ 0 h 21598"/>
                    <a:gd name="T22" fmla="*/ 0 w 21598"/>
                    <a:gd name="T23" fmla="*/ 0 h 21598"/>
                    <a:gd name="T24" fmla="*/ 0 w 21598"/>
                    <a:gd name="T25" fmla="*/ 0 h 21598"/>
                    <a:gd name="T26" fmla="*/ 0 w 21598"/>
                    <a:gd name="T27" fmla="*/ 0 h 21598"/>
                    <a:gd name="T28" fmla="*/ 0 w 21598"/>
                    <a:gd name="T29" fmla="*/ 0 h 21598"/>
                    <a:gd name="T30" fmla="*/ 0 w 21598"/>
                    <a:gd name="T31" fmla="*/ 0 h 21598"/>
                    <a:gd name="T32" fmla="*/ 0 w 21598"/>
                    <a:gd name="T33" fmla="*/ 0 h 21598"/>
                    <a:gd name="T34" fmla="*/ 0 w 21598"/>
                    <a:gd name="T35" fmla="*/ 0 h 2159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598" h="21598">
                      <a:moveTo>
                        <a:pt x="21598" y="10799"/>
                      </a:moveTo>
                      <a:cubicBezTo>
                        <a:pt x="21599" y="9385"/>
                        <a:pt x="21318" y="7972"/>
                        <a:pt x="20776" y="6666"/>
                      </a:cubicBezTo>
                      <a:cubicBezTo>
                        <a:pt x="20236" y="5360"/>
                        <a:pt x="19435" y="4162"/>
                        <a:pt x="18435" y="3163"/>
                      </a:cubicBezTo>
                      <a:cubicBezTo>
                        <a:pt x="17436" y="2163"/>
                        <a:pt x="16238" y="1362"/>
                        <a:pt x="14932" y="822"/>
                      </a:cubicBezTo>
                      <a:cubicBezTo>
                        <a:pt x="13626" y="280"/>
                        <a:pt x="12213" y="-1"/>
                        <a:pt x="10799" y="0"/>
                      </a:cubicBezTo>
                      <a:cubicBezTo>
                        <a:pt x="9385" y="-1"/>
                        <a:pt x="7972" y="280"/>
                        <a:pt x="6666" y="822"/>
                      </a:cubicBezTo>
                      <a:cubicBezTo>
                        <a:pt x="5360" y="1362"/>
                        <a:pt x="4162" y="2163"/>
                        <a:pt x="3163" y="3163"/>
                      </a:cubicBezTo>
                      <a:cubicBezTo>
                        <a:pt x="2163" y="4162"/>
                        <a:pt x="1362" y="5360"/>
                        <a:pt x="822" y="6666"/>
                      </a:cubicBezTo>
                      <a:cubicBezTo>
                        <a:pt x="280" y="7972"/>
                        <a:pt x="-1" y="9385"/>
                        <a:pt x="0" y="10799"/>
                      </a:cubicBezTo>
                      <a:cubicBezTo>
                        <a:pt x="-1" y="12213"/>
                        <a:pt x="280" y="13626"/>
                        <a:pt x="822" y="14932"/>
                      </a:cubicBezTo>
                      <a:cubicBezTo>
                        <a:pt x="1362" y="16238"/>
                        <a:pt x="2163" y="17436"/>
                        <a:pt x="3163" y="18435"/>
                      </a:cubicBezTo>
                      <a:cubicBezTo>
                        <a:pt x="4162" y="19435"/>
                        <a:pt x="5360" y="20236"/>
                        <a:pt x="6666" y="20776"/>
                      </a:cubicBezTo>
                      <a:cubicBezTo>
                        <a:pt x="7972" y="21318"/>
                        <a:pt x="9385" y="21599"/>
                        <a:pt x="10799" y="21598"/>
                      </a:cubicBezTo>
                      <a:cubicBezTo>
                        <a:pt x="12213" y="21599"/>
                        <a:pt x="13626" y="21318"/>
                        <a:pt x="14932" y="20776"/>
                      </a:cubicBezTo>
                      <a:cubicBezTo>
                        <a:pt x="16238" y="20236"/>
                        <a:pt x="17436" y="19435"/>
                        <a:pt x="18435" y="18435"/>
                      </a:cubicBezTo>
                      <a:cubicBezTo>
                        <a:pt x="19435" y="17436"/>
                        <a:pt x="20236" y="16238"/>
                        <a:pt x="20776" y="14932"/>
                      </a:cubicBezTo>
                      <a:cubicBezTo>
                        <a:pt x="21318" y="13626"/>
                        <a:pt x="21599" y="12213"/>
                        <a:pt x="21598" y="10799"/>
                      </a:cubicBezTo>
                      <a:close/>
                      <a:moveTo>
                        <a:pt x="21598" y="10799"/>
                      </a:move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sz="900" b="1" dirty="0"/>
                    <a:t>46%</a:t>
                  </a:r>
                  <a:endParaRPr sz="900" b="1" dirty="0"/>
                </a:p>
              </p:txBody>
            </p:sp>
          </p:grpSp>
          <p:grpSp>
            <p:nvGrpSpPr>
              <p:cNvPr id="113" name="iṣļíḍe"/>
              <p:cNvGrpSpPr/>
              <p:nvPr/>
            </p:nvGrpSpPr>
            <p:grpSpPr bwMode="auto">
              <a:xfrm>
                <a:off x="7832027" y="2415267"/>
                <a:ext cx="323037" cy="486728"/>
                <a:chOff x="0" y="0"/>
                <a:chExt cx="300" cy="450"/>
              </a:xfrm>
            </p:grpSpPr>
            <p:sp>
              <p:nvSpPr>
                <p:cNvPr id="123" name="ísľide"/>
                <p:cNvSpPr/>
                <p:nvPr/>
              </p:nvSpPr>
              <p:spPr bwMode="auto">
                <a:xfrm>
                  <a:off x="0" y="0"/>
                  <a:ext cx="300" cy="4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800" y="21600"/>
                      </a:moveTo>
                      <a:lnTo>
                        <a:pt x="1501" y="10863"/>
                      </a:lnTo>
                      <a:cubicBezTo>
                        <a:pt x="566" y="9783"/>
                        <a:pt x="0" y="8538"/>
                        <a:pt x="0" y="7200"/>
                      </a:cubicBezTo>
                      <a:cubicBezTo>
                        <a:pt x="0" y="3223"/>
                        <a:pt x="4836" y="0"/>
                        <a:pt x="10800" y="0"/>
                      </a:cubicBezTo>
                      <a:cubicBezTo>
                        <a:pt x="16765" y="0"/>
                        <a:pt x="21600" y="3223"/>
                        <a:pt x="21600" y="7200"/>
                      </a:cubicBezTo>
                      <a:cubicBezTo>
                        <a:pt x="21600" y="8538"/>
                        <a:pt x="21035" y="9783"/>
                        <a:pt x="20099" y="10863"/>
                      </a:cubicBezTo>
                      <a:lnTo>
                        <a:pt x="10800" y="21600"/>
                      </a:lnTo>
                      <a:close/>
                      <a:moveTo>
                        <a:pt x="10800" y="21600"/>
                      </a:move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endParaRPr sz="1600"/>
                </a:p>
              </p:txBody>
            </p:sp>
            <p:sp>
              <p:nvSpPr>
                <p:cNvPr id="124" name="i$ḷïḑé"/>
                <p:cNvSpPr/>
                <p:nvPr/>
              </p:nvSpPr>
              <p:spPr bwMode="auto">
                <a:xfrm>
                  <a:off x="39" y="39"/>
                  <a:ext cx="213" cy="213"/>
                </a:xfrm>
                <a:custGeom>
                  <a:avLst/>
                  <a:gdLst>
                    <a:gd name="T0" fmla="*/ 0 w 21598"/>
                    <a:gd name="T1" fmla="*/ 0 h 21598"/>
                    <a:gd name="T2" fmla="*/ 0 w 21598"/>
                    <a:gd name="T3" fmla="*/ 0 h 21598"/>
                    <a:gd name="T4" fmla="*/ 0 w 21598"/>
                    <a:gd name="T5" fmla="*/ 0 h 21598"/>
                    <a:gd name="T6" fmla="*/ 0 w 21598"/>
                    <a:gd name="T7" fmla="*/ 0 h 21598"/>
                    <a:gd name="T8" fmla="*/ 0 w 21598"/>
                    <a:gd name="T9" fmla="*/ 0 h 21598"/>
                    <a:gd name="T10" fmla="*/ 0 w 21598"/>
                    <a:gd name="T11" fmla="*/ 0 h 21598"/>
                    <a:gd name="T12" fmla="*/ 0 w 21598"/>
                    <a:gd name="T13" fmla="*/ 0 h 21598"/>
                    <a:gd name="T14" fmla="*/ 0 w 21598"/>
                    <a:gd name="T15" fmla="*/ 0 h 21598"/>
                    <a:gd name="T16" fmla="*/ 0 w 21598"/>
                    <a:gd name="T17" fmla="*/ 0 h 21598"/>
                    <a:gd name="T18" fmla="*/ 0 w 21598"/>
                    <a:gd name="T19" fmla="*/ 0 h 21598"/>
                    <a:gd name="T20" fmla="*/ 0 w 21598"/>
                    <a:gd name="T21" fmla="*/ 0 h 21598"/>
                    <a:gd name="T22" fmla="*/ 0 w 21598"/>
                    <a:gd name="T23" fmla="*/ 0 h 21598"/>
                    <a:gd name="T24" fmla="*/ 0 w 21598"/>
                    <a:gd name="T25" fmla="*/ 0 h 21598"/>
                    <a:gd name="T26" fmla="*/ 0 w 21598"/>
                    <a:gd name="T27" fmla="*/ 0 h 21598"/>
                    <a:gd name="T28" fmla="*/ 0 w 21598"/>
                    <a:gd name="T29" fmla="*/ 0 h 21598"/>
                    <a:gd name="T30" fmla="*/ 0 w 21598"/>
                    <a:gd name="T31" fmla="*/ 0 h 21598"/>
                    <a:gd name="T32" fmla="*/ 0 w 21598"/>
                    <a:gd name="T33" fmla="*/ 0 h 21598"/>
                    <a:gd name="T34" fmla="*/ 0 w 21598"/>
                    <a:gd name="T35" fmla="*/ 0 h 2159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598" h="21598">
                      <a:moveTo>
                        <a:pt x="21598" y="10799"/>
                      </a:moveTo>
                      <a:cubicBezTo>
                        <a:pt x="21599" y="9385"/>
                        <a:pt x="21318" y="7972"/>
                        <a:pt x="20776" y="6666"/>
                      </a:cubicBezTo>
                      <a:cubicBezTo>
                        <a:pt x="20236" y="5360"/>
                        <a:pt x="19435" y="4162"/>
                        <a:pt x="18435" y="3163"/>
                      </a:cubicBezTo>
                      <a:cubicBezTo>
                        <a:pt x="17436" y="2163"/>
                        <a:pt x="16238" y="1362"/>
                        <a:pt x="14932" y="822"/>
                      </a:cubicBezTo>
                      <a:cubicBezTo>
                        <a:pt x="13626" y="280"/>
                        <a:pt x="12213" y="-1"/>
                        <a:pt x="10799" y="0"/>
                      </a:cubicBezTo>
                      <a:cubicBezTo>
                        <a:pt x="9385" y="-1"/>
                        <a:pt x="7972" y="280"/>
                        <a:pt x="6666" y="822"/>
                      </a:cubicBezTo>
                      <a:cubicBezTo>
                        <a:pt x="5360" y="1362"/>
                        <a:pt x="4162" y="2163"/>
                        <a:pt x="3163" y="3163"/>
                      </a:cubicBezTo>
                      <a:cubicBezTo>
                        <a:pt x="2163" y="4162"/>
                        <a:pt x="1362" y="5360"/>
                        <a:pt x="822" y="6666"/>
                      </a:cubicBezTo>
                      <a:cubicBezTo>
                        <a:pt x="280" y="7972"/>
                        <a:pt x="-1" y="9385"/>
                        <a:pt x="0" y="10799"/>
                      </a:cubicBezTo>
                      <a:cubicBezTo>
                        <a:pt x="-1" y="12213"/>
                        <a:pt x="280" y="13626"/>
                        <a:pt x="822" y="14932"/>
                      </a:cubicBezTo>
                      <a:cubicBezTo>
                        <a:pt x="1362" y="16238"/>
                        <a:pt x="2163" y="17436"/>
                        <a:pt x="3163" y="18435"/>
                      </a:cubicBezTo>
                      <a:cubicBezTo>
                        <a:pt x="4162" y="19435"/>
                        <a:pt x="5360" y="20236"/>
                        <a:pt x="6666" y="20776"/>
                      </a:cubicBezTo>
                      <a:cubicBezTo>
                        <a:pt x="7972" y="21318"/>
                        <a:pt x="9385" y="21599"/>
                        <a:pt x="10799" y="21598"/>
                      </a:cubicBezTo>
                      <a:cubicBezTo>
                        <a:pt x="12213" y="21599"/>
                        <a:pt x="13626" y="21318"/>
                        <a:pt x="14932" y="20776"/>
                      </a:cubicBezTo>
                      <a:cubicBezTo>
                        <a:pt x="16238" y="20236"/>
                        <a:pt x="17436" y="19435"/>
                        <a:pt x="18435" y="18435"/>
                      </a:cubicBezTo>
                      <a:cubicBezTo>
                        <a:pt x="19435" y="17436"/>
                        <a:pt x="20236" y="16238"/>
                        <a:pt x="20776" y="14932"/>
                      </a:cubicBezTo>
                      <a:cubicBezTo>
                        <a:pt x="21318" y="13626"/>
                        <a:pt x="21599" y="12213"/>
                        <a:pt x="21598" y="10799"/>
                      </a:cubicBezTo>
                      <a:close/>
                      <a:moveTo>
                        <a:pt x="21598" y="10799"/>
                      </a:move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sz="900" b="1" dirty="0"/>
                    <a:t>62%</a:t>
                  </a:r>
                  <a:endParaRPr sz="900" b="1" dirty="0"/>
                </a:p>
              </p:txBody>
            </p:sp>
          </p:grpSp>
          <p:grpSp>
            <p:nvGrpSpPr>
              <p:cNvPr id="114" name="iṧľïḑê"/>
              <p:cNvGrpSpPr/>
              <p:nvPr/>
            </p:nvGrpSpPr>
            <p:grpSpPr bwMode="auto">
              <a:xfrm>
                <a:off x="8652679" y="1943460"/>
                <a:ext cx="323037" cy="486728"/>
                <a:chOff x="0" y="0"/>
                <a:chExt cx="300" cy="450"/>
              </a:xfrm>
            </p:grpSpPr>
            <p:sp>
              <p:nvSpPr>
                <p:cNvPr id="121" name="íṡļide"/>
                <p:cNvSpPr/>
                <p:nvPr/>
              </p:nvSpPr>
              <p:spPr bwMode="auto">
                <a:xfrm>
                  <a:off x="0" y="0"/>
                  <a:ext cx="300" cy="4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800" y="21600"/>
                      </a:moveTo>
                      <a:lnTo>
                        <a:pt x="1501" y="10863"/>
                      </a:lnTo>
                      <a:cubicBezTo>
                        <a:pt x="566" y="9783"/>
                        <a:pt x="0" y="8538"/>
                        <a:pt x="0" y="7200"/>
                      </a:cubicBezTo>
                      <a:cubicBezTo>
                        <a:pt x="0" y="3223"/>
                        <a:pt x="4836" y="0"/>
                        <a:pt x="10800" y="0"/>
                      </a:cubicBezTo>
                      <a:cubicBezTo>
                        <a:pt x="16765" y="0"/>
                        <a:pt x="21600" y="3223"/>
                        <a:pt x="21600" y="7200"/>
                      </a:cubicBezTo>
                      <a:cubicBezTo>
                        <a:pt x="21600" y="8538"/>
                        <a:pt x="21035" y="9783"/>
                        <a:pt x="20099" y="10863"/>
                      </a:cubicBezTo>
                      <a:lnTo>
                        <a:pt x="10800" y="21600"/>
                      </a:lnTo>
                      <a:close/>
                      <a:moveTo>
                        <a:pt x="10800" y="21600"/>
                      </a:move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endParaRPr sz="1600"/>
                </a:p>
              </p:txBody>
            </p:sp>
            <p:sp>
              <p:nvSpPr>
                <p:cNvPr id="122" name="îśḷiďe"/>
                <p:cNvSpPr/>
                <p:nvPr/>
              </p:nvSpPr>
              <p:spPr bwMode="auto">
                <a:xfrm>
                  <a:off x="39" y="39"/>
                  <a:ext cx="213" cy="213"/>
                </a:xfrm>
                <a:custGeom>
                  <a:avLst/>
                  <a:gdLst>
                    <a:gd name="T0" fmla="*/ 0 w 21598"/>
                    <a:gd name="T1" fmla="*/ 0 h 21598"/>
                    <a:gd name="T2" fmla="*/ 0 w 21598"/>
                    <a:gd name="T3" fmla="*/ 0 h 21598"/>
                    <a:gd name="T4" fmla="*/ 0 w 21598"/>
                    <a:gd name="T5" fmla="*/ 0 h 21598"/>
                    <a:gd name="T6" fmla="*/ 0 w 21598"/>
                    <a:gd name="T7" fmla="*/ 0 h 21598"/>
                    <a:gd name="T8" fmla="*/ 0 w 21598"/>
                    <a:gd name="T9" fmla="*/ 0 h 21598"/>
                    <a:gd name="T10" fmla="*/ 0 w 21598"/>
                    <a:gd name="T11" fmla="*/ 0 h 21598"/>
                    <a:gd name="T12" fmla="*/ 0 w 21598"/>
                    <a:gd name="T13" fmla="*/ 0 h 21598"/>
                    <a:gd name="T14" fmla="*/ 0 w 21598"/>
                    <a:gd name="T15" fmla="*/ 0 h 21598"/>
                    <a:gd name="T16" fmla="*/ 0 w 21598"/>
                    <a:gd name="T17" fmla="*/ 0 h 21598"/>
                    <a:gd name="T18" fmla="*/ 0 w 21598"/>
                    <a:gd name="T19" fmla="*/ 0 h 21598"/>
                    <a:gd name="T20" fmla="*/ 0 w 21598"/>
                    <a:gd name="T21" fmla="*/ 0 h 21598"/>
                    <a:gd name="T22" fmla="*/ 0 w 21598"/>
                    <a:gd name="T23" fmla="*/ 0 h 21598"/>
                    <a:gd name="T24" fmla="*/ 0 w 21598"/>
                    <a:gd name="T25" fmla="*/ 0 h 21598"/>
                    <a:gd name="T26" fmla="*/ 0 w 21598"/>
                    <a:gd name="T27" fmla="*/ 0 h 21598"/>
                    <a:gd name="T28" fmla="*/ 0 w 21598"/>
                    <a:gd name="T29" fmla="*/ 0 h 21598"/>
                    <a:gd name="T30" fmla="*/ 0 w 21598"/>
                    <a:gd name="T31" fmla="*/ 0 h 21598"/>
                    <a:gd name="T32" fmla="*/ 0 w 21598"/>
                    <a:gd name="T33" fmla="*/ 0 h 21598"/>
                    <a:gd name="T34" fmla="*/ 0 w 21598"/>
                    <a:gd name="T35" fmla="*/ 0 h 2159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598" h="21598">
                      <a:moveTo>
                        <a:pt x="21598" y="10799"/>
                      </a:moveTo>
                      <a:cubicBezTo>
                        <a:pt x="21599" y="9385"/>
                        <a:pt x="21318" y="7972"/>
                        <a:pt x="20776" y="6666"/>
                      </a:cubicBezTo>
                      <a:cubicBezTo>
                        <a:pt x="20236" y="5360"/>
                        <a:pt x="19435" y="4162"/>
                        <a:pt x="18435" y="3163"/>
                      </a:cubicBezTo>
                      <a:cubicBezTo>
                        <a:pt x="17436" y="2163"/>
                        <a:pt x="16238" y="1362"/>
                        <a:pt x="14932" y="822"/>
                      </a:cubicBezTo>
                      <a:cubicBezTo>
                        <a:pt x="13626" y="280"/>
                        <a:pt x="12213" y="-1"/>
                        <a:pt x="10799" y="0"/>
                      </a:cubicBezTo>
                      <a:cubicBezTo>
                        <a:pt x="9385" y="-1"/>
                        <a:pt x="7972" y="280"/>
                        <a:pt x="6666" y="822"/>
                      </a:cubicBezTo>
                      <a:cubicBezTo>
                        <a:pt x="5360" y="1362"/>
                        <a:pt x="4162" y="2163"/>
                        <a:pt x="3163" y="3163"/>
                      </a:cubicBezTo>
                      <a:cubicBezTo>
                        <a:pt x="2163" y="4162"/>
                        <a:pt x="1362" y="5360"/>
                        <a:pt x="822" y="6666"/>
                      </a:cubicBezTo>
                      <a:cubicBezTo>
                        <a:pt x="280" y="7972"/>
                        <a:pt x="-1" y="9385"/>
                        <a:pt x="0" y="10799"/>
                      </a:cubicBezTo>
                      <a:cubicBezTo>
                        <a:pt x="-1" y="12213"/>
                        <a:pt x="280" y="13626"/>
                        <a:pt x="822" y="14932"/>
                      </a:cubicBezTo>
                      <a:cubicBezTo>
                        <a:pt x="1362" y="16238"/>
                        <a:pt x="2163" y="17436"/>
                        <a:pt x="3163" y="18435"/>
                      </a:cubicBezTo>
                      <a:cubicBezTo>
                        <a:pt x="4162" y="19435"/>
                        <a:pt x="5360" y="20236"/>
                        <a:pt x="6666" y="20776"/>
                      </a:cubicBezTo>
                      <a:cubicBezTo>
                        <a:pt x="7972" y="21318"/>
                        <a:pt x="9385" y="21599"/>
                        <a:pt x="10799" y="21598"/>
                      </a:cubicBezTo>
                      <a:cubicBezTo>
                        <a:pt x="12213" y="21599"/>
                        <a:pt x="13626" y="21318"/>
                        <a:pt x="14932" y="20776"/>
                      </a:cubicBezTo>
                      <a:cubicBezTo>
                        <a:pt x="16238" y="20236"/>
                        <a:pt x="17436" y="19435"/>
                        <a:pt x="18435" y="18435"/>
                      </a:cubicBezTo>
                      <a:cubicBezTo>
                        <a:pt x="19435" y="17436"/>
                        <a:pt x="20236" y="16238"/>
                        <a:pt x="20776" y="14932"/>
                      </a:cubicBezTo>
                      <a:cubicBezTo>
                        <a:pt x="21318" y="13626"/>
                        <a:pt x="21599" y="12213"/>
                        <a:pt x="21598" y="10799"/>
                      </a:cubicBezTo>
                      <a:close/>
                      <a:moveTo>
                        <a:pt x="21598" y="10799"/>
                      </a:move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sz="900" b="1" dirty="0"/>
                    <a:t>96%</a:t>
                  </a:r>
                  <a:endParaRPr sz="900" b="1" dirty="0"/>
                </a:p>
              </p:txBody>
            </p:sp>
          </p:grpSp>
          <p:grpSp>
            <p:nvGrpSpPr>
              <p:cNvPr id="115" name="ïṥľîḓê"/>
              <p:cNvGrpSpPr/>
              <p:nvPr/>
            </p:nvGrpSpPr>
            <p:grpSpPr bwMode="auto">
              <a:xfrm>
                <a:off x="9473330" y="2286658"/>
                <a:ext cx="323037" cy="486728"/>
                <a:chOff x="0" y="0"/>
                <a:chExt cx="300" cy="450"/>
              </a:xfrm>
            </p:grpSpPr>
            <p:sp>
              <p:nvSpPr>
                <p:cNvPr id="119" name="î$ľiďe"/>
                <p:cNvSpPr/>
                <p:nvPr/>
              </p:nvSpPr>
              <p:spPr bwMode="auto">
                <a:xfrm>
                  <a:off x="0" y="0"/>
                  <a:ext cx="300" cy="4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800" y="21600"/>
                      </a:moveTo>
                      <a:lnTo>
                        <a:pt x="1501" y="10863"/>
                      </a:lnTo>
                      <a:cubicBezTo>
                        <a:pt x="566" y="9783"/>
                        <a:pt x="0" y="8538"/>
                        <a:pt x="0" y="7200"/>
                      </a:cubicBezTo>
                      <a:cubicBezTo>
                        <a:pt x="0" y="3223"/>
                        <a:pt x="4836" y="0"/>
                        <a:pt x="10800" y="0"/>
                      </a:cubicBezTo>
                      <a:cubicBezTo>
                        <a:pt x="16765" y="0"/>
                        <a:pt x="21600" y="3223"/>
                        <a:pt x="21600" y="7200"/>
                      </a:cubicBezTo>
                      <a:cubicBezTo>
                        <a:pt x="21600" y="8538"/>
                        <a:pt x="21035" y="9783"/>
                        <a:pt x="20099" y="10863"/>
                      </a:cubicBezTo>
                      <a:lnTo>
                        <a:pt x="10800" y="21600"/>
                      </a:lnTo>
                      <a:close/>
                      <a:moveTo>
                        <a:pt x="10800" y="21600"/>
                      </a:moveTo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endParaRPr sz="1600"/>
                </a:p>
              </p:txBody>
            </p:sp>
            <p:sp>
              <p:nvSpPr>
                <p:cNvPr id="120" name="íṩľíďê"/>
                <p:cNvSpPr/>
                <p:nvPr/>
              </p:nvSpPr>
              <p:spPr bwMode="auto">
                <a:xfrm>
                  <a:off x="39" y="39"/>
                  <a:ext cx="213" cy="213"/>
                </a:xfrm>
                <a:custGeom>
                  <a:avLst/>
                  <a:gdLst>
                    <a:gd name="T0" fmla="*/ 0 w 21598"/>
                    <a:gd name="T1" fmla="*/ 0 h 21598"/>
                    <a:gd name="T2" fmla="*/ 0 w 21598"/>
                    <a:gd name="T3" fmla="*/ 0 h 21598"/>
                    <a:gd name="T4" fmla="*/ 0 w 21598"/>
                    <a:gd name="T5" fmla="*/ 0 h 21598"/>
                    <a:gd name="T6" fmla="*/ 0 w 21598"/>
                    <a:gd name="T7" fmla="*/ 0 h 21598"/>
                    <a:gd name="T8" fmla="*/ 0 w 21598"/>
                    <a:gd name="T9" fmla="*/ 0 h 21598"/>
                    <a:gd name="T10" fmla="*/ 0 w 21598"/>
                    <a:gd name="T11" fmla="*/ 0 h 21598"/>
                    <a:gd name="T12" fmla="*/ 0 w 21598"/>
                    <a:gd name="T13" fmla="*/ 0 h 21598"/>
                    <a:gd name="T14" fmla="*/ 0 w 21598"/>
                    <a:gd name="T15" fmla="*/ 0 h 21598"/>
                    <a:gd name="T16" fmla="*/ 0 w 21598"/>
                    <a:gd name="T17" fmla="*/ 0 h 21598"/>
                    <a:gd name="T18" fmla="*/ 0 w 21598"/>
                    <a:gd name="T19" fmla="*/ 0 h 21598"/>
                    <a:gd name="T20" fmla="*/ 0 w 21598"/>
                    <a:gd name="T21" fmla="*/ 0 h 21598"/>
                    <a:gd name="T22" fmla="*/ 0 w 21598"/>
                    <a:gd name="T23" fmla="*/ 0 h 21598"/>
                    <a:gd name="T24" fmla="*/ 0 w 21598"/>
                    <a:gd name="T25" fmla="*/ 0 h 21598"/>
                    <a:gd name="T26" fmla="*/ 0 w 21598"/>
                    <a:gd name="T27" fmla="*/ 0 h 21598"/>
                    <a:gd name="T28" fmla="*/ 0 w 21598"/>
                    <a:gd name="T29" fmla="*/ 0 h 21598"/>
                    <a:gd name="T30" fmla="*/ 0 w 21598"/>
                    <a:gd name="T31" fmla="*/ 0 h 21598"/>
                    <a:gd name="T32" fmla="*/ 0 w 21598"/>
                    <a:gd name="T33" fmla="*/ 0 h 21598"/>
                    <a:gd name="T34" fmla="*/ 0 w 21598"/>
                    <a:gd name="T35" fmla="*/ 0 h 2159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598" h="21598">
                      <a:moveTo>
                        <a:pt x="21598" y="10799"/>
                      </a:moveTo>
                      <a:cubicBezTo>
                        <a:pt x="21599" y="9385"/>
                        <a:pt x="21318" y="7972"/>
                        <a:pt x="20776" y="6666"/>
                      </a:cubicBezTo>
                      <a:cubicBezTo>
                        <a:pt x="20236" y="5360"/>
                        <a:pt x="19435" y="4162"/>
                        <a:pt x="18435" y="3163"/>
                      </a:cubicBezTo>
                      <a:cubicBezTo>
                        <a:pt x="17436" y="2163"/>
                        <a:pt x="16238" y="1362"/>
                        <a:pt x="14932" y="822"/>
                      </a:cubicBezTo>
                      <a:cubicBezTo>
                        <a:pt x="13626" y="280"/>
                        <a:pt x="12213" y="-1"/>
                        <a:pt x="10799" y="0"/>
                      </a:cubicBezTo>
                      <a:cubicBezTo>
                        <a:pt x="9385" y="-1"/>
                        <a:pt x="7972" y="280"/>
                        <a:pt x="6666" y="822"/>
                      </a:cubicBezTo>
                      <a:cubicBezTo>
                        <a:pt x="5360" y="1362"/>
                        <a:pt x="4162" y="2163"/>
                        <a:pt x="3163" y="3163"/>
                      </a:cubicBezTo>
                      <a:cubicBezTo>
                        <a:pt x="2163" y="4162"/>
                        <a:pt x="1362" y="5360"/>
                        <a:pt x="822" y="6666"/>
                      </a:cubicBezTo>
                      <a:cubicBezTo>
                        <a:pt x="280" y="7972"/>
                        <a:pt x="-1" y="9385"/>
                        <a:pt x="0" y="10799"/>
                      </a:cubicBezTo>
                      <a:cubicBezTo>
                        <a:pt x="-1" y="12213"/>
                        <a:pt x="280" y="13626"/>
                        <a:pt x="822" y="14932"/>
                      </a:cubicBezTo>
                      <a:cubicBezTo>
                        <a:pt x="1362" y="16238"/>
                        <a:pt x="2163" y="17436"/>
                        <a:pt x="3163" y="18435"/>
                      </a:cubicBezTo>
                      <a:cubicBezTo>
                        <a:pt x="4162" y="19435"/>
                        <a:pt x="5360" y="20236"/>
                        <a:pt x="6666" y="20776"/>
                      </a:cubicBezTo>
                      <a:cubicBezTo>
                        <a:pt x="7972" y="21318"/>
                        <a:pt x="9385" y="21599"/>
                        <a:pt x="10799" y="21598"/>
                      </a:cubicBezTo>
                      <a:cubicBezTo>
                        <a:pt x="12213" y="21599"/>
                        <a:pt x="13626" y="21318"/>
                        <a:pt x="14932" y="20776"/>
                      </a:cubicBezTo>
                      <a:cubicBezTo>
                        <a:pt x="16238" y="20236"/>
                        <a:pt x="17436" y="19435"/>
                        <a:pt x="18435" y="18435"/>
                      </a:cubicBezTo>
                      <a:cubicBezTo>
                        <a:pt x="19435" y="17436"/>
                        <a:pt x="20236" y="16238"/>
                        <a:pt x="20776" y="14932"/>
                      </a:cubicBezTo>
                      <a:cubicBezTo>
                        <a:pt x="21318" y="13626"/>
                        <a:pt x="21599" y="12213"/>
                        <a:pt x="21598" y="10799"/>
                      </a:cubicBezTo>
                      <a:close/>
                      <a:moveTo>
                        <a:pt x="21598" y="10799"/>
                      </a:move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sz="900" b="1" dirty="0"/>
                    <a:t>81%</a:t>
                  </a:r>
                  <a:endParaRPr sz="900" b="1" dirty="0"/>
                </a:p>
              </p:txBody>
            </p:sp>
          </p:grpSp>
          <p:grpSp>
            <p:nvGrpSpPr>
              <p:cNvPr id="116" name="ïşlîḓè"/>
              <p:cNvGrpSpPr/>
              <p:nvPr/>
            </p:nvGrpSpPr>
            <p:grpSpPr bwMode="auto">
              <a:xfrm>
                <a:off x="10298951" y="2960113"/>
                <a:ext cx="323037" cy="486727"/>
                <a:chOff x="0" y="0"/>
                <a:chExt cx="300" cy="450"/>
              </a:xfrm>
            </p:grpSpPr>
            <p:sp>
              <p:nvSpPr>
                <p:cNvPr id="117" name="îşľidé"/>
                <p:cNvSpPr/>
                <p:nvPr/>
              </p:nvSpPr>
              <p:spPr bwMode="auto">
                <a:xfrm>
                  <a:off x="0" y="0"/>
                  <a:ext cx="300" cy="4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800" y="21600"/>
                      </a:moveTo>
                      <a:lnTo>
                        <a:pt x="1501" y="10863"/>
                      </a:lnTo>
                      <a:cubicBezTo>
                        <a:pt x="566" y="9783"/>
                        <a:pt x="0" y="8538"/>
                        <a:pt x="0" y="7200"/>
                      </a:cubicBezTo>
                      <a:cubicBezTo>
                        <a:pt x="0" y="3223"/>
                        <a:pt x="4836" y="0"/>
                        <a:pt x="10800" y="0"/>
                      </a:cubicBezTo>
                      <a:cubicBezTo>
                        <a:pt x="16765" y="0"/>
                        <a:pt x="21600" y="3223"/>
                        <a:pt x="21600" y="7200"/>
                      </a:cubicBezTo>
                      <a:cubicBezTo>
                        <a:pt x="21600" y="8538"/>
                        <a:pt x="21035" y="9783"/>
                        <a:pt x="20099" y="10863"/>
                      </a:cubicBezTo>
                      <a:lnTo>
                        <a:pt x="10800" y="21600"/>
                      </a:lnTo>
                      <a:close/>
                      <a:moveTo>
                        <a:pt x="10800" y="21600"/>
                      </a:move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sz="1600"/>
                </a:p>
              </p:txBody>
            </p:sp>
            <p:sp>
              <p:nvSpPr>
                <p:cNvPr id="118" name="i$ḷiďe"/>
                <p:cNvSpPr/>
                <p:nvPr/>
              </p:nvSpPr>
              <p:spPr bwMode="auto">
                <a:xfrm>
                  <a:off x="39" y="39"/>
                  <a:ext cx="213" cy="213"/>
                </a:xfrm>
                <a:custGeom>
                  <a:avLst/>
                  <a:gdLst>
                    <a:gd name="T0" fmla="*/ 0 w 21598"/>
                    <a:gd name="T1" fmla="*/ 0 h 21598"/>
                    <a:gd name="T2" fmla="*/ 0 w 21598"/>
                    <a:gd name="T3" fmla="*/ 0 h 21598"/>
                    <a:gd name="T4" fmla="*/ 0 w 21598"/>
                    <a:gd name="T5" fmla="*/ 0 h 21598"/>
                    <a:gd name="T6" fmla="*/ 0 w 21598"/>
                    <a:gd name="T7" fmla="*/ 0 h 21598"/>
                    <a:gd name="T8" fmla="*/ 0 w 21598"/>
                    <a:gd name="T9" fmla="*/ 0 h 21598"/>
                    <a:gd name="T10" fmla="*/ 0 w 21598"/>
                    <a:gd name="T11" fmla="*/ 0 h 21598"/>
                    <a:gd name="T12" fmla="*/ 0 w 21598"/>
                    <a:gd name="T13" fmla="*/ 0 h 21598"/>
                    <a:gd name="T14" fmla="*/ 0 w 21598"/>
                    <a:gd name="T15" fmla="*/ 0 h 21598"/>
                    <a:gd name="T16" fmla="*/ 0 w 21598"/>
                    <a:gd name="T17" fmla="*/ 0 h 21598"/>
                    <a:gd name="T18" fmla="*/ 0 w 21598"/>
                    <a:gd name="T19" fmla="*/ 0 h 21598"/>
                    <a:gd name="T20" fmla="*/ 0 w 21598"/>
                    <a:gd name="T21" fmla="*/ 0 h 21598"/>
                    <a:gd name="T22" fmla="*/ 0 w 21598"/>
                    <a:gd name="T23" fmla="*/ 0 h 21598"/>
                    <a:gd name="T24" fmla="*/ 0 w 21598"/>
                    <a:gd name="T25" fmla="*/ 0 h 21598"/>
                    <a:gd name="T26" fmla="*/ 0 w 21598"/>
                    <a:gd name="T27" fmla="*/ 0 h 21598"/>
                    <a:gd name="T28" fmla="*/ 0 w 21598"/>
                    <a:gd name="T29" fmla="*/ 0 h 21598"/>
                    <a:gd name="T30" fmla="*/ 0 w 21598"/>
                    <a:gd name="T31" fmla="*/ 0 h 21598"/>
                    <a:gd name="T32" fmla="*/ 0 w 21598"/>
                    <a:gd name="T33" fmla="*/ 0 h 21598"/>
                    <a:gd name="T34" fmla="*/ 0 w 21598"/>
                    <a:gd name="T35" fmla="*/ 0 h 2159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598" h="21598">
                      <a:moveTo>
                        <a:pt x="21598" y="10799"/>
                      </a:moveTo>
                      <a:cubicBezTo>
                        <a:pt x="21599" y="9385"/>
                        <a:pt x="21318" y="7972"/>
                        <a:pt x="20776" y="6666"/>
                      </a:cubicBezTo>
                      <a:cubicBezTo>
                        <a:pt x="20236" y="5360"/>
                        <a:pt x="19435" y="4162"/>
                        <a:pt x="18435" y="3163"/>
                      </a:cubicBezTo>
                      <a:cubicBezTo>
                        <a:pt x="17436" y="2163"/>
                        <a:pt x="16238" y="1362"/>
                        <a:pt x="14932" y="822"/>
                      </a:cubicBezTo>
                      <a:cubicBezTo>
                        <a:pt x="13626" y="280"/>
                        <a:pt x="12213" y="-1"/>
                        <a:pt x="10799" y="0"/>
                      </a:cubicBezTo>
                      <a:cubicBezTo>
                        <a:pt x="9385" y="-1"/>
                        <a:pt x="7972" y="280"/>
                        <a:pt x="6666" y="822"/>
                      </a:cubicBezTo>
                      <a:cubicBezTo>
                        <a:pt x="5360" y="1362"/>
                        <a:pt x="4162" y="2163"/>
                        <a:pt x="3163" y="3163"/>
                      </a:cubicBezTo>
                      <a:cubicBezTo>
                        <a:pt x="2163" y="4162"/>
                        <a:pt x="1362" y="5360"/>
                        <a:pt x="822" y="6666"/>
                      </a:cubicBezTo>
                      <a:cubicBezTo>
                        <a:pt x="280" y="7972"/>
                        <a:pt x="-1" y="9385"/>
                        <a:pt x="0" y="10799"/>
                      </a:cubicBezTo>
                      <a:cubicBezTo>
                        <a:pt x="-1" y="12213"/>
                        <a:pt x="280" y="13626"/>
                        <a:pt x="822" y="14932"/>
                      </a:cubicBezTo>
                      <a:cubicBezTo>
                        <a:pt x="1362" y="16238"/>
                        <a:pt x="2163" y="17436"/>
                        <a:pt x="3163" y="18435"/>
                      </a:cubicBezTo>
                      <a:cubicBezTo>
                        <a:pt x="4162" y="19435"/>
                        <a:pt x="5360" y="20236"/>
                        <a:pt x="6666" y="20776"/>
                      </a:cubicBezTo>
                      <a:cubicBezTo>
                        <a:pt x="7972" y="21318"/>
                        <a:pt x="9385" y="21599"/>
                        <a:pt x="10799" y="21598"/>
                      </a:cubicBezTo>
                      <a:cubicBezTo>
                        <a:pt x="12213" y="21599"/>
                        <a:pt x="13626" y="21318"/>
                        <a:pt x="14932" y="20776"/>
                      </a:cubicBezTo>
                      <a:cubicBezTo>
                        <a:pt x="16238" y="20236"/>
                        <a:pt x="17436" y="19435"/>
                        <a:pt x="18435" y="18435"/>
                      </a:cubicBezTo>
                      <a:cubicBezTo>
                        <a:pt x="19435" y="17436"/>
                        <a:pt x="20236" y="16238"/>
                        <a:pt x="20776" y="14932"/>
                      </a:cubicBezTo>
                      <a:cubicBezTo>
                        <a:pt x="21318" y="13626"/>
                        <a:pt x="21599" y="12213"/>
                        <a:pt x="21598" y="10799"/>
                      </a:cubicBezTo>
                      <a:close/>
                      <a:moveTo>
                        <a:pt x="21598" y="10799"/>
                      </a:move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900" b="1" dirty="0"/>
                    <a:t>46%</a:t>
                  </a:r>
                  <a:endParaRPr sz="900" b="1" dirty="0"/>
                </a:p>
              </p:txBody>
            </p:sp>
          </p:grpSp>
        </p:grpSp>
        <p:grpSp>
          <p:nvGrpSpPr>
            <p:cNvPr id="60" name="íşlîde"/>
            <p:cNvGrpSpPr/>
            <p:nvPr/>
          </p:nvGrpSpPr>
          <p:grpSpPr>
            <a:xfrm>
              <a:off x="687279" y="1537264"/>
              <a:ext cx="3963496" cy="1598504"/>
              <a:chOff x="687278" y="2398652"/>
              <a:chExt cx="3524773" cy="1598504"/>
            </a:xfrm>
          </p:grpSpPr>
          <p:sp>
            <p:nvSpPr>
              <p:cNvPr id="103" name="iŝḷíḍe"/>
              <p:cNvSpPr/>
              <p:nvPr/>
            </p:nvSpPr>
            <p:spPr>
              <a:xfrm>
                <a:off x="687278" y="2840457"/>
                <a:ext cx="3524773" cy="11566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04" name="i$1íḍ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61" name="išḻîďê"/>
            <p:cNvGrpSpPr/>
            <p:nvPr/>
          </p:nvGrpSpPr>
          <p:grpSpPr>
            <a:xfrm>
              <a:off x="686345" y="4190166"/>
              <a:ext cx="1580392" cy="1907785"/>
              <a:chOff x="686345" y="4190166"/>
              <a:chExt cx="1580392" cy="1907785"/>
            </a:xfrm>
          </p:grpSpPr>
          <p:grpSp>
            <p:nvGrpSpPr>
              <p:cNvPr id="97" name="ïs1iḍê"/>
              <p:cNvGrpSpPr/>
              <p:nvPr/>
            </p:nvGrpSpPr>
            <p:grpSpPr>
              <a:xfrm>
                <a:off x="1134723" y="4190166"/>
                <a:ext cx="691418" cy="692506"/>
                <a:chOff x="1305039" y="3884262"/>
                <a:chExt cx="899312" cy="900726"/>
              </a:xfrm>
            </p:grpSpPr>
            <p:sp>
              <p:nvSpPr>
                <p:cNvPr id="101" name="îslîḍe"/>
                <p:cNvSpPr/>
                <p:nvPr/>
              </p:nvSpPr>
              <p:spPr bwMode="auto">
                <a:xfrm>
                  <a:off x="1305039" y="3884262"/>
                  <a:ext cx="899312" cy="90072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102" name="išľïḍe"/>
                <p:cNvSpPr/>
                <p:nvPr/>
              </p:nvSpPr>
              <p:spPr>
                <a:xfrm>
                  <a:off x="1573594" y="4148796"/>
                  <a:ext cx="362202" cy="371658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98" name="işḻîďe"/>
              <p:cNvGrpSpPr/>
              <p:nvPr/>
            </p:nvGrpSpPr>
            <p:grpSpPr>
              <a:xfrm>
                <a:off x="686345" y="4959840"/>
                <a:ext cx="1580392" cy="1138111"/>
                <a:chOff x="735360" y="4366332"/>
                <a:chExt cx="2030888" cy="1138111"/>
              </a:xfrm>
            </p:grpSpPr>
            <p:sp>
              <p:nvSpPr>
                <p:cNvPr id="99" name="îṣlidê"/>
                <p:cNvSpPr txBox="1"/>
                <p:nvPr/>
              </p:nvSpPr>
              <p:spPr bwMode="auto">
                <a:xfrm>
                  <a:off x="735360" y="4366332"/>
                  <a:ext cx="20308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b="1" dirty="0"/>
                    <a:t>Text here</a:t>
                  </a:r>
                  <a:endParaRPr lang="en-US" altLang="zh-CN" b="1" dirty="0"/>
                </a:p>
              </p:txBody>
            </p:sp>
            <p:sp>
              <p:nvSpPr>
                <p:cNvPr id="100" name="íṣliďè"/>
                <p:cNvSpPr txBox="1"/>
                <p:nvPr/>
              </p:nvSpPr>
              <p:spPr>
                <a:xfrm>
                  <a:off x="735360" y="4808137"/>
                  <a:ext cx="2030888" cy="696306"/>
                </a:xfrm>
                <a:prstGeom prst="rect">
                  <a:avLst/>
                </a:prstGeom>
              </p:spPr>
              <p:txBody>
                <a:bodyPr wrap="square" anchor="t" anchorCtr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5pPr>
                  <a:lvl6pPr marL="25139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6pPr>
                  <a:lvl7pPr marL="29711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7pPr>
                  <a:lvl8pPr marL="34283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8pPr>
                  <a:lvl9pPr marL="38855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……</a:t>
                  </a:r>
                  <a:endParaRPr lang="zh-CN" altLang="en-US" sz="1100" dirty="0"/>
                </a:p>
              </p:txBody>
            </p:sp>
          </p:grpSp>
        </p:grpSp>
        <p:grpSp>
          <p:nvGrpSpPr>
            <p:cNvPr id="62" name="îšļîḓe"/>
            <p:cNvGrpSpPr/>
            <p:nvPr/>
          </p:nvGrpSpPr>
          <p:grpSpPr>
            <a:xfrm>
              <a:off x="2538865" y="4190166"/>
              <a:ext cx="1580392" cy="1907785"/>
              <a:chOff x="686345" y="4190166"/>
              <a:chExt cx="1580392" cy="1907785"/>
            </a:xfrm>
          </p:grpSpPr>
          <p:grpSp>
            <p:nvGrpSpPr>
              <p:cNvPr id="91" name="iṥḻiďé"/>
              <p:cNvGrpSpPr/>
              <p:nvPr/>
            </p:nvGrpSpPr>
            <p:grpSpPr>
              <a:xfrm>
                <a:off x="1134723" y="4190166"/>
                <a:ext cx="691418" cy="692506"/>
                <a:chOff x="1305039" y="3884262"/>
                <a:chExt cx="899312" cy="900726"/>
              </a:xfrm>
            </p:grpSpPr>
            <p:sp>
              <p:nvSpPr>
                <p:cNvPr id="95" name="íş1ídê"/>
                <p:cNvSpPr/>
                <p:nvPr/>
              </p:nvSpPr>
              <p:spPr bwMode="auto">
                <a:xfrm>
                  <a:off x="1305039" y="3884262"/>
                  <a:ext cx="899312" cy="90072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96" name="îṩļîḍê"/>
                <p:cNvSpPr/>
                <p:nvPr/>
              </p:nvSpPr>
              <p:spPr>
                <a:xfrm>
                  <a:off x="1573594" y="4148796"/>
                  <a:ext cx="362202" cy="371658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92" name="iṩḷíḑé"/>
              <p:cNvGrpSpPr/>
              <p:nvPr/>
            </p:nvGrpSpPr>
            <p:grpSpPr>
              <a:xfrm>
                <a:off x="686345" y="4959840"/>
                <a:ext cx="1580392" cy="1138111"/>
                <a:chOff x="735360" y="4366332"/>
                <a:chExt cx="2030888" cy="1138111"/>
              </a:xfrm>
            </p:grpSpPr>
            <p:sp>
              <p:nvSpPr>
                <p:cNvPr id="93" name="íṩḷîďe"/>
                <p:cNvSpPr txBox="1"/>
                <p:nvPr/>
              </p:nvSpPr>
              <p:spPr bwMode="auto">
                <a:xfrm>
                  <a:off x="735360" y="4366332"/>
                  <a:ext cx="20308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b="1" dirty="0"/>
                    <a:t>Text here</a:t>
                  </a:r>
                  <a:endParaRPr lang="en-US" altLang="zh-CN" b="1" dirty="0"/>
                </a:p>
              </p:txBody>
            </p:sp>
            <p:sp>
              <p:nvSpPr>
                <p:cNvPr id="94" name="ï$lîḓê"/>
                <p:cNvSpPr txBox="1"/>
                <p:nvPr/>
              </p:nvSpPr>
              <p:spPr>
                <a:xfrm>
                  <a:off x="735360" y="4808137"/>
                  <a:ext cx="2030888" cy="696306"/>
                </a:xfrm>
                <a:prstGeom prst="rect">
                  <a:avLst/>
                </a:prstGeom>
              </p:spPr>
              <p:txBody>
                <a:bodyPr wrap="square" anchor="t" anchorCtr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5pPr>
                  <a:lvl6pPr marL="25139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6pPr>
                  <a:lvl7pPr marL="29711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7pPr>
                  <a:lvl8pPr marL="34283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8pPr>
                  <a:lvl9pPr marL="38855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……</a:t>
                  </a:r>
                  <a:endParaRPr lang="zh-CN" altLang="en-US" sz="1100" dirty="0"/>
                </a:p>
              </p:txBody>
            </p:sp>
          </p:grpSp>
        </p:grpSp>
        <p:grpSp>
          <p:nvGrpSpPr>
            <p:cNvPr id="63" name="ïṡļíḓé"/>
            <p:cNvGrpSpPr/>
            <p:nvPr/>
          </p:nvGrpSpPr>
          <p:grpSpPr>
            <a:xfrm>
              <a:off x="4391385" y="4190166"/>
              <a:ext cx="1580392" cy="1907785"/>
              <a:chOff x="686345" y="4190166"/>
              <a:chExt cx="1580392" cy="1907785"/>
            </a:xfrm>
          </p:grpSpPr>
          <p:grpSp>
            <p:nvGrpSpPr>
              <p:cNvPr id="85" name="ïṥļiḑé"/>
              <p:cNvGrpSpPr/>
              <p:nvPr/>
            </p:nvGrpSpPr>
            <p:grpSpPr>
              <a:xfrm>
                <a:off x="1134723" y="4190166"/>
                <a:ext cx="691418" cy="692506"/>
                <a:chOff x="1305039" y="3884262"/>
                <a:chExt cx="899312" cy="900726"/>
              </a:xfrm>
            </p:grpSpPr>
            <p:sp>
              <p:nvSpPr>
                <p:cNvPr id="89" name="ï$1ídê"/>
                <p:cNvSpPr/>
                <p:nvPr/>
              </p:nvSpPr>
              <p:spPr bwMode="auto">
                <a:xfrm>
                  <a:off x="1305039" y="3884262"/>
                  <a:ext cx="899312" cy="90072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90" name="îṥ1iḍé"/>
                <p:cNvSpPr/>
                <p:nvPr/>
              </p:nvSpPr>
              <p:spPr>
                <a:xfrm>
                  <a:off x="1573594" y="4148796"/>
                  <a:ext cx="362202" cy="371658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86" name="íṧḻiḓe"/>
              <p:cNvGrpSpPr/>
              <p:nvPr/>
            </p:nvGrpSpPr>
            <p:grpSpPr>
              <a:xfrm>
                <a:off x="686345" y="4959840"/>
                <a:ext cx="1580392" cy="1138111"/>
                <a:chOff x="735360" y="4366332"/>
                <a:chExt cx="2030888" cy="1138111"/>
              </a:xfrm>
            </p:grpSpPr>
            <p:sp>
              <p:nvSpPr>
                <p:cNvPr id="87" name="iṧḷîḋe"/>
                <p:cNvSpPr txBox="1"/>
                <p:nvPr/>
              </p:nvSpPr>
              <p:spPr bwMode="auto">
                <a:xfrm>
                  <a:off x="735360" y="4366332"/>
                  <a:ext cx="20308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b="1" dirty="0"/>
                    <a:t>Text here</a:t>
                  </a:r>
                  <a:endParaRPr lang="en-US" altLang="zh-CN" b="1" dirty="0"/>
                </a:p>
              </p:txBody>
            </p:sp>
            <p:sp>
              <p:nvSpPr>
                <p:cNvPr id="88" name="îsliḑé"/>
                <p:cNvSpPr txBox="1"/>
                <p:nvPr/>
              </p:nvSpPr>
              <p:spPr>
                <a:xfrm>
                  <a:off x="735360" y="4808137"/>
                  <a:ext cx="2030888" cy="696306"/>
                </a:xfrm>
                <a:prstGeom prst="rect">
                  <a:avLst/>
                </a:prstGeom>
              </p:spPr>
              <p:txBody>
                <a:bodyPr wrap="square" anchor="t" anchorCtr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5pPr>
                  <a:lvl6pPr marL="25139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6pPr>
                  <a:lvl7pPr marL="29711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7pPr>
                  <a:lvl8pPr marL="34283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8pPr>
                  <a:lvl9pPr marL="38855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……</a:t>
                  </a:r>
                  <a:endParaRPr lang="zh-CN" altLang="en-US" sz="1100" dirty="0"/>
                </a:p>
              </p:txBody>
            </p:sp>
          </p:grpSp>
        </p:grpSp>
        <p:grpSp>
          <p:nvGrpSpPr>
            <p:cNvPr id="64" name="îŝlïḑè"/>
            <p:cNvGrpSpPr/>
            <p:nvPr/>
          </p:nvGrpSpPr>
          <p:grpSpPr>
            <a:xfrm>
              <a:off x="6243905" y="4190166"/>
              <a:ext cx="1580392" cy="1907785"/>
              <a:chOff x="686345" y="4190166"/>
              <a:chExt cx="1580392" cy="1907785"/>
            </a:xfrm>
          </p:grpSpPr>
          <p:grpSp>
            <p:nvGrpSpPr>
              <p:cNvPr id="79" name="ïŝlîdê"/>
              <p:cNvGrpSpPr/>
              <p:nvPr/>
            </p:nvGrpSpPr>
            <p:grpSpPr>
              <a:xfrm>
                <a:off x="1134723" y="4190166"/>
                <a:ext cx="691418" cy="692506"/>
                <a:chOff x="1305039" y="3884262"/>
                <a:chExt cx="899312" cy="900726"/>
              </a:xfrm>
            </p:grpSpPr>
            <p:sp>
              <p:nvSpPr>
                <p:cNvPr id="83" name="iṣḷiḋê"/>
                <p:cNvSpPr/>
                <p:nvPr/>
              </p:nvSpPr>
              <p:spPr bwMode="auto">
                <a:xfrm>
                  <a:off x="1305039" y="3884262"/>
                  <a:ext cx="899312" cy="90072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84" name="iṣliḍê"/>
                <p:cNvSpPr/>
                <p:nvPr/>
              </p:nvSpPr>
              <p:spPr>
                <a:xfrm>
                  <a:off x="1573594" y="4148796"/>
                  <a:ext cx="362202" cy="371658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80" name="iŝľíďé"/>
              <p:cNvGrpSpPr/>
              <p:nvPr/>
            </p:nvGrpSpPr>
            <p:grpSpPr>
              <a:xfrm>
                <a:off x="686345" y="4959840"/>
                <a:ext cx="1580392" cy="1138111"/>
                <a:chOff x="735360" y="4366332"/>
                <a:chExt cx="2030888" cy="1138111"/>
              </a:xfrm>
            </p:grpSpPr>
            <p:sp>
              <p:nvSpPr>
                <p:cNvPr id="81" name="îśľîďê"/>
                <p:cNvSpPr txBox="1"/>
                <p:nvPr/>
              </p:nvSpPr>
              <p:spPr bwMode="auto">
                <a:xfrm>
                  <a:off x="735360" y="4366332"/>
                  <a:ext cx="20308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b="1" dirty="0"/>
                    <a:t>Text here</a:t>
                  </a:r>
                  <a:endParaRPr lang="en-US" altLang="zh-CN" b="1" dirty="0"/>
                </a:p>
              </p:txBody>
            </p:sp>
            <p:sp>
              <p:nvSpPr>
                <p:cNvPr id="82" name="ïṩ1iḍe"/>
                <p:cNvSpPr txBox="1"/>
                <p:nvPr/>
              </p:nvSpPr>
              <p:spPr>
                <a:xfrm>
                  <a:off x="735360" y="4808137"/>
                  <a:ext cx="2030888" cy="696306"/>
                </a:xfrm>
                <a:prstGeom prst="rect">
                  <a:avLst/>
                </a:prstGeom>
              </p:spPr>
              <p:txBody>
                <a:bodyPr wrap="square" anchor="t" anchorCtr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5pPr>
                  <a:lvl6pPr marL="25139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6pPr>
                  <a:lvl7pPr marL="29711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7pPr>
                  <a:lvl8pPr marL="34283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8pPr>
                  <a:lvl9pPr marL="38855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……</a:t>
                  </a:r>
                  <a:endParaRPr lang="zh-CN" altLang="en-US" sz="1100" dirty="0"/>
                </a:p>
              </p:txBody>
            </p:sp>
          </p:grpSp>
        </p:grpSp>
        <p:grpSp>
          <p:nvGrpSpPr>
            <p:cNvPr id="65" name="íś1ïḓe"/>
            <p:cNvGrpSpPr/>
            <p:nvPr/>
          </p:nvGrpSpPr>
          <p:grpSpPr>
            <a:xfrm>
              <a:off x="8096425" y="4190166"/>
              <a:ext cx="1580392" cy="1907785"/>
              <a:chOff x="686345" y="4190166"/>
              <a:chExt cx="1580392" cy="1907785"/>
            </a:xfrm>
          </p:grpSpPr>
          <p:grpSp>
            <p:nvGrpSpPr>
              <p:cNvPr id="73" name="îšḻiḓe"/>
              <p:cNvGrpSpPr/>
              <p:nvPr/>
            </p:nvGrpSpPr>
            <p:grpSpPr>
              <a:xfrm>
                <a:off x="1134723" y="4190166"/>
                <a:ext cx="691418" cy="692506"/>
                <a:chOff x="1305039" y="3884262"/>
                <a:chExt cx="899312" cy="900726"/>
              </a:xfrm>
            </p:grpSpPr>
            <p:sp>
              <p:nvSpPr>
                <p:cNvPr id="77" name="íśḻidé"/>
                <p:cNvSpPr/>
                <p:nvPr/>
              </p:nvSpPr>
              <p:spPr bwMode="auto">
                <a:xfrm>
                  <a:off x="1305039" y="3884262"/>
                  <a:ext cx="899312" cy="90072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78" name="îṧļîḋè"/>
                <p:cNvSpPr/>
                <p:nvPr/>
              </p:nvSpPr>
              <p:spPr>
                <a:xfrm>
                  <a:off x="1573594" y="4148796"/>
                  <a:ext cx="362202" cy="371658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74" name="îşḷíḓê"/>
              <p:cNvGrpSpPr/>
              <p:nvPr/>
            </p:nvGrpSpPr>
            <p:grpSpPr>
              <a:xfrm>
                <a:off x="686345" y="4959840"/>
                <a:ext cx="1580392" cy="1138111"/>
                <a:chOff x="735360" y="4366332"/>
                <a:chExt cx="2030888" cy="1138111"/>
              </a:xfrm>
            </p:grpSpPr>
            <p:sp>
              <p:nvSpPr>
                <p:cNvPr id="75" name="iṩlídé"/>
                <p:cNvSpPr txBox="1"/>
                <p:nvPr/>
              </p:nvSpPr>
              <p:spPr bwMode="auto">
                <a:xfrm>
                  <a:off x="735360" y="4366332"/>
                  <a:ext cx="20308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b="1" dirty="0"/>
                    <a:t>Text here</a:t>
                  </a:r>
                  <a:endParaRPr lang="en-US" altLang="zh-CN" b="1" dirty="0"/>
                </a:p>
              </p:txBody>
            </p:sp>
            <p:sp>
              <p:nvSpPr>
                <p:cNvPr id="76" name="íşľïďê"/>
                <p:cNvSpPr txBox="1"/>
                <p:nvPr/>
              </p:nvSpPr>
              <p:spPr>
                <a:xfrm>
                  <a:off x="735360" y="4808137"/>
                  <a:ext cx="2030888" cy="696306"/>
                </a:xfrm>
                <a:prstGeom prst="rect">
                  <a:avLst/>
                </a:prstGeom>
              </p:spPr>
              <p:txBody>
                <a:bodyPr wrap="square" anchor="t" anchorCtr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5pPr>
                  <a:lvl6pPr marL="25139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6pPr>
                  <a:lvl7pPr marL="29711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7pPr>
                  <a:lvl8pPr marL="34283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8pPr>
                  <a:lvl9pPr marL="38855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……</a:t>
                  </a:r>
                  <a:endParaRPr lang="zh-CN" altLang="en-US" sz="1100" dirty="0"/>
                </a:p>
              </p:txBody>
            </p:sp>
          </p:grpSp>
        </p:grpSp>
        <p:grpSp>
          <p:nvGrpSpPr>
            <p:cNvPr id="66" name="íşḷíḍe"/>
            <p:cNvGrpSpPr/>
            <p:nvPr/>
          </p:nvGrpSpPr>
          <p:grpSpPr>
            <a:xfrm>
              <a:off x="9948945" y="4190166"/>
              <a:ext cx="1580392" cy="1907785"/>
              <a:chOff x="686345" y="4190166"/>
              <a:chExt cx="1580392" cy="1907785"/>
            </a:xfrm>
          </p:grpSpPr>
          <p:grpSp>
            <p:nvGrpSpPr>
              <p:cNvPr id="67" name="í$ľîdê"/>
              <p:cNvGrpSpPr/>
              <p:nvPr/>
            </p:nvGrpSpPr>
            <p:grpSpPr>
              <a:xfrm>
                <a:off x="1134723" y="4190166"/>
                <a:ext cx="691418" cy="692506"/>
                <a:chOff x="1305039" y="3884262"/>
                <a:chExt cx="899312" cy="900726"/>
              </a:xfrm>
            </p:grpSpPr>
            <p:sp>
              <p:nvSpPr>
                <p:cNvPr id="71" name="îş1íḍe"/>
                <p:cNvSpPr/>
                <p:nvPr/>
              </p:nvSpPr>
              <p:spPr bwMode="auto">
                <a:xfrm>
                  <a:off x="1305039" y="3884262"/>
                  <a:ext cx="899312" cy="90072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72" name="íşlíďê"/>
                <p:cNvSpPr/>
                <p:nvPr/>
              </p:nvSpPr>
              <p:spPr>
                <a:xfrm>
                  <a:off x="1573594" y="4148796"/>
                  <a:ext cx="362202" cy="371658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68" name="í$ḻíḑé"/>
              <p:cNvGrpSpPr/>
              <p:nvPr/>
            </p:nvGrpSpPr>
            <p:grpSpPr>
              <a:xfrm>
                <a:off x="686345" y="4959840"/>
                <a:ext cx="1580392" cy="1138111"/>
                <a:chOff x="735360" y="4366332"/>
                <a:chExt cx="2030888" cy="1138111"/>
              </a:xfrm>
            </p:grpSpPr>
            <p:sp>
              <p:nvSpPr>
                <p:cNvPr id="69" name="ïṧļîḍé"/>
                <p:cNvSpPr txBox="1"/>
                <p:nvPr/>
              </p:nvSpPr>
              <p:spPr bwMode="auto">
                <a:xfrm>
                  <a:off x="735360" y="4366332"/>
                  <a:ext cx="20308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b="1" dirty="0"/>
                    <a:t>Text here</a:t>
                  </a:r>
                  <a:endParaRPr lang="en-US" altLang="zh-CN" b="1" dirty="0"/>
                </a:p>
              </p:txBody>
            </p:sp>
            <p:sp>
              <p:nvSpPr>
                <p:cNvPr id="70" name="ísḻiḑè"/>
                <p:cNvSpPr txBox="1"/>
                <p:nvPr/>
              </p:nvSpPr>
              <p:spPr>
                <a:xfrm>
                  <a:off x="735360" y="4808137"/>
                  <a:ext cx="2030888" cy="696306"/>
                </a:xfrm>
                <a:prstGeom prst="rect">
                  <a:avLst/>
                </a:prstGeom>
              </p:spPr>
              <p:txBody>
                <a:bodyPr wrap="square" anchor="t" anchorCtr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</a:defRPr>
                  </a:lvl5pPr>
                  <a:lvl6pPr marL="25139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6pPr>
                  <a:lvl7pPr marL="29711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7pPr>
                  <a:lvl8pPr marL="34283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8pPr>
                  <a:lvl9pPr marL="3885565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Supporting text here. </a:t>
                  </a:r>
                  <a:endParaRPr lang="en-US" altLang="zh-CN" sz="1100" dirty="0"/>
                </a:p>
                <a:p>
                  <a:pPr marL="0" indent="0" algn="ctr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100" dirty="0"/>
                    <a:t>……</a:t>
                  </a:r>
                  <a:endParaRPr lang="zh-CN" altLang="en-US" sz="1100" dirty="0"/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430532" y="1674001"/>
            <a:ext cx="5330936" cy="3916400"/>
            <a:chOff x="876000" y="1136259"/>
            <a:chExt cx="6248400" cy="4590421"/>
          </a:xfrm>
        </p:grpSpPr>
        <p:grpSp>
          <p:nvGrpSpPr>
            <p:cNvPr id="6" name="Group 8"/>
            <p:cNvGrpSpPr>
              <a:grpSpLocks noChangeAspect="1"/>
            </p:cNvGrpSpPr>
            <p:nvPr/>
          </p:nvGrpSpPr>
          <p:grpSpPr>
            <a:xfrm>
              <a:off x="876000" y="3135880"/>
              <a:ext cx="6248400" cy="2590800"/>
              <a:chOff x="3962400" y="3409950"/>
              <a:chExt cx="3124200" cy="1295400"/>
            </a:xfrm>
            <a:solidFill>
              <a:schemeClr val="tx1">
                <a:lumMod val="85000"/>
                <a:lumOff val="15000"/>
              </a:schemeClr>
            </a:solidFill>
            <a:effectLst/>
          </p:grpSpPr>
          <p:sp>
            <p:nvSpPr>
              <p:cNvPr id="15" name="Freeform 208"/>
              <p:cNvSpPr/>
              <p:nvPr/>
            </p:nvSpPr>
            <p:spPr bwMode="auto">
              <a:xfrm>
                <a:off x="3981382" y="3824784"/>
                <a:ext cx="3082442" cy="880566"/>
              </a:xfrm>
              <a:custGeom>
                <a:avLst/>
                <a:gdLst/>
                <a:ahLst/>
                <a:cxnLst>
                  <a:cxn ang="0">
                    <a:pos x="817" y="22"/>
                  </a:cxn>
                  <a:cxn ang="0">
                    <a:pos x="817" y="25"/>
                  </a:cxn>
                  <a:cxn ang="0">
                    <a:pos x="816" y="28"/>
                  </a:cxn>
                  <a:cxn ang="0">
                    <a:pos x="815" y="31"/>
                  </a:cxn>
                  <a:cxn ang="0">
                    <a:pos x="813" y="34"/>
                  </a:cxn>
                  <a:cxn ang="0">
                    <a:pos x="811" y="36"/>
                  </a:cxn>
                  <a:cxn ang="0">
                    <a:pos x="807" y="40"/>
                  </a:cxn>
                  <a:cxn ang="0">
                    <a:pos x="803" y="43"/>
                  </a:cxn>
                  <a:cxn ang="0">
                    <a:pos x="317" y="326"/>
                  </a:cxn>
                  <a:cxn ang="0">
                    <a:pos x="298" y="336"/>
                  </a:cxn>
                  <a:cxn ang="0">
                    <a:pos x="292" y="338"/>
                  </a:cxn>
                  <a:cxn ang="0">
                    <a:pos x="284" y="340"/>
                  </a:cxn>
                  <a:cxn ang="0">
                    <a:pos x="276" y="341"/>
                  </a:cxn>
                  <a:cxn ang="0">
                    <a:pos x="271" y="342"/>
                  </a:cxn>
                  <a:cxn ang="0">
                    <a:pos x="269" y="342"/>
                  </a:cxn>
                  <a:cxn ang="0">
                    <a:pos x="266" y="342"/>
                  </a:cxn>
                  <a:cxn ang="0">
                    <a:pos x="265" y="342"/>
                  </a:cxn>
                  <a:cxn ang="0">
                    <a:pos x="263" y="342"/>
                  </a:cxn>
                  <a:cxn ang="0">
                    <a:pos x="258" y="341"/>
                  </a:cxn>
                  <a:cxn ang="0">
                    <a:pos x="253" y="341"/>
                  </a:cxn>
                  <a:cxn ang="0">
                    <a:pos x="248" y="340"/>
                  </a:cxn>
                  <a:cxn ang="0">
                    <a:pos x="243" y="339"/>
                  </a:cxn>
                  <a:cxn ang="0">
                    <a:pos x="234" y="336"/>
                  </a:cxn>
                  <a:cxn ang="0">
                    <a:pos x="16" y="210"/>
                  </a:cxn>
                  <a:cxn ang="0">
                    <a:pos x="16" y="217"/>
                  </a:cxn>
                  <a:cxn ang="0">
                    <a:pos x="234" y="343"/>
                  </a:cxn>
                  <a:cxn ang="0">
                    <a:pos x="243" y="346"/>
                  </a:cxn>
                  <a:cxn ang="0">
                    <a:pos x="248" y="347"/>
                  </a:cxn>
                  <a:cxn ang="0">
                    <a:pos x="253" y="348"/>
                  </a:cxn>
                  <a:cxn ang="0">
                    <a:pos x="258" y="349"/>
                  </a:cxn>
                  <a:cxn ang="0">
                    <a:pos x="263" y="349"/>
                  </a:cxn>
                  <a:cxn ang="0">
                    <a:pos x="265" y="349"/>
                  </a:cxn>
                  <a:cxn ang="0">
                    <a:pos x="266" y="349"/>
                  </a:cxn>
                  <a:cxn ang="0">
                    <a:pos x="269" y="349"/>
                  </a:cxn>
                  <a:cxn ang="0">
                    <a:pos x="271" y="349"/>
                  </a:cxn>
                  <a:cxn ang="0">
                    <a:pos x="276" y="349"/>
                  </a:cxn>
                  <a:cxn ang="0">
                    <a:pos x="284" y="347"/>
                  </a:cxn>
                  <a:cxn ang="0">
                    <a:pos x="292" y="345"/>
                  </a:cxn>
                  <a:cxn ang="0">
                    <a:pos x="298" y="343"/>
                  </a:cxn>
                  <a:cxn ang="0">
                    <a:pos x="317" y="333"/>
                  </a:cxn>
                  <a:cxn ang="0">
                    <a:pos x="803" y="50"/>
                  </a:cxn>
                  <a:cxn ang="0">
                    <a:pos x="807" y="47"/>
                  </a:cxn>
                  <a:cxn ang="0">
                    <a:pos x="811" y="43"/>
                  </a:cxn>
                  <a:cxn ang="0">
                    <a:pos x="813" y="41"/>
                  </a:cxn>
                  <a:cxn ang="0">
                    <a:pos x="815" y="38"/>
                  </a:cxn>
                  <a:cxn ang="0">
                    <a:pos x="816" y="35"/>
                  </a:cxn>
                  <a:cxn ang="0">
                    <a:pos x="817" y="32"/>
                  </a:cxn>
                  <a:cxn ang="0">
                    <a:pos x="817" y="29"/>
                  </a:cxn>
                </a:cxnLst>
                <a:rect l="0" t="0" r="r" b="b"/>
                <a:pathLst>
                  <a:path w="817" h="349">
                    <a:moveTo>
                      <a:pt x="817" y="0"/>
                    </a:moveTo>
                    <a:cubicBezTo>
                      <a:pt x="817" y="0"/>
                      <a:pt x="817" y="1"/>
                      <a:pt x="817" y="1"/>
                    </a:cubicBezTo>
                    <a:cubicBezTo>
                      <a:pt x="817" y="8"/>
                      <a:pt x="817" y="15"/>
                      <a:pt x="817" y="22"/>
                    </a:cubicBezTo>
                    <a:cubicBezTo>
                      <a:pt x="817" y="22"/>
                      <a:pt x="817" y="22"/>
                      <a:pt x="817" y="22"/>
                    </a:cubicBezTo>
                    <a:cubicBezTo>
                      <a:pt x="817" y="23"/>
                      <a:pt x="817" y="23"/>
                      <a:pt x="817" y="24"/>
                    </a:cubicBezTo>
                    <a:cubicBezTo>
                      <a:pt x="817" y="24"/>
                      <a:pt x="817" y="25"/>
                      <a:pt x="817" y="25"/>
                    </a:cubicBezTo>
                    <a:cubicBezTo>
                      <a:pt x="817" y="26"/>
                      <a:pt x="817" y="26"/>
                      <a:pt x="817" y="26"/>
                    </a:cubicBezTo>
                    <a:cubicBezTo>
                      <a:pt x="817" y="27"/>
                      <a:pt x="817" y="27"/>
                      <a:pt x="817" y="27"/>
                    </a:cubicBezTo>
                    <a:cubicBezTo>
                      <a:pt x="817" y="27"/>
                      <a:pt x="816" y="28"/>
                      <a:pt x="816" y="28"/>
                    </a:cubicBezTo>
                    <a:cubicBezTo>
                      <a:pt x="816" y="29"/>
                      <a:pt x="816" y="29"/>
                      <a:pt x="816" y="29"/>
                    </a:cubicBezTo>
                    <a:cubicBezTo>
                      <a:pt x="816" y="30"/>
                      <a:pt x="816" y="30"/>
                      <a:pt x="816" y="30"/>
                    </a:cubicBezTo>
                    <a:cubicBezTo>
                      <a:pt x="816" y="30"/>
                      <a:pt x="815" y="31"/>
                      <a:pt x="815" y="31"/>
                    </a:cubicBezTo>
                    <a:cubicBezTo>
                      <a:pt x="815" y="32"/>
                      <a:pt x="815" y="32"/>
                      <a:pt x="815" y="32"/>
                    </a:cubicBezTo>
                    <a:cubicBezTo>
                      <a:pt x="814" y="32"/>
                      <a:pt x="814" y="32"/>
                      <a:pt x="814" y="32"/>
                    </a:cubicBezTo>
                    <a:cubicBezTo>
                      <a:pt x="814" y="33"/>
                      <a:pt x="813" y="34"/>
                      <a:pt x="813" y="34"/>
                    </a:cubicBezTo>
                    <a:cubicBezTo>
                      <a:pt x="813" y="35"/>
                      <a:pt x="813" y="35"/>
                      <a:pt x="813" y="35"/>
                    </a:cubicBezTo>
                    <a:cubicBezTo>
                      <a:pt x="812" y="35"/>
                      <a:pt x="812" y="36"/>
                      <a:pt x="812" y="36"/>
                    </a:cubicBezTo>
                    <a:cubicBezTo>
                      <a:pt x="811" y="36"/>
                      <a:pt x="811" y="36"/>
                      <a:pt x="811" y="36"/>
                    </a:cubicBezTo>
                    <a:cubicBezTo>
                      <a:pt x="811" y="37"/>
                      <a:pt x="810" y="38"/>
                      <a:pt x="809" y="38"/>
                    </a:cubicBezTo>
                    <a:cubicBezTo>
                      <a:pt x="809" y="39"/>
                      <a:pt x="809" y="39"/>
                      <a:pt x="809" y="39"/>
                    </a:cubicBezTo>
                    <a:cubicBezTo>
                      <a:pt x="809" y="39"/>
                      <a:pt x="808" y="39"/>
                      <a:pt x="807" y="40"/>
                    </a:cubicBezTo>
                    <a:cubicBezTo>
                      <a:pt x="807" y="40"/>
                      <a:pt x="806" y="41"/>
                      <a:pt x="806" y="41"/>
                    </a:cubicBezTo>
                    <a:cubicBezTo>
                      <a:pt x="805" y="41"/>
                      <a:pt x="805" y="42"/>
                      <a:pt x="804" y="42"/>
                    </a:cubicBezTo>
                    <a:cubicBezTo>
                      <a:pt x="804" y="43"/>
                      <a:pt x="803" y="43"/>
                      <a:pt x="803" y="43"/>
                    </a:cubicBezTo>
                    <a:cubicBezTo>
                      <a:pt x="802" y="44"/>
                      <a:pt x="802" y="44"/>
                      <a:pt x="802" y="44"/>
                    </a:cubicBezTo>
                    <a:cubicBezTo>
                      <a:pt x="777" y="58"/>
                      <a:pt x="777" y="58"/>
                      <a:pt x="777" y="58"/>
                    </a:cubicBezTo>
                    <a:cubicBezTo>
                      <a:pt x="317" y="326"/>
                      <a:pt x="317" y="326"/>
                      <a:pt x="317" y="326"/>
                    </a:cubicBezTo>
                    <a:cubicBezTo>
                      <a:pt x="304" y="333"/>
                      <a:pt x="304" y="333"/>
                      <a:pt x="304" y="333"/>
                    </a:cubicBezTo>
                    <a:cubicBezTo>
                      <a:pt x="303" y="334"/>
                      <a:pt x="301" y="335"/>
                      <a:pt x="299" y="335"/>
                    </a:cubicBezTo>
                    <a:cubicBezTo>
                      <a:pt x="299" y="336"/>
                      <a:pt x="298" y="336"/>
                      <a:pt x="298" y="336"/>
                    </a:cubicBezTo>
                    <a:cubicBezTo>
                      <a:pt x="296" y="337"/>
                      <a:pt x="295" y="337"/>
                      <a:pt x="293" y="338"/>
                    </a:cubicBezTo>
                    <a:cubicBezTo>
                      <a:pt x="293" y="338"/>
                      <a:pt x="293" y="338"/>
                      <a:pt x="293" y="338"/>
                    </a:cubicBezTo>
                    <a:cubicBezTo>
                      <a:pt x="292" y="338"/>
                      <a:pt x="292" y="338"/>
                      <a:pt x="292" y="338"/>
                    </a:cubicBezTo>
                    <a:cubicBezTo>
                      <a:pt x="291" y="339"/>
                      <a:pt x="290" y="339"/>
                      <a:pt x="289" y="339"/>
                    </a:cubicBezTo>
                    <a:cubicBezTo>
                      <a:pt x="289" y="339"/>
                      <a:pt x="288" y="339"/>
                      <a:pt x="287" y="340"/>
                    </a:cubicBezTo>
                    <a:cubicBezTo>
                      <a:pt x="286" y="340"/>
                      <a:pt x="285" y="340"/>
                      <a:pt x="284" y="340"/>
                    </a:cubicBezTo>
                    <a:cubicBezTo>
                      <a:pt x="284" y="340"/>
                      <a:pt x="283" y="340"/>
                      <a:pt x="283" y="341"/>
                    </a:cubicBezTo>
                    <a:cubicBezTo>
                      <a:pt x="282" y="341"/>
                      <a:pt x="282" y="341"/>
                      <a:pt x="282" y="341"/>
                    </a:cubicBezTo>
                    <a:cubicBezTo>
                      <a:pt x="280" y="341"/>
                      <a:pt x="278" y="341"/>
                      <a:pt x="276" y="341"/>
                    </a:cubicBezTo>
                    <a:cubicBezTo>
                      <a:pt x="276" y="341"/>
                      <a:pt x="276" y="341"/>
                      <a:pt x="276" y="341"/>
                    </a:cubicBezTo>
                    <a:cubicBezTo>
                      <a:pt x="275" y="342"/>
                      <a:pt x="275" y="342"/>
                      <a:pt x="274" y="342"/>
                    </a:cubicBezTo>
                    <a:cubicBezTo>
                      <a:pt x="273" y="342"/>
                      <a:pt x="272" y="342"/>
                      <a:pt x="271" y="342"/>
                    </a:cubicBezTo>
                    <a:cubicBezTo>
                      <a:pt x="270" y="342"/>
                      <a:pt x="270" y="342"/>
                      <a:pt x="270" y="342"/>
                    </a:cubicBezTo>
                    <a:cubicBezTo>
                      <a:pt x="270" y="342"/>
                      <a:pt x="269" y="342"/>
                      <a:pt x="269" y="342"/>
                    </a:cubicBezTo>
                    <a:cubicBezTo>
                      <a:pt x="269" y="342"/>
                      <a:pt x="269" y="342"/>
                      <a:pt x="269" y="342"/>
                    </a:cubicBezTo>
                    <a:cubicBezTo>
                      <a:pt x="269" y="342"/>
                      <a:pt x="269" y="342"/>
                      <a:pt x="269" y="342"/>
                    </a:cubicBezTo>
                    <a:cubicBezTo>
                      <a:pt x="269" y="342"/>
                      <a:pt x="268" y="342"/>
                      <a:pt x="268" y="342"/>
                    </a:cubicBezTo>
                    <a:cubicBezTo>
                      <a:pt x="268" y="342"/>
                      <a:pt x="267" y="342"/>
                      <a:pt x="266" y="342"/>
                    </a:cubicBezTo>
                    <a:cubicBezTo>
                      <a:pt x="266" y="342"/>
                      <a:pt x="266" y="342"/>
                      <a:pt x="265" y="342"/>
                    </a:cubicBezTo>
                    <a:cubicBezTo>
                      <a:pt x="265" y="342"/>
                      <a:pt x="265" y="342"/>
                      <a:pt x="265" y="342"/>
                    </a:cubicBezTo>
                    <a:cubicBezTo>
                      <a:pt x="265" y="342"/>
                      <a:pt x="265" y="342"/>
                      <a:pt x="265" y="342"/>
                    </a:cubicBezTo>
                    <a:cubicBezTo>
                      <a:pt x="265" y="342"/>
                      <a:pt x="265" y="342"/>
                      <a:pt x="264" y="342"/>
                    </a:cubicBezTo>
                    <a:cubicBezTo>
                      <a:pt x="264" y="342"/>
                      <a:pt x="264" y="342"/>
                      <a:pt x="264" y="342"/>
                    </a:cubicBezTo>
                    <a:cubicBezTo>
                      <a:pt x="264" y="342"/>
                      <a:pt x="263" y="342"/>
                      <a:pt x="263" y="342"/>
                    </a:cubicBezTo>
                    <a:cubicBezTo>
                      <a:pt x="262" y="342"/>
                      <a:pt x="261" y="342"/>
                      <a:pt x="260" y="342"/>
                    </a:cubicBezTo>
                    <a:cubicBezTo>
                      <a:pt x="260" y="342"/>
                      <a:pt x="259" y="342"/>
                      <a:pt x="259" y="342"/>
                    </a:cubicBezTo>
                    <a:cubicBezTo>
                      <a:pt x="259" y="342"/>
                      <a:pt x="258" y="342"/>
                      <a:pt x="258" y="341"/>
                    </a:cubicBezTo>
                    <a:cubicBezTo>
                      <a:pt x="257" y="341"/>
                      <a:pt x="256" y="341"/>
                      <a:pt x="255" y="341"/>
                    </a:cubicBezTo>
                    <a:cubicBezTo>
                      <a:pt x="255" y="341"/>
                      <a:pt x="254" y="341"/>
                      <a:pt x="254" y="341"/>
                    </a:cubicBezTo>
                    <a:cubicBezTo>
                      <a:pt x="254" y="341"/>
                      <a:pt x="253" y="341"/>
                      <a:pt x="253" y="341"/>
                    </a:cubicBezTo>
                    <a:cubicBezTo>
                      <a:pt x="252" y="341"/>
                      <a:pt x="251" y="341"/>
                      <a:pt x="250" y="340"/>
                    </a:cubicBezTo>
                    <a:cubicBezTo>
                      <a:pt x="250" y="340"/>
                      <a:pt x="249" y="340"/>
                      <a:pt x="249" y="340"/>
                    </a:cubicBezTo>
                    <a:cubicBezTo>
                      <a:pt x="248" y="340"/>
                      <a:pt x="248" y="340"/>
                      <a:pt x="248" y="340"/>
                    </a:cubicBezTo>
                    <a:cubicBezTo>
                      <a:pt x="247" y="340"/>
                      <a:pt x="246" y="339"/>
                      <a:pt x="244" y="339"/>
                    </a:cubicBezTo>
                    <a:cubicBezTo>
                      <a:pt x="244" y="339"/>
                      <a:pt x="244" y="339"/>
                      <a:pt x="243" y="339"/>
                    </a:cubicBezTo>
                    <a:cubicBezTo>
                      <a:pt x="243" y="339"/>
                      <a:pt x="243" y="339"/>
                      <a:pt x="243" y="339"/>
                    </a:cubicBezTo>
                    <a:cubicBezTo>
                      <a:pt x="241" y="338"/>
                      <a:pt x="239" y="337"/>
                      <a:pt x="237" y="337"/>
                    </a:cubicBezTo>
                    <a:cubicBezTo>
                      <a:pt x="237" y="337"/>
                      <a:pt x="237" y="337"/>
                      <a:pt x="237" y="337"/>
                    </a:cubicBezTo>
                    <a:cubicBezTo>
                      <a:pt x="236" y="336"/>
                      <a:pt x="235" y="336"/>
                      <a:pt x="234" y="336"/>
                    </a:cubicBezTo>
                    <a:cubicBezTo>
                      <a:pt x="234" y="335"/>
                      <a:pt x="233" y="335"/>
                      <a:pt x="233" y="335"/>
                    </a:cubicBezTo>
                    <a:cubicBezTo>
                      <a:pt x="232" y="334"/>
                      <a:pt x="230" y="334"/>
                      <a:pt x="229" y="333"/>
                    </a:cubicBezTo>
                    <a:cubicBezTo>
                      <a:pt x="16" y="210"/>
                      <a:pt x="16" y="210"/>
                      <a:pt x="16" y="210"/>
                    </a:cubicBezTo>
                    <a:cubicBezTo>
                      <a:pt x="6" y="204"/>
                      <a:pt x="1" y="197"/>
                      <a:pt x="1" y="189"/>
                    </a:cubicBezTo>
                    <a:cubicBezTo>
                      <a:pt x="1" y="195"/>
                      <a:pt x="1" y="195"/>
                      <a:pt x="1" y="195"/>
                    </a:cubicBezTo>
                    <a:cubicBezTo>
                      <a:pt x="0" y="203"/>
                      <a:pt x="6" y="211"/>
                      <a:pt x="16" y="217"/>
                    </a:cubicBezTo>
                    <a:cubicBezTo>
                      <a:pt x="229" y="340"/>
                      <a:pt x="229" y="340"/>
                      <a:pt x="229" y="340"/>
                    </a:cubicBezTo>
                    <a:cubicBezTo>
                      <a:pt x="230" y="341"/>
                      <a:pt x="232" y="341"/>
                      <a:pt x="233" y="342"/>
                    </a:cubicBezTo>
                    <a:cubicBezTo>
                      <a:pt x="233" y="342"/>
                      <a:pt x="234" y="342"/>
                      <a:pt x="234" y="343"/>
                    </a:cubicBezTo>
                    <a:cubicBezTo>
                      <a:pt x="235" y="343"/>
                      <a:pt x="236" y="343"/>
                      <a:pt x="237" y="344"/>
                    </a:cubicBezTo>
                    <a:cubicBezTo>
                      <a:pt x="237" y="344"/>
                      <a:pt x="237" y="344"/>
                      <a:pt x="237" y="344"/>
                    </a:cubicBezTo>
                    <a:cubicBezTo>
                      <a:pt x="239" y="345"/>
                      <a:pt x="241" y="345"/>
                      <a:pt x="243" y="346"/>
                    </a:cubicBezTo>
                    <a:cubicBezTo>
                      <a:pt x="243" y="346"/>
                      <a:pt x="243" y="346"/>
                      <a:pt x="243" y="346"/>
                    </a:cubicBezTo>
                    <a:cubicBezTo>
                      <a:pt x="244" y="346"/>
                      <a:pt x="244" y="346"/>
                      <a:pt x="244" y="346"/>
                    </a:cubicBezTo>
                    <a:cubicBezTo>
                      <a:pt x="246" y="346"/>
                      <a:pt x="247" y="347"/>
                      <a:pt x="248" y="347"/>
                    </a:cubicBezTo>
                    <a:cubicBezTo>
                      <a:pt x="249" y="347"/>
                      <a:pt x="249" y="347"/>
                      <a:pt x="249" y="347"/>
                    </a:cubicBezTo>
                    <a:cubicBezTo>
                      <a:pt x="249" y="347"/>
                      <a:pt x="250" y="347"/>
                      <a:pt x="250" y="347"/>
                    </a:cubicBezTo>
                    <a:cubicBezTo>
                      <a:pt x="251" y="348"/>
                      <a:pt x="252" y="348"/>
                      <a:pt x="253" y="348"/>
                    </a:cubicBezTo>
                    <a:cubicBezTo>
                      <a:pt x="253" y="348"/>
                      <a:pt x="254" y="348"/>
                      <a:pt x="254" y="348"/>
                    </a:cubicBezTo>
                    <a:cubicBezTo>
                      <a:pt x="254" y="348"/>
                      <a:pt x="255" y="348"/>
                      <a:pt x="255" y="348"/>
                    </a:cubicBezTo>
                    <a:cubicBezTo>
                      <a:pt x="256" y="348"/>
                      <a:pt x="257" y="348"/>
                      <a:pt x="258" y="349"/>
                    </a:cubicBezTo>
                    <a:cubicBezTo>
                      <a:pt x="258" y="349"/>
                      <a:pt x="259" y="349"/>
                      <a:pt x="259" y="349"/>
                    </a:cubicBezTo>
                    <a:cubicBezTo>
                      <a:pt x="259" y="349"/>
                      <a:pt x="260" y="349"/>
                      <a:pt x="260" y="349"/>
                    </a:cubicBezTo>
                    <a:cubicBezTo>
                      <a:pt x="261" y="349"/>
                      <a:pt x="262" y="349"/>
                      <a:pt x="263" y="349"/>
                    </a:cubicBezTo>
                    <a:cubicBezTo>
                      <a:pt x="263" y="349"/>
                      <a:pt x="264" y="349"/>
                      <a:pt x="264" y="349"/>
                    </a:cubicBezTo>
                    <a:cubicBezTo>
                      <a:pt x="264" y="349"/>
                      <a:pt x="264" y="349"/>
                      <a:pt x="265" y="349"/>
                    </a:cubicBezTo>
                    <a:cubicBezTo>
                      <a:pt x="265" y="349"/>
                      <a:pt x="265" y="349"/>
                      <a:pt x="265" y="349"/>
                    </a:cubicBezTo>
                    <a:cubicBezTo>
                      <a:pt x="265" y="349"/>
                      <a:pt x="265" y="349"/>
                      <a:pt x="265" y="349"/>
                    </a:cubicBezTo>
                    <a:cubicBezTo>
                      <a:pt x="265" y="349"/>
                      <a:pt x="265" y="349"/>
                      <a:pt x="265" y="349"/>
                    </a:cubicBezTo>
                    <a:cubicBezTo>
                      <a:pt x="266" y="349"/>
                      <a:pt x="266" y="349"/>
                      <a:pt x="266" y="349"/>
                    </a:cubicBezTo>
                    <a:cubicBezTo>
                      <a:pt x="267" y="349"/>
                      <a:pt x="268" y="349"/>
                      <a:pt x="268" y="349"/>
                    </a:cubicBezTo>
                    <a:cubicBezTo>
                      <a:pt x="268" y="349"/>
                      <a:pt x="269" y="349"/>
                      <a:pt x="269" y="349"/>
                    </a:cubicBezTo>
                    <a:cubicBezTo>
                      <a:pt x="269" y="349"/>
                      <a:pt x="269" y="349"/>
                      <a:pt x="269" y="349"/>
                    </a:cubicBezTo>
                    <a:cubicBezTo>
                      <a:pt x="269" y="349"/>
                      <a:pt x="269" y="349"/>
                      <a:pt x="269" y="349"/>
                    </a:cubicBezTo>
                    <a:cubicBezTo>
                      <a:pt x="269" y="349"/>
                      <a:pt x="270" y="349"/>
                      <a:pt x="270" y="349"/>
                    </a:cubicBezTo>
                    <a:cubicBezTo>
                      <a:pt x="271" y="349"/>
                      <a:pt x="271" y="349"/>
                      <a:pt x="271" y="349"/>
                    </a:cubicBezTo>
                    <a:cubicBezTo>
                      <a:pt x="272" y="349"/>
                      <a:pt x="273" y="349"/>
                      <a:pt x="274" y="349"/>
                    </a:cubicBezTo>
                    <a:cubicBezTo>
                      <a:pt x="275" y="349"/>
                      <a:pt x="275" y="349"/>
                      <a:pt x="276" y="349"/>
                    </a:cubicBezTo>
                    <a:cubicBezTo>
                      <a:pt x="276" y="349"/>
                      <a:pt x="276" y="349"/>
                      <a:pt x="276" y="349"/>
                    </a:cubicBezTo>
                    <a:cubicBezTo>
                      <a:pt x="278" y="348"/>
                      <a:pt x="280" y="348"/>
                      <a:pt x="282" y="348"/>
                    </a:cubicBezTo>
                    <a:cubicBezTo>
                      <a:pt x="283" y="348"/>
                      <a:pt x="283" y="348"/>
                      <a:pt x="283" y="348"/>
                    </a:cubicBezTo>
                    <a:cubicBezTo>
                      <a:pt x="283" y="348"/>
                      <a:pt x="284" y="347"/>
                      <a:pt x="284" y="347"/>
                    </a:cubicBezTo>
                    <a:cubicBezTo>
                      <a:pt x="285" y="347"/>
                      <a:pt x="286" y="347"/>
                      <a:pt x="287" y="347"/>
                    </a:cubicBezTo>
                    <a:cubicBezTo>
                      <a:pt x="288" y="346"/>
                      <a:pt x="289" y="346"/>
                      <a:pt x="289" y="346"/>
                    </a:cubicBezTo>
                    <a:cubicBezTo>
                      <a:pt x="290" y="346"/>
                      <a:pt x="291" y="346"/>
                      <a:pt x="292" y="345"/>
                    </a:cubicBezTo>
                    <a:cubicBezTo>
                      <a:pt x="293" y="345"/>
                      <a:pt x="293" y="345"/>
                      <a:pt x="293" y="345"/>
                    </a:cubicBezTo>
                    <a:cubicBezTo>
                      <a:pt x="293" y="345"/>
                      <a:pt x="293" y="345"/>
                      <a:pt x="293" y="345"/>
                    </a:cubicBezTo>
                    <a:cubicBezTo>
                      <a:pt x="295" y="344"/>
                      <a:pt x="296" y="344"/>
                      <a:pt x="298" y="343"/>
                    </a:cubicBezTo>
                    <a:cubicBezTo>
                      <a:pt x="298" y="343"/>
                      <a:pt x="299" y="343"/>
                      <a:pt x="299" y="343"/>
                    </a:cubicBezTo>
                    <a:cubicBezTo>
                      <a:pt x="301" y="342"/>
                      <a:pt x="303" y="341"/>
                      <a:pt x="304" y="340"/>
                    </a:cubicBezTo>
                    <a:cubicBezTo>
                      <a:pt x="317" y="333"/>
                      <a:pt x="317" y="333"/>
                      <a:pt x="317" y="333"/>
                    </a:cubicBezTo>
                    <a:cubicBezTo>
                      <a:pt x="777" y="65"/>
                      <a:pt x="777" y="65"/>
                      <a:pt x="777" y="65"/>
                    </a:cubicBezTo>
                    <a:cubicBezTo>
                      <a:pt x="802" y="51"/>
                      <a:pt x="802" y="51"/>
                      <a:pt x="802" y="51"/>
                    </a:cubicBezTo>
                    <a:cubicBezTo>
                      <a:pt x="803" y="50"/>
                      <a:pt x="803" y="50"/>
                      <a:pt x="803" y="50"/>
                    </a:cubicBezTo>
                    <a:cubicBezTo>
                      <a:pt x="803" y="50"/>
                      <a:pt x="804" y="50"/>
                      <a:pt x="804" y="49"/>
                    </a:cubicBezTo>
                    <a:cubicBezTo>
                      <a:pt x="805" y="49"/>
                      <a:pt x="805" y="49"/>
                      <a:pt x="806" y="48"/>
                    </a:cubicBezTo>
                    <a:cubicBezTo>
                      <a:pt x="806" y="48"/>
                      <a:pt x="807" y="47"/>
                      <a:pt x="807" y="47"/>
                    </a:cubicBezTo>
                    <a:cubicBezTo>
                      <a:pt x="808" y="46"/>
                      <a:pt x="809" y="46"/>
                      <a:pt x="809" y="46"/>
                    </a:cubicBezTo>
                    <a:cubicBezTo>
                      <a:pt x="809" y="45"/>
                      <a:pt x="809" y="45"/>
                      <a:pt x="809" y="45"/>
                    </a:cubicBezTo>
                    <a:cubicBezTo>
                      <a:pt x="810" y="45"/>
                      <a:pt x="811" y="44"/>
                      <a:pt x="811" y="43"/>
                    </a:cubicBezTo>
                    <a:cubicBezTo>
                      <a:pt x="812" y="43"/>
                      <a:pt x="812" y="43"/>
                      <a:pt x="812" y="43"/>
                    </a:cubicBezTo>
                    <a:cubicBezTo>
                      <a:pt x="812" y="43"/>
                      <a:pt x="812" y="42"/>
                      <a:pt x="813" y="42"/>
                    </a:cubicBezTo>
                    <a:cubicBezTo>
                      <a:pt x="813" y="41"/>
                      <a:pt x="813" y="41"/>
                      <a:pt x="813" y="41"/>
                    </a:cubicBezTo>
                    <a:cubicBezTo>
                      <a:pt x="813" y="41"/>
                      <a:pt x="814" y="40"/>
                      <a:pt x="814" y="39"/>
                    </a:cubicBezTo>
                    <a:cubicBezTo>
                      <a:pt x="815" y="39"/>
                      <a:pt x="815" y="39"/>
                      <a:pt x="815" y="39"/>
                    </a:cubicBezTo>
                    <a:cubicBezTo>
                      <a:pt x="815" y="38"/>
                      <a:pt x="815" y="38"/>
                      <a:pt x="815" y="38"/>
                    </a:cubicBezTo>
                    <a:cubicBezTo>
                      <a:pt x="815" y="38"/>
                      <a:pt x="816" y="37"/>
                      <a:pt x="816" y="37"/>
                    </a:cubicBezTo>
                    <a:cubicBezTo>
                      <a:pt x="816" y="36"/>
                      <a:pt x="816" y="36"/>
                      <a:pt x="816" y="36"/>
                    </a:cubicBezTo>
                    <a:cubicBezTo>
                      <a:pt x="816" y="35"/>
                      <a:pt x="816" y="35"/>
                      <a:pt x="816" y="35"/>
                    </a:cubicBezTo>
                    <a:cubicBezTo>
                      <a:pt x="816" y="35"/>
                      <a:pt x="817" y="34"/>
                      <a:pt x="817" y="34"/>
                    </a:cubicBezTo>
                    <a:cubicBezTo>
                      <a:pt x="817" y="33"/>
                      <a:pt x="817" y="33"/>
                      <a:pt x="817" y="33"/>
                    </a:cubicBezTo>
                    <a:cubicBezTo>
                      <a:pt x="817" y="32"/>
                      <a:pt x="817" y="32"/>
                      <a:pt x="817" y="32"/>
                    </a:cubicBezTo>
                    <a:cubicBezTo>
                      <a:pt x="817" y="32"/>
                      <a:pt x="817" y="31"/>
                      <a:pt x="817" y="31"/>
                    </a:cubicBezTo>
                    <a:cubicBezTo>
                      <a:pt x="817" y="30"/>
                      <a:pt x="817" y="30"/>
                      <a:pt x="817" y="30"/>
                    </a:cubicBezTo>
                    <a:cubicBezTo>
                      <a:pt x="817" y="29"/>
                      <a:pt x="817" y="29"/>
                      <a:pt x="817" y="29"/>
                    </a:cubicBezTo>
                    <a:cubicBezTo>
                      <a:pt x="817" y="19"/>
                      <a:pt x="817" y="10"/>
                      <a:pt x="817" y="0"/>
                    </a:cubicBezTo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16" name="Freeform 210"/>
              <p:cNvSpPr/>
              <p:nvPr/>
            </p:nvSpPr>
            <p:spPr bwMode="auto">
              <a:xfrm>
                <a:off x="4138763" y="3473758"/>
                <a:ext cx="2768917" cy="1092402"/>
              </a:xfrm>
              <a:custGeom>
                <a:avLst/>
                <a:gdLst/>
                <a:ahLst/>
                <a:cxnLst>
                  <a:cxn ang="0">
                    <a:pos x="458" y="0"/>
                  </a:cxn>
                  <a:cxn ang="0">
                    <a:pos x="0" y="267"/>
                  </a:cxn>
                  <a:cxn ang="0">
                    <a:pos x="261" y="418"/>
                  </a:cxn>
                  <a:cxn ang="0">
                    <a:pos x="719" y="151"/>
                  </a:cxn>
                  <a:cxn ang="0">
                    <a:pos x="458" y="0"/>
                  </a:cxn>
                </a:cxnLst>
                <a:rect l="0" t="0" r="r" b="b"/>
                <a:pathLst>
                  <a:path w="719" h="418">
                    <a:moveTo>
                      <a:pt x="458" y="0"/>
                    </a:moveTo>
                    <a:lnTo>
                      <a:pt x="0" y="267"/>
                    </a:lnTo>
                    <a:lnTo>
                      <a:pt x="261" y="418"/>
                    </a:lnTo>
                    <a:lnTo>
                      <a:pt x="719" y="151"/>
                    </a:lnTo>
                    <a:lnTo>
                      <a:pt x="458" y="0"/>
                    </a:lnTo>
                  </a:path>
                </a:pathLst>
              </a:custGeom>
              <a:pattFill prst="pct5">
                <a:fgClr>
                  <a:srgbClr val="E4E6EA"/>
                </a:fgClr>
                <a:bgClr>
                  <a:srgbClr val="ADB5BF"/>
                </a:bgClr>
              </a:pattFill>
              <a:ln w="63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7" name="Freeform 211"/>
              <p:cNvSpPr/>
              <p:nvPr/>
            </p:nvSpPr>
            <p:spPr bwMode="auto">
              <a:xfrm>
                <a:off x="4121837" y="3488845"/>
                <a:ext cx="2759773" cy="1073985"/>
              </a:xfrm>
              <a:custGeom>
                <a:avLst/>
                <a:gdLst/>
                <a:ahLst/>
                <a:cxnLst>
                  <a:cxn ang="0">
                    <a:pos x="462" y="2"/>
                  </a:cxn>
                  <a:cxn ang="0">
                    <a:pos x="461" y="0"/>
                  </a:cxn>
                  <a:cxn ang="0">
                    <a:pos x="0" y="269"/>
                  </a:cxn>
                  <a:cxn ang="0">
                    <a:pos x="265" y="422"/>
                  </a:cxn>
                  <a:cxn ang="0">
                    <a:pos x="727" y="153"/>
                  </a:cxn>
                  <a:cxn ang="0">
                    <a:pos x="462" y="0"/>
                  </a:cxn>
                  <a:cxn ang="0">
                    <a:pos x="461" y="0"/>
                  </a:cxn>
                  <a:cxn ang="0">
                    <a:pos x="462" y="2"/>
                  </a:cxn>
                  <a:cxn ang="0">
                    <a:pos x="461" y="4"/>
                  </a:cxn>
                  <a:cxn ang="0">
                    <a:pos x="719" y="153"/>
                  </a:cxn>
                  <a:cxn ang="0">
                    <a:pos x="265" y="417"/>
                  </a:cxn>
                  <a:cxn ang="0">
                    <a:pos x="8" y="269"/>
                  </a:cxn>
                  <a:cxn ang="0">
                    <a:pos x="463" y="4"/>
                  </a:cxn>
                  <a:cxn ang="0">
                    <a:pos x="462" y="2"/>
                  </a:cxn>
                  <a:cxn ang="0">
                    <a:pos x="461" y="4"/>
                  </a:cxn>
                  <a:cxn ang="0">
                    <a:pos x="462" y="2"/>
                  </a:cxn>
                </a:cxnLst>
                <a:rect l="0" t="0" r="r" b="b"/>
                <a:pathLst>
                  <a:path w="727" h="422">
                    <a:moveTo>
                      <a:pt x="462" y="2"/>
                    </a:moveTo>
                    <a:lnTo>
                      <a:pt x="461" y="0"/>
                    </a:lnTo>
                    <a:lnTo>
                      <a:pt x="0" y="269"/>
                    </a:lnTo>
                    <a:lnTo>
                      <a:pt x="265" y="422"/>
                    </a:lnTo>
                    <a:lnTo>
                      <a:pt x="727" y="153"/>
                    </a:lnTo>
                    <a:lnTo>
                      <a:pt x="462" y="0"/>
                    </a:lnTo>
                    <a:lnTo>
                      <a:pt x="461" y="0"/>
                    </a:lnTo>
                    <a:lnTo>
                      <a:pt x="462" y="2"/>
                    </a:lnTo>
                    <a:lnTo>
                      <a:pt x="461" y="4"/>
                    </a:lnTo>
                    <a:lnTo>
                      <a:pt x="719" y="153"/>
                    </a:lnTo>
                    <a:lnTo>
                      <a:pt x="265" y="417"/>
                    </a:lnTo>
                    <a:lnTo>
                      <a:pt x="8" y="269"/>
                    </a:lnTo>
                    <a:lnTo>
                      <a:pt x="463" y="4"/>
                    </a:lnTo>
                    <a:lnTo>
                      <a:pt x="462" y="2"/>
                    </a:lnTo>
                    <a:lnTo>
                      <a:pt x="461" y="4"/>
                    </a:lnTo>
                    <a:lnTo>
                      <a:pt x="462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18" name="Freeform 212"/>
              <p:cNvSpPr/>
              <p:nvPr/>
            </p:nvSpPr>
            <p:spPr bwMode="auto">
              <a:xfrm>
                <a:off x="4121837" y="3488845"/>
                <a:ext cx="2759773" cy="1073985"/>
              </a:xfrm>
              <a:custGeom>
                <a:avLst/>
                <a:gdLst/>
                <a:ahLst/>
                <a:cxnLst>
                  <a:cxn ang="0">
                    <a:pos x="462" y="2"/>
                  </a:cxn>
                  <a:cxn ang="0">
                    <a:pos x="461" y="0"/>
                  </a:cxn>
                  <a:cxn ang="0">
                    <a:pos x="0" y="269"/>
                  </a:cxn>
                  <a:cxn ang="0">
                    <a:pos x="265" y="422"/>
                  </a:cxn>
                  <a:cxn ang="0">
                    <a:pos x="727" y="153"/>
                  </a:cxn>
                  <a:cxn ang="0">
                    <a:pos x="462" y="0"/>
                  </a:cxn>
                  <a:cxn ang="0">
                    <a:pos x="461" y="0"/>
                  </a:cxn>
                  <a:cxn ang="0">
                    <a:pos x="462" y="2"/>
                  </a:cxn>
                  <a:cxn ang="0">
                    <a:pos x="461" y="4"/>
                  </a:cxn>
                  <a:cxn ang="0">
                    <a:pos x="719" y="153"/>
                  </a:cxn>
                  <a:cxn ang="0">
                    <a:pos x="265" y="417"/>
                  </a:cxn>
                  <a:cxn ang="0">
                    <a:pos x="8" y="269"/>
                  </a:cxn>
                  <a:cxn ang="0">
                    <a:pos x="463" y="4"/>
                  </a:cxn>
                  <a:cxn ang="0">
                    <a:pos x="462" y="2"/>
                  </a:cxn>
                  <a:cxn ang="0">
                    <a:pos x="461" y="4"/>
                  </a:cxn>
                  <a:cxn ang="0">
                    <a:pos x="462" y="2"/>
                  </a:cxn>
                </a:cxnLst>
                <a:rect l="0" t="0" r="r" b="b"/>
                <a:pathLst>
                  <a:path w="727" h="422">
                    <a:moveTo>
                      <a:pt x="462" y="2"/>
                    </a:moveTo>
                    <a:lnTo>
                      <a:pt x="461" y="0"/>
                    </a:lnTo>
                    <a:lnTo>
                      <a:pt x="0" y="269"/>
                    </a:lnTo>
                    <a:lnTo>
                      <a:pt x="265" y="422"/>
                    </a:lnTo>
                    <a:lnTo>
                      <a:pt x="727" y="153"/>
                    </a:lnTo>
                    <a:lnTo>
                      <a:pt x="462" y="0"/>
                    </a:lnTo>
                    <a:lnTo>
                      <a:pt x="461" y="0"/>
                    </a:lnTo>
                    <a:lnTo>
                      <a:pt x="462" y="2"/>
                    </a:lnTo>
                    <a:lnTo>
                      <a:pt x="461" y="4"/>
                    </a:lnTo>
                    <a:lnTo>
                      <a:pt x="719" y="153"/>
                    </a:lnTo>
                    <a:lnTo>
                      <a:pt x="265" y="417"/>
                    </a:lnTo>
                    <a:lnTo>
                      <a:pt x="8" y="269"/>
                    </a:lnTo>
                    <a:lnTo>
                      <a:pt x="463" y="4"/>
                    </a:lnTo>
                    <a:lnTo>
                      <a:pt x="462" y="2"/>
                    </a:lnTo>
                    <a:lnTo>
                      <a:pt x="461" y="4"/>
                    </a:lnTo>
                    <a:lnTo>
                      <a:pt x="462" y="2"/>
                    </a:ln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19" name="Freeform 213"/>
              <p:cNvSpPr/>
              <p:nvPr/>
            </p:nvSpPr>
            <p:spPr bwMode="auto">
              <a:xfrm>
                <a:off x="6259048" y="3552469"/>
                <a:ext cx="455533" cy="178149"/>
              </a:xfrm>
              <a:custGeom>
                <a:avLst/>
                <a:gdLst/>
                <a:ahLst/>
                <a:cxnLst>
                  <a:cxn ang="0">
                    <a:pos x="118" y="61"/>
                  </a:cxn>
                  <a:cxn ang="0">
                    <a:pos x="118" y="67"/>
                  </a:cxn>
                  <a:cxn ang="0">
                    <a:pos x="115" y="68"/>
                  </a:cxn>
                  <a:cxn ang="0">
                    <a:pos x="105" y="68"/>
                  </a:cxn>
                  <a:cxn ang="0">
                    <a:pos x="3" y="9"/>
                  </a:cxn>
                  <a:cxn ang="0">
                    <a:pos x="3" y="3"/>
                  </a:cxn>
                  <a:cxn ang="0">
                    <a:pos x="5" y="2"/>
                  </a:cxn>
                  <a:cxn ang="0">
                    <a:pos x="15" y="2"/>
                  </a:cxn>
                  <a:cxn ang="0">
                    <a:pos x="118" y="61"/>
                  </a:cxn>
                </a:cxnLst>
                <a:rect l="0" t="0" r="r" b="b"/>
                <a:pathLst>
                  <a:path w="121" h="70">
                    <a:moveTo>
                      <a:pt x="118" y="61"/>
                    </a:moveTo>
                    <a:cubicBezTo>
                      <a:pt x="121" y="63"/>
                      <a:pt x="121" y="65"/>
                      <a:pt x="118" y="67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13" y="70"/>
                      <a:pt x="108" y="70"/>
                      <a:pt x="105" y="6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0" y="7"/>
                      <a:pt x="0" y="5"/>
                      <a:pt x="3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8" y="0"/>
                      <a:pt x="12" y="0"/>
                      <a:pt x="15" y="2"/>
                    </a:cubicBezTo>
                    <a:cubicBezTo>
                      <a:pt x="118" y="61"/>
                      <a:pt x="118" y="61"/>
                      <a:pt x="118" y="61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0" name="Freeform 214"/>
              <p:cNvSpPr/>
              <p:nvPr/>
            </p:nvSpPr>
            <p:spPr bwMode="auto">
              <a:xfrm>
                <a:off x="6733561" y="3738254"/>
                <a:ext cx="72127" cy="27996"/>
              </a:xfrm>
              <a:custGeom>
                <a:avLst/>
                <a:gdLst/>
                <a:ahLst/>
                <a:cxnLst>
                  <a:cxn ang="0">
                    <a:pos x="16" y="2"/>
                  </a:cxn>
                  <a:cxn ang="0">
                    <a:pos x="16" y="9"/>
                  </a:cxn>
                  <a:cxn ang="0">
                    <a:pos x="3" y="9"/>
                  </a:cxn>
                  <a:cxn ang="0">
                    <a:pos x="3" y="2"/>
                  </a:cxn>
                  <a:cxn ang="0">
                    <a:pos x="16" y="2"/>
                  </a:cxn>
                </a:cxnLst>
                <a:rect l="0" t="0" r="r" b="b"/>
                <a:pathLst>
                  <a:path w="19" h="11">
                    <a:moveTo>
                      <a:pt x="16" y="2"/>
                    </a:moveTo>
                    <a:cubicBezTo>
                      <a:pt x="19" y="4"/>
                      <a:pt x="19" y="7"/>
                      <a:pt x="16" y="9"/>
                    </a:cubicBezTo>
                    <a:cubicBezTo>
                      <a:pt x="12" y="11"/>
                      <a:pt x="7" y="11"/>
                      <a:pt x="3" y="9"/>
                    </a:cubicBezTo>
                    <a:cubicBezTo>
                      <a:pt x="0" y="7"/>
                      <a:pt x="0" y="4"/>
                      <a:pt x="3" y="2"/>
                    </a:cubicBezTo>
                    <a:cubicBezTo>
                      <a:pt x="7" y="0"/>
                      <a:pt x="12" y="0"/>
                      <a:pt x="16" y="2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1" name="Freeform 215"/>
              <p:cNvSpPr>
                <a:spLocks noEditPoints="1"/>
              </p:cNvSpPr>
              <p:nvPr/>
            </p:nvSpPr>
            <p:spPr bwMode="auto">
              <a:xfrm>
                <a:off x="3962400" y="3409950"/>
                <a:ext cx="3124200" cy="1213960"/>
              </a:xfrm>
              <a:custGeom>
                <a:avLst/>
                <a:gdLst/>
                <a:ahLst/>
                <a:cxnLst>
                  <a:cxn ang="0">
                    <a:pos x="807" y="135"/>
                  </a:cxn>
                  <a:cxn ang="0">
                    <a:pos x="594" y="12"/>
                  </a:cxn>
                  <a:cxn ang="0">
                    <a:pos x="519" y="12"/>
                  </a:cxn>
                  <a:cxn ang="0">
                    <a:pos x="494" y="27"/>
                  </a:cxn>
                  <a:cxn ang="0">
                    <a:pos x="33" y="295"/>
                  </a:cxn>
                  <a:cxn ang="0">
                    <a:pos x="21" y="302"/>
                  </a:cxn>
                  <a:cxn ang="0">
                    <a:pos x="21" y="345"/>
                  </a:cxn>
                  <a:cxn ang="0">
                    <a:pos x="234" y="468"/>
                  </a:cxn>
                  <a:cxn ang="0">
                    <a:pos x="309" y="468"/>
                  </a:cxn>
                  <a:cxn ang="0">
                    <a:pos x="322" y="461"/>
                  </a:cxn>
                  <a:cxn ang="0">
                    <a:pos x="782" y="193"/>
                  </a:cxn>
                  <a:cxn ang="0">
                    <a:pos x="807" y="179"/>
                  </a:cxn>
                  <a:cxn ang="0">
                    <a:pos x="807" y="135"/>
                  </a:cxn>
                  <a:cxn ang="0">
                    <a:pos x="738" y="132"/>
                  </a:cxn>
                  <a:cxn ang="0">
                    <a:pos x="751" y="132"/>
                  </a:cxn>
                  <a:cxn ang="0">
                    <a:pos x="751" y="139"/>
                  </a:cxn>
                  <a:cxn ang="0">
                    <a:pos x="738" y="139"/>
                  </a:cxn>
                  <a:cxn ang="0">
                    <a:pos x="738" y="132"/>
                  </a:cxn>
                  <a:cxn ang="0">
                    <a:pos x="612" y="60"/>
                  </a:cxn>
                  <a:cxn ang="0">
                    <a:pos x="614" y="59"/>
                  </a:cxn>
                  <a:cxn ang="0">
                    <a:pos x="624" y="59"/>
                  </a:cxn>
                  <a:cxn ang="0">
                    <a:pos x="727" y="118"/>
                  </a:cxn>
                  <a:cxn ang="0">
                    <a:pos x="727" y="124"/>
                  </a:cxn>
                  <a:cxn ang="0">
                    <a:pos x="724" y="125"/>
                  </a:cxn>
                  <a:cxn ang="0">
                    <a:pos x="714" y="125"/>
                  </a:cxn>
                  <a:cxn ang="0">
                    <a:pos x="612" y="66"/>
                  </a:cxn>
                  <a:cxn ang="0">
                    <a:pos x="612" y="60"/>
                  </a:cxn>
                  <a:cxn ang="0">
                    <a:pos x="309" y="454"/>
                  </a:cxn>
                  <a:cxn ang="0">
                    <a:pos x="114" y="341"/>
                  </a:cxn>
                  <a:cxn ang="0">
                    <a:pos x="46" y="302"/>
                  </a:cxn>
                  <a:cxn ang="0">
                    <a:pos x="507" y="34"/>
                  </a:cxn>
                  <a:cxn ang="0">
                    <a:pos x="770" y="186"/>
                  </a:cxn>
                  <a:cxn ang="0">
                    <a:pos x="309" y="454"/>
                  </a:cxn>
                </a:cxnLst>
                <a:rect l="0" t="0" r="r" b="b"/>
                <a:pathLst>
                  <a:path w="828" h="480">
                    <a:moveTo>
                      <a:pt x="807" y="135"/>
                    </a:moveTo>
                    <a:cubicBezTo>
                      <a:pt x="594" y="12"/>
                      <a:pt x="594" y="12"/>
                      <a:pt x="594" y="12"/>
                    </a:cubicBezTo>
                    <a:cubicBezTo>
                      <a:pt x="573" y="0"/>
                      <a:pt x="539" y="0"/>
                      <a:pt x="519" y="12"/>
                    </a:cubicBezTo>
                    <a:cubicBezTo>
                      <a:pt x="494" y="27"/>
                      <a:pt x="494" y="27"/>
                      <a:pt x="494" y="27"/>
                    </a:cubicBezTo>
                    <a:cubicBezTo>
                      <a:pt x="33" y="295"/>
                      <a:pt x="33" y="295"/>
                      <a:pt x="33" y="295"/>
                    </a:cubicBezTo>
                    <a:cubicBezTo>
                      <a:pt x="21" y="302"/>
                      <a:pt x="21" y="302"/>
                      <a:pt x="21" y="302"/>
                    </a:cubicBezTo>
                    <a:cubicBezTo>
                      <a:pt x="0" y="314"/>
                      <a:pt x="0" y="333"/>
                      <a:pt x="21" y="345"/>
                    </a:cubicBezTo>
                    <a:cubicBezTo>
                      <a:pt x="234" y="468"/>
                      <a:pt x="234" y="468"/>
                      <a:pt x="234" y="468"/>
                    </a:cubicBezTo>
                    <a:cubicBezTo>
                      <a:pt x="255" y="480"/>
                      <a:pt x="289" y="480"/>
                      <a:pt x="309" y="468"/>
                    </a:cubicBezTo>
                    <a:cubicBezTo>
                      <a:pt x="322" y="461"/>
                      <a:pt x="322" y="461"/>
                      <a:pt x="322" y="461"/>
                    </a:cubicBezTo>
                    <a:cubicBezTo>
                      <a:pt x="782" y="193"/>
                      <a:pt x="782" y="193"/>
                      <a:pt x="782" y="193"/>
                    </a:cubicBezTo>
                    <a:cubicBezTo>
                      <a:pt x="807" y="179"/>
                      <a:pt x="807" y="179"/>
                      <a:pt x="807" y="179"/>
                    </a:cubicBezTo>
                    <a:cubicBezTo>
                      <a:pt x="828" y="167"/>
                      <a:pt x="828" y="147"/>
                      <a:pt x="807" y="135"/>
                    </a:cubicBezTo>
                    <a:moveTo>
                      <a:pt x="738" y="132"/>
                    </a:moveTo>
                    <a:cubicBezTo>
                      <a:pt x="742" y="130"/>
                      <a:pt x="747" y="130"/>
                      <a:pt x="751" y="132"/>
                    </a:cubicBezTo>
                    <a:cubicBezTo>
                      <a:pt x="754" y="134"/>
                      <a:pt x="754" y="137"/>
                      <a:pt x="751" y="139"/>
                    </a:cubicBezTo>
                    <a:cubicBezTo>
                      <a:pt x="747" y="141"/>
                      <a:pt x="742" y="141"/>
                      <a:pt x="738" y="139"/>
                    </a:cubicBezTo>
                    <a:cubicBezTo>
                      <a:pt x="735" y="137"/>
                      <a:pt x="735" y="134"/>
                      <a:pt x="738" y="132"/>
                    </a:cubicBezTo>
                    <a:moveTo>
                      <a:pt x="612" y="60"/>
                    </a:moveTo>
                    <a:cubicBezTo>
                      <a:pt x="614" y="59"/>
                      <a:pt x="614" y="59"/>
                      <a:pt x="614" y="59"/>
                    </a:cubicBezTo>
                    <a:cubicBezTo>
                      <a:pt x="617" y="57"/>
                      <a:pt x="621" y="57"/>
                      <a:pt x="624" y="59"/>
                    </a:cubicBezTo>
                    <a:cubicBezTo>
                      <a:pt x="727" y="118"/>
                      <a:pt x="727" y="118"/>
                      <a:pt x="727" y="118"/>
                    </a:cubicBezTo>
                    <a:cubicBezTo>
                      <a:pt x="730" y="120"/>
                      <a:pt x="730" y="122"/>
                      <a:pt x="727" y="124"/>
                    </a:cubicBezTo>
                    <a:cubicBezTo>
                      <a:pt x="724" y="125"/>
                      <a:pt x="724" y="125"/>
                      <a:pt x="724" y="125"/>
                    </a:cubicBezTo>
                    <a:cubicBezTo>
                      <a:pt x="722" y="127"/>
                      <a:pt x="717" y="127"/>
                      <a:pt x="714" y="125"/>
                    </a:cubicBezTo>
                    <a:cubicBezTo>
                      <a:pt x="612" y="66"/>
                      <a:pt x="612" y="66"/>
                      <a:pt x="612" y="66"/>
                    </a:cubicBezTo>
                    <a:cubicBezTo>
                      <a:pt x="609" y="64"/>
                      <a:pt x="609" y="62"/>
                      <a:pt x="612" y="60"/>
                    </a:cubicBezTo>
                    <a:moveTo>
                      <a:pt x="309" y="454"/>
                    </a:moveTo>
                    <a:cubicBezTo>
                      <a:pt x="114" y="341"/>
                      <a:pt x="114" y="341"/>
                      <a:pt x="114" y="341"/>
                    </a:cubicBezTo>
                    <a:cubicBezTo>
                      <a:pt x="46" y="302"/>
                      <a:pt x="46" y="302"/>
                      <a:pt x="46" y="302"/>
                    </a:cubicBezTo>
                    <a:cubicBezTo>
                      <a:pt x="507" y="34"/>
                      <a:pt x="507" y="34"/>
                      <a:pt x="507" y="34"/>
                    </a:cubicBezTo>
                    <a:cubicBezTo>
                      <a:pt x="770" y="186"/>
                      <a:pt x="770" y="186"/>
                      <a:pt x="770" y="186"/>
                    </a:cubicBezTo>
                    <a:cubicBezTo>
                      <a:pt x="309" y="454"/>
                      <a:pt x="309" y="454"/>
                      <a:pt x="309" y="454"/>
                    </a:cubicBezTo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sz="3200"/>
              </a:p>
            </p:txBody>
          </p:sp>
        </p:grpSp>
        <p:sp>
          <p:nvSpPr>
            <p:cNvPr id="7" name="Freeform 210"/>
            <p:cNvSpPr/>
            <p:nvPr/>
          </p:nvSpPr>
          <p:spPr bwMode="auto">
            <a:xfrm>
              <a:off x="1431686" y="2963604"/>
              <a:ext cx="5458811" cy="2127611"/>
            </a:xfrm>
            <a:custGeom>
              <a:avLst/>
              <a:gdLst/>
              <a:ahLst/>
              <a:cxnLst>
                <a:cxn ang="0">
                  <a:pos x="458" y="0"/>
                </a:cxn>
                <a:cxn ang="0">
                  <a:pos x="0" y="267"/>
                </a:cxn>
                <a:cxn ang="0">
                  <a:pos x="261" y="418"/>
                </a:cxn>
                <a:cxn ang="0">
                  <a:pos x="719" y="151"/>
                </a:cxn>
                <a:cxn ang="0">
                  <a:pos x="458" y="0"/>
                </a:cxn>
              </a:cxnLst>
              <a:rect l="0" t="0" r="r" b="b"/>
              <a:pathLst>
                <a:path w="719" h="418">
                  <a:moveTo>
                    <a:pt x="458" y="0"/>
                  </a:moveTo>
                  <a:lnTo>
                    <a:pt x="0" y="267"/>
                  </a:lnTo>
                  <a:lnTo>
                    <a:pt x="261" y="418"/>
                  </a:lnTo>
                  <a:lnTo>
                    <a:pt x="719" y="151"/>
                  </a:lnTo>
                  <a:lnTo>
                    <a:pt x="458" y="0"/>
                  </a:lnTo>
                </a:path>
              </a:pathLst>
            </a:custGeom>
            <a:solidFill>
              <a:schemeClr val="tx2"/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8" name="Freeform 210"/>
            <p:cNvSpPr/>
            <p:nvPr/>
          </p:nvSpPr>
          <p:spPr bwMode="auto">
            <a:xfrm>
              <a:off x="1525862" y="2585906"/>
              <a:ext cx="5458811" cy="2127610"/>
            </a:xfrm>
            <a:custGeom>
              <a:avLst/>
              <a:gdLst/>
              <a:ahLst/>
              <a:cxnLst>
                <a:cxn ang="0">
                  <a:pos x="458" y="0"/>
                </a:cxn>
                <a:cxn ang="0">
                  <a:pos x="0" y="267"/>
                </a:cxn>
                <a:cxn ang="0">
                  <a:pos x="261" y="418"/>
                </a:cxn>
                <a:cxn ang="0">
                  <a:pos x="719" y="151"/>
                </a:cxn>
                <a:cxn ang="0">
                  <a:pos x="458" y="0"/>
                </a:cxn>
              </a:cxnLst>
              <a:rect l="0" t="0" r="r" b="b"/>
              <a:pathLst>
                <a:path w="719" h="418">
                  <a:moveTo>
                    <a:pt x="458" y="0"/>
                  </a:moveTo>
                  <a:lnTo>
                    <a:pt x="0" y="267"/>
                  </a:lnTo>
                  <a:lnTo>
                    <a:pt x="261" y="418"/>
                  </a:lnTo>
                  <a:lnTo>
                    <a:pt x="719" y="151"/>
                  </a:lnTo>
                  <a:lnTo>
                    <a:pt x="458" y="0"/>
                  </a:lnTo>
                </a:path>
              </a:pathLst>
            </a:custGeom>
            <a:pattFill prst="pct5">
              <a:fgClr>
                <a:srgbClr val="E4E6EA"/>
              </a:fgClr>
              <a:bgClr>
                <a:srgbClr val="ADB5BF"/>
              </a:bgClr>
            </a:pattFill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cxnSp>
          <p:nvCxnSpPr>
            <p:cNvPr id="9" name="Straight Connector 19"/>
            <p:cNvCxnSpPr>
              <a:endCxn id="12" idx="2"/>
            </p:cNvCxnSpPr>
            <p:nvPr/>
          </p:nvCxnSpPr>
          <p:spPr>
            <a:xfrm flipV="1">
              <a:off x="2001000" y="2570819"/>
              <a:ext cx="0" cy="2219820"/>
            </a:xfrm>
            <a:prstGeom prst="line">
              <a:avLst/>
            </a:prstGeom>
            <a:ln w="3175">
              <a:solidFill>
                <a:schemeClr val="tx2">
                  <a:lumMod val="20000"/>
                  <a:lumOff val="80000"/>
                </a:schemeClr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20"/>
            <p:cNvCxnSpPr>
              <a:endCxn id="13" idx="2"/>
            </p:cNvCxnSpPr>
            <p:nvPr/>
          </p:nvCxnSpPr>
          <p:spPr>
            <a:xfrm flipV="1">
              <a:off x="3445990" y="1578064"/>
              <a:ext cx="0" cy="3268052"/>
            </a:xfrm>
            <a:prstGeom prst="line">
              <a:avLst/>
            </a:prstGeom>
            <a:ln w="3175">
              <a:solidFill>
                <a:schemeClr val="tx2">
                  <a:lumMod val="20000"/>
                  <a:lumOff val="80000"/>
                </a:schemeClr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21"/>
            <p:cNvCxnSpPr>
              <a:endCxn id="14" idx="2"/>
            </p:cNvCxnSpPr>
            <p:nvPr/>
          </p:nvCxnSpPr>
          <p:spPr>
            <a:xfrm flipV="1">
              <a:off x="4718852" y="2205112"/>
              <a:ext cx="0" cy="977102"/>
            </a:xfrm>
            <a:prstGeom prst="line">
              <a:avLst/>
            </a:prstGeom>
            <a:ln w="3175">
              <a:solidFill>
                <a:schemeClr val="tx2">
                  <a:lumMod val="20000"/>
                  <a:lumOff val="80000"/>
                </a:schemeClr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íṩḻídè"/>
            <p:cNvSpPr txBox="1"/>
            <p:nvPr/>
          </p:nvSpPr>
          <p:spPr bwMode="auto">
            <a:xfrm>
              <a:off x="1146000" y="2129014"/>
              <a:ext cx="17100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/>
                <a:t>Text</a:t>
              </a:r>
              <a:endParaRPr lang="en-US" altLang="zh-CN" sz="1600" b="1" dirty="0"/>
            </a:p>
          </p:txBody>
        </p:sp>
        <p:sp>
          <p:nvSpPr>
            <p:cNvPr id="13" name="íṩḻídè"/>
            <p:cNvSpPr txBox="1"/>
            <p:nvPr/>
          </p:nvSpPr>
          <p:spPr bwMode="auto">
            <a:xfrm>
              <a:off x="2590990" y="1136259"/>
              <a:ext cx="17100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/>
                <a:t>Text</a:t>
              </a:r>
              <a:endParaRPr lang="en-US" altLang="zh-CN" sz="1600" b="1" dirty="0"/>
            </a:p>
          </p:txBody>
        </p:sp>
        <p:sp>
          <p:nvSpPr>
            <p:cNvPr id="14" name="íṩḻídè"/>
            <p:cNvSpPr txBox="1"/>
            <p:nvPr/>
          </p:nvSpPr>
          <p:spPr bwMode="auto">
            <a:xfrm>
              <a:off x="3863852" y="1763307"/>
              <a:ext cx="17100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/>
                <a:t>Text</a:t>
              </a:r>
              <a:endParaRPr lang="en-US" altLang="zh-CN" sz="1600" b="1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3100" y="1969456"/>
            <a:ext cx="2483453" cy="1017430"/>
            <a:chOff x="8661000" y="1781570"/>
            <a:chExt cx="2295000" cy="1017430"/>
          </a:xfrm>
        </p:grpSpPr>
        <p:sp>
          <p:nvSpPr>
            <p:cNvPr id="23" name="Shape 1448"/>
            <p:cNvSpPr txBox="1"/>
            <p:nvPr/>
          </p:nvSpPr>
          <p:spPr>
            <a:xfrm>
              <a:off x="8661000" y="1781570"/>
              <a:ext cx="229500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t" anchorCtr="0">
              <a:normAutofit lnSpcReduction="10000"/>
            </a:bodyPr>
            <a:lstStyle/>
            <a:p>
              <a:pPr>
                <a:buSzPct val="25000"/>
              </a:pPr>
              <a:r>
                <a:rPr lang="de-DE" sz="2000" b="1" dirty="0">
                  <a:sym typeface="Calibri" panose="020F0502020204030204"/>
                </a:rPr>
                <a:t>Text here</a:t>
              </a:r>
              <a:endParaRPr lang="de-DE" sz="2000" b="1" dirty="0">
                <a:sym typeface="Calibri" panose="020F0502020204030204"/>
              </a:endParaRPr>
            </a:p>
          </p:txBody>
        </p:sp>
        <p:sp>
          <p:nvSpPr>
            <p:cNvPr id="24" name="Shape 1450"/>
            <p:cNvSpPr txBox="1"/>
            <p:nvPr/>
          </p:nvSpPr>
          <p:spPr>
            <a:xfrm>
              <a:off x="8661000" y="2174082"/>
              <a:ext cx="22950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sz="1200" dirty="0"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5" name="Shape 1450"/>
          <p:cNvSpPr txBox="1"/>
          <p:nvPr/>
        </p:nvSpPr>
        <p:spPr>
          <a:xfrm>
            <a:off x="673100" y="3754628"/>
            <a:ext cx="2483453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Shape 1450"/>
          <p:cNvSpPr txBox="1"/>
          <p:nvPr/>
        </p:nvSpPr>
        <p:spPr>
          <a:xfrm>
            <a:off x="673100" y="5147288"/>
            <a:ext cx="2483453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Shape 1448"/>
          <p:cNvSpPr txBox="1"/>
          <p:nvPr/>
        </p:nvSpPr>
        <p:spPr>
          <a:xfrm>
            <a:off x="8979171" y="1969456"/>
            <a:ext cx="2539728" cy="39251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t" anchorCtr="0">
            <a:normAutofit lnSpcReduction="10000"/>
          </a:bodyPr>
          <a:lstStyle/>
          <a:p>
            <a:pPr>
              <a:buSzPct val="25000"/>
            </a:pPr>
            <a:r>
              <a:rPr lang="de-DE" sz="2000" b="1" dirty="0">
                <a:sym typeface="Calibri" panose="020F0502020204030204"/>
              </a:rPr>
              <a:t>Text here</a:t>
            </a:r>
            <a:endParaRPr lang="de-DE" sz="2000" b="1" dirty="0">
              <a:sym typeface="Calibri" panose="020F0502020204030204"/>
            </a:endParaRPr>
          </a:p>
        </p:txBody>
      </p:sp>
      <p:sp>
        <p:nvSpPr>
          <p:cNvPr id="28" name="Shape 1450"/>
          <p:cNvSpPr txBox="1"/>
          <p:nvPr/>
        </p:nvSpPr>
        <p:spPr>
          <a:xfrm>
            <a:off x="8979171" y="2361968"/>
            <a:ext cx="2539728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Shape 1450"/>
          <p:cNvSpPr txBox="1"/>
          <p:nvPr/>
        </p:nvSpPr>
        <p:spPr>
          <a:xfrm>
            <a:off x="8979172" y="3754628"/>
            <a:ext cx="2539728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Shape 1450"/>
          <p:cNvSpPr txBox="1"/>
          <p:nvPr/>
        </p:nvSpPr>
        <p:spPr>
          <a:xfrm>
            <a:off x="8979172" y="5147288"/>
            <a:ext cx="2539728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51000" y="3488892"/>
            <a:ext cx="2505553" cy="0"/>
          </a:xfrm>
          <a:prstGeom prst="line">
            <a:avLst/>
          </a:prstGeom>
          <a:ln w="3175" cap="rnd">
            <a:solidFill>
              <a:schemeClr val="tx2">
                <a:lumMod val="40000"/>
                <a:lumOff val="6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51000" y="4738701"/>
            <a:ext cx="2505553" cy="0"/>
          </a:xfrm>
          <a:prstGeom prst="line">
            <a:avLst/>
          </a:prstGeom>
          <a:ln w="3175" cap="rnd">
            <a:solidFill>
              <a:schemeClr val="tx2">
                <a:lumMod val="40000"/>
                <a:lumOff val="6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9013347" y="3488892"/>
            <a:ext cx="2505553" cy="0"/>
          </a:xfrm>
          <a:prstGeom prst="line">
            <a:avLst/>
          </a:prstGeom>
          <a:ln w="3175" cap="rnd">
            <a:solidFill>
              <a:schemeClr val="tx2">
                <a:lumMod val="40000"/>
                <a:lumOff val="6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9013347" y="4738701"/>
            <a:ext cx="2505553" cy="0"/>
          </a:xfrm>
          <a:prstGeom prst="line">
            <a:avLst/>
          </a:prstGeom>
          <a:ln w="3175" cap="rnd">
            <a:solidFill>
              <a:schemeClr val="tx2">
                <a:lumMod val="40000"/>
                <a:lumOff val="6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d93c8c70-9aae-4d44-ac2c-b689a504a1b8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299" y="1237897"/>
            <a:ext cx="10856990" cy="4886328"/>
            <a:chOff x="670299" y="1237897"/>
            <a:chExt cx="10856990" cy="4886328"/>
          </a:xfrm>
        </p:grpSpPr>
        <p:sp>
          <p:nvSpPr>
            <p:cNvPr id="6" name="iṩļíḍé"/>
            <p:cNvSpPr/>
            <p:nvPr/>
          </p:nvSpPr>
          <p:spPr bwMode="auto">
            <a:xfrm>
              <a:off x="5335148" y="2342642"/>
              <a:ext cx="1576807" cy="1226771"/>
            </a:xfrm>
            <a:custGeom>
              <a:avLst/>
              <a:gdLst>
                <a:gd name="T0" fmla="*/ 0 w 955"/>
                <a:gd name="T1" fmla="*/ 215 h 743"/>
                <a:gd name="T2" fmla="*/ 215 w 955"/>
                <a:gd name="T3" fmla="*/ 0 h 743"/>
                <a:gd name="T4" fmla="*/ 955 w 955"/>
                <a:gd name="T5" fmla="*/ 743 h 743"/>
                <a:gd name="T6" fmla="*/ 526 w 955"/>
                <a:gd name="T7" fmla="*/ 743 h 743"/>
                <a:gd name="T8" fmla="*/ 0 w 955"/>
                <a:gd name="T9" fmla="*/ 215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743">
                  <a:moveTo>
                    <a:pt x="0" y="215"/>
                  </a:moveTo>
                  <a:lnTo>
                    <a:pt x="215" y="0"/>
                  </a:lnTo>
                  <a:lnTo>
                    <a:pt x="955" y="743"/>
                  </a:lnTo>
                  <a:lnTo>
                    <a:pt x="526" y="743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7" name="îṥḷíḍe"/>
            <p:cNvSpPr/>
            <p:nvPr/>
          </p:nvSpPr>
          <p:spPr bwMode="auto">
            <a:xfrm flipV="1">
              <a:off x="5335148" y="3569413"/>
              <a:ext cx="1576807" cy="1226771"/>
            </a:xfrm>
            <a:custGeom>
              <a:avLst/>
              <a:gdLst>
                <a:gd name="T0" fmla="*/ 0 w 955"/>
                <a:gd name="T1" fmla="*/ 215 h 743"/>
                <a:gd name="T2" fmla="*/ 215 w 955"/>
                <a:gd name="T3" fmla="*/ 0 h 743"/>
                <a:gd name="T4" fmla="*/ 955 w 955"/>
                <a:gd name="T5" fmla="*/ 743 h 743"/>
                <a:gd name="T6" fmla="*/ 526 w 955"/>
                <a:gd name="T7" fmla="*/ 743 h 743"/>
                <a:gd name="T8" fmla="*/ 0 w 955"/>
                <a:gd name="T9" fmla="*/ 215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743">
                  <a:moveTo>
                    <a:pt x="0" y="215"/>
                  </a:moveTo>
                  <a:lnTo>
                    <a:pt x="215" y="0"/>
                  </a:lnTo>
                  <a:lnTo>
                    <a:pt x="955" y="743"/>
                  </a:lnTo>
                  <a:lnTo>
                    <a:pt x="526" y="743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8" name="ïš1íḓe"/>
            <p:cNvSpPr/>
            <p:nvPr/>
          </p:nvSpPr>
          <p:spPr>
            <a:xfrm>
              <a:off x="3651638" y="2342642"/>
              <a:ext cx="2446113" cy="2453542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9" name="îs1ïḍé"/>
            <p:cNvSpPr/>
            <p:nvPr/>
          </p:nvSpPr>
          <p:spPr bwMode="auto">
            <a:xfrm>
              <a:off x="6149352" y="2342642"/>
              <a:ext cx="1576807" cy="1226771"/>
            </a:xfrm>
            <a:custGeom>
              <a:avLst/>
              <a:gdLst>
                <a:gd name="T0" fmla="*/ 0 w 955"/>
                <a:gd name="T1" fmla="*/ 215 h 743"/>
                <a:gd name="T2" fmla="*/ 215 w 955"/>
                <a:gd name="T3" fmla="*/ 0 h 743"/>
                <a:gd name="T4" fmla="*/ 955 w 955"/>
                <a:gd name="T5" fmla="*/ 743 h 743"/>
                <a:gd name="T6" fmla="*/ 526 w 955"/>
                <a:gd name="T7" fmla="*/ 743 h 743"/>
                <a:gd name="T8" fmla="*/ 0 w 955"/>
                <a:gd name="T9" fmla="*/ 215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743">
                  <a:moveTo>
                    <a:pt x="0" y="215"/>
                  </a:moveTo>
                  <a:lnTo>
                    <a:pt x="215" y="0"/>
                  </a:lnTo>
                  <a:lnTo>
                    <a:pt x="955" y="743"/>
                  </a:lnTo>
                  <a:lnTo>
                    <a:pt x="526" y="743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10" name="îsľîdè"/>
            <p:cNvSpPr/>
            <p:nvPr/>
          </p:nvSpPr>
          <p:spPr bwMode="auto">
            <a:xfrm flipV="1">
              <a:off x="6149352" y="3569413"/>
              <a:ext cx="1576807" cy="1226771"/>
            </a:xfrm>
            <a:custGeom>
              <a:avLst/>
              <a:gdLst>
                <a:gd name="T0" fmla="*/ 0 w 955"/>
                <a:gd name="T1" fmla="*/ 215 h 743"/>
                <a:gd name="T2" fmla="*/ 215 w 955"/>
                <a:gd name="T3" fmla="*/ 0 h 743"/>
                <a:gd name="T4" fmla="*/ 955 w 955"/>
                <a:gd name="T5" fmla="*/ 743 h 743"/>
                <a:gd name="T6" fmla="*/ 526 w 955"/>
                <a:gd name="T7" fmla="*/ 743 h 743"/>
                <a:gd name="T8" fmla="*/ 0 w 955"/>
                <a:gd name="T9" fmla="*/ 215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743">
                  <a:moveTo>
                    <a:pt x="0" y="215"/>
                  </a:moveTo>
                  <a:lnTo>
                    <a:pt x="215" y="0"/>
                  </a:lnTo>
                  <a:lnTo>
                    <a:pt x="955" y="743"/>
                  </a:lnTo>
                  <a:lnTo>
                    <a:pt x="526" y="743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11" name="iṣḻiḍè"/>
            <p:cNvSpPr/>
            <p:nvPr/>
          </p:nvSpPr>
          <p:spPr bwMode="auto">
            <a:xfrm>
              <a:off x="6963555" y="2342642"/>
              <a:ext cx="1576807" cy="1226771"/>
            </a:xfrm>
            <a:custGeom>
              <a:avLst/>
              <a:gdLst>
                <a:gd name="T0" fmla="*/ 0 w 955"/>
                <a:gd name="T1" fmla="*/ 215 h 743"/>
                <a:gd name="T2" fmla="*/ 215 w 955"/>
                <a:gd name="T3" fmla="*/ 0 h 743"/>
                <a:gd name="T4" fmla="*/ 955 w 955"/>
                <a:gd name="T5" fmla="*/ 743 h 743"/>
                <a:gd name="T6" fmla="*/ 526 w 955"/>
                <a:gd name="T7" fmla="*/ 743 h 743"/>
                <a:gd name="T8" fmla="*/ 0 w 955"/>
                <a:gd name="T9" fmla="*/ 215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743">
                  <a:moveTo>
                    <a:pt x="0" y="215"/>
                  </a:moveTo>
                  <a:lnTo>
                    <a:pt x="215" y="0"/>
                  </a:lnTo>
                  <a:lnTo>
                    <a:pt x="955" y="743"/>
                  </a:lnTo>
                  <a:lnTo>
                    <a:pt x="526" y="743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600"/>
            </a:p>
          </p:txBody>
        </p:sp>
        <p:sp>
          <p:nvSpPr>
            <p:cNvPr id="12" name="íşḻiḋê"/>
            <p:cNvSpPr/>
            <p:nvPr/>
          </p:nvSpPr>
          <p:spPr bwMode="auto">
            <a:xfrm flipV="1">
              <a:off x="6963555" y="3569413"/>
              <a:ext cx="1576807" cy="1226771"/>
            </a:xfrm>
            <a:custGeom>
              <a:avLst/>
              <a:gdLst>
                <a:gd name="T0" fmla="*/ 0 w 955"/>
                <a:gd name="T1" fmla="*/ 215 h 743"/>
                <a:gd name="T2" fmla="*/ 215 w 955"/>
                <a:gd name="T3" fmla="*/ 0 h 743"/>
                <a:gd name="T4" fmla="*/ 955 w 955"/>
                <a:gd name="T5" fmla="*/ 743 h 743"/>
                <a:gd name="T6" fmla="*/ 526 w 955"/>
                <a:gd name="T7" fmla="*/ 743 h 743"/>
                <a:gd name="T8" fmla="*/ 0 w 955"/>
                <a:gd name="T9" fmla="*/ 215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743">
                  <a:moveTo>
                    <a:pt x="0" y="215"/>
                  </a:moveTo>
                  <a:lnTo>
                    <a:pt x="215" y="0"/>
                  </a:lnTo>
                  <a:lnTo>
                    <a:pt x="955" y="743"/>
                  </a:lnTo>
                  <a:lnTo>
                    <a:pt x="526" y="743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600"/>
            </a:p>
          </p:txBody>
        </p:sp>
        <p:grpSp>
          <p:nvGrpSpPr>
            <p:cNvPr id="13" name="ïṣlïdé"/>
            <p:cNvGrpSpPr/>
            <p:nvPr/>
          </p:nvGrpSpPr>
          <p:grpSpPr>
            <a:xfrm>
              <a:off x="5308646" y="2285442"/>
              <a:ext cx="471648" cy="472390"/>
              <a:chOff x="4011823" y="1390650"/>
              <a:chExt cx="1064394" cy="1066068"/>
            </a:xfrm>
          </p:grpSpPr>
          <p:sp>
            <p:nvSpPr>
              <p:cNvPr id="34" name="íšliḋé"/>
              <p:cNvSpPr/>
              <p:nvPr/>
            </p:nvSpPr>
            <p:spPr bwMode="auto">
              <a:xfrm>
                <a:off x="4011823" y="1390650"/>
                <a:ext cx="1064394" cy="10660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2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5" name="ísḻïďê"/>
              <p:cNvSpPr/>
              <p:nvPr/>
            </p:nvSpPr>
            <p:spPr>
              <a:xfrm>
                <a:off x="4306494" y="1679956"/>
                <a:ext cx="475056" cy="487456"/>
              </a:xfrm>
              <a:custGeom>
                <a:avLst/>
                <a:gdLst>
                  <a:gd name="T0" fmla="*/ 4313 w 5734"/>
                  <a:gd name="T1" fmla="*/ 3918 h 5892"/>
                  <a:gd name="T2" fmla="*/ 5734 w 5734"/>
                  <a:gd name="T3" fmla="*/ 2497 h 5892"/>
                  <a:gd name="T4" fmla="*/ 4313 w 5734"/>
                  <a:gd name="T5" fmla="*/ 1076 h 5892"/>
                  <a:gd name="T6" fmla="*/ 4149 w 5734"/>
                  <a:gd name="T7" fmla="*/ 1085 h 5892"/>
                  <a:gd name="T8" fmla="*/ 3733 w 5734"/>
                  <a:gd name="T9" fmla="*/ 378 h 5892"/>
                  <a:gd name="T10" fmla="*/ 2768 w 5734"/>
                  <a:gd name="T11" fmla="*/ 0 h 5892"/>
                  <a:gd name="T12" fmla="*/ 1389 w 5734"/>
                  <a:gd name="T13" fmla="*/ 1076 h 5892"/>
                  <a:gd name="T14" fmla="*/ 0 w 5734"/>
                  <a:gd name="T15" fmla="*/ 2497 h 5892"/>
                  <a:gd name="T16" fmla="*/ 1421 w 5734"/>
                  <a:gd name="T17" fmla="*/ 3918 h 5892"/>
                  <a:gd name="T18" fmla="*/ 2140 w 5734"/>
                  <a:gd name="T19" fmla="*/ 3918 h 5892"/>
                  <a:gd name="T20" fmla="*/ 2140 w 5734"/>
                  <a:gd name="T21" fmla="*/ 4472 h 5892"/>
                  <a:gd name="T22" fmla="*/ 1315 w 5734"/>
                  <a:gd name="T23" fmla="*/ 4472 h 5892"/>
                  <a:gd name="T24" fmla="*/ 954 w 5734"/>
                  <a:gd name="T25" fmla="*/ 4259 h 5892"/>
                  <a:gd name="T26" fmla="*/ 540 w 5734"/>
                  <a:gd name="T27" fmla="*/ 4672 h 5892"/>
                  <a:gd name="T28" fmla="*/ 954 w 5734"/>
                  <a:gd name="T29" fmla="*/ 5086 h 5892"/>
                  <a:gd name="T30" fmla="*/ 1315 w 5734"/>
                  <a:gd name="T31" fmla="*/ 4872 h 5892"/>
                  <a:gd name="T32" fmla="*/ 2340 w 5734"/>
                  <a:gd name="T33" fmla="*/ 4872 h 5892"/>
                  <a:gd name="T34" fmla="*/ 2540 w 5734"/>
                  <a:gd name="T35" fmla="*/ 4672 h 5892"/>
                  <a:gd name="T36" fmla="*/ 2540 w 5734"/>
                  <a:gd name="T37" fmla="*/ 3918 h 5892"/>
                  <a:gd name="T38" fmla="*/ 2667 w 5734"/>
                  <a:gd name="T39" fmla="*/ 3918 h 5892"/>
                  <a:gd name="T40" fmla="*/ 2667 w 5734"/>
                  <a:gd name="T41" fmla="*/ 5117 h 5892"/>
                  <a:gd name="T42" fmla="*/ 2454 w 5734"/>
                  <a:gd name="T43" fmla="*/ 5479 h 5892"/>
                  <a:gd name="T44" fmla="*/ 2867 w 5734"/>
                  <a:gd name="T45" fmla="*/ 5892 h 5892"/>
                  <a:gd name="T46" fmla="*/ 3280 w 5734"/>
                  <a:gd name="T47" fmla="*/ 5479 h 5892"/>
                  <a:gd name="T48" fmla="*/ 3067 w 5734"/>
                  <a:gd name="T49" fmla="*/ 5117 h 5892"/>
                  <a:gd name="T50" fmla="*/ 3067 w 5734"/>
                  <a:gd name="T51" fmla="*/ 3918 h 5892"/>
                  <a:gd name="T52" fmla="*/ 3194 w 5734"/>
                  <a:gd name="T53" fmla="*/ 3918 h 5892"/>
                  <a:gd name="T54" fmla="*/ 3194 w 5734"/>
                  <a:gd name="T55" fmla="*/ 4691 h 5892"/>
                  <a:gd name="T56" fmla="*/ 3394 w 5734"/>
                  <a:gd name="T57" fmla="*/ 4891 h 5892"/>
                  <a:gd name="T58" fmla="*/ 4430 w 5734"/>
                  <a:gd name="T59" fmla="*/ 4891 h 5892"/>
                  <a:gd name="T60" fmla="*/ 4780 w 5734"/>
                  <a:gd name="T61" fmla="*/ 5085 h 5892"/>
                  <a:gd name="T62" fmla="*/ 5194 w 5734"/>
                  <a:gd name="T63" fmla="*/ 4672 h 5892"/>
                  <a:gd name="T64" fmla="*/ 4780 w 5734"/>
                  <a:gd name="T65" fmla="*/ 4259 h 5892"/>
                  <a:gd name="T66" fmla="*/ 4409 w 5734"/>
                  <a:gd name="T67" fmla="*/ 4491 h 5892"/>
                  <a:gd name="T68" fmla="*/ 3594 w 5734"/>
                  <a:gd name="T69" fmla="*/ 4491 h 5892"/>
                  <a:gd name="T70" fmla="*/ 3594 w 5734"/>
                  <a:gd name="T71" fmla="*/ 3918 h 5892"/>
                  <a:gd name="T72" fmla="*/ 4313 w 5734"/>
                  <a:gd name="T73" fmla="*/ 3918 h 5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4" h="5892">
                    <a:moveTo>
                      <a:pt x="4313" y="3918"/>
                    </a:moveTo>
                    <a:cubicBezTo>
                      <a:pt x="5096" y="3918"/>
                      <a:pt x="5734" y="3280"/>
                      <a:pt x="5734" y="2497"/>
                    </a:cubicBezTo>
                    <a:cubicBezTo>
                      <a:pt x="5734" y="1713"/>
                      <a:pt x="5096" y="1076"/>
                      <a:pt x="4313" y="1076"/>
                    </a:cubicBezTo>
                    <a:cubicBezTo>
                      <a:pt x="4258" y="1076"/>
                      <a:pt x="4203" y="1079"/>
                      <a:pt x="4149" y="1085"/>
                    </a:cubicBezTo>
                    <a:cubicBezTo>
                      <a:pt x="4084" y="816"/>
                      <a:pt x="3940" y="570"/>
                      <a:pt x="3733" y="378"/>
                    </a:cubicBezTo>
                    <a:cubicBezTo>
                      <a:pt x="3470" y="134"/>
                      <a:pt x="3127" y="0"/>
                      <a:pt x="2768" y="0"/>
                    </a:cubicBezTo>
                    <a:cubicBezTo>
                      <a:pt x="2107" y="0"/>
                      <a:pt x="1544" y="451"/>
                      <a:pt x="1389" y="1076"/>
                    </a:cubicBezTo>
                    <a:cubicBezTo>
                      <a:pt x="620" y="1093"/>
                      <a:pt x="0" y="1724"/>
                      <a:pt x="0" y="2497"/>
                    </a:cubicBezTo>
                    <a:cubicBezTo>
                      <a:pt x="0" y="3281"/>
                      <a:pt x="638" y="3918"/>
                      <a:pt x="1421" y="3918"/>
                    </a:cubicBezTo>
                    <a:lnTo>
                      <a:pt x="2140" y="3918"/>
                    </a:lnTo>
                    <a:lnTo>
                      <a:pt x="2140" y="4472"/>
                    </a:lnTo>
                    <a:lnTo>
                      <a:pt x="1315" y="4472"/>
                    </a:lnTo>
                    <a:cubicBezTo>
                      <a:pt x="1245" y="4345"/>
                      <a:pt x="1109" y="4259"/>
                      <a:pt x="954" y="4259"/>
                    </a:cubicBezTo>
                    <a:cubicBezTo>
                      <a:pt x="726" y="4259"/>
                      <a:pt x="540" y="4444"/>
                      <a:pt x="540" y="4672"/>
                    </a:cubicBezTo>
                    <a:cubicBezTo>
                      <a:pt x="540" y="4900"/>
                      <a:pt x="726" y="5086"/>
                      <a:pt x="954" y="5086"/>
                    </a:cubicBezTo>
                    <a:cubicBezTo>
                      <a:pt x="1109" y="5086"/>
                      <a:pt x="1245" y="4999"/>
                      <a:pt x="1315" y="4872"/>
                    </a:cubicBezTo>
                    <a:lnTo>
                      <a:pt x="2340" y="4872"/>
                    </a:lnTo>
                    <a:cubicBezTo>
                      <a:pt x="2451" y="4872"/>
                      <a:pt x="2540" y="4783"/>
                      <a:pt x="2540" y="4672"/>
                    </a:cubicBezTo>
                    <a:lnTo>
                      <a:pt x="2540" y="3918"/>
                    </a:lnTo>
                    <a:lnTo>
                      <a:pt x="2667" y="3918"/>
                    </a:lnTo>
                    <a:lnTo>
                      <a:pt x="2667" y="5117"/>
                    </a:lnTo>
                    <a:cubicBezTo>
                      <a:pt x="2540" y="5188"/>
                      <a:pt x="2454" y="5323"/>
                      <a:pt x="2454" y="5479"/>
                    </a:cubicBezTo>
                    <a:cubicBezTo>
                      <a:pt x="2454" y="5707"/>
                      <a:pt x="2639" y="5892"/>
                      <a:pt x="2867" y="5892"/>
                    </a:cubicBezTo>
                    <a:cubicBezTo>
                      <a:pt x="3095" y="5892"/>
                      <a:pt x="3280" y="5707"/>
                      <a:pt x="3280" y="5479"/>
                    </a:cubicBezTo>
                    <a:cubicBezTo>
                      <a:pt x="3280" y="5323"/>
                      <a:pt x="3194" y="5188"/>
                      <a:pt x="3067" y="5117"/>
                    </a:cubicBezTo>
                    <a:lnTo>
                      <a:pt x="3067" y="3918"/>
                    </a:lnTo>
                    <a:lnTo>
                      <a:pt x="3194" y="3918"/>
                    </a:lnTo>
                    <a:lnTo>
                      <a:pt x="3194" y="4691"/>
                    </a:lnTo>
                    <a:cubicBezTo>
                      <a:pt x="3194" y="4802"/>
                      <a:pt x="3283" y="4891"/>
                      <a:pt x="3394" y="4891"/>
                    </a:cubicBezTo>
                    <a:lnTo>
                      <a:pt x="4430" y="4891"/>
                    </a:lnTo>
                    <a:cubicBezTo>
                      <a:pt x="4503" y="5008"/>
                      <a:pt x="4633" y="5085"/>
                      <a:pt x="4780" y="5085"/>
                    </a:cubicBezTo>
                    <a:cubicBezTo>
                      <a:pt x="5008" y="5085"/>
                      <a:pt x="5194" y="4900"/>
                      <a:pt x="5194" y="4672"/>
                    </a:cubicBezTo>
                    <a:cubicBezTo>
                      <a:pt x="5194" y="4444"/>
                      <a:pt x="5008" y="4259"/>
                      <a:pt x="4780" y="4259"/>
                    </a:cubicBezTo>
                    <a:cubicBezTo>
                      <a:pt x="4617" y="4259"/>
                      <a:pt x="4476" y="4354"/>
                      <a:pt x="4409" y="4491"/>
                    </a:cubicBezTo>
                    <a:lnTo>
                      <a:pt x="3594" y="4491"/>
                    </a:lnTo>
                    <a:lnTo>
                      <a:pt x="3594" y="3918"/>
                    </a:lnTo>
                    <a:lnTo>
                      <a:pt x="4313" y="39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4" name="íş1ïdé"/>
            <p:cNvGrpSpPr/>
            <p:nvPr/>
          </p:nvGrpSpPr>
          <p:grpSpPr>
            <a:xfrm>
              <a:off x="6096000" y="4380994"/>
              <a:ext cx="471648" cy="472390"/>
              <a:chOff x="4011823" y="1390650"/>
              <a:chExt cx="1064394" cy="1066068"/>
            </a:xfrm>
          </p:grpSpPr>
          <p:sp>
            <p:nvSpPr>
              <p:cNvPr id="32" name="iṡ1ïďè"/>
              <p:cNvSpPr/>
              <p:nvPr/>
            </p:nvSpPr>
            <p:spPr bwMode="auto">
              <a:xfrm>
                <a:off x="4011823" y="1390650"/>
                <a:ext cx="1064394" cy="10660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2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3" name="iSľídê"/>
              <p:cNvSpPr/>
              <p:nvPr/>
            </p:nvSpPr>
            <p:spPr>
              <a:xfrm>
                <a:off x="4306494" y="1679956"/>
                <a:ext cx="475056" cy="487456"/>
              </a:xfrm>
              <a:custGeom>
                <a:avLst/>
                <a:gdLst>
                  <a:gd name="T0" fmla="*/ 4313 w 5734"/>
                  <a:gd name="T1" fmla="*/ 3918 h 5892"/>
                  <a:gd name="T2" fmla="*/ 5734 w 5734"/>
                  <a:gd name="T3" fmla="*/ 2497 h 5892"/>
                  <a:gd name="T4" fmla="*/ 4313 w 5734"/>
                  <a:gd name="T5" fmla="*/ 1076 h 5892"/>
                  <a:gd name="T6" fmla="*/ 4149 w 5734"/>
                  <a:gd name="T7" fmla="*/ 1085 h 5892"/>
                  <a:gd name="T8" fmla="*/ 3733 w 5734"/>
                  <a:gd name="T9" fmla="*/ 378 h 5892"/>
                  <a:gd name="T10" fmla="*/ 2768 w 5734"/>
                  <a:gd name="T11" fmla="*/ 0 h 5892"/>
                  <a:gd name="T12" fmla="*/ 1389 w 5734"/>
                  <a:gd name="T13" fmla="*/ 1076 h 5892"/>
                  <a:gd name="T14" fmla="*/ 0 w 5734"/>
                  <a:gd name="T15" fmla="*/ 2497 h 5892"/>
                  <a:gd name="T16" fmla="*/ 1421 w 5734"/>
                  <a:gd name="T17" fmla="*/ 3918 h 5892"/>
                  <a:gd name="T18" fmla="*/ 2140 w 5734"/>
                  <a:gd name="T19" fmla="*/ 3918 h 5892"/>
                  <a:gd name="T20" fmla="*/ 2140 w 5734"/>
                  <a:gd name="T21" fmla="*/ 4472 h 5892"/>
                  <a:gd name="T22" fmla="*/ 1315 w 5734"/>
                  <a:gd name="T23" fmla="*/ 4472 h 5892"/>
                  <a:gd name="T24" fmla="*/ 954 w 5734"/>
                  <a:gd name="T25" fmla="*/ 4259 h 5892"/>
                  <a:gd name="T26" fmla="*/ 540 w 5734"/>
                  <a:gd name="T27" fmla="*/ 4672 h 5892"/>
                  <a:gd name="T28" fmla="*/ 954 w 5734"/>
                  <a:gd name="T29" fmla="*/ 5086 h 5892"/>
                  <a:gd name="T30" fmla="*/ 1315 w 5734"/>
                  <a:gd name="T31" fmla="*/ 4872 h 5892"/>
                  <a:gd name="T32" fmla="*/ 2340 w 5734"/>
                  <a:gd name="T33" fmla="*/ 4872 h 5892"/>
                  <a:gd name="T34" fmla="*/ 2540 w 5734"/>
                  <a:gd name="T35" fmla="*/ 4672 h 5892"/>
                  <a:gd name="T36" fmla="*/ 2540 w 5734"/>
                  <a:gd name="T37" fmla="*/ 3918 h 5892"/>
                  <a:gd name="T38" fmla="*/ 2667 w 5734"/>
                  <a:gd name="T39" fmla="*/ 3918 h 5892"/>
                  <a:gd name="T40" fmla="*/ 2667 w 5734"/>
                  <a:gd name="T41" fmla="*/ 5117 h 5892"/>
                  <a:gd name="T42" fmla="*/ 2454 w 5734"/>
                  <a:gd name="T43" fmla="*/ 5479 h 5892"/>
                  <a:gd name="T44" fmla="*/ 2867 w 5734"/>
                  <a:gd name="T45" fmla="*/ 5892 h 5892"/>
                  <a:gd name="T46" fmla="*/ 3280 w 5734"/>
                  <a:gd name="T47" fmla="*/ 5479 h 5892"/>
                  <a:gd name="T48" fmla="*/ 3067 w 5734"/>
                  <a:gd name="T49" fmla="*/ 5117 h 5892"/>
                  <a:gd name="T50" fmla="*/ 3067 w 5734"/>
                  <a:gd name="T51" fmla="*/ 3918 h 5892"/>
                  <a:gd name="T52" fmla="*/ 3194 w 5734"/>
                  <a:gd name="T53" fmla="*/ 3918 h 5892"/>
                  <a:gd name="T54" fmla="*/ 3194 w 5734"/>
                  <a:gd name="T55" fmla="*/ 4691 h 5892"/>
                  <a:gd name="T56" fmla="*/ 3394 w 5734"/>
                  <a:gd name="T57" fmla="*/ 4891 h 5892"/>
                  <a:gd name="T58" fmla="*/ 4430 w 5734"/>
                  <a:gd name="T59" fmla="*/ 4891 h 5892"/>
                  <a:gd name="T60" fmla="*/ 4780 w 5734"/>
                  <a:gd name="T61" fmla="*/ 5085 h 5892"/>
                  <a:gd name="T62" fmla="*/ 5194 w 5734"/>
                  <a:gd name="T63" fmla="*/ 4672 h 5892"/>
                  <a:gd name="T64" fmla="*/ 4780 w 5734"/>
                  <a:gd name="T65" fmla="*/ 4259 h 5892"/>
                  <a:gd name="T66" fmla="*/ 4409 w 5734"/>
                  <a:gd name="T67" fmla="*/ 4491 h 5892"/>
                  <a:gd name="T68" fmla="*/ 3594 w 5734"/>
                  <a:gd name="T69" fmla="*/ 4491 h 5892"/>
                  <a:gd name="T70" fmla="*/ 3594 w 5734"/>
                  <a:gd name="T71" fmla="*/ 3918 h 5892"/>
                  <a:gd name="T72" fmla="*/ 4313 w 5734"/>
                  <a:gd name="T73" fmla="*/ 3918 h 5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4" h="5892">
                    <a:moveTo>
                      <a:pt x="4313" y="3918"/>
                    </a:moveTo>
                    <a:cubicBezTo>
                      <a:pt x="5096" y="3918"/>
                      <a:pt x="5734" y="3280"/>
                      <a:pt x="5734" y="2497"/>
                    </a:cubicBezTo>
                    <a:cubicBezTo>
                      <a:pt x="5734" y="1713"/>
                      <a:pt x="5096" y="1076"/>
                      <a:pt x="4313" y="1076"/>
                    </a:cubicBezTo>
                    <a:cubicBezTo>
                      <a:pt x="4258" y="1076"/>
                      <a:pt x="4203" y="1079"/>
                      <a:pt x="4149" y="1085"/>
                    </a:cubicBezTo>
                    <a:cubicBezTo>
                      <a:pt x="4084" y="816"/>
                      <a:pt x="3940" y="570"/>
                      <a:pt x="3733" y="378"/>
                    </a:cubicBezTo>
                    <a:cubicBezTo>
                      <a:pt x="3470" y="134"/>
                      <a:pt x="3127" y="0"/>
                      <a:pt x="2768" y="0"/>
                    </a:cubicBezTo>
                    <a:cubicBezTo>
                      <a:pt x="2107" y="0"/>
                      <a:pt x="1544" y="451"/>
                      <a:pt x="1389" y="1076"/>
                    </a:cubicBezTo>
                    <a:cubicBezTo>
                      <a:pt x="620" y="1093"/>
                      <a:pt x="0" y="1724"/>
                      <a:pt x="0" y="2497"/>
                    </a:cubicBezTo>
                    <a:cubicBezTo>
                      <a:pt x="0" y="3281"/>
                      <a:pt x="638" y="3918"/>
                      <a:pt x="1421" y="3918"/>
                    </a:cubicBezTo>
                    <a:lnTo>
                      <a:pt x="2140" y="3918"/>
                    </a:lnTo>
                    <a:lnTo>
                      <a:pt x="2140" y="4472"/>
                    </a:lnTo>
                    <a:lnTo>
                      <a:pt x="1315" y="4472"/>
                    </a:lnTo>
                    <a:cubicBezTo>
                      <a:pt x="1245" y="4345"/>
                      <a:pt x="1109" y="4259"/>
                      <a:pt x="954" y="4259"/>
                    </a:cubicBezTo>
                    <a:cubicBezTo>
                      <a:pt x="726" y="4259"/>
                      <a:pt x="540" y="4444"/>
                      <a:pt x="540" y="4672"/>
                    </a:cubicBezTo>
                    <a:cubicBezTo>
                      <a:pt x="540" y="4900"/>
                      <a:pt x="726" y="5086"/>
                      <a:pt x="954" y="5086"/>
                    </a:cubicBezTo>
                    <a:cubicBezTo>
                      <a:pt x="1109" y="5086"/>
                      <a:pt x="1245" y="4999"/>
                      <a:pt x="1315" y="4872"/>
                    </a:cubicBezTo>
                    <a:lnTo>
                      <a:pt x="2340" y="4872"/>
                    </a:lnTo>
                    <a:cubicBezTo>
                      <a:pt x="2451" y="4872"/>
                      <a:pt x="2540" y="4783"/>
                      <a:pt x="2540" y="4672"/>
                    </a:cubicBezTo>
                    <a:lnTo>
                      <a:pt x="2540" y="3918"/>
                    </a:lnTo>
                    <a:lnTo>
                      <a:pt x="2667" y="3918"/>
                    </a:lnTo>
                    <a:lnTo>
                      <a:pt x="2667" y="5117"/>
                    </a:lnTo>
                    <a:cubicBezTo>
                      <a:pt x="2540" y="5188"/>
                      <a:pt x="2454" y="5323"/>
                      <a:pt x="2454" y="5479"/>
                    </a:cubicBezTo>
                    <a:cubicBezTo>
                      <a:pt x="2454" y="5707"/>
                      <a:pt x="2639" y="5892"/>
                      <a:pt x="2867" y="5892"/>
                    </a:cubicBezTo>
                    <a:cubicBezTo>
                      <a:pt x="3095" y="5892"/>
                      <a:pt x="3280" y="5707"/>
                      <a:pt x="3280" y="5479"/>
                    </a:cubicBezTo>
                    <a:cubicBezTo>
                      <a:pt x="3280" y="5323"/>
                      <a:pt x="3194" y="5188"/>
                      <a:pt x="3067" y="5117"/>
                    </a:cubicBezTo>
                    <a:lnTo>
                      <a:pt x="3067" y="3918"/>
                    </a:lnTo>
                    <a:lnTo>
                      <a:pt x="3194" y="3918"/>
                    </a:lnTo>
                    <a:lnTo>
                      <a:pt x="3194" y="4691"/>
                    </a:lnTo>
                    <a:cubicBezTo>
                      <a:pt x="3194" y="4802"/>
                      <a:pt x="3283" y="4891"/>
                      <a:pt x="3394" y="4891"/>
                    </a:cubicBezTo>
                    <a:lnTo>
                      <a:pt x="4430" y="4891"/>
                    </a:lnTo>
                    <a:cubicBezTo>
                      <a:pt x="4503" y="5008"/>
                      <a:pt x="4633" y="5085"/>
                      <a:pt x="4780" y="5085"/>
                    </a:cubicBezTo>
                    <a:cubicBezTo>
                      <a:pt x="5008" y="5085"/>
                      <a:pt x="5194" y="4900"/>
                      <a:pt x="5194" y="4672"/>
                    </a:cubicBezTo>
                    <a:cubicBezTo>
                      <a:pt x="5194" y="4444"/>
                      <a:pt x="5008" y="4259"/>
                      <a:pt x="4780" y="4259"/>
                    </a:cubicBezTo>
                    <a:cubicBezTo>
                      <a:pt x="4617" y="4259"/>
                      <a:pt x="4476" y="4354"/>
                      <a:pt x="4409" y="4491"/>
                    </a:cubicBezTo>
                    <a:lnTo>
                      <a:pt x="3594" y="4491"/>
                    </a:lnTo>
                    <a:lnTo>
                      <a:pt x="3594" y="3918"/>
                    </a:lnTo>
                    <a:lnTo>
                      <a:pt x="4313" y="39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5" name="îŝ1îḑe"/>
            <p:cNvGrpSpPr/>
            <p:nvPr/>
          </p:nvGrpSpPr>
          <p:grpSpPr>
            <a:xfrm>
              <a:off x="6904955" y="2285442"/>
              <a:ext cx="471648" cy="472390"/>
              <a:chOff x="4011823" y="1390650"/>
              <a:chExt cx="1064394" cy="1066068"/>
            </a:xfrm>
          </p:grpSpPr>
          <p:sp>
            <p:nvSpPr>
              <p:cNvPr id="30" name="iṧľîďé"/>
              <p:cNvSpPr/>
              <p:nvPr/>
            </p:nvSpPr>
            <p:spPr bwMode="auto">
              <a:xfrm>
                <a:off x="4011823" y="1390650"/>
                <a:ext cx="1064394" cy="10660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2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/>
              </a:p>
            </p:txBody>
          </p:sp>
          <p:sp>
            <p:nvSpPr>
              <p:cNvPr id="31" name="iśḷíḍé"/>
              <p:cNvSpPr/>
              <p:nvPr/>
            </p:nvSpPr>
            <p:spPr>
              <a:xfrm>
                <a:off x="4306494" y="1679956"/>
                <a:ext cx="475056" cy="487456"/>
              </a:xfrm>
              <a:custGeom>
                <a:avLst/>
                <a:gdLst>
                  <a:gd name="T0" fmla="*/ 4313 w 5734"/>
                  <a:gd name="T1" fmla="*/ 3918 h 5892"/>
                  <a:gd name="T2" fmla="*/ 5734 w 5734"/>
                  <a:gd name="T3" fmla="*/ 2497 h 5892"/>
                  <a:gd name="T4" fmla="*/ 4313 w 5734"/>
                  <a:gd name="T5" fmla="*/ 1076 h 5892"/>
                  <a:gd name="T6" fmla="*/ 4149 w 5734"/>
                  <a:gd name="T7" fmla="*/ 1085 h 5892"/>
                  <a:gd name="T8" fmla="*/ 3733 w 5734"/>
                  <a:gd name="T9" fmla="*/ 378 h 5892"/>
                  <a:gd name="T10" fmla="*/ 2768 w 5734"/>
                  <a:gd name="T11" fmla="*/ 0 h 5892"/>
                  <a:gd name="T12" fmla="*/ 1389 w 5734"/>
                  <a:gd name="T13" fmla="*/ 1076 h 5892"/>
                  <a:gd name="T14" fmla="*/ 0 w 5734"/>
                  <a:gd name="T15" fmla="*/ 2497 h 5892"/>
                  <a:gd name="T16" fmla="*/ 1421 w 5734"/>
                  <a:gd name="T17" fmla="*/ 3918 h 5892"/>
                  <a:gd name="T18" fmla="*/ 2140 w 5734"/>
                  <a:gd name="T19" fmla="*/ 3918 h 5892"/>
                  <a:gd name="T20" fmla="*/ 2140 w 5734"/>
                  <a:gd name="T21" fmla="*/ 4472 h 5892"/>
                  <a:gd name="T22" fmla="*/ 1315 w 5734"/>
                  <a:gd name="T23" fmla="*/ 4472 h 5892"/>
                  <a:gd name="T24" fmla="*/ 954 w 5734"/>
                  <a:gd name="T25" fmla="*/ 4259 h 5892"/>
                  <a:gd name="T26" fmla="*/ 540 w 5734"/>
                  <a:gd name="T27" fmla="*/ 4672 h 5892"/>
                  <a:gd name="T28" fmla="*/ 954 w 5734"/>
                  <a:gd name="T29" fmla="*/ 5086 h 5892"/>
                  <a:gd name="T30" fmla="*/ 1315 w 5734"/>
                  <a:gd name="T31" fmla="*/ 4872 h 5892"/>
                  <a:gd name="T32" fmla="*/ 2340 w 5734"/>
                  <a:gd name="T33" fmla="*/ 4872 h 5892"/>
                  <a:gd name="T34" fmla="*/ 2540 w 5734"/>
                  <a:gd name="T35" fmla="*/ 4672 h 5892"/>
                  <a:gd name="T36" fmla="*/ 2540 w 5734"/>
                  <a:gd name="T37" fmla="*/ 3918 h 5892"/>
                  <a:gd name="T38" fmla="*/ 2667 w 5734"/>
                  <a:gd name="T39" fmla="*/ 3918 h 5892"/>
                  <a:gd name="T40" fmla="*/ 2667 w 5734"/>
                  <a:gd name="T41" fmla="*/ 5117 h 5892"/>
                  <a:gd name="T42" fmla="*/ 2454 w 5734"/>
                  <a:gd name="T43" fmla="*/ 5479 h 5892"/>
                  <a:gd name="T44" fmla="*/ 2867 w 5734"/>
                  <a:gd name="T45" fmla="*/ 5892 h 5892"/>
                  <a:gd name="T46" fmla="*/ 3280 w 5734"/>
                  <a:gd name="T47" fmla="*/ 5479 h 5892"/>
                  <a:gd name="T48" fmla="*/ 3067 w 5734"/>
                  <a:gd name="T49" fmla="*/ 5117 h 5892"/>
                  <a:gd name="T50" fmla="*/ 3067 w 5734"/>
                  <a:gd name="T51" fmla="*/ 3918 h 5892"/>
                  <a:gd name="T52" fmla="*/ 3194 w 5734"/>
                  <a:gd name="T53" fmla="*/ 3918 h 5892"/>
                  <a:gd name="T54" fmla="*/ 3194 w 5734"/>
                  <a:gd name="T55" fmla="*/ 4691 h 5892"/>
                  <a:gd name="T56" fmla="*/ 3394 w 5734"/>
                  <a:gd name="T57" fmla="*/ 4891 h 5892"/>
                  <a:gd name="T58" fmla="*/ 4430 w 5734"/>
                  <a:gd name="T59" fmla="*/ 4891 h 5892"/>
                  <a:gd name="T60" fmla="*/ 4780 w 5734"/>
                  <a:gd name="T61" fmla="*/ 5085 h 5892"/>
                  <a:gd name="T62" fmla="*/ 5194 w 5734"/>
                  <a:gd name="T63" fmla="*/ 4672 h 5892"/>
                  <a:gd name="T64" fmla="*/ 4780 w 5734"/>
                  <a:gd name="T65" fmla="*/ 4259 h 5892"/>
                  <a:gd name="T66" fmla="*/ 4409 w 5734"/>
                  <a:gd name="T67" fmla="*/ 4491 h 5892"/>
                  <a:gd name="T68" fmla="*/ 3594 w 5734"/>
                  <a:gd name="T69" fmla="*/ 4491 h 5892"/>
                  <a:gd name="T70" fmla="*/ 3594 w 5734"/>
                  <a:gd name="T71" fmla="*/ 3918 h 5892"/>
                  <a:gd name="T72" fmla="*/ 4313 w 5734"/>
                  <a:gd name="T73" fmla="*/ 3918 h 5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4" h="5892">
                    <a:moveTo>
                      <a:pt x="4313" y="3918"/>
                    </a:moveTo>
                    <a:cubicBezTo>
                      <a:pt x="5096" y="3918"/>
                      <a:pt x="5734" y="3280"/>
                      <a:pt x="5734" y="2497"/>
                    </a:cubicBezTo>
                    <a:cubicBezTo>
                      <a:pt x="5734" y="1713"/>
                      <a:pt x="5096" y="1076"/>
                      <a:pt x="4313" y="1076"/>
                    </a:cubicBezTo>
                    <a:cubicBezTo>
                      <a:pt x="4258" y="1076"/>
                      <a:pt x="4203" y="1079"/>
                      <a:pt x="4149" y="1085"/>
                    </a:cubicBezTo>
                    <a:cubicBezTo>
                      <a:pt x="4084" y="816"/>
                      <a:pt x="3940" y="570"/>
                      <a:pt x="3733" y="378"/>
                    </a:cubicBezTo>
                    <a:cubicBezTo>
                      <a:pt x="3470" y="134"/>
                      <a:pt x="3127" y="0"/>
                      <a:pt x="2768" y="0"/>
                    </a:cubicBezTo>
                    <a:cubicBezTo>
                      <a:pt x="2107" y="0"/>
                      <a:pt x="1544" y="451"/>
                      <a:pt x="1389" y="1076"/>
                    </a:cubicBezTo>
                    <a:cubicBezTo>
                      <a:pt x="620" y="1093"/>
                      <a:pt x="0" y="1724"/>
                      <a:pt x="0" y="2497"/>
                    </a:cubicBezTo>
                    <a:cubicBezTo>
                      <a:pt x="0" y="3281"/>
                      <a:pt x="638" y="3918"/>
                      <a:pt x="1421" y="3918"/>
                    </a:cubicBezTo>
                    <a:lnTo>
                      <a:pt x="2140" y="3918"/>
                    </a:lnTo>
                    <a:lnTo>
                      <a:pt x="2140" y="4472"/>
                    </a:lnTo>
                    <a:lnTo>
                      <a:pt x="1315" y="4472"/>
                    </a:lnTo>
                    <a:cubicBezTo>
                      <a:pt x="1245" y="4345"/>
                      <a:pt x="1109" y="4259"/>
                      <a:pt x="954" y="4259"/>
                    </a:cubicBezTo>
                    <a:cubicBezTo>
                      <a:pt x="726" y="4259"/>
                      <a:pt x="540" y="4444"/>
                      <a:pt x="540" y="4672"/>
                    </a:cubicBezTo>
                    <a:cubicBezTo>
                      <a:pt x="540" y="4900"/>
                      <a:pt x="726" y="5086"/>
                      <a:pt x="954" y="5086"/>
                    </a:cubicBezTo>
                    <a:cubicBezTo>
                      <a:pt x="1109" y="5086"/>
                      <a:pt x="1245" y="4999"/>
                      <a:pt x="1315" y="4872"/>
                    </a:cubicBezTo>
                    <a:lnTo>
                      <a:pt x="2340" y="4872"/>
                    </a:lnTo>
                    <a:cubicBezTo>
                      <a:pt x="2451" y="4872"/>
                      <a:pt x="2540" y="4783"/>
                      <a:pt x="2540" y="4672"/>
                    </a:cubicBezTo>
                    <a:lnTo>
                      <a:pt x="2540" y="3918"/>
                    </a:lnTo>
                    <a:lnTo>
                      <a:pt x="2667" y="3918"/>
                    </a:lnTo>
                    <a:lnTo>
                      <a:pt x="2667" y="5117"/>
                    </a:lnTo>
                    <a:cubicBezTo>
                      <a:pt x="2540" y="5188"/>
                      <a:pt x="2454" y="5323"/>
                      <a:pt x="2454" y="5479"/>
                    </a:cubicBezTo>
                    <a:cubicBezTo>
                      <a:pt x="2454" y="5707"/>
                      <a:pt x="2639" y="5892"/>
                      <a:pt x="2867" y="5892"/>
                    </a:cubicBezTo>
                    <a:cubicBezTo>
                      <a:pt x="3095" y="5892"/>
                      <a:pt x="3280" y="5707"/>
                      <a:pt x="3280" y="5479"/>
                    </a:cubicBezTo>
                    <a:cubicBezTo>
                      <a:pt x="3280" y="5323"/>
                      <a:pt x="3194" y="5188"/>
                      <a:pt x="3067" y="5117"/>
                    </a:cubicBezTo>
                    <a:lnTo>
                      <a:pt x="3067" y="3918"/>
                    </a:lnTo>
                    <a:lnTo>
                      <a:pt x="3194" y="3918"/>
                    </a:lnTo>
                    <a:lnTo>
                      <a:pt x="3194" y="4691"/>
                    </a:lnTo>
                    <a:cubicBezTo>
                      <a:pt x="3194" y="4802"/>
                      <a:pt x="3283" y="4891"/>
                      <a:pt x="3394" y="4891"/>
                    </a:cubicBezTo>
                    <a:lnTo>
                      <a:pt x="4430" y="4891"/>
                    </a:lnTo>
                    <a:cubicBezTo>
                      <a:pt x="4503" y="5008"/>
                      <a:pt x="4633" y="5085"/>
                      <a:pt x="4780" y="5085"/>
                    </a:cubicBezTo>
                    <a:cubicBezTo>
                      <a:pt x="5008" y="5085"/>
                      <a:pt x="5194" y="4900"/>
                      <a:pt x="5194" y="4672"/>
                    </a:cubicBezTo>
                    <a:cubicBezTo>
                      <a:pt x="5194" y="4444"/>
                      <a:pt x="5008" y="4259"/>
                      <a:pt x="4780" y="4259"/>
                    </a:cubicBezTo>
                    <a:cubicBezTo>
                      <a:pt x="4617" y="4259"/>
                      <a:pt x="4476" y="4354"/>
                      <a:pt x="4409" y="4491"/>
                    </a:cubicBezTo>
                    <a:lnTo>
                      <a:pt x="3594" y="4491"/>
                    </a:lnTo>
                    <a:lnTo>
                      <a:pt x="3594" y="3918"/>
                    </a:lnTo>
                    <a:lnTo>
                      <a:pt x="4313" y="39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19045" tIns="19045" rIns="19045" bIns="190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6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6" name="îṥḷïḋe"/>
            <p:cNvSpPr/>
            <p:nvPr/>
          </p:nvSpPr>
          <p:spPr bwMode="auto">
            <a:xfrm>
              <a:off x="4421522" y="3201487"/>
              <a:ext cx="906344" cy="735852"/>
            </a:xfrm>
            <a:custGeom>
              <a:avLst/>
              <a:gdLst>
                <a:gd name="T0" fmla="*/ 331 w 412"/>
                <a:gd name="T1" fmla="*/ 20 h 335"/>
                <a:gd name="T2" fmla="*/ 330 w 412"/>
                <a:gd name="T3" fmla="*/ 0 h 335"/>
                <a:gd name="T4" fmla="*/ 207 w 412"/>
                <a:gd name="T5" fmla="*/ 0 h 335"/>
                <a:gd name="T6" fmla="*/ 207 w 412"/>
                <a:gd name="T7" fmla="*/ 0 h 335"/>
                <a:gd name="T8" fmla="*/ 206 w 412"/>
                <a:gd name="T9" fmla="*/ 0 h 335"/>
                <a:gd name="T10" fmla="*/ 206 w 412"/>
                <a:gd name="T11" fmla="*/ 0 h 335"/>
                <a:gd name="T12" fmla="*/ 206 w 412"/>
                <a:gd name="T13" fmla="*/ 0 h 335"/>
                <a:gd name="T14" fmla="*/ 82 w 412"/>
                <a:gd name="T15" fmla="*/ 0 h 335"/>
                <a:gd name="T16" fmla="*/ 82 w 412"/>
                <a:gd name="T17" fmla="*/ 20 h 335"/>
                <a:gd name="T18" fmla="*/ 0 w 412"/>
                <a:gd name="T19" fmla="*/ 20 h 335"/>
                <a:gd name="T20" fmla="*/ 0 w 412"/>
                <a:gd name="T21" fmla="*/ 34 h 335"/>
                <a:gd name="T22" fmla="*/ 45 w 412"/>
                <a:gd name="T23" fmla="*/ 149 h 335"/>
                <a:gd name="T24" fmla="*/ 115 w 412"/>
                <a:gd name="T25" fmla="*/ 174 h 335"/>
                <a:gd name="T26" fmla="*/ 128 w 412"/>
                <a:gd name="T27" fmla="*/ 174 h 335"/>
                <a:gd name="T28" fmla="*/ 182 w 412"/>
                <a:gd name="T29" fmla="*/ 218 h 335"/>
                <a:gd name="T30" fmla="*/ 182 w 412"/>
                <a:gd name="T31" fmla="*/ 277 h 335"/>
                <a:gd name="T32" fmla="*/ 122 w 412"/>
                <a:gd name="T33" fmla="*/ 277 h 335"/>
                <a:gd name="T34" fmla="*/ 122 w 412"/>
                <a:gd name="T35" fmla="*/ 314 h 335"/>
                <a:gd name="T36" fmla="*/ 102 w 412"/>
                <a:gd name="T37" fmla="*/ 314 h 335"/>
                <a:gd name="T38" fmla="*/ 102 w 412"/>
                <a:gd name="T39" fmla="*/ 335 h 335"/>
                <a:gd name="T40" fmla="*/ 206 w 412"/>
                <a:gd name="T41" fmla="*/ 335 h 335"/>
                <a:gd name="T42" fmla="*/ 207 w 412"/>
                <a:gd name="T43" fmla="*/ 335 h 335"/>
                <a:gd name="T44" fmla="*/ 310 w 412"/>
                <a:gd name="T45" fmla="*/ 335 h 335"/>
                <a:gd name="T46" fmla="*/ 310 w 412"/>
                <a:gd name="T47" fmla="*/ 314 h 335"/>
                <a:gd name="T48" fmla="*/ 290 w 412"/>
                <a:gd name="T49" fmla="*/ 314 h 335"/>
                <a:gd name="T50" fmla="*/ 290 w 412"/>
                <a:gd name="T51" fmla="*/ 277 h 335"/>
                <a:gd name="T52" fmla="*/ 231 w 412"/>
                <a:gd name="T53" fmla="*/ 277 h 335"/>
                <a:gd name="T54" fmla="*/ 231 w 412"/>
                <a:gd name="T55" fmla="*/ 218 h 335"/>
                <a:gd name="T56" fmla="*/ 285 w 412"/>
                <a:gd name="T57" fmla="*/ 174 h 335"/>
                <a:gd name="T58" fmla="*/ 297 w 412"/>
                <a:gd name="T59" fmla="*/ 174 h 335"/>
                <a:gd name="T60" fmla="*/ 367 w 412"/>
                <a:gd name="T61" fmla="*/ 149 h 335"/>
                <a:gd name="T62" fmla="*/ 412 w 412"/>
                <a:gd name="T63" fmla="*/ 34 h 335"/>
                <a:gd name="T64" fmla="*/ 412 w 412"/>
                <a:gd name="T65" fmla="*/ 20 h 335"/>
                <a:gd name="T66" fmla="*/ 331 w 412"/>
                <a:gd name="T67" fmla="*/ 20 h 335"/>
                <a:gd name="T68" fmla="*/ 63 w 412"/>
                <a:gd name="T69" fmla="*/ 129 h 335"/>
                <a:gd name="T70" fmla="*/ 28 w 412"/>
                <a:gd name="T71" fmla="*/ 47 h 335"/>
                <a:gd name="T72" fmla="*/ 83 w 412"/>
                <a:gd name="T73" fmla="*/ 47 h 335"/>
                <a:gd name="T74" fmla="*/ 104 w 412"/>
                <a:gd name="T75" fmla="*/ 132 h 335"/>
                <a:gd name="T76" fmla="*/ 111 w 412"/>
                <a:gd name="T77" fmla="*/ 147 h 335"/>
                <a:gd name="T78" fmla="*/ 63 w 412"/>
                <a:gd name="T79" fmla="*/ 129 h 335"/>
                <a:gd name="T80" fmla="*/ 349 w 412"/>
                <a:gd name="T81" fmla="*/ 129 h 335"/>
                <a:gd name="T82" fmla="*/ 301 w 412"/>
                <a:gd name="T83" fmla="*/ 147 h 335"/>
                <a:gd name="T84" fmla="*/ 308 w 412"/>
                <a:gd name="T85" fmla="*/ 132 h 335"/>
                <a:gd name="T86" fmla="*/ 329 w 412"/>
                <a:gd name="T87" fmla="*/ 47 h 335"/>
                <a:gd name="T88" fmla="*/ 384 w 412"/>
                <a:gd name="T89" fmla="*/ 47 h 335"/>
                <a:gd name="T90" fmla="*/ 349 w 412"/>
                <a:gd name="T91" fmla="*/ 129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2" h="335">
                  <a:moveTo>
                    <a:pt x="331" y="20"/>
                  </a:moveTo>
                  <a:cubicBezTo>
                    <a:pt x="331" y="8"/>
                    <a:pt x="330" y="0"/>
                    <a:pt x="330" y="0"/>
                  </a:cubicBezTo>
                  <a:lnTo>
                    <a:pt x="207" y="0"/>
                  </a:lnTo>
                  <a:lnTo>
                    <a:pt x="207" y="0"/>
                  </a:lnTo>
                  <a:lnTo>
                    <a:pt x="206" y="0"/>
                  </a:lnTo>
                  <a:lnTo>
                    <a:pt x="206" y="0"/>
                  </a:lnTo>
                  <a:lnTo>
                    <a:pt x="206" y="0"/>
                  </a:lnTo>
                  <a:lnTo>
                    <a:pt x="82" y="0"/>
                  </a:lnTo>
                  <a:cubicBezTo>
                    <a:pt x="82" y="0"/>
                    <a:pt x="82" y="8"/>
                    <a:pt x="82" y="20"/>
                  </a:cubicBezTo>
                  <a:lnTo>
                    <a:pt x="0" y="20"/>
                  </a:lnTo>
                  <a:lnTo>
                    <a:pt x="0" y="34"/>
                  </a:lnTo>
                  <a:cubicBezTo>
                    <a:pt x="0" y="37"/>
                    <a:pt x="1" y="110"/>
                    <a:pt x="45" y="149"/>
                  </a:cubicBezTo>
                  <a:cubicBezTo>
                    <a:pt x="64" y="166"/>
                    <a:pt x="87" y="174"/>
                    <a:pt x="115" y="174"/>
                  </a:cubicBezTo>
                  <a:cubicBezTo>
                    <a:pt x="119" y="174"/>
                    <a:pt x="123" y="174"/>
                    <a:pt x="128" y="174"/>
                  </a:cubicBezTo>
                  <a:cubicBezTo>
                    <a:pt x="143" y="195"/>
                    <a:pt x="161" y="210"/>
                    <a:pt x="182" y="218"/>
                  </a:cubicBezTo>
                  <a:lnTo>
                    <a:pt x="182" y="277"/>
                  </a:lnTo>
                  <a:lnTo>
                    <a:pt x="122" y="277"/>
                  </a:lnTo>
                  <a:lnTo>
                    <a:pt x="122" y="314"/>
                  </a:lnTo>
                  <a:lnTo>
                    <a:pt x="102" y="314"/>
                  </a:lnTo>
                  <a:lnTo>
                    <a:pt x="102" y="335"/>
                  </a:lnTo>
                  <a:lnTo>
                    <a:pt x="206" y="335"/>
                  </a:lnTo>
                  <a:lnTo>
                    <a:pt x="207" y="335"/>
                  </a:lnTo>
                  <a:lnTo>
                    <a:pt x="310" y="335"/>
                  </a:lnTo>
                  <a:lnTo>
                    <a:pt x="310" y="314"/>
                  </a:lnTo>
                  <a:lnTo>
                    <a:pt x="290" y="314"/>
                  </a:lnTo>
                  <a:lnTo>
                    <a:pt x="290" y="277"/>
                  </a:lnTo>
                  <a:lnTo>
                    <a:pt x="231" y="277"/>
                  </a:lnTo>
                  <a:lnTo>
                    <a:pt x="231" y="218"/>
                  </a:lnTo>
                  <a:cubicBezTo>
                    <a:pt x="251" y="210"/>
                    <a:pt x="269" y="195"/>
                    <a:pt x="285" y="174"/>
                  </a:cubicBezTo>
                  <a:cubicBezTo>
                    <a:pt x="289" y="174"/>
                    <a:pt x="293" y="174"/>
                    <a:pt x="297" y="174"/>
                  </a:cubicBezTo>
                  <a:cubicBezTo>
                    <a:pt x="325" y="174"/>
                    <a:pt x="348" y="166"/>
                    <a:pt x="367" y="149"/>
                  </a:cubicBezTo>
                  <a:cubicBezTo>
                    <a:pt x="412" y="110"/>
                    <a:pt x="412" y="37"/>
                    <a:pt x="412" y="34"/>
                  </a:cubicBezTo>
                  <a:lnTo>
                    <a:pt x="412" y="20"/>
                  </a:lnTo>
                  <a:lnTo>
                    <a:pt x="331" y="20"/>
                  </a:lnTo>
                  <a:close/>
                  <a:moveTo>
                    <a:pt x="63" y="129"/>
                  </a:moveTo>
                  <a:cubicBezTo>
                    <a:pt x="38" y="107"/>
                    <a:pt x="30" y="68"/>
                    <a:pt x="28" y="47"/>
                  </a:cubicBezTo>
                  <a:lnTo>
                    <a:pt x="83" y="47"/>
                  </a:lnTo>
                  <a:cubicBezTo>
                    <a:pt x="86" y="73"/>
                    <a:pt x="91" y="105"/>
                    <a:pt x="104" y="132"/>
                  </a:cubicBezTo>
                  <a:cubicBezTo>
                    <a:pt x="106" y="138"/>
                    <a:pt x="109" y="142"/>
                    <a:pt x="111" y="147"/>
                  </a:cubicBezTo>
                  <a:cubicBezTo>
                    <a:pt x="92" y="146"/>
                    <a:pt x="76" y="140"/>
                    <a:pt x="63" y="129"/>
                  </a:cubicBezTo>
                  <a:close/>
                  <a:moveTo>
                    <a:pt x="349" y="129"/>
                  </a:moveTo>
                  <a:cubicBezTo>
                    <a:pt x="336" y="141"/>
                    <a:pt x="320" y="146"/>
                    <a:pt x="301" y="147"/>
                  </a:cubicBezTo>
                  <a:cubicBezTo>
                    <a:pt x="304" y="142"/>
                    <a:pt x="306" y="138"/>
                    <a:pt x="308" y="132"/>
                  </a:cubicBezTo>
                  <a:cubicBezTo>
                    <a:pt x="321" y="105"/>
                    <a:pt x="327" y="73"/>
                    <a:pt x="329" y="47"/>
                  </a:cubicBezTo>
                  <a:lnTo>
                    <a:pt x="384" y="47"/>
                  </a:lnTo>
                  <a:cubicBezTo>
                    <a:pt x="382" y="68"/>
                    <a:pt x="375" y="107"/>
                    <a:pt x="349" y="12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íṡļidê"/>
            <p:cNvSpPr txBox="1"/>
            <p:nvPr/>
          </p:nvSpPr>
          <p:spPr bwMode="auto">
            <a:xfrm>
              <a:off x="670299" y="2987194"/>
              <a:ext cx="292973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8" name="iṥ1îde"/>
            <p:cNvSpPr/>
            <p:nvPr/>
          </p:nvSpPr>
          <p:spPr bwMode="auto">
            <a:xfrm>
              <a:off x="670299" y="3429000"/>
              <a:ext cx="2929738" cy="1061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9" name="íSḷíḓé"/>
            <p:cNvSpPr txBox="1"/>
            <p:nvPr/>
          </p:nvSpPr>
          <p:spPr bwMode="auto">
            <a:xfrm>
              <a:off x="8540363" y="2987194"/>
              <a:ext cx="29869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0" name="iṥ1iḑé"/>
            <p:cNvSpPr/>
            <p:nvPr/>
          </p:nvSpPr>
          <p:spPr bwMode="auto">
            <a:xfrm>
              <a:off x="8540363" y="3429000"/>
              <a:ext cx="2986926" cy="1061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grpSp>
          <p:nvGrpSpPr>
            <p:cNvPr id="21" name="íṥļîďe"/>
            <p:cNvGrpSpPr/>
            <p:nvPr/>
          </p:nvGrpSpPr>
          <p:grpSpPr>
            <a:xfrm>
              <a:off x="3302082" y="1237897"/>
              <a:ext cx="2191516" cy="1104745"/>
              <a:chOff x="666932" y="4425289"/>
              <a:chExt cx="1112098" cy="1104745"/>
            </a:xfrm>
          </p:grpSpPr>
          <p:sp>
            <p:nvSpPr>
              <p:cNvPr id="28" name="iṣ1îḋè"/>
              <p:cNvSpPr txBox="1"/>
              <p:nvPr/>
            </p:nvSpPr>
            <p:spPr bwMode="auto">
              <a:xfrm>
                <a:off x="666932" y="4425289"/>
                <a:ext cx="111209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9" name="íṡḷíďê"/>
              <p:cNvSpPr/>
              <p:nvPr/>
            </p:nvSpPr>
            <p:spPr bwMode="auto">
              <a:xfrm>
                <a:off x="666932" y="4867096"/>
                <a:ext cx="111209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22" name="îsļiḍé"/>
            <p:cNvGrpSpPr/>
            <p:nvPr/>
          </p:nvGrpSpPr>
          <p:grpSpPr>
            <a:xfrm>
              <a:off x="7322570" y="1237897"/>
              <a:ext cx="2191516" cy="1104745"/>
              <a:chOff x="666932" y="4425289"/>
              <a:chExt cx="1112098" cy="1104745"/>
            </a:xfrm>
          </p:grpSpPr>
          <p:sp>
            <p:nvSpPr>
              <p:cNvPr id="26" name="isḷíḍè"/>
              <p:cNvSpPr txBox="1"/>
              <p:nvPr/>
            </p:nvSpPr>
            <p:spPr bwMode="auto">
              <a:xfrm>
                <a:off x="666932" y="4425289"/>
                <a:ext cx="111209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7" name="îṥlîdè"/>
              <p:cNvSpPr/>
              <p:nvPr/>
            </p:nvSpPr>
            <p:spPr bwMode="auto">
              <a:xfrm>
                <a:off x="666932" y="4867096"/>
                <a:ext cx="111209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23" name="i$1íḍê"/>
            <p:cNvGrpSpPr/>
            <p:nvPr/>
          </p:nvGrpSpPr>
          <p:grpSpPr>
            <a:xfrm>
              <a:off x="6206573" y="5019480"/>
              <a:ext cx="2191516" cy="1104745"/>
              <a:chOff x="666932" y="4425289"/>
              <a:chExt cx="1112098" cy="1104745"/>
            </a:xfrm>
          </p:grpSpPr>
          <p:sp>
            <p:nvSpPr>
              <p:cNvPr id="24" name="ï$ḷíḓé"/>
              <p:cNvSpPr txBox="1"/>
              <p:nvPr/>
            </p:nvSpPr>
            <p:spPr bwMode="auto">
              <a:xfrm>
                <a:off x="666932" y="4425289"/>
                <a:ext cx="111209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5" name="ïśḷïdè"/>
              <p:cNvSpPr/>
              <p:nvPr/>
            </p:nvSpPr>
            <p:spPr bwMode="auto">
              <a:xfrm>
                <a:off x="666932" y="4867096"/>
                <a:ext cx="111209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: 空心 4"/>
          <p:cNvSpPr/>
          <p:nvPr/>
        </p:nvSpPr>
        <p:spPr>
          <a:xfrm>
            <a:off x="4438650" y="1985901"/>
            <a:ext cx="3314700" cy="3314700"/>
          </a:xfrm>
          <a:prstGeom prst="donut">
            <a:avLst>
              <a:gd name="adj" fmla="val 29643"/>
            </a:avLst>
          </a:prstGeom>
          <a:pattFill prst="pct5">
            <a:fgClr>
              <a:srgbClr val="E4E6EA"/>
            </a:fgClr>
            <a:bgClr>
              <a:srgbClr val="ADB5BF"/>
            </a:bgClr>
          </a:pattFill>
          <a:ln w="571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6" name="椭圆 5"/>
          <p:cNvSpPr/>
          <p:nvPr/>
        </p:nvSpPr>
        <p:spPr>
          <a:xfrm flipH="1">
            <a:off x="4795319" y="2342570"/>
            <a:ext cx="2601362" cy="2601362"/>
          </a:xfrm>
          <a:prstGeom prst="ellipse">
            <a:avLst/>
          </a:prstGeom>
          <a:solidFill>
            <a:schemeClr val="bg2">
              <a:alpha val="7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b="1" dirty="0"/>
          </a:p>
        </p:txBody>
      </p:sp>
      <p:grpSp>
        <p:nvGrpSpPr>
          <p:cNvPr id="7" name="组合 6"/>
          <p:cNvGrpSpPr/>
          <p:nvPr/>
        </p:nvGrpSpPr>
        <p:grpSpPr>
          <a:xfrm>
            <a:off x="5510731" y="4566169"/>
            <a:ext cx="1170538" cy="1170538"/>
            <a:chOff x="5410200" y="1427163"/>
            <a:chExt cx="1371600" cy="1371600"/>
          </a:xfrm>
        </p:grpSpPr>
        <p:sp>
          <p:nvSpPr>
            <p:cNvPr id="8" name="Oval 18"/>
            <p:cNvSpPr/>
            <p:nvPr/>
          </p:nvSpPr>
          <p:spPr>
            <a:xfrm>
              <a:off x="5410200" y="1427163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+mj-lt"/>
                </a:rPr>
                <a:t>50%</a:t>
              </a:r>
              <a:endParaRPr lang="en-US" sz="24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9" name="Arc 19"/>
            <p:cNvSpPr/>
            <p:nvPr/>
          </p:nvSpPr>
          <p:spPr>
            <a:xfrm>
              <a:off x="5410200" y="1427163"/>
              <a:ext cx="1371600" cy="1371600"/>
            </a:xfrm>
            <a:prstGeom prst="arc">
              <a:avLst>
                <a:gd name="adj1" fmla="val 10883891"/>
                <a:gd name="adj2" fmla="val 21528887"/>
              </a:avLst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977581" y="3057982"/>
            <a:ext cx="1170538" cy="1170538"/>
            <a:chOff x="6877050" y="2957451"/>
            <a:chExt cx="1371600" cy="1371600"/>
          </a:xfrm>
        </p:grpSpPr>
        <p:sp>
          <p:nvSpPr>
            <p:cNvPr id="11" name="Oval 20"/>
            <p:cNvSpPr/>
            <p:nvPr/>
          </p:nvSpPr>
          <p:spPr>
            <a:xfrm>
              <a:off x="6877050" y="2957451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+mj-lt"/>
                </a:rPr>
                <a:t>36%</a:t>
              </a:r>
              <a:endParaRPr lang="en-US" sz="24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2" name="Arc 21"/>
            <p:cNvSpPr/>
            <p:nvPr/>
          </p:nvSpPr>
          <p:spPr>
            <a:xfrm>
              <a:off x="6877050" y="2957451"/>
              <a:ext cx="1371600" cy="1371600"/>
            </a:xfrm>
            <a:prstGeom prst="arc">
              <a:avLst>
                <a:gd name="adj1" fmla="val 10883891"/>
                <a:gd name="adj2" fmla="val 18538034"/>
              </a:avLst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015306" y="3057982"/>
            <a:ext cx="1170538" cy="1170538"/>
            <a:chOff x="3914775" y="2957451"/>
            <a:chExt cx="1371600" cy="1371600"/>
          </a:xfrm>
        </p:grpSpPr>
        <p:sp>
          <p:nvSpPr>
            <p:cNvPr id="14" name="Oval 22"/>
            <p:cNvSpPr/>
            <p:nvPr/>
          </p:nvSpPr>
          <p:spPr>
            <a:xfrm>
              <a:off x="3914775" y="2957451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+mj-lt"/>
                </a:rPr>
                <a:t>67%</a:t>
              </a:r>
              <a:endParaRPr lang="en-US" sz="24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5" name="Arc 23"/>
            <p:cNvSpPr/>
            <p:nvPr/>
          </p:nvSpPr>
          <p:spPr>
            <a:xfrm>
              <a:off x="3914775" y="2957451"/>
              <a:ext cx="1371600" cy="1371600"/>
            </a:xfrm>
            <a:prstGeom prst="arc">
              <a:avLst>
                <a:gd name="adj1" fmla="val 10883891"/>
                <a:gd name="adj2" fmla="val 2615863"/>
              </a:avLst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410200" y="1427163"/>
            <a:ext cx="1371600" cy="1371600"/>
            <a:chOff x="5410200" y="4465638"/>
            <a:chExt cx="1371600" cy="1371600"/>
          </a:xfrm>
        </p:grpSpPr>
        <p:sp>
          <p:nvSpPr>
            <p:cNvPr id="17" name="Oval 24"/>
            <p:cNvSpPr/>
            <p:nvPr/>
          </p:nvSpPr>
          <p:spPr>
            <a:xfrm>
              <a:off x="5410200" y="4465638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3200" b="1" dirty="0">
                  <a:solidFill>
                    <a:schemeClr val="accent1"/>
                  </a:solidFill>
                  <a:latin typeface="+mj-lt"/>
                </a:rPr>
                <a:t>74%</a:t>
              </a:r>
              <a:endParaRPr lang="en-US" sz="3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8" name="Arc 25"/>
            <p:cNvSpPr/>
            <p:nvPr/>
          </p:nvSpPr>
          <p:spPr>
            <a:xfrm>
              <a:off x="5410200" y="4465638"/>
              <a:ext cx="1371600" cy="1371600"/>
            </a:xfrm>
            <a:prstGeom prst="arc">
              <a:avLst>
                <a:gd name="adj1" fmla="val 10883891"/>
                <a:gd name="adj2" fmla="val 5971623"/>
              </a:avLst>
            </a:prstGeom>
            <a:noFill/>
            <a:ln w="38100">
              <a:solidFill>
                <a:schemeClr val="accent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2000">
                <a:solidFill>
                  <a:prstClr val="white"/>
                </a:solidFill>
              </a:endParaRPr>
            </a:p>
          </p:txBody>
        </p:sp>
      </p:grpSp>
      <p:sp>
        <p:nvSpPr>
          <p:cNvPr id="19" name="任意多边形: 形状 18"/>
          <p:cNvSpPr/>
          <p:nvPr/>
        </p:nvSpPr>
        <p:spPr bwMode="auto">
          <a:xfrm>
            <a:off x="7857583" y="1638677"/>
            <a:ext cx="354658" cy="312462"/>
          </a:xfrm>
          <a:custGeom>
            <a:avLst/>
            <a:gdLst>
              <a:gd name="T0" fmla="*/ 0 w 6165"/>
              <a:gd name="T1" fmla="*/ 90 h 5440"/>
              <a:gd name="T2" fmla="*/ 363 w 6165"/>
              <a:gd name="T3" fmla="*/ 4624 h 5440"/>
              <a:gd name="T4" fmla="*/ 907 w 6165"/>
              <a:gd name="T5" fmla="*/ 4624 h 5440"/>
              <a:gd name="T6" fmla="*/ 2901 w 6165"/>
              <a:gd name="T7" fmla="*/ 90 h 5440"/>
              <a:gd name="T8" fmla="*/ 861 w 6165"/>
              <a:gd name="T9" fmla="*/ 4080 h 5440"/>
              <a:gd name="T10" fmla="*/ 363 w 6165"/>
              <a:gd name="T11" fmla="*/ 3581 h 5440"/>
              <a:gd name="T12" fmla="*/ 907 w 6165"/>
              <a:gd name="T13" fmla="*/ 3581 h 5440"/>
              <a:gd name="T14" fmla="*/ 861 w 6165"/>
              <a:gd name="T15" fmla="*/ 3082 h 5440"/>
              <a:gd name="T16" fmla="*/ 363 w 6165"/>
              <a:gd name="T17" fmla="*/ 2584 h 5440"/>
              <a:gd name="T18" fmla="*/ 907 w 6165"/>
              <a:gd name="T19" fmla="*/ 2584 h 5440"/>
              <a:gd name="T20" fmla="*/ 861 w 6165"/>
              <a:gd name="T21" fmla="*/ 2085 h 5440"/>
              <a:gd name="T22" fmla="*/ 363 w 6165"/>
              <a:gd name="T23" fmla="*/ 1586 h 5440"/>
              <a:gd name="T24" fmla="*/ 907 w 6165"/>
              <a:gd name="T25" fmla="*/ 1586 h 5440"/>
              <a:gd name="T26" fmla="*/ 861 w 6165"/>
              <a:gd name="T27" fmla="*/ 1088 h 5440"/>
              <a:gd name="T28" fmla="*/ 363 w 6165"/>
              <a:gd name="T29" fmla="*/ 589 h 5440"/>
              <a:gd name="T30" fmla="*/ 907 w 6165"/>
              <a:gd name="T31" fmla="*/ 589 h 5440"/>
              <a:gd name="T32" fmla="*/ 1677 w 6165"/>
              <a:gd name="T33" fmla="*/ 4080 h 5440"/>
              <a:gd name="T34" fmla="*/ 1179 w 6165"/>
              <a:gd name="T35" fmla="*/ 3581 h 5440"/>
              <a:gd name="T36" fmla="*/ 1723 w 6165"/>
              <a:gd name="T37" fmla="*/ 3581 h 5440"/>
              <a:gd name="T38" fmla="*/ 1677 w 6165"/>
              <a:gd name="T39" fmla="*/ 3082 h 5440"/>
              <a:gd name="T40" fmla="*/ 1179 w 6165"/>
              <a:gd name="T41" fmla="*/ 2584 h 5440"/>
              <a:gd name="T42" fmla="*/ 1723 w 6165"/>
              <a:gd name="T43" fmla="*/ 2584 h 5440"/>
              <a:gd name="T44" fmla="*/ 1677 w 6165"/>
              <a:gd name="T45" fmla="*/ 2085 h 5440"/>
              <a:gd name="T46" fmla="*/ 1179 w 6165"/>
              <a:gd name="T47" fmla="*/ 1586 h 5440"/>
              <a:gd name="T48" fmla="*/ 1723 w 6165"/>
              <a:gd name="T49" fmla="*/ 1586 h 5440"/>
              <a:gd name="T50" fmla="*/ 1677 w 6165"/>
              <a:gd name="T51" fmla="*/ 1088 h 5440"/>
              <a:gd name="T52" fmla="*/ 1179 w 6165"/>
              <a:gd name="T53" fmla="*/ 589 h 5440"/>
              <a:gd name="T54" fmla="*/ 1723 w 6165"/>
              <a:gd name="T55" fmla="*/ 589 h 5440"/>
              <a:gd name="T56" fmla="*/ 2493 w 6165"/>
              <a:gd name="T57" fmla="*/ 4080 h 5440"/>
              <a:gd name="T58" fmla="*/ 1995 w 6165"/>
              <a:gd name="T59" fmla="*/ 3581 h 5440"/>
              <a:gd name="T60" fmla="*/ 2539 w 6165"/>
              <a:gd name="T61" fmla="*/ 3581 h 5440"/>
              <a:gd name="T62" fmla="*/ 2493 w 6165"/>
              <a:gd name="T63" fmla="*/ 3082 h 5440"/>
              <a:gd name="T64" fmla="*/ 1995 w 6165"/>
              <a:gd name="T65" fmla="*/ 2584 h 5440"/>
              <a:gd name="T66" fmla="*/ 2539 w 6165"/>
              <a:gd name="T67" fmla="*/ 2584 h 5440"/>
              <a:gd name="T68" fmla="*/ 2493 w 6165"/>
              <a:gd name="T69" fmla="*/ 2085 h 5440"/>
              <a:gd name="T70" fmla="*/ 1995 w 6165"/>
              <a:gd name="T71" fmla="*/ 1586 h 5440"/>
              <a:gd name="T72" fmla="*/ 2539 w 6165"/>
              <a:gd name="T73" fmla="*/ 1586 h 5440"/>
              <a:gd name="T74" fmla="*/ 2493 w 6165"/>
              <a:gd name="T75" fmla="*/ 1088 h 5440"/>
              <a:gd name="T76" fmla="*/ 1995 w 6165"/>
              <a:gd name="T77" fmla="*/ 589 h 5440"/>
              <a:gd name="T78" fmla="*/ 2539 w 6165"/>
              <a:gd name="T79" fmla="*/ 589 h 5440"/>
              <a:gd name="T80" fmla="*/ 3379 w 6165"/>
              <a:gd name="T81" fmla="*/ 1845 h 5440"/>
              <a:gd name="T82" fmla="*/ 3627 w 6165"/>
              <a:gd name="T83" fmla="*/ 5440 h 5440"/>
              <a:gd name="T84" fmla="*/ 4080 w 6165"/>
              <a:gd name="T85" fmla="*/ 4624 h 5440"/>
              <a:gd name="T86" fmla="*/ 6165 w 6165"/>
              <a:gd name="T87" fmla="*/ 5440 h 5440"/>
              <a:gd name="T88" fmla="*/ 4171 w 6165"/>
              <a:gd name="T89" fmla="*/ 4216 h 5440"/>
              <a:gd name="T90" fmla="*/ 3627 w 6165"/>
              <a:gd name="T91" fmla="*/ 4216 h 5440"/>
              <a:gd name="T92" fmla="*/ 4125 w 6165"/>
              <a:gd name="T93" fmla="*/ 3717 h 5440"/>
              <a:gd name="T94" fmla="*/ 4171 w 6165"/>
              <a:gd name="T95" fmla="*/ 3218 h 5440"/>
              <a:gd name="T96" fmla="*/ 3627 w 6165"/>
              <a:gd name="T97" fmla="*/ 3218 h 5440"/>
              <a:gd name="T98" fmla="*/ 4125 w 6165"/>
              <a:gd name="T99" fmla="*/ 2720 h 5440"/>
              <a:gd name="T100" fmla="*/ 4987 w 6165"/>
              <a:gd name="T101" fmla="*/ 4216 h 5440"/>
              <a:gd name="T102" fmla="*/ 4443 w 6165"/>
              <a:gd name="T103" fmla="*/ 4216 h 5440"/>
              <a:gd name="T104" fmla="*/ 4941 w 6165"/>
              <a:gd name="T105" fmla="*/ 3717 h 5440"/>
              <a:gd name="T106" fmla="*/ 4987 w 6165"/>
              <a:gd name="T107" fmla="*/ 3218 h 5440"/>
              <a:gd name="T108" fmla="*/ 4443 w 6165"/>
              <a:gd name="T109" fmla="*/ 3218 h 5440"/>
              <a:gd name="T110" fmla="*/ 4941 w 6165"/>
              <a:gd name="T111" fmla="*/ 2720 h 5440"/>
              <a:gd name="T112" fmla="*/ 5803 w 6165"/>
              <a:gd name="T113" fmla="*/ 4216 h 5440"/>
              <a:gd name="T114" fmla="*/ 5259 w 6165"/>
              <a:gd name="T115" fmla="*/ 4216 h 5440"/>
              <a:gd name="T116" fmla="*/ 5757 w 6165"/>
              <a:gd name="T117" fmla="*/ 3717 h 5440"/>
              <a:gd name="T118" fmla="*/ 5803 w 6165"/>
              <a:gd name="T119" fmla="*/ 3218 h 5440"/>
              <a:gd name="T120" fmla="*/ 5259 w 6165"/>
              <a:gd name="T121" fmla="*/ 3218 h 5440"/>
              <a:gd name="T122" fmla="*/ 5757 w 6165"/>
              <a:gd name="T123" fmla="*/ 2720 h 5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5" h="5440">
                <a:moveTo>
                  <a:pt x="2811" y="0"/>
                </a:moveTo>
                <a:lnTo>
                  <a:pt x="91" y="0"/>
                </a:lnTo>
                <a:cubicBezTo>
                  <a:pt x="41" y="0"/>
                  <a:pt x="0" y="40"/>
                  <a:pt x="0" y="90"/>
                </a:cubicBezTo>
                <a:lnTo>
                  <a:pt x="0" y="5440"/>
                </a:lnTo>
                <a:lnTo>
                  <a:pt x="363" y="5440"/>
                </a:lnTo>
                <a:lnTo>
                  <a:pt x="363" y="4624"/>
                </a:lnTo>
                <a:cubicBezTo>
                  <a:pt x="363" y="4574"/>
                  <a:pt x="403" y="4533"/>
                  <a:pt x="453" y="4533"/>
                </a:cubicBezTo>
                <a:lnTo>
                  <a:pt x="816" y="4533"/>
                </a:lnTo>
                <a:cubicBezTo>
                  <a:pt x="866" y="4533"/>
                  <a:pt x="907" y="4574"/>
                  <a:pt x="907" y="4624"/>
                </a:cubicBezTo>
                <a:lnTo>
                  <a:pt x="907" y="5440"/>
                </a:lnTo>
                <a:lnTo>
                  <a:pt x="2901" y="5440"/>
                </a:lnTo>
                <a:lnTo>
                  <a:pt x="2901" y="90"/>
                </a:lnTo>
                <a:cubicBezTo>
                  <a:pt x="2901" y="40"/>
                  <a:pt x="2861" y="0"/>
                  <a:pt x="2811" y="0"/>
                </a:cubicBezTo>
                <a:close/>
                <a:moveTo>
                  <a:pt x="907" y="4034"/>
                </a:moveTo>
                <a:cubicBezTo>
                  <a:pt x="907" y="4059"/>
                  <a:pt x="886" y="4080"/>
                  <a:pt x="861" y="4080"/>
                </a:cubicBezTo>
                <a:lnTo>
                  <a:pt x="408" y="4080"/>
                </a:lnTo>
                <a:cubicBezTo>
                  <a:pt x="383" y="4080"/>
                  <a:pt x="363" y="4059"/>
                  <a:pt x="363" y="4034"/>
                </a:cubicBezTo>
                <a:lnTo>
                  <a:pt x="363" y="3581"/>
                </a:lnTo>
                <a:cubicBezTo>
                  <a:pt x="363" y="3556"/>
                  <a:pt x="383" y="3536"/>
                  <a:pt x="408" y="3536"/>
                </a:cubicBezTo>
                <a:lnTo>
                  <a:pt x="861" y="3536"/>
                </a:lnTo>
                <a:cubicBezTo>
                  <a:pt x="886" y="3536"/>
                  <a:pt x="907" y="3556"/>
                  <a:pt x="907" y="3581"/>
                </a:cubicBezTo>
                <a:lnTo>
                  <a:pt x="907" y="4034"/>
                </a:lnTo>
                <a:close/>
                <a:moveTo>
                  <a:pt x="907" y="3037"/>
                </a:moveTo>
                <a:cubicBezTo>
                  <a:pt x="907" y="3062"/>
                  <a:pt x="886" y="3082"/>
                  <a:pt x="861" y="3082"/>
                </a:cubicBezTo>
                <a:lnTo>
                  <a:pt x="408" y="3082"/>
                </a:lnTo>
                <a:cubicBezTo>
                  <a:pt x="383" y="3082"/>
                  <a:pt x="363" y="3062"/>
                  <a:pt x="363" y="3037"/>
                </a:cubicBezTo>
                <a:lnTo>
                  <a:pt x="363" y="2584"/>
                </a:lnTo>
                <a:cubicBezTo>
                  <a:pt x="363" y="2559"/>
                  <a:pt x="383" y="2538"/>
                  <a:pt x="408" y="2538"/>
                </a:cubicBezTo>
                <a:lnTo>
                  <a:pt x="861" y="2538"/>
                </a:lnTo>
                <a:cubicBezTo>
                  <a:pt x="886" y="2538"/>
                  <a:pt x="907" y="2559"/>
                  <a:pt x="907" y="2584"/>
                </a:cubicBezTo>
                <a:lnTo>
                  <a:pt x="907" y="3037"/>
                </a:lnTo>
                <a:close/>
                <a:moveTo>
                  <a:pt x="907" y="2040"/>
                </a:moveTo>
                <a:cubicBezTo>
                  <a:pt x="907" y="2065"/>
                  <a:pt x="886" y="2085"/>
                  <a:pt x="861" y="2085"/>
                </a:cubicBezTo>
                <a:lnTo>
                  <a:pt x="408" y="2085"/>
                </a:lnTo>
                <a:cubicBezTo>
                  <a:pt x="383" y="2085"/>
                  <a:pt x="363" y="2065"/>
                  <a:pt x="363" y="2040"/>
                </a:cubicBezTo>
                <a:lnTo>
                  <a:pt x="363" y="1586"/>
                </a:lnTo>
                <a:cubicBezTo>
                  <a:pt x="363" y="1561"/>
                  <a:pt x="383" y="1541"/>
                  <a:pt x="408" y="1541"/>
                </a:cubicBezTo>
                <a:lnTo>
                  <a:pt x="861" y="1541"/>
                </a:lnTo>
                <a:cubicBezTo>
                  <a:pt x="886" y="1541"/>
                  <a:pt x="907" y="1561"/>
                  <a:pt x="907" y="1586"/>
                </a:cubicBezTo>
                <a:lnTo>
                  <a:pt x="907" y="2040"/>
                </a:lnTo>
                <a:close/>
                <a:moveTo>
                  <a:pt x="907" y="1042"/>
                </a:moveTo>
                <a:cubicBezTo>
                  <a:pt x="907" y="1067"/>
                  <a:pt x="886" y="1088"/>
                  <a:pt x="861" y="1088"/>
                </a:cubicBezTo>
                <a:lnTo>
                  <a:pt x="408" y="1088"/>
                </a:lnTo>
                <a:cubicBezTo>
                  <a:pt x="383" y="1088"/>
                  <a:pt x="363" y="1067"/>
                  <a:pt x="363" y="1042"/>
                </a:cubicBezTo>
                <a:lnTo>
                  <a:pt x="363" y="589"/>
                </a:lnTo>
                <a:cubicBezTo>
                  <a:pt x="363" y="564"/>
                  <a:pt x="383" y="544"/>
                  <a:pt x="408" y="544"/>
                </a:cubicBezTo>
                <a:lnTo>
                  <a:pt x="861" y="544"/>
                </a:lnTo>
                <a:cubicBezTo>
                  <a:pt x="886" y="544"/>
                  <a:pt x="907" y="564"/>
                  <a:pt x="907" y="589"/>
                </a:cubicBezTo>
                <a:lnTo>
                  <a:pt x="907" y="1042"/>
                </a:lnTo>
                <a:close/>
                <a:moveTo>
                  <a:pt x="1723" y="4034"/>
                </a:moveTo>
                <a:cubicBezTo>
                  <a:pt x="1723" y="4059"/>
                  <a:pt x="1702" y="4080"/>
                  <a:pt x="1677" y="4080"/>
                </a:cubicBezTo>
                <a:lnTo>
                  <a:pt x="1224" y="4080"/>
                </a:lnTo>
                <a:cubicBezTo>
                  <a:pt x="1199" y="4080"/>
                  <a:pt x="1179" y="4059"/>
                  <a:pt x="1179" y="4034"/>
                </a:cubicBezTo>
                <a:lnTo>
                  <a:pt x="1179" y="3581"/>
                </a:lnTo>
                <a:cubicBezTo>
                  <a:pt x="1179" y="3556"/>
                  <a:pt x="1199" y="3536"/>
                  <a:pt x="1224" y="3536"/>
                </a:cubicBezTo>
                <a:lnTo>
                  <a:pt x="1677" y="3536"/>
                </a:lnTo>
                <a:cubicBezTo>
                  <a:pt x="1702" y="3536"/>
                  <a:pt x="1723" y="3556"/>
                  <a:pt x="1723" y="3581"/>
                </a:cubicBezTo>
                <a:lnTo>
                  <a:pt x="1723" y="4034"/>
                </a:lnTo>
                <a:close/>
                <a:moveTo>
                  <a:pt x="1723" y="3037"/>
                </a:moveTo>
                <a:cubicBezTo>
                  <a:pt x="1723" y="3062"/>
                  <a:pt x="1702" y="3082"/>
                  <a:pt x="1677" y="3082"/>
                </a:cubicBezTo>
                <a:lnTo>
                  <a:pt x="1224" y="3082"/>
                </a:lnTo>
                <a:cubicBezTo>
                  <a:pt x="1199" y="3082"/>
                  <a:pt x="1179" y="3062"/>
                  <a:pt x="1179" y="3037"/>
                </a:cubicBezTo>
                <a:lnTo>
                  <a:pt x="1179" y="2584"/>
                </a:lnTo>
                <a:cubicBezTo>
                  <a:pt x="1179" y="2559"/>
                  <a:pt x="1199" y="2538"/>
                  <a:pt x="1224" y="2538"/>
                </a:cubicBezTo>
                <a:lnTo>
                  <a:pt x="1677" y="2538"/>
                </a:lnTo>
                <a:cubicBezTo>
                  <a:pt x="1702" y="2538"/>
                  <a:pt x="1723" y="2559"/>
                  <a:pt x="1723" y="2584"/>
                </a:cubicBezTo>
                <a:lnTo>
                  <a:pt x="1723" y="3037"/>
                </a:lnTo>
                <a:close/>
                <a:moveTo>
                  <a:pt x="1723" y="2040"/>
                </a:moveTo>
                <a:cubicBezTo>
                  <a:pt x="1723" y="2065"/>
                  <a:pt x="1702" y="2085"/>
                  <a:pt x="1677" y="2085"/>
                </a:cubicBezTo>
                <a:lnTo>
                  <a:pt x="1224" y="2085"/>
                </a:lnTo>
                <a:cubicBezTo>
                  <a:pt x="1199" y="2085"/>
                  <a:pt x="1179" y="2065"/>
                  <a:pt x="1179" y="2040"/>
                </a:cubicBezTo>
                <a:lnTo>
                  <a:pt x="1179" y="1586"/>
                </a:lnTo>
                <a:cubicBezTo>
                  <a:pt x="1179" y="1561"/>
                  <a:pt x="1199" y="1541"/>
                  <a:pt x="1224" y="1541"/>
                </a:cubicBezTo>
                <a:lnTo>
                  <a:pt x="1677" y="1541"/>
                </a:lnTo>
                <a:cubicBezTo>
                  <a:pt x="1702" y="1541"/>
                  <a:pt x="1723" y="1561"/>
                  <a:pt x="1723" y="1586"/>
                </a:cubicBezTo>
                <a:lnTo>
                  <a:pt x="1723" y="2040"/>
                </a:lnTo>
                <a:close/>
                <a:moveTo>
                  <a:pt x="1723" y="1042"/>
                </a:moveTo>
                <a:cubicBezTo>
                  <a:pt x="1723" y="1067"/>
                  <a:pt x="1702" y="1088"/>
                  <a:pt x="1677" y="1088"/>
                </a:cubicBezTo>
                <a:lnTo>
                  <a:pt x="1224" y="1088"/>
                </a:lnTo>
                <a:cubicBezTo>
                  <a:pt x="1199" y="1088"/>
                  <a:pt x="1179" y="1067"/>
                  <a:pt x="1179" y="1042"/>
                </a:cubicBezTo>
                <a:lnTo>
                  <a:pt x="1179" y="589"/>
                </a:lnTo>
                <a:cubicBezTo>
                  <a:pt x="1179" y="564"/>
                  <a:pt x="1199" y="544"/>
                  <a:pt x="1224" y="544"/>
                </a:cubicBezTo>
                <a:lnTo>
                  <a:pt x="1677" y="544"/>
                </a:lnTo>
                <a:cubicBezTo>
                  <a:pt x="1702" y="544"/>
                  <a:pt x="1723" y="564"/>
                  <a:pt x="1723" y="589"/>
                </a:cubicBezTo>
                <a:lnTo>
                  <a:pt x="1723" y="1042"/>
                </a:lnTo>
                <a:close/>
                <a:moveTo>
                  <a:pt x="2539" y="4034"/>
                </a:moveTo>
                <a:cubicBezTo>
                  <a:pt x="2539" y="4059"/>
                  <a:pt x="2518" y="4080"/>
                  <a:pt x="2493" y="4080"/>
                </a:cubicBezTo>
                <a:lnTo>
                  <a:pt x="2040" y="4080"/>
                </a:lnTo>
                <a:cubicBezTo>
                  <a:pt x="2015" y="4080"/>
                  <a:pt x="1995" y="4059"/>
                  <a:pt x="1995" y="4034"/>
                </a:cubicBezTo>
                <a:lnTo>
                  <a:pt x="1995" y="3581"/>
                </a:lnTo>
                <a:cubicBezTo>
                  <a:pt x="1995" y="3556"/>
                  <a:pt x="2015" y="3536"/>
                  <a:pt x="2040" y="3536"/>
                </a:cubicBezTo>
                <a:lnTo>
                  <a:pt x="2493" y="3536"/>
                </a:lnTo>
                <a:cubicBezTo>
                  <a:pt x="2518" y="3536"/>
                  <a:pt x="2539" y="3556"/>
                  <a:pt x="2539" y="3581"/>
                </a:cubicBezTo>
                <a:lnTo>
                  <a:pt x="2539" y="4034"/>
                </a:lnTo>
                <a:close/>
                <a:moveTo>
                  <a:pt x="2539" y="3037"/>
                </a:moveTo>
                <a:cubicBezTo>
                  <a:pt x="2539" y="3062"/>
                  <a:pt x="2518" y="3082"/>
                  <a:pt x="2493" y="3082"/>
                </a:cubicBezTo>
                <a:lnTo>
                  <a:pt x="2040" y="3082"/>
                </a:lnTo>
                <a:cubicBezTo>
                  <a:pt x="2015" y="3082"/>
                  <a:pt x="1995" y="3062"/>
                  <a:pt x="1995" y="3037"/>
                </a:cubicBezTo>
                <a:lnTo>
                  <a:pt x="1995" y="2584"/>
                </a:lnTo>
                <a:cubicBezTo>
                  <a:pt x="1995" y="2559"/>
                  <a:pt x="2015" y="2538"/>
                  <a:pt x="2040" y="2538"/>
                </a:cubicBezTo>
                <a:lnTo>
                  <a:pt x="2493" y="2538"/>
                </a:lnTo>
                <a:cubicBezTo>
                  <a:pt x="2518" y="2538"/>
                  <a:pt x="2539" y="2559"/>
                  <a:pt x="2539" y="2584"/>
                </a:cubicBezTo>
                <a:lnTo>
                  <a:pt x="2539" y="3037"/>
                </a:lnTo>
                <a:close/>
                <a:moveTo>
                  <a:pt x="2539" y="2040"/>
                </a:moveTo>
                <a:cubicBezTo>
                  <a:pt x="2539" y="2065"/>
                  <a:pt x="2518" y="2085"/>
                  <a:pt x="2493" y="2085"/>
                </a:cubicBezTo>
                <a:lnTo>
                  <a:pt x="2040" y="2085"/>
                </a:lnTo>
                <a:cubicBezTo>
                  <a:pt x="2015" y="2085"/>
                  <a:pt x="1995" y="2065"/>
                  <a:pt x="1995" y="2040"/>
                </a:cubicBezTo>
                <a:lnTo>
                  <a:pt x="1995" y="1586"/>
                </a:lnTo>
                <a:cubicBezTo>
                  <a:pt x="1995" y="1561"/>
                  <a:pt x="2015" y="1541"/>
                  <a:pt x="2040" y="1541"/>
                </a:cubicBezTo>
                <a:lnTo>
                  <a:pt x="2493" y="1541"/>
                </a:lnTo>
                <a:cubicBezTo>
                  <a:pt x="2518" y="1541"/>
                  <a:pt x="2539" y="1561"/>
                  <a:pt x="2539" y="1586"/>
                </a:cubicBezTo>
                <a:lnTo>
                  <a:pt x="2539" y="2040"/>
                </a:lnTo>
                <a:close/>
                <a:moveTo>
                  <a:pt x="2539" y="1042"/>
                </a:moveTo>
                <a:cubicBezTo>
                  <a:pt x="2539" y="1067"/>
                  <a:pt x="2518" y="1088"/>
                  <a:pt x="2493" y="1088"/>
                </a:cubicBezTo>
                <a:lnTo>
                  <a:pt x="2040" y="1088"/>
                </a:lnTo>
                <a:cubicBezTo>
                  <a:pt x="2015" y="1088"/>
                  <a:pt x="1995" y="1067"/>
                  <a:pt x="1995" y="1042"/>
                </a:cubicBezTo>
                <a:lnTo>
                  <a:pt x="1995" y="589"/>
                </a:lnTo>
                <a:cubicBezTo>
                  <a:pt x="1995" y="564"/>
                  <a:pt x="2015" y="544"/>
                  <a:pt x="2040" y="544"/>
                </a:cubicBezTo>
                <a:lnTo>
                  <a:pt x="2493" y="544"/>
                </a:lnTo>
                <a:cubicBezTo>
                  <a:pt x="2518" y="544"/>
                  <a:pt x="2539" y="564"/>
                  <a:pt x="2539" y="589"/>
                </a:cubicBezTo>
                <a:lnTo>
                  <a:pt x="2539" y="1042"/>
                </a:lnTo>
                <a:close/>
                <a:moveTo>
                  <a:pt x="6099" y="2610"/>
                </a:moveTo>
                <a:lnTo>
                  <a:pt x="3379" y="1845"/>
                </a:lnTo>
                <a:cubicBezTo>
                  <a:pt x="3321" y="1829"/>
                  <a:pt x="3264" y="1873"/>
                  <a:pt x="3264" y="1933"/>
                </a:cubicBezTo>
                <a:lnTo>
                  <a:pt x="3264" y="5440"/>
                </a:lnTo>
                <a:lnTo>
                  <a:pt x="3627" y="5440"/>
                </a:lnTo>
                <a:lnTo>
                  <a:pt x="3627" y="4714"/>
                </a:lnTo>
                <a:cubicBezTo>
                  <a:pt x="3627" y="4664"/>
                  <a:pt x="3667" y="4624"/>
                  <a:pt x="3717" y="4624"/>
                </a:cubicBezTo>
                <a:lnTo>
                  <a:pt x="4080" y="4624"/>
                </a:lnTo>
                <a:cubicBezTo>
                  <a:pt x="4130" y="4624"/>
                  <a:pt x="4171" y="4664"/>
                  <a:pt x="4171" y="4714"/>
                </a:cubicBezTo>
                <a:lnTo>
                  <a:pt x="4171" y="5440"/>
                </a:lnTo>
                <a:lnTo>
                  <a:pt x="6165" y="5440"/>
                </a:lnTo>
                <a:lnTo>
                  <a:pt x="6165" y="2698"/>
                </a:lnTo>
                <a:cubicBezTo>
                  <a:pt x="6165" y="2657"/>
                  <a:pt x="6138" y="2621"/>
                  <a:pt x="6099" y="2610"/>
                </a:cubicBezTo>
                <a:close/>
                <a:moveTo>
                  <a:pt x="4171" y="4216"/>
                </a:moveTo>
                <a:cubicBezTo>
                  <a:pt x="4171" y="4241"/>
                  <a:pt x="4150" y="4261"/>
                  <a:pt x="4125" y="4261"/>
                </a:cubicBezTo>
                <a:lnTo>
                  <a:pt x="3672" y="4261"/>
                </a:lnTo>
                <a:cubicBezTo>
                  <a:pt x="3647" y="4261"/>
                  <a:pt x="3627" y="4241"/>
                  <a:pt x="3627" y="4216"/>
                </a:cubicBezTo>
                <a:lnTo>
                  <a:pt x="3627" y="3762"/>
                </a:lnTo>
                <a:cubicBezTo>
                  <a:pt x="3627" y="3737"/>
                  <a:pt x="3647" y="3717"/>
                  <a:pt x="3672" y="3717"/>
                </a:cubicBezTo>
                <a:lnTo>
                  <a:pt x="4125" y="3717"/>
                </a:lnTo>
                <a:cubicBezTo>
                  <a:pt x="4150" y="3717"/>
                  <a:pt x="4171" y="3737"/>
                  <a:pt x="4171" y="3762"/>
                </a:cubicBezTo>
                <a:lnTo>
                  <a:pt x="4171" y="4216"/>
                </a:lnTo>
                <a:close/>
                <a:moveTo>
                  <a:pt x="4171" y="3218"/>
                </a:moveTo>
                <a:cubicBezTo>
                  <a:pt x="4171" y="3243"/>
                  <a:pt x="4150" y="3264"/>
                  <a:pt x="4125" y="3264"/>
                </a:cubicBezTo>
                <a:lnTo>
                  <a:pt x="3672" y="3264"/>
                </a:lnTo>
                <a:cubicBezTo>
                  <a:pt x="3647" y="3264"/>
                  <a:pt x="3627" y="3243"/>
                  <a:pt x="3627" y="3218"/>
                </a:cubicBezTo>
                <a:lnTo>
                  <a:pt x="3627" y="2765"/>
                </a:lnTo>
                <a:cubicBezTo>
                  <a:pt x="3627" y="2740"/>
                  <a:pt x="3647" y="2720"/>
                  <a:pt x="3672" y="2720"/>
                </a:cubicBezTo>
                <a:lnTo>
                  <a:pt x="4125" y="2720"/>
                </a:lnTo>
                <a:cubicBezTo>
                  <a:pt x="4150" y="2720"/>
                  <a:pt x="4171" y="2740"/>
                  <a:pt x="4171" y="2765"/>
                </a:cubicBezTo>
                <a:lnTo>
                  <a:pt x="4171" y="3218"/>
                </a:lnTo>
                <a:close/>
                <a:moveTo>
                  <a:pt x="4987" y="4216"/>
                </a:moveTo>
                <a:cubicBezTo>
                  <a:pt x="4987" y="4241"/>
                  <a:pt x="4966" y="4261"/>
                  <a:pt x="4941" y="4261"/>
                </a:cubicBezTo>
                <a:lnTo>
                  <a:pt x="4488" y="4261"/>
                </a:lnTo>
                <a:cubicBezTo>
                  <a:pt x="4463" y="4261"/>
                  <a:pt x="4443" y="4241"/>
                  <a:pt x="4443" y="4216"/>
                </a:cubicBezTo>
                <a:lnTo>
                  <a:pt x="4443" y="3762"/>
                </a:lnTo>
                <a:cubicBezTo>
                  <a:pt x="4443" y="3737"/>
                  <a:pt x="4463" y="3717"/>
                  <a:pt x="4488" y="3717"/>
                </a:cubicBezTo>
                <a:lnTo>
                  <a:pt x="4941" y="3717"/>
                </a:lnTo>
                <a:cubicBezTo>
                  <a:pt x="4966" y="3717"/>
                  <a:pt x="4987" y="3737"/>
                  <a:pt x="4987" y="3762"/>
                </a:cubicBezTo>
                <a:lnTo>
                  <a:pt x="4987" y="4216"/>
                </a:lnTo>
                <a:close/>
                <a:moveTo>
                  <a:pt x="4987" y="3218"/>
                </a:moveTo>
                <a:cubicBezTo>
                  <a:pt x="4987" y="3243"/>
                  <a:pt x="4966" y="3264"/>
                  <a:pt x="4941" y="3264"/>
                </a:cubicBezTo>
                <a:lnTo>
                  <a:pt x="4488" y="3264"/>
                </a:lnTo>
                <a:cubicBezTo>
                  <a:pt x="4463" y="3264"/>
                  <a:pt x="4443" y="3243"/>
                  <a:pt x="4443" y="3218"/>
                </a:cubicBezTo>
                <a:lnTo>
                  <a:pt x="4443" y="2765"/>
                </a:lnTo>
                <a:cubicBezTo>
                  <a:pt x="4443" y="2740"/>
                  <a:pt x="4463" y="2720"/>
                  <a:pt x="4488" y="2720"/>
                </a:cubicBezTo>
                <a:lnTo>
                  <a:pt x="4941" y="2720"/>
                </a:lnTo>
                <a:cubicBezTo>
                  <a:pt x="4966" y="2720"/>
                  <a:pt x="4987" y="2740"/>
                  <a:pt x="4987" y="2765"/>
                </a:cubicBezTo>
                <a:lnTo>
                  <a:pt x="4987" y="3218"/>
                </a:lnTo>
                <a:close/>
                <a:moveTo>
                  <a:pt x="5803" y="4216"/>
                </a:moveTo>
                <a:cubicBezTo>
                  <a:pt x="5803" y="4241"/>
                  <a:pt x="5782" y="4261"/>
                  <a:pt x="5757" y="4261"/>
                </a:cubicBezTo>
                <a:lnTo>
                  <a:pt x="5304" y="4261"/>
                </a:lnTo>
                <a:cubicBezTo>
                  <a:pt x="5279" y="4261"/>
                  <a:pt x="5259" y="4241"/>
                  <a:pt x="5259" y="4216"/>
                </a:cubicBezTo>
                <a:lnTo>
                  <a:pt x="5259" y="3762"/>
                </a:lnTo>
                <a:cubicBezTo>
                  <a:pt x="5259" y="3737"/>
                  <a:pt x="5279" y="3717"/>
                  <a:pt x="5304" y="3717"/>
                </a:cubicBezTo>
                <a:lnTo>
                  <a:pt x="5757" y="3717"/>
                </a:lnTo>
                <a:cubicBezTo>
                  <a:pt x="5782" y="3717"/>
                  <a:pt x="5803" y="3737"/>
                  <a:pt x="5803" y="3762"/>
                </a:cubicBezTo>
                <a:lnTo>
                  <a:pt x="5803" y="4216"/>
                </a:lnTo>
                <a:close/>
                <a:moveTo>
                  <a:pt x="5803" y="3218"/>
                </a:moveTo>
                <a:cubicBezTo>
                  <a:pt x="5803" y="3243"/>
                  <a:pt x="5782" y="3264"/>
                  <a:pt x="5757" y="3264"/>
                </a:cubicBezTo>
                <a:lnTo>
                  <a:pt x="5304" y="3264"/>
                </a:lnTo>
                <a:cubicBezTo>
                  <a:pt x="5279" y="3264"/>
                  <a:pt x="5259" y="3243"/>
                  <a:pt x="5259" y="3218"/>
                </a:cubicBezTo>
                <a:lnTo>
                  <a:pt x="5259" y="2765"/>
                </a:lnTo>
                <a:cubicBezTo>
                  <a:pt x="5259" y="2740"/>
                  <a:pt x="5279" y="2720"/>
                  <a:pt x="5304" y="2720"/>
                </a:cubicBezTo>
                <a:lnTo>
                  <a:pt x="5757" y="2720"/>
                </a:lnTo>
                <a:cubicBezTo>
                  <a:pt x="5782" y="2720"/>
                  <a:pt x="5803" y="2740"/>
                  <a:pt x="5803" y="2765"/>
                </a:cubicBezTo>
                <a:lnTo>
                  <a:pt x="5803" y="321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4197"/>
          <p:cNvSpPr/>
          <p:nvPr/>
        </p:nvSpPr>
        <p:spPr bwMode="auto">
          <a:xfrm>
            <a:off x="7857386" y="4482873"/>
            <a:ext cx="356638" cy="314206"/>
          </a:xfrm>
          <a:custGeom>
            <a:avLst/>
            <a:gdLst>
              <a:gd name="T0" fmla="*/ 0 w 6165"/>
              <a:gd name="T1" fmla="*/ 90 h 5440"/>
              <a:gd name="T2" fmla="*/ 363 w 6165"/>
              <a:gd name="T3" fmla="*/ 4624 h 5440"/>
              <a:gd name="T4" fmla="*/ 907 w 6165"/>
              <a:gd name="T5" fmla="*/ 4624 h 5440"/>
              <a:gd name="T6" fmla="*/ 2901 w 6165"/>
              <a:gd name="T7" fmla="*/ 90 h 5440"/>
              <a:gd name="T8" fmla="*/ 861 w 6165"/>
              <a:gd name="T9" fmla="*/ 4080 h 5440"/>
              <a:gd name="T10" fmla="*/ 363 w 6165"/>
              <a:gd name="T11" fmla="*/ 3581 h 5440"/>
              <a:gd name="T12" fmla="*/ 907 w 6165"/>
              <a:gd name="T13" fmla="*/ 3581 h 5440"/>
              <a:gd name="T14" fmla="*/ 861 w 6165"/>
              <a:gd name="T15" fmla="*/ 3082 h 5440"/>
              <a:gd name="T16" fmla="*/ 363 w 6165"/>
              <a:gd name="T17" fmla="*/ 2584 h 5440"/>
              <a:gd name="T18" fmla="*/ 907 w 6165"/>
              <a:gd name="T19" fmla="*/ 2584 h 5440"/>
              <a:gd name="T20" fmla="*/ 861 w 6165"/>
              <a:gd name="T21" fmla="*/ 2085 h 5440"/>
              <a:gd name="T22" fmla="*/ 363 w 6165"/>
              <a:gd name="T23" fmla="*/ 1586 h 5440"/>
              <a:gd name="T24" fmla="*/ 907 w 6165"/>
              <a:gd name="T25" fmla="*/ 1586 h 5440"/>
              <a:gd name="T26" fmla="*/ 861 w 6165"/>
              <a:gd name="T27" fmla="*/ 1088 h 5440"/>
              <a:gd name="T28" fmla="*/ 363 w 6165"/>
              <a:gd name="T29" fmla="*/ 589 h 5440"/>
              <a:gd name="T30" fmla="*/ 907 w 6165"/>
              <a:gd name="T31" fmla="*/ 589 h 5440"/>
              <a:gd name="T32" fmla="*/ 1677 w 6165"/>
              <a:gd name="T33" fmla="*/ 4080 h 5440"/>
              <a:gd name="T34" fmla="*/ 1179 w 6165"/>
              <a:gd name="T35" fmla="*/ 3581 h 5440"/>
              <a:gd name="T36" fmla="*/ 1723 w 6165"/>
              <a:gd name="T37" fmla="*/ 3581 h 5440"/>
              <a:gd name="T38" fmla="*/ 1677 w 6165"/>
              <a:gd name="T39" fmla="*/ 3082 h 5440"/>
              <a:gd name="T40" fmla="*/ 1179 w 6165"/>
              <a:gd name="T41" fmla="*/ 2584 h 5440"/>
              <a:gd name="T42" fmla="*/ 1723 w 6165"/>
              <a:gd name="T43" fmla="*/ 2584 h 5440"/>
              <a:gd name="T44" fmla="*/ 1677 w 6165"/>
              <a:gd name="T45" fmla="*/ 2085 h 5440"/>
              <a:gd name="T46" fmla="*/ 1179 w 6165"/>
              <a:gd name="T47" fmla="*/ 1586 h 5440"/>
              <a:gd name="T48" fmla="*/ 1723 w 6165"/>
              <a:gd name="T49" fmla="*/ 1586 h 5440"/>
              <a:gd name="T50" fmla="*/ 1677 w 6165"/>
              <a:gd name="T51" fmla="*/ 1088 h 5440"/>
              <a:gd name="T52" fmla="*/ 1179 w 6165"/>
              <a:gd name="T53" fmla="*/ 589 h 5440"/>
              <a:gd name="T54" fmla="*/ 1723 w 6165"/>
              <a:gd name="T55" fmla="*/ 589 h 5440"/>
              <a:gd name="T56" fmla="*/ 2493 w 6165"/>
              <a:gd name="T57" fmla="*/ 4080 h 5440"/>
              <a:gd name="T58" fmla="*/ 1995 w 6165"/>
              <a:gd name="T59" fmla="*/ 3581 h 5440"/>
              <a:gd name="T60" fmla="*/ 2539 w 6165"/>
              <a:gd name="T61" fmla="*/ 3581 h 5440"/>
              <a:gd name="T62" fmla="*/ 2493 w 6165"/>
              <a:gd name="T63" fmla="*/ 3082 h 5440"/>
              <a:gd name="T64" fmla="*/ 1995 w 6165"/>
              <a:gd name="T65" fmla="*/ 2584 h 5440"/>
              <a:gd name="T66" fmla="*/ 2539 w 6165"/>
              <a:gd name="T67" fmla="*/ 2584 h 5440"/>
              <a:gd name="T68" fmla="*/ 2493 w 6165"/>
              <a:gd name="T69" fmla="*/ 2085 h 5440"/>
              <a:gd name="T70" fmla="*/ 1995 w 6165"/>
              <a:gd name="T71" fmla="*/ 1586 h 5440"/>
              <a:gd name="T72" fmla="*/ 2539 w 6165"/>
              <a:gd name="T73" fmla="*/ 1586 h 5440"/>
              <a:gd name="T74" fmla="*/ 2493 w 6165"/>
              <a:gd name="T75" fmla="*/ 1088 h 5440"/>
              <a:gd name="T76" fmla="*/ 1995 w 6165"/>
              <a:gd name="T77" fmla="*/ 589 h 5440"/>
              <a:gd name="T78" fmla="*/ 2539 w 6165"/>
              <a:gd name="T79" fmla="*/ 589 h 5440"/>
              <a:gd name="T80" fmla="*/ 3379 w 6165"/>
              <a:gd name="T81" fmla="*/ 1845 h 5440"/>
              <a:gd name="T82" fmla="*/ 3627 w 6165"/>
              <a:gd name="T83" fmla="*/ 5440 h 5440"/>
              <a:gd name="T84" fmla="*/ 4080 w 6165"/>
              <a:gd name="T85" fmla="*/ 4624 h 5440"/>
              <a:gd name="T86" fmla="*/ 6165 w 6165"/>
              <a:gd name="T87" fmla="*/ 5440 h 5440"/>
              <a:gd name="T88" fmla="*/ 4171 w 6165"/>
              <a:gd name="T89" fmla="*/ 4216 h 5440"/>
              <a:gd name="T90" fmla="*/ 3627 w 6165"/>
              <a:gd name="T91" fmla="*/ 4216 h 5440"/>
              <a:gd name="T92" fmla="*/ 4125 w 6165"/>
              <a:gd name="T93" fmla="*/ 3717 h 5440"/>
              <a:gd name="T94" fmla="*/ 4171 w 6165"/>
              <a:gd name="T95" fmla="*/ 3218 h 5440"/>
              <a:gd name="T96" fmla="*/ 3627 w 6165"/>
              <a:gd name="T97" fmla="*/ 3218 h 5440"/>
              <a:gd name="T98" fmla="*/ 4125 w 6165"/>
              <a:gd name="T99" fmla="*/ 2720 h 5440"/>
              <a:gd name="T100" fmla="*/ 4987 w 6165"/>
              <a:gd name="T101" fmla="*/ 4216 h 5440"/>
              <a:gd name="T102" fmla="*/ 4443 w 6165"/>
              <a:gd name="T103" fmla="*/ 4216 h 5440"/>
              <a:gd name="T104" fmla="*/ 4941 w 6165"/>
              <a:gd name="T105" fmla="*/ 3717 h 5440"/>
              <a:gd name="T106" fmla="*/ 4987 w 6165"/>
              <a:gd name="T107" fmla="*/ 3218 h 5440"/>
              <a:gd name="T108" fmla="*/ 4443 w 6165"/>
              <a:gd name="T109" fmla="*/ 3218 h 5440"/>
              <a:gd name="T110" fmla="*/ 4941 w 6165"/>
              <a:gd name="T111" fmla="*/ 2720 h 5440"/>
              <a:gd name="T112" fmla="*/ 5803 w 6165"/>
              <a:gd name="T113" fmla="*/ 4216 h 5440"/>
              <a:gd name="T114" fmla="*/ 5259 w 6165"/>
              <a:gd name="T115" fmla="*/ 4216 h 5440"/>
              <a:gd name="T116" fmla="*/ 5757 w 6165"/>
              <a:gd name="T117" fmla="*/ 3717 h 5440"/>
              <a:gd name="T118" fmla="*/ 5803 w 6165"/>
              <a:gd name="T119" fmla="*/ 3218 h 5440"/>
              <a:gd name="T120" fmla="*/ 5259 w 6165"/>
              <a:gd name="T121" fmla="*/ 3218 h 5440"/>
              <a:gd name="T122" fmla="*/ 5757 w 6165"/>
              <a:gd name="T123" fmla="*/ 2720 h 5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5" h="5440">
                <a:moveTo>
                  <a:pt x="2811" y="0"/>
                </a:moveTo>
                <a:lnTo>
                  <a:pt x="91" y="0"/>
                </a:lnTo>
                <a:cubicBezTo>
                  <a:pt x="41" y="0"/>
                  <a:pt x="0" y="40"/>
                  <a:pt x="0" y="90"/>
                </a:cubicBezTo>
                <a:lnTo>
                  <a:pt x="0" y="5440"/>
                </a:lnTo>
                <a:lnTo>
                  <a:pt x="363" y="5440"/>
                </a:lnTo>
                <a:lnTo>
                  <a:pt x="363" y="4624"/>
                </a:lnTo>
                <a:cubicBezTo>
                  <a:pt x="363" y="4574"/>
                  <a:pt x="403" y="4533"/>
                  <a:pt x="453" y="4533"/>
                </a:cubicBezTo>
                <a:lnTo>
                  <a:pt x="816" y="4533"/>
                </a:lnTo>
                <a:cubicBezTo>
                  <a:pt x="866" y="4533"/>
                  <a:pt x="907" y="4574"/>
                  <a:pt x="907" y="4624"/>
                </a:cubicBezTo>
                <a:lnTo>
                  <a:pt x="907" y="5440"/>
                </a:lnTo>
                <a:lnTo>
                  <a:pt x="2901" y="5440"/>
                </a:lnTo>
                <a:lnTo>
                  <a:pt x="2901" y="90"/>
                </a:lnTo>
                <a:cubicBezTo>
                  <a:pt x="2901" y="40"/>
                  <a:pt x="2861" y="0"/>
                  <a:pt x="2811" y="0"/>
                </a:cubicBezTo>
                <a:close/>
                <a:moveTo>
                  <a:pt x="907" y="4034"/>
                </a:moveTo>
                <a:cubicBezTo>
                  <a:pt x="907" y="4059"/>
                  <a:pt x="886" y="4080"/>
                  <a:pt x="861" y="4080"/>
                </a:cubicBezTo>
                <a:lnTo>
                  <a:pt x="408" y="4080"/>
                </a:lnTo>
                <a:cubicBezTo>
                  <a:pt x="383" y="4080"/>
                  <a:pt x="363" y="4059"/>
                  <a:pt x="363" y="4034"/>
                </a:cubicBezTo>
                <a:lnTo>
                  <a:pt x="363" y="3581"/>
                </a:lnTo>
                <a:cubicBezTo>
                  <a:pt x="363" y="3556"/>
                  <a:pt x="383" y="3536"/>
                  <a:pt x="408" y="3536"/>
                </a:cubicBezTo>
                <a:lnTo>
                  <a:pt x="861" y="3536"/>
                </a:lnTo>
                <a:cubicBezTo>
                  <a:pt x="886" y="3536"/>
                  <a:pt x="907" y="3556"/>
                  <a:pt x="907" y="3581"/>
                </a:cubicBezTo>
                <a:lnTo>
                  <a:pt x="907" y="4034"/>
                </a:lnTo>
                <a:close/>
                <a:moveTo>
                  <a:pt x="907" y="3037"/>
                </a:moveTo>
                <a:cubicBezTo>
                  <a:pt x="907" y="3062"/>
                  <a:pt x="886" y="3082"/>
                  <a:pt x="861" y="3082"/>
                </a:cubicBezTo>
                <a:lnTo>
                  <a:pt x="408" y="3082"/>
                </a:lnTo>
                <a:cubicBezTo>
                  <a:pt x="383" y="3082"/>
                  <a:pt x="363" y="3062"/>
                  <a:pt x="363" y="3037"/>
                </a:cubicBezTo>
                <a:lnTo>
                  <a:pt x="363" y="2584"/>
                </a:lnTo>
                <a:cubicBezTo>
                  <a:pt x="363" y="2559"/>
                  <a:pt x="383" y="2538"/>
                  <a:pt x="408" y="2538"/>
                </a:cubicBezTo>
                <a:lnTo>
                  <a:pt x="861" y="2538"/>
                </a:lnTo>
                <a:cubicBezTo>
                  <a:pt x="886" y="2538"/>
                  <a:pt x="907" y="2559"/>
                  <a:pt x="907" y="2584"/>
                </a:cubicBezTo>
                <a:lnTo>
                  <a:pt x="907" y="3037"/>
                </a:lnTo>
                <a:close/>
                <a:moveTo>
                  <a:pt x="907" y="2040"/>
                </a:moveTo>
                <a:cubicBezTo>
                  <a:pt x="907" y="2065"/>
                  <a:pt x="886" y="2085"/>
                  <a:pt x="861" y="2085"/>
                </a:cubicBezTo>
                <a:lnTo>
                  <a:pt x="408" y="2085"/>
                </a:lnTo>
                <a:cubicBezTo>
                  <a:pt x="383" y="2085"/>
                  <a:pt x="363" y="2065"/>
                  <a:pt x="363" y="2040"/>
                </a:cubicBezTo>
                <a:lnTo>
                  <a:pt x="363" y="1586"/>
                </a:lnTo>
                <a:cubicBezTo>
                  <a:pt x="363" y="1561"/>
                  <a:pt x="383" y="1541"/>
                  <a:pt x="408" y="1541"/>
                </a:cubicBezTo>
                <a:lnTo>
                  <a:pt x="861" y="1541"/>
                </a:lnTo>
                <a:cubicBezTo>
                  <a:pt x="886" y="1541"/>
                  <a:pt x="907" y="1561"/>
                  <a:pt x="907" y="1586"/>
                </a:cubicBezTo>
                <a:lnTo>
                  <a:pt x="907" y="2040"/>
                </a:lnTo>
                <a:close/>
                <a:moveTo>
                  <a:pt x="907" y="1042"/>
                </a:moveTo>
                <a:cubicBezTo>
                  <a:pt x="907" y="1067"/>
                  <a:pt x="886" y="1088"/>
                  <a:pt x="861" y="1088"/>
                </a:cubicBezTo>
                <a:lnTo>
                  <a:pt x="408" y="1088"/>
                </a:lnTo>
                <a:cubicBezTo>
                  <a:pt x="383" y="1088"/>
                  <a:pt x="363" y="1067"/>
                  <a:pt x="363" y="1042"/>
                </a:cubicBezTo>
                <a:lnTo>
                  <a:pt x="363" y="589"/>
                </a:lnTo>
                <a:cubicBezTo>
                  <a:pt x="363" y="564"/>
                  <a:pt x="383" y="544"/>
                  <a:pt x="408" y="544"/>
                </a:cubicBezTo>
                <a:lnTo>
                  <a:pt x="861" y="544"/>
                </a:lnTo>
                <a:cubicBezTo>
                  <a:pt x="886" y="544"/>
                  <a:pt x="907" y="564"/>
                  <a:pt x="907" y="589"/>
                </a:cubicBezTo>
                <a:lnTo>
                  <a:pt x="907" y="1042"/>
                </a:lnTo>
                <a:close/>
                <a:moveTo>
                  <a:pt x="1723" y="4034"/>
                </a:moveTo>
                <a:cubicBezTo>
                  <a:pt x="1723" y="4059"/>
                  <a:pt x="1702" y="4080"/>
                  <a:pt x="1677" y="4080"/>
                </a:cubicBezTo>
                <a:lnTo>
                  <a:pt x="1224" y="4080"/>
                </a:lnTo>
                <a:cubicBezTo>
                  <a:pt x="1199" y="4080"/>
                  <a:pt x="1179" y="4059"/>
                  <a:pt x="1179" y="4034"/>
                </a:cubicBezTo>
                <a:lnTo>
                  <a:pt x="1179" y="3581"/>
                </a:lnTo>
                <a:cubicBezTo>
                  <a:pt x="1179" y="3556"/>
                  <a:pt x="1199" y="3536"/>
                  <a:pt x="1224" y="3536"/>
                </a:cubicBezTo>
                <a:lnTo>
                  <a:pt x="1677" y="3536"/>
                </a:lnTo>
                <a:cubicBezTo>
                  <a:pt x="1702" y="3536"/>
                  <a:pt x="1723" y="3556"/>
                  <a:pt x="1723" y="3581"/>
                </a:cubicBezTo>
                <a:lnTo>
                  <a:pt x="1723" y="4034"/>
                </a:lnTo>
                <a:close/>
                <a:moveTo>
                  <a:pt x="1723" y="3037"/>
                </a:moveTo>
                <a:cubicBezTo>
                  <a:pt x="1723" y="3062"/>
                  <a:pt x="1702" y="3082"/>
                  <a:pt x="1677" y="3082"/>
                </a:cubicBezTo>
                <a:lnTo>
                  <a:pt x="1224" y="3082"/>
                </a:lnTo>
                <a:cubicBezTo>
                  <a:pt x="1199" y="3082"/>
                  <a:pt x="1179" y="3062"/>
                  <a:pt x="1179" y="3037"/>
                </a:cubicBezTo>
                <a:lnTo>
                  <a:pt x="1179" y="2584"/>
                </a:lnTo>
                <a:cubicBezTo>
                  <a:pt x="1179" y="2559"/>
                  <a:pt x="1199" y="2538"/>
                  <a:pt x="1224" y="2538"/>
                </a:cubicBezTo>
                <a:lnTo>
                  <a:pt x="1677" y="2538"/>
                </a:lnTo>
                <a:cubicBezTo>
                  <a:pt x="1702" y="2538"/>
                  <a:pt x="1723" y="2559"/>
                  <a:pt x="1723" y="2584"/>
                </a:cubicBezTo>
                <a:lnTo>
                  <a:pt x="1723" y="3037"/>
                </a:lnTo>
                <a:close/>
                <a:moveTo>
                  <a:pt x="1723" y="2040"/>
                </a:moveTo>
                <a:cubicBezTo>
                  <a:pt x="1723" y="2065"/>
                  <a:pt x="1702" y="2085"/>
                  <a:pt x="1677" y="2085"/>
                </a:cubicBezTo>
                <a:lnTo>
                  <a:pt x="1224" y="2085"/>
                </a:lnTo>
                <a:cubicBezTo>
                  <a:pt x="1199" y="2085"/>
                  <a:pt x="1179" y="2065"/>
                  <a:pt x="1179" y="2040"/>
                </a:cubicBezTo>
                <a:lnTo>
                  <a:pt x="1179" y="1586"/>
                </a:lnTo>
                <a:cubicBezTo>
                  <a:pt x="1179" y="1561"/>
                  <a:pt x="1199" y="1541"/>
                  <a:pt x="1224" y="1541"/>
                </a:cubicBezTo>
                <a:lnTo>
                  <a:pt x="1677" y="1541"/>
                </a:lnTo>
                <a:cubicBezTo>
                  <a:pt x="1702" y="1541"/>
                  <a:pt x="1723" y="1561"/>
                  <a:pt x="1723" y="1586"/>
                </a:cubicBezTo>
                <a:lnTo>
                  <a:pt x="1723" y="2040"/>
                </a:lnTo>
                <a:close/>
                <a:moveTo>
                  <a:pt x="1723" y="1042"/>
                </a:moveTo>
                <a:cubicBezTo>
                  <a:pt x="1723" y="1067"/>
                  <a:pt x="1702" y="1088"/>
                  <a:pt x="1677" y="1088"/>
                </a:cubicBezTo>
                <a:lnTo>
                  <a:pt x="1224" y="1088"/>
                </a:lnTo>
                <a:cubicBezTo>
                  <a:pt x="1199" y="1088"/>
                  <a:pt x="1179" y="1067"/>
                  <a:pt x="1179" y="1042"/>
                </a:cubicBezTo>
                <a:lnTo>
                  <a:pt x="1179" y="589"/>
                </a:lnTo>
                <a:cubicBezTo>
                  <a:pt x="1179" y="564"/>
                  <a:pt x="1199" y="544"/>
                  <a:pt x="1224" y="544"/>
                </a:cubicBezTo>
                <a:lnTo>
                  <a:pt x="1677" y="544"/>
                </a:lnTo>
                <a:cubicBezTo>
                  <a:pt x="1702" y="544"/>
                  <a:pt x="1723" y="564"/>
                  <a:pt x="1723" y="589"/>
                </a:cubicBezTo>
                <a:lnTo>
                  <a:pt x="1723" y="1042"/>
                </a:lnTo>
                <a:close/>
                <a:moveTo>
                  <a:pt x="2539" y="4034"/>
                </a:moveTo>
                <a:cubicBezTo>
                  <a:pt x="2539" y="4059"/>
                  <a:pt x="2518" y="4080"/>
                  <a:pt x="2493" y="4080"/>
                </a:cubicBezTo>
                <a:lnTo>
                  <a:pt x="2040" y="4080"/>
                </a:lnTo>
                <a:cubicBezTo>
                  <a:pt x="2015" y="4080"/>
                  <a:pt x="1995" y="4059"/>
                  <a:pt x="1995" y="4034"/>
                </a:cubicBezTo>
                <a:lnTo>
                  <a:pt x="1995" y="3581"/>
                </a:lnTo>
                <a:cubicBezTo>
                  <a:pt x="1995" y="3556"/>
                  <a:pt x="2015" y="3536"/>
                  <a:pt x="2040" y="3536"/>
                </a:cubicBezTo>
                <a:lnTo>
                  <a:pt x="2493" y="3536"/>
                </a:lnTo>
                <a:cubicBezTo>
                  <a:pt x="2518" y="3536"/>
                  <a:pt x="2539" y="3556"/>
                  <a:pt x="2539" y="3581"/>
                </a:cubicBezTo>
                <a:lnTo>
                  <a:pt x="2539" y="4034"/>
                </a:lnTo>
                <a:close/>
                <a:moveTo>
                  <a:pt x="2539" y="3037"/>
                </a:moveTo>
                <a:cubicBezTo>
                  <a:pt x="2539" y="3062"/>
                  <a:pt x="2518" y="3082"/>
                  <a:pt x="2493" y="3082"/>
                </a:cubicBezTo>
                <a:lnTo>
                  <a:pt x="2040" y="3082"/>
                </a:lnTo>
                <a:cubicBezTo>
                  <a:pt x="2015" y="3082"/>
                  <a:pt x="1995" y="3062"/>
                  <a:pt x="1995" y="3037"/>
                </a:cubicBezTo>
                <a:lnTo>
                  <a:pt x="1995" y="2584"/>
                </a:lnTo>
                <a:cubicBezTo>
                  <a:pt x="1995" y="2559"/>
                  <a:pt x="2015" y="2538"/>
                  <a:pt x="2040" y="2538"/>
                </a:cubicBezTo>
                <a:lnTo>
                  <a:pt x="2493" y="2538"/>
                </a:lnTo>
                <a:cubicBezTo>
                  <a:pt x="2518" y="2538"/>
                  <a:pt x="2539" y="2559"/>
                  <a:pt x="2539" y="2584"/>
                </a:cubicBezTo>
                <a:lnTo>
                  <a:pt x="2539" y="3037"/>
                </a:lnTo>
                <a:close/>
                <a:moveTo>
                  <a:pt x="2539" y="2040"/>
                </a:moveTo>
                <a:cubicBezTo>
                  <a:pt x="2539" y="2065"/>
                  <a:pt x="2518" y="2085"/>
                  <a:pt x="2493" y="2085"/>
                </a:cubicBezTo>
                <a:lnTo>
                  <a:pt x="2040" y="2085"/>
                </a:lnTo>
                <a:cubicBezTo>
                  <a:pt x="2015" y="2085"/>
                  <a:pt x="1995" y="2065"/>
                  <a:pt x="1995" y="2040"/>
                </a:cubicBezTo>
                <a:lnTo>
                  <a:pt x="1995" y="1586"/>
                </a:lnTo>
                <a:cubicBezTo>
                  <a:pt x="1995" y="1561"/>
                  <a:pt x="2015" y="1541"/>
                  <a:pt x="2040" y="1541"/>
                </a:cubicBezTo>
                <a:lnTo>
                  <a:pt x="2493" y="1541"/>
                </a:lnTo>
                <a:cubicBezTo>
                  <a:pt x="2518" y="1541"/>
                  <a:pt x="2539" y="1561"/>
                  <a:pt x="2539" y="1586"/>
                </a:cubicBezTo>
                <a:lnTo>
                  <a:pt x="2539" y="2040"/>
                </a:lnTo>
                <a:close/>
                <a:moveTo>
                  <a:pt x="2539" y="1042"/>
                </a:moveTo>
                <a:cubicBezTo>
                  <a:pt x="2539" y="1067"/>
                  <a:pt x="2518" y="1088"/>
                  <a:pt x="2493" y="1088"/>
                </a:cubicBezTo>
                <a:lnTo>
                  <a:pt x="2040" y="1088"/>
                </a:lnTo>
                <a:cubicBezTo>
                  <a:pt x="2015" y="1088"/>
                  <a:pt x="1995" y="1067"/>
                  <a:pt x="1995" y="1042"/>
                </a:cubicBezTo>
                <a:lnTo>
                  <a:pt x="1995" y="589"/>
                </a:lnTo>
                <a:cubicBezTo>
                  <a:pt x="1995" y="564"/>
                  <a:pt x="2015" y="544"/>
                  <a:pt x="2040" y="544"/>
                </a:cubicBezTo>
                <a:lnTo>
                  <a:pt x="2493" y="544"/>
                </a:lnTo>
                <a:cubicBezTo>
                  <a:pt x="2518" y="544"/>
                  <a:pt x="2539" y="564"/>
                  <a:pt x="2539" y="589"/>
                </a:cubicBezTo>
                <a:lnTo>
                  <a:pt x="2539" y="1042"/>
                </a:lnTo>
                <a:close/>
                <a:moveTo>
                  <a:pt x="6099" y="2610"/>
                </a:moveTo>
                <a:lnTo>
                  <a:pt x="3379" y="1845"/>
                </a:lnTo>
                <a:cubicBezTo>
                  <a:pt x="3321" y="1829"/>
                  <a:pt x="3264" y="1873"/>
                  <a:pt x="3264" y="1933"/>
                </a:cubicBezTo>
                <a:lnTo>
                  <a:pt x="3264" y="5440"/>
                </a:lnTo>
                <a:lnTo>
                  <a:pt x="3627" y="5440"/>
                </a:lnTo>
                <a:lnTo>
                  <a:pt x="3627" y="4714"/>
                </a:lnTo>
                <a:cubicBezTo>
                  <a:pt x="3627" y="4664"/>
                  <a:pt x="3667" y="4624"/>
                  <a:pt x="3717" y="4624"/>
                </a:cubicBezTo>
                <a:lnTo>
                  <a:pt x="4080" y="4624"/>
                </a:lnTo>
                <a:cubicBezTo>
                  <a:pt x="4130" y="4624"/>
                  <a:pt x="4171" y="4664"/>
                  <a:pt x="4171" y="4714"/>
                </a:cubicBezTo>
                <a:lnTo>
                  <a:pt x="4171" y="5440"/>
                </a:lnTo>
                <a:lnTo>
                  <a:pt x="6165" y="5440"/>
                </a:lnTo>
                <a:lnTo>
                  <a:pt x="6165" y="2698"/>
                </a:lnTo>
                <a:cubicBezTo>
                  <a:pt x="6165" y="2657"/>
                  <a:pt x="6138" y="2621"/>
                  <a:pt x="6099" y="2610"/>
                </a:cubicBezTo>
                <a:close/>
                <a:moveTo>
                  <a:pt x="4171" y="4216"/>
                </a:moveTo>
                <a:cubicBezTo>
                  <a:pt x="4171" y="4241"/>
                  <a:pt x="4150" y="4261"/>
                  <a:pt x="4125" y="4261"/>
                </a:cubicBezTo>
                <a:lnTo>
                  <a:pt x="3672" y="4261"/>
                </a:lnTo>
                <a:cubicBezTo>
                  <a:pt x="3647" y="4261"/>
                  <a:pt x="3627" y="4241"/>
                  <a:pt x="3627" y="4216"/>
                </a:cubicBezTo>
                <a:lnTo>
                  <a:pt x="3627" y="3762"/>
                </a:lnTo>
                <a:cubicBezTo>
                  <a:pt x="3627" y="3737"/>
                  <a:pt x="3647" y="3717"/>
                  <a:pt x="3672" y="3717"/>
                </a:cubicBezTo>
                <a:lnTo>
                  <a:pt x="4125" y="3717"/>
                </a:lnTo>
                <a:cubicBezTo>
                  <a:pt x="4150" y="3717"/>
                  <a:pt x="4171" y="3737"/>
                  <a:pt x="4171" y="3762"/>
                </a:cubicBezTo>
                <a:lnTo>
                  <a:pt x="4171" y="4216"/>
                </a:lnTo>
                <a:close/>
                <a:moveTo>
                  <a:pt x="4171" y="3218"/>
                </a:moveTo>
                <a:cubicBezTo>
                  <a:pt x="4171" y="3243"/>
                  <a:pt x="4150" y="3264"/>
                  <a:pt x="4125" y="3264"/>
                </a:cubicBezTo>
                <a:lnTo>
                  <a:pt x="3672" y="3264"/>
                </a:lnTo>
                <a:cubicBezTo>
                  <a:pt x="3647" y="3264"/>
                  <a:pt x="3627" y="3243"/>
                  <a:pt x="3627" y="3218"/>
                </a:cubicBezTo>
                <a:lnTo>
                  <a:pt x="3627" y="2765"/>
                </a:lnTo>
                <a:cubicBezTo>
                  <a:pt x="3627" y="2740"/>
                  <a:pt x="3647" y="2720"/>
                  <a:pt x="3672" y="2720"/>
                </a:cubicBezTo>
                <a:lnTo>
                  <a:pt x="4125" y="2720"/>
                </a:lnTo>
                <a:cubicBezTo>
                  <a:pt x="4150" y="2720"/>
                  <a:pt x="4171" y="2740"/>
                  <a:pt x="4171" y="2765"/>
                </a:cubicBezTo>
                <a:lnTo>
                  <a:pt x="4171" y="3218"/>
                </a:lnTo>
                <a:close/>
                <a:moveTo>
                  <a:pt x="4987" y="4216"/>
                </a:moveTo>
                <a:cubicBezTo>
                  <a:pt x="4987" y="4241"/>
                  <a:pt x="4966" y="4261"/>
                  <a:pt x="4941" y="4261"/>
                </a:cubicBezTo>
                <a:lnTo>
                  <a:pt x="4488" y="4261"/>
                </a:lnTo>
                <a:cubicBezTo>
                  <a:pt x="4463" y="4261"/>
                  <a:pt x="4443" y="4241"/>
                  <a:pt x="4443" y="4216"/>
                </a:cubicBezTo>
                <a:lnTo>
                  <a:pt x="4443" y="3762"/>
                </a:lnTo>
                <a:cubicBezTo>
                  <a:pt x="4443" y="3737"/>
                  <a:pt x="4463" y="3717"/>
                  <a:pt x="4488" y="3717"/>
                </a:cubicBezTo>
                <a:lnTo>
                  <a:pt x="4941" y="3717"/>
                </a:lnTo>
                <a:cubicBezTo>
                  <a:pt x="4966" y="3717"/>
                  <a:pt x="4987" y="3737"/>
                  <a:pt x="4987" y="3762"/>
                </a:cubicBezTo>
                <a:lnTo>
                  <a:pt x="4987" y="4216"/>
                </a:lnTo>
                <a:close/>
                <a:moveTo>
                  <a:pt x="4987" y="3218"/>
                </a:moveTo>
                <a:cubicBezTo>
                  <a:pt x="4987" y="3243"/>
                  <a:pt x="4966" y="3264"/>
                  <a:pt x="4941" y="3264"/>
                </a:cubicBezTo>
                <a:lnTo>
                  <a:pt x="4488" y="3264"/>
                </a:lnTo>
                <a:cubicBezTo>
                  <a:pt x="4463" y="3264"/>
                  <a:pt x="4443" y="3243"/>
                  <a:pt x="4443" y="3218"/>
                </a:cubicBezTo>
                <a:lnTo>
                  <a:pt x="4443" y="2765"/>
                </a:lnTo>
                <a:cubicBezTo>
                  <a:pt x="4443" y="2740"/>
                  <a:pt x="4463" y="2720"/>
                  <a:pt x="4488" y="2720"/>
                </a:cubicBezTo>
                <a:lnTo>
                  <a:pt x="4941" y="2720"/>
                </a:lnTo>
                <a:cubicBezTo>
                  <a:pt x="4966" y="2720"/>
                  <a:pt x="4987" y="2740"/>
                  <a:pt x="4987" y="2765"/>
                </a:cubicBezTo>
                <a:lnTo>
                  <a:pt x="4987" y="3218"/>
                </a:lnTo>
                <a:close/>
                <a:moveTo>
                  <a:pt x="5803" y="4216"/>
                </a:moveTo>
                <a:cubicBezTo>
                  <a:pt x="5803" y="4241"/>
                  <a:pt x="5782" y="4261"/>
                  <a:pt x="5757" y="4261"/>
                </a:cubicBezTo>
                <a:lnTo>
                  <a:pt x="5304" y="4261"/>
                </a:lnTo>
                <a:cubicBezTo>
                  <a:pt x="5279" y="4261"/>
                  <a:pt x="5259" y="4241"/>
                  <a:pt x="5259" y="4216"/>
                </a:cubicBezTo>
                <a:lnTo>
                  <a:pt x="5259" y="3762"/>
                </a:lnTo>
                <a:cubicBezTo>
                  <a:pt x="5259" y="3737"/>
                  <a:pt x="5279" y="3717"/>
                  <a:pt x="5304" y="3717"/>
                </a:cubicBezTo>
                <a:lnTo>
                  <a:pt x="5757" y="3717"/>
                </a:lnTo>
                <a:cubicBezTo>
                  <a:pt x="5782" y="3717"/>
                  <a:pt x="5803" y="3737"/>
                  <a:pt x="5803" y="3762"/>
                </a:cubicBezTo>
                <a:lnTo>
                  <a:pt x="5803" y="4216"/>
                </a:lnTo>
                <a:close/>
                <a:moveTo>
                  <a:pt x="5803" y="3218"/>
                </a:moveTo>
                <a:cubicBezTo>
                  <a:pt x="5803" y="3243"/>
                  <a:pt x="5782" y="3264"/>
                  <a:pt x="5757" y="3264"/>
                </a:cubicBezTo>
                <a:lnTo>
                  <a:pt x="5304" y="3264"/>
                </a:lnTo>
                <a:cubicBezTo>
                  <a:pt x="5279" y="3264"/>
                  <a:pt x="5259" y="3243"/>
                  <a:pt x="5259" y="3218"/>
                </a:cubicBezTo>
                <a:lnTo>
                  <a:pt x="5259" y="2765"/>
                </a:lnTo>
                <a:cubicBezTo>
                  <a:pt x="5259" y="2740"/>
                  <a:pt x="5279" y="2720"/>
                  <a:pt x="5304" y="2720"/>
                </a:cubicBezTo>
                <a:lnTo>
                  <a:pt x="5757" y="2720"/>
                </a:lnTo>
                <a:cubicBezTo>
                  <a:pt x="5782" y="2720"/>
                  <a:pt x="5803" y="2740"/>
                  <a:pt x="5803" y="2765"/>
                </a:cubicBezTo>
                <a:lnTo>
                  <a:pt x="5803" y="321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60400" y="1560626"/>
            <a:ext cx="3680600" cy="1308761"/>
            <a:chOff x="660400" y="1560626"/>
            <a:chExt cx="3680600" cy="1308761"/>
          </a:xfrm>
        </p:grpSpPr>
        <p:sp>
          <p:nvSpPr>
            <p:cNvPr id="22" name="任意多边形: 形状 21"/>
            <p:cNvSpPr/>
            <p:nvPr/>
          </p:nvSpPr>
          <p:spPr bwMode="auto">
            <a:xfrm>
              <a:off x="3982380" y="1620637"/>
              <a:ext cx="358620" cy="345366"/>
            </a:xfrm>
            <a:custGeom>
              <a:avLst/>
              <a:gdLst>
                <a:gd name="connsiteX0" fmla="*/ 216243 w 609050"/>
                <a:gd name="connsiteY0" fmla="*/ 412730 h 586540"/>
                <a:gd name="connsiteX1" fmla="*/ 216243 w 609050"/>
                <a:gd name="connsiteY1" fmla="*/ 456594 h 586540"/>
                <a:gd name="connsiteX2" fmla="*/ 293953 w 609050"/>
                <a:gd name="connsiteY2" fmla="*/ 456594 h 586540"/>
                <a:gd name="connsiteX3" fmla="*/ 293953 w 609050"/>
                <a:gd name="connsiteY3" fmla="*/ 412730 h 586540"/>
                <a:gd name="connsiteX4" fmla="*/ 69884 w 609050"/>
                <a:gd name="connsiteY4" fmla="*/ 412730 h 586540"/>
                <a:gd name="connsiteX5" fmla="*/ 69884 w 609050"/>
                <a:gd name="connsiteY5" fmla="*/ 456594 h 586540"/>
                <a:gd name="connsiteX6" fmla="*/ 147595 w 609050"/>
                <a:gd name="connsiteY6" fmla="*/ 456594 h 586540"/>
                <a:gd name="connsiteX7" fmla="*/ 147595 w 609050"/>
                <a:gd name="connsiteY7" fmla="*/ 412730 h 586540"/>
                <a:gd name="connsiteX8" fmla="*/ 460769 w 609050"/>
                <a:gd name="connsiteY8" fmla="*/ 376268 h 586540"/>
                <a:gd name="connsiteX9" fmla="*/ 460769 w 609050"/>
                <a:gd name="connsiteY9" fmla="*/ 414786 h 586540"/>
                <a:gd name="connsiteX10" fmla="*/ 555916 w 609050"/>
                <a:gd name="connsiteY10" fmla="*/ 414786 h 586540"/>
                <a:gd name="connsiteX11" fmla="*/ 555916 w 609050"/>
                <a:gd name="connsiteY11" fmla="*/ 376268 h 586540"/>
                <a:gd name="connsiteX12" fmla="*/ 216243 w 609050"/>
                <a:gd name="connsiteY12" fmla="*/ 339670 h 586540"/>
                <a:gd name="connsiteX13" fmla="*/ 216243 w 609050"/>
                <a:gd name="connsiteY13" fmla="*/ 383533 h 586540"/>
                <a:gd name="connsiteX14" fmla="*/ 293953 w 609050"/>
                <a:gd name="connsiteY14" fmla="*/ 383533 h 586540"/>
                <a:gd name="connsiteX15" fmla="*/ 293953 w 609050"/>
                <a:gd name="connsiteY15" fmla="*/ 339670 h 586540"/>
                <a:gd name="connsiteX16" fmla="*/ 69884 w 609050"/>
                <a:gd name="connsiteY16" fmla="*/ 339670 h 586540"/>
                <a:gd name="connsiteX17" fmla="*/ 69884 w 609050"/>
                <a:gd name="connsiteY17" fmla="*/ 383533 h 586540"/>
                <a:gd name="connsiteX18" fmla="*/ 147595 w 609050"/>
                <a:gd name="connsiteY18" fmla="*/ 383533 h 586540"/>
                <a:gd name="connsiteX19" fmla="*/ 147595 w 609050"/>
                <a:gd name="connsiteY19" fmla="*/ 339670 h 586540"/>
                <a:gd name="connsiteX20" fmla="*/ 460769 w 609050"/>
                <a:gd name="connsiteY20" fmla="*/ 303071 h 586540"/>
                <a:gd name="connsiteX21" fmla="*/ 460769 w 609050"/>
                <a:gd name="connsiteY21" fmla="*/ 341726 h 586540"/>
                <a:gd name="connsiteX22" fmla="*/ 555916 w 609050"/>
                <a:gd name="connsiteY22" fmla="*/ 341726 h 586540"/>
                <a:gd name="connsiteX23" fmla="*/ 555916 w 609050"/>
                <a:gd name="connsiteY23" fmla="*/ 303071 h 586540"/>
                <a:gd name="connsiteX24" fmla="*/ 216243 w 609050"/>
                <a:gd name="connsiteY24" fmla="*/ 266609 h 586540"/>
                <a:gd name="connsiteX25" fmla="*/ 216243 w 609050"/>
                <a:gd name="connsiteY25" fmla="*/ 310473 h 586540"/>
                <a:gd name="connsiteX26" fmla="*/ 293953 w 609050"/>
                <a:gd name="connsiteY26" fmla="*/ 310473 h 586540"/>
                <a:gd name="connsiteX27" fmla="*/ 293953 w 609050"/>
                <a:gd name="connsiteY27" fmla="*/ 266609 h 586540"/>
                <a:gd name="connsiteX28" fmla="*/ 69884 w 609050"/>
                <a:gd name="connsiteY28" fmla="*/ 266609 h 586540"/>
                <a:gd name="connsiteX29" fmla="*/ 69884 w 609050"/>
                <a:gd name="connsiteY29" fmla="*/ 310473 h 586540"/>
                <a:gd name="connsiteX30" fmla="*/ 147595 w 609050"/>
                <a:gd name="connsiteY30" fmla="*/ 310473 h 586540"/>
                <a:gd name="connsiteX31" fmla="*/ 147595 w 609050"/>
                <a:gd name="connsiteY31" fmla="*/ 266609 h 586540"/>
                <a:gd name="connsiteX32" fmla="*/ 460769 w 609050"/>
                <a:gd name="connsiteY32" fmla="*/ 230010 h 586540"/>
                <a:gd name="connsiteX33" fmla="*/ 460769 w 609050"/>
                <a:gd name="connsiteY33" fmla="*/ 268528 h 586540"/>
                <a:gd name="connsiteX34" fmla="*/ 555916 w 609050"/>
                <a:gd name="connsiteY34" fmla="*/ 268528 h 586540"/>
                <a:gd name="connsiteX35" fmla="*/ 555916 w 609050"/>
                <a:gd name="connsiteY35" fmla="*/ 230010 h 586540"/>
                <a:gd name="connsiteX36" fmla="*/ 216243 w 609050"/>
                <a:gd name="connsiteY36" fmla="*/ 193549 h 586540"/>
                <a:gd name="connsiteX37" fmla="*/ 216243 w 609050"/>
                <a:gd name="connsiteY37" fmla="*/ 237412 h 586540"/>
                <a:gd name="connsiteX38" fmla="*/ 293953 w 609050"/>
                <a:gd name="connsiteY38" fmla="*/ 237412 h 586540"/>
                <a:gd name="connsiteX39" fmla="*/ 293953 w 609050"/>
                <a:gd name="connsiteY39" fmla="*/ 193549 h 586540"/>
                <a:gd name="connsiteX40" fmla="*/ 69884 w 609050"/>
                <a:gd name="connsiteY40" fmla="*/ 193549 h 586540"/>
                <a:gd name="connsiteX41" fmla="*/ 69884 w 609050"/>
                <a:gd name="connsiteY41" fmla="*/ 237412 h 586540"/>
                <a:gd name="connsiteX42" fmla="*/ 147595 w 609050"/>
                <a:gd name="connsiteY42" fmla="*/ 237412 h 586540"/>
                <a:gd name="connsiteX43" fmla="*/ 147595 w 609050"/>
                <a:gd name="connsiteY43" fmla="*/ 193549 h 586540"/>
                <a:gd name="connsiteX44" fmla="*/ 460769 w 609050"/>
                <a:gd name="connsiteY44" fmla="*/ 156950 h 586540"/>
                <a:gd name="connsiteX45" fmla="*/ 460769 w 609050"/>
                <a:gd name="connsiteY45" fmla="*/ 195468 h 586540"/>
                <a:gd name="connsiteX46" fmla="*/ 555916 w 609050"/>
                <a:gd name="connsiteY46" fmla="*/ 195468 h 586540"/>
                <a:gd name="connsiteX47" fmla="*/ 555916 w 609050"/>
                <a:gd name="connsiteY47" fmla="*/ 156950 h 586540"/>
                <a:gd name="connsiteX48" fmla="*/ 192926 w 609050"/>
                <a:gd name="connsiteY48" fmla="*/ 96251 h 586540"/>
                <a:gd name="connsiteX49" fmla="*/ 361366 w 609050"/>
                <a:gd name="connsiteY49" fmla="*/ 96251 h 586540"/>
                <a:gd name="connsiteX50" fmla="*/ 361366 w 609050"/>
                <a:gd name="connsiteY50" fmla="*/ 114880 h 586540"/>
                <a:gd name="connsiteX51" fmla="*/ 192926 w 609050"/>
                <a:gd name="connsiteY51" fmla="*/ 114880 h 586540"/>
                <a:gd name="connsiteX52" fmla="*/ 192926 w 609050"/>
                <a:gd name="connsiteY52" fmla="*/ 49819 h 586540"/>
                <a:gd name="connsiteX53" fmla="*/ 361366 w 609050"/>
                <a:gd name="connsiteY53" fmla="*/ 49819 h 586540"/>
                <a:gd name="connsiteX54" fmla="*/ 361366 w 609050"/>
                <a:gd name="connsiteY54" fmla="*/ 68307 h 586540"/>
                <a:gd name="connsiteX55" fmla="*/ 192926 w 609050"/>
                <a:gd name="connsiteY55" fmla="*/ 68307 h 586540"/>
                <a:gd name="connsiteX56" fmla="*/ 166130 w 609050"/>
                <a:gd name="connsiteY56" fmla="*/ 25222 h 586540"/>
                <a:gd name="connsiteX57" fmla="*/ 166130 w 609050"/>
                <a:gd name="connsiteY57" fmla="*/ 155716 h 586540"/>
                <a:gd name="connsiteX58" fmla="*/ 338987 w 609050"/>
                <a:gd name="connsiteY58" fmla="*/ 155716 h 586540"/>
                <a:gd name="connsiteX59" fmla="*/ 338987 w 609050"/>
                <a:gd name="connsiteY59" fmla="*/ 341040 h 586540"/>
                <a:gd name="connsiteX60" fmla="*/ 338987 w 609050"/>
                <a:gd name="connsiteY60" fmla="*/ 531710 h 586540"/>
                <a:gd name="connsiteX61" fmla="*/ 366721 w 609050"/>
                <a:gd name="connsiteY61" fmla="*/ 531710 h 586540"/>
                <a:gd name="connsiteX62" fmla="*/ 366721 w 609050"/>
                <a:gd name="connsiteY62" fmla="*/ 341040 h 586540"/>
                <a:gd name="connsiteX63" fmla="*/ 366721 w 609050"/>
                <a:gd name="connsiteY63" fmla="*/ 155305 h 586540"/>
                <a:gd name="connsiteX64" fmla="*/ 388002 w 609050"/>
                <a:gd name="connsiteY64" fmla="*/ 143517 h 586540"/>
                <a:gd name="connsiteX65" fmla="*/ 388002 w 609050"/>
                <a:gd name="connsiteY65" fmla="*/ 25222 h 586540"/>
                <a:gd name="connsiteX66" fmla="*/ 140867 w 609050"/>
                <a:gd name="connsiteY66" fmla="*/ 0 h 586540"/>
                <a:gd name="connsiteX67" fmla="*/ 413402 w 609050"/>
                <a:gd name="connsiteY67" fmla="*/ 0 h 586540"/>
                <a:gd name="connsiteX68" fmla="*/ 413402 w 609050"/>
                <a:gd name="connsiteY68" fmla="*/ 129398 h 586540"/>
                <a:gd name="connsiteX69" fmla="*/ 432486 w 609050"/>
                <a:gd name="connsiteY69" fmla="*/ 118843 h 586540"/>
                <a:gd name="connsiteX70" fmla="*/ 584199 w 609050"/>
                <a:gd name="connsiteY70" fmla="*/ 118843 h 586540"/>
                <a:gd name="connsiteX71" fmla="*/ 584199 w 609050"/>
                <a:gd name="connsiteY71" fmla="*/ 531710 h 586540"/>
                <a:gd name="connsiteX72" fmla="*/ 609050 w 609050"/>
                <a:gd name="connsiteY72" fmla="*/ 531710 h 586540"/>
                <a:gd name="connsiteX73" fmla="*/ 609050 w 609050"/>
                <a:gd name="connsiteY73" fmla="*/ 586540 h 586540"/>
                <a:gd name="connsiteX74" fmla="*/ 0 w 609050"/>
                <a:gd name="connsiteY74" fmla="*/ 586540 h 586540"/>
                <a:gd name="connsiteX75" fmla="*/ 0 w 609050"/>
                <a:gd name="connsiteY75" fmla="*/ 531710 h 586540"/>
                <a:gd name="connsiteX76" fmla="*/ 24851 w 609050"/>
                <a:gd name="connsiteY76" fmla="*/ 531710 h 586540"/>
                <a:gd name="connsiteX77" fmla="*/ 24851 w 609050"/>
                <a:gd name="connsiteY77" fmla="*/ 155716 h 586540"/>
                <a:gd name="connsiteX78" fmla="*/ 140867 w 609050"/>
                <a:gd name="connsiteY78" fmla="*/ 155716 h 58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9050" h="586540">
                  <a:moveTo>
                    <a:pt x="216243" y="412730"/>
                  </a:moveTo>
                  <a:lnTo>
                    <a:pt x="216243" y="456594"/>
                  </a:lnTo>
                  <a:lnTo>
                    <a:pt x="293953" y="456594"/>
                  </a:lnTo>
                  <a:lnTo>
                    <a:pt x="293953" y="412730"/>
                  </a:lnTo>
                  <a:close/>
                  <a:moveTo>
                    <a:pt x="69884" y="412730"/>
                  </a:moveTo>
                  <a:lnTo>
                    <a:pt x="69884" y="456594"/>
                  </a:lnTo>
                  <a:lnTo>
                    <a:pt x="147595" y="456594"/>
                  </a:lnTo>
                  <a:lnTo>
                    <a:pt x="147595" y="412730"/>
                  </a:lnTo>
                  <a:close/>
                  <a:moveTo>
                    <a:pt x="460769" y="376268"/>
                  </a:moveTo>
                  <a:lnTo>
                    <a:pt x="460769" y="414786"/>
                  </a:lnTo>
                  <a:lnTo>
                    <a:pt x="555916" y="414786"/>
                  </a:lnTo>
                  <a:lnTo>
                    <a:pt x="555916" y="376268"/>
                  </a:lnTo>
                  <a:close/>
                  <a:moveTo>
                    <a:pt x="216243" y="339670"/>
                  </a:moveTo>
                  <a:lnTo>
                    <a:pt x="216243" y="383533"/>
                  </a:lnTo>
                  <a:lnTo>
                    <a:pt x="293953" y="383533"/>
                  </a:lnTo>
                  <a:lnTo>
                    <a:pt x="293953" y="339670"/>
                  </a:lnTo>
                  <a:close/>
                  <a:moveTo>
                    <a:pt x="69884" y="339670"/>
                  </a:moveTo>
                  <a:lnTo>
                    <a:pt x="69884" y="383533"/>
                  </a:lnTo>
                  <a:lnTo>
                    <a:pt x="147595" y="383533"/>
                  </a:lnTo>
                  <a:lnTo>
                    <a:pt x="147595" y="339670"/>
                  </a:lnTo>
                  <a:close/>
                  <a:moveTo>
                    <a:pt x="460769" y="303071"/>
                  </a:moveTo>
                  <a:lnTo>
                    <a:pt x="460769" y="341726"/>
                  </a:lnTo>
                  <a:lnTo>
                    <a:pt x="555916" y="341726"/>
                  </a:lnTo>
                  <a:lnTo>
                    <a:pt x="555916" y="303071"/>
                  </a:lnTo>
                  <a:close/>
                  <a:moveTo>
                    <a:pt x="216243" y="266609"/>
                  </a:moveTo>
                  <a:lnTo>
                    <a:pt x="216243" y="310473"/>
                  </a:lnTo>
                  <a:lnTo>
                    <a:pt x="293953" y="310473"/>
                  </a:lnTo>
                  <a:lnTo>
                    <a:pt x="293953" y="266609"/>
                  </a:lnTo>
                  <a:close/>
                  <a:moveTo>
                    <a:pt x="69884" y="266609"/>
                  </a:moveTo>
                  <a:lnTo>
                    <a:pt x="69884" y="310473"/>
                  </a:lnTo>
                  <a:lnTo>
                    <a:pt x="147595" y="310473"/>
                  </a:lnTo>
                  <a:lnTo>
                    <a:pt x="147595" y="266609"/>
                  </a:lnTo>
                  <a:close/>
                  <a:moveTo>
                    <a:pt x="460769" y="230010"/>
                  </a:moveTo>
                  <a:lnTo>
                    <a:pt x="460769" y="268528"/>
                  </a:lnTo>
                  <a:lnTo>
                    <a:pt x="555916" y="268528"/>
                  </a:lnTo>
                  <a:lnTo>
                    <a:pt x="555916" y="230010"/>
                  </a:lnTo>
                  <a:close/>
                  <a:moveTo>
                    <a:pt x="216243" y="193549"/>
                  </a:moveTo>
                  <a:lnTo>
                    <a:pt x="216243" y="237412"/>
                  </a:lnTo>
                  <a:lnTo>
                    <a:pt x="293953" y="237412"/>
                  </a:lnTo>
                  <a:lnTo>
                    <a:pt x="293953" y="193549"/>
                  </a:lnTo>
                  <a:close/>
                  <a:moveTo>
                    <a:pt x="69884" y="193549"/>
                  </a:moveTo>
                  <a:lnTo>
                    <a:pt x="69884" y="237412"/>
                  </a:lnTo>
                  <a:lnTo>
                    <a:pt x="147595" y="237412"/>
                  </a:lnTo>
                  <a:lnTo>
                    <a:pt x="147595" y="193549"/>
                  </a:lnTo>
                  <a:close/>
                  <a:moveTo>
                    <a:pt x="460769" y="156950"/>
                  </a:moveTo>
                  <a:lnTo>
                    <a:pt x="460769" y="195468"/>
                  </a:lnTo>
                  <a:lnTo>
                    <a:pt x="555916" y="195468"/>
                  </a:lnTo>
                  <a:lnTo>
                    <a:pt x="555916" y="156950"/>
                  </a:lnTo>
                  <a:close/>
                  <a:moveTo>
                    <a:pt x="192926" y="96251"/>
                  </a:moveTo>
                  <a:lnTo>
                    <a:pt x="361366" y="96251"/>
                  </a:lnTo>
                  <a:lnTo>
                    <a:pt x="361366" y="114880"/>
                  </a:lnTo>
                  <a:lnTo>
                    <a:pt x="192926" y="114880"/>
                  </a:lnTo>
                  <a:close/>
                  <a:moveTo>
                    <a:pt x="192926" y="49819"/>
                  </a:moveTo>
                  <a:lnTo>
                    <a:pt x="361366" y="49819"/>
                  </a:lnTo>
                  <a:lnTo>
                    <a:pt x="361366" y="68307"/>
                  </a:lnTo>
                  <a:lnTo>
                    <a:pt x="192926" y="68307"/>
                  </a:lnTo>
                  <a:close/>
                  <a:moveTo>
                    <a:pt x="166130" y="25222"/>
                  </a:moveTo>
                  <a:lnTo>
                    <a:pt x="166130" y="155716"/>
                  </a:lnTo>
                  <a:lnTo>
                    <a:pt x="338987" y="155716"/>
                  </a:lnTo>
                  <a:lnTo>
                    <a:pt x="338987" y="341040"/>
                  </a:lnTo>
                  <a:lnTo>
                    <a:pt x="338987" y="531710"/>
                  </a:lnTo>
                  <a:lnTo>
                    <a:pt x="366721" y="531710"/>
                  </a:lnTo>
                  <a:lnTo>
                    <a:pt x="366721" y="341040"/>
                  </a:lnTo>
                  <a:lnTo>
                    <a:pt x="366721" y="155305"/>
                  </a:lnTo>
                  <a:lnTo>
                    <a:pt x="388002" y="143517"/>
                  </a:lnTo>
                  <a:lnTo>
                    <a:pt x="388002" y="25222"/>
                  </a:lnTo>
                  <a:close/>
                  <a:moveTo>
                    <a:pt x="140867" y="0"/>
                  </a:moveTo>
                  <a:lnTo>
                    <a:pt x="413402" y="0"/>
                  </a:lnTo>
                  <a:lnTo>
                    <a:pt x="413402" y="129398"/>
                  </a:lnTo>
                  <a:lnTo>
                    <a:pt x="432486" y="118843"/>
                  </a:lnTo>
                  <a:lnTo>
                    <a:pt x="584199" y="118843"/>
                  </a:lnTo>
                  <a:lnTo>
                    <a:pt x="584199" y="531710"/>
                  </a:lnTo>
                  <a:lnTo>
                    <a:pt x="609050" y="531710"/>
                  </a:lnTo>
                  <a:lnTo>
                    <a:pt x="609050" y="586540"/>
                  </a:lnTo>
                  <a:lnTo>
                    <a:pt x="0" y="586540"/>
                  </a:lnTo>
                  <a:lnTo>
                    <a:pt x="0" y="531710"/>
                  </a:lnTo>
                  <a:lnTo>
                    <a:pt x="24851" y="531710"/>
                  </a:lnTo>
                  <a:lnTo>
                    <a:pt x="24851" y="155716"/>
                  </a:lnTo>
                  <a:lnTo>
                    <a:pt x="140867" y="1557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660400" y="1560626"/>
              <a:ext cx="3421582" cy="1308761"/>
              <a:chOff x="8211000" y="1130300"/>
              <a:chExt cx="3307900" cy="1308761"/>
            </a:xfrm>
          </p:grpSpPr>
          <p:sp>
            <p:nvSpPr>
              <p:cNvPr id="25" name="íṩḻídè"/>
              <p:cNvSpPr txBox="1"/>
              <p:nvPr/>
            </p:nvSpPr>
            <p:spPr bwMode="auto">
              <a:xfrm>
                <a:off x="8211000" y="1130300"/>
                <a:ext cx="330790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6" name="i$ľîḓê"/>
              <p:cNvSpPr/>
              <p:nvPr/>
            </p:nvSpPr>
            <p:spPr bwMode="auto">
              <a:xfrm>
                <a:off x="8211000" y="1572106"/>
                <a:ext cx="3307900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cxnSp>
          <p:nvCxnSpPr>
            <p:cNvPr id="24" name="直接连接符 23"/>
            <p:cNvCxnSpPr/>
            <p:nvPr/>
          </p:nvCxnSpPr>
          <p:spPr>
            <a:xfrm>
              <a:off x="660400" y="2002431"/>
              <a:ext cx="3680600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660400" y="4465638"/>
            <a:ext cx="3680600" cy="1308761"/>
            <a:chOff x="660400" y="1560626"/>
            <a:chExt cx="3680600" cy="1308761"/>
          </a:xfrm>
        </p:grpSpPr>
        <p:sp>
          <p:nvSpPr>
            <p:cNvPr id="28" name="任意多边形: 形状 27"/>
            <p:cNvSpPr/>
            <p:nvPr/>
          </p:nvSpPr>
          <p:spPr bwMode="auto">
            <a:xfrm>
              <a:off x="3982380" y="1635343"/>
              <a:ext cx="358620" cy="315953"/>
            </a:xfrm>
            <a:custGeom>
              <a:avLst/>
              <a:gdLst>
                <a:gd name="T0" fmla="*/ 0 w 6165"/>
                <a:gd name="T1" fmla="*/ 90 h 5440"/>
                <a:gd name="T2" fmla="*/ 363 w 6165"/>
                <a:gd name="T3" fmla="*/ 4624 h 5440"/>
                <a:gd name="T4" fmla="*/ 907 w 6165"/>
                <a:gd name="T5" fmla="*/ 4624 h 5440"/>
                <a:gd name="T6" fmla="*/ 2901 w 6165"/>
                <a:gd name="T7" fmla="*/ 90 h 5440"/>
                <a:gd name="T8" fmla="*/ 861 w 6165"/>
                <a:gd name="T9" fmla="*/ 4080 h 5440"/>
                <a:gd name="T10" fmla="*/ 363 w 6165"/>
                <a:gd name="T11" fmla="*/ 3581 h 5440"/>
                <a:gd name="T12" fmla="*/ 907 w 6165"/>
                <a:gd name="T13" fmla="*/ 3581 h 5440"/>
                <a:gd name="T14" fmla="*/ 861 w 6165"/>
                <a:gd name="T15" fmla="*/ 3082 h 5440"/>
                <a:gd name="T16" fmla="*/ 363 w 6165"/>
                <a:gd name="T17" fmla="*/ 2584 h 5440"/>
                <a:gd name="T18" fmla="*/ 907 w 6165"/>
                <a:gd name="T19" fmla="*/ 2584 h 5440"/>
                <a:gd name="T20" fmla="*/ 861 w 6165"/>
                <a:gd name="T21" fmla="*/ 2085 h 5440"/>
                <a:gd name="T22" fmla="*/ 363 w 6165"/>
                <a:gd name="T23" fmla="*/ 1586 h 5440"/>
                <a:gd name="T24" fmla="*/ 907 w 6165"/>
                <a:gd name="T25" fmla="*/ 1586 h 5440"/>
                <a:gd name="T26" fmla="*/ 861 w 6165"/>
                <a:gd name="T27" fmla="*/ 1088 h 5440"/>
                <a:gd name="T28" fmla="*/ 363 w 6165"/>
                <a:gd name="T29" fmla="*/ 589 h 5440"/>
                <a:gd name="T30" fmla="*/ 907 w 6165"/>
                <a:gd name="T31" fmla="*/ 589 h 5440"/>
                <a:gd name="T32" fmla="*/ 1677 w 6165"/>
                <a:gd name="T33" fmla="*/ 4080 h 5440"/>
                <a:gd name="T34" fmla="*/ 1179 w 6165"/>
                <a:gd name="T35" fmla="*/ 3581 h 5440"/>
                <a:gd name="T36" fmla="*/ 1723 w 6165"/>
                <a:gd name="T37" fmla="*/ 3581 h 5440"/>
                <a:gd name="T38" fmla="*/ 1677 w 6165"/>
                <a:gd name="T39" fmla="*/ 3082 h 5440"/>
                <a:gd name="T40" fmla="*/ 1179 w 6165"/>
                <a:gd name="T41" fmla="*/ 2584 h 5440"/>
                <a:gd name="T42" fmla="*/ 1723 w 6165"/>
                <a:gd name="T43" fmla="*/ 2584 h 5440"/>
                <a:gd name="T44" fmla="*/ 1677 w 6165"/>
                <a:gd name="T45" fmla="*/ 2085 h 5440"/>
                <a:gd name="T46" fmla="*/ 1179 w 6165"/>
                <a:gd name="T47" fmla="*/ 1586 h 5440"/>
                <a:gd name="T48" fmla="*/ 1723 w 6165"/>
                <a:gd name="T49" fmla="*/ 1586 h 5440"/>
                <a:gd name="T50" fmla="*/ 1677 w 6165"/>
                <a:gd name="T51" fmla="*/ 1088 h 5440"/>
                <a:gd name="T52" fmla="*/ 1179 w 6165"/>
                <a:gd name="T53" fmla="*/ 589 h 5440"/>
                <a:gd name="T54" fmla="*/ 1723 w 6165"/>
                <a:gd name="T55" fmla="*/ 589 h 5440"/>
                <a:gd name="T56" fmla="*/ 2493 w 6165"/>
                <a:gd name="T57" fmla="*/ 4080 h 5440"/>
                <a:gd name="T58" fmla="*/ 1995 w 6165"/>
                <a:gd name="T59" fmla="*/ 3581 h 5440"/>
                <a:gd name="T60" fmla="*/ 2539 w 6165"/>
                <a:gd name="T61" fmla="*/ 3581 h 5440"/>
                <a:gd name="T62" fmla="*/ 2493 w 6165"/>
                <a:gd name="T63" fmla="*/ 3082 h 5440"/>
                <a:gd name="T64" fmla="*/ 1995 w 6165"/>
                <a:gd name="T65" fmla="*/ 2584 h 5440"/>
                <a:gd name="T66" fmla="*/ 2539 w 6165"/>
                <a:gd name="T67" fmla="*/ 2584 h 5440"/>
                <a:gd name="T68" fmla="*/ 2493 w 6165"/>
                <a:gd name="T69" fmla="*/ 2085 h 5440"/>
                <a:gd name="T70" fmla="*/ 1995 w 6165"/>
                <a:gd name="T71" fmla="*/ 1586 h 5440"/>
                <a:gd name="T72" fmla="*/ 2539 w 6165"/>
                <a:gd name="T73" fmla="*/ 1586 h 5440"/>
                <a:gd name="T74" fmla="*/ 2493 w 6165"/>
                <a:gd name="T75" fmla="*/ 1088 h 5440"/>
                <a:gd name="T76" fmla="*/ 1995 w 6165"/>
                <a:gd name="T77" fmla="*/ 589 h 5440"/>
                <a:gd name="T78" fmla="*/ 2539 w 6165"/>
                <a:gd name="T79" fmla="*/ 589 h 5440"/>
                <a:gd name="T80" fmla="*/ 3379 w 6165"/>
                <a:gd name="T81" fmla="*/ 1845 h 5440"/>
                <a:gd name="T82" fmla="*/ 3627 w 6165"/>
                <a:gd name="T83" fmla="*/ 5440 h 5440"/>
                <a:gd name="T84" fmla="*/ 4080 w 6165"/>
                <a:gd name="T85" fmla="*/ 4624 h 5440"/>
                <a:gd name="T86" fmla="*/ 6165 w 6165"/>
                <a:gd name="T87" fmla="*/ 5440 h 5440"/>
                <a:gd name="T88" fmla="*/ 4171 w 6165"/>
                <a:gd name="T89" fmla="*/ 4216 h 5440"/>
                <a:gd name="T90" fmla="*/ 3627 w 6165"/>
                <a:gd name="T91" fmla="*/ 4216 h 5440"/>
                <a:gd name="T92" fmla="*/ 4125 w 6165"/>
                <a:gd name="T93" fmla="*/ 3717 h 5440"/>
                <a:gd name="T94" fmla="*/ 4171 w 6165"/>
                <a:gd name="T95" fmla="*/ 3218 h 5440"/>
                <a:gd name="T96" fmla="*/ 3627 w 6165"/>
                <a:gd name="T97" fmla="*/ 3218 h 5440"/>
                <a:gd name="T98" fmla="*/ 4125 w 6165"/>
                <a:gd name="T99" fmla="*/ 2720 h 5440"/>
                <a:gd name="T100" fmla="*/ 4987 w 6165"/>
                <a:gd name="T101" fmla="*/ 4216 h 5440"/>
                <a:gd name="T102" fmla="*/ 4443 w 6165"/>
                <a:gd name="T103" fmla="*/ 4216 h 5440"/>
                <a:gd name="T104" fmla="*/ 4941 w 6165"/>
                <a:gd name="T105" fmla="*/ 3717 h 5440"/>
                <a:gd name="T106" fmla="*/ 4987 w 6165"/>
                <a:gd name="T107" fmla="*/ 3218 h 5440"/>
                <a:gd name="T108" fmla="*/ 4443 w 6165"/>
                <a:gd name="T109" fmla="*/ 3218 h 5440"/>
                <a:gd name="T110" fmla="*/ 4941 w 6165"/>
                <a:gd name="T111" fmla="*/ 2720 h 5440"/>
                <a:gd name="T112" fmla="*/ 5803 w 6165"/>
                <a:gd name="T113" fmla="*/ 4216 h 5440"/>
                <a:gd name="T114" fmla="*/ 5259 w 6165"/>
                <a:gd name="T115" fmla="*/ 4216 h 5440"/>
                <a:gd name="T116" fmla="*/ 5757 w 6165"/>
                <a:gd name="T117" fmla="*/ 3717 h 5440"/>
                <a:gd name="T118" fmla="*/ 5803 w 6165"/>
                <a:gd name="T119" fmla="*/ 3218 h 5440"/>
                <a:gd name="T120" fmla="*/ 5259 w 6165"/>
                <a:gd name="T121" fmla="*/ 3218 h 5440"/>
                <a:gd name="T122" fmla="*/ 5757 w 6165"/>
                <a:gd name="T123" fmla="*/ 2720 h 5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65" h="5440">
                  <a:moveTo>
                    <a:pt x="2811" y="0"/>
                  </a:moveTo>
                  <a:lnTo>
                    <a:pt x="91" y="0"/>
                  </a:lnTo>
                  <a:cubicBezTo>
                    <a:pt x="41" y="0"/>
                    <a:pt x="0" y="40"/>
                    <a:pt x="0" y="90"/>
                  </a:cubicBezTo>
                  <a:lnTo>
                    <a:pt x="0" y="5440"/>
                  </a:lnTo>
                  <a:lnTo>
                    <a:pt x="363" y="5440"/>
                  </a:lnTo>
                  <a:lnTo>
                    <a:pt x="363" y="4624"/>
                  </a:lnTo>
                  <a:cubicBezTo>
                    <a:pt x="363" y="4574"/>
                    <a:pt x="403" y="4533"/>
                    <a:pt x="453" y="4533"/>
                  </a:cubicBezTo>
                  <a:lnTo>
                    <a:pt x="816" y="4533"/>
                  </a:lnTo>
                  <a:cubicBezTo>
                    <a:pt x="866" y="4533"/>
                    <a:pt x="907" y="4574"/>
                    <a:pt x="907" y="4624"/>
                  </a:cubicBezTo>
                  <a:lnTo>
                    <a:pt x="907" y="5440"/>
                  </a:lnTo>
                  <a:lnTo>
                    <a:pt x="2901" y="5440"/>
                  </a:lnTo>
                  <a:lnTo>
                    <a:pt x="2901" y="90"/>
                  </a:lnTo>
                  <a:cubicBezTo>
                    <a:pt x="2901" y="40"/>
                    <a:pt x="2861" y="0"/>
                    <a:pt x="2811" y="0"/>
                  </a:cubicBezTo>
                  <a:close/>
                  <a:moveTo>
                    <a:pt x="907" y="4034"/>
                  </a:moveTo>
                  <a:cubicBezTo>
                    <a:pt x="907" y="4059"/>
                    <a:pt x="886" y="4080"/>
                    <a:pt x="861" y="4080"/>
                  </a:cubicBezTo>
                  <a:lnTo>
                    <a:pt x="408" y="4080"/>
                  </a:lnTo>
                  <a:cubicBezTo>
                    <a:pt x="383" y="4080"/>
                    <a:pt x="363" y="4059"/>
                    <a:pt x="363" y="4034"/>
                  </a:cubicBezTo>
                  <a:lnTo>
                    <a:pt x="363" y="3581"/>
                  </a:lnTo>
                  <a:cubicBezTo>
                    <a:pt x="363" y="3556"/>
                    <a:pt x="383" y="3536"/>
                    <a:pt x="408" y="3536"/>
                  </a:cubicBezTo>
                  <a:lnTo>
                    <a:pt x="861" y="3536"/>
                  </a:lnTo>
                  <a:cubicBezTo>
                    <a:pt x="886" y="3536"/>
                    <a:pt x="907" y="3556"/>
                    <a:pt x="907" y="3581"/>
                  </a:cubicBezTo>
                  <a:lnTo>
                    <a:pt x="907" y="4034"/>
                  </a:lnTo>
                  <a:close/>
                  <a:moveTo>
                    <a:pt x="907" y="3037"/>
                  </a:moveTo>
                  <a:cubicBezTo>
                    <a:pt x="907" y="3062"/>
                    <a:pt x="886" y="3082"/>
                    <a:pt x="861" y="3082"/>
                  </a:cubicBezTo>
                  <a:lnTo>
                    <a:pt x="408" y="3082"/>
                  </a:lnTo>
                  <a:cubicBezTo>
                    <a:pt x="383" y="3082"/>
                    <a:pt x="363" y="3062"/>
                    <a:pt x="363" y="3037"/>
                  </a:cubicBezTo>
                  <a:lnTo>
                    <a:pt x="363" y="2584"/>
                  </a:lnTo>
                  <a:cubicBezTo>
                    <a:pt x="363" y="2559"/>
                    <a:pt x="383" y="2538"/>
                    <a:pt x="408" y="2538"/>
                  </a:cubicBezTo>
                  <a:lnTo>
                    <a:pt x="861" y="2538"/>
                  </a:lnTo>
                  <a:cubicBezTo>
                    <a:pt x="886" y="2538"/>
                    <a:pt x="907" y="2559"/>
                    <a:pt x="907" y="2584"/>
                  </a:cubicBezTo>
                  <a:lnTo>
                    <a:pt x="907" y="3037"/>
                  </a:lnTo>
                  <a:close/>
                  <a:moveTo>
                    <a:pt x="907" y="2040"/>
                  </a:moveTo>
                  <a:cubicBezTo>
                    <a:pt x="907" y="2065"/>
                    <a:pt x="886" y="2085"/>
                    <a:pt x="861" y="2085"/>
                  </a:cubicBezTo>
                  <a:lnTo>
                    <a:pt x="408" y="2085"/>
                  </a:lnTo>
                  <a:cubicBezTo>
                    <a:pt x="383" y="2085"/>
                    <a:pt x="363" y="2065"/>
                    <a:pt x="363" y="2040"/>
                  </a:cubicBezTo>
                  <a:lnTo>
                    <a:pt x="363" y="1586"/>
                  </a:lnTo>
                  <a:cubicBezTo>
                    <a:pt x="363" y="1561"/>
                    <a:pt x="383" y="1541"/>
                    <a:pt x="408" y="1541"/>
                  </a:cubicBezTo>
                  <a:lnTo>
                    <a:pt x="861" y="1541"/>
                  </a:lnTo>
                  <a:cubicBezTo>
                    <a:pt x="886" y="1541"/>
                    <a:pt x="907" y="1561"/>
                    <a:pt x="907" y="1586"/>
                  </a:cubicBezTo>
                  <a:lnTo>
                    <a:pt x="907" y="2040"/>
                  </a:lnTo>
                  <a:close/>
                  <a:moveTo>
                    <a:pt x="907" y="1042"/>
                  </a:moveTo>
                  <a:cubicBezTo>
                    <a:pt x="907" y="1067"/>
                    <a:pt x="886" y="1088"/>
                    <a:pt x="861" y="1088"/>
                  </a:cubicBezTo>
                  <a:lnTo>
                    <a:pt x="408" y="1088"/>
                  </a:lnTo>
                  <a:cubicBezTo>
                    <a:pt x="383" y="1088"/>
                    <a:pt x="363" y="1067"/>
                    <a:pt x="363" y="1042"/>
                  </a:cubicBezTo>
                  <a:lnTo>
                    <a:pt x="363" y="589"/>
                  </a:lnTo>
                  <a:cubicBezTo>
                    <a:pt x="363" y="564"/>
                    <a:pt x="383" y="544"/>
                    <a:pt x="408" y="544"/>
                  </a:cubicBezTo>
                  <a:lnTo>
                    <a:pt x="861" y="544"/>
                  </a:lnTo>
                  <a:cubicBezTo>
                    <a:pt x="886" y="544"/>
                    <a:pt x="907" y="564"/>
                    <a:pt x="907" y="589"/>
                  </a:cubicBezTo>
                  <a:lnTo>
                    <a:pt x="907" y="1042"/>
                  </a:lnTo>
                  <a:close/>
                  <a:moveTo>
                    <a:pt x="1723" y="4034"/>
                  </a:moveTo>
                  <a:cubicBezTo>
                    <a:pt x="1723" y="4059"/>
                    <a:pt x="1702" y="4080"/>
                    <a:pt x="1677" y="4080"/>
                  </a:cubicBezTo>
                  <a:lnTo>
                    <a:pt x="1224" y="4080"/>
                  </a:lnTo>
                  <a:cubicBezTo>
                    <a:pt x="1199" y="4080"/>
                    <a:pt x="1179" y="4059"/>
                    <a:pt x="1179" y="4034"/>
                  </a:cubicBezTo>
                  <a:lnTo>
                    <a:pt x="1179" y="3581"/>
                  </a:lnTo>
                  <a:cubicBezTo>
                    <a:pt x="1179" y="3556"/>
                    <a:pt x="1199" y="3536"/>
                    <a:pt x="1224" y="3536"/>
                  </a:cubicBezTo>
                  <a:lnTo>
                    <a:pt x="1677" y="3536"/>
                  </a:lnTo>
                  <a:cubicBezTo>
                    <a:pt x="1702" y="3536"/>
                    <a:pt x="1723" y="3556"/>
                    <a:pt x="1723" y="3581"/>
                  </a:cubicBezTo>
                  <a:lnTo>
                    <a:pt x="1723" y="4034"/>
                  </a:lnTo>
                  <a:close/>
                  <a:moveTo>
                    <a:pt x="1723" y="3037"/>
                  </a:moveTo>
                  <a:cubicBezTo>
                    <a:pt x="1723" y="3062"/>
                    <a:pt x="1702" y="3082"/>
                    <a:pt x="1677" y="3082"/>
                  </a:cubicBezTo>
                  <a:lnTo>
                    <a:pt x="1224" y="3082"/>
                  </a:lnTo>
                  <a:cubicBezTo>
                    <a:pt x="1199" y="3082"/>
                    <a:pt x="1179" y="3062"/>
                    <a:pt x="1179" y="3037"/>
                  </a:cubicBezTo>
                  <a:lnTo>
                    <a:pt x="1179" y="2584"/>
                  </a:lnTo>
                  <a:cubicBezTo>
                    <a:pt x="1179" y="2559"/>
                    <a:pt x="1199" y="2538"/>
                    <a:pt x="1224" y="2538"/>
                  </a:cubicBezTo>
                  <a:lnTo>
                    <a:pt x="1677" y="2538"/>
                  </a:lnTo>
                  <a:cubicBezTo>
                    <a:pt x="1702" y="2538"/>
                    <a:pt x="1723" y="2559"/>
                    <a:pt x="1723" y="2584"/>
                  </a:cubicBezTo>
                  <a:lnTo>
                    <a:pt x="1723" y="3037"/>
                  </a:lnTo>
                  <a:close/>
                  <a:moveTo>
                    <a:pt x="1723" y="2040"/>
                  </a:moveTo>
                  <a:cubicBezTo>
                    <a:pt x="1723" y="2065"/>
                    <a:pt x="1702" y="2085"/>
                    <a:pt x="1677" y="2085"/>
                  </a:cubicBezTo>
                  <a:lnTo>
                    <a:pt x="1224" y="2085"/>
                  </a:lnTo>
                  <a:cubicBezTo>
                    <a:pt x="1199" y="2085"/>
                    <a:pt x="1179" y="2065"/>
                    <a:pt x="1179" y="2040"/>
                  </a:cubicBezTo>
                  <a:lnTo>
                    <a:pt x="1179" y="1586"/>
                  </a:lnTo>
                  <a:cubicBezTo>
                    <a:pt x="1179" y="1561"/>
                    <a:pt x="1199" y="1541"/>
                    <a:pt x="1224" y="1541"/>
                  </a:cubicBezTo>
                  <a:lnTo>
                    <a:pt x="1677" y="1541"/>
                  </a:lnTo>
                  <a:cubicBezTo>
                    <a:pt x="1702" y="1541"/>
                    <a:pt x="1723" y="1561"/>
                    <a:pt x="1723" y="1586"/>
                  </a:cubicBezTo>
                  <a:lnTo>
                    <a:pt x="1723" y="2040"/>
                  </a:lnTo>
                  <a:close/>
                  <a:moveTo>
                    <a:pt x="1723" y="1042"/>
                  </a:moveTo>
                  <a:cubicBezTo>
                    <a:pt x="1723" y="1067"/>
                    <a:pt x="1702" y="1088"/>
                    <a:pt x="1677" y="1088"/>
                  </a:cubicBezTo>
                  <a:lnTo>
                    <a:pt x="1224" y="1088"/>
                  </a:lnTo>
                  <a:cubicBezTo>
                    <a:pt x="1199" y="1088"/>
                    <a:pt x="1179" y="1067"/>
                    <a:pt x="1179" y="1042"/>
                  </a:cubicBezTo>
                  <a:lnTo>
                    <a:pt x="1179" y="589"/>
                  </a:lnTo>
                  <a:cubicBezTo>
                    <a:pt x="1179" y="564"/>
                    <a:pt x="1199" y="544"/>
                    <a:pt x="1224" y="544"/>
                  </a:cubicBezTo>
                  <a:lnTo>
                    <a:pt x="1677" y="544"/>
                  </a:lnTo>
                  <a:cubicBezTo>
                    <a:pt x="1702" y="544"/>
                    <a:pt x="1723" y="564"/>
                    <a:pt x="1723" y="589"/>
                  </a:cubicBezTo>
                  <a:lnTo>
                    <a:pt x="1723" y="1042"/>
                  </a:lnTo>
                  <a:close/>
                  <a:moveTo>
                    <a:pt x="2539" y="4034"/>
                  </a:moveTo>
                  <a:cubicBezTo>
                    <a:pt x="2539" y="4059"/>
                    <a:pt x="2518" y="4080"/>
                    <a:pt x="2493" y="4080"/>
                  </a:cubicBezTo>
                  <a:lnTo>
                    <a:pt x="2040" y="4080"/>
                  </a:lnTo>
                  <a:cubicBezTo>
                    <a:pt x="2015" y="4080"/>
                    <a:pt x="1995" y="4059"/>
                    <a:pt x="1995" y="4034"/>
                  </a:cubicBezTo>
                  <a:lnTo>
                    <a:pt x="1995" y="3581"/>
                  </a:lnTo>
                  <a:cubicBezTo>
                    <a:pt x="1995" y="3556"/>
                    <a:pt x="2015" y="3536"/>
                    <a:pt x="2040" y="3536"/>
                  </a:cubicBezTo>
                  <a:lnTo>
                    <a:pt x="2493" y="3536"/>
                  </a:lnTo>
                  <a:cubicBezTo>
                    <a:pt x="2518" y="3536"/>
                    <a:pt x="2539" y="3556"/>
                    <a:pt x="2539" y="3581"/>
                  </a:cubicBezTo>
                  <a:lnTo>
                    <a:pt x="2539" y="4034"/>
                  </a:lnTo>
                  <a:close/>
                  <a:moveTo>
                    <a:pt x="2539" y="3037"/>
                  </a:moveTo>
                  <a:cubicBezTo>
                    <a:pt x="2539" y="3062"/>
                    <a:pt x="2518" y="3082"/>
                    <a:pt x="2493" y="3082"/>
                  </a:cubicBezTo>
                  <a:lnTo>
                    <a:pt x="2040" y="3082"/>
                  </a:lnTo>
                  <a:cubicBezTo>
                    <a:pt x="2015" y="3082"/>
                    <a:pt x="1995" y="3062"/>
                    <a:pt x="1995" y="3037"/>
                  </a:cubicBezTo>
                  <a:lnTo>
                    <a:pt x="1995" y="2584"/>
                  </a:lnTo>
                  <a:cubicBezTo>
                    <a:pt x="1995" y="2559"/>
                    <a:pt x="2015" y="2538"/>
                    <a:pt x="2040" y="2538"/>
                  </a:cubicBezTo>
                  <a:lnTo>
                    <a:pt x="2493" y="2538"/>
                  </a:lnTo>
                  <a:cubicBezTo>
                    <a:pt x="2518" y="2538"/>
                    <a:pt x="2539" y="2559"/>
                    <a:pt x="2539" y="2584"/>
                  </a:cubicBezTo>
                  <a:lnTo>
                    <a:pt x="2539" y="3037"/>
                  </a:lnTo>
                  <a:close/>
                  <a:moveTo>
                    <a:pt x="2539" y="2040"/>
                  </a:moveTo>
                  <a:cubicBezTo>
                    <a:pt x="2539" y="2065"/>
                    <a:pt x="2518" y="2085"/>
                    <a:pt x="2493" y="2085"/>
                  </a:cubicBezTo>
                  <a:lnTo>
                    <a:pt x="2040" y="2085"/>
                  </a:lnTo>
                  <a:cubicBezTo>
                    <a:pt x="2015" y="2085"/>
                    <a:pt x="1995" y="2065"/>
                    <a:pt x="1995" y="2040"/>
                  </a:cubicBezTo>
                  <a:lnTo>
                    <a:pt x="1995" y="1586"/>
                  </a:lnTo>
                  <a:cubicBezTo>
                    <a:pt x="1995" y="1561"/>
                    <a:pt x="2015" y="1541"/>
                    <a:pt x="2040" y="1541"/>
                  </a:cubicBezTo>
                  <a:lnTo>
                    <a:pt x="2493" y="1541"/>
                  </a:lnTo>
                  <a:cubicBezTo>
                    <a:pt x="2518" y="1541"/>
                    <a:pt x="2539" y="1561"/>
                    <a:pt x="2539" y="1586"/>
                  </a:cubicBezTo>
                  <a:lnTo>
                    <a:pt x="2539" y="2040"/>
                  </a:lnTo>
                  <a:close/>
                  <a:moveTo>
                    <a:pt x="2539" y="1042"/>
                  </a:moveTo>
                  <a:cubicBezTo>
                    <a:pt x="2539" y="1067"/>
                    <a:pt x="2518" y="1088"/>
                    <a:pt x="2493" y="1088"/>
                  </a:cubicBezTo>
                  <a:lnTo>
                    <a:pt x="2040" y="1088"/>
                  </a:lnTo>
                  <a:cubicBezTo>
                    <a:pt x="2015" y="1088"/>
                    <a:pt x="1995" y="1067"/>
                    <a:pt x="1995" y="1042"/>
                  </a:cubicBezTo>
                  <a:lnTo>
                    <a:pt x="1995" y="589"/>
                  </a:lnTo>
                  <a:cubicBezTo>
                    <a:pt x="1995" y="564"/>
                    <a:pt x="2015" y="544"/>
                    <a:pt x="2040" y="544"/>
                  </a:cubicBezTo>
                  <a:lnTo>
                    <a:pt x="2493" y="544"/>
                  </a:lnTo>
                  <a:cubicBezTo>
                    <a:pt x="2518" y="544"/>
                    <a:pt x="2539" y="564"/>
                    <a:pt x="2539" y="589"/>
                  </a:cubicBezTo>
                  <a:lnTo>
                    <a:pt x="2539" y="1042"/>
                  </a:lnTo>
                  <a:close/>
                  <a:moveTo>
                    <a:pt x="6099" y="2610"/>
                  </a:moveTo>
                  <a:lnTo>
                    <a:pt x="3379" y="1845"/>
                  </a:lnTo>
                  <a:cubicBezTo>
                    <a:pt x="3321" y="1829"/>
                    <a:pt x="3264" y="1873"/>
                    <a:pt x="3264" y="1933"/>
                  </a:cubicBezTo>
                  <a:lnTo>
                    <a:pt x="3264" y="5440"/>
                  </a:lnTo>
                  <a:lnTo>
                    <a:pt x="3627" y="5440"/>
                  </a:lnTo>
                  <a:lnTo>
                    <a:pt x="3627" y="4714"/>
                  </a:lnTo>
                  <a:cubicBezTo>
                    <a:pt x="3627" y="4664"/>
                    <a:pt x="3667" y="4624"/>
                    <a:pt x="3717" y="4624"/>
                  </a:cubicBezTo>
                  <a:lnTo>
                    <a:pt x="4080" y="4624"/>
                  </a:lnTo>
                  <a:cubicBezTo>
                    <a:pt x="4130" y="4624"/>
                    <a:pt x="4171" y="4664"/>
                    <a:pt x="4171" y="4714"/>
                  </a:cubicBezTo>
                  <a:lnTo>
                    <a:pt x="4171" y="5440"/>
                  </a:lnTo>
                  <a:lnTo>
                    <a:pt x="6165" y="5440"/>
                  </a:lnTo>
                  <a:lnTo>
                    <a:pt x="6165" y="2698"/>
                  </a:lnTo>
                  <a:cubicBezTo>
                    <a:pt x="6165" y="2657"/>
                    <a:pt x="6138" y="2621"/>
                    <a:pt x="6099" y="2610"/>
                  </a:cubicBezTo>
                  <a:close/>
                  <a:moveTo>
                    <a:pt x="4171" y="4216"/>
                  </a:moveTo>
                  <a:cubicBezTo>
                    <a:pt x="4171" y="4241"/>
                    <a:pt x="4150" y="4261"/>
                    <a:pt x="4125" y="4261"/>
                  </a:cubicBezTo>
                  <a:lnTo>
                    <a:pt x="3672" y="4261"/>
                  </a:lnTo>
                  <a:cubicBezTo>
                    <a:pt x="3647" y="4261"/>
                    <a:pt x="3627" y="4241"/>
                    <a:pt x="3627" y="4216"/>
                  </a:cubicBezTo>
                  <a:lnTo>
                    <a:pt x="3627" y="3762"/>
                  </a:lnTo>
                  <a:cubicBezTo>
                    <a:pt x="3627" y="3737"/>
                    <a:pt x="3647" y="3717"/>
                    <a:pt x="3672" y="3717"/>
                  </a:cubicBezTo>
                  <a:lnTo>
                    <a:pt x="4125" y="3717"/>
                  </a:lnTo>
                  <a:cubicBezTo>
                    <a:pt x="4150" y="3717"/>
                    <a:pt x="4171" y="3737"/>
                    <a:pt x="4171" y="3762"/>
                  </a:cubicBezTo>
                  <a:lnTo>
                    <a:pt x="4171" y="4216"/>
                  </a:lnTo>
                  <a:close/>
                  <a:moveTo>
                    <a:pt x="4171" y="3218"/>
                  </a:moveTo>
                  <a:cubicBezTo>
                    <a:pt x="4171" y="3243"/>
                    <a:pt x="4150" y="3264"/>
                    <a:pt x="4125" y="3264"/>
                  </a:cubicBezTo>
                  <a:lnTo>
                    <a:pt x="3672" y="3264"/>
                  </a:lnTo>
                  <a:cubicBezTo>
                    <a:pt x="3647" y="3264"/>
                    <a:pt x="3627" y="3243"/>
                    <a:pt x="3627" y="3218"/>
                  </a:cubicBezTo>
                  <a:lnTo>
                    <a:pt x="3627" y="2765"/>
                  </a:lnTo>
                  <a:cubicBezTo>
                    <a:pt x="3627" y="2740"/>
                    <a:pt x="3647" y="2720"/>
                    <a:pt x="3672" y="2720"/>
                  </a:cubicBezTo>
                  <a:lnTo>
                    <a:pt x="4125" y="2720"/>
                  </a:lnTo>
                  <a:cubicBezTo>
                    <a:pt x="4150" y="2720"/>
                    <a:pt x="4171" y="2740"/>
                    <a:pt x="4171" y="2765"/>
                  </a:cubicBezTo>
                  <a:lnTo>
                    <a:pt x="4171" y="3218"/>
                  </a:lnTo>
                  <a:close/>
                  <a:moveTo>
                    <a:pt x="4987" y="4216"/>
                  </a:moveTo>
                  <a:cubicBezTo>
                    <a:pt x="4987" y="4241"/>
                    <a:pt x="4966" y="4261"/>
                    <a:pt x="4941" y="4261"/>
                  </a:cubicBezTo>
                  <a:lnTo>
                    <a:pt x="4488" y="4261"/>
                  </a:lnTo>
                  <a:cubicBezTo>
                    <a:pt x="4463" y="4261"/>
                    <a:pt x="4443" y="4241"/>
                    <a:pt x="4443" y="4216"/>
                  </a:cubicBezTo>
                  <a:lnTo>
                    <a:pt x="4443" y="3762"/>
                  </a:lnTo>
                  <a:cubicBezTo>
                    <a:pt x="4443" y="3737"/>
                    <a:pt x="4463" y="3717"/>
                    <a:pt x="4488" y="3717"/>
                  </a:cubicBezTo>
                  <a:lnTo>
                    <a:pt x="4941" y="3717"/>
                  </a:lnTo>
                  <a:cubicBezTo>
                    <a:pt x="4966" y="3717"/>
                    <a:pt x="4987" y="3737"/>
                    <a:pt x="4987" y="3762"/>
                  </a:cubicBezTo>
                  <a:lnTo>
                    <a:pt x="4987" y="4216"/>
                  </a:lnTo>
                  <a:close/>
                  <a:moveTo>
                    <a:pt x="4987" y="3218"/>
                  </a:moveTo>
                  <a:cubicBezTo>
                    <a:pt x="4987" y="3243"/>
                    <a:pt x="4966" y="3264"/>
                    <a:pt x="4941" y="3264"/>
                  </a:cubicBezTo>
                  <a:lnTo>
                    <a:pt x="4488" y="3264"/>
                  </a:lnTo>
                  <a:cubicBezTo>
                    <a:pt x="4463" y="3264"/>
                    <a:pt x="4443" y="3243"/>
                    <a:pt x="4443" y="3218"/>
                  </a:cubicBezTo>
                  <a:lnTo>
                    <a:pt x="4443" y="2765"/>
                  </a:lnTo>
                  <a:cubicBezTo>
                    <a:pt x="4443" y="2740"/>
                    <a:pt x="4463" y="2720"/>
                    <a:pt x="4488" y="2720"/>
                  </a:cubicBezTo>
                  <a:lnTo>
                    <a:pt x="4941" y="2720"/>
                  </a:lnTo>
                  <a:cubicBezTo>
                    <a:pt x="4966" y="2720"/>
                    <a:pt x="4987" y="2740"/>
                    <a:pt x="4987" y="2765"/>
                  </a:cubicBezTo>
                  <a:lnTo>
                    <a:pt x="4987" y="3218"/>
                  </a:lnTo>
                  <a:close/>
                  <a:moveTo>
                    <a:pt x="5803" y="4216"/>
                  </a:moveTo>
                  <a:cubicBezTo>
                    <a:pt x="5803" y="4241"/>
                    <a:pt x="5782" y="4261"/>
                    <a:pt x="5757" y="4261"/>
                  </a:cubicBezTo>
                  <a:lnTo>
                    <a:pt x="5304" y="4261"/>
                  </a:lnTo>
                  <a:cubicBezTo>
                    <a:pt x="5279" y="4261"/>
                    <a:pt x="5259" y="4241"/>
                    <a:pt x="5259" y="4216"/>
                  </a:cubicBezTo>
                  <a:lnTo>
                    <a:pt x="5259" y="3762"/>
                  </a:lnTo>
                  <a:cubicBezTo>
                    <a:pt x="5259" y="3737"/>
                    <a:pt x="5279" y="3717"/>
                    <a:pt x="5304" y="3717"/>
                  </a:cubicBezTo>
                  <a:lnTo>
                    <a:pt x="5757" y="3717"/>
                  </a:lnTo>
                  <a:cubicBezTo>
                    <a:pt x="5782" y="3717"/>
                    <a:pt x="5803" y="3737"/>
                    <a:pt x="5803" y="3762"/>
                  </a:cubicBezTo>
                  <a:lnTo>
                    <a:pt x="5803" y="4216"/>
                  </a:lnTo>
                  <a:close/>
                  <a:moveTo>
                    <a:pt x="5803" y="3218"/>
                  </a:moveTo>
                  <a:cubicBezTo>
                    <a:pt x="5803" y="3243"/>
                    <a:pt x="5782" y="3264"/>
                    <a:pt x="5757" y="3264"/>
                  </a:cubicBezTo>
                  <a:lnTo>
                    <a:pt x="5304" y="3264"/>
                  </a:lnTo>
                  <a:cubicBezTo>
                    <a:pt x="5279" y="3264"/>
                    <a:pt x="5259" y="3243"/>
                    <a:pt x="5259" y="3218"/>
                  </a:cubicBezTo>
                  <a:lnTo>
                    <a:pt x="5259" y="2765"/>
                  </a:lnTo>
                  <a:cubicBezTo>
                    <a:pt x="5259" y="2740"/>
                    <a:pt x="5279" y="2720"/>
                    <a:pt x="5304" y="2720"/>
                  </a:cubicBezTo>
                  <a:lnTo>
                    <a:pt x="5757" y="2720"/>
                  </a:lnTo>
                  <a:cubicBezTo>
                    <a:pt x="5782" y="2720"/>
                    <a:pt x="5803" y="2740"/>
                    <a:pt x="5803" y="2765"/>
                  </a:cubicBezTo>
                  <a:lnTo>
                    <a:pt x="5803" y="321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60400" y="1560626"/>
              <a:ext cx="3421582" cy="1308761"/>
              <a:chOff x="8211000" y="1130300"/>
              <a:chExt cx="3307900" cy="1308761"/>
            </a:xfrm>
          </p:grpSpPr>
          <p:sp>
            <p:nvSpPr>
              <p:cNvPr id="31" name="íṩḻídè"/>
              <p:cNvSpPr txBox="1"/>
              <p:nvPr/>
            </p:nvSpPr>
            <p:spPr bwMode="auto">
              <a:xfrm>
                <a:off x="8211000" y="1130300"/>
                <a:ext cx="330790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32" name="i$ľîḓê"/>
              <p:cNvSpPr/>
              <p:nvPr/>
            </p:nvSpPr>
            <p:spPr bwMode="auto">
              <a:xfrm>
                <a:off x="8211000" y="1572106"/>
                <a:ext cx="3307900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660400" y="2002431"/>
              <a:ext cx="3680600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8084242" y="1560626"/>
            <a:ext cx="3421582" cy="1308761"/>
            <a:chOff x="8211000" y="1130300"/>
            <a:chExt cx="3307900" cy="1308761"/>
          </a:xfrm>
        </p:grpSpPr>
        <p:sp>
          <p:nvSpPr>
            <p:cNvPr id="34" name="íṩḻídè"/>
            <p:cNvSpPr txBox="1"/>
            <p:nvPr/>
          </p:nvSpPr>
          <p:spPr bwMode="auto">
            <a:xfrm>
              <a:off x="8211000" y="1130300"/>
              <a:ext cx="3307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5" name="i$ľîḓê"/>
            <p:cNvSpPr/>
            <p:nvPr/>
          </p:nvSpPr>
          <p:spPr bwMode="auto">
            <a:xfrm>
              <a:off x="8211000" y="1572106"/>
              <a:ext cx="3307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7838300" y="2002431"/>
            <a:ext cx="3680600" cy="0"/>
          </a:xfrm>
          <a:prstGeom prst="line">
            <a:avLst/>
          </a:prstGeom>
          <a:ln w="3175" cap="rnd">
            <a:solidFill>
              <a:schemeClr val="tx2">
                <a:lumMod val="9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/>
          <p:nvPr/>
        </p:nvGrpSpPr>
        <p:grpSpPr>
          <a:xfrm>
            <a:off x="8084242" y="4465638"/>
            <a:ext cx="3421582" cy="1308761"/>
            <a:chOff x="8211000" y="1130300"/>
            <a:chExt cx="3307900" cy="1308761"/>
          </a:xfrm>
        </p:grpSpPr>
        <p:sp>
          <p:nvSpPr>
            <p:cNvPr id="38" name="íṩḻídè"/>
            <p:cNvSpPr txBox="1"/>
            <p:nvPr/>
          </p:nvSpPr>
          <p:spPr bwMode="auto">
            <a:xfrm>
              <a:off x="8211000" y="1130300"/>
              <a:ext cx="3307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9" name="i$ľîḓê"/>
            <p:cNvSpPr/>
            <p:nvPr/>
          </p:nvSpPr>
          <p:spPr bwMode="auto">
            <a:xfrm>
              <a:off x="8211000" y="1572106"/>
              <a:ext cx="3307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7838300" y="4907443"/>
            <a:ext cx="3680600" cy="0"/>
          </a:xfrm>
          <a:prstGeom prst="line">
            <a:avLst/>
          </a:prstGeom>
          <a:ln w="3175" cap="rnd">
            <a:solidFill>
              <a:schemeClr val="tx2">
                <a:lumMod val="9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d683843d-2e0c-4c5d-9056-2740c6075df3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2212" y="542547"/>
            <a:ext cx="11167576" cy="5772906"/>
            <a:chOff x="512214" y="542547"/>
            <a:chExt cx="11167574" cy="5772905"/>
          </a:xfrm>
        </p:grpSpPr>
        <p:grpSp>
          <p:nvGrpSpPr>
            <p:cNvPr id="6" name="ïśļíḑê"/>
            <p:cNvGrpSpPr/>
            <p:nvPr/>
          </p:nvGrpSpPr>
          <p:grpSpPr>
            <a:xfrm>
              <a:off x="512214" y="542547"/>
              <a:ext cx="11167574" cy="5772905"/>
              <a:chOff x="1489576" y="1175752"/>
              <a:chExt cx="9568609" cy="4042773"/>
            </a:xfrm>
            <a:solidFill>
              <a:schemeClr val="tx2">
                <a:lumMod val="20000"/>
                <a:lumOff val="80000"/>
                <a:alpha val="40000"/>
              </a:schemeClr>
            </a:solidFill>
          </p:grpSpPr>
          <p:grpSp>
            <p:nvGrpSpPr>
              <p:cNvPr id="39" name="ï$ḻíďe"/>
              <p:cNvGrpSpPr/>
              <p:nvPr/>
            </p:nvGrpSpPr>
            <p:grpSpPr>
              <a:xfrm>
                <a:off x="5385561" y="1195387"/>
                <a:ext cx="5672624" cy="3721938"/>
                <a:chOff x="3875479" y="1499885"/>
                <a:chExt cx="5467545" cy="3787060"/>
              </a:xfrm>
              <a:grpFill/>
            </p:grpSpPr>
            <p:sp>
              <p:nvSpPr>
                <p:cNvPr id="95" name="ïš1iďe"/>
                <p:cNvSpPr/>
                <p:nvPr/>
              </p:nvSpPr>
              <p:spPr bwMode="auto">
                <a:xfrm>
                  <a:off x="7903833" y="2473621"/>
                  <a:ext cx="144608" cy="117690"/>
                </a:xfrm>
                <a:custGeom>
                  <a:avLst/>
                  <a:gdLst>
                    <a:gd name="T0" fmla="*/ 2147483647 w 82"/>
                    <a:gd name="T1" fmla="*/ 2147483647 h 70"/>
                    <a:gd name="T2" fmla="*/ 2147483647 w 82"/>
                    <a:gd name="T3" fmla="*/ 2147483647 h 70"/>
                    <a:gd name="T4" fmla="*/ 2147483647 w 82"/>
                    <a:gd name="T5" fmla="*/ 2147483647 h 70"/>
                    <a:gd name="T6" fmla="*/ 2147483647 w 82"/>
                    <a:gd name="T7" fmla="*/ 2147483647 h 70"/>
                    <a:gd name="T8" fmla="*/ 2147483647 w 82"/>
                    <a:gd name="T9" fmla="*/ 2147483647 h 70"/>
                    <a:gd name="T10" fmla="*/ 2147483647 w 82"/>
                    <a:gd name="T11" fmla="*/ 2147483647 h 70"/>
                    <a:gd name="T12" fmla="*/ 2147483647 w 82"/>
                    <a:gd name="T13" fmla="*/ 2147483647 h 70"/>
                    <a:gd name="T14" fmla="*/ 2147483647 w 82"/>
                    <a:gd name="T15" fmla="*/ 2147483647 h 70"/>
                    <a:gd name="T16" fmla="*/ 2147483647 w 82"/>
                    <a:gd name="T17" fmla="*/ 2147483647 h 70"/>
                    <a:gd name="T18" fmla="*/ 2147483647 w 82"/>
                    <a:gd name="T19" fmla="*/ 2147483647 h 70"/>
                    <a:gd name="T20" fmla="*/ 2147483647 w 82"/>
                    <a:gd name="T21" fmla="*/ 2147483647 h 70"/>
                    <a:gd name="T22" fmla="*/ 2147483647 w 82"/>
                    <a:gd name="T23" fmla="*/ 2147483647 h 70"/>
                    <a:gd name="T24" fmla="*/ 2147483647 w 82"/>
                    <a:gd name="T25" fmla="*/ 2147483647 h 70"/>
                    <a:gd name="T26" fmla="*/ 2147483647 w 82"/>
                    <a:gd name="T27" fmla="*/ 2147483647 h 70"/>
                    <a:gd name="T28" fmla="*/ 2147483647 w 82"/>
                    <a:gd name="T29" fmla="*/ 2147483647 h 70"/>
                    <a:gd name="T30" fmla="*/ 2147483647 w 82"/>
                    <a:gd name="T31" fmla="*/ 2147483647 h 70"/>
                    <a:gd name="T32" fmla="*/ 2147483647 w 82"/>
                    <a:gd name="T33" fmla="*/ 2147483647 h 70"/>
                    <a:gd name="T34" fmla="*/ 2147483647 w 82"/>
                    <a:gd name="T35" fmla="*/ 2147483647 h 70"/>
                    <a:gd name="T36" fmla="*/ 2147483647 w 82"/>
                    <a:gd name="T37" fmla="*/ 2147483647 h 70"/>
                    <a:gd name="T38" fmla="*/ 2147483647 w 82"/>
                    <a:gd name="T39" fmla="*/ 2147483647 h 70"/>
                    <a:gd name="T40" fmla="*/ 2147483647 w 82"/>
                    <a:gd name="T41" fmla="*/ 2147483647 h 70"/>
                    <a:gd name="T42" fmla="*/ 0 w 82"/>
                    <a:gd name="T43" fmla="*/ 0 h 70"/>
                    <a:gd name="T44" fmla="*/ 2147483647 w 82"/>
                    <a:gd name="T45" fmla="*/ 0 h 70"/>
                    <a:gd name="T46" fmla="*/ 2147483647 w 82"/>
                    <a:gd name="T47" fmla="*/ 2147483647 h 70"/>
                    <a:gd name="T48" fmla="*/ 2147483647 w 82"/>
                    <a:gd name="T49" fmla="*/ 2147483647 h 70"/>
                    <a:gd name="T50" fmla="*/ 2147483647 w 82"/>
                    <a:gd name="T51" fmla="*/ 2147483647 h 70"/>
                    <a:gd name="T52" fmla="*/ 2147483647 w 82"/>
                    <a:gd name="T53" fmla="*/ 2147483647 h 70"/>
                    <a:gd name="T54" fmla="*/ 2147483647 w 82"/>
                    <a:gd name="T55" fmla="*/ 2147483647 h 70"/>
                    <a:gd name="T56" fmla="*/ 2147483647 w 82"/>
                    <a:gd name="T57" fmla="*/ 2147483647 h 70"/>
                    <a:gd name="T58" fmla="*/ 2147483647 w 82"/>
                    <a:gd name="T59" fmla="*/ 2147483647 h 70"/>
                    <a:gd name="T60" fmla="*/ 2147483647 w 82"/>
                    <a:gd name="T61" fmla="*/ 2147483647 h 70"/>
                    <a:gd name="T62" fmla="*/ 2147483647 w 82"/>
                    <a:gd name="T63" fmla="*/ 2147483647 h 70"/>
                    <a:gd name="T64" fmla="*/ 2147483647 w 82"/>
                    <a:gd name="T65" fmla="*/ 2147483647 h 70"/>
                    <a:gd name="T66" fmla="*/ 2147483647 w 82"/>
                    <a:gd name="T67" fmla="*/ 2147483647 h 70"/>
                    <a:gd name="T68" fmla="*/ 2147483647 w 82"/>
                    <a:gd name="T69" fmla="*/ 2147483647 h 70"/>
                    <a:gd name="T70" fmla="*/ 2147483647 w 82"/>
                    <a:gd name="T71" fmla="*/ 2147483647 h 70"/>
                    <a:gd name="T72" fmla="*/ 2147483647 w 82"/>
                    <a:gd name="T73" fmla="*/ 2147483647 h 70"/>
                    <a:gd name="T74" fmla="*/ 2147483647 w 82"/>
                    <a:gd name="T75" fmla="*/ 2147483647 h 70"/>
                    <a:gd name="T76" fmla="*/ 2147483647 w 82"/>
                    <a:gd name="T77" fmla="*/ 2147483647 h 70"/>
                    <a:gd name="T78" fmla="*/ 2147483647 w 82"/>
                    <a:gd name="T79" fmla="*/ 2147483647 h 70"/>
                    <a:gd name="T80" fmla="*/ 2147483647 w 82"/>
                    <a:gd name="T81" fmla="*/ 2147483647 h 70"/>
                    <a:gd name="T82" fmla="*/ 2147483647 w 82"/>
                    <a:gd name="T83" fmla="*/ 2147483647 h 70"/>
                    <a:gd name="T84" fmla="*/ 2147483647 w 82"/>
                    <a:gd name="T85" fmla="*/ 2147483647 h 7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82"/>
                    <a:gd name="T130" fmla="*/ 0 h 70"/>
                    <a:gd name="T131" fmla="*/ 82 w 82"/>
                    <a:gd name="T132" fmla="*/ 70 h 7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82" h="70">
                      <a:moveTo>
                        <a:pt x="28" y="52"/>
                      </a:moveTo>
                      <a:lnTo>
                        <a:pt x="20" y="54"/>
                      </a:lnTo>
                      <a:lnTo>
                        <a:pt x="14" y="56"/>
                      </a:lnTo>
                      <a:lnTo>
                        <a:pt x="26" y="62"/>
                      </a:lnTo>
                      <a:lnTo>
                        <a:pt x="30" y="64"/>
                      </a:lnTo>
                      <a:lnTo>
                        <a:pt x="36" y="70"/>
                      </a:lnTo>
                      <a:lnTo>
                        <a:pt x="20" y="70"/>
                      </a:lnTo>
                      <a:lnTo>
                        <a:pt x="14" y="62"/>
                      </a:lnTo>
                      <a:lnTo>
                        <a:pt x="12" y="58"/>
                      </a:lnTo>
                      <a:lnTo>
                        <a:pt x="8" y="56"/>
                      </a:lnTo>
                      <a:lnTo>
                        <a:pt x="10" y="50"/>
                      </a:lnTo>
                      <a:lnTo>
                        <a:pt x="14" y="46"/>
                      </a:lnTo>
                      <a:lnTo>
                        <a:pt x="12" y="44"/>
                      </a:lnTo>
                      <a:lnTo>
                        <a:pt x="10" y="40"/>
                      </a:lnTo>
                      <a:lnTo>
                        <a:pt x="18" y="40"/>
                      </a:lnTo>
                      <a:lnTo>
                        <a:pt x="16" y="34"/>
                      </a:lnTo>
                      <a:lnTo>
                        <a:pt x="14" y="28"/>
                      </a:lnTo>
                      <a:lnTo>
                        <a:pt x="14" y="16"/>
                      </a:lnTo>
                      <a:lnTo>
                        <a:pt x="10" y="12"/>
                      </a:lnTo>
                      <a:lnTo>
                        <a:pt x="6" y="8"/>
                      </a:lnTo>
                      <a:lnTo>
                        <a:pt x="2" y="4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12" y="4"/>
                      </a:lnTo>
                      <a:lnTo>
                        <a:pt x="24" y="14"/>
                      </a:lnTo>
                      <a:lnTo>
                        <a:pt x="40" y="22"/>
                      </a:lnTo>
                      <a:lnTo>
                        <a:pt x="46" y="24"/>
                      </a:lnTo>
                      <a:lnTo>
                        <a:pt x="54" y="26"/>
                      </a:lnTo>
                      <a:lnTo>
                        <a:pt x="60" y="26"/>
                      </a:lnTo>
                      <a:lnTo>
                        <a:pt x="66" y="24"/>
                      </a:lnTo>
                      <a:lnTo>
                        <a:pt x="74" y="20"/>
                      </a:lnTo>
                      <a:lnTo>
                        <a:pt x="74" y="30"/>
                      </a:lnTo>
                      <a:lnTo>
                        <a:pt x="74" y="34"/>
                      </a:lnTo>
                      <a:lnTo>
                        <a:pt x="76" y="36"/>
                      </a:lnTo>
                      <a:lnTo>
                        <a:pt x="82" y="42"/>
                      </a:lnTo>
                      <a:lnTo>
                        <a:pt x="78" y="44"/>
                      </a:lnTo>
                      <a:lnTo>
                        <a:pt x="72" y="44"/>
                      </a:lnTo>
                      <a:lnTo>
                        <a:pt x="60" y="46"/>
                      </a:lnTo>
                      <a:lnTo>
                        <a:pt x="60" y="62"/>
                      </a:lnTo>
                      <a:lnTo>
                        <a:pt x="52" y="60"/>
                      </a:lnTo>
                      <a:lnTo>
                        <a:pt x="44" y="56"/>
                      </a:lnTo>
                      <a:lnTo>
                        <a:pt x="38" y="54"/>
                      </a:lnTo>
                      <a:lnTo>
                        <a:pt x="28" y="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6" name="íṩḻîḓè"/>
                <p:cNvSpPr/>
                <p:nvPr/>
              </p:nvSpPr>
              <p:spPr bwMode="auto">
                <a:xfrm>
                  <a:off x="7819823" y="2598314"/>
                  <a:ext cx="238258" cy="246586"/>
                </a:xfrm>
                <a:custGeom>
                  <a:avLst/>
                  <a:gdLst>
                    <a:gd name="T0" fmla="*/ 2147483647 w 136"/>
                    <a:gd name="T1" fmla="*/ 2147483647 h 148"/>
                    <a:gd name="T2" fmla="*/ 2147483647 w 136"/>
                    <a:gd name="T3" fmla="*/ 0 h 148"/>
                    <a:gd name="T4" fmla="*/ 2147483647 w 136"/>
                    <a:gd name="T5" fmla="*/ 2147483647 h 148"/>
                    <a:gd name="T6" fmla="*/ 2147483647 w 136"/>
                    <a:gd name="T7" fmla="*/ 2147483647 h 148"/>
                    <a:gd name="T8" fmla="*/ 2147483647 w 136"/>
                    <a:gd name="T9" fmla="*/ 2147483647 h 148"/>
                    <a:gd name="T10" fmla="*/ 2147483647 w 136"/>
                    <a:gd name="T11" fmla="*/ 2147483647 h 148"/>
                    <a:gd name="T12" fmla="*/ 2147483647 w 136"/>
                    <a:gd name="T13" fmla="*/ 2147483647 h 148"/>
                    <a:gd name="T14" fmla="*/ 2147483647 w 136"/>
                    <a:gd name="T15" fmla="*/ 2147483647 h 148"/>
                    <a:gd name="T16" fmla="*/ 2147483647 w 136"/>
                    <a:gd name="T17" fmla="*/ 2147483647 h 148"/>
                    <a:gd name="T18" fmla="*/ 2147483647 w 136"/>
                    <a:gd name="T19" fmla="*/ 2147483647 h 148"/>
                    <a:gd name="T20" fmla="*/ 2147483647 w 136"/>
                    <a:gd name="T21" fmla="*/ 2147483647 h 148"/>
                    <a:gd name="T22" fmla="*/ 2147483647 w 136"/>
                    <a:gd name="T23" fmla="*/ 2147483647 h 148"/>
                    <a:gd name="T24" fmla="*/ 2147483647 w 136"/>
                    <a:gd name="T25" fmla="*/ 2147483647 h 148"/>
                    <a:gd name="T26" fmla="*/ 2147483647 w 136"/>
                    <a:gd name="T27" fmla="*/ 2147483647 h 148"/>
                    <a:gd name="T28" fmla="*/ 2147483647 w 136"/>
                    <a:gd name="T29" fmla="*/ 2147483647 h 148"/>
                    <a:gd name="T30" fmla="*/ 2147483647 w 136"/>
                    <a:gd name="T31" fmla="*/ 2147483647 h 148"/>
                    <a:gd name="T32" fmla="*/ 2147483647 w 136"/>
                    <a:gd name="T33" fmla="*/ 2147483647 h 148"/>
                    <a:gd name="T34" fmla="*/ 2147483647 w 136"/>
                    <a:gd name="T35" fmla="*/ 2147483647 h 148"/>
                    <a:gd name="T36" fmla="*/ 2147483647 w 136"/>
                    <a:gd name="T37" fmla="*/ 2147483647 h 148"/>
                    <a:gd name="T38" fmla="*/ 2147483647 w 136"/>
                    <a:gd name="T39" fmla="*/ 2147483647 h 148"/>
                    <a:gd name="T40" fmla="*/ 2147483647 w 136"/>
                    <a:gd name="T41" fmla="*/ 2147483647 h 148"/>
                    <a:gd name="T42" fmla="*/ 2147483647 w 136"/>
                    <a:gd name="T43" fmla="*/ 2147483647 h 148"/>
                    <a:gd name="T44" fmla="*/ 2147483647 w 136"/>
                    <a:gd name="T45" fmla="*/ 2147483647 h 148"/>
                    <a:gd name="T46" fmla="*/ 2147483647 w 136"/>
                    <a:gd name="T47" fmla="*/ 2147483647 h 148"/>
                    <a:gd name="T48" fmla="*/ 0 w 136"/>
                    <a:gd name="T49" fmla="*/ 2147483647 h 148"/>
                    <a:gd name="T50" fmla="*/ 2147483647 w 136"/>
                    <a:gd name="T51" fmla="*/ 2147483647 h 148"/>
                    <a:gd name="T52" fmla="*/ 2147483647 w 136"/>
                    <a:gd name="T53" fmla="*/ 2147483647 h 148"/>
                    <a:gd name="T54" fmla="*/ 2147483647 w 136"/>
                    <a:gd name="T55" fmla="*/ 2147483647 h 148"/>
                    <a:gd name="T56" fmla="*/ 2147483647 w 136"/>
                    <a:gd name="T57" fmla="*/ 2147483647 h 148"/>
                    <a:gd name="T58" fmla="*/ 2147483647 w 136"/>
                    <a:gd name="T59" fmla="*/ 2147483647 h 148"/>
                    <a:gd name="T60" fmla="*/ 2147483647 w 136"/>
                    <a:gd name="T61" fmla="*/ 2147483647 h 148"/>
                    <a:gd name="T62" fmla="*/ 2147483647 w 136"/>
                    <a:gd name="T63" fmla="*/ 2147483647 h 148"/>
                    <a:gd name="T64" fmla="*/ 2147483647 w 136"/>
                    <a:gd name="T65" fmla="*/ 2147483647 h 148"/>
                    <a:gd name="T66" fmla="*/ 2147483647 w 136"/>
                    <a:gd name="T67" fmla="*/ 2147483647 h 148"/>
                    <a:gd name="T68" fmla="*/ 2147483647 w 136"/>
                    <a:gd name="T69" fmla="*/ 2147483647 h 148"/>
                    <a:gd name="T70" fmla="*/ 2147483647 w 136"/>
                    <a:gd name="T71" fmla="*/ 2147483647 h 148"/>
                    <a:gd name="T72" fmla="*/ 2147483647 w 136"/>
                    <a:gd name="T73" fmla="*/ 2147483647 h 148"/>
                    <a:gd name="T74" fmla="*/ 2147483647 w 136"/>
                    <a:gd name="T75" fmla="*/ 2147483647 h 148"/>
                    <a:gd name="T76" fmla="*/ 2147483647 w 136"/>
                    <a:gd name="T77" fmla="*/ 2147483647 h 148"/>
                    <a:gd name="T78" fmla="*/ 2147483647 w 136"/>
                    <a:gd name="T79" fmla="*/ 2147483647 h 148"/>
                    <a:gd name="T80" fmla="*/ 2147483647 w 136"/>
                    <a:gd name="T81" fmla="*/ 2147483647 h 148"/>
                    <a:gd name="T82" fmla="*/ 2147483647 w 136"/>
                    <a:gd name="T83" fmla="*/ 2147483647 h 148"/>
                    <a:gd name="T84" fmla="*/ 2147483647 w 136"/>
                    <a:gd name="T85" fmla="*/ 2147483647 h 148"/>
                    <a:gd name="T86" fmla="*/ 2147483647 w 136"/>
                    <a:gd name="T87" fmla="*/ 2147483647 h 148"/>
                    <a:gd name="T88" fmla="*/ 2147483647 w 136"/>
                    <a:gd name="T89" fmla="*/ 2147483647 h 148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136"/>
                    <a:gd name="T136" fmla="*/ 0 h 148"/>
                    <a:gd name="T137" fmla="*/ 136 w 136"/>
                    <a:gd name="T138" fmla="*/ 148 h 148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136" h="148">
                      <a:moveTo>
                        <a:pt x="76" y="12"/>
                      </a:moveTo>
                      <a:lnTo>
                        <a:pt x="78" y="6"/>
                      </a:lnTo>
                      <a:lnTo>
                        <a:pt x="80" y="4"/>
                      </a:lnTo>
                      <a:lnTo>
                        <a:pt x="86" y="0"/>
                      </a:lnTo>
                      <a:lnTo>
                        <a:pt x="98" y="10"/>
                      </a:lnTo>
                      <a:lnTo>
                        <a:pt x="110" y="24"/>
                      </a:lnTo>
                      <a:lnTo>
                        <a:pt x="116" y="30"/>
                      </a:lnTo>
                      <a:lnTo>
                        <a:pt x="118" y="38"/>
                      </a:lnTo>
                      <a:lnTo>
                        <a:pt x="122" y="46"/>
                      </a:lnTo>
                      <a:lnTo>
                        <a:pt x="122" y="52"/>
                      </a:lnTo>
                      <a:lnTo>
                        <a:pt x="120" y="56"/>
                      </a:lnTo>
                      <a:lnTo>
                        <a:pt x="118" y="60"/>
                      </a:lnTo>
                      <a:lnTo>
                        <a:pt x="126" y="78"/>
                      </a:lnTo>
                      <a:lnTo>
                        <a:pt x="136" y="102"/>
                      </a:lnTo>
                      <a:lnTo>
                        <a:pt x="134" y="110"/>
                      </a:lnTo>
                      <a:lnTo>
                        <a:pt x="132" y="114"/>
                      </a:lnTo>
                      <a:lnTo>
                        <a:pt x="130" y="114"/>
                      </a:lnTo>
                      <a:lnTo>
                        <a:pt x="126" y="114"/>
                      </a:lnTo>
                      <a:lnTo>
                        <a:pt x="126" y="110"/>
                      </a:lnTo>
                      <a:lnTo>
                        <a:pt x="130" y="106"/>
                      </a:lnTo>
                      <a:lnTo>
                        <a:pt x="122" y="108"/>
                      </a:lnTo>
                      <a:lnTo>
                        <a:pt x="118" y="110"/>
                      </a:lnTo>
                      <a:lnTo>
                        <a:pt x="116" y="120"/>
                      </a:lnTo>
                      <a:lnTo>
                        <a:pt x="116" y="116"/>
                      </a:lnTo>
                      <a:lnTo>
                        <a:pt x="114" y="114"/>
                      </a:lnTo>
                      <a:lnTo>
                        <a:pt x="108" y="120"/>
                      </a:lnTo>
                      <a:lnTo>
                        <a:pt x="104" y="122"/>
                      </a:lnTo>
                      <a:lnTo>
                        <a:pt x="100" y="122"/>
                      </a:lnTo>
                      <a:lnTo>
                        <a:pt x="92" y="122"/>
                      </a:lnTo>
                      <a:lnTo>
                        <a:pt x="88" y="120"/>
                      </a:lnTo>
                      <a:lnTo>
                        <a:pt x="84" y="120"/>
                      </a:lnTo>
                      <a:lnTo>
                        <a:pt x="82" y="120"/>
                      </a:lnTo>
                      <a:lnTo>
                        <a:pt x="82" y="122"/>
                      </a:lnTo>
                      <a:lnTo>
                        <a:pt x="86" y="128"/>
                      </a:lnTo>
                      <a:lnTo>
                        <a:pt x="90" y="132"/>
                      </a:lnTo>
                      <a:lnTo>
                        <a:pt x="86" y="138"/>
                      </a:lnTo>
                      <a:lnTo>
                        <a:pt x="82" y="148"/>
                      </a:lnTo>
                      <a:lnTo>
                        <a:pt x="74" y="144"/>
                      </a:lnTo>
                      <a:lnTo>
                        <a:pt x="70" y="138"/>
                      </a:lnTo>
                      <a:lnTo>
                        <a:pt x="66" y="132"/>
                      </a:lnTo>
                      <a:lnTo>
                        <a:pt x="64" y="122"/>
                      </a:lnTo>
                      <a:lnTo>
                        <a:pt x="54" y="122"/>
                      </a:lnTo>
                      <a:lnTo>
                        <a:pt x="46" y="124"/>
                      </a:lnTo>
                      <a:lnTo>
                        <a:pt x="38" y="126"/>
                      </a:lnTo>
                      <a:lnTo>
                        <a:pt x="30" y="130"/>
                      </a:lnTo>
                      <a:lnTo>
                        <a:pt x="20" y="130"/>
                      </a:lnTo>
                      <a:lnTo>
                        <a:pt x="20" y="136"/>
                      </a:lnTo>
                      <a:lnTo>
                        <a:pt x="8" y="134"/>
                      </a:lnTo>
                      <a:lnTo>
                        <a:pt x="2" y="134"/>
                      </a:lnTo>
                      <a:lnTo>
                        <a:pt x="0" y="132"/>
                      </a:lnTo>
                      <a:lnTo>
                        <a:pt x="0" y="128"/>
                      </a:lnTo>
                      <a:lnTo>
                        <a:pt x="6" y="126"/>
                      </a:lnTo>
                      <a:lnTo>
                        <a:pt x="8" y="124"/>
                      </a:lnTo>
                      <a:lnTo>
                        <a:pt x="14" y="116"/>
                      </a:lnTo>
                      <a:lnTo>
                        <a:pt x="20" y="108"/>
                      </a:lnTo>
                      <a:lnTo>
                        <a:pt x="24" y="106"/>
                      </a:lnTo>
                      <a:lnTo>
                        <a:pt x="28" y="106"/>
                      </a:lnTo>
                      <a:lnTo>
                        <a:pt x="34" y="106"/>
                      </a:lnTo>
                      <a:lnTo>
                        <a:pt x="36" y="104"/>
                      </a:lnTo>
                      <a:lnTo>
                        <a:pt x="42" y="102"/>
                      </a:lnTo>
                      <a:lnTo>
                        <a:pt x="46" y="102"/>
                      </a:lnTo>
                      <a:lnTo>
                        <a:pt x="52" y="102"/>
                      </a:lnTo>
                      <a:lnTo>
                        <a:pt x="54" y="104"/>
                      </a:lnTo>
                      <a:lnTo>
                        <a:pt x="60" y="108"/>
                      </a:lnTo>
                      <a:lnTo>
                        <a:pt x="62" y="106"/>
                      </a:lnTo>
                      <a:lnTo>
                        <a:pt x="62" y="102"/>
                      </a:lnTo>
                      <a:lnTo>
                        <a:pt x="62" y="96"/>
                      </a:lnTo>
                      <a:lnTo>
                        <a:pt x="60" y="94"/>
                      </a:lnTo>
                      <a:lnTo>
                        <a:pt x="62" y="90"/>
                      </a:lnTo>
                      <a:lnTo>
                        <a:pt x="64" y="86"/>
                      </a:lnTo>
                      <a:lnTo>
                        <a:pt x="68" y="84"/>
                      </a:lnTo>
                      <a:lnTo>
                        <a:pt x="68" y="80"/>
                      </a:lnTo>
                      <a:lnTo>
                        <a:pt x="68" y="78"/>
                      </a:lnTo>
                      <a:lnTo>
                        <a:pt x="68" y="74"/>
                      </a:lnTo>
                      <a:lnTo>
                        <a:pt x="70" y="78"/>
                      </a:lnTo>
                      <a:lnTo>
                        <a:pt x="68" y="82"/>
                      </a:lnTo>
                      <a:lnTo>
                        <a:pt x="76" y="80"/>
                      </a:lnTo>
                      <a:lnTo>
                        <a:pt x="82" y="78"/>
                      </a:lnTo>
                      <a:lnTo>
                        <a:pt x="86" y="76"/>
                      </a:lnTo>
                      <a:lnTo>
                        <a:pt x="90" y="72"/>
                      </a:lnTo>
                      <a:lnTo>
                        <a:pt x="92" y="60"/>
                      </a:lnTo>
                      <a:lnTo>
                        <a:pt x="94" y="50"/>
                      </a:lnTo>
                      <a:lnTo>
                        <a:pt x="94" y="44"/>
                      </a:lnTo>
                      <a:lnTo>
                        <a:pt x="92" y="40"/>
                      </a:lnTo>
                      <a:lnTo>
                        <a:pt x="88" y="32"/>
                      </a:lnTo>
                      <a:lnTo>
                        <a:pt x="84" y="26"/>
                      </a:lnTo>
                      <a:lnTo>
                        <a:pt x="82" y="24"/>
                      </a:lnTo>
                      <a:lnTo>
                        <a:pt x="80" y="20"/>
                      </a:lnTo>
                      <a:lnTo>
                        <a:pt x="78" y="16"/>
                      </a:lnTo>
                      <a:lnTo>
                        <a:pt x="76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7" name="ïŝḷíḍe"/>
                <p:cNvSpPr/>
                <p:nvPr/>
              </p:nvSpPr>
              <p:spPr bwMode="auto">
                <a:xfrm>
                  <a:off x="7874913" y="2816880"/>
                  <a:ext cx="53711" cy="42031"/>
                </a:xfrm>
                <a:custGeom>
                  <a:avLst/>
                  <a:gdLst>
                    <a:gd name="T0" fmla="*/ 2147483647 w 32"/>
                    <a:gd name="T1" fmla="*/ 2147483647 h 26"/>
                    <a:gd name="T2" fmla="*/ 2147483647 w 32"/>
                    <a:gd name="T3" fmla="*/ 2147483647 h 26"/>
                    <a:gd name="T4" fmla="*/ 2147483647 w 32"/>
                    <a:gd name="T5" fmla="*/ 0 h 26"/>
                    <a:gd name="T6" fmla="*/ 2147483647 w 32"/>
                    <a:gd name="T7" fmla="*/ 0 h 26"/>
                    <a:gd name="T8" fmla="*/ 2147483647 w 32"/>
                    <a:gd name="T9" fmla="*/ 2147483647 h 26"/>
                    <a:gd name="T10" fmla="*/ 2147483647 w 32"/>
                    <a:gd name="T11" fmla="*/ 2147483647 h 26"/>
                    <a:gd name="T12" fmla="*/ 2147483647 w 32"/>
                    <a:gd name="T13" fmla="*/ 2147483647 h 26"/>
                    <a:gd name="T14" fmla="*/ 2147483647 w 32"/>
                    <a:gd name="T15" fmla="*/ 2147483647 h 26"/>
                    <a:gd name="T16" fmla="*/ 2147483647 w 32"/>
                    <a:gd name="T17" fmla="*/ 2147483647 h 26"/>
                    <a:gd name="T18" fmla="*/ 2147483647 w 32"/>
                    <a:gd name="T19" fmla="*/ 2147483647 h 26"/>
                    <a:gd name="T20" fmla="*/ 2147483647 w 32"/>
                    <a:gd name="T21" fmla="*/ 2147483647 h 26"/>
                    <a:gd name="T22" fmla="*/ 2147483647 w 32"/>
                    <a:gd name="T23" fmla="*/ 2147483647 h 26"/>
                    <a:gd name="T24" fmla="*/ 2147483647 w 32"/>
                    <a:gd name="T25" fmla="*/ 2147483647 h 26"/>
                    <a:gd name="T26" fmla="*/ 2147483647 w 32"/>
                    <a:gd name="T27" fmla="*/ 2147483647 h 26"/>
                    <a:gd name="T28" fmla="*/ 0 w 32"/>
                    <a:gd name="T29" fmla="*/ 2147483647 h 26"/>
                    <a:gd name="T30" fmla="*/ 0 w 32"/>
                    <a:gd name="T31" fmla="*/ 2147483647 h 26"/>
                    <a:gd name="T32" fmla="*/ 2147483647 w 32"/>
                    <a:gd name="T33" fmla="*/ 2147483647 h 26"/>
                    <a:gd name="T34" fmla="*/ 2147483647 w 32"/>
                    <a:gd name="T35" fmla="*/ 2147483647 h 26"/>
                    <a:gd name="T36" fmla="*/ 2147483647 w 32"/>
                    <a:gd name="T37" fmla="*/ 2147483647 h 26"/>
                    <a:gd name="T38" fmla="*/ 2147483647 w 32"/>
                    <a:gd name="T39" fmla="*/ 2147483647 h 2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32"/>
                    <a:gd name="T61" fmla="*/ 0 h 26"/>
                    <a:gd name="T62" fmla="*/ 32 w 32"/>
                    <a:gd name="T63" fmla="*/ 26 h 2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32" h="26">
                      <a:moveTo>
                        <a:pt x="14" y="4"/>
                      </a:moveTo>
                      <a:lnTo>
                        <a:pt x="16" y="4"/>
                      </a:lnTo>
                      <a:lnTo>
                        <a:pt x="14" y="0"/>
                      </a:lnTo>
                      <a:lnTo>
                        <a:pt x="22" y="0"/>
                      </a:lnTo>
                      <a:lnTo>
                        <a:pt x="26" y="2"/>
                      </a:lnTo>
                      <a:lnTo>
                        <a:pt x="32" y="8"/>
                      </a:lnTo>
                      <a:lnTo>
                        <a:pt x="30" y="12"/>
                      </a:lnTo>
                      <a:lnTo>
                        <a:pt x="24" y="14"/>
                      </a:lnTo>
                      <a:lnTo>
                        <a:pt x="14" y="16"/>
                      </a:lnTo>
                      <a:lnTo>
                        <a:pt x="14" y="24"/>
                      </a:lnTo>
                      <a:lnTo>
                        <a:pt x="12" y="26"/>
                      </a:lnTo>
                      <a:lnTo>
                        <a:pt x="10" y="26"/>
                      </a:lnTo>
                      <a:lnTo>
                        <a:pt x="6" y="24"/>
                      </a:lnTo>
                      <a:lnTo>
                        <a:pt x="4" y="20"/>
                      </a:lnTo>
                      <a:lnTo>
                        <a:pt x="0" y="14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4" y="4"/>
                      </a:lnTo>
                      <a:lnTo>
                        <a:pt x="8" y="4"/>
                      </a:lnTo>
                      <a:lnTo>
                        <a:pt x="14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8" name="i$líďe"/>
                <p:cNvSpPr/>
                <p:nvPr/>
              </p:nvSpPr>
              <p:spPr bwMode="auto">
                <a:xfrm>
                  <a:off x="7803296" y="2826687"/>
                  <a:ext cx="71616" cy="84063"/>
                </a:xfrm>
                <a:custGeom>
                  <a:avLst/>
                  <a:gdLst>
                    <a:gd name="T0" fmla="*/ 2147483647 w 40"/>
                    <a:gd name="T1" fmla="*/ 2147483647 h 52"/>
                    <a:gd name="T2" fmla="*/ 2147483647 w 40"/>
                    <a:gd name="T3" fmla="*/ 2147483647 h 52"/>
                    <a:gd name="T4" fmla="*/ 2147483647 w 40"/>
                    <a:gd name="T5" fmla="*/ 2147483647 h 52"/>
                    <a:gd name="T6" fmla="*/ 0 w 40"/>
                    <a:gd name="T7" fmla="*/ 2147483647 h 52"/>
                    <a:gd name="T8" fmla="*/ 2147483647 w 40"/>
                    <a:gd name="T9" fmla="*/ 2147483647 h 52"/>
                    <a:gd name="T10" fmla="*/ 2147483647 w 40"/>
                    <a:gd name="T11" fmla="*/ 2147483647 h 52"/>
                    <a:gd name="T12" fmla="*/ 2147483647 w 40"/>
                    <a:gd name="T13" fmla="*/ 0 h 52"/>
                    <a:gd name="T14" fmla="*/ 2147483647 w 40"/>
                    <a:gd name="T15" fmla="*/ 2147483647 h 52"/>
                    <a:gd name="T16" fmla="*/ 2147483647 w 40"/>
                    <a:gd name="T17" fmla="*/ 2147483647 h 52"/>
                    <a:gd name="T18" fmla="*/ 2147483647 w 40"/>
                    <a:gd name="T19" fmla="*/ 2147483647 h 52"/>
                    <a:gd name="T20" fmla="*/ 2147483647 w 40"/>
                    <a:gd name="T21" fmla="*/ 2147483647 h 52"/>
                    <a:gd name="T22" fmla="*/ 2147483647 w 40"/>
                    <a:gd name="T23" fmla="*/ 2147483647 h 52"/>
                    <a:gd name="T24" fmla="*/ 2147483647 w 40"/>
                    <a:gd name="T25" fmla="*/ 2147483647 h 52"/>
                    <a:gd name="T26" fmla="*/ 2147483647 w 40"/>
                    <a:gd name="T27" fmla="*/ 2147483647 h 52"/>
                    <a:gd name="T28" fmla="*/ 2147483647 w 40"/>
                    <a:gd name="T29" fmla="*/ 2147483647 h 52"/>
                    <a:gd name="T30" fmla="*/ 2147483647 w 40"/>
                    <a:gd name="T31" fmla="*/ 2147483647 h 52"/>
                    <a:gd name="T32" fmla="*/ 2147483647 w 40"/>
                    <a:gd name="T33" fmla="*/ 2147483647 h 52"/>
                    <a:gd name="T34" fmla="*/ 2147483647 w 40"/>
                    <a:gd name="T35" fmla="*/ 2147483647 h 52"/>
                    <a:gd name="T36" fmla="*/ 2147483647 w 40"/>
                    <a:gd name="T37" fmla="*/ 2147483647 h 52"/>
                    <a:gd name="T38" fmla="*/ 2147483647 w 40"/>
                    <a:gd name="T39" fmla="*/ 2147483647 h 52"/>
                    <a:gd name="T40" fmla="*/ 2147483647 w 40"/>
                    <a:gd name="T41" fmla="*/ 2147483647 h 52"/>
                    <a:gd name="T42" fmla="*/ 2147483647 w 40"/>
                    <a:gd name="T43" fmla="*/ 2147483647 h 52"/>
                    <a:gd name="T44" fmla="*/ 2147483647 w 40"/>
                    <a:gd name="T45" fmla="*/ 2147483647 h 52"/>
                    <a:gd name="T46" fmla="*/ 2147483647 w 40"/>
                    <a:gd name="T47" fmla="*/ 2147483647 h 52"/>
                    <a:gd name="T48" fmla="*/ 2147483647 w 40"/>
                    <a:gd name="T49" fmla="*/ 2147483647 h 52"/>
                    <a:gd name="T50" fmla="*/ 2147483647 w 40"/>
                    <a:gd name="T51" fmla="*/ 2147483647 h 52"/>
                    <a:gd name="T52" fmla="*/ 2147483647 w 40"/>
                    <a:gd name="T53" fmla="*/ 2147483647 h 52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40"/>
                    <a:gd name="T82" fmla="*/ 0 h 52"/>
                    <a:gd name="T83" fmla="*/ 40 w 40"/>
                    <a:gd name="T84" fmla="*/ 52 h 52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40" h="52">
                      <a:moveTo>
                        <a:pt x="12" y="24"/>
                      </a:moveTo>
                      <a:lnTo>
                        <a:pt x="4" y="20"/>
                      </a:lnTo>
                      <a:lnTo>
                        <a:pt x="2" y="16"/>
                      </a:lnTo>
                      <a:lnTo>
                        <a:pt x="0" y="12"/>
                      </a:lnTo>
                      <a:lnTo>
                        <a:pt x="2" y="8"/>
                      </a:lnTo>
                      <a:lnTo>
                        <a:pt x="6" y="4"/>
                      </a:lnTo>
                      <a:lnTo>
                        <a:pt x="14" y="0"/>
                      </a:lnTo>
                      <a:lnTo>
                        <a:pt x="18" y="4"/>
                      </a:lnTo>
                      <a:lnTo>
                        <a:pt x="18" y="6"/>
                      </a:lnTo>
                      <a:lnTo>
                        <a:pt x="28" y="6"/>
                      </a:lnTo>
                      <a:lnTo>
                        <a:pt x="30" y="12"/>
                      </a:lnTo>
                      <a:lnTo>
                        <a:pt x="32" y="16"/>
                      </a:lnTo>
                      <a:lnTo>
                        <a:pt x="40" y="22"/>
                      </a:lnTo>
                      <a:lnTo>
                        <a:pt x="36" y="24"/>
                      </a:lnTo>
                      <a:lnTo>
                        <a:pt x="34" y="28"/>
                      </a:lnTo>
                      <a:lnTo>
                        <a:pt x="36" y="32"/>
                      </a:lnTo>
                      <a:lnTo>
                        <a:pt x="38" y="36"/>
                      </a:lnTo>
                      <a:lnTo>
                        <a:pt x="38" y="40"/>
                      </a:lnTo>
                      <a:lnTo>
                        <a:pt x="40" y="42"/>
                      </a:lnTo>
                      <a:lnTo>
                        <a:pt x="38" y="48"/>
                      </a:lnTo>
                      <a:lnTo>
                        <a:pt x="38" y="52"/>
                      </a:lnTo>
                      <a:lnTo>
                        <a:pt x="32" y="50"/>
                      </a:lnTo>
                      <a:lnTo>
                        <a:pt x="24" y="46"/>
                      </a:lnTo>
                      <a:lnTo>
                        <a:pt x="18" y="42"/>
                      </a:lnTo>
                      <a:lnTo>
                        <a:pt x="18" y="36"/>
                      </a:lnTo>
                      <a:lnTo>
                        <a:pt x="18" y="30"/>
                      </a:lnTo>
                      <a:lnTo>
                        <a:pt x="12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9" name="isļíďé"/>
                <p:cNvSpPr/>
                <p:nvPr/>
              </p:nvSpPr>
              <p:spPr bwMode="auto">
                <a:xfrm>
                  <a:off x="7635276" y="3088685"/>
                  <a:ext cx="42693" cy="95272"/>
                </a:xfrm>
                <a:custGeom>
                  <a:avLst/>
                  <a:gdLst>
                    <a:gd name="T0" fmla="*/ 2147483647 w 24"/>
                    <a:gd name="T1" fmla="*/ 0 h 56"/>
                    <a:gd name="T2" fmla="*/ 2147483647 w 24"/>
                    <a:gd name="T3" fmla="*/ 2147483647 h 56"/>
                    <a:gd name="T4" fmla="*/ 2147483647 w 24"/>
                    <a:gd name="T5" fmla="*/ 2147483647 h 56"/>
                    <a:gd name="T6" fmla="*/ 2147483647 w 24"/>
                    <a:gd name="T7" fmla="*/ 2147483647 h 56"/>
                    <a:gd name="T8" fmla="*/ 2147483647 w 24"/>
                    <a:gd name="T9" fmla="*/ 2147483647 h 56"/>
                    <a:gd name="T10" fmla="*/ 2147483647 w 24"/>
                    <a:gd name="T11" fmla="*/ 2147483647 h 56"/>
                    <a:gd name="T12" fmla="*/ 0 w 24"/>
                    <a:gd name="T13" fmla="*/ 2147483647 h 56"/>
                    <a:gd name="T14" fmla="*/ 0 w 24"/>
                    <a:gd name="T15" fmla="*/ 2147483647 h 56"/>
                    <a:gd name="T16" fmla="*/ 2147483647 w 24"/>
                    <a:gd name="T17" fmla="*/ 2147483647 h 56"/>
                    <a:gd name="T18" fmla="*/ 2147483647 w 24"/>
                    <a:gd name="T19" fmla="*/ 2147483647 h 56"/>
                    <a:gd name="T20" fmla="*/ 2147483647 w 24"/>
                    <a:gd name="T21" fmla="*/ 2147483647 h 56"/>
                    <a:gd name="T22" fmla="*/ 2147483647 w 24"/>
                    <a:gd name="T23" fmla="*/ 2147483647 h 56"/>
                    <a:gd name="T24" fmla="*/ 2147483647 w 24"/>
                    <a:gd name="T25" fmla="*/ 0 h 5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"/>
                    <a:gd name="T40" fmla="*/ 0 h 56"/>
                    <a:gd name="T41" fmla="*/ 24 w 24"/>
                    <a:gd name="T42" fmla="*/ 56 h 5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" h="56">
                      <a:moveTo>
                        <a:pt x="24" y="0"/>
                      </a:moveTo>
                      <a:lnTo>
                        <a:pt x="24" y="12"/>
                      </a:lnTo>
                      <a:lnTo>
                        <a:pt x="22" y="32"/>
                      </a:lnTo>
                      <a:lnTo>
                        <a:pt x="16" y="56"/>
                      </a:lnTo>
                      <a:lnTo>
                        <a:pt x="4" y="44"/>
                      </a:lnTo>
                      <a:lnTo>
                        <a:pt x="2" y="38"/>
                      </a:lnTo>
                      <a:lnTo>
                        <a:pt x="0" y="32"/>
                      </a:lnTo>
                      <a:lnTo>
                        <a:pt x="0" y="20"/>
                      </a:lnTo>
                      <a:lnTo>
                        <a:pt x="4" y="10"/>
                      </a:lnTo>
                      <a:lnTo>
                        <a:pt x="8" y="4"/>
                      </a:lnTo>
                      <a:lnTo>
                        <a:pt x="12" y="4"/>
                      </a:lnTo>
                      <a:lnTo>
                        <a:pt x="18" y="2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0" name="îŝlíḓe"/>
                <p:cNvSpPr/>
                <p:nvPr/>
              </p:nvSpPr>
              <p:spPr bwMode="auto">
                <a:xfrm>
                  <a:off x="7346061" y="3242801"/>
                  <a:ext cx="57844" cy="57443"/>
                </a:xfrm>
                <a:custGeom>
                  <a:avLst/>
                  <a:gdLst>
                    <a:gd name="T0" fmla="*/ 2147483647 w 34"/>
                    <a:gd name="T1" fmla="*/ 2147483647 h 36"/>
                    <a:gd name="T2" fmla="*/ 2147483647 w 34"/>
                    <a:gd name="T3" fmla="*/ 2147483647 h 36"/>
                    <a:gd name="T4" fmla="*/ 2147483647 w 34"/>
                    <a:gd name="T5" fmla="*/ 2147483647 h 36"/>
                    <a:gd name="T6" fmla="*/ 2147483647 w 34"/>
                    <a:gd name="T7" fmla="*/ 2147483647 h 36"/>
                    <a:gd name="T8" fmla="*/ 0 w 34"/>
                    <a:gd name="T9" fmla="*/ 2147483647 h 36"/>
                    <a:gd name="T10" fmla="*/ 2147483647 w 34"/>
                    <a:gd name="T11" fmla="*/ 2147483647 h 36"/>
                    <a:gd name="T12" fmla="*/ 2147483647 w 34"/>
                    <a:gd name="T13" fmla="*/ 2147483647 h 36"/>
                    <a:gd name="T14" fmla="*/ 2147483647 w 34"/>
                    <a:gd name="T15" fmla="*/ 2147483647 h 36"/>
                    <a:gd name="T16" fmla="*/ 2147483647 w 34"/>
                    <a:gd name="T17" fmla="*/ 2147483647 h 36"/>
                    <a:gd name="T18" fmla="*/ 2147483647 w 34"/>
                    <a:gd name="T19" fmla="*/ 0 h 36"/>
                    <a:gd name="T20" fmla="*/ 2147483647 w 34"/>
                    <a:gd name="T21" fmla="*/ 2147483647 h 36"/>
                    <a:gd name="T22" fmla="*/ 2147483647 w 34"/>
                    <a:gd name="T23" fmla="*/ 2147483647 h 36"/>
                    <a:gd name="T24" fmla="*/ 2147483647 w 34"/>
                    <a:gd name="T25" fmla="*/ 2147483647 h 36"/>
                    <a:gd name="T26" fmla="*/ 2147483647 w 34"/>
                    <a:gd name="T27" fmla="*/ 2147483647 h 36"/>
                    <a:gd name="T28" fmla="*/ 2147483647 w 34"/>
                    <a:gd name="T29" fmla="*/ 2147483647 h 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4"/>
                    <a:gd name="T46" fmla="*/ 0 h 36"/>
                    <a:gd name="T47" fmla="*/ 34 w 34"/>
                    <a:gd name="T48" fmla="*/ 36 h 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4" h="36">
                      <a:moveTo>
                        <a:pt x="18" y="36"/>
                      </a:moveTo>
                      <a:lnTo>
                        <a:pt x="12" y="34"/>
                      </a:lnTo>
                      <a:lnTo>
                        <a:pt x="6" y="30"/>
                      </a:lnTo>
                      <a:lnTo>
                        <a:pt x="2" y="24"/>
                      </a:lnTo>
                      <a:lnTo>
                        <a:pt x="0" y="20"/>
                      </a:lnTo>
                      <a:lnTo>
                        <a:pt x="2" y="16"/>
                      </a:lnTo>
                      <a:lnTo>
                        <a:pt x="4" y="12"/>
                      </a:lnTo>
                      <a:lnTo>
                        <a:pt x="12" y="6"/>
                      </a:lnTo>
                      <a:lnTo>
                        <a:pt x="26" y="2"/>
                      </a:lnTo>
                      <a:lnTo>
                        <a:pt x="34" y="0"/>
                      </a:lnTo>
                      <a:lnTo>
                        <a:pt x="34" y="10"/>
                      </a:lnTo>
                      <a:lnTo>
                        <a:pt x="30" y="20"/>
                      </a:lnTo>
                      <a:lnTo>
                        <a:pt x="24" y="32"/>
                      </a:lnTo>
                      <a:lnTo>
                        <a:pt x="22" y="34"/>
                      </a:lnTo>
                      <a:lnTo>
                        <a:pt x="18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1" name="iṧliḍê"/>
                <p:cNvSpPr/>
                <p:nvPr/>
              </p:nvSpPr>
              <p:spPr bwMode="auto">
                <a:xfrm>
                  <a:off x="6569313" y="3560840"/>
                  <a:ext cx="64729" cy="120491"/>
                </a:xfrm>
                <a:custGeom>
                  <a:avLst/>
                  <a:gdLst>
                    <a:gd name="T0" fmla="*/ 2147483647 w 36"/>
                    <a:gd name="T1" fmla="*/ 2147483647 h 70"/>
                    <a:gd name="T2" fmla="*/ 2147483647 w 36"/>
                    <a:gd name="T3" fmla="*/ 2147483647 h 70"/>
                    <a:gd name="T4" fmla="*/ 2147483647 w 36"/>
                    <a:gd name="T5" fmla="*/ 2147483647 h 70"/>
                    <a:gd name="T6" fmla="*/ 2147483647 w 36"/>
                    <a:gd name="T7" fmla="*/ 2147483647 h 70"/>
                    <a:gd name="T8" fmla="*/ 2147483647 w 36"/>
                    <a:gd name="T9" fmla="*/ 2147483647 h 70"/>
                    <a:gd name="T10" fmla="*/ 2147483647 w 36"/>
                    <a:gd name="T11" fmla="*/ 2147483647 h 70"/>
                    <a:gd name="T12" fmla="*/ 2147483647 w 36"/>
                    <a:gd name="T13" fmla="*/ 2147483647 h 70"/>
                    <a:gd name="T14" fmla="*/ 2147483647 w 36"/>
                    <a:gd name="T15" fmla="*/ 2147483647 h 70"/>
                    <a:gd name="T16" fmla="*/ 2147483647 w 36"/>
                    <a:gd name="T17" fmla="*/ 2147483647 h 70"/>
                    <a:gd name="T18" fmla="*/ 2147483647 w 36"/>
                    <a:gd name="T19" fmla="*/ 2147483647 h 70"/>
                    <a:gd name="T20" fmla="*/ 0 w 36"/>
                    <a:gd name="T21" fmla="*/ 2147483647 h 70"/>
                    <a:gd name="T22" fmla="*/ 2147483647 w 36"/>
                    <a:gd name="T23" fmla="*/ 2147483647 h 70"/>
                    <a:gd name="T24" fmla="*/ 2147483647 w 36"/>
                    <a:gd name="T25" fmla="*/ 2147483647 h 70"/>
                    <a:gd name="T26" fmla="*/ 2147483647 w 36"/>
                    <a:gd name="T27" fmla="*/ 2147483647 h 70"/>
                    <a:gd name="T28" fmla="*/ 2147483647 w 36"/>
                    <a:gd name="T29" fmla="*/ 0 h 70"/>
                    <a:gd name="T30" fmla="*/ 2147483647 w 36"/>
                    <a:gd name="T31" fmla="*/ 2147483647 h 70"/>
                    <a:gd name="T32" fmla="*/ 2147483647 w 36"/>
                    <a:gd name="T33" fmla="*/ 2147483647 h 70"/>
                    <a:gd name="T34" fmla="*/ 2147483647 w 36"/>
                    <a:gd name="T35" fmla="*/ 2147483647 h 70"/>
                    <a:gd name="T36" fmla="*/ 2147483647 w 36"/>
                    <a:gd name="T37" fmla="*/ 2147483647 h 70"/>
                    <a:gd name="T38" fmla="*/ 2147483647 w 36"/>
                    <a:gd name="T39" fmla="*/ 2147483647 h 70"/>
                    <a:gd name="T40" fmla="*/ 2147483647 w 36"/>
                    <a:gd name="T41" fmla="*/ 2147483647 h 7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6"/>
                    <a:gd name="T64" fmla="*/ 0 h 70"/>
                    <a:gd name="T65" fmla="*/ 36 w 36"/>
                    <a:gd name="T66" fmla="*/ 70 h 70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6" h="70">
                      <a:moveTo>
                        <a:pt x="36" y="52"/>
                      </a:moveTo>
                      <a:lnTo>
                        <a:pt x="34" y="58"/>
                      </a:lnTo>
                      <a:lnTo>
                        <a:pt x="30" y="64"/>
                      </a:lnTo>
                      <a:lnTo>
                        <a:pt x="22" y="68"/>
                      </a:lnTo>
                      <a:lnTo>
                        <a:pt x="16" y="70"/>
                      </a:lnTo>
                      <a:lnTo>
                        <a:pt x="12" y="68"/>
                      </a:lnTo>
                      <a:lnTo>
                        <a:pt x="8" y="64"/>
                      </a:lnTo>
                      <a:lnTo>
                        <a:pt x="6" y="60"/>
                      </a:lnTo>
                      <a:lnTo>
                        <a:pt x="4" y="54"/>
                      </a:lnTo>
                      <a:lnTo>
                        <a:pt x="2" y="44"/>
                      </a:lnTo>
                      <a:lnTo>
                        <a:pt x="0" y="34"/>
                      </a:lnTo>
                      <a:lnTo>
                        <a:pt x="2" y="24"/>
                      </a:lnTo>
                      <a:lnTo>
                        <a:pt x="4" y="18"/>
                      </a:lnTo>
                      <a:lnTo>
                        <a:pt x="6" y="10"/>
                      </a:lnTo>
                      <a:lnTo>
                        <a:pt x="8" y="0"/>
                      </a:lnTo>
                      <a:lnTo>
                        <a:pt x="14" y="2"/>
                      </a:lnTo>
                      <a:lnTo>
                        <a:pt x="16" y="8"/>
                      </a:lnTo>
                      <a:lnTo>
                        <a:pt x="26" y="20"/>
                      </a:lnTo>
                      <a:lnTo>
                        <a:pt x="34" y="36"/>
                      </a:lnTo>
                      <a:lnTo>
                        <a:pt x="36" y="44"/>
                      </a:lnTo>
                      <a:lnTo>
                        <a:pt x="36" y="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2" name="îšḷidè"/>
                <p:cNvSpPr/>
                <p:nvPr/>
              </p:nvSpPr>
              <p:spPr bwMode="auto">
                <a:xfrm>
                  <a:off x="7139479" y="3144726"/>
                  <a:ext cx="261671" cy="452541"/>
                </a:xfrm>
                <a:custGeom>
                  <a:avLst/>
                  <a:gdLst>
                    <a:gd name="T0" fmla="*/ 2147483647 w 150"/>
                    <a:gd name="T1" fmla="*/ 2147483647 h 270"/>
                    <a:gd name="T2" fmla="*/ 2147483647 w 150"/>
                    <a:gd name="T3" fmla="*/ 2147483647 h 270"/>
                    <a:gd name="T4" fmla="*/ 2147483647 w 150"/>
                    <a:gd name="T5" fmla="*/ 2147483647 h 270"/>
                    <a:gd name="T6" fmla="*/ 2147483647 w 150"/>
                    <a:gd name="T7" fmla="*/ 2147483647 h 270"/>
                    <a:gd name="T8" fmla="*/ 2147483647 w 150"/>
                    <a:gd name="T9" fmla="*/ 2147483647 h 270"/>
                    <a:gd name="T10" fmla="*/ 2147483647 w 150"/>
                    <a:gd name="T11" fmla="*/ 2147483647 h 270"/>
                    <a:gd name="T12" fmla="*/ 2147483647 w 150"/>
                    <a:gd name="T13" fmla="*/ 2147483647 h 270"/>
                    <a:gd name="T14" fmla="*/ 2147483647 w 150"/>
                    <a:gd name="T15" fmla="*/ 2147483647 h 270"/>
                    <a:gd name="T16" fmla="*/ 2147483647 w 150"/>
                    <a:gd name="T17" fmla="*/ 2147483647 h 270"/>
                    <a:gd name="T18" fmla="*/ 2147483647 w 150"/>
                    <a:gd name="T19" fmla="*/ 2147483647 h 270"/>
                    <a:gd name="T20" fmla="*/ 2147483647 w 150"/>
                    <a:gd name="T21" fmla="*/ 2147483647 h 270"/>
                    <a:gd name="T22" fmla="*/ 2147483647 w 150"/>
                    <a:gd name="T23" fmla="*/ 2147483647 h 270"/>
                    <a:gd name="T24" fmla="*/ 2147483647 w 150"/>
                    <a:gd name="T25" fmla="*/ 2147483647 h 270"/>
                    <a:gd name="T26" fmla="*/ 2147483647 w 150"/>
                    <a:gd name="T27" fmla="*/ 2147483647 h 270"/>
                    <a:gd name="T28" fmla="*/ 2147483647 w 150"/>
                    <a:gd name="T29" fmla="*/ 2147483647 h 270"/>
                    <a:gd name="T30" fmla="*/ 2147483647 w 150"/>
                    <a:gd name="T31" fmla="*/ 2147483647 h 270"/>
                    <a:gd name="T32" fmla="*/ 2147483647 w 150"/>
                    <a:gd name="T33" fmla="*/ 2147483647 h 270"/>
                    <a:gd name="T34" fmla="*/ 2147483647 w 150"/>
                    <a:gd name="T35" fmla="*/ 2147483647 h 270"/>
                    <a:gd name="T36" fmla="*/ 0 w 150"/>
                    <a:gd name="T37" fmla="*/ 2147483647 h 270"/>
                    <a:gd name="T38" fmla="*/ 2147483647 w 150"/>
                    <a:gd name="T39" fmla="*/ 2147483647 h 270"/>
                    <a:gd name="T40" fmla="*/ 2147483647 w 150"/>
                    <a:gd name="T41" fmla="*/ 2147483647 h 270"/>
                    <a:gd name="T42" fmla="*/ 2147483647 w 150"/>
                    <a:gd name="T43" fmla="*/ 2147483647 h 270"/>
                    <a:gd name="T44" fmla="*/ 2147483647 w 150"/>
                    <a:gd name="T45" fmla="*/ 2147483647 h 270"/>
                    <a:gd name="T46" fmla="*/ 2147483647 w 150"/>
                    <a:gd name="T47" fmla="*/ 2147483647 h 270"/>
                    <a:gd name="T48" fmla="*/ 2147483647 w 150"/>
                    <a:gd name="T49" fmla="*/ 2147483647 h 270"/>
                    <a:gd name="T50" fmla="*/ 2147483647 w 150"/>
                    <a:gd name="T51" fmla="*/ 2147483647 h 270"/>
                    <a:gd name="T52" fmla="*/ 2147483647 w 150"/>
                    <a:gd name="T53" fmla="*/ 2147483647 h 270"/>
                    <a:gd name="T54" fmla="*/ 2147483647 w 150"/>
                    <a:gd name="T55" fmla="*/ 2147483647 h 270"/>
                    <a:gd name="T56" fmla="*/ 2147483647 w 150"/>
                    <a:gd name="T57" fmla="*/ 2147483647 h 270"/>
                    <a:gd name="T58" fmla="*/ 2147483647 w 150"/>
                    <a:gd name="T59" fmla="*/ 2147483647 h 270"/>
                    <a:gd name="T60" fmla="*/ 2147483647 w 150"/>
                    <a:gd name="T61" fmla="*/ 2147483647 h 270"/>
                    <a:gd name="T62" fmla="*/ 2147483647 w 150"/>
                    <a:gd name="T63" fmla="*/ 2147483647 h 270"/>
                    <a:gd name="T64" fmla="*/ 2147483647 w 150"/>
                    <a:gd name="T65" fmla="*/ 2147483647 h 270"/>
                    <a:gd name="T66" fmla="*/ 2147483647 w 150"/>
                    <a:gd name="T67" fmla="*/ 2147483647 h 270"/>
                    <a:gd name="T68" fmla="*/ 2147483647 w 150"/>
                    <a:gd name="T69" fmla="*/ 2147483647 h 270"/>
                    <a:gd name="T70" fmla="*/ 2147483647 w 150"/>
                    <a:gd name="T71" fmla="*/ 2147483647 h 270"/>
                    <a:gd name="T72" fmla="*/ 2147483647 w 150"/>
                    <a:gd name="T73" fmla="*/ 2147483647 h 270"/>
                    <a:gd name="T74" fmla="*/ 2147483647 w 150"/>
                    <a:gd name="T75" fmla="*/ 2147483647 h 270"/>
                    <a:gd name="T76" fmla="*/ 2147483647 w 150"/>
                    <a:gd name="T77" fmla="*/ 2147483647 h 270"/>
                    <a:gd name="T78" fmla="*/ 2147483647 w 150"/>
                    <a:gd name="T79" fmla="*/ 2147483647 h 270"/>
                    <a:gd name="T80" fmla="*/ 2147483647 w 150"/>
                    <a:gd name="T81" fmla="*/ 2147483647 h 270"/>
                    <a:gd name="T82" fmla="*/ 2147483647 w 150"/>
                    <a:gd name="T83" fmla="*/ 2147483647 h 270"/>
                    <a:gd name="T84" fmla="*/ 2147483647 w 150"/>
                    <a:gd name="T85" fmla="*/ 2147483647 h 270"/>
                    <a:gd name="T86" fmla="*/ 2147483647 w 150"/>
                    <a:gd name="T87" fmla="*/ 2147483647 h 270"/>
                    <a:gd name="T88" fmla="*/ 2147483647 w 150"/>
                    <a:gd name="T89" fmla="*/ 2147483647 h 270"/>
                    <a:gd name="T90" fmla="*/ 2147483647 w 150"/>
                    <a:gd name="T91" fmla="*/ 2147483647 h 270"/>
                    <a:gd name="T92" fmla="*/ 2147483647 w 150"/>
                    <a:gd name="T93" fmla="*/ 2147483647 h 270"/>
                    <a:gd name="T94" fmla="*/ 2147483647 w 150"/>
                    <a:gd name="T95" fmla="*/ 2147483647 h 270"/>
                    <a:gd name="T96" fmla="*/ 2147483647 w 150"/>
                    <a:gd name="T97" fmla="*/ 2147483647 h 270"/>
                    <a:gd name="T98" fmla="*/ 2147483647 w 150"/>
                    <a:gd name="T99" fmla="*/ 2147483647 h 27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50"/>
                    <a:gd name="T151" fmla="*/ 0 h 270"/>
                    <a:gd name="T152" fmla="*/ 150 w 150"/>
                    <a:gd name="T153" fmla="*/ 270 h 27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50" h="270">
                      <a:moveTo>
                        <a:pt x="64" y="232"/>
                      </a:moveTo>
                      <a:lnTo>
                        <a:pt x="70" y="228"/>
                      </a:lnTo>
                      <a:lnTo>
                        <a:pt x="78" y="226"/>
                      </a:lnTo>
                      <a:lnTo>
                        <a:pt x="96" y="220"/>
                      </a:lnTo>
                      <a:lnTo>
                        <a:pt x="92" y="216"/>
                      </a:lnTo>
                      <a:lnTo>
                        <a:pt x="90" y="216"/>
                      </a:lnTo>
                      <a:lnTo>
                        <a:pt x="88" y="214"/>
                      </a:lnTo>
                      <a:lnTo>
                        <a:pt x="112" y="200"/>
                      </a:lnTo>
                      <a:lnTo>
                        <a:pt x="114" y="198"/>
                      </a:lnTo>
                      <a:lnTo>
                        <a:pt x="116" y="194"/>
                      </a:lnTo>
                      <a:lnTo>
                        <a:pt x="114" y="190"/>
                      </a:lnTo>
                      <a:lnTo>
                        <a:pt x="114" y="186"/>
                      </a:lnTo>
                      <a:lnTo>
                        <a:pt x="114" y="182"/>
                      </a:lnTo>
                      <a:lnTo>
                        <a:pt x="112" y="176"/>
                      </a:lnTo>
                      <a:lnTo>
                        <a:pt x="112" y="160"/>
                      </a:lnTo>
                      <a:lnTo>
                        <a:pt x="106" y="146"/>
                      </a:lnTo>
                      <a:lnTo>
                        <a:pt x="100" y="136"/>
                      </a:lnTo>
                      <a:lnTo>
                        <a:pt x="86" y="118"/>
                      </a:lnTo>
                      <a:lnTo>
                        <a:pt x="82" y="112"/>
                      </a:lnTo>
                      <a:lnTo>
                        <a:pt x="76" y="106"/>
                      </a:lnTo>
                      <a:lnTo>
                        <a:pt x="70" y="106"/>
                      </a:lnTo>
                      <a:lnTo>
                        <a:pt x="68" y="102"/>
                      </a:lnTo>
                      <a:lnTo>
                        <a:pt x="66" y="96"/>
                      </a:lnTo>
                      <a:lnTo>
                        <a:pt x="60" y="92"/>
                      </a:lnTo>
                      <a:lnTo>
                        <a:pt x="52" y="86"/>
                      </a:lnTo>
                      <a:lnTo>
                        <a:pt x="42" y="78"/>
                      </a:lnTo>
                      <a:lnTo>
                        <a:pt x="34" y="70"/>
                      </a:lnTo>
                      <a:lnTo>
                        <a:pt x="32" y="64"/>
                      </a:lnTo>
                      <a:lnTo>
                        <a:pt x="30" y="60"/>
                      </a:lnTo>
                      <a:lnTo>
                        <a:pt x="38" y="58"/>
                      </a:lnTo>
                      <a:lnTo>
                        <a:pt x="42" y="54"/>
                      </a:lnTo>
                      <a:lnTo>
                        <a:pt x="42" y="48"/>
                      </a:lnTo>
                      <a:lnTo>
                        <a:pt x="26" y="44"/>
                      </a:lnTo>
                      <a:lnTo>
                        <a:pt x="14" y="38"/>
                      </a:lnTo>
                      <a:lnTo>
                        <a:pt x="8" y="34"/>
                      </a:lnTo>
                      <a:lnTo>
                        <a:pt x="4" y="30"/>
                      </a:lnTo>
                      <a:lnTo>
                        <a:pt x="0" y="24"/>
                      </a:lnTo>
                      <a:lnTo>
                        <a:pt x="0" y="18"/>
                      </a:lnTo>
                      <a:lnTo>
                        <a:pt x="0" y="14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26" y="12"/>
                      </a:lnTo>
                      <a:lnTo>
                        <a:pt x="34" y="6"/>
                      </a:lnTo>
                      <a:lnTo>
                        <a:pt x="42" y="2"/>
                      </a:lnTo>
                      <a:lnTo>
                        <a:pt x="50" y="0"/>
                      </a:lnTo>
                      <a:lnTo>
                        <a:pt x="56" y="2"/>
                      </a:lnTo>
                      <a:lnTo>
                        <a:pt x="60" y="4"/>
                      </a:lnTo>
                      <a:lnTo>
                        <a:pt x="66" y="6"/>
                      </a:lnTo>
                      <a:lnTo>
                        <a:pt x="70" y="6"/>
                      </a:lnTo>
                      <a:lnTo>
                        <a:pt x="72" y="12"/>
                      </a:lnTo>
                      <a:lnTo>
                        <a:pt x="74" y="16"/>
                      </a:lnTo>
                      <a:lnTo>
                        <a:pt x="82" y="24"/>
                      </a:lnTo>
                      <a:lnTo>
                        <a:pt x="90" y="28"/>
                      </a:lnTo>
                      <a:lnTo>
                        <a:pt x="98" y="30"/>
                      </a:lnTo>
                      <a:lnTo>
                        <a:pt x="96" y="36"/>
                      </a:lnTo>
                      <a:lnTo>
                        <a:pt x="94" y="42"/>
                      </a:lnTo>
                      <a:lnTo>
                        <a:pt x="90" y="42"/>
                      </a:lnTo>
                      <a:lnTo>
                        <a:pt x="84" y="42"/>
                      </a:lnTo>
                      <a:lnTo>
                        <a:pt x="82" y="42"/>
                      </a:lnTo>
                      <a:lnTo>
                        <a:pt x="82" y="48"/>
                      </a:lnTo>
                      <a:lnTo>
                        <a:pt x="80" y="52"/>
                      </a:lnTo>
                      <a:lnTo>
                        <a:pt x="76" y="56"/>
                      </a:lnTo>
                      <a:lnTo>
                        <a:pt x="72" y="64"/>
                      </a:lnTo>
                      <a:lnTo>
                        <a:pt x="70" y="70"/>
                      </a:lnTo>
                      <a:lnTo>
                        <a:pt x="72" y="84"/>
                      </a:lnTo>
                      <a:lnTo>
                        <a:pt x="76" y="88"/>
                      </a:lnTo>
                      <a:lnTo>
                        <a:pt x="78" y="92"/>
                      </a:lnTo>
                      <a:lnTo>
                        <a:pt x="86" y="96"/>
                      </a:lnTo>
                      <a:lnTo>
                        <a:pt x="98" y="110"/>
                      </a:lnTo>
                      <a:lnTo>
                        <a:pt x="110" y="124"/>
                      </a:lnTo>
                      <a:lnTo>
                        <a:pt x="122" y="136"/>
                      </a:lnTo>
                      <a:lnTo>
                        <a:pt x="138" y="148"/>
                      </a:lnTo>
                      <a:lnTo>
                        <a:pt x="138" y="156"/>
                      </a:lnTo>
                      <a:lnTo>
                        <a:pt x="142" y="170"/>
                      </a:lnTo>
                      <a:lnTo>
                        <a:pt x="150" y="192"/>
                      </a:lnTo>
                      <a:lnTo>
                        <a:pt x="146" y="198"/>
                      </a:lnTo>
                      <a:lnTo>
                        <a:pt x="146" y="204"/>
                      </a:lnTo>
                      <a:lnTo>
                        <a:pt x="146" y="210"/>
                      </a:lnTo>
                      <a:lnTo>
                        <a:pt x="144" y="214"/>
                      </a:lnTo>
                      <a:lnTo>
                        <a:pt x="138" y="220"/>
                      </a:lnTo>
                      <a:lnTo>
                        <a:pt x="128" y="228"/>
                      </a:lnTo>
                      <a:lnTo>
                        <a:pt x="120" y="232"/>
                      </a:lnTo>
                      <a:lnTo>
                        <a:pt x="112" y="234"/>
                      </a:lnTo>
                      <a:lnTo>
                        <a:pt x="104" y="242"/>
                      </a:lnTo>
                      <a:lnTo>
                        <a:pt x="98" y="254"/>
                      </a:lnTo>
                      <a:lnTo>
                        <a:pt x="88" y="266"/>
                      </a:lnTo>
                      <a:lnTo>
                        <a:pt x="84" y="270"/>
                      </a:lnTo>
                      <a:lnTo>
                        <a:pt x="78" y="270"/>
                      </a:lnTo>
                      <a:lnTo>
                        <a:pt x="76" y="270"/>
                      </a:lnTo>
                      <a:lnTo>
                        <a:pt x="74" y="268"/>
                      </a:lnTo>
                      <a:lnTo>
                        <a:pt x="74" y="260"/>
                      </a:lnTo>
                      <a:lnTo>
                        <a:pt x="74" y="252"/>
                      </a:lnTo>
                      <a:lnTo>
                        <a:pt x="76" y="246"/>
                      </a:lnTo>
                      <a:lnTo>
                        <a:pt x="76" y="242"/>
                      </a:lnTo>
                      <a:lnTo>
                        <a:pt x="74" y="236"/>
                      </a:lnTo>
                      <a:lnTo>
                        <a:pt x="70" y="236"/>
                      </a:lnTo>
                      <a:lnTo>
                        <a:pt x="66" y="234"/>
                      </a:lnTo>
                      <a:lnTo>
                        <a:pt x="62" y="234"/>
                      </a:lnTo>
                      <a:lnTo>
                        <a:pt x="60" y="234"/>
                      </a:lnTo>
                      <a:lnTo>
                        <a:pt x="64" y="2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3" name="íṧľîḓè"/>
                <p:cNvSpPr/>
                <p:nvPr/>
              </p:nvSpPr>
              <p:spPr bwMode="auto">
                <a:xfrm>
                  <a:off x="7191813" y="3412329"/>
                  <a:ext cx="151494" cy="127496"/>
                </a:xfrm>
                <a:custGeom>
                  <a:avLst/>
                  <a:gdLst>
                    <a:gd name="T0" fmla="*/ 2147483647 w 86"/>
                    <a:gd name="T1" fmla="*/ 0 h 76"/>
                    <a:gd name="T2" fmla="*/ 2147483647 w 86"/>
                    <a:gd name="T3" fmla="*/ 0 h 76"/>
                    <a:gd name="T4" fmla="*/ 2147483647 w 86"/>
                    <a:gd name="T5" fmla="*/ 2147483647 h 76"/>
                    <a:gd name="T6" fmla="*/ 2147483647 w 86"/>
                    <a:gd name="T7" fmla="*/ 0 h 76"/>
                    <a:gd name="T8" fmla="*/ 2147483647 w 86"/>
                    <a:gd name="T9" fmla="*/ 0 h 76"/>
                    <a:gd name="T10" fmla="*/ 2147483647 w 86"/>
                    <a:gd name="T11" fmla="*/ 0 h 76"/>
                    <a:gd name="T12" fmla="*/ 2147483647 w 86"/>
                    <a:gd name="T13" fmla="*/ 2147483647 h 76"/>
                    <a:gd name="T14" fmla="*/ 2147483647 w 86"/>
                    <a:gd name="T15" fmla="*/ 2147483647 h 76"/>
                    <a:gd name="T16" fmla="*/ 2147483647 w 86"/>
                    <a:gd name="T17" fmla="*/ 2147483647 h 76"/>
                    <a:gd name="T18" fmla="*/ 2147483647 w 86"/>
                    <a:gd name="T19" fmla="*/ 2147483647 h 76"/>
                    <a:gd name="T20" fmla="*/ 2147483647 w 86"/>
                    <a:gd name="T21" fmla="*/ 2147483647 h 76"/>
                    <a:gd name="T22" fmla="*/ 2147483647 w 86"/>
                    <a:gd name="T23" fmla="*/ 2147483647 h 76"/>
                    <a:gd name="T24" fmla="*/ 2147483647 w 86"/>
                    <a:gd name="T25" fmla="*/ 2147483647 h 76"/>
                    <a:gd name="T26" fmla="*/ 2147483647 w 86"/>
                    <a:gd name="T27" fmla="*/ 2147483647 h 76"/>
                    <a:gd name="T28" fmla="*/ 2147483647 w 86"/>
                    <a:gd name="T29" fmla="*/ 2147483647 h 76"/>
                    <a:gd name="T30" fmla="*/ 2147483647 w 86"/>
                    <a:gd name="T31" fmla="*/ 2147483647 h 76"/>
                    <a:gd name="T32" fmla="*/ 2147483647 w 86"/>
                    <a:gd name="T33" fmla="*/ 2147483647 h 76"/>
                    <a:gd name="T34" fmla="*/ 0 w 86"/>
                    <a:gd name="T35" fmla="*/ 2147483647 h 76"/>
                    <a:gd name="T36" fmla="*/ 2147483647 w 86"/>
                    <a:gd name="T37" fmla="*/ 2147483647 h 76"/>
                    <a:gd name="T38" fmla="*/ 2147483647 w 86"/>
                    <a:gd name="T39" fmla="*/ 2147483647 h 76"/>
                    <a:gd name="T40" fmla="*/ 2147483647 w 86"/>
                    <a:gd name="T41" fmla="*/ 2147483647 h 76"/>
                    <a:gd name="T42" fmla="*/ 2147483647 w 86"/>
                    <a:gd name="T43" fmla="*/ 2147483647 h 76"/>
                    <a:gd name="T44" fmla="*/ 2147483647 w 86"/>
                    <a:gd name="T45" fmla="*/ 2147483647 h 76"/>
                    <a:gd name="T46" fmla="*/ 2147483647 w 86"/>
                    <a:gd name="T47" fmla="*/ 2147483647 h 76"/>
                    <a:gd name="T48" fmla="*/ 2147483647 w 86"/>
                    <a:gd name="T49" fmla="*/ 2147483647 h 76"/>
                    <a:gd name="T50" fmla="*/ 2147483647 w 86"/>
                    <a:gd name="T51" fmla="*/ 2147483647 h 76"/>
                    <a:gd name="T52" fmla="*/ 2147483647 w 86"/>
                    <a:gd name="T53" fmla="*/ 2147483647 h 76"/>
                    <a:gd name="T54" fmla="*/ 2147483647 w 86"/>
                    <a:gd name="T55" fmla="*/ 2147483647 h 76"/>
                    <a:gd name="T56" fmla="*/ 2147483647 w 86"/>
                    <a:gd name="T57" fmla="*/ 2147483647 h 76"/>
                    <a:gd name="T58" fmla="*/ 2147483647 w 86"/>
                    <a:gd name="T59" fmla="*/ 2147483647 h 76"/>
                    <a:gd name="T60" fmla="*/ 2147483647 w 86"/>
                    <a:gd name="T61" fmla="*/ 2147483647 h 76"/>
                    <a:gd name="T62" fmla="*/ 2147483647 w 86"/>
                    <a:gd name="T63" fmla="*/ 2147483647 h 76"/>
                    <a:gd name="T64" fmla="*/ 2147483647 w 86"/>
                    <a:gd name="T65" fmla="*/ 2147483647 h 76"/>
                    <a:gd name="T66" fmla="*/ 2147483647 w 86"/>
                    <a:gd name="T67" fmla="*/ 2147483647 h 76"/>
                    <a:gd name="T68" fmla="*/ 2147483647 w 86"/>
                    <a:gd name="T69" fmla="*/ 2147483647 h 76"/>
                    <a:gd name="T70" fmla="*/ 2147483647 w 86"/>
                    <a:gd name="T71" fmla="*/ 2147483647 h 76"/>
                    <a:gd name="T72" fmla="*/ 2147483647 w 86"/>
                    <a:gd name="T73" fmla="*/ 2147483647 h 76"/>
                    <a:gd name="T74" fmla="*/ 2147483647 w 86"/>
                    <a:gd name="T75" fmla="*/ 2147483647 h 76"/>
                    <a:gd name="T76" fmla="*/ 2147483647 w 86"/>
                    <a:gd name="T77" fmla="*/ 2147483647 h 76"/>
                    <a:gd name="T78" fmla="*/ 2147483647 w 86"/>
                    <a:gd name="T79" fmla="*/ 2147483647 h 76"/>
                    <a:gd name="T80" fmla="*/ 2147483647 w 86"/>
                    <a:gd name="T81" fmla="*/ 2147483647 h 76"/>
                    <a:gd name="T82" fmla="*/ 2147483647 w 86"/>
                    <a:gd name="T83" fmla="*/ 2147483647 h 76"/>
                    <a:gd name="T84" fmla="*/ 2147483647 w 86"/>
                    <a:gd name="T85" fmla="*/ 2147483647 h 76"/>
                    <a:gd name="T86" fmla="*/ 2147483647 w 86"/>
                    <a:gd name="T87" fmla="*/ 2147483647 h 76"/>
                    <a:gd name="T88" fmla="*/ 2147483647 w 86"/>
                    <a:gd name="T89" fmla="*/ 0 h 76"/>
                    <a:gd name="T90" fmla="*/ 2147483647 w 86"/>
                    <a:gd name="T91" fmla="*/ 0 h 7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86"/>
                    <a:gd name="T139" fmla="*/ 0 h 76"/>
                    <a:gd name="T140" fmla="*/ 86 w 86"/>
                    <a:gd name="T141" fmla="*/ 76 h 76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86" h="76">
                      <a:moveTo>
                        <a:pt x="80" y="0"/>
                      </a:moveTo>
                      <a:lnTo>
                        <a:pt x="78" y="0"/>
                      </a:lnTo>
                      <a:lnTo>
                        <a:pt x="74" y="2"/>
                      </a:lnTo>
                      <a:lnTo>
                        <a:pt x="70" y="0"/>
                      </a:lnTo>
                      <a:lnTo>
                        <a:pt x="66" y="0"/>
                      </a:lnTo>
                      <a:lnTo>
                        <a:pt x="62" y="0"/>
                      </a:lnTo>
                      <a:lnTo>
                        <a:pt x="60" y="4"/>
                      </a:lnTo>
                      <a:lnTo>
                        <a:pt x="58" y="10"/>
                      </a:lnTo>
                      <a:lnTo>
                        <a:pt x="52" y="8"/>
                      </a:lnTo>
                      <a:lnTo>
                        <a:pt x="46" y="4"/>
                      </a:lnTo>
                      <a:lnTo>
                        <a:pt x="40" y="2"/>
                      </a:lnTo>
                      <a:lnTo>
                        <a:pt x="30" y="2"/>
                      </a:lnTo>
                      <a:lnTo>
                        <a:pt x="18" y="2"/>
                      </a:lnTo>
                      <a:lnTo>
                        <a:pt x="10" y="6"/>
                      </a:lnTo>
                      <a:lnTo>
                        <a:pt x="6" y="10"/>
                      </a:lnTo>
                      <a:lnTo>
                        <a:pt x="2" y="14"/>
                      </a:lnTo>
                      <a:lnTo>
                        <a:pt x="2" y="20"/>
                      </a:lnTo>
                      <a:lnTo>
                        <a:pt x="0" y="26"/>
                      </a:lnTo>
                      <a:lnTo>
                        <a:pt x="2" y="30"/>
                      </a:lnTo>
                      <a:lnTo>
                        <a:pt x="4" y="36"/>
                      </a:lnTo>
                      <a:lnTo>
                        <a:pt x="6" y="40"/>
                      </a:lnTo>
                      <a:lnTo>
                        <a:pt x="8" y="46"/>
                      </a:lnTo>
                      <a:lnTo>
                        <a:pt x="10" y="52"/>
                      </a:lnTo>
                      <a:lnTo>
                        <a:pt x="10" y="54"/>
                      </a:lnTo>
                      <a:lnTo>
                        <a:pt x="12" y="58"/>
                      </a:lnTo>
                      <a:lnTo>
                        <a:pt x="14" y="62"/>
                      </a:lnTo>
                      <a:lnTo>
                        <a:pt x="18" y="66"/>
                      </a:lnTo>
                      <a:lnTo>
                        <a:pt x="24" y="66"/>
                      </a:lnTo>
                      <a:lnTo>
                        <a:pt x="24" y="76"/>
                      </a:lnTo>
                      <a:lnTo>
                        <a:pt x="30" y="74"/>
                      </a:lnTo>
                      <a:lnTo>
                        <a:pt x="34" y="72"/>
                      </a:lnTo>
                      <a:lnTo>
                        <a:pt x="40" y="68"/>
                      </a:lnTo>
                      <a:lnTo>
                        <a:pt x="48" y="66"/>
                      </a:lnTo>
                      <a:lnTo>
                        <a:pt x="66" y="60"/>
                      </a:lnTo>
                      <a:lnTo>
                        <a:pt x="62" y="56"/>
                      </a:lnTo>
                      <a:lnTo>
                        <a:pt x="60" y="56"/>
                      </a:lnTo>
                      <a:lnTo>
                        <a:pt x="58" y="54"/>
                      </a:lnTo>
                      <a:lnTo>
                        <a:pt x="82" y="40"/>
                      </a:lnTo>
                      <a:lnTo>
                        <a:pt x="84" y="38"/>
                      </a:lnTo>
                      <a:lnTo>
                        <a:pt x="86" y="34"/>
                      </a:lnTo>
                      <a:lnTo>
                        <a:pt x="84" y="30"/>
                      </a:lnTo>
                      <a:lnTo>
                        <a:pt x="84" y="26"/>
                      </a:lnTo>
                      <a:lnTo>
                        <a:pt x="84" y="22"/>
                      </a:lnTo>
                      <a:lnTo>
                        <a:pt x="82" y="16"/>
                      </a:lnTo>
                      <a:lnTo>
                        <a:pt x="82" y="0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4" name="iṡḻïdé"/>
                <p:cNvSpPr/>
                <p:nvPr/>
              </p:nvSpPr>
              <p:spPr bwMode="auto">
                <a:xfrm>
                  <a:off x="7091277" y="3169945"/>
                  <a:ext cx="243767" cy="260596"/>
                </a:xfrm>
                <a:custGeom>
                  <a:avLst/>
                  <a:gdLst>
                    <a:gd name="T0" fmla="*/ 2147483647 w 140"/>
                    <a:gd name="T1" fmla="*/ 2147483647 h 156"/>
                    <a:gd name="T2" fmla="*/ 2147483647 w 140"/>
                    <a:gd name="T3" fmla="*/ 2147483647 h 156"/>
                    <a:gd name="T4" fmla="*/ 2147483647 w 140"/>
                    <a:gd name="T5" fmla="*/ 2147483647 h 156"/>
                    <a:gd name="T6" fmla="*/ 2147483647 w 140"/>
                    <a:gd name="T7" fmla="*/ 2147483647 h 156"/>
                    <a:gd name="T8" fmla="*/ 2147483647 w 140"/>
                    <a:gd name="T9" fmla="*/ 2147483647 h 156"/>
                    <a:gd name="T10" fmla="*/ 2147483647 w 140"/>
                    <a:gd name="T11" fmla="*/ 2147483647 h 156"/>
                    <a:gd name="T12" fmla="*/ 2147483647 w 140"/>
                    <a:gd name="T13" fmla="*/ 2147483647 h 156"/>
                    <a:gd name="T14" fmla="*/ 2147483647 w 140"/>
                    <a:gd name="T15" fmla="*/ 2147483647 h 156"/>
                    <a:gd name="T16" fmla="*/ 2147483647 w 140"/>
                    <a:gd name="T17" fmla="*/ 2147483647 h 156"/>
                    <a:gd name="T18" fmla="*/ 2147483647 w 140"/>
                    <a:gd name="T19" fmla="*/ 2147483647 h 156"/>
                    <a:gd name="T20" fmla="*/ 2147483647 w 140"/>
                    <a:gd name="T21" fmla="*/ 2147483647 h 156"/>
                    <a:gd name="T22" fmla="*/ 2147483647 w 140"/>
                    <a:gd name="T23" fmla="*/ 2147483647 h 156"/>
                    <a:gd name="T24" fmla="*/ 2147483647 w 140"/>
                    <a:gd name="T25" fmla="*/ 2147483647 h 156"/>
                    <a:gd name="T26" fmla="*/ 2147483647 w 140"/>
                    <a:gd name="T27" fmla="*/ 2147483647 h 156"/>
                    <a:gd name="T28" fmla="*/ 2147483647 w 140"/>
                    <a:gd name="T29" fmla="*/ 2147483647 h 156"/>
                    <a:gd name="T30" fmla="*/ 2147483647 w 140"/>
                    <a:gd name="T31" fmla="*/ 2147483647 h 156"/>
                    <a:gd name="T32" fmla="*/ 0 w 140"/>
                    <a:gd name="T33" fmla="*/ 2147483647 h 156"/>
                    <a:gd name="T34" fmla="*/ 2147483647 w 140"/>
                    <a:gd name="T35" fmla="*/ 2147483647 h 156"/>
                    <a:gd name="T36" fmla="*/ 2147483647 w 140"/>
                    <a:gd name="T37" fmla="*/ 2147483647 h 156"/>
                    <a:gd name="T38" fmla="*/ 2147483647 w 140"/>
                    <a:gd name="T39" fmla="*/ 2147483647 h 156"/>
                    <a:gd name="T40" fmla="*/ 2147483647 w 140"/>
                    <a:gd name="T41" fmla="*/ 2147483647 h 156"/>
                    <a:gd name="T42" fmla="*/ 2147483647 w 140"/>
                    <a:gd name="T43" fmla="*/ 2147483647 h 156"/>
                    <a:gd name="T44" fmla="*/ 2147483647 w 140"/>
                    <a:gd name="T45" fmla="*/ 2147483647 h 156"/>
                    <a:gd name="T46" fmla="*/ 2147483647 w 140"/>
                    <a:gd name="T47" fmla="*/ 2147483647 h 156"/>
                    <a:gd name="T48" fmla="*/ 2147483647 w 140"/>
                    <a:gd name="T49" fmla="*/ 2147483647 h 156"/>
                    <a:gd name="T50" fmla="*/ 2147483647 w 140"/>
                    <a:gd name="T51" fmla="*/ 2147483647 h 156"/>
                    <a:gd name="T52" fmla="*/ 2147483647 w 140"/>
                    <a:gd name="T53" fmla="*/ 2147483647 h 156"/>
                    <a:gd name="T54" fmla="*/ 2147483647 w 140"/>
                    <a:gd name="T55" fmla="*/ 2147483647 h 156"/>
                    <a:gd name="T56" fmla="*/ 2147483647 w 140"/>
                    <a:gd name="T57" fmla="*/ 2147483647 h 156"/>
                    <a:gd name="T58" fmla="*/ 2147483647 w 140"/>
                    <a:gd name="T59" fmla="*/ 2147483647 h 156"/>
                    <a:gd name="T60" fmla="*/ 2147483647 w 140"/>
                    <a:gd name="T61" fmla="*/ 2147483647 h 156"/>
                    <a:gd name="T62" fmla="*/ 2147483647 w 140"/>
                    <a:gd name="T63" fmla="*/ 2147483647 h 156"/>
                    <a:gd name="T64" fmla="*/ 2147483647 w 140"/>
                    <a:gd name="T65" fmla="*/ 2147483647 h 156"/>
                    <a:gd name="T66" fmla="*/ 2147483647 w 140"/>
                    <a:gd name="T67" fmla="*/ 2147483647 h 156"/>
                    <a:gd name="T68" fmla="*/ 2147483647 w 140"/>
                    <a:gd name="T69" fmla="*/ 2147483647 h 156"/>
                    <a:gd name="T70" fmla="*/ 2147483647 w 140"/>
                    <a:gd name="T71" fmla="*/ 2147483647 h 156"/>
                    <a:gd name="T72" fmla="*/ 2147483647 w 140"/>
                    <a:gd name="T73" fmla="*/ 2147483647 h 156"/>
                    <a:gd name="T74" fmla="*/ 2147483647 w 140"/>
                    <a:gd name="T75" fmla="*/ 2147483647 h 156"/>
                    <a:gd name="T76" fmla="*/ 2147483647 w 140"/>
                    <a:gd name="T77" fmla="*/ 2147483647 h 156"/>
                    <a:gd name="T78" fmla="*/ 2147483647 w 140"/>
                    <a:gd name="T79" fmla="*/ 2147483647 h 15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w 140"/>
                    <a:gd name="T121" fmla="*/ 0 h 156"/>
                    <a:gd name="T122" fmla="*/ 140 w 140"/>
                    <a:gd name="T123" fmla="*/ 156 h 15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T120" t="T121" r="T122" b="T123"/>
                  <a:pathLst>
                    <a:path w="140" h="156">
                      <a:moveTo>
                        <a:pt x="104" y="150"/>
                      </a:moveTo>
                      <a:lnTo>
                        <a:pt x="102" y="124"/>
                      </a:lnTo>
                      <a:lnTo>
                        <a:pt x="98" y="120"/>
                      </a:lnTo>
                      <a:lnTo>
                        <a:pt x="94" y="116"/>
                      </a:lnTo>
                      <a:lnTo>
                        <a:pt x="90" y="108"/>
                      </a:lnTo>
                      <a:lnTo>
                        <a:pt x="88" y="102"/>
                      </a:lnTo>
                      <a:lnTo>
                        <a:pt x="88" y="98"/>
                      </a:lnTo>
                      <a:lnTo>
                        <a:pt x="86" y="94"/>
                      </a:lnTo>
                      <a:lnTo>
                        <a:pt x="80" y="90"/>
                      </a:lnTo>
                      <a:lnTo>
                        <a:pt x="74" y="84"/>
                      </a:lnTo>
                      <a:lnTo>
                        <a:pt x="70" y="76"/>
                      </a:lnTo>
                      <a:lnTo>
                        <a:pt x="66" y="76"/>
                      </a:lnTo>
                      <a:lnTo>
                        <a:pt x="62" y="78"/>
                      </a:lnTo>
                      <a:lnTo>
                        <a:pt x="58" y="82"/>
                      </a:lnTo>
                      <a:lnTo>
                        <a:pt x="56" y="86"/>
                      </a:lnTo>
                      <a:lnTo>
                        <a:pt x="52" y="88"/>
                      </a:lnTo>
                      <a:lnTo>
                        <a:pt x="50" y="86"/>
                      </a:lnTo>
                      <a:lnTo>
                        <a:pt x="48" y="84"/>
                      </a:lnTo>
                      <a:lnTo>
                        <a:pt x="46" y="82"/>
                      </a:lnTo>
                      <a:lnTo>
                        <a:pt x="44" y="80"/>
                      </a:lnTo>
                      <a:lnTo>
                        <a:pt x="40" y="80"/>
                      </a:lnTo>
                      <a:lnTo>
                        <a:pt x="36" y="84"/>
                      </a:lnTo>
                      <a:lnTo>
                        <a:pt x="28" y="90"/>
                      </a:lnTo>
                      <a:lnTo>
                        <a:pt x="26" y="70"/>
                      </a:lnTo>
                      <a:lnTo>
                        <a:pt x="26" y="64"/>
                      </a:lnTo>
                      <a:lnTo>
                        <a:pt x="26" y="58"/>
                      </a:lnTo>
                      <a:lnTo>
                        <a:pt x="22" y="56"/>
                      </a:lnTo>
                      <a:lnTo>
                        <a:pt x="18" y="56"/>
                      </a:lnTo>
                      <a:lnTo>
                        <a:pt x="16" y="56"/>
                      </a:lnTo>
                      <a:lnTo>
                        <a:pt x="12" y="56"/>
                      </a:lnTo>
                      <a:lnTo>
                        <a:pt x="8" y="52"/>
                      </a:lnTo>
                      <a:lnTo>
                        <a:pt x="6" y="44"/>
                      </a:lnTo>
                      <a:lnTo>
                        <a:pt x="4" y="40"/>
                      </a:lnTo>
                      <a:lnTo>
                        <a:pt x="0" y="38"/>
                      </a:lnTo>
                      <a:lnTo>
                        <a:pt x="8" y="32"/>
                      </a:lnTo>
                      <a:lnTo>
                        <a:pt x="10" y="28"/>
                      </a:lnTo>
                      <a:lnTo>
                        <a:pt x="10" y="24"/>
                      </a:lnTo>
                      <a:lnTo>
                        <a:pt x="12" y="22"/>
                      </a:lnTo>
                      <a:lnTo>
                        <a:pt x="16" y="18"/>
                      </a:lnTo>
                      <a:lnTo>
                        <a:pt x="20" y="22"/>
                      </a:lnTo>
                      <a:lnTo>
                        <a:pt x="22" y="22"/>
                      </a:lnTo>
                      <a:lnTo>
                        <a:pt x="26" y="20"/>
                      </a:lnTo>
                      <a:lnTo>
                        <a:pt x="22" y="14"/>
                      </a:lnTo>
                      <a:lnTo>
                        <a:pt x="20" y="8"/>
                      </a:lnTo>
                      <a:lnTo>
                        <a:pt x="20" y="4"/>
                      </a:lnTo>
                      <a:lnTo>
                        <a:pt x="22" y="2"/>
                      </a:lnTo>
                      <a:lnTo>
                        <a:pt x="28" y="0"/>
                      </a:lnTo>
                      <a:lnTo>
                        <a:pt x="28" y="4"/>
                      </a:lnTo>
                      <a:lnTo>
                        <a:pt x="28" y="10"/>
                      </a:lnTo>
                      <a:lnTo>
                        <a:pt x="32" y="16"/>
                      </a:lnTo>
                      <a:lnTo>
                        <a:pt x="36" y="20"/>
                      </a:lnTo>
                      <a:lnTo>
                        <a:pt x="42" y="24"/>
                      </a:lnTo>
                      <a:lnTo>
                        <a:pt x="54" y="30"/>
                      </a:lnTo>
                      <a:lnTo>
                        <a:pt x="70" y="34"/>
                      </a:lnTo>
                      <a:lnTo>
                        <a:pt x="70" y="40"/>
                      </a:lnTo>
                      <a:lnTo>
                        <a:pt x="66" y="44"/>
                      </a:lnTo>
                      <a:lnTo>
                        <a:pt x="58" y="46"/>
                      </a:lnTo>
                      <a:lnTo>
                        <a:pt x="60" y="50"/>
                      </a:lnTo>
                      <a:lnTo>
                        <a:pt x="62" y="56"/>
                      </a:lnTo>
                      <a:lnTo>
                        <a:pt x="70" y="64"/>
                      </a:lnTo>
                      <a:lnTo>
                        <a:pt x="80" y="72"/>
                      </a:lnTo>
                      <a:lnTo>
                        <a:pt x="88" y="78"/>
                      </a:lnTo>
                      <a:lnTo>
                        <a:pt x="94" y="82"/>
                      </a:lnTo>
                      <a:lnTo>
                        <a:pt x="96" y="88"/>
                      </a:lnTo>
                      <a:lnTo>
                        <a:pt x="98" y="92"/>
                      </a:lnTo>
                      <a:lnTo>
                        <a:pt x="104" y="92"/>
                      </a:lnTo>
                      <a:lnTo>
                        <a:pt x="110" y="98"/>
                      </a:lnTo>
                      <a:lnTo>
                        <a:pt x="114" y="104"/>
                      </a:lnTo>
                      <a:lnTo>
                        <a:pt x="128" y="122"/>
                      </a:lnTo>
                      <a:lnTo>
                        <a:pt x="134" y="132"/>
                      </a:lnTo>
                      <a:lnTo>
                        <a:pt x="140" y="146"/>
                      </a:lnTo>
                      <a:lnTo>
                        <a:pt x="138" y="146"/>
                      </a:lnTo>
                      <a:lnTo>
                        <a:pt x="136" y="146"/>
                      </a:lnTo>
                      <a:lnTo>
                        <a:pt x="132" y="148"/>
                      </a:lnTo>
                      <a:lnTo>
                        <a:pt x="128" y="146"/>
                      </a:lnTo>
                      <a:lnTo>
                        <a:pt x="124" y="146"/>
                      </a:lnTo>
                      <a:lnTo>
                        <a:pt x="120" y="146"/>
                      </a:lnTo>
                      <a:lnTo>
                        <a:pt x="118" y="150"/>
                      </a:lnTo>
                      <a:lnTo>
                        <a:pt x="116" y="156"/>
                      </a:lnTo>
                      <a:lnTo>
                        <a:pt x="110" y="154"/>
                      </a:lnTo>
                      <a:lnTo>
                        <a:pt x="104" y="1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" name="îšľidê"/>
                <p:cNvSpPr/>
                <p:nvPr/>
              </p:nvSpPr>
              <p:spPr bwMode="auto">
                <a:xfrm>
                  <a:off x="7033433" y="3231593"/>
                  <a:ext cx="238258" cy="453942"/>
                </a:xfrm>
                <a:custGeom>
                  <a:avLst/>
                  <a:gdLst>
                    <a:gd name="T0" fmla="*/ 2147483647 w 136"/>
                    <a:gd name="T1" fmla="*/ 2147483647 h 272"/>
                    <a:gd name="T2" fmla="*/ 2147483647 w 136"/>
                    <a:gd name="T3" fmla="*/ 2147483647 h 272"/>
                    <a:gd name="T4" fmla="*/ 2147483647 w 136"/>
                    <a:gd name="T5" fmla="*/ 2147483647 h 272"/>
                    <a:gd name="T6" fmla="*/ 2147483647 w 136"/>
                    <a:gd name="T7" fmla="*/ 2147483647 h 272"/>
                    <a:gd name="T8" fmla="*/ 2147483647 w 136"/>
                    <a:gd name="T9" fmla="*/ 2147483647 h 272"/>
                    <a:gd name="T10" fmla="*/ 2147483647 w 136"/>
                    <a:gd name="T11" fmla="*/ 2147483647 h 272"/>
                    <a:gd name="T12" fmla="*/ 2147483647 w 136"/>
                    <a:gd name="T13" fmla="*/ 2147483647 h 272"/>
                    <a:gd name="T14" fmla="*/ 2147483647 w 136"/>
                    <a:gd name="T15" fmla="*/ 2147483647 h 272"/>
                    <a:gd name="T16" fmla="*/ 2147483647 w 136"/>
                    <a:gd name="T17" fmla="*/ 2147483647 h 272"/>
                    <a:gd name="T18" fmla="*/ 2147483647 w 136"/>
                    <a:gd name="T19" fmla="*/ 2147483647 h 272"/>
                    <a:gd name="T20" fmla="*/ 2147483647 w 136"/>
                    <a:gd name="T21" fmla="*/ 2147483647 h 272"/>
                    <a:gd name="T22" fmla="*/ 2147483647 w 136"/>
                    <a:gd name="T23" fmla="*/ 2147483647 h 272"/>
                    <a:gd name="T24" fmla="*/ 2147483647 w 136"/>
                    <a:gd name="T25" fmla="*/ 2147483647 h 272"/>
                    <a:gd name="T26" fmla="*/ 2147483647 w 136"/>
                    <a:gd name="T27" fmla="*/ 2147483647 h 272"/>
                    <a:gd name="T28" fmla="*/ 2147483647 w 136"/>
                    <a:gd name="T29" fmla="*/ 2147483647 h 272"/>
                    <a:gd name="T30" fmla="*/ 2147483647 w 136"/>
                    <a:gd name="T31" fmla="*/ 2147483647 h 272"/>
                    <a:gd name="T32" fmla="*/ 2147483647 w 136"/>
                    <a:gd name="T33" fmla="*/ 2147483647 h 272"/>
                    <a:gd name="T34" fmla="*/ 2147483647 w 136"/>
                    <a:gd name="T35" fmla="*/ 2147483647 h 272"/>
                    <a:gd name="T36" fmla="*/ 2147483647 w 136"/>
                    <a:gd name="T37" fmla="*/ 2147483647 h 272"/>
                    <a:gd name="T38" fmla="*/ 2147483647 w 136"/>
                    <a:gd name="T39" fmla="*/ 2147483647 h 272"/>
                    <a:gd name="T40" fmla="*/ 2147483647 w 136"/>
                    <a:gd name="T41" fmla="*/ 2147483647 h 272"/>
                    <a:gd name="T42" fmla="*/ 2147483647 w 136"/>
                    <a:gd name="T43" fmla="*/ 2147483647 h 272"/>
                    <a:gd name="T44" fmla="*/ 2147483647 w 136"/>
                    <a:gd name="T45" fmla="*/ 2147483647 h 272"/>
                    <a:gd name="T46" fmla="*/ 2147483647 w 136"/>
                    <a:gd name="T47" fmla="*/ 2147483647 h 272"/>
                    <a:gd name="T48" fmla="*/ 2147483647 w 136"/>
                    <a:gd name="T49" fmla="*/ 2147483647 h 272"/>
                    <a:gd name="T50" fmla="*/ 2147483647 w 136"/>
                    <a:gd name="T51" fmla="*/ 2147483647 h 272"/>
                    <a:gd name="T52" fmla="*/ 2147483647 w 136"/>
                    <a:gd name="T53" fmla="*/ 2147483647 h 272"/>
                    <a:gd name="T54" fmla="*/ 2147483647 w 136"/>
                    <a:gd name="T55" fmla="*/ 2147483647 h 272"/>
                    <a:gd name="T56" fmla="*/ 2147483647 w 136"/>
                    <a:gd name="T57" fmla="*/ 2147483647 h 272"/>
                    <a:gd name="T58" fmla="*/ 2147483647 w 136"/>
                    <a:gd name="T59" fmla="*/ 2147483647 h 272"/>
                    <a:gd name="T60" fmla="*/ 2147483647 w 136"/>
                    <a:gd name="T61" fmla="*/ 2147483647 h 272"/>
                    <a:gd name="T62" fmla="*/ 2147483647 w 136"/>
                    <a:gd name="T63" fmla="*/ 2147483647 h 272"/>
                    <a:gd name="T64" fmla="*/ 2147483647 w 136"/>
                    <a:gd name="T65" fmla="*/ 2147483647 h 272"/>
                    <a:gd name="T66" fmla="*/ 2147483647 w 136"/>
                    <a:gd name="T67" fmla="*/ 2147483647 h 272"/>
                    <a:gd name="T68" fmla="*/ 2147483647 w 136"/>
                    <a:gd name="T69" fmla="*/ 2147483647 h 272"/>
                    <a:gd name="T70" fmla="*/ 2147483647 w 136"/>
                    <a:gd name="T71" fmla="*/ 2147483647 h 272"/>
                    <a:gd name="T72" fmla="*/ 2147483647 w 136"/>
                    <a:gd name="T73" fmla="*/ 2147483647 h 272"/>
                    <a:gd name="T74" fmla="*/ 2147483647 w 136"/>
                    <a:gd name="T75" fmla="*/ 2147483647 h 272"/>
                    <a:gd name="T76" fmla="*/ 2147483647 w 136"/>
                    <a:gd name="T77" fmla="*/ 2147483647 h 272"/>
                    <a:gd name="T78" fmla="*/ 2147483647 w 136"/>
                    <a:gd name="T79" fmla="*/ 2147483647 h 272"/>
                    <a:gd name="T80" fmla="*/ 2147483647 w 136"/>
                    <a:gd name="T81" fmla="*/ 2147483647 h 272"/>
                    <a:gd name="T82" fmla="*/ 2147483647 w 136"/>
                    <a:gd name="T83" fmla="*/ 2147483647 h 272"/>
                    <a:gd name="T84" fmla="*/ 2147483647 w 136"/>
                    <a:gd name="T85" fmla="*/ 2147483647 h 272"/>
                    <a:gd name="T86" fmla="*/ 2147483647 w 136"/>
                    <a:gd name="T87" fmla="*/ 2147483647 h 272"/>
                    <a:gd name="T88" fmla="*/ 2147483647 w 136"/>
                    <a:gd name="T89" fmla="*/ 2147483647 h 272"/>
                    <a:gd name="T90" fmla="*/ 2147483647 w 136"/>
                    <a:gd name="T91" fmla="*/ 2147483647 h 272"/>
                    <a:gd name="T92" fmla="*/ 2147483647 w 136"/>
                    <a:gd name="T93" fmla="*/ 2147483647 h 272"/>
                    <a:gd name="T94" fmla="*/ 2147483647 w 136"/>
                    <a:gd name="T95" fmla="*/ 2147483647 h 272"/>
                    <a:gd name="T96" fmla="*/ 2147483647 w 136"/>
                    <a:gd name="T97" fmla="*/ 2147483647 h 272"/>
                    <a:gd name="T98" fmla="*/ 2147483647 w 136"/>
                    <a:gd name="T99" fmla="*/ 2147483647 h 272"/>
                    <a:gd name="T100" fmla="*/ 2147483647 w 136"/>
                    <a:gd name="T101" fmla="*/ 2147483647 h 272"/>
                    <a:gd name="T102" fmla="*/ 2147483647 w 136"/>
                    <a:gd name="T103" fmla="*/ 2147483647 h 272"/>
                    <a:gd name="T104" fmla="*/ 2147483647 w 136"/>
                    <a:gd name="T105" fmla="*/ 2147483647 h 272"/>
                    <a:gd name="T106" fmla="*/ 2147483647 w 136"/>
                    <a:gd name="T107" fmla="*/ 2147483647 h 272"/>
                    <a:gd name="T108" fmla="*/ 2147483647 w 136"/>
                    <a:gd name="T109" fmla="*/ 2147483647 h 272"/>
                    <a:gd name="T110" fmla="*/ 2147483647 w 136"/>
                    <a:gd name="T111" fmla="*/ 2147483647 h 272"/>
                    <a:gd name="T112" fmla="*/ 2147483647 w 136"/>
                    <a:gd name="T113" fmla="*/ 2147483647 h 27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136"/>
                    <a:gd name="T172" fmla="*/ 0 h 272"/>
                    <a:gd name="T173" fmla="*/ 136 w 136"/>
                    <a:gd name="T174" fmla="*/ 272 h 272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136" h="272">
                      <a:moveTo>
                        <a:pt x="104" y="266"/>
                      </a:moveTo>
                      <a:lnTo>
                        <a:pt x="96" y="266"/>
                      </a:lnTo>
                      <a:lnTo>
                        <a:pt x="94" y="272"/>
                      </a:lnTo>
                      <a:lnTo>
                        <a:pt x="92" y="272"/>
                      </a:lnTo>
                      <a:lnTo>
                        <a:pt x="88" y="272"/>
                      </a:lnTo>
                      <a:lnTo>
                        <a:pt x="84" y="272"/>
                      </a:lnTo>
                      <a:lnTo>
                        <a:pt x="82" y="272"/>
                      </a:lnTo>
                      <a:lnTo>
                        <a:pt x="76" y="264"/>
                      </a:lnTo>
                      <a:lnTo>
                        <a:pt x="72" y="258"/>
                      </a:lnTo>
                      <a:lnTo>
                        <a:pt x="68" y="254"/>
                      </a:lnTo>
                      <a:lnTo>
                        <a:pt x="62" y="254"/>
                      </a:lnTo>
                      <a:lnTo>
                        <a:pt x="56" y="242"/>
                      </a:lnTo>
                      <a:lnTo>
                        <a:pt x="50" y="236"/>
                      </a:lnTo>
                      <a:lnTo>
                        <a:pt x="44" y="230"/>
                      </a:lnTo>
                      <a:lnTo>
                        <a:pt x="38" y="226"/>
                      </a:lnTo>
                      <a:lnTo>
                        <a:pt x="34" y="232"/>
                      </a:lnTo>
                      <a:lnTo>
                        <a:pt x="32" y="228"/>
                      </a:lnTo>
                      <a:lnTo>
                        <a:pt x="30" y="220"/>
                      </a:lnTo>
                      <a:lnTo>
                        <a:pt x="30" y="206"/>
                      </a:lnTo>
                      <a:lnTo>
                        <a:pt x="32" y="172"/>
                      </a:lnTo>
                      <a:lnTo>
                        <a:pt x="38" y="172"/>
                      </a:lnTo>
                      <a:lnTo>
                        <a:pt x="42" y="166"/>
                      </a:lnTo>
                      <a:lnTo>
                        <a:pt x="44" y="162"/>
                      </a:lnTo>
                      <a:lnTo>
                        <a:pt x="44" y="156"/>
                      </a:lnTo>
                      <a:lnTo>
                        <a:pt x="44" y="146"/>
                      </a:lnTo>
                      <a:lnTo>
                        <a:pt x="40" y="134"/>
                      </a:lnTo>
                      <a:lnTo>
                        <a:pt x="34" y="124"/>
                      </a:lnTo>
                      <a:lnTo>
                        <a:pt x="30" y="116"/>
                      </a:lnTo>
                      <a:lnTo>
                        <a:pt x="18" y="106"/>
                      </a:lnTo>
                      <a:lnTo>
                        <a:pt x="20" y="100"/>
                      </a:lnTo>
                      <a:lnTo>
                        <a:pt x="20" y="94"/>
                      </a:lnTo>
                      <a:lnTo>
                        <a:pt x="22" y="88"/>
                      </a:lnTo>
                      <a:lnTo>
                        <a:pt x="22" y="82"/>
                      </a:lnTo>
                      <a:lnTo>
                        <a:pt x="22" y="74"/>
                      </a:lnTo>
                      <a:lnTo>
                        <a:pt x="20" y="68"/>
                      </a:lnTo>
                      <a:lnTo>
                        <a:pt x="12" y="58"/>
                      </a:lnTo>
                      <a:lnTo>
                        <a:pt x="4" y="50"/>
                      </a:lnTo>
                      <a:lnTo>
                        <a:pt x="2" y="44"/>
                      </a:lnTo>
                      <a:lnTo>
                        <a:pt x="0" y="34"/>
                      </a:lnTo>
                      <a:lnTo>
                        <a:pt x="2" y="26"/>
                      </a:lnTo>
                      <a:lnTo>
                        <a:pt x="4" y="22"/>
                      </a:lnTo>
                      <a:lnTo>
                        <a:pt x="8" y="16"/>
                      </a:lnTo>
                      <a:lnTo>
                        <a:pt x="10" y="14"/>
                      </a:lnTo>
                      <a:lnTo>
                        <a:pt x="22" y="6"/>
                      </a:lnTo>
                      <a:lnTo>
                        <a:pt x="32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40" y="14"/>
                      </a:lnTo>
                      <a:lnTo>
                        <a:pt x="44" y="18"/>
                      </a:lnTo>
                      <a:lnTo>
                        <a:pt x="48" y="18"/>
                      </a:lnTo>
                      <a:lnTo>
                        <a:pt x="50" y="18"/>
                      </a:lnTo>
                      <a:lnTo>
                        <a:pt x="54" y="18"/>
                      </a:lnTo>
                      <a:lnTo>
                        <a:pt x="58" y="20"/>
                      </a:lnTo>
                      <a:lnTo>
                        <a:pt x="58" y="26"/>
                      </a:lnTo>
                      <a:lnTo>
                        <a:pt x="58" y="32"/>
                      </a:lnTo>
                      <a:lnTo>
                        <a:pt x="60" y="52"/>
                      </a:lnTo>
                      <a:lnTo>
                        <a:pt x="68" y="46"/>
                      </a:lnTo>
                      <a:lnTo>
                        <a:pt x="72" y="42"/>
                      </a:lnTo>
                      <a:lnTo>
                        <a:pt x="76" y="42"/>
                      </a:lnTo>
                      <a:lnTo>
                        <a:pt x="78" y="44"/>
                      </a:lnTo>
                      <a:lnTo>
                        <a:pt x="80" y="46"/>
                      </a:lnTo>
                      <a:lnTo>
                        <a:pt x="82" y="48"/>
                      </a:lnTo>
                      <a:lnTo>
                        <a:pt x="84" y="50"/>
                      </a:lnTo>
                      <a:lnTo>
                        <a:pt x="88" y="48"/>
                      </a:lnTo>
                      <a:lnTo>
                        <a:pt x="90" y="44"/>
                      </a:lnTo>
                      <a:lnTo>
                        <a:pt x="94" y="40"/>
                      </a:lnTo>
                      <a:lnTo>
                        <a:pt x="98" y="38"/>
                      </a:lnTo>
                      <a:lnTo>
                        <a:pt x="102" y="38"/>
                      </a:lnTo>
                      <a:lnTo>
                        <a:pt x="106" y="46"/>
                      </a:lnTo>
                      <a:lnTo>
                        <a:pt x="112" y="52"/>
                      </a:lnTo>
                      <a:lnTo>
                        <a:pt x="118" y="56"/>
                      </a:lnTo>
                      <a:lnTo>
                        <a:pt x="120" y="60"/>
                      </a:lnTo>
                      <a:lnTo>
                        <a:pt x="120" y="64"/>
                      </a:lnTo>
                      <a:lnTo>
                        <a:pt x="122" y="70"/>
                      </a:lnTo>
                      <a:lnTo>
                        <a:pt x="126" y="78"/>
                      </a:lnTo>
                      <a:lnTo>
                        <a:pt x="130" y="82"/>
                      </a:lnTo>
                      <a:lnTo>
                        <a:pt x="134" y="86"/>
                      </a:lnTo>
                      <a:lnTo>
                        <a:pt x="136" y="112"/>
                      </a:lnTo>
                      <a:lnTo>
                        <a:pt x="130" y="110"/>
                      </a:lnTo>
                      <a:lnTo>
                        <a:pt x="120" y="110"/>
                      </a:lnTo>
                      <a:lnTo>
                        <a:pt x="108" y="110"/>
                      </a:lnTo>
                      <a:lnTo>
                        <a:pt x="100" y="114"/>
                      </a:lnTo>
                      <a:lnTo>
                        <a:pt x="96" y="118"/>
                      </a:lnTo>
                      <a:lnTo>
                        <a:pt x="92" y="122"/>
                      </a:lnTo>
                      <a:lnTo>
                        <a:pt x="92" y="128"/>
                      </a:lnTo>
                      <a:lnTo>
                        <a:pt x="90" y="134"/>
                      </a:lnTo>
                      <a:lnTo>
                        <a:pt x="92" y="138"/>
                      </a:lnTo>
                      <a:lnTo>
                        <a:pt x="94" y="144"/>
                      </a:lnTo>
                      <a:lnTo>
                        <a:pt x="96" y="148"/>
                      </a:lnTo>
                      <a:lnTo>
                        <a:pt x="98" y="154"/>
                      </a:lnTo>
                      <a:lnTo>
                        <a:pt x="92" y="152"/>
                      </a:lnTo>
                      <a:lnTo>
                        <a:pt x="86" y="150"/>
                      </a:lnTo>
                      <a:lnTo>
                        <a:pt x="76" y="144"/>
                      </a:lnTo>
                      <a:lnTo>
                        <a:pt x="68" y="136"/>
                      </a:lnTo>
                      <a:lnTo>
                        <a:pt x="60" y="128"/>
                      </a:lnTo>
                      <a:lnTo>
                        <a:pt x="52" y="128"/>
                      </a:lnTo>
                      <a:lnTo>
                        <a:pt x="52" y="150"/>
                      </a:lnTo>
                      <a:lnTo>
                        <a:pt x="50" y="158"/>
                      </a:lnTo>
                      <a:lnTo>
                        <a:pt x="48" y="166"/>
                      </a:lnTo>
                      <a:lnTo>
                        <a:pt x="48" y="176"/>
                      </a:lnTo>
                      <a:lnTo>
                        <a:pt x="46" y="188"/>
                      </a:lnTo>
                      <a:lnTo>
                        <a:pt x="48" y="192"/>
                      </a:lnTo>
                      <a:lnTo>
                        <a:pt x="48" y="200"/>
                      </a:lnTo>
                      <a:lnTo>
                        <a:pt x="52" y="204"/>
                      </a:lnTo>
                      <a:lnTo>
                        <a:pt x="60" y="206"/>
                      </a:lnTo>
                      <a:lnTo>
                        <a:pt x="60" y="216"/>
                      </a:lnTo>
                      <a:lnTo>
                        <a:pt x="62" y="220"/>
                      </a:lnTo>
                      <a:lnTo>
                        <a:pt x="66" y="224"/>
                      </a:lnTo>
                      <a:lnTo>
                        <a:pt x="66" y="234"/>
                      </a:lnTo>
                      <a:lnTo>
                        <a:pt x="68" y="238"/>
                      </a:lnTo>
                      <a:lnTo>
                        <a:pt x="70" y="240"/>
                      </a:lnTo>
                      <a:lnTo>
                        <a:pt x="74" y="244"/>
                      </a:lnTo>
                      <a:lnTo>
                        <a:pt x="84" y="248"/>
                      </a:lnTo>
                      <a:lnTo>
                        <a:pt x="104" y="2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" name="iṩḻîḍé"/>
                <p:cNvSpPr/>
                <p:nvPr/>
              </p:nvSpPr>
              <p:spPr bwMode="auto">
                <a:xfrm>
                  <a:off x="7142234" y="3656114"/>
                  <a:ext cx="126704" cy="170929"/>
                </a:xfrm>
                <a:custGeom>
                  <a:avLst/>
                  <a:gdLst>
                    <a:gd name="T0" fmla="*/ 2147483647 w 72"/>
                    <a:gd name="T1" fmla="*/ 2147483647 h 102"/>
                    <a:gd name="T2" fmla="*/ 2147483647 w 72"/>
                    <a:gd name="T3" fmla="*/ 2147483647 h 102"/>
                    <a:gd name="T4" fmla="*/ 2147483647 w 72"/>
                    <a:gd name="T5" fmla="*/ 2147483647 h 102"/>
                    <a:gd name="T6" fmla="*/ 2147483647 w 72"/>
                    <a:gd name="T7" fmla="*/ 2147483647 h 102"/>
                    <a:gd name="T8" fmla="*/ 2147483647 w 72"/>
                    <a:gd name="T9" fmla="*/ 2147483647 h 102"/>
                    <a:gd name="T10" fmla="*/ 2147483647 w 72"/>
                    <a:gd name="T11" fmla="*/ 2147483647 h 102"/>
                    <a:gd name="T12" fmla="*/ 2147483647 w 72"/>
                    <a:gd name="T13" fmla="*/ 2147483647 h 102"/>
                    <a:gd name="T14" fmla="*/ 2147483647 w 72"/>
                    <a:gd name="T15" fmla="*/ 2147483647 h 102"/>
                    <a:gd name="T16" fmla="*/ 2147483647 w 72"/>
                    <a:gd name="T17" fmla="*/ 2147483647 h 102"/>
                    <a:gd name="T18" fmla="*/ 2147483647 w 72"/>
                    <a:gd name="T19" fmla="*/ 0 h 102"/>
                    <a:gd name="T20" fmla="*/ 0 w 72"/>
                    <a:gd name="T21" fmla="*/ 0 h 102"/>
                    <a:gd name="T22" fmla="*/ 2147483647 w 72"/>
                    <a:gd name="T23" fmla="*/ 2147483647 h 102"/>
                    <a:gd name="T24" fmla="*/ 2147483647 w 72"/>
                    <a:gd name="T25" fmla="*/ 2147483647 h 102"/>
                    <a:gd name="T26" fmla="*/ 2147483647 w 72"/>
                    <a:gd name="T27" fmla="*/ 2147483647 h 102"/>
                    <a:gd name="T28" fmla="*/ 2147483647 w 72"/>
                    <a:gd name="T29" fmla="*/ 2147483647 h 102"/>
                    <a:gd name="T30" fmla="*/ 2147483647 w 72"/>
                    <a:gd name="T31" fmla="*/ 2147483647 h 102"/>
                    <a:gd name="T32" fmla="*/ 2147483647 w 72"/>
                    <a:gd name="T33" fmla="*/ 2147483647 h 102"/>
                    <a:gd name="T34" fmla="*/ 2147483647 w 72"/>
                    <a:gd name="T35" fmla="*/ 2147483647 h 102"/>
                    <a:gd name="T36" fmla="*/ 2147483647 w 72"/>
                    <a:gd name="T37" fmla="*/ 2147483647 h 102"/>
                    <a:gd name="T38" fmla="*/ 2147483647 w 72"/>
                    <a:gd name="T39" fmla="*/ 2147483647 h 102"/>
                    <a:gd name="T40" fmla="*/ 2147483647 w 72"/>
                    <a:gd name="T41" fmla="*/ 2147483647 h 102"/>
                    <a:gd name="T42" fmla="*/ 2147483647 w 72"/>
                    <a:gd name="T43" fmla="*/ 2147483647 h 102"/>
                    <a:gd name="T44" fmla="*/ 2147483647 w 72"/>
                    <a:gd name="T45" fmla="*/ 2147483647 h 102"/>
                    <a:gd name="T46" fmla="*/ 2147483647 w 72"/>
                    <a:gd name="T47" fmla="*/ 2147483647 h 102"/>
                    <a:gd name="T48" fmla="*/ 2147483647 w 72"/>
                    <a:gd name="T49" fmla="*/ 2147483647 h 102"/>
                    <a:gd name="T50" fmla="*/ 2147483647 w 72"/>
                    <a:gd name="T51" fmla="*/ 2147483647 h 102"/>
                    <a:gd name="T52" fmla="*/ 2147483647 w 72"/>
                    <a:gd name="T53" fmla="*/ 2147483647 h 102"/>
                    <a:gd name="T54" fmla="*/ 2147483647 w 72"/>
                    <a:gd name="T55" fmla="*/ 2147483647 h 102"/>
                    <a:gd name="T56" fmla="*/ 2147483647 w 72"/>
                    <a:gd name="T57" fmla="*/ 2147483647 h 102"/>
                    <a:gd name="T58" fmla="*/ 2147483647 w 72"/>
                    <a:gd name="T59" fmla="*/ 2147483647 h 102"/>
                    <a:gd name="T60" fmla="*/ 2147483647 w 72"/>
                    <a:gd name="T61" fmla="*/ 2147483647 h 102"/>
                    <a:gd name="T62" fmla="*/ 2147483647 w 72"/>
                    <a:gd name="T63" fmla="*/ 2147483647 h 102"/>
                    <a:gd name="T64" fmla="*/ 2147483647 w 72"/>
                    <a:gd name="T65" fmla="*/ 2147483647 h 102"/>
                    <a:gd name="T66" fmla="*/ 2147483647 w 72"/>
                    <a:gd name="T67" fmla="*/ 2147483647 h 102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72"/>
                    <a:gd name="T103" fmla="*/ 0 h 102"/>
                    <a:gd name="T104" fmla="*/ 72 w 72"/>
                    <a:gd name="T105" fmla="*/ 102 h 102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72" h="102">
                      <a:moveTo>
                        <a:pt x="42" y="12"/>
                      </a:moveTo>
                      <a:lnTo>
                        <a:pt x="34" y="12"/>
                      </a:lnTo>
                      <a:lnTo>
                        <a:pt x="32" y="18"/>
                      </a:lnTo>
                      <a:lnTo>
                        <a:pt x="30" y="18"/>
                      </a:lnTo>
                      <a:lnTo>
                        <a:pt x="26" y="18"/>
                      </a:lnTo>
                      <a:lnTo>
                        <a:pt x="22" y="18"/>
                      </a:lnTo>
                      <a:lnTo>
                        <a:pt x="20" y="18"/>
                      </a:lnTo>
                      <a:lnTo>
                        <a:pt x="14" y="10"/>
                      </a:lnTo>
                      <a:lnTo>
                        <a:pt x="10" y="4"/>
                      </a:lnTo>
                      <a:lnTo>
                        <a:pt x="6" y="0"/>
                      </a:lnTo>
                      <a:lnTo>
                        <a:pt x="0" y="0"/>
                      </a:lnTo>
                      <a:lnTo>
                        <a:pt x="2" y="8"/>
                      </a:lnTo>
                      <a:lnTo>
                        <a:pt x="4" y="14"/>
                      </a:lnTo>
                      <a:lnTo>
                        <a:pt x="6" y="24"/>
                      </a:lnTo>
                      <a:lnTo>
                        <a:pt x="10" y="36"/>
                      </a:lnTo>
                      <a:lnTo>
                        <a:pt x="14" y="46"/>
                      </a:lnTo>
                      <a:lnTo>
                        <a:pt x="18" y="54"/>
                      </a:lnTo>
                      <a:lnTo>
                        <a:pt x="34" y="72"/>
                      </a:lnTo>
                      <a:lnTo>
                        <a:pt x="50" y="86"/>
                      </a:lnTo>
                      <a:lnTo>
                        <a:pt x="58" y="96"/>
                      </a:lnTo>
                      <a:lnTo>
                        <a:pt x="66" y="102"/>
                      </a:lnTo>
                      <a:lnTo>
                        <a:pt x="68" y="100"/>
                      </a:lnTo>
                      <a:lnTo>
                        <a:pt x="70" y="100"/>
                      </a:lnTo>
                      <a:lnTo>
                        <a:pt x="72" y="96"/>
                      </a:lnTo>
                      <a:lnTo>
                        <a:pt x="72" y="90"/>
                      </a:lnTo>
                      <a:lnTo>
                        <a:pt x="70" y="84"/>
                      </a:lnTo>
                      <a:lnTo>
                        <a:pt x="66" y="74"/>
                      </a:lnTo>
                      <a:lnTo>
                        <a:pt x="62" y="68"/>
                      </a:lnTo>
                      <a:lnTo>
                        <a:pt x="60" y="64"/>
                      </a:lnTo>
                      <a:lnTo>
                        <a:pt x="58" y="60"/>
                      </a:lnTo>
                      <a:lnTo>
                        <a:pt x="58" y="40"/>
                      </a:lnTo>
                      <a:lnTo>
                        <a:pt x="58" y="32"/>
                      </a:lnTo>
                      <a:lnTo>
                        <a:pt x="52" y="24"/>
                      </a:lnTo>
                      <a:lnTo>
                        <a:pt x="42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7" name="ïSḷíḓe"/>
                <p:cNvSpPr/>
                <p:nvPr/>
              </p:nvSpPr>
              <p:spPr bwMode="auto">
                <a:xfrm>
                  <a:off x="6876430" y="2987808"/>
                  <a:ext cx="235504" cy="531001"/>
                </a:xfrm>
                <a:custGeom>
                  <a:avLst/>
                  <a:gdLst>
                    <a:gd name="T0" fmla="*/ 0 w 134"/>
                    <a:gd name="T1" fmla="*/ 2147483647 h 318"/>
                    <a:gd name="T2" fmla="*/ 2147483647 w 134"/>
                    <a:gd name="T3" fmla="*/ 2147483647 h 318"/>
                    <a:gd name="T4" fmla="*/ 2147483647 w 134"/>
                    <a:gd name="T5" fmla="*/ 2147483647 h 318"/>
                    <a:gd name="T6" fmla="*/ 2147483647 w 134"/>
                    <a:gd name="T7" fmla="*/ 2147483647 h 318"/>
                    <a:gd name="T8" fmla="*/ 2147483647 w 134"/>
                    <a:gd name="T9" fmla="*/ 2147483647 h 318"/>
                    <a:gd name="T10" fmla="*/ 2147483647 w 134"/>
                    <a:gd name="T11" fmla="*/ 2147483647 h 318"/>
                    <a:gd name="T12" fmla="*/ 2147483647 w 134"/>
                    <a:gd name="T13" fmla="*/ 2147483647 h 318"/>
                    <a:gd name="T14" fmla="*/ 2147483647 w 134"/>
                    <a:gd name="T15" fmla="*/ 2147483647 h 318"/>
                    <a:gd name="T16" fmla="*/ 2147483647 w 134"/>
                    <a:gd name="T17" fmla="*/ 2147483647 h 318"/>
                    <a:gd name="T18" fmla="*/ 2147483647 w 134"/>
                    <a:gd name="T19" fmla="*/ 2147483647 h 318"/>
                    <a:gd name="T20" fmla="*/ 2147483647 w 134"/>
                    <a:gd name="T21" fmla="*/ 2147483647 h 318"/>
                    <a:gd name="T22" fmla="*/ 2147483647 w 134"/>
                    <a:gd name="T23" fmla="*/ 2147483647 h 318"/>
                    <a:gd name="T24" fmla="*/ 2147483647 w 134"/>
                    <a:gd name="T25" fmla="*/ 2147483647 h 318"/>
                    <a:gd name="T26" fmla="*/ 2147483647 w 134"/>
                    <a:gd name="T27" fmla="*/ 2147483647 h 318"/>
                    <a:gd name="T28" fmla="*/ 2147483647 w 134"/>
                    <a:gd name="T29" fmla="*/ 2147483647 h 318"/>
                    <a:gd name="T30" fmla="*/ 2147483647 w 134"/>
                    <a:gd name="T31" fmla="*/ 2147483647 h 318"/>
                    <a:gd name="T32" fmla="*/ 2147483647 w 134"/>
                    <a:gd name="T33" fmla="*/ 2147483647 h 318"/>
                    <a:gd name="T34" fmla="*/ 2147483647 w 134"/>
                    <a:gd name="T35" fmla="*/ 2147483647 h 318"/>
                    <a:gd name="T36" fmla="*/ 2147483647 w 134"/>
                    <a:gd name="T37" fmla="*/ 2147483647 h 318"/>
                    <a:gd name="T38" fmla="*/ 2147483647 w 134"/>
                    <a:gd name="T39" fmla="*/ 2147483647 h 318"/>
                    <a:gd name="T40" fmla="*/ 2147483647 w 134"/>
                    <a:gd name="T41" fmla="*/ 2147483647 h 318"/>
                    <a:gd name="T42" fmla="*/ 2147483647 w 134"/>
                    <a:gd name="T43" fmla="*/ 2147483647 h 318"/>
                    <a:gd name="T44" fmla="*/ 2147483647 w 134"/>
                    <a:gd name="T45" fmla="*/ 2147483647 h 318"/>
                    <a:gd name="T46" fmla="*/ 2147483647 w 134"/>
                    <a:gd name="T47" fmla="*/ 2147483647 h 318"/>
                    <a:gd name="T48" fmla="*/ 2147483647 w 134"/>
                    <a:gd name="T49" fmla="*/ 2147483647 h 318"/>
                    <a:gd name="T50" fmla="*/ 2147483647 w 134"/>
                    <a:gd name="T51" fmla="*/ 2147483647 h 318"/>
                    <a:gd name="T52" fmla="*/ 2147483647 w 134"/>
                    <a:gd name="T53" fmla="*/ 2147483647 h 318"/>
                    <a:gd name="T54" fmla="*/ 2147483647 w 134"/>
                    <a:gd name="T55" fmla="*/ 2147483647 h 318"/>
                    <a:gd name="T56" fmla="*/ 2147483647 w 134"/>
                    <a:gd name="T57" fmla="*/ 2147483647 h 318"/>
                    <a:gd name="T58" fmla="*/ 2147483647 w 134"/>
                    <a:gd name="T59" fmla="*/ 2147483647 h 318"/>
                    <a:gd name="T60" fmla="*/ 2147483647 w 134"/>
                    <a:gd name="T61" fmla="*/ 2147483647 h 318"/>
                    <a:gd name="T62" fmla="*/ 2147483647 w 134"/>
                    <a:gd name="T63" fmla="*/ 2147483647 h 318"/>
                    <a:gd name="T64" fmla="*/ 2147483647 w 134"/>
                    <a:gd name="T65" fmla="*/ 2147483647 h 318"/>
                    <a:gd name="T66" fmla="*/ 2147483647 w 134"/>
                    <a:gd name="T67" fmla="*/ 2147483647 h 318"/>
                    <a:gd name="T68" fmla="*/ 2147483647 w 134"/>
                    <a:gd name="T69" fmla="*/ 2147483647 h 318"/>
                    <a:gd name="T70" fmla="*/ 2147483647 w 134"/>
                    <a:gd name="T71" fmla="*/ 2147483647 h 318"/>
                    <a:gd name="T72" fmla="*/ 2147483647 w 134"/>
                    <a:gd name="T73" fmla="*/ 2147483647 h 318"/>
                    <a:gd name="T74" fmla="*/ 2147483647 w 134"/>
                    <a:gd name="T75" fmla="*/ 2147483647 h 318"/>
                    <a:gd name="T76" fmla="*/ 2147483647 w 134"/>
                    <a:gd name="T77" fmla="*/ 2147483647 h 318"/>
                    <a:gd name="T78" fmla="*/ 2147483647 w 134"/>
                    <a:gd name="T79" fmla="*/ 2147483647 h 318"/>
                    <a:gd name="T80" fmla="*/ 2147483647 w 134"/>
                    <a:gd name="T81" fmla="*/ 2147483647 h 318"/>
                    <a:gd name="T82" fmla="*/ 2147483647 w 134"/>
                    <a:gd name="T83" fmla="*/ 2147483647 h 318"/>
                    <a:gd name="T84" fmla="*/ 2147483647 w 134"/>
                    <a:gd name="T85" fmla="*/ 2147483647 h 318"/>
                    <a:gd name="T86" fmla="*/ 2147483647 w 134"/>
                    <a:gd name="T87" fmla="*/ 2147483647 h 318"/>
                    <a:gd name="T88" fmla="*/ 2147483647 w 134"/>
                    <a:gd name="T89" fmla="*/ 2147483647 h 318"/>
                    <a:gd name="T90" fmla="*/ 2147483647 w 134"/>
                    <a:gd name="T91" fmla="*/ 2147483647 h 318"/>
                    <a:gd name="T92" fmla="*/ 2147483647 w 134"/>
                    <a:gd name="T93" fmla="*/ 0 h 318"/>
                    <a:gd name="T94" fmla="*/ 2147483647 w 134"/>
                    <a:gd name="T95" fmla="*/ 2147483647 h 318"/>
                    <a:gd name="T96" fmla="*/ 2147483647 w 134"/>
                    <a:gd name="T97" fmla="*/ 2147483647 h 318"/>
                    <a:gd name="T98" fmla="*/ 2147483647 w 134"/>
                    <a:gd name="T99" fmla="*/ 2147483647 h 318"/>
                    <a:gd name="T100" fmla="*/ 2147483647 w 134"/>
                    <a:gd name="T101" fmla="*/ 2147483647 h 318"/>
                    <a:gd name="T102" fmla="*/ 2147483647 w 134"/>
                    <a:gd name="T103" fmla="*/ 2147483647 h 318"/>
                    <a:gd name="T104" fmla="*/ 2147483647 w 134"/>
                    <a:gd name="T105" fmla="*/ 2147483647 h 318"/>
                    <a:gd name="T106" fmla="*/ 2147483647 w 134"/>
                    <a:gd name="T107" fmla="*/ 2147483647 h 318"/>
                    <a:gd name="T108" fmla="*/ 2147483647 w 134"/>
                    <a:gd name="T109" fmla="*/ 2147483647 h 318"/>
                    <a:gd name="T110" fmla="*/ 2147483647 w 134"/>
                    <a:gd name="T111" fmla="*/ 2147483647 h 318"/>
                    <a:gd name="T112" fmla="*/ 2147483647 w 134"/>
                    <a:gd name="T113" fmla="*/ 2147483647 h 318"/>
                    <a:gd name="T114" fmla="*/ 2147483647 w 134"/>
                    <a:gd name="T115" fmla="*/ 2147483647 h 318"/>
                    <a:gd name="T116" fmla="*/ 2147483647 w 134"/>
                    <a:gd name="T117" fmla="*/ 2147483647 h 318"/>
                    <a:gd name="T118" fmla="*/ 2147483647 w 134"/>
                    <a:gd name="T119" fmla="*/ 2147483647 h 318"/>
                    <a:gd name="T120" fmla="*/ 2147483647 w 134"/>
                    <a:gd name="T121" fmla="*/ 2147483647 h 318"/>
                    <a:gd name="T122" fmla="*/ 0 w 134"/>
                    <a:gd name="T123" fmla="*/ 2147483647 h 318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34"/>
                    <a:gd name="T187" fmla="*/ 0 h 318"/>
                    <a:gd name="T188" fmla="*/ 134 w 134"/>
                    <a:gd name="T189" fmla="*/ 318 h 318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34" h="318">
                      <a:moveTo>
                        <a:pt x="0" y="136"/>
                      </a:moveTo>
                      <a:lnTo>
                        <a:pt x="0" y="140"/>
                      </a:lnTo>
                      <a:lnTo>
                        <a:pt x="14" y="152"/>
                      </a:lnTo>
                      <a:lnTo>
                        <a:pt x="28" y="166"/>
                      </a:lnTo>
                      <a:lnTo>
                        <a:pt x="36" y="172"/>
                      </a:lnTo>
                      <a:lnTo>
                        <a:pt x="42" y="180"/>
                      </a:lnTo>
                      <a:lnTo>
                        <a:pt x="46" y="190"/>
                      </a:lnTo>
                      <a:lnTo>
                        <a:pt x="48" y="198"/>
                      </a:lnTo>
                      <a:lnTo>
                        <a:pt x="48" y="204"/>
                      </a:lnTo>
                      <a:lnTo>
                        <a:pt x="46" y="212"/>
                      </a:lnTo>
                      <a:lnTo>
                        <a:pt x="44" y="218"/>
                      </a:lnTo>
                      <a:lnTo>
                        <a:pt x="44" y="224"/>
                      </a:lnTo>
                      <a:lnTo>
                        <a:pt x="44" y="226"/>
                      </a:lnTo>
                      <a:lnTo>
                        <a:pt x="48" y="226"/>
                      </a:lnTo>
                      <a:lnTo>
                        <a:pt x="56" y="224"/>
                      </a:lnTo>
                      <a:lnTo>
                        <a:pt x="58" y="228"/>
                      </a:lnTo>
                      <a:lnTo>
                        <a:pt x="62" y="228"/>
                      </a:lnTo>
                      <a:lnTo>
                        <a:pt x="66" y="228"/>
                      </a:lnTo>
                      <a:lnTo>
                        <a:pt x="72" y="228"/>
                      </a:lnTo>
                      <a:lnTo>
                        <a:pt x="80" y="224"/>
                      </a:lnTo>
                      <a:lnTo>
                        <a:pt x="84" y="216"/>
                      </a:lnTo>
                      <a:lnTo>
                        <a:pt x="84" y="206"/>
                      </a:lnTo>
                      <a:lnTo>
                        <a:pt x="90" y="212"/>
                      </a:lnTo>
                      <a:lnTo>
                        <a:pt x="96" y="220"/>
                      </a:lnTo>
                      <a:lnTo>
                        <a:pt x="102" y="234"/>
                      </a:lnTo>
                      <a:lnTo>
                        <a:pt x="106" y="252"/>
                      </a:lnTo>
                      <a:lnTo>
                        <a:pt x="110" y="268"/>
                      </a:lnTo>
                      <a:lnTo>
                        <a:pt x="118" y="276"/>
                      </a:lnTo>
                      <a:lnTo>
                        <a:pt x="122" y="282"/>
                      </a:lnTo>
                      <a:lnTo>
                        <a:pt x="122" y="286"/>
                      </a:lnTo>
                      <a:lnTo>
                        <a:pt x="124" y="304"/>
                      </a:lnTo>
                      <a:lnTo>
                        <a:pt x="124" y="310"/>
                      </a:lnTo>
                      <a:lnTo>
                        <a:pt x="122" y="318"/>
                      </a:lnTo>
                      <a:lnTo>
                        <a:pt x="128" y="318"/>
                      </a:lnTo>
                      <a:lnTo>
                        <a:pt x="132" y="312"/>
                      </a:lnTo>
                      <a:lnTo>
                        <a:pt x="134" y="308"/>
                      </a:lnTo>
                      <a:lnTo>
                        <a:pt x="134" y="302"/>
                      </a:lnTo>
                      <a:lnTo>
                        <a:pt x="134" y="292"/>
                      </a:lnTo>
                      <a:lnTo>
                        <a:pt x="130" y="280"/>
                      </a:lnTo>
                      <a:lnTo>
                        <a:pt x="124" y="270"/>
                      </a:lnTo>
                      <a:lnTo>
                        <a:pt x="120" y="262"/>
                      </a:lnTo>
                      <a:lnTo>
                        <a:pt x="108" y="252"/>
                      </a:lnTo>
                      <a:lnTo>
                        <a:pt x="110" y="246"/>
                      </a:lnTo>
                      <a:lnTo>
                        <a:pt x="110" y="240"/>
                      </a:lnTo>
                      <a:lnTo>
                        <a:pt x="112" y="234"/>
                      </a:lnTo>
                      <a:lnTo>
                        <a:pt x="112" y="228"/>
                      </a:lnTo>
                      <a:lnTo>
                        <a:pt x="112" y="220"/>
                      </a:lnTo>
                      <a:lnTo>
                        <a:pt x="110" y="214"/>
                      </a:lnTo>
                      <a:lnTo>
                        <a:pt x="102" y="204"/>
                      </a:lnTo>
                      <a:lnTo>
                        <a:pt x="94" y="196"/>
                      </a:lnTo>
                      <a:lnTo>
                        <a:pt x="92" y="190"/>
                      </a:lnTo>
                      <a:lnTo>
                        <a:pt x="90" y="180"/>
                      </a:lnTo>
                      <a:lnTo>
                        <a:pt x="92" y="172"/>
                      </a:lnTo>
                      <a:lnTo>
                        <a:pt x="94" y="168"/>
                      </a:lnTo>
                      <a:lnTo>
                        <a:pt x="98" y="162"/>
                      </a:lnTo>
                      <a:lnTo>
                        <a:pt x="106" y="156"/>
                      </a:lnTo>
                      <a:lnTo>
                        <a:pt x="118" y="148"/>
                      </a:lnTo>
                      <a:lnTo>
                        <a:pt x="124" y="144"/>
                      </a:lnTo>
                      <a:lnTo>
                        <a:pt x="130" y="140"/>
                      </a:lnTo>
                      <a:lnTo>
                        <a:pt x="132" y="134"/>
                      </a:lnTo>
                      <a:lnTo>
                        <a:pt x="134" y="130"/>
                      </a:lnTo>
                      <a:lnTo>
                        <a:pt x="132" y="128"/>
                      </a:lnTo>
                      <a:lnTo>
                        <a:pt x="126" y="126"/>
                      </a:lnTo>
                      <a:lnTo>
                        <a:pt x="120" y="122"/>
                      </a:lnTo>
                      <a:lnTo>
                        <a:pt x="114" y="118"/>
                      </a:lnTo>
                      <a:lnTo>
                        <a:pt x="108" y="116"/>
                      </a:lnTo>
                      <a:lnTo>
                        <a:pt x="110" y="106"/>
                      </a:lnTo>
                      <a:lnTo>
                        <a:pt x="110" y="102"/>
                      </a:lnTo>
                      <a:lnTo>
                        <a:pt x="108" y="98"/>
                      </a:lnTo>
                      <a:lnTo>
                        <a:pt x="104" y="96"/>
                      </a:lnTo>
                      <a:lnTo>
                        <a:pt x="100" y="94"/>
                      </a:lnTo>
                      <a:lnTo>
                        <a:pt x="98" y="90"/>
                      </a:lnTo>
                      <a:lnTo>
                        <a:pt x="96" y="84"/>
                      </a:lnTo>
                      <a:lnTo>
                        <a:pt x="94" y="82"/>
                      </a:lnTo>
                      <a:lnTo>
                        <a:pt x="90" y="82"/>
                      </a:lnTo>
                      <a:lnTo>
                        <a:pt x="84" y="82"/>
                      </a:lnTo>
                      <a:lnTo>
                        <a:pt x="80" y="80"/>
                      </a:lnTo>
                      <a:lnTo>
                        <a:pt x="78" y="76"/>
                      </a:lnTo>
                      <a:lnTo>
                        <a:pt x="76" y="68"/>
                      </a:lnTo>
                      <a:lnTo>
                        <a:pt x="76" y="64"/>
                      </a:lnTo>
                      <a:lnTo>
                        <a:pt x="78" y="58"/>
                      </a:lnTo>
                      <a:lnTo>
                        <a:pt x="82" y="52"/>
                      </a:lnTo>
                      <a:lnTo>
                        <a:pt x="88" y="50"/>
                      </a:lnTo>
                      <a:lnTo>
                        <a:pt x="86" y="48"/>
                      </a:lnTo>
                      <a:lnTo>
                        <a:pt x="88" y="44"/>
                      </a:lnTo>
                      <a:lnTo>
                        <a:pt x="84" y="28"/>
                      </a:lnTo>
                      <a:lnTo>
                        <a:pt x="82" y="18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2"/>
                      </a:lnTo>
                      <a:lnTo>
                        <a:pt x="72" y="10"/>
                      </a:lnTo>
                      <a:lnTo>
                        <a:pt x="68" y="4"/>
                      </a:lnTo>
                      <a:lnTo>
                        <a:pt x="66" y="2"/>
                      </a:lnTo>
                      <a:lnTo>
                        <a:pt x="62" y="0"/>
                      </a:lnTo>
                      <a:lnTo>
                        <a:pt x="56" y="0"/>
                      </a:lnTo>
                      <a:lnTo>
                        <a:pt x="56" y="8"/>
                      </a:lnTo>
                      <a:lnTo>
                        <a:pt x="54" y="14"/>
                      </a:lnTo>
                      <a:lnTo>
                        <a:pt x="56" y="20"/>
                      </a:lnTo>
                      <a:lnTo>
                        <a:pt x="50" y="20"/>
                      </a:lnTo>
                      <a:lnTo>
                        <a:pt x="44" y="22"/>
                      </a:lnTo>
                      <a:lnTo>
                        <a:pt x="36" y="28"/>
                      </a:lnTo>
                      <a:lnTo>
                        <a:pt x="30" y="34"/>
                      </a:lnTo>
                      <a:lnTo>
                        <a:pt x="28" y="36"/>
                      </a:lnTo>
                      <a:lnTo>
                        <a:pt x="30" y="40"/>
                      </a:lnTo>
                      <a:lnTo>
                        <a:pt x="32" y="42"/>
                      </a:lnTo>
                      <a:lnTo>
                        <a:pt x="26" y="60"/>
                      </a:lnTo>
                      <a:lnTo>
                        <a:pt x="26" y="62"/>
                      </a:lnTo>
                      <a:lnTo>
                        <a:pt x="28" y="64"/>
                      </a:lnTo>
                      <a:lnTo>
                        <a:pt x="30" y="64"/>
                      </a:lnTo>
                      <a:lnTo>
                        <a:pt x="28" y="70"/>
                      </a:lnTo>
                      <a:lnTo>
                        <a:pt x="26" y="74"/>
                      </a:lnTo>
                      <a:lnTo>
                        <a:pt x="20" y="84"/>
                      </a:lnTo>
                      <a:lnTo>
                        <a:pt x="18" y="84"/>
                      </a:lnTo>
                      <a:lnTo>
                        <a:pt x="16" y="82"/>
                      </a:lnTo>
                      <a:lnTo>
                        <a:pt x="12" y="86"/>
                      </a:lnTo>
                      <a:lnTo>
                        <a:pt x="10" y="86"/>
                      </a:lnTo>
                      <a:lnTo>
                        <a:pt x="12" y="92"/>
                      </a:lnTo>
                      <a:lnTo>
                        <a:pt x="12" y="100"/>
                      </a:lnTo>
                      <a:lnTo>
                        <a:pt x="10" y="110"/>
                      </a:lnTo>
                      <a:lnTo>
                        <a:pt x="10" y="118"/>
                      </a:lnTo>
                      <a:lnTo>
                        <a:pt x="4" y="118"/>
                      </a:lnTo>
                      <a:lnTo>
                        <a:pt x="2" y="124"/>
                      </a:lnTo>
                      <a:lnTo>
                        <a:pt x="0" y="130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8" name="íş1íďe"/>
                <p:cNvSpPr/>
                <p:nvPr/>
              </p:nvSpPr>
              <p:spPr bwMode="auto">
                <a:xfrm>
                  <a:off x="6741464" y="3052258"/>
                  <a:ext cx="147361" cy="161122"/>
                </a:xfrm>
                <a:custGeom>
                  <a:avLst/>
                  <a:gdLst>
                    <a:gd name="T0" fmla="*/ 2147483647 w 84"/>
                    <a:gd name="T1" fmla="*/ 2147483647 h 96"/>
                    <a:gd name="T2" fmla="*/ 2147483647 w 84"/>
                    <a:gd name="T3" fmla="*/ 2147483647 h 96"/>
                    <a:gd name="T4" fmla="*/ 2147483647 w 84"/>
                    <a:gd name="T5" fmla="*/ 2147483647 h 96"/>
                    <a:gd name="T6" fmla="*/ 2147483647 w 84"/>
                    <a:gd name="T7" fmla="*/ 2147483647 h 96"/>
                    <a:gd name="T8" fmla="*/ 2147483647 w 84"/>
                    <a:gd name="T9" fmla="*/ 2147483647 h 96"/>
                    <a:gd name="T10" fmla="*/ 2147483647 w 84"/>
                    <a:gd name="T11" fmla="*/ 2147483647 h 96"/>
                    <a:gd name="T12" fmla="*/ 2147483647 w 84"/>
                    <a:gd name="T13" fmla="*/ 2147483647 h 96"/>
                    <a:gd name="T14" fmla="*/ 2147483647 w 84"/>
                    <a:gd name="T15" fmla="*/ 2147483647 h 96"/>
                    <a:gd name="T16" fmla="*/ 2147483647 w 84"/>
                    <a:gd name="T17" fmla="*/ 2147483647 h 96"/>
                    <a:gd name="T18" fmla="*/ 2147483647 w 84"/>
                    <a:gd name="T19" fmla="*/ 2147483647 h 96"/>
                    <a:gd name="T20" fmla="*/ 2147483647 w 84"/>
                    <a:gd name="T21" fmla="*/ 2147483647 h 96"/>
                    <a:gd name="T22" fmla="*/ 2147483647 w 84"/>
                    <a:gd name="T23" fmla="*/ 2147483647 h 96"/>
                    <a:gd name="T24" fmla="*/ 2147483647 w 84"/>
                    <a:gd name="T25" fmla="*/ 2147483647 h 96"/>
                    <a:gd name="T26" fmla="*/ 2147483647 w 84"/>
                    <a:gd name="T27" fmla="*/ 2147483647 h 96"/>
                    <a:gd name="T28" fmla="*/ 2147483647 w 84"/>
                    <a:gd name="T29" fmla="*/ 2147483647 h 96"/>
                    <a:gd name="T30" fmla="*/ 2147483647 w 84"/>
                    <a:gd name="T31" fmla="*/ 2147483647 h 96"/>
                    <a:gd name="T32" fmla="*/ 2147483647 w 84"/>
                    <a:gd name="T33" fmla="*/ 2147483647 h 96"/>
                    <a:gd name="T34" fmla="*/ 0 w 84"/>
                    <a:gd name="T35" fmla="*/ 2147483647 h 96"/>
                    <a:gd name="T36" fmla="*/ 2147483647 w 84"/>
                    <a:gd name="T37" fmla="*/ 0 h 96"/>
                    <a:gd name="T38" fmla="*/ 2147483647 w 84"/>
                    <a:gd name="T39" fmla="*/ 2147483647 h 96"/>
                    <a:gd name="T40" fmla="*/ 2147483647 w 84"/>
                    <a:gd name="T41" fmla="*/ 2147483647 h 96"/>
                    <a:gd name="T42" fmla="*/ 2147483647 w 84"/>
                    <a:gd name="T43" fmla="*/ 2147483647 h 96"/>
                    <a:gd name="T44" fmla="*/ 2147483647 w 84"/>
                    <a:gd name="T45" fmla="*/ 2147483647 h 96"/>
                    <a:gd name="T46" fmla="*/ 2147483647 w 84"/>
                    <a:gd name="T47" fmla="*/ 2147483647 h 96"/>
                    <a:gd name="T48" fmla="*/ 2147483647 w 84"/>
                    <a:gd name="T49" fmla="*/ 2147483647 h 96"/>
                    <a:gd name="T50" fmla="*/ 2147483647 w 84"/>
                    <a:gd name="T51" fmla="*/ 2147483647 h 96"/>
                    <a:gd name="T52" fmla="*/ 2147483647 w 84"/>
                    <a:gd name="T53" fmla="*/ 2147483647 h 96"/>
                    <a:gd name="T54" fmla="*/ 2147483647 w 84"/>
                    <a:gd name="T55" fmla="*/ 2147483647 h 96"/>
                    <a:gd name="T56" fmla="*/ 2147483647 w 84"/>
                    <a:gd name="T57" fmla="*/ 2147483647 h 96"/>
                    <a:gd name="T58" fmla="*/ 2147483647 w 84"/>
                    <a:gd name="T59" fmla="*/ 2147483647 h 96"/>
                    <a:gd name="T60" fmla="*/ 2147483647 w 84"/>
                    <a:gd name="T61" fmla="*/ 2147483647 h 96"/>
                    <a:gd name="T62" fmla="*/ 2147483647 w 84"/>
                    <a:gd name="T63" fmla="*/ 2147483647 h 9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84"/>
                    <a:gd name="T97" fmla="*/ 0 h 96"/>
                    <a:gd name="T98" fmla="*/ 84 w 84"/>
                    <a:gd name="T99" fmla="*/ 96 h 9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84" h="96">
                      <a:moveTo>
                        <a:pt x="82" y="82"/>
                      </a:moveTo>
                      <a:lnTo>
                        <a:pt x="80" y="86"/>
                      </a:lnTo>
                      <a:lnTo>
                        <a:pt x="78" y="96"/>
                      </a:lnTo>
                      <a:lnTo>
                        <a:pt x="74" y="88"/>
                      </a:lnTo>
                      <a:lnTo>
                        <a:pt x="72" y="84"/>
                      </a:lnTo>
                      <a:lnTo>
                        <a:pt x="70" y="76"/>
                      </a:lnTo>
                      <a:lnTo>
                        <a:pt x="64" y="70"/>
                      </a:lnTo>
                      <a:lnTo>
                        <a:pt x="58" y="72"/>
                      </a:lnTo>
                      <a:lnTo>
                        <a:pt x="52" y="72"/>
                      </a:lnTo>
                      <a:lnTo>
                        <a:pt x="50" y="70"/>
                      </a:lnTo>
                      <a:lnTo>
                        <a:pt x="48" y="68"/>
                      </a:lnTo>
                      <a:lnTo>
                        <a:pt x="46" y="66"/>
                      </a:lnTo>
                      <a:lnTo>
                        <a:pt x="46" y="72"/>
                      </a:lnTo>
                      <a:lnTo>
                        <a:pt x="40" y="80"/>
                      </a:lnTo>
                      <a:lnTo>
                        <a:pt x="32" y="84"/>
                      </a:lnTo>
                      <a:lnTo>
                        <a:pt x="26" y="86"/>
                      </a:lnTo>
                      <a:lnTo>
                        <a:pt x="24" y="76"/>
                      </a:lnTo>
                      <a:lnTo>
                        <a:pt x="22" y="70"/>
                      </a:lnTo>
                      <a:lnTo>
                        <a:pt x="22" y="62"/>
                      </a:lnTo>
                      <a:lnTo>
                        <a:pt x="20" y="58"/>
                      </a:lnTo>
                      <a:lnTo>
                        <a:pt x="18" y="54"/>
                      </a:lnTo>
                      <a:lnTo>
                        <a:pt x="14" y="52"/>
                      </a:lnTo>
                      <a:lnTo>
                        <a:pt x="14" y="50"/>
                      </a:lnTo>
                      <a:lnTo>
                        <a:pt x="16" y="40"/>
                      </a:lnTo>
                      <a:lnTo>
                        <a:pt x="10" y="36"/>
                      </a:lnTo>
                      <a:lnTo>
                        <a:pt x="8" y="34"/>
                      </a:lnTo>
                      <a:lnTo>
                        <a:pt x="6" y="30"/>
                      </a:lnTo>
                      <a:lnTo>
                        <a:pt x="6" y="28"/>
                      </a:lnTo>
                      <a:lnTo>
                        <a:pt x="8" y="26"/>
                      </a:lnTo>
                      <a:lnTo>
                        <a:pt x="10" y="26"/>
                      </a:lnTo>
                      <a:lnTo>
                        <a:pt x="12" y="22"/>
                      </a:lnTo>
                      <a:lnTo>
                        <a:pt x="10" y="18"/>
                      </a:lnTo>
                      <a:lnTo>
                        <a:pt x="6" y="14"/>
                      </a:lnTo>
                      <a:lnTo>
                        <a:pt x="2" y="10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0" y="6"/>
                      </a:lnTo>
                      <a:lnTo>
                        <a:pt x="24" y="10"/>
                      </a:lnTo>
                      <a:lnTo>
                        <a:pt x="28" y="12"/>
                      </a:lnTo>
                      <a:lnTo>
                        <a:pt x="28" y="16"/>
                      </a:lnTo>
                      <a:lnTo>
                        <a:pt x="28" y="20"/>
                      </a:lnTo>
                      <a:lnTo>
                        <a:pt x="28" y="22"/>
                      </a:lnTo>
                      <a:lnTo>
                        <a:pt x="30" y="24"/>
                      </a:lnTo>
                      <a:lnTo>
                        <a:pt x="34" y="26"/>
                      </a:lnTo>
                      <a:lnTo>
                        <a:pt x="38" y="26"/>
                      </a:lnTo>
                      <a:lnTo>
                        <a:pt x="46" y="26"/>
                      </a:lnTo>
                      <a:lnTo>
                        <a:pt x="70" y="26"/>
                      </a:lnTo>
                      <a:lnTo>
                        <a:pt x="70" y="30"/>
                      </a:lnTo>
                      <a:lnTo>
                        <a:pt x="52" y="50"/>
                      </a:lnTo>
                      <a:lnTo>
                        <a:pt x="56" y="56"/>
                      </a:lnTo>
                      <a:lnTo>
                        <a:pt x="60" y="60"/>
                      </a:lnTo>
                      <a:lnTo>
                        <a:pt x="62" y="62"/>
                      </a:lnTo>
                      <a:lnTo>
                        <a:pt x="66" y="60"/>
                      </a:lnTo>
                      <a:lnTo>
                        <a:pt x="68" y="56"/>
                      </a:lnTo>
                      <a:lnTo>
                        <a:pt x="68" y="52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78" y="66"/>
                      </a:lnTo>
                      <a:lnTo>
                        <a:pt x="78" y="76"/>
                      </a:lnTo>
                      <a:lnTo>
                        <a:pt x="82" y="78"/>
                      </a:lnTo>
                      <a:lnTo>
                        <a:pt x="84" y="80"/>
                      </a:lnTo>
                      <a:lnTo>
                        <a:pt x="82" y="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9" name="is1ïḋè"/>
                <p:cNvSpPr/>
                <p:nvPr/>
              </p:nvSpPr>
              <p:spPr bwMode="auto">
                <a:xfrm>
                  <a:off x="6216744" y="2769244"/>
                  <a:ext cx="758845" cy="839233"/>
                </a:xfrm>
                <a:custGeom>
                  <a:avLst/>
                  <a:gdLst>
                    <a:gd name="T0" fmla="*/ 2147483647 w 434"/>
                    <a:gd name="T1" fmla="*/ 2147483647 h 502"/>
                    <a:gd name="T2" fmla="*/ 2147483647 w 434"/>
                    <a:gd name="T3" fmla="*/ 2147483647 h 502"/>
                    <a:gd name="T4" fmla="*/ 2147483647 w 434"/>
                    <a:gd name="T5" fmla="*/ 2147483647 h 502"/>
                    <a:gd name="T6" fmla="*/ 2147483647 w 434"/>
                    <a:gd name="T7" fmla="*/ 2147483647 h 502"/>
                    <a:gd name="T8" fmla="*/ 2147483647 w 434"/>
                    <a:gd name="T9" fmla="*/ 2147483647 h 502"/>
                    <a:gd name="T10" fmla="*/ 2147483647 w 434"/>
                    <a:gd name="T11" fmla="*/ 2147483647 h 502"/>
                    <a:gd name="T12" fmla="*/ 2147483647 w 434"/>
                    <a:gd name="T13" fmla="*/ 2147483647 h 502"/>
                    <a:gd name="T14" fmla="*/ 2147483647 w 434"/>
                    <a:gd name="T15" fmla="*/ 2147483647 h 502"/>
                    <a:gd name="T16" fmla="*/ 2147483647 w 434"/>
                    <a:gd name="T17" fmla="*/ 2147483647 h 502"/>
                    <a:gd name="T18" fmla="*/ 2147483647 w 434"/>
                    <a:gd name="T19" fmla="*/ 2147483647 h 502"/>
                    <a:gd name="T20" fmla="*/ 2147483647 w 434"/>
                    <a:gd name="T21" fmla="*/ 2147483647 h 502"/>
                    <a:gd name="T22" fmla="*/ 2147483647 w 434"/>
                    <a:gd name="T23" fmla="*/ 2147483647 h 502"/>
                    <a:gd name="T24" fmla="*/ 2147483647 w 434"/>
                    <a:gd name="T25" fmla="*/ 2147483647 h 502"/>
                    <a:gd name="T26" fmla="*/ 2147483647 w 434"/>
                    <a:gd name="T27" fmla="*/ 2147483647 h 502"/>
                    <a:gd name="T28" fmla="*/ 2147483647 w 434"/>
                    <a:gd name="T29" fmla="*/ 2147483647 h 502"/>
                    <a:gd name="T30" fmla="*/ 2147483647 w 434"/>
                    <a:gd name="T31" fmla="*/ 2147483647 h 502"/>
                    <a:gd name="T32" fmla="*/ 2147483647 w 434"/>
                    <a:gd name="T33" fmla="*/ 2147483647 h 502"/>
                    <a:gd name="T34" fmla="*/ 2147483647 w 434"/>
                    <a:gd name="T35" fmla="*/ 2147483647 h 502"/>
                    <a:gd name="T36" fmla="*/ 2147483647 w 434"/>
                    <a:gd name="T37" fmla="*/ 2147483647 h 502"/>
                    <a:gd name="T38" fmla="*/ 2147483647 w 434"/>
                    <a:gd name="T39" fmla="*/ 2147483647 h 502"/>
                    <a:gd name="T40" fmla="*/ 2147483647 w 434"/>
                    <a:gd name="T41" fmla="*/ 2147483647 h 502"/>
                    <a:gd name="T42" fmla="*/ 2147483647 w 434"/>
                    <a:gd name="T43" fmla="*/ 2147483647 h 502"/>
                    <a:gd name="T44" fmla="*/ 2147483647 w 434"/>
                    <a:gd name="T45" fmla="*/ 2147483647 h 502"/>
                    <a:gd name="T46" fmla="*/ 2147483647 w 434"/>
                    <a:gd name="T47" fmla="*/ 2147483647 h 502"/>
                    <a:gd name="T48" fmla="*/ 2147483647 w 434"/>
                    <a:gd name="T49" fmla="*/ 2147483647 h 502"/>
                    <a:gd name="T50" fmla="*/ 2147483647 w 434"/>
                    <a:gd name="T51" fmla="*/ 2147483647 h 502"/>
                    <a:gd name="T52" fmla="*/ 2147483647 w 434"/>
                    <a:gd name="T53" fmla="*/ 2147483647 h 502"/>
                    <a:gd name="T54" fmla="*/ 2147483647 w 434"/>
                    <a:gd name="T55" fmla="*/ 2147483647 h 502"/>
                    <a:gd name="T56" fmla="*/ 2147483647 w 434"/>
                    <a:gd name="T57" fmla="*/ 2147483647 h 502"/>
                    <a:gd name="T58" fmla="*/ 2147483647 w 434"/>
                    <a:gd name="T59" fmla="*/ 2147483647 h 502"/>
                    <a:gd name="T60" fmla="*/ 2147483647 w 434"/>
                    <a:gd name="T61" fmla="*/ 2147483647 h 502"/>
                    <a:gd name="T62" fmla="*/ 0 w 434"/>
                    <a:gd name="T63" fmla="*/ 2147483647 h 502"/>
                    <a:gd name="T64" fmla="*/ 2147483647 w 434"/>
                    <a:gd name="T65" fmla="*/ 2147483647 h 502"/>
                    <a:gd name="T66" fmla="*/ 2147483647 w 434"/>
                    <a:gd name="T67" fmla="*/ 2147483647 h 502"/>
                    <a:gd name="T68" fmla="*/ 2147483647 w 434"/>
                    <a:gd name="T69" fmla="*/ 2147483647 h 502"/>
                    <a:gd name="T70" fmla="*/ 2147483647 w 434"/>
                    <a:gd name="T71" fmla="*/ 2147483647 h 502"/>
                    <a:gd name="T72" fmla="*/ 2147483647 w 434"/>
                    <a:gd name="T73" fmla="*/ 2147483647 h 502"/>
                    <a:gd name="T74" fmla="*/ 2147483647 w 434"/>
                    <a:gd name="T75" fmla="*/ 2147483647 h 502"/>
                    <a:gd name="T76" fmla="*/ 2147483647 w 434"/>
                    <a:gd name="T77" fmla="*/ 2147483647 h 502"/>
                    <a:gd name="T78" fmla="*/ 2147483647 w 434"/>
                    <a:gd name="T79" fmla="*/ 2147483647 h 502"/>
                    <a:gd name="T80" fmla="*/ 2147483647 w 434"/>
                    <a:gd name="T81" fmla="*/ 2147483647 h 502"/>
                    <a:gd name="T82" fmla="*/ 2147483647 w 434"/>
                    <a:gd name="T83" fmla="*/ 2147483647 h 502"/>
                    <a:gd name="T84" fmla="*/ 2147483647 w 434"/>
                    <a:gd name="T85" fmla="*/ 2147483647 h 502"/>
                    <a:gd name="T86" fmla="*/ 2147483647 w 434"/>
                    <a:gd name="T87" fmla="*/ 0 h 502"/>
                    <a:gd name="T88" fmla="*/ 2147483647 w 434"/>
                    <a:gd name="T89" fmla="*/ 2147483647 h 502"/>
                    <a:gd name="T90" fmla="*/ 2147483647 w 434"/>
                    <a:gd name="T91" fmla="*/ 2147483647 h 502"/>
                    <a:gd name="T92" fmla="*/ 2147483647 w 434"/>
                    <a:gd name="T93" fmla="*/ 2147483647 h 502"/>
                    <a:gd name="T94" fmla="*/ 2147483647 w 434"/>
                    <a:gd name="T95" fmla="*/ 2147483647 h 502"/>
                    <a:gd name="T96" fmla="*/ 2147483647 w 434"/>
                    <a:gd name="T97" fmla="*/ 2147483647 h 502"/>
                    <a:gd name="T98" fmla="*/ 2147483647 w 434"/>
                    <a:gd name="T99" fmla="*/ 2147483647 h 502"/>
                    <a:gd name="T100" fmla="*/ 2147483647 w 434"/>
                    <a:gd name="T101" fmla="*/ 2147483647 h 502"/>
                    <a:gd name="T102" fmla="*/ 2147483647 w 434"/>
                    <a:gd name="T103" fmla="*/ 2147483647 h 502"/>
                    <a:gd name="T104" fmla="*/ 2147483647 w 434"/>
                    <a:gd name="T105" fmla="*/ 2147483647 h 502"/>
                    <a:gd name="T106" fmla="*/ 2147483647 w 434"/>
                    <a:gd name="T107" fmla="*/ 2147483647 h 502"/>
                    <a:gd name="T108" fmla="*/ 2147483647 w 434"/>
                    <a:gd name="T109" fmla="*/ 2147483647 h 502"/>
                    <a:gd name="T110" fmla="*/ 2147483647 w 434"/>
                    <a:gd name="T111" fmla="*/ 2147483647 h 502"/>
                    <a:gd name="T112" fmla="*/ 2147483647 w 434"/>
                    <a:gd name="T113" fmla="*/ 2147483647 h 502"/>
                    <a:gd name="T114" fmla="*/ 2147483647 w 434"/>
                    <a:gd name="T115" fmla="*/ 2147483647 h 502"/>
                    <a:gd name="T116" fmla="*/ 2147483647 w 434"/>
                    <a:gd name="T117" fmla="*/ 2147483647 h 502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434"/>
                    <a:gd name="T178" fmla="*/ 0 h 502"/>
                    <a:gd name="T179" fmla="*/ 434 w 434"/>
                    <a:gd name="T180" fmla="*/ 502 h 502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434" h="502">
                      <a:moveTo>
                        <a:pt x="434" y="132"/>
                      </a:moveTo>
                      <a:lnTo>
                        <a:pt x="434" y="140"/>
                      </a:lnTo>
                      <a:lnTo>
                        <a:pt x="432" y="146"/>
                      </a:lnTo>
                      <a:lnTo>
                        <a:pt x="434" y="152"/>
                      </a:lnTo>
                      <a:lnTo>
                        <a:pt x="428" y="152"/>
                      </a:lnTo>
                      <a:lnTo>
                        <a:pt x="422" y="154"/>
                      </a:lnTo>
                      <a:lnTo>
                        <a:pt x="414" y="160"/>
                      </a:lnTo>
                      <a:lnTo>
                        <a:pt x="408" y="166"/>
                      </a:lnTo>
                      <a:lnTo>
                        <a:pt x="406" y="168"/>
                      </a:lnTo>
                      <a:lnTo>
                        <a:pt x="408" y="172"/>
                      </a:lnTo>
                      <a:lnTo>
                        <a:pt x="410" y="174"/>
                      </a:lnTo>
                      <a:lnTo>
                        <a:pt x="404" y="192"/>
                      </a:lnTo>
                      <a:lnTo>
                        <a:pt x="404" y="194"/>
                      </a:lnTo>
                      <a:lnTo>
                        <a:pt x="406" y="196"/>
                      </a:lnTo>
                      <a:lnTo>
                        <a:pt x="408" y="196"/>
                      </a:lnTo>
                      <a:lnTo>
                        <a:pt x="406" y="202"/>
                      </a:lnTo>
                      <a:lnTo>
                        <a:pt x="404" y="206"/>
                      </a:lnTo>
                      <a:lnTo>
                        <a:pt x="398" y="216"/>
                      </a:lnTo>
                      <a:lnTo>
                        <a:pt x="396" y="216"/>
                      </a:lnTo>
                      <a:lnTo>
                        <a:pt x="394" y="214"/>
                      </a:lnTo>
                      <a:lnTo>
                        <a:pt x="390" y="218"/>
                      </a:lnTo>
                      <a:lnTo>
                        <a:pt x="388" y="218"/>
                      </a:lnTo>
                      <a:lnTo>
                        <a:pt x="390" y="222"/>
                      </a:lnTo>
                      <a:lnTo>
                        <a:pt x="390" y="226"/>
                      </a:lnTo>
                      <a:lnTo>
                        <a:pt x="388" y="250"/>
                      </a:lnTo>
                      <a:lnTo>
                        <a:pt x="384" y="250"/>
                      </a:lnTo>
                      <a:lnTo>
                        <a:pt x="382" y="248"/>
                      </a:lnTo>
                      <a:lnTo>
                        <a:pt x="380" y="246"/>
                      </a:lnTo>
                      <a:lnTo>
                        <a:pt x="378" y="236"/>
                      </a:lnTo>
                      <a:lnTo>
                        <a:pt x="374" y="226"/>
                      </a:lnTo>
                      <a:lnTo>
                        <a:pt x="370" y="220"/>
                      </a:lnTo>
                      <a:lnTo>
                        <a:pt x="368" y="222"/>
                      </a:lnTo>
                      <a:lnTo>
                        <a:pt x="368" y="226"/>
                      </a:lnTo>
                      <a:lnTo>
                        <a:pt x="366" y="230"/>
                      </a:lnTo>
                      <a:lnTo>
                        <a:pt x="362" y="232"/>
                      </a:lnTo>
                      <a:lnTo>
                        <a:pt x="360" y="230"/>
                      </a:lnTo>
                      <a:lnTo>
                        <a:pt x="356" y="226"/>
                      </a:lnTo>
                      <a:lnTo>
                        <a:pt x="352" y="220"/>
                      </a:lnTo>
                      <a:lnTo>
                        <a:pt x="370" y="200"/>
                      </a:lnTo>
                      <a:lnTo>
                        <a:pt x="370" y="196"/>
                      </a:lnTo>
                      <a:lnTo>
                        <a:pt x="346" y="196"/>
                      </a:lnTo>
                      <a:lnTo>
                        <a:pt x="338" y="196"/>
                      </a:lnTo>
                      <a:lnTo>
                        <a:pt x="334" y="196"/>
                      </a:lnTo>
                      <a:lnTo>
                        <a:pt x="330" y="194"/>
                      </a:lnTo>
                      <a:lnTo>
                        <a:pt x="328" y="192"/>
                      </a:lnTo>
                      <a:lnTo>
                        <a:pt x="328" y="190"/>
                      </a:lnTo>
                      <a:lnTo>
                        <a:pt x="328" y="186"/>
                      </a:lnTo>
                      <a:lnTo>
                        <a:pt x="328" y="182"/>
                      </a:lnTo>
                      <a:lnTo>
                        <a:pt x="324" y="180"/>
                      </a:lnTo>
                      <a:lnTo>
                        <a:pt x="320" y="176"/>
                      </a:lnTo>
                      <a:lnTo>
                        <a:pt x="306" y="170"/>
                      </a:lnTo>
                      <a:lnTo>
                        <a:pt x="302" y="172"/>
                      </a:lnTo>
                      <a:lnTo>
                        <a:pt x="300" y="174"/>
                      </a:lnTo>
                      <a:lnTo>
                        <a:pt x="300" y="176"/>
                      </a:lnTo>
                      <a:lnTo>
                        <a:pt x="302" y="180"/>
                      </a:lnTo>
                      <a:lnTo>
                        <a:pt x="306" y="184"/>
                      </a:lnTo>
                      <a:lnTo>
                        <a:pt x="310" y="188"/>
                      </a:lnTo>
                      <a:lnTo>
                        <a:pt x="312" y="192"/>
                      </a:lnTo>
                      <a:lnTo>
                        <a:pt x="310" y="196"/>
                      </a:lnTo>
                      <a:lnTo>
                        <a:pt x="308" y="196"/>
                      </a:lnTo>
                      <a:lnTo>
                        <a:pt x="306" y="198"/>
                      </a:lnTo>
                      <a:lnTo>
                        <a:pt x="306" y="200"/>
                      </a:lnTo>
                      <a:lnTo>
                        <a:pt x="308" y="204"/>
                      </a:lnTo>
                      <a:lnTo>
                        <a:pt x="310" y="206"/>
                      </a:lnTo>
                      <a:lnTo>
                        <a:pt x="316" y="210"/>
                      </a:lnTo>
                      <a:lnTo>
                        <a:pt x="314" y="220"/>
                      </a:lnTo>
                      <a:lnTo>
                        <a:pt x="314" y="222"/>
                      </a:lnTo>
                      <a:lnTo>
                        <a:pt x="318" y="224"/>
                      </a:lnTo>
                      <a:lnTo>
                        <a:pt x="320" y="228"/>
                      </a:lnTo>
                      <a:lnTo>
                        <a:pt x="322" y="232"/>
                      </a:lnTo>
                      <a:lnTo>
                        <a:pt x="322" y="240"/>
                      </a:lnTo>
                      <a:lnTo>
                        <a:pt x="324" y="246"/>
                      </a:lnTo>
                      <a:lnTo>
                        <a:pt x="326" y="256"/>
                      </a:lnTo>
                      <a:lnTo>
                        <a:pt x="318" y="256"/>
                      </a:lnTo>
                      <a:lnTo>
                        <a:pt x="310" y="256"/>
                      </a:lnTo>
                      <a:lnTo>
                        <a:pt x="312" y="256"/>
                      </a:lnTo>
                      <a:lnTo>
                        <a:pt x="302" y="260"/>
                      </a:lnTo>
                      <a:lnTo>
                        <a:pt x="298" y="266"/>
                      </a:lnTo>
                      <a:lnTo>
                        <a:pt x="296" y="282"/>
                      </a:lnTo>
                      <a:lnTo>
                        <a:pt x="292" y="288"/>
                      </a:lnTo>
                      <a:lnTo>
                        <a:pt x="286" y="290"/>
                      </a:lnTo>
                      <a:lnTo>
                        <a:pt x="280" y="292"/>
                      </a:lnTo>
                      <a:lnTo>
                        <a:pt x="272" y="296"/>
                      </a:lnTo>
                      <a:lnTo>
                        <a:pt x="270" y="300"/>
                      </a:lnTo>
                      <a:lnTo>
                        <a:pt x="266" y="306"/>
                      </a:lnTo>
                      <a:lnTo>
                        <a:pt x="260" y="318"/>
                      </a:lnTo>
                      <a:lnTo>
                        <a:pt x="246" y="334"/>
                      </a:lnTo>
                      <a:lnTo>
                        <a:pt x="232" y="352"/>
                      </a:lnTo>
                      <a:lnTo>
                        <a:pt x="226" y="358"/>
                      </a:lnTo>
                      <a:lnTo>
                        <a:pt x="222" y="360"/>
                      </a:lnTo>
                      <a:lnTo>
                        <a:pt x="212" y="364"/>
                      </a:lnTo>
                      <a:lnTo>
                        <a:pt x="206" y="366"/>
                      </a:lnTo>
                      <a:lnTo>
                        <a:pt x="202" y="370"/>
                      </a:lnTo>
                      <a:lnTo>
                        <a:pt x="200" y="376"/>
                      </a:lnTo>
                      <a:lnTo>
                        <a:pt x="198" y="382"/>
                      </a:lnTo>
                      <a:lnTo>
                        <a:pt x="200" y="388"/>
                      </a:lnTo>
                      <a:lnTo>
                        <a:pt x="202" y="398"/>
                      </a:lnTo>
                      <a:lnTo>
                        <a:pt x="206" y="406"/>
                      </a:lnTo>
                      <a:lnTo>
                        <a:pt x="208" y="416"/>
                      </a:lnTo>
                      <a:lnTo>
                        <a:pt x="206" y="426"/>
                      </a:lnTo>
                      <a:lnTo>
                        <a:pt x="204" y="432"/>
                      </a:lnTo>
                      <a:lnTo>
                        <a:pt x="202" y="436"/>
                      </a:lnTo>
                      <a:lnTo>
                        <a:pt x="202" y="442"/>
                      </a:lnTo>
                      <a:lnTo>
                        <a:pt x="202" y="446"/>
                      </a:lnTo>
                      <a:lnTo>
                        <a:pt x="204" y="450"/>
                      </a:lnTo>
                      <a:lnTo>
                        <a:pt x="206" y="452"/>
                      </a:lnTo>
                      <a:lnTo>
                        <a:pt x="206" y="456"/>
                      </a:lnTo>
                      <a:lnTo>
                        <a:pt x="204" y="464"/>
                      </a:lnTo>
                      <a:lnTo>
                        <a:pt x="198" y="468"/>
                      </a:lnTo>
                      <a:lnTo>
                        <a:pt x="194" y="472"/>
                      </a:lnTo>
                      <a:lnTo>
                        <a:pt x="192" y="478"/>
                      </a:lnTo>
                      <a:lnTo>
                        <a:pt x="194" y="484"/>
                      </a:lnTo>
                      <a:lnTo>
                        <a:pt x="196" y="486"/>
                      </a:lnTo>
                      <a:lnTo>
                        <a:pt x="188" y="488"/>
                      </a:lnTo>
                      <a:lnTo>
                        <a:pt x="186" y="490"/>
                      </a:lnTo>
                      <a:lnTo>
                        <a:pt x="184" y="492"/>
                      </a:lnTo>
                      <a:lnTo>
                        <a:pt x="182" y="496"/>
                      </a:lnTo>
                      <a:lnTo>
                        <a:pt x="178" y="500"/>
                      </a:lnTo>
                      <a:lnTo>
                        <a:pt x="174" y="502"/>
                      </a:lnTo>
                      <a:lnTo>
                        <a:pt x="170" y="502"/>
                      </a:lnTo>
                      <a:lnTo>
                        <a:pt x="164" y="500"/>
                      </a:lnTo>
                      <a:lnTo>
                        <a:pt x="160" y="496"/>
                      </a:lnTo>
                      <a:lnTo>
                        <a:pt x="154" y="490"/>
                      </a:lnTo>
                      <a:lnTo>
                        <a:pt x="150" y="482"/>
                      </a:lnTo>
                      <a:lnTo>
                        <a:pt x="142" y="466"/>
                      </a:lnTo>
                      <a:lnTo>
                        <a:pt x="138" y="450"/>
                      </a:lnTo>
                      <a:lnTo>
                        <a:pt x="134" y="438"/>
                      </a:lnTo>
                      <a:lnTo>
                        <a:pt x="126" y="420"/>
                      </a:lnTo>
                      <a:lnTo>
                        <a:pt x="118" y="404"/>
                      </a:lnTo>
                      <a:lnTo>
                        <a:pt x="110" y="388"/>
                      </a:lnTo>
                      <a:lnTo>
                        <a:pt x="100" y="360"/>
                      </a:lnTo>
                      <a:lnTo>
                        <a:pt x="86" y="332"/>
                      </a:lnTo>
                      <a:lnTo>
                        <a:pt x="82" y="316"/>
                      </a:lnTo>
                      <a:lnTo>
                        <a:pt x="78" y="302"/>
                      </a:lnTo>
                      <a:lnTo>
                        <a:pt x="76" y="284"/>
                      </a:lnTo>
                      <a:lnTo>
                        <a:pt x="76" y="268"/>
                      </a:lnTo>
                      <a:lnTo>
                        <a:pt x="74" y="260"/>
                      </a:lnTo>
                      <a:lnTo>
                        <a:pt x="72" y="256"/>
                      </a:lnTo>
                      <a:lnTo>
                        <a:pt x="68" y="248"/>
                      </a:lnTo>
                      <a:lnTo>
                        <a:pt x="66" y="258"/>
                      </a:lnTo>
                      <a:lnTo>
                        <a:pt x="62" y="268"/>
                      </a:lnTo>
                      <a:lnTo>
                        <a:pt x="58" y="276"/>
                      </a:lnTo>
                      <a:lnTo>
                        <a:pt x="54" y="278"/>
                      </a:lnTo>
                      <a:lnTo>
                        <a:pt x="50" y="278"/>
                      </a:lnTo>
                      <a:lnTo>
                        <a:pt x="44" y="276"/>
                      </a:lnTo>
                      <a:lnTo>
                        <a:pt x="38" y="274"/>
                      </a:lnTo>
                      <a:lnTo>
                        <a:pt x="28" y="266"/>
                      </a:lnTo>
                      <a:lnTo>
                        <a:pt x="20" y="256"/>
                      </a:lnTo>
                      <a:lnTo>
                        <a:pt x="14" y="248"/>
                      </a:lnTo>
                      <a:lnTo>
                        <a:pt x="20" y="246"/>
                      </a:lnTo>
                      <a:lnTo>
                        <a:pt x="24" y="244"/>
                      </a:lnTo>
                      <a:lnTo>
                        <a:pt x="30" y="240"/>
                      </a:lnTo>
                      <a:lnTo>
                        <a:pt x="32" y="234"/>
                      </a:lnTo>
                      <a:lnTo>
                        <a:pt x="24" y="238"/>
                      </a:lnTo>
                      <a:lnTo>
                        <a:pt x="24" y="240"/>
                      </a:lnTo>
                      <a:lnTo>
                        <a:pt x="20" y="242"/>
                      </a:lnTo>
                      <a:lnTo>
                        <a:pt x="14" y="238"/>
                      </a:lnTo>
                      <a:lnTo>
                        <a:pt x="8" y="232"/>
                      </a:lnTo>
                      <a:lnTo>
                        <a:pt x="2" y="224"/>
                      </a:lnTo>
                      <a:lnTo>
                        <a:pt x="0" y="220"/>
                      </a:lnTo>
                      <a:lnTo>
                        <a:pt x="0" y="214"/>
                      </a:lnTo>
                      <a:lnTo>
                        <a:pt x="2" y="212"/>
                      </a:lnTo>
                      <a:lnTo>
                        <a:pt x="4" y="210"/>
                      </a:lnTo>
                      <a:lnTo>
                        <a:pt x="8" y="210"/>
                      </a:lnTo>
                      <a:lnTo>
                        <a:pt x="12" y="210"/>
                      </a:lnTo>
                      <a:lnTo>
                        <a:pt x="16" y="212"/>
                      </a:lnTo>
                      <a:lnTo>
                        <a:pt x="20" y="214"/>
                      </a:lnTo>
                      <a:lnTo>
                        <a:pt x="30" y="212"/>
                      </a:lnTo>
                      <a:lnTo>
                        <a:pt x="36" y="208"/>
                      </a:lnTo>
                      <a:lnTo>
                        <a:pt x="38" y="204"/>
                      </a:lnTo>
                      <a:lnTo>
                        <a:pt x="36" y="196"/>
                      </a:lnTo>
                      <a:lnTo>
                        <a:pt x="32" y="192"/>
                      </a:lnTo>
                      <a:lnTo>
                        <a:pt x="24" y="184"/>
                      </a:lnTo>
                      <a:lnTo>
                        <a:pt x="22" y="182"/>
                      </a:lnTo>
                      <a:lnTo>
                        <a:pt x="20" y="178"/>
                      </a:lnTo>
                      <a:lnTo>
                        <a:pt x="20" y="170"/>
                      </a:lnTo>
                      <a:lnTo>
                        <a:pt x="18" y="168"/>
                      </a:lnTo>
                      <a:lnTo>
                        <a:pt x="14" y="168"/>
                      </a:lnTo>
                      <a:lnTo>
                        <a:pt x="10" y="164"/>
                      </a:lnTo>
                      <a:lnTo>
                        <a:pt x="8" y="160"/>
                      </a:lnTo>
                      <a:lnTo>
                        <a:pt x="10" y="156"/>
                      </a:lnTo>
                      <a:lnTo>
                        <a:pt x="14" y="150"/>
                      </a:lnTo>
                      <a:lnTo>
                        <a:pt x="18" y="144"/>
                      </a:lnTo>
                      <a:lnTo>
                        <a:pt x="22" y="142"/>
                      </a:lnTo>
                      <a:lnTo>
                        <a:pt x="26" y="144"/>
                      </a:lnTo>
                      <a:lnTo>
                        <a:pt x="30" y="146"/>
                      </a:lnTo>
                      <a:lnTo>
                        <a:pt x="34" y="146"/>
                      </a:lnTo>
                      <a:lnTo>
                        <a:pt x="38" y="142"/>
                      </a:lnTo>
                      <a:lnTo>
                        <a:pt x="44" y="136"/>
                      </a:lnTo>
                      <a:lnTo>
                        <a:pt x="52" y="124"/>
                      </a:lnTo>
                      <a:lnTo>
                        <a:pt x="56" y="118"/>
                      </a:lnTo>
                      <a:lnTo>
                        <a:pt x="58" y="110"/>
                      </a:lnTo>
                      <a:lnTo>
                        <a:pt x="62" y="104"/>
                      </a:lnTo>
                      <a:lnTo>
                        <a:pt x="66" y="98"/>
                      </a:lnTo>
                      <a:lnTo>
                        <a:pt x="68" y="92"/>
                      </a:lnTo>
                      <a:lnTo>
                        <a:pt x="72" y="88"/>
                      </a:lnTo>
                      <a:lnTo>
                        <a:pt x="72" y="74"/>
                      </a:lnTo>
                      <a:lnTo>
                        <a:pt x="74" y="70"/>
                      </a:lnTo>
                      <a:lnTo>
                        <a:pt x="78" y="68"/>
                      </a:lnTo>
                      <a:lnTo>
                        <a:pt x="78" y="66"/>
                      </a:lnTo>
                      <a:lnTo>
                        <a:pt x="80" y="62"/>
                      </a:lnTo>
                      <a:lnTo>
                        <a:pt x="72" y="58"/>
                      </a:lnTo>
                      <a:lnTo>
                        <a:pt x="62" y="50"/>
                      </a:lnTo>
                      <a:lnTo>
                        <a:pt x="54" y="38"/>
                      </a:lnTo>
                      <a:lnTo>
                        <a:pt x="52" y="34"/>
                      </a:lnTo>
                      <a:lnTo>
                        <a:pt x="52" y="30"/>
                      </a:lnTo>
                      <a:lnTo>
                        <a:pt x="50" y="28"/>
                      </a:lnTo>
                      <a:lnTo>
                        <a:pt x="54" y="22"/>
                      </a:lnTo>
                      <a:lnTo>
                        <a:pt x="58" y="18"/>
                      </a:lnTo>
                      <a:lnTo>
                        <a:pt x="62" y="20"/>
                      </a:lnTo>
                      <a:lnTo>
                        <a:pt x="66" y="22"/>
                      </a:lnTo>
                      <a:lnTo>
                        <a:pt x="68" y="22"/>
                      </a:lnTo>
                      <a:lnTo>
                        <a:pt x="72" y="24"/>
                      </a:lnTo>
                      <a:lnTo>
                        <a:pt x="80" y="22"/>
                      </a:lnTo>
                      <a:lnTo>
                        <a:pt x="88" y="18"/>
                      </a:lnTo>
                      <a:lnTo>
                        <a:pt x="98" y="10"/>
                      </a:lnTo>
                      <a:lnTo>
                        <a:pt x="108" y="4"/>
                      </a:lnTo>
                      <a:lnTo>
                        <a:pt x="114" y="0"/>
                      </a:lnTo>
                      <a:lnTo>
                        <a:pt x="120" y="0"/>
                      </a:lnTo>
                      <a:lnTo>
                        <a:pt x="128" y="0"/>
                      </a:lnTo>
                      <a:lnTo>
                        <a:pt x="134" y="4"/>
                      </a:lnTo>
                      <a:lnTo>
                        <a:pt x="136" y="4"/>
                      </a:lnTo>
                      <a:lnTo>
                        <a:pt x="142" y="6"/>
                      </a:lnTo>
                      <a:lnTo>
                        <a:pt x="142" y="12"/>
                      </a:lnTo>
                      <a:lnTo>
                        <a:pt x="140" y="16"/>
                      </a:lnTo>
                      <a:lnTo>
                        <a:pt x="134" y="24"/>
                      </a:lnTo>
                      <a:lnTo>
                        <a:pt x="132" y="32"/>
                      </a:lnTo>
                      <a:lnTo>
                        <a:pt x="130" y="38"/>
                      </a:lnTo>
                      <a:lnTo>
                        <a:pt x="132" y="42"/>
                      </a:lnTo>
                      <a:lnTo>
                        <a:pt x="134" y="48"/>
                      </a:lnTo>
                      <a:lnTo>
                        <a:pt x="142" y="56"/>
                      </a:lnTo>
                      <a:lnTo>
                        <a:pt x="140" y="58"/>
                      </a:lnTo>
                      <a:lnTo>
                        <a:pt x="138" y="58"/>
                      </a:lnTo>
                      <a:lnTo>
                        <a:pt x="132" y="60"/>
                      </a:lnTo>
                      <a:lnTo>
                        <a:pt x="134" y="68"/>
                      </a:lnTo>
                      <a:lnTo>
                        <a:pt x="134" y="72"/>
                      </a:lnTo>
                      <a:lnTo>
                        <a:pt x="136" y="76"/>
                      </a:lnTo>
                      <a:lnTo>
                        <a:pt x="138" y="80"/>
                      </a:lnTo>
                      <a:lnTo>
                        <a:pt x="146" y="84"/>
                      </a:lnTo>
                      <a:lnTo>
                        <a:pt x="156" y="88"/>
                      </a:lnTo>
                      <a:lnTo>
                        <a:pt x="164" y="96"/>
                      </a:lnTo>
                      <a:lnTo>
                        <a:pt x="172" y="104"/>
                      </a:lnTo>
                      <a:lnTo>
                        <a:pt x="168" y="112"/>
                      </a:lnTo>
                      <a:lnTo>
                        <a:pt x="166" y="122"/>
                      </a:lnTo>
                      <a:lnTo>
                        <a:pt x="168" y="126"/>
                      </a:lnTo>
                      <a:lnTo>
                        <a:pt x="170" y="128"/>
                      </a:lnTo>
                      <a:lnTo>
                        <a:pt x="176" y="132"/>
                      </a:lnTo>
                      <a:lnTo>
                        <a:pt x="198" y="142"/>
                      </a:lnTo>
                      <a:lnTo>
                        <a:pt x="210" y="150"/>
                      </a:lnTo>
                      <a:lnTo>
                        <a:pt x="220" y="154"/>
                      </a:lnTo>
                      <a:lnTo>
                        <a:pt x="230" y="150"/>
                      </a:lnTo>
                      <a:lnTo>
                        <a:pt x="234" y="152"/>
                      </a:lnTo>
                      <a:lnTo>
                        <a:pt x="238" y="152"/>
                      </a:lnTo>
                      <a:lnTo>
                        <a:pt x="244" y="158"/>
                      </a:lnTo>
                      <a:lnTo>
                        <a:pt x="248" y="164"/>
                      </a:lnTo>
                      <a:lnTo>
                        <a:pt x="264" y="168"/>
                      </a:lnTo>
                      <a:lnTo>
                        <a:pt x="278" y="170"/>
                      </a:lnTo>
                      <a:lnTo>
                        <a:pt x="288" y="170"/>
                      </a:lnTo>
                      <a:lnTo>
                        <a:pt x="296" y="170"/>
                      </a:lnTo>
                      <a:lnTo>
                        <a:pt x="298" y="168"/>
                      </a:lnTo>
                      <a:lnTo>
                        <a:pt x="298" y="166"/>
                      </a:lnTo>
                      <a:lnTo>
                        <a:pt x="298" y="162"/>
                      </a:lnTo>
                      <a:lnTo>
                        <a:pt x="296" y="158"/>
                      </a:lnTo>
                      <a:lnTo>
                        <a:pt x="294" y="154"/>
                      </a:lnTo>
                      <a:lnTo>
                        <a:pt x="294" y="148"/>
                      </a:lnTo>
                      <a:lnTo>
                        <a:pt x="294" y="144"/>
                      </a:lnTo>
                      <a:lnTo>
                        <a:pt x="298" y="142"/>
                      </a:lnTo>
                      <a:lnTo>
                        <a:pt x="304" y="140"/>
                      </a:lnTo>
                      <a:lnTo>
                        <a:pt x="306" y="148"/>
                      </a:lnTo>
                      <a:lnTo>
                        <a:pt x="308" y="158"/>
                      </a:lnTo>
                      <a:lnTo>
                        <a:pt x="314" y="164"/>
                      </a:lnTo>
                      <a:lnTo>
                        <a:pt x="318" y="166"/>
                      </a:lnTo>
                      <a:lnTo>
                        <a:pt x="322" y="166"/>
                      </a:lnTo>
                      <a:lnTo>
                        <a:pt x="342" y="166"/>
                      </a:lnTo>
                      <a:lnTo>
                        <a:pt x="348" y="166"/>
                      </a:lnTo>
                      <a:lnTo>
                        <a:pt x="352" y="164"/>
                      </a:lnTo>
                      <a:lnTo>
                        <a:pt x="354" y="162"/>
                      </a:lnTo>
                      <a:lnTo>
                        <a:pt x="358" y="158"/>
                      </a:lnTo>
                      <a:lnTo>
                        <a:pt x="360" y="150"/>
                      </a:lnTo>
                      <a:lnTo>
                        <a:pt x="364" y="140"/>
                      </a:lnTo>
                      <a:lnTo>
                        <a:pt x="368" y="134"/>
                      </a:lnTo>
                      <a:lnTo>
                        <a:pt x="376" y="126"/>
                      </a:lnTo>
                      <a:lnTo>
                        <a:pt x="382" y="122"/>
                      </a:lnTo>
                      <a:lnTo>
                        <a:pt x="392" y="118"/>
                      </a:lnTo>
                      <a:lnTo>
                        <a:pt x="394" y="120"/>
                      </a:lnTo>
                      <a:lnTo>
                        <a:pt x="396" y="120"/>
                      </a:lnTo>
                      <a:lnTo>
                        <a:pt x="400" y="122"/>
                      </a:lnTo>
                      <a:lnTo>
                        <a:pt x="402" y="120"/>
                      </a:lnTo>
                      <a:lnTo>
                        <a:pt x="406" y="118"/>
                      </a:lnTo>
                      <a:lnTo>
                        <a:pt x="406" y="116"/>
                      </a:lnTo>
                      <a:lnTo>
                        <a:pt x="412" y="116"/>
                      </a:lnTo>
                      <a:lnTo>
                        <a:pt x="420" y="124"/>
                      </a:lnTo>
                      <a:lnTo>
                        <a:pt x="420" y="128"/>
                      </a:lnTo>
                      <a:lnTo>
                        <a:pt x="420" y="130"/>
                      </a:lnTo>
                      <a:lnTo>
                        <a:pt x="424" y="134"/>
                      </a:lnTo>
                      <a:lnTo>
                        <a:pt x="430" y="136"/>
                      </a:lnTo>
                      <a:lnTo>
                        <a:pt x="434" y="136"/>
                      </a:lnTo>
                      <a:lnTo>
                        <a:pt x="434" y="1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0" name="iSḷîḑé"/>
                <p:cNvSpPr/>
                <p:nvPr/>
              </p:nvSpPr>
              <p:spPr bwMode="auto">
                <a:xfrm>
                  <a:off x="6751104" y="2999016"/>
                  <a:ext cx="89519" cy="47636"/>
                </a:xfrm>
                <a:custGeom>
                  <a:avLst/>
                  <a:gdLst>
                    <a:gd name="T0" fmla="*/ 2147483647 w 50"/>
                    <a:gd name="T1" fmla="*/ 2147483647 h 28"/>
                    <a:gd name="T2" fmla="*/ 2147483647 w 50"/>
                    <a:gd name="T3" fmla="*/ 2147483647 h 28"/>
                    <a:gd name="T4" fmla="*/ 2147483647 w 50"/>
                    <a:gd name="T5" fmla="*/ 2147483647 h 28"/>
                    <a:gd name="T6" fmla="*/ 2147483647 w 50"/>
                    <a:gd name="T7" fmla="*/ 2147483647 h 28"/>
                    <a:gd name="T8" fmla="*/ 2147483647 w 50"/>
                    <a:gd name="T9" fmla="*/ 0 h 28"/>
                    <a:gd name="T10" fmla="*/ 2147483647 w 50"/>
                    <a:gd name="T11" fmla="*/ 2147483647 h 28"/>
                    <a:gd name="T12" fmla="*/ 2147483647 w 50"/>
                    <a:gd name="T13" fmla="*/ 2147483647 h 28"/>
                    <a:gd name="T14" fmla="*/ 2147483647 w 50"/>
                    <a:gd name="T15" fmla="*/ 2147483647 h 28"/>
                    <a:gd name="T16" fmla="*/ 0 w 50"/>
                    <a:gd name="T17" fmla="*/ 2147483647 h 28"/>
                    <a:gd name="T18" fmla="*/ 2147483647 w 50"/>
                    <a:gd name="T19" fmla="*/ 2147483647 h 28"/>
                    <a:gd name="T20" fmla="*/ 2147483647 w 50"/>
                    <a:gd name="T21" fmla="*/ 2147483647 h 28"/>
                    <a:gd name="T22" fmla="*/ 2147483647 w 50"/>
                    <a:gd name="T23" fmla="*/ 2147483647 h 28"/>
                    <a:gd name="T24" fmla="*/ 2147483647 w 50"/>
                    <a:gd name="T25" fmla="*/ 2147483647 h 28"/>
                    <a:gd name="T26" fmla="*/ 2147483647 w 50"/>
                    <a:gd name="T27" fmla="*/ 2147483647 h 28"/>
                    <a:gd name="T28" fmla="*/ 2147483647 w 50"/>
                    <a:gd name="T29" fmla="*/ 2147483647 h 28"/>
                    <a:gd name="T30" fmla="*/ 2147483647 w 50"/>
                    <a:gd name="T31" fmla="*/ 2147483647 h 28"/>
                    <a:gd name="T32" fmla="*/ 2147483647 w 50"/>
                    <a:gd name="T33" fmla="*/ 2147483647 h 28"/>
                    <a:gd name="T34" fmla="*/ 2147483647 w 50"/>
                    <a:gd name="T35" fmla="*/ 2147483647 h 2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50"/>
                    <a:gd name="T55" fmla="*/ 0 h 28"/>
                    <a:gd name="T56" fmla="*/ 50 w 50"/>
                    <a:gd name="T57" fmla="*/ 28 h 28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50" h="28">
                      <a:moveTo>
                        <a:pt x="50" y="20"/>
                      </a:moveTo>
                      <a:lnTo>
                        <a:pt x="46" y="14"/>
                      </a:lnTo>
                      <a:lnTo>
                        <a:pt x="36" y="6"/>
                      </a:lnTo>
                      <a:lnTo>
                        <a:pt x="26" y="2"/>
                      </a:lnTo>
                      <a:lnTo>
                        <a:pt x="16" y="0"/>
                      </a:lnTo>
                      <a:lnTo>
                        <a:pt x="12" y="2"/>
                      </a:lnTo>
                      <a:lnTo>
                        <a:pt x="8" y="4"/>
                      </a:lnTo>
                      <a:lnTo>
                        <a:pt x="4" y="10"/>
                      </a:lnTo>
                      <a:lnTo>
                        <a:pt x="0" y="14"/>
                      </a:lnTo>
                      <a:lnTo>
                        <a:pt x="2" y="18"/>
                      </a:lnTo>
                      <a:lnTo>
                        <a:pt x="2" y="20"/>
                      </a:lnTo>
                      <a:lnTo>
                        <a:pt x="10" y="28"/>
                      </a:lnTo>
                      <a:lnTo>
                        <a:pt x="16" y="28"/>
                      </a:lnTo>
                      <a:lnTo>
                        <a:pt x="36" y="28"/>
                      </a:lnTo>
                      <a:lnTo>
                        <a:pt x="42" y="28"/>
                      </a:lnTo>
                      <a:lnTo>
                        <a:pt x="46" y="26"/>
                      </a:lnTo>
                      <a:lnTo>
                        <a:pt x="50" y="22"/>
                      </a:lnTo>
                      <a:lnTo>
                        <a:pt x="50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1" name="íṥḷîdé"/>
                <p:cNvSpPr/>
                <p:nvPr/>
              </p:nvSpPr>
              <p:spPr bwMode="auto">
                <a:xfrm>
                  <a:off x="6508715" y="2935969"/>
                  <a:ext cx="229996" cy="116288"/>
                </a:xfrm>
                <a:custGeom>
                  <a:avLst/>
                  <a:gdLst>
                    <a:gd name="T0" fmla="*/ 2147483647 w 132"/>
                    <a:gd name="T1" fmla="*/ 2147483647 h 70"/>
                    <a:gd name="T2" fmla="*/ 2147483647 w 132"/>
                    <a:gd name="T3" fmla="*/ 2147483647 h 70"/>
                    <a:gd name="T4" fmla="*/ 2147483647 w 132"/>
                    <a:gd name="T5" fmla="*/ 2147483647 h 70"/>
                    <a:gd name="T6" fmla="*/ 2147483647 w 132"/>
                    <a:gd name="T7" fmla="*/ 2147483647 h 70"/>
                    <a:gd name="T8" fmla="*/ 2147483647 w 132"/>
                    <a:gd name="T9" fmla="*/ 2147483647 h 70"/>
                    <a:gd name="T10" fmla="*/ 2147483647 w 132"/>
                    <a:gd name="T11" fmla="*/ 2147483647 h 70"/>
                    <a:gd name="T12" fmla="*/ 2147483647 w 132"/>
                    <a:gd name="T13" fmla="*/ 2147483647 h 70"/>
                    <a:gd name="T14" fmla="*/ 2147483647 w 132"/>
                    <a:gd name="T15" fmla="*/ 2147483647 h 70"/>
                    <a:gd name="T16" fmla="*/ 2147483647 w 132"/>
                    <a:gd name="T17" fmla="*/ 2147483647 h 70"/>
                    <a:gd name="T18" fmla="*/ 2147483647 w 132"/>
                    <a:gd name="T19" fmla="*/ 2147483647 h 70"/>
                    <a:gd name="T20" fmla="*/ 2147483647 w 132"/>
                    <a:gd name="T21" fmla="*/ 2147483647 h 70"/>
                    <a:gd name="T22" fmla="*/ 2147483647 w 132"/>
                    <a:gd name="T23" fmla="*/ 2147483647 h 70"/>
                    <a:gd name="T24" fmla="*/ 2147483647 w 132"/>
                    <a:gd name="T25" fmla="*/ 2147483647 h 70"/>
                    <a:gd name="T26" fmla="*/ 2147483647 w 132"/>
                    <a:gd name="T27" fmla="*/ 2147483647 h 70"/>
                    <a:gd name="T28" fmla="*/ 2147483647 w 132"/>
                    <a:gd name="T29" fmla="*/ 2147483647 h 70"/>
                    <a:gd name="T30" fmla="*/ 2147483647 w 132"/>
                    <a:gd name="T31" fmla="*/ 0 h 70"/>
                    <a:gd name="T32" fmla="*/ 2147483647 w 132"/>
                    <a:gd name="T33" fmla="*/ 0 h 70"/>
                    <a:gd name="T34" fmla="*/ 2147483647 w 132"/>
                    <a:gd name="T35" fmla="*/ 2147483647 h 70"/>
                    <a:gd name="T36" fmla="*/ 2147483647 w 132"/>
                    <a:gd name="T37" fmla="*/ 2147483647 h 70"/>
                    <a:gd name="T38" fmla="*/ 2147483647 w 132"/>
                    <a:gd name="T39" fmla="*/ 2147483647 h 70"/>
                    <a:gd name="T40" fmla="*/ 2147483647 w 132"/>
                    <a:gd name="T41" fmla="*/ 2147483647 h 70"/>
                    <a:gd name="T42" fmla="*/ 2147483647 w 132"/>
                    <a:gd name="T43" fmla="*/ 2147483647 h 70"/>
                    <a:gd name="T44" fmla="*/ 0 w 132"/>
                    <a:gd name="T45" fmla="*/ 2147483647 h 70"/>
                    <a:gd name="T46" fmla="*/ 2147483647 w 132"/>
                    <a:gd name="T47" fmla="*/ 2147483647 h 70"/>
                    <a:gd name="T48" fmla="*/ 2147483647 w 132"/>
                    <a:gd name="T49" fmla="*/ 2147483647 h 70"/>
                    <a:gd name="T50" fmla="*/ 2147483647 w 132"/>
                    <a:gd name="T51" fmla="*/ 2147483647 h 70"/>
                    <a:gd name="T52" fmla="*/ 2147483647 w 132"/>
                    <a:gd name="T53" fmla="*/ 2147483647 h 70"/>
                    <a:gd name="T54" fmla="*/ 2147483647 w 132"/>
                    <a:gd name="T55" fmla="*/ 2147483647 h 70"/>
                    <a:gd name="T56" fmla="*/ 2147483647 w 132"/>
                    <a:gd name="T57" fmla="*/ 2147483647 h 70"/>
                    <a:gd name="T58" fmla="*/ 2147483647 w 132"/>
                    <a:gd name="T59" fmla="*/ 2147483647 h 70"/>
                    <a:gd name="T60" fmla="*/ 2147483647 w 132"/>
                    <a:gd name="T61" fmla="*/ 2147483647 h 70"/>
                    <a:gd name="T62" fmla="*/ 2147483647 w 132"/>
                    <a:gd name="T63" fmla="*/ 2147483647 h 70"/>
                    <a:gd name="T64" fmla="*/ 2147483647 w 132"/>
                    <a:gd name="T65" fmla="*/ 2147483647 h 70"/>
                    <a:gd name="T66" fmla="*/ 2147483647 w 132"/>
                    <a:gd name="T67" fmla="*/ 2147483647 h 70"/>
                    <a:gd name="T68" fmla="*/ 2147483647 w 132"/>
                    <a:gd name="T69" fmla="*/ 2147483647 h 70"/>
                    <a:gd name="T70" fmla="*/ 2147483647 w 132"/>
                    <a:gd name="T71" fmla="*/ 2147483647 h 70"/>
                    <a:gd name="T72" fmla="*/ 2147483647 w 132"/>
                    <a:gd name="T73" fmla="*/ 2147483647 h 70"/>
                    <a:gd name="T74" fmla="*/ 2147483647 w 132"/>
                    <a:gd name="T75" fmla="*/ 2147483647 h 70"/>
                    <a:gd name="T76" fmla="*/ 2147483647 w 132"/>
                    <a:gd name="T77" fmla="*/ 2147483647 h 70"/>
                    <a:gd name="T78" fmla="*/ 2147483647 w 132"/>
                    <a:gd name="T79" fmla="*/ 2147483647 h 70"/>
                    <a:gd name="T80" fmla="*/ 2147483647 w 132"/>
                    <a:gd name="T81" fmla="*/ 2147483647 h 70"/>
                    <a:gd name="T82" fmla="*/ 2147483647 w 132"/>
                    <a:gd name="T83" fmla="*/ 2147483647 h 70"/>
                    <a:gd name="T84" fmla="*/ 2147483647 w 132"/>
                    <a:gd name="T85" fmla="*/ 2147483647 h 70"/>
                    <a:gd name="T86" fmla="*/ 2147483647 w 132"/>
                    <a:gd name="T87" fmla="*/ 2147483647 h 70"/>
                    <a:gd name="T88" fmla="*/ 2147483647 w 132"/>
                    <a:gd name="T89" fmla="*/ 2147483647 h 7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132"/>
                    <a:gd name="T136" fmla="*/ 0 h 70"/>
                    <a:gd name="T137" fmla="*/ 132 w 132"/>
                    <a:gd name="T138" fmla="*/ 70 h 70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132" h="70">
                      <a:moveTo>
                        <a:pt x="128" y="46"/>
                      </a:moveTo>
                      <a:lnTo>
                        <a:pt x="110" y="46"/>
                      </a:lnTo>
                      <a:lnTo>
                        <a:pt x="104" y="44"/>
                      </a:lnTo>
                      <a:lnTo>
                        <a:pt x="98" y="40"/>
                      </a:lnTo>
                      <a:lnTo>
                        <a:pt x="96" y="40"/>
                      </a:lnTo>
                      <a:lnTo>
                        <a:pt x="94" y="40"/>
                      </a:lnTo>
                      <a:lnTo>
                        <a:pt x="90" y="40"/>
                      </a:lnTo>
                      <a:lnTo>
                        <a:pt x="84" y="38"/>
                      </a:lnTo>
                      <a:lnTo>
                        <a:pt x="80" y="36"/>
                      </a:lnTo>
                      <a:lnTo>
                        <a:pt x="76" y="32"/>
                      </a:lnTo>
                      <a:lnTo>
                        <a:pt x="74" y="30"/>
                      </a:lnTo>
                      <a:lnTo>
                        <a:pt x="62" y="26"/>
                      </a:lnTo>
                      <a:lnTo>
                        <a:pt x="52" y="22"/>
                      </a:lnTo>
                      <a:lnTo>
                        <a:pt x="44" y="16"/>
                      </a:lnTo>
                      <a:lnTo>
                        <a:pt x="34" y="8"/>
                      </a:lnTo>
                      <a:lnTo>
                        <a:pt x="22" y="0"/>
                      </a:lnTo>
                      <a:lnTo>
                        <a:pt x="20" y="0"/>
                      </a:lnTo>
                      <a:lnTo>
                        <a:pt x="18" y="2"/>
                      </a:lnTo>
                      <a:lnTo>
                        <a:pt x="16" y="4"/>
                      </a:lnTo>
                      <a:lnTo>
                        <a:pt x="12" y="4"/>
                      </a:lnTo>
                      <a:lnTo>
                        <a:pt x="6" y="4"/>
                      </a:lnTo>
                      <a:lnTo>
                        <a:pt x="2" y="12"/>
                      </a:lnTo>
                      <a:lnTo>
                        <a:pt x="0" y="22"/>
                      </a:lnTo>
                      <a:lnTo>
                        <a:pt x="2" y="26"/>
                      </a:lnTo>
                      <a:lnTo>
                        <a:pt x="4" y="28"/>
                      </a:lnTo>
                      <a:lnTo>
                        <a:pt x="10" y="32"/>
                      </a:lnTo>
                      <a:lnTo>
                        <a:pt x="32" y="42"/>
                      </a:lnTo>
                      <a:lnTo>
                        <a:pt x="44" y="50"/>
                      </a:lnTo>
                      <a:lnTo>
                        <a:pt x="54" y="54"/>
                      </a:lnTo>
                      <a:lnTo>
                        <a:pt x="64" y="50"/>
                      </a:lnTo>
                      <a:lnTo>
                        <a:pt x="68" y="52"/>
                      </a:lnTo>
                      <a:lnTo>
                        <a:pt x="72" y="52"/>
                      </a:lnTo>
                      <a:lnTo>
                        <a:pt x="78" y="58"/>
                      </a:lnTo>
                      <a:lnTo>
                        <a:pt x="82" y="64"/>
                      </a:lnTo>
                      <a:lnTo>
                        <a:pt x="98" y="68"/>
                      </a:lnTo>
                      <a:lnTo>
                        <a:pt x="112" y="70"/>
                      </a:lnTo>
                      <a:lnTo>
                        <a:pt x="122" y="70"/>
                      </a:lnTo>
                      <a:lnTo>
                        <a:pt x="130" y="70"/>
                      </a:lnTo>
                      <a:lnTo>
                        <a:pt x="132" y="68"/>
                      </a:lnTo>
                      <a:lnTo>
                        <a:pt x="132" y="66"/>
                      </a:lnTo>
                      <a:lnTo>
                        <a:pt x="132" y="62"/>
                      </a:lnTo>
                      <a:lnTo>
                        <a:pt x="130" y="58"/>
                      </a:lnTo>
                      <a:lnTo>
                        <a:pt x="128" y="54"/>
                      </a:lnTo>
                      <a:lnTo>
                        <a:pt x="128" y="48"/>
                      </a:lnTo>
                      <a:lnTo>
                        <a:pt x="128" y="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2" name="íŝľïḑé"/>
                <p:cNvSpPr/>
                <p:nvPr/>
              </p:nvSpPr>
              <p:spPr bwMode="auto">
                <a:xfrm>
                  <a:off x="5979863" y="2732816"/>
                  <a:ext cx="420050" cy="403504"/>
                </a:xfrm>
                <a:custGeom>
                  <a:avLst/>
                  <a:gdLst>
                    <a:gd name="T0" fmla="*/ 2147483647 w 240"/>
                    <a:gd name="T1" fmla="*/ 2147483647 h 242"/>
                    <a:gd name="T2" fmla="*/ 2147483647 w 240"/>
                    <a:gd name="T3" fmla="*/ 2147483647 h 242"/>
                    <a:gd name="T4" fmla="*/ 2147483647 w 240"/>
                    <a:gd name="T5" fmla="*/ 2147483647 h 242"/>
                    <a:gd name="T6" fmla="*/ 2147483647 w 240"/>
                    <a:gd name="T7" fmla="*/ 2147483647 h 242"/>
                    <a:gd name="T8" fmla="*/ 2147483647 w 240"/>
                    <a:gd name="T9" fmla="*/ 2147483647 h 242"/>
                    <a:gd name="T10" fmla="*/ 2147483647 w 240"/>
                    <a:gd name="T11" fmla="*/ 2147483647 h 242"/>
                    <a:gd name="T12" fmla="*/ 2147483647 w 240"/>
                    <a:gd name="T13" fmla="*/ 2147483647 h 242"/>
                    <a:gd name="T14" fmla="*/ 2147483647 w 240"/>
                    <a:gd name="T15" fmla="*/ 2147483647 h 242"/>
                    <a:gd name="T16" fmla="*/ 2147483647 w 240"/>
                    <a:gd name="T17" fmla="*/ 2147483647 h 242"/>
                    <a:gd name="T18" fmla="*/ 2147483647 w 240"/>
                    <a:gd name="T19" fmla="*/ 2147483647 h 242"/>
                    <a:gd name="T20" fmla="*/ 2147483647 w 240"/>
                    <a:gd name="T21" fmla="*/ 2147483647 h 242"/>
                    <a:gd name="T22" fmla="*/ 2147483647 w 240"/>
                    <a:gd name="T23" fmla="*/ 2147483647 h 242"/>
                    <a:gd name="T24" fmla="*/ 2147483647 w 240"/>
                    <a:gd name="T25" fmla="*/ 2147483647 h 242"/>
                    <a:gd name="T26" fmla="*/ 2147483647 w 240"/>
                    <a:gd name="T27" fmla="*/ 2147483647 h 242"/>
                    <a:gd name="T28" fmla="*/ 2147483647 w 240"/>
                    <a:gd name="T29" fmla="*/ 2147483647 h 242"/>
                    <a:gd name="T30" fmla="*/ 2147483647 w 240"/>
                    <a:gd name="T31" fmla="*/ 2147483647 h 242"/>
                    <a:gd name="T32" fmla="*/ 2147483647 w 240"/>
                    <a:gd name="T33" fmla="*/ 2147483647 h 242"/>
                    <a:gd name="T34" fmla="*/ 2147483647 w 240"/>
                    <a:gd name="T35" fmla="*/ 2147483647 h 242"/>
                    <a:gd name="T36" fmla="*/ 0 w 240"/>
                    <a:gd name="T37" fmla="*/ 2147483647 h 242"/>
                    <a:gd name="T38" fmla="*/ 2147483647 w 240"/>
                    <a:gd name="T39" fmla="*/ 2147483647 h 242"/>
                    <a:gd name="T40" fmla="*/ 2147483647 w 240"/>
                    <a:gd name="T41" fmla="*/ 2147483647 h 242"/>
                    <a:gd name="T42" fmla="*/ 2147483647 w 240"/>
                    <a:gd name="T43" fmla="*/ 2147483647 h 242"/>
                    <a:gd name="T44" fmla="*/ 2147483647 w 240"/>
                    <a:gd name="T45" fmla="*/ 2147483647 h 242"/>
                    <a:gd name="T46" fmla="*/ 2147483647 w 240"/>
                    <a:gd name="T47" fmla="*/ 2147483647 h 242"/>
                    <a:gd name="T48" fmla="*/ 2147483647 w 240"/>
                    <a:gd name="T49" fmla="*/ 2147483647 h 242"/>
                    <a:gd name="T50" fmla="*/ 2147483647 w 240"/>
                    <a:gd name="T51" fmla="*/ 2147483647 h 242"/>
                    <a:gd name="T52" fmla="*/ 2147483647 w 240"/>
                    <a:gd name="T53" fmla="*/ 2147483647 h 242"/>
                    <a:gd name="T54" fmla="*/ 2147483647 w 240"/>
                    <a:gd name="T55" fmla="*/ 2147483647 h 242"/>
                    <a:gd name="T56" fmla="*/ 2147483647 w 240"/>
                    <a:gd name="T57" fmla="*/ 2147483647 h 242"/>
                    <a:gd name="T58" fmla="*/ 2147483647 w 240"/>
                    <a:gd name="T59" fmla="*/ 2147483647 h 242"/>
                    <a:gd name="T60" fmla="*/ 2147483647 w 240"/>
                    <a:gd name="T61" fmla="*/ 2147483647 h 242"/>
                    <a:gd name="T62" fmla="*/ 2147483647 w 240"/>
                    <a:gd name="T63" fmla="*/ 2147483647 h 242"/>
                    <a:gd name="T64" fmla="*/ 2147483647 w 240"/>
                    <a:gd name="T65" fmla="*/ 2147483647 h 242"/>
                    <a:gd name="T66" fmla="*/ 2147483647 w 240"/>
                    <a:gd name="T67" fmla="*/ 2147483647 h 242"/>
                    <a:gd name="T68" fmla="*/ 2147483647 w 240"/>
                    <a:gd name="T69" fmla="*/ 2147483647 h 242"/>
                    <a:gd name="T70" fmla="*/ 2147483647 w 240"/>
                    <a:gd name="T71" fmla="*/ 2147483647 h 242"/>
                    <a:gd name="T72" fmla="*/ 2147483647 w 240"/>
                    <a:gd name="T73" fmla="*/ 2147483647 h 242"/>
                    <a:gd name="T74" fmla="*/ 2147483647 w 240"/>
                    <a:gd name="T75" fmla="*/ 2147483647 h 242"/>
                    <a:gd name="T76" fmla="*/ 2147483647 w 240"/>
                    <a:gd name="T77" fmla="*/ 2147483647 h 242"/>
                    <a:gd name="T78" fmla="*/ 2147483647 w 240"/>
                    <a:gd name="T79" fmla="*/ 2147483647 h 242"/>
                    <a:gd name="T80" fmla="*/ 2147483647 w 240"/>
                    <a:gd name="T81" fmla="*/ 2147483647 h 242"/>
                    <a:gd name="T82" fmla="*/ 2147483647 w 240"/>
                    <a:gd name="T83" fmla="*/ 2147483647 h 242"/>
                    <a:gd name="T84" fmla="*/ 2147483647 w 240"/>
                    <a:gd name="T85" fmla="*/ 2147483647 h 242"/>
                    <a:gd name="T86" fmla="*/ 2147483647 w 240"/>
                    <a:gd name="T87" fmla="*/ 2147483647 h 242"/>
                    <a:gd name="T88" fmla="*/ 2147483647 w 240"/>
                    <a:gd name="T89" fmla="*/ 2147483647 h 242"/>
                    <a:gd name="T90" fmla="*/ 2147483647 w 240"/>
                    <a:gd name="T91" fmla="*/ 2147483647 h 242"/>
                    <a:gd name="T92" fmla="*/ 2147483647 w 240"/>
                    <a:gd name="T93" fmla="*/ 2147483647 h 242"/>
                    <a:gd name="T94" fmla="*/ 2147483647 w 240"/>
                    <a:gd name="T95" fmla="*/ 2147483647 h 242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40"/>
                    <a:gd name="T145" fmla="*/ 0 h 242"/>
                    <a:gd name="T146" fmla="*/ 240 w 240"/>
                    <a:gd name="T147" fmla="*/ 242 h 242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40" h="242">
                      <a:moveTo>
                        <a:pt x="238" y="28"/>
                      </a:moveTo>
                      <a:lnTo>
                        <a:pt x="234" y="26"/>
                      </a:lnTo>
                      <a:lnTo>
                        <a:pt x="230" y="26"/>
                      </a:lnTo>
                      <a:lnTo>
                        <a:pt x="224" y="24"/>
                      </a:lnTo>
                      <a:lnTo>
                        <a:pt x="218" y="24"/>
                      </a:lnTo>
                      <a:lnTo>
                        <a:pt x="214" y="22"/>
                      </a:lnTo>
                      <a:lnTo>
                        <a:pt x="210" y="18"/>
                      </a:lnTo>
                      <a:lnTo>
                        <a:pt x="206" y="10"/>
                      </a:lnTo>
                      <a:lnTo>
                        <a:pt x="200" y="4"/>
                      </a:lnTo>
                      <a:lnTo>
                        <a:pt x="192" y="0"/>
                      </a:lnTo>
                      <a:lnTo>
                        <a:pt x="184" y="0"/>
                      </a:lnTo>
                      <a:lnTo>
                        <a:pt x="174" y="2"/>
                      </a:lnTo>
                      <a:lnTo>
                        <a:pt x="164" y="2"/>
                      </a:lnTo>
                      <a:lnTo>
                        <a:pt x="154" y="4"/>
                      </a:lnTo>
                      <a:lnTo>
                        <a:pt x="148" y="6"/>
                      </a:lnTo>
                      <a:lnTo>
                        <a:pt x="142" y="8"/>
                      </a:lnTo>
                      <a:lnTo>
                        <a:pt x="140" y="12"/>
                      </a:lnTo>
                      <a:lnTo>
                        <a:pt x="138" y="16"/>
                      </a:lnTo>
                      <a:lnTo>
                        <a:pt x="140" y="20"/>
                      </a:lnTo>
                      <a:lnTo>
                        <a:pt x="142" y="24"/>
                      </a:lnTo>
                      <a:lnTo>
                        <a:pt x="146" y="28"/>
                      </a:lnTo>
                      <a:lnTo>
                        <a:pt x="148" y="34"/>
                      </a:lnTo>
                      <a:lnTo>
                        <a:pt x="146" y="40"/>
                      </a:lnTo>
                      <a:lnTo>
                        <a:pt x="140" y="48"/>
                      </a:lnTo>
                      <a:lnTo>
                        <a:pt x="136" y="54"/>
                      </a:lnTo>
                      <a:lnTo>
                        <a:pt x="132" y="60"/>
                      </a:lnTo>
                      <a:lnTo>
                        <a:pt x="132" y="64"/>
                      </a:lnTo>
                      <a:lnTo>
                        <a:pt x="132" y="68"/>
                      </a:lnTo>
                      <a:lnTo>
                        <a:pt x="132" y="70"/>
                      </a:lnTo>
                      <a:lnTo>
                        <a:pt x="126" y="76"/>
                      </a:lnTo>
                      <a:lnTo>
                        <a:pt x="124" y="80"/>
                      </a:lnTo>
                      <a:lnTo>
                        <a:pt x="122" y="84"/>
                      </a:lnTo>
                      <a:lnTo>
                        <a:pt x="122" y="88"/>
                      </a:lnTo>
                      <a:lnTo>
                        <a:pt x="126" y="90"/>
                      </a:lnTo>
                      <a:lnTo>
                        <a:pt x="124" y="94"/>
                      </a:lnTo>
                      <a:lnTo>
                        <a:pt x="120" y="96"/>
                      </a:lnTo>
                      <a:lnTo>
                        <a:pt x="114" y="96"/>
                      </a:lnTo>
                      <a:lnTo>
                        <a:pt x="106" y="96"/>
                      </a:lnTo>
                      <a:lnTo>
                        <a:pt x="104" y="100"/>
                      </a:lnTo>
                      <a:lnTo>
                        <a:pt x="100" y="104"/>
                      </a:lnTo>
                      <a:lnTo>
                        <a:pt x="98" y="106"/>
                      </a:lnTo>
                      <a:lnTo>
                        <a:pt x="96" y="108"/>
                      </a:lnTo>
                      <a:lnTo>
                        <a:pt x="90" y="108"/>
                      </a:lnTo>
                      <a:lnTo>
                        <a:pt x="86" y="108"/>
                      </a:lnTo>
                      <a:lnTo>
                        <a:pt x="82" y="112"/>
                      </a:lnTo>
                      <a:lnTo>
                        <a:pt x="80" y="116"/>
                      </a:lnTo>
                      <a:lnTo>
                        <a:pt x="82" y="120"/>
                      </a:lnTo>
                      <a:lnTo>
                        <a:pt x="84" y="126"/>
                      </a:lnTo>
                      <a:lnTo>
                        <a:pt x="84" y="128"/>
                      </a:lnTo>
                      <a:lnTo>
                        <a:pt x="80" y="132"/>
                      </a:lnTo>
                      <a:lnTo>
                        <a:pt x="68" y="136"/>
                      </a:lnTo>
                      <a:lnTo>
                        <a:pt x="54" y="138"/>
                      </a:lnTo>
                      <a:lnTo>
                        <a:pt x="44" y="138"/>
                      </a:lnTo>
                      <a:lnTo>
                        <a:pt x="34" y="138"/>
                      </a:lnTo>
                      <a:lnTo>
                        <a:pt x="24" y="136"/>
                      </a:lnTo>
                      <a:lnTo>
                        <a:pt x="12" y="136"/>
                      </a:lnTo>
                      <a:lnTo>
                        <a:pt x="0" y="134"/>
                      </a:lnTo>
                      <a:lnTo>
                        <a:pt x="6" y="136"/>
                      </a:lnTo>
                      <a:lnTo>
                        <a:pt x="12" y="140"/>
                      </a:lnTo>
                      <a:lnTo>
                        <a:pt x="18" y="148"/>
                      </a:lnTo>
                      <a:lnTo>
                        <a:pt x="24" y="154"/>
                      </a:lnTo>
                      <a:lnTo>
                        <a:pt x="28" y="154"/>
                      </a:lnTo>
                      <a:lnTo>
                        <a:pt x="32" y="156"/>
                      </a:lnTo>
                      <a:lnTo>
                        <a:pt x="34" y="162"/>
                      </a:lnTo>
                      <a:lnTo>
                        <a:pt x="36" y="170"/>
                      </a:lnTo>
                      <a:lnTo>
                        <a:pt x="42" y="174"/>
                      </a:lnTo>
                      <a:lnTo>
                        <a:pt x="46" y="178"/>
                      </a:lnTo>
                      <a:lnTo>
                        <a:pt x="44" y="182"/>
                      </a:lnTo>
                      <a:lnTo>
                        <a:pt x="40" y="184"/>
                      </a:lnTo>
                      <a:lnTo>
                        <a:pt x="30" y="190"/>
                      </a:lnTo>
                      <a:lnTo>
                        <a:pt x="26" y="192"/>
                      </a:lnTo>
                      <a:lnTo>
                        <a:pt x="24" y="198"/>
                      </a:lnTo>
                      <a:lnTo>
                        <a:pt x="22" y="202"/>
                      </a:lnTo>
                      <a:lnTo>
                        <a:pt x="22" y="210"/>
                      </a:lnTo>
                      <a:lnTo>
                        <a:pt x="30" y="216"/>
                      </a:lnTo>
                      <a:lnTo>
                        <a:pt x="34" y="216"/>
                      </a:lnTo>
                      <a:lnTo>
                        <a:pt x="42" y="218"/>
                      </a:lnTo>
                      <a:lnTo>
                        <a:pt x="72" y="218"/>
                      </a:lnTo>
                      <a:lnTo>
                        <a:pt x="80" y="216"/>
                      </a:lnTo>
                      <a:lnTo>
                        <a:pt x="88" y="214"/>
                      </a:lnTo>
                      <a:lnTo>
                        <a:pt x="104" y="208"/>
                      </a:lnTo>
                      <a:lnTo>
                        <a:pt x="108" y="220"/>
                      </a:lnTo>
                      <a:lnTo>
                        <a:pt x="114" y="230"/>
                      </a:lnTo>
                      <a:lnTo>
                        <a:pt x="118" y="234"/>
                      </a:lnTo>
                      <a:lnTo>
                        <a:pt x="122" y="238"/>
                      </a:lnTo>
                      <a:lnTo>
                        <a:pt x="128" y="240"/>
                      </a:lnTo>
                      <a:lnTo>
                        <a:pt x="136" y="242"/>
                      </a:lnTo>
                      <a:lnTo>
                        <a:pt x="136" y="236"/>
                      </a:lnTo>
                      <a:lnTo>
                        <a:pt x="138" y="234"/>
                      </a:lnTo>
                      <a:lnTo>
                        <a:pt x="140" y="232"/>
                      </a:lnTo>
                      <a:lnTo>
                        <a:pt x="144" y="232"/>
                      </a:lnTo>
                      <a:lnTo>
                        <a:pt x="148" y="232"/>
                      </a:lnTo>
                      <a:lnTo>
                        <a:pt x="152" y="234"/>
                      </a:lnTo>
                      <a:lnTo>
                        <a:pt x="156" y="236"/>
                      </a:lnTo>
                      <a:lnTo>
                        <a:pt x="166" y="234"/>
                      </a:lnTo>
                      <a:lnTo>
                        <a:pt x="172" y="230"/>
                      </a:lnTo>
                      <a:lnTo>
                        <a:pt x="174" y="226"/>
                      </a:lnTo>
                      <a:lnTo>
                        <a:pt x="172" y="218"/>
                      </a:lnTo>
                      <a:lnTo>
                        <a:pt x="168" y="214"/>
                      </a:lnTo>
                      <a:lnTo>
                        <a:pt x="160" y="206"/>
                      </a:lnTo>
                      <a:lnTo>
                        <a:pt x="158" y="204"/>
                      </a:lnTo>
                      <a:lnTo>
                        <a:pt x="156" y="200"/>
                      </a:lnTo>
                      <a:lnTo>
                        <a:pt x="156" y="192"/>
                      </a:lnTo>
                      <a:lnTo>
                        <a:pt x="154" y="190"/>
                      </a:lnTo>
                      <a:lnTo>
                        <a:pt x="150" y="190"/>
                      </a:lnTo>
                      <a:lnTo>
                        <a:pt x="146" y="186"/>
                      </a:lnTo>
                      <a:lnTo>
                        <a:pt x="144" y="182"/>
                      </a:lnTo>
                      <a:lnTo>
                        <a:pt x="146" y="178"/>
                      </a:lnTo>
                      <a:lnTo>
                        <a:pt x="150" y="172"/>
                      </a:lnTo>
                      <a:lnTo>
                        <a:pt x="154" y="166"/>
                      </a:lnTo>
                      <a:lnTo>
                        <a:pt x="158" y="164"/>
                      </a:lnTo>
                      <a:lnTo>
                        <a:pt x="162" y="166"/>
                      </a:lnTo>
                      <a:lnTo>
                        <a:pt x="166" y="168"/>
                      </a:lnTo>
                      <a:lnTo>
                        <a:pt x="170" y="168"/>
                      </a:lnTo>
                      <a:lnTo>
                        <a:pt x="174" y="164"/>
                      </a:lnTo>
                      <a:lnTo>
                        <a:pt x="180" y="158"/>
                      </a:lnTo>
                      <a:lnTo>
                        <a:pt x="188" y="146"/>
                      </a:lnTo>
                      <a:lnTo>
                        <a:pt x="192" y="140"/>
                      </a:lnTo>
                      <a:lnTo>
                        <a:pt x="194" y="132"/>
                      </a:lnTo>
                      <a:lnTo>
                        <a:pt x="198" y="126"/>
                      </a:lnTo>
                      <a:lnTo>
                        <a:pt x="202" y="120"/>
                      </a:lnTo>
                      <a:lnTo>
                        <a:pt x="204" y="114"/>
                      </a:lnTo>
                      <a:lnTo>
                        <a:pt x="208" y="110"/>
                      </a:lnTo>
                      <a:lnTo>
                        <a:pt x="208" y="96"/>
                      </a:lnTo>
                      <a:lnTo>
                        <a:pt x="210" y="92"/>
                      </a:lnTo>
                      <a:lnTo>
                        <a:pt x="214" y="90"/>
                      </a:lnTo>
                      <a:lnTo>
                        <a:pt x="214" y="88"/>
                      </a:lnTo>
                      <a:lnTo>
                        <a:pt x="216" y="84"/>
                      </a:lnTo>
                      <a:lnTo>
                        <a:pt x="208" y="80"/>
                      </a:lnTo>
                      <a:lnTo>
                        <a:pt x="198" y="72"/>
                      </a:lnTo>
                      <a:lnTo>
                        <a:pt x="190" y="60"/>
                      </a:lnTo>
                      <a:lnTo>
                        <a:pt x="188" y="56"/>
                      </a:lnTo>
                      <a:lnTo>
                        <a:pt x="188" y="52"/>
                      </a:lnTo>
                      <a:lnTo>
                        <a:pt x="186" y="50"/>
                      </a:lnTo>
                      <a:lnTo>
                        <a:pt x="190" y="44"/>
                      </a:lnTo>
                      <a:lnTo>
                        <a:pt x="194" y="40"/>
                      </a:lnTo>
                      <a:lnTo>
                        <a:pt x="198" y="42"/>
                      </a:lnTo>
                      <a:lnTo>
                        <a:pt x="202" y="44"/>
                      </a:lnTo>
                      <a:lnTo>
                        <a:pt x="204" y="44"/>
                      </a:lnTo>
                      <a:lnTo>
                        <a:pt x="208" y="46"/>
                      </a:lnTo>
                      <a:lnTo>
                        <a:pt x="216" y="44"/>
                      </a:lnTo>
                      <a:lnTo>
                        <a:pt x="224" y="40"/>
                      </a:lnTo>
                      <a:lnTo>
                        <a:pt x="240" y="28"/>
                      </a:lnTo>
                      <a:lnTo>
                        <a:pt x="238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3" name="îŝḷïḑe"/>
                <p:cNvSpPr/>
                <p:nvPr/>
              </p:nvSpPr>
              <p:spPr bwMode="auto">
                <a:xfrm>
                  <a:off x="5952319" y="2680977"/>
                  <a:ext cx="349813" cy="281612"/>
                </a:xfrm>
                <a:custGeom>
                  <a:avLst/>
                  <a:gdLst>
                    <a:gd name="T0" fmla="*/ 2147483647 w 200"/>
                    <a:gd name="T1" fmla="*/ 2147483647 h 168"/>
                    <a:gd name="T2" fmla="*/ 2147483647 w 200"/>
                    <a:gd name="T3" fmla="*/ 2147483647 h 168"/>
                    <a:gd name="T4" fmla="*/ 2147483647 w 200"/>
                    <a:gd name="T5" fmla="*/ 2147483647 h 168"/>
                    <a:gd name="T6" fmla="*/ 2147483647 w 200"/>
                    <a:gd name="T7" fmla="*/ 2147483647 h 168"/>
                    <a:gd name="T8" fmla="*/ 2147483647 w 200"/>
                    <a:gd name="T9" fmla="*/ 0 h 168"/>
                    <a:gd name="T10" fmla="*/ 2147483647 w 200"/>
                    <a:gd name="T11" fmla="*/ 2147483647 h 168"/>
                    <a:gd name="T12" fmla="*/ 2147483647 w 200"/>
                    <a:gd name="T13" fmla="*/ 2147483647 h 168"/>
                    <a:gd name="T14" fmla="*/ 2147483647 w 200"/>
                    <a:gd name="T15" fmla="*/ 2147483647 h 168"/>
                    <a:gd name="T16" fmla="*/ 2147483647 w 200"/>
                    <a:gd name="T17" fmla="*/ 2147483647 h 168"/>
                    <a:gd name="T18" fmla="*/ 2147483647 w 200"/>
                    <a:gd name="T19" fmla="*/ 2147483647 h 168"/>
                    <a:gd name="T20" fmla="*/ 2147483647 w 200"/>
                    <a:gd name="T21" fmla="*/ 2147483647 h 168"/>
                    <a:gd name="T22" fmla="*/ 2147483647 w 200"/>
                    <a:gd name="T23" fmla="*/ 2147483647 h 168"/>
                    <a:gd name="T24" fmla="*/ 2147483647 w 200"/>
                    <a:gd name="T25" fmla="*/ 2147483647 h 168"/>
                    <a:gd name="T26" fmla="*/ 2147483647 w 200"/>
                    <a:gd name="T27" fmla="*/ 2147483647 h 168"/>
                    <a:gd name="T28" fmla="*/ 0 w 200"/>
                    <a:gd name="T29" fmla="*/ 2147483647 h 168"/>
                    <a:gd name="T30" fmla="*/ 2147483647 w 200"/>
                    <a:gd name="T31" fmla="*/ 2147483647 h 168"/>
                    <a:gd name="T32" fmla="*/ 2147483647 w 200"/>
                    <a:gd name="T33" fmla="*/ 2147483647 h 168"/>
                    <a:gd name="T34" fmla="*/ 2147483647 w 200"/>
                    <a:gd name="T35" fmla="*/ 2147483647 h 168"/>
                    <a:gd name="T36" fmla="*/ 2147483647 w 200"/>
                    <a:gd name="T37" fmla="*/ 2147483647 h 168"/>
                    <a:gd name="T38" fmla="*/ 2147483647 w 200"/>
                    <a:gd name="T39" fmla="*/ 2147483647 h 168"/>
                    <a:gd name="T40" fmla="*/ 2147483647 w 200"/>
                    <a:gd name="T41" fmla="*/ 2147483647 h 168"/>
                    <a:gd name="T42" fmla="*/ 2147483647 w 200"/>
                    <a:gd name="T43" fmla="*/ 2147483647 h 168"/>
                    <a:gd name="T44" fmla="*/ 2147483647 w 200"/>
                    <a:gd name="T45" fmla="*/ 2147483647 h 168"/>
                    <a:gd name="T46" fmla="*/ 2147483647 w 200"/>
                    <a:gd name="T47" fmla="*/ 2147483647 h 168"/>
                    <a:gd name="T48" fmla="*/ 2147483647 w 200"/>
                    <a:gd name="T49" fmla="*/ 2147483647 h 168"/>
                    <a:gd name="T50" fmla="*/ 2147483647 w 200"/>
                    <a:gd name="T51" fmla="*/ 2147483647 h 168"/>
                    <a:gd name="T52" fmla="*/ 2147483647 w 200"/>
                    <a:gd name="T53" fmla="*/ 2147483647 h 168"/>
                    <a:gd name="T54" fmla="*/ 2147483647 w 200"/>
                    <a:gd name="T55" fmla="*/ 2147483647 h 168"/>
                    <a:gd name="T56" fmla="*/ 2147483647 w 200"/>
                    <a:gd name="T57" fmla="*/ 2147483647 h 168"/>
                    <a:gd name="T58" fmla="*/ 2147483647 w 200"/>
                    <a:gd name="T59" fmla="*/ 2147483647 h 168"/>
                    <a:gd name="T60" fmla="*/ 2147483647 w 200"/>
                    <a:gd name="T61" fmla="*/ 2147483647 h 168"/>
                    <a:gd name="T62" fmla="*/ 2147483647 w 200"/>
                    <a:gd name="T63" fmla="*/ 2147483647 h 168"/>
                    <a:gd name="T64" fmla="*/ 2147483647 w 200"/>
                    <a:gd name="T65" fmla="*/ 2147483647 h 168"/>
                    <a:gd name="T66" fmla="*/ 2147483647 w 200"/>
                    <a:gd name="T67" fmla="*/ 2147483647 h 168"/>
                    <a:gd name="T68" fmla="*/ 2147483647 w 200"/>
                    <a:gd name="T69" fmla="*/ 2147483647 h 168"/>
                    <a:gd name="T70" fmla="*/ 2147483647 w 200"/>
                    <a:gd name="T71" fmla="*/ 2147483647 h 168"/>
                    <a:gd name="T72" fmla="*/ 2147483647 w 200"/>
                    <a:gd name="T73" fmla="*/ 2147483647 h 168"/>
                    <a:gd name="T74" fmla="*/ 2147483647 w 200"/>
                    <a:gd name="T75" fmla="*/ 2147483647 h 168"/>
                    <a:gd name="T76" fmla="*/ 2147483647 w 200"/>
                    <a:gd name="T77" fmla="*/ 2147483647 h 168"/>
                    <a:gd name="T78" fmla="*/ 2147483647 w 200"/>
                    <a:gd name="T79" fmla="*/ 2147483647 h 168"/>
                    <a:gd name="T80" fmla="*/ 2147483647 w 200"/>
                    <a:gd name="T81" fmla="*/ 2147483647 h 168"/>
                    <a:gd name="T82" fmla="*/ 2147483647 w 200"/>
                    <a:gd name="T83" fmla="*/ 2147483647 h 168"/>
                    <a:gd name="T84" fmla="*/ 2147483647 w 200"/>
                    <a:gd name="T85" fmla="*/ 2147483647 h 168"/>
                    <a:gd name="T86" fmla="*/ 2147483647 w 200"/>
                    <a:gd name="T87" fmla="*/ 2147483647 h 168"/>
                    <a:gd name="T88" fmla="*/ 2147483647 w 200"/>
                    <a:gd name="T89" fmla="*/ 2147483647 h 168"/>
                    <a:gd name="T90" fmla="*/ 2147483647 w 200"/>
                    <a:gd name="T91" fmla="*/ 2147483647 h 168"/>
                    <a:gd name="T92" fmla="*/ 2147483647 w 200"/>
                    <a:gd name="T93" fmla="*/ 2147483647 h 168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200"/>
                    <a:gd name="T142" fmla="*/ 0 h 168"/>
                    <a:gd name="T143" fmla="*/ 200 w 200"/>
                    <a:gd name="T144" fmla="*/ 168 h 168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200" h="168">
                      <a:moveTo>
                        <a:pt x="184" y="22"/>
                      </a:moveTo>
                      <a:lnTo>
                        <a:pt x="174" y="26"/>
                      </a:lnTo>
                      <a:lnTo>
                        <a:pt x="168" y="26"/>
                      </a:lnTo>
                      <a:lnTo>
                        <a:pt x="160" y="28"/>
                      </a:lnTo>
                      <a:lnTo>
                        <a:pt x="156" y="26"/>
                      </a:lnTo>
                      <a:lnTo>
                        <a:pt x="152" y="24"/>
                      </a:lnTo>
                      <a:lnTo>
                        <a:pt x="148" y="18"/>
                      </a:lnTo>
                      <a:lnTo>
                        <a:pt x="144" y="8"/>
                      </a:lnTo>
                      <a:lnTo>
                        <a:pt x="142" y="0"/>
                      </a:lnTo>
                      <a:lnTo>
                        <a:pt x="136" y="0"/>
                      </a:lnTo>
                      <a:lnTo>
                        <a:pt x="130" y="6"/>
                      </a:lnTo>
                      <a:lnTo>
                        <a:pt x="122" y="16"/>
                      </a:lnTo>
                      <a:lnTo>
                        <a:pt x="114" y="24"/>
                      </a:lnTo>
                      <a:lnTo>
                        <a:pt x="108" y="26"/>
                      </a:lnTo>
                      <a:lnTo>
                        <a:pt x="102" y="28"/>
                      </a:lnTo>
                      <a:lnTo>
                        <a:pt x="74" y="28"/>
                      </a:lnTo>
                      <a:lnTo>
                        <a:pt x="60" y="20"/>
                      </a:lnTo>
                      <a:lnTo>
                        <a:pt x="46" y="42"/>
                      </a:lnTo>
                      <a:lnTo>
                        <a:pt x="40" y="50"/>
                      </a:lnTo>
                      <a:lnTo>
                        <a:pt x="36" y="54"/>
                      </a:lnTo>
                      <a:lnTo>
                        <a:pt x="30" y="56"/>
                      </a:lnTo>
                      <a:lnTo>
                        <a:pt x="24" y="58"/>
                      </a:lnTo>
                      <a:lnTo>
                        <a:pt x="16" y="56"/>
                      </a:lnTo>
                      <a:lnTo>
                        <a:pt x="12" y="56"/>
                      </a:lnTo>
                      <a:lnTo>
                        <a:pt x="10" y="56"/>
                      </a:lnTo>
                      <a:lnTo>
                        <a:pt x="4" y="58"/>
                      </a:lnTo>
                      <a:lnTo>
                        <a:pt x="4" y="50"/>
                      </a:lnTo>
                      <a:lnTo>
                        <a:pt x="4" y="56"/>
                      </a:lnTo>
                      <a:lnTo>
                        <a:pt x="0" y="72"/>
                      </a:lnTo>
                      <a:lnTo>
                        <a:pt x="0" y="84"/>
                      </a:lnTo>
                      <a:lnTo>
                        <a:pt x="0" y="92"/>
                      </a:lnTo>
                      <a:lnTo>
                        <a:pt x="4" y="104"/>
                      </a:lnTo>
                      <a:lnTo>
                        <a:pt x="8" y="116"/>
                      </a:lnTo>
                      <a:lnTo>
                        <a:pt x="10" y="122"/>
                      </a:lnTo>
                      <a:lnTo>
                        <a:pt x="12" y="126"/>
                      </a:lnTo>
                      <a:lnTo>
                        <a:pt x="18" y="130"/>
                      </a:lnTo>
                      <a:lnTo>
                        <a:pt x="26" y="132"/>
                      </a:lnTo>
                      <a:lnTo>
                        <a:pt x="26" y="136"/>
                      </a:lnTo>
                      <a:lnTo>
                        <a:pt x="24" y="138"/>
                      </a:lnTo>
                      <a:lnTo>
                        <a:pt x="18" y="146"/>
                      </a:lnTo>
                      <a:lnTo>
                        <a:pt x="14" y="152"/>
                      </a:lnTo>
                      <a:lnTo>
                        <a:pt x="12" y="156"/>
                      </a:lnTo>
                      <a:lnTo>
                        <a:pt x="12" y="160"/>
                      </a:lnTo>
                      <a:lnTo>
                        <a:pt x="12" y="162"/>
                      </a:lnTo>
                      <a:lnTo>
                        <a:pt x="16" y="164"/>
                      </a:lnTo>
                      <a:lnTo>
                        <a:pt x="28" y="166"/>
                      </a:lnTo>
                      <a:lnTo>
                        <a:pt x="40" y="166"/>
                      </a:lnTo>
                      <a:lnTo>
                        <a:pt x="50" y="168"/>
                      </a:lnTo>
                      <a:lnTo>
                        <a:pt x="60" y="168"/>
                      </a:lnTo>
                      <a:lnTo>
                        <a:pt x="70" y="168"/>
                      </a:lnTo>
                      <a:lnTo>
                        <a:pt x="84" y="166"/>
                      </a:lnTo>
                      <a:lnTo>
                        <a:pt x="96" y="162"/>
                      </a:lnTo>
                      <a:lnTo>
                        <a:pt x="100" y="158"/>
                      </a:lnTo>
                      <a:lnTo>
                        <a:pt x="100" y="156"/>
                      </a:lnTo>
                      <a:lnTo>
                        <a:pt x="98" y="150"/>
                      </a:lnTo>
                      <a:lnTo>
                        <a:pt x="96" y="146"/>
                      </a:lnTo>
                      <a:lnTo>
                        <a:pt x="98" y="142"/>
                      </a:lnTo>
                      <a:lnTo>
                        <a:pt x="102" y="138"/>
                      </a:lnTo>
                      <a:lnTo>
                        <a:pt x="106" y="138"/>
                      </a:lnTo>
                      <a:lnTo>
                        <a:pt x="112" y="138"/>
                      </a:lnTo>
                      <a:lnTo>
                        <a:pt x="114" y="136"/>
                      </a:lnTo>
                      <a:lnTo>
                        <a:pt x="116" y="134"/>
                      </a:lnTo>
                      <a:lnTo>
                        <a:pt x="120" y="130"/>
                      </a:lnTo>
                      <a:lnTo>
                        <a:pt x="122" y="126"/>
                      </a:lnTo>
                      <a:lnTo>
                        <a:pt x="130" y="126"/>
                      </a:lnTo>
                      <a:lnTo>
                        <a:pt x="136" y="126"/>
                      </a:lnTo>
                      <a:lnTo>
                        <a:pt x="140" y="124"/>
                      </a:lnTo>
                      <a:lnTo>
                        <a:pt x="142" y="120"/>
                      </a:lnTo>
                      <a:lnTo>
                        <a:pt x="138" y="118"/>
                      </a:lnTo>
                      <a:lnTo>
                        <a:pt x="138" y="114"/>
                      </a:lnTo>
                      <a:lnTo>
                        <a:pt x="140" y="110"/>
                      </a:lnTo>
                      <a:lnTo>
                        <a:pt x="142" y="106"/>
                      </a:lnTo>
                      <a:lnTo>
                        <a:pt x="148" y="100"/>
                      </a:lnTo>
                      <a:lnTo>
                        <a:pt x="148" y="98"/>
                      </a:lnTo>
                      <a:lnTo>
                        <a:pt x="148" y="94"/>
                      </a:lnTo>
                      <a:lnTo>
                        <a:pt x="148" y="90"/>
                      </a:lnTo>
                      <a:lnTo>
                        <a:pt x="152" y="84"/>
                      </a:lnTo>
                      <a:lnTo>
                        <a:pt x="156" y="78"/>
                      </a:lnTo>
                      <a:lnTo>
                        <a:pt x="162" y="70"/>
                      </a:lnTo>
                      <a:lnTo>
                        <a:pt x="164" y="64"/>
                      </a:lnTo>
                      <a:lnTo>
                        <a:pt x="162" y="58"/>
                      </a:lnTo>
                      <a:lnTo>
                        <a:pt x="158" y="54"/>
                      </a:lnTo>
                      <a:lnTo>
                        <a:pt x="156" y="50"/>
                      </a:lnTo>
                      <a:lnTo>
                        <a:pt x="154" y="46"/>
                      </a:lnTo>
                      <a:lnTo>
                        <a:pt x="156" y="42"/>
                      </a:lnTo>
                      <a:lnTo>
                        <a:pt x="158" y="38"/>
                      </a:lnTo>
                      <a:lnTo>
                        <a:pt x="164" y="36"/>
                      </a:lnTo>
                      <a:lnTo>
                        <a:pt x="170" y="34"/>
                      </a:lnTo>
                      <a:lnTo>
                        <a:pt x="180" y="32"/>
                      </a:lnTo>
                      <a:lnTo>
                        <a:pt x="190" y="32"/>
                      </a:lnTo>
                      <a:lnTo>
                        <a:pt x="200" y="30"/>
                      </a:lnTo>
                      <a:lnTo>
                        <a:pt x="200" y="28"/>
                      </a:lnTo>
                      <a:lnTo>
                        <a:pt x="192" y="26"/>
                      </a:lnTo>
                      <a:lnTo>
                        <a:pt x="184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4" name="îśḻíďe"/>
                <p:cNvSpPr/>
                <p:nvPr/>
              </p:nvSpPr>
              <p:spPr bwMode="auto">
                <a:xfrm>
                  <a:off x="6486679" y="2277473"/>
                  <a:ext cx="841479" cy="311036"/>
                </a:xfrm>
                <a:custGeom>
                  <a:avLst/>
                  <a:gdLst>
                    <a:gd name="T0" fmla="*/ 2147483647 w 482"/>
                    <a:gd name="T1" fmla="*/ 2147483647 h 186"/>
                    <a:gd name="T2" fmla="*/ 2147483647 w 482"/>
                    <a:gd name="T3" fmla="*/ 2147483647 h 186"/>
                    <a:gd name="T4" fmla="*/ 2147483647 w 482"/>
                    <a:gd name="T5" fmla="*/ 2147483647 h 186"/>
                    <a:gd name="T6" fmla="*/ 2147483647 w 482"/>
                    <a:gd name="T7" fmla="*/ 2147483647 h 186"/>
                    <a:gd name="T8" fmla="*/ 2147483647 w 482"/>
                    <a:gd name="T9" fmla="*/ 2147483647 h 186"/>
                    <a:gd name="T10" fmla="*/ 2147483647 w 482"/>
                    <a:gd name="T11" fmla="*/ 2147483647 h 186"/>
                    <a:gd name="T12" fmla="*/ 2147483647 w 482"/>
                    <a:gd name="T13" fmla="*/ 2147483647 h 186"/>
                    <a:gd name="T14" fmla="*/ 2147483647 w 482"/>
                    <a:gd name="T15" fmla="*/ 2147483647 h 186"/>
                    <a:gd name="T16" fmla="*/ 2147483647 w 482"/>
                    <a:gd name="T17" fmla="*/ 2147483647 h 186"/>
                    <a:gd name="T18" fmla="*/ 2147483647 w 482"/>
                    <a:gd name="T19" fmla="*/ 2147483647 h 186"/>
                    <a:gd name="T20" fmla="*/ 2147483647 w 482"/>
                    <a:gd name="T21" fmla="*/ 2147483647 h 186"/>
                    <a:gd name="T22" fmla="*/ 2147483647 w 482"/>
                    <a:gd name="T23" fmla="*/ 2147483647 h 186"/>
                    <a:gd name="T24" fmla="*/ 2147483647 w 482"/>
                    <a:gd name="T25" fmla="*/ 2147483647 h 186"/>
                    <a:gd name="T26" fmla="*/ 2147483647 w 482"/>
                    <a:gd name="T27" fmla="*/ 2147483647 h 186"/>
                    <a:gd name="T28" fmla="*/ 2147483647 w 482"/>
                    <a:gd name="T29" fmla="*/ 2147483647 h 186"/>
                    <a:gd name="T30" fmla="*/ 2147483647 w 482"/>
                    <a:gd name="T31" fmla="*/ 2147483647 h 186"/>
                    <a:gd name="T32" fmla="*/ 2147483647 w 482"/>
                    <a:gd name="T33" fmla="*/ 2147483647 h 186"/>
                    <a:gd name="T34" fmla="*/ 2147483647 w 482"/>
                    <a:gd name="T35" fmla="*/ 2147483647 h 186"/>
                    <a:gd name="T36" fmla="*/ 2147483647 w 482"/>
                    <a:gd name="T37" fmla="*/ 2147483647 h 186"/>
                    <a:gd name="T38" fmla="*/ 2147483647 w 482"/>
                    <a:gd name="T39" fmla="*/ 2147483647 h 186"/>
                    <a:gd name="T40" fmla="*/ 2147483647 w 482"/>
                    <a:gd name="T41" fmla="*/ 2147483647 h 186"/>
                    <a:gd name="T42" fmla="*/ 2147483647 w 482"/>
                    <a:gd name="T43" fmla="*/ 2147483647 h 186"/>
                    <a:gd name="T44" fmla="*/ 2147483647 w 482"/>
                    <a:gd name="T45" fmla="*/ 2147483647 h 186"/>
                    <a:gd name="T46" fmla="*/ 2147483647 w 482"/>
                    <a:gd name="T47" fmla="*/ 2147483647 h 186"/>
                    <a:gd name="T48" fmla="*/ 2147483647 w 482"/>
                    <a:gd name="T49" fmla="*/ 2147483647 h 186"/>
                    <a:gd name="T50" fmla="*/ 2147483647 w 482"/>
                    <a:gd name="T51" fmla="*/ 2147483647 h 186"/>
                    <a:gd name="T52" fmla="*/ 2147483647 w 482"/>
                    <a:gd name="T53" fmla="*/ 2147483647 h 186"/>
                    <a:gd name="T54" fmla="*/ 2147483647 w 482"/>
                    <a:gd name="T55" fmla="*/ 2147483647 h 186"/>
                    <a:gd name="T56" fmla="*/ 2147483647 w 482"/>
                    <a:gd name="T57" fmla="*/ 2147483647 h 186"/>
                    <a:gd name="T58" fmla="*/ 2147483647 w 482"/>
                    <a:gd name="T59" fmla="*/ 2147483647 h 186"/>
                    <a:gd name="T60" fmla="*/ 2147483647 w 482"/>
                    <a:gd name="T61" fmla="*/ 2147483647 h 186"/>
                    <a:gd name="T62" fmla="*/ 2147483647 w 482"/>
                    <a:gd name="T63" fmla="*/ 2147483647 h 186"/>
                    <a:gd name="T64" fmla="*/ 2147483647 w 482"/>
                    <a:gd name="T65" fmla="*/ 2147483647 h 186"/>
                    <a:gd name="T66" fmla="*/ 2147483647 w 482"/>
                    <a:gd name="T67" fmla="*/ 2147483647 h 186"/>
                    <a:gd name="T68" fmla="*/ 2147483647 w 482"/>
                    <a:gd name="T69" fmla="*/ 2147483647 h 186"/>
                    <a:gd name="T70" fmla="*/ 2147483647 w 482"/>
                    <a:gd name="T71" fmla="*/ 2147483647 h 186"/>
                    <a:gd name="T72" fmla="*/ 2147483647 w 482"/>
                    <a:gd name="T73" fmla="*/ 2147483647 h 186"/>
                    <a:gd name="T74" fmla="*/ 2147483647 w 482"/>
                    <a:gd name="T75" fmla="*/ 2147483647 h 186"/>
                    <a:gd name="T76" fmla="*/ 2147483647 w 482"/>
                    <a:gd name="T77" fmla="*/ 2147483647 h 186"/>
                    <a:gd name="T78" fmla="*/ 2147483647 w 482"/>
                    <a:gd name="T79" fmla="*/ 2147483647 h 186"/>
                    <a:gd name="T80" fmla="*/ 2147483647 w 482"/>
                    <a:gd name="T81" fmla="*/ 2147483647 h 186"/>
                    <a:gd name="T82" fmla="*/ 2147483647 w 482"/>
                    <a:gd name="T83" fmla="*/ 2147483647 h 186"/>
                    <a:gd name="T84" fmla="*/ 2147483647 w 482"/>
                    <a:gd name="T85" fmla="*/ 2147483647 h 186"/>
                    <a:gd name="T86" fmla="*/ 2147483647 w 482"/>
                    <a:gd name="T87" fmla="*/ 2147483647 h 186"/>
                    <a:gd name="T88" fmla="*/ 2147483647 w 482"/>
                    <a:gd name="T89" fmla="*/ 2147483647 h 186"/>
                    <a:gd name="T90" fmla="*/ 2147483647 w 482"/>
                    <a:gd name="T91" fmla="*/ 2147483647 h 186"/>
                    <a:gd name="T92" fmla="*/ 2147483647 w 482"/>
                    <a:gd name="T93" fmla="*/ 2147483647 h 186"/>
                    <a:gd name="T94" fmla="*/ 2147483647 w 482"/>
                    <a:gd name="T95" fmla="*/ 2147483647 h 186"/>
                    <a:gd name="T96" fmla="*/ 2147483647 w 482"/>
                    <a:gd name="T97" fmla="*/ 2147483647 h 186"/>
                    <a:gd name="T98" fmla="*/ 2147483647 w 482"/>
                    <a:gd name="T99" fmla="*/ 0 h 186"/>
                    <a:gd name="T100" fmla="*/ 2147483647 w 482"/>
                    <a:gd name="T101" fmla="*/ 2147483647 h 186"/>
                    <a:gd name="T102" fmla="*/ 2147483647 w 482"/>
                    <a:gd name="T103" fmla="*/ 2147483647 h 186"/>
                    <a:gd name="T104" fmla="*/ 2147483647 w 482"/>
                    <a:gd name="T105" fmla="*/ 2147483647 h 186"/>
                    <a:gd name="T106" fmla="*/ 2147483647 w 482"/>
                    <a:gd name="T107" fmla="*/ 2147483647 h 186"/>
                    <a:gd name="T108" fmla="*/ 2147483647 w 482"/>
                    <a:gd name="T109" fmla="*/ 2147483647 h 186"/>
                    <a:gd name="T110" fmla="*/ 2147483647 w 482"/>
                    <a:gd name="T111" fmla="*/ 2147483647 h 186"/>
                    <a:gd name="T112" fmla="*/ 2147483647 w 482"/>
                    <a:gd name="T113" fmla="*/ 2147483647 h 186"/>
                    <a:gd name="T114" fmla="*/ 2147483647 w 482"/>
                    <a:gd name="T115" fmla="*/ 2147483647 h 186"/>
                    <a:gd name="T116" fmla="*/ 2147483647 w 482"/>
                    <a:gd name="T117" fmla="*/ 2147483647 h 186"/>
                    <a:gd name="T118" fmla="*/ 2147483647 w 482"/>
                    <a:gd name="T119" fmla="*/ 2147483647 h 186"/>
                    <a:gd name="T120" fmla="*/ 2147483647 w 482"/>
                    <a:gd name="T121" fmla="*/ 2147483647 h 186"/>
                    <a:gd name="T122" fmla="*/ 2147483647 w 482"/>
                    <a:gd name="T123" fmla="*/ 2147483647 h 186"/>
                    <a:gd name="T124" fmla="*/ 0 w 482"/>
                    <a:gd name="T125" fmla="*/ 2147483647 h 18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482"/>
                    <a:gd name="T190" fmla="*/ 0 h 186"/>
                    <a:gd name="T191" fmla="*/ 482 w 482"/>
                    <a:gd name="T192" fmla="*/ 186 h 18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482" h="186">
                      <a:moveTo>
                        <a:pt x="0" y="50"/>
                      </a:moveTo>
                      <a:lnTo>
                        <a:pt x="4" y="56"/>
                      </a:lnTo>
                      <a:lnTo>
                        <a:pt x="6" y="60"/>
                      </a:lnTo>
                      <a:lnTo>
                        <a:pt x="12" y="64"/>
                      </a:lnTo>
                      <a:lnTo>
                        <a:pt x="20" y="66"/>
                      </a:lnTo>
                      <a:lnTo>
                        <a:pt x="34" y="72"/>
                      </a:lnTo>
                      <a:lnTo>
                        <a:pt x="40" y="74"/>
                      </a:lnTo>
                      <a:lnTo>
                        <a:pt x="48" y="78"/>
                      </a:lnTo>
                      <a:lnTo>
                        <a:pt x="60" y="86"/>
                      </a:lnTo>
                      <a:lnTo>
                        <a:pt x="64" y="92"/>
                      </a:lnTo>
                      <a:lnTo>
                        <a:pt x="68" y="100"/>
                      </a:lnTo>
                      <a:lnTo>
                        <a:pt x="72" y="114"/>
                      </a:lnTo>
                      <a:lnTo>
                        <a:pt x="76" y="120"/>
                      </a:lnTo>
                      <a:lnTo>
                        <a:pt x="80" y="126"/>
                      </a:lnTo>
                      <a:lnTo>
                        <a:pt x="110" y="126"/>
                      </a:lnTo>
                      <a:lnTo>
                        <a:pt x="118" y="130"/>
                      </a:lnTo>
                      <a:lnTo>
                        <a:pt x="128" y="134"/>
                      </a:lnTo>
                      <a:lnTo>
                        <a:pt x="138" y="134"/>
                      </a:lnTo>
                      <a:lnTo>
                        <a:pt x="146" y="140"/>
                      </a:lnTo>
                      <a:lnTo>
                        <a:pt x="156" y="146"/>
                      </a:lnTo>
                      <a:lnTo>
                        <a:pt x="164" y="154"/>
                      </a:lnTo>
                      <a:lnTo>
                        <a:pt x="172" y="162"/>
                      </a:lnTo>
                      <a:lnTo>
                        <a:pt x="180" y="166"/>
                      </a:lnTo>
                      <a:lnTo>
                        <a:pt x="214" y="166"/>
                      </a:lnTo>
                      <a:lnTo>
                        <a:pt x="214" y="168"/>
                      </a:lnTo>
                      <a:lnTo>
                        <a:pt x="258" y="168"/>
                      </a:lnTo>
                      <a:lnTo>
                        <a:pt x="268" y="174"/>
                      </a:lnTo>
                      <a:lnTo>
                        <a:pt x="280" y="180"/>
                      </a:lnTo>
                      <a:lnTo>
                        <a:pt x="296" y="184"/>
                      </a:lnTo>
                      <a:lnTo>
                        <a:pt x="310" y="186"/>
                      </a:lnTo>
                      <a:lnTo>
                        <a:pt x="318" y="184"/>
                      </a:lnTo>
                      <a:lnTo>
                        <a:pt x="324" y="180"/>
                      </a:lnTo>
                      <a:lnTo>
                        <a:pt x="334" y="172"/>
                      </a:lnTo>
                      <a:lnTo>
                        <a:pt x="362" y="172"/>
                      </a:lnTo>
                      <a:lnTo>
                        <a:pt x="374" y="168"/>
                      </a:lnTo>
                      <a:lnTo>
                        <a:pt x="384" y="162"/>
                      </a:lnTo>
                      <a:lnTo>
                        <a:pt x="392" y="156"/>
                      </a:lnTo>
                      <a:lnTo>
                        <a:pt x="396" y="150"/>
                      </a:lnTo>
                      <a:lnTo>
                        <a:pt x="396" y="146"/>
                      </a:lnTo>
                      <a:lnTo>
                        <a:pt x="396" y="142"/>
                      </a:lnTo>
                      <a:lnTo>
                        <a:pt x="394" y="140"/>
                      </a:lnTo>
                      <a:lnTo>
                        <a:pt x="390" y="138"/>
                      </a:lnTo>
                      <a:lnTo>
                        <a:pt x="384" y="134"/>
                      </a:lnTo>
                      <a:lnTo>
                        <a:pt x="382" y="134"/>
                      </a:lnTo>
                      <a:lnTo>
                        <a:pt x="382" y="130"/>
                      </a:lnTo>
                      <a:lnTo>
                        <a:pt x="384" y="126"/>
                      </a:lnTo>
                      <a:lnTo>
                        <a:pt x="388" y="124"/>
                      </a:lnTo>
                      <a:lnTo>
                        <a:pt x="390" y="124"/>
                      </a:lnTo>
                      <a:lnTo>
                        <a:pt x="394" y="126"/>
                      </a:lnTo>
                      <a:lnTo>
                        <a:pt x="398" y="128"/>
                      </a:lnTo>
                      <a:lnTo>
                        <a:pt x="404" y="128"/>
                      </a:lnTo>
                      <a:lnTo>
                        <a:pt x="410" y="126"/>
                      </a:lnTo>
                      <a:lnTo>
                        <a:pt x="416" y="124"/>
                      </a:lnTo>
                      <a:lnTo>
                        <a:pt x="418" y="120"/>
                      </a:lnTo>
                      <a:lnTo>
                        <a:pt x="422" y="118"/>
                      </a:lnTo>
                      <a:lnTo>
                        <a:pt x="432" y="116"/>
                      </a:lnTo>
                      <a:lnTo>
                        <a:pt x="436" y="116"/>
                      </a:lnTo>
                      <a:lnTo>
                        <a:pt x="440" y="114"/>
                      </a:lnTo>
                      <a:lnTo>
                        <a:pt x="440" y="108"/>
                      </a:lnTo>
                      <a:lnTo>
                        <a:pt x="442" y="106"/>
                      </a:lnTo>
                      <a:lnTo>
                        <a:pt x="442" y="102"/>
                      </a:lnTo>
                      <a:lnTo>
                        <a:pt x="444" y="98"/>
                      </a:lnTo>
                      <a:lnTo>
                        <a:pt x="462" y="96"/>
                      </a:lnTo>
                      <a:lnTo>
                        <a:pt x="482" y="94"/>
                      </a:lnTo>
                      <a:lnTo>
                        <a:pt x="476" y="86"/>
                      </a:lnTo>
                      <a:lnTo>
                        <a:pt x="468" y="80"/>
                      </a:lnTo>
                      <a:lnTo>
                        <a:pt x="458" y="74"/>
                      </a:lnTo>
                      <a:lnTo>
                        <a:pt x="448" y="72"/>
                      </a:lnTo>
                      <a:lnTo>
                        <a:pt x="442" y="74"/>
                      </a:lnTo>
                      <a:lnTo>
                        <a:pt x="434" y="76"/>
                      </a:lnTo>
                      <a:lnTo>
                        <a:pt x="416" y="76"/>
                      </a:lnTo>
                      <a:lnTo>
                        <a:pt x="410" y="76"/>
                      </a:lnTo>
                      <a:lnTo>
                        <a:pt x="408" y="72"/>
                      </a:lnTo>
                      <a:lnTo>
                        <a:pt x="404" y="68"/>
                      </a:lnTo>
                      <a:lnTo>
                        <a:pt x="404" y="62"/>
                      </a:lnTo>
                      <a:lnTo>
                        <a:pt x="402" y="40"/>
                      </a:lnTo>
                      <a:lnTo>
                        <a:pt x="384" y="32"/>
                      </a:lnTo>
                      <a:lnTo>
                        <a:pt x="374" y="30"/>
                      </a:lnTo>
                      <a:lnTo>
                        <a:pt x="368" y="30"/>
                      </a:lnTo>
                      <a:lnTo>
                        <a:pt x="362" y="30"/>
                      </a:lnTo>
                      <a:lnTo>
                        <a:pt x="356" y="32"/>
                      </a:lnTo>
                      <a:lnTo>
                        <a:pt x="344" y="40"/>
                      </a:lnTo>
                      <a:lnTo>
                        <a:pt x="334" y="48"/>
                      </a:lnTo>
                      <a:lnTo>
                        <a:pt x="326" y="50"/>
                      </a:lnTo>
                      <a:lnTo>
                        <a:pt x="318" y="50"/>
                      </a:lnTo>
                      <a:lnTo>
                        <a:pt x="304" y="48"/>
                      </a:lnTo>
                      <a:lnTo>
                        <a:pt x="290" y="46"/>
                      </a:lnTo>
                      <a:lnTo>
                        <a:pt x="264" y="34"/>
                      </a:lnTo>
                      <a:lnTo>
                        <a:pt x="252" y="28"/>
                      </a:lnTo>
                      <a:lnTo>
                        <a:pt x="240" y="26"/>
                      </a:lnTo>
                      <a:lnTo>
                        <a:pt x="226" y="24"/>
                      </a:lnTo>
                      <a:lnTo>
                        <a:pt x="212" y="26"/>
                      </a:lnTo>
                      <a:lnTo>
                        <a:pt x="204" y="28"/>
                      </a:lnTo>
                      <a:lnTo>
                        <a:pt x="198" y="26"/>
                      </a:lnTo>
                      <a:lnTo>
                        <a:pt x="196" y="24"/>
                      </a:lnTo>
                      <a:lnTo>
                        <a:pt x="192" y="22"/>
                      </a:lnTo>
                      <a:lnTo>
                        <a:pt x="186" y="14"/>
                      </a:lnTo>
                      <a:lnTo>
                        <a:pt x="180" y="8"/>
                      </a:lnTo>
                      <a:lnTo>
                        <a:pt x="170" y="4"/>
                      </a:lnTo>
                      <a:lnTo>
                        <a:pt x="152" y="0"/>
                      </a:lnTo>
                      <a:lnTo>
                        <a:pt x="134" y="0"/>
                      </a:lnTo>
                      <a:lnTo>
                        <a:pt x="128" y="2"/>
                      </a:lnTo>
                      <a:lnTo>
                        <a:pt x="126" y="2"/>
                      </a:lnTo>
                      <a:lnTo>
                        <a:pt x="124" y="4"/>
                      </a:lnTo>
                      <a:lnTo>
                        <a:pt x="126" y="8"/>
                      </a:lnTo>
                      <a:lnTo>
                        <a:pt x="128" y="12"/>
                      </a:lnTo>
                      <a:lnTo>
                        <a:pt x="132" y="18"/>
                      </a:lnTo>
                      <a:lnTo>
                        <a:pt x="138" y="24"/>
                      </a:lnTo>
                      <a:lnTo>
                        <a:pt x="140" y="26"/>
                      </a:lnTo>
                      <a:lnTo>
                        <a:pt x="140" y="30"/>
                      </a:lnTo>
                      <a:lnTo>
                        <a:pt x="138" y="34"/>
                      </a:lnTo>
                      <a:lnTo>
                        <a:pt x="134" y="36"/>
                      </a:lnTo>
                      <a:lnTo>
                        <a:pt x="130" y="38"/>
                      </a:lnTo>
                      <a:lnTo>
                        <a:pt x="124" y="38"/>
                      </a:lnTo>
                      <a:lnTo>
                        <a:pt x="114" y="38"/>
                      </a:lnTo>
                      <a:lnTo>
                        <a:pt x="104" y="36"/>
                      </a:lnTo>
                      <a:lnTo>
                        <a:pt x="86" y="30"/>
                      </a:lnTo>
                      <a:lnTo>
                        <a:pt x="68" y="24"/>
                      </a:lnTo>
                      <a:lnTo>
                        <a:pt x="62" y="24"/>
                      </a:lnTo>
                      <a:lnTo>
                        <a:pt x="54" y="22"/>
                      </a:lnTo>
                      <a:lnTo>
                        <a:pt x="46" y="24"/>
                      </a:lnTo>
                      <a:lnTo>
                        <a:pt x="38" y="24"/>
                      </a:lnTo>
                      <a:lnTo>
                        <a:pt x="24" y="30"/>
                      </a:lnTo>
                      <a:lnTo>
                        <a:pt x="10" y="42"/>
                      </a:lnTo>
                      <a:lnTo>
                        <a:pt x="0" y="52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5" name="ïslîḑè"/>
                <p:cNvSpPr/>
                <p:nvPr/>
              </p:nvSpPr>
              <p:spPr bwMode="auto">
                <a:xfrm>
                  <a:off x="7559530" y="2545074"/>
                  <a:ext cx="132212" cy="152715"/>
                </a:xfrm>
                <a:custGeom>
                  <a:avLst/>
                  <a:gdLst>
                    <a:gd name="T0" fmla="*/ 2147483647 w 76"/>
                    <a:gd name="T1" fmla="*/ 2147483647 h 92"/>
                    <a:gd name="T2" fmla="*/ 2147483647 w 76"/>
                    <a:gd name="T3" fmla="*/ 2147483647 h 92"/>
                    <a:gd name="T4" fmla="*/ 2147483647 w 76"/>
                    <a:gd name="T5" fmla="*/ 2147483647 h 92"/>
                    <a:gd name="T6" fmla="*/ 2147483647 w 76"/>
                    <a:gd name="T7" fmla="*/ 2147483647 h 92"/>
                    <a:gd name="T8" fmla="*/ 2147483647 w 76"/>
                    <a:gd name="T9" fmla="*/ 2147483647 h 92"/>
                    <a:gd name="T10" fmla="*/ 2147483647 w 76"/>
                    <a:gd name="T11" fmla="*/ 2147483647 h 92"/>
                    <a:gd name="T12" fmla="*/ 2147483647 w 76"/>
                    <a:gd name="T13" fmla="*/ 2147483647 h 92"/>
                    <a:gd name="T14" fmla="*/ 2147483647 w 76"/>
                    <a:gd name="T15" fmla="*/ 2147483647 h 92"/>
                    <a:gd name="T16" fmla="*/ 2147483647 w 76"/>
                    <a:gd name="T17" fmla="*/ 2147483647 h 92"/>
                    <a:gd name="T18" fmla="*/ 2147483647 w 76"/>
                    <a:gd name="T19" fmla="*/ 2147483647 h 92"/>
                    <a:gd name="T20" fmla="*/ 2147483647 w 76"/>
                    <a:gd name="T21" fmla="*/ 2147483647 h 92"/>
                    <a:gd name="T22" fmla="*/ 2147483647 w 76"/>
                    <a:gd name="T23" fmla="*/ 2147483647 h 92"/>
                    <a:gd name="T24" fmla="*/ 2147483647 w 76"/>
                    <a:gd name="T25" fmla="*/ 2147483647 h 92"/>
                    <a:gd name="T26" fmla="*/ 2147483647 w 76"/>
                    <a:gd name="T27" fmla="*/ 2147483647 h 92"/>
                    <a:gd name="T28" fmla="*/ 2147483647 w 76"/>
                    <a:gd name="T29" fmla="*/ 2147483647 h 92"/>
                    <a:gd name="T30" fmla="*/ 2147483647 w 76"/>
                    <a:gd name="T31" fmla="*/ 0 h 92"/>
                    <a:gd name="T32" fmla="*/ 2147483647 w 76"/>
                    <a:gd name="T33" fmla="*/ 2147483647 h 92"/>
                    <a:gd name="T34" fmla="*/ 2147483647 w 76"/>
                    <a:gd name="T35" fmla="*/ 2147483647 h 92"/>
                    <a:gd name="T36" fmla="*/ 2147483647 w 76"/>
                    <a:gd name="T37" fmla="*/ 2147483647 h 92"/>
                    <a:gd name="T38" fmla="*/ 2147483647 w 76"/>
                    <a:gd name="T39" fmla="*/ 2147483647 h 92"/>
                    <a:gd name="T40" fmla="*/ 2147483647 w 76"/>
                    <a:gd name="T41" fmla="*/ 2147483647 h 92"/>
                    <a:gd name="T42" fmla="*/ 2147483647 w 76"/>
                    <a:gd name="T43" fmla="*/ 2147483647 h 92"/>
                    <a:gd name="T44" fmla="*/ 2147483647 w 76"/>
                    <a:gd name="T45" fmla="*/ 2147483647 h 92"/>
                    <a:gd name="T46" fmla="*/ 2147483647 w 76"/>
                    <a:gd name="T47" fmla="*/ 2147483647 h 92"/>
                    <a:gd name="T48" fmla="*/ 2147483647 w 76"/>
                    <a:gd name="T49" fmla="*/ 2147483647 h 92"/>
                    <a:gd name="T50" fmla="*/ 2147483647 w 76"/>
                    <a:gd name="T51" fmla="*/ 2147483647 h 92"/>
                    <a:gd name="T52" fmla="*/ 2147483647 w 76"/>
                    <a:gd name="T53" fmla="*/ 2147483647 h 92"/>
                    <a:gd name="T54" fmla="*/ 2147483647 w 76"/>
                    <a:gd name="T55" fmla="*/ 2147483647 h 92"/>
                    <a:gd name="T56" fmla="*/ 2147483647 w 76"/>
                    <a:gd name="T57" fmla="*/ 2147483647 h 92"/>
                    <a:gd name="T58" fmla="*/ 2147483647 w 76"/>
                    <a:gd name="T59" fmla="*/ 2147483647 h 92"/>
                    <a:gd name="T60" fmla="*/ 0 w 76"/>
                    <a:gd name="T61" fmla="*/ 2147483647 h 92"/>
                    <a:gd name="T62" fmla="*/ 2147483647 w 76"/>
                    <a:gd name="T63" fmla="*/ 2147483647 h 92"/>
                    <a:gd name="T64" fmla="*/ 2147483647 w 76"/>
                    <a:gd name="T65" fmla="*/ 2147483647 h 92"/>
                    <a:gd name="T66" fmla="*/ 2147483647 w 76"/>
                    <a:gd name="T67" fmla="*/ 2147483647 h 92"/>
                    <a:gd name="T68" fmla="*/ 2147483647 w 76"/>
                    <a:gd name="T69" fmla="*/ 2147483647 h 92"/>
                    <a:gd name="T70" fmla="*/ 2147483647 w 76"/>
                    <a:gd name="T71" fmla="*/ 2147483647 h 92"/>
                    <a:gd name="T72" fmla="*/ 2147483647 w 76"/>
                    <a:gd name="T73" fmla="*/ 2147483647 h 92"/>
                    <a:gd name="T74" fmla="*/ 2147483647 w 76"/>
                    <a:gd name="T75" fmla="*/ 2147483647 h 92"/>
                    <a:gd name="T76" fmla="*/ 2147483647 w 76"/>
                    <a:gd name="T77" fmla="*/ 2147483647 h 92"/>
                    <a:gd name="T78" fmla="*/ 2147483647 w 76"/>
                    <a:gd name="T79" fmla="*/ 2147483647 h 92"/>
                    <a:gd name="T80" fmla="*/ 2147483647 w 76"/>
                    <a:gd name="T81" fmla="*/ 2147483647 h 92"/>
                    <a:gd name="T82" fmla="*/ 2147483647 w 76"/>
                    <a:gd name="T83" fmla="*/ 2147483647 h 92"/>
                    <a:gd name="T84" fmla="*/ 2147483647 w 76"/>
                    <a:gd name="T85" fmla="*/ 2147483647 h 92"/>
                    <a:gd name="T86" fmla="*/ 2147483647 w 76"/>
                    <a:gd name="T87" fmla="*/ 2147483647 h 92"/>
                    <a:gd name="T88" fmla="*/ 2147483647 w 76"/>
                    <a:gd name="T89" fmla="*/ 2147483647 h 92"/>
                    <a:gd name="T90" fmla="*/ 2147483647 w 76"/>
                    <a:gd name="T91" fmla="*/ 2147483647 h 92"/>
                    <a:gd name="T92" fmla="*/ 2147483647 w 76"/>
                    <a:gd name="T93" fmla="*/ 2147483647 h 92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76"/>
                    <a:gd name="T142" fmla="*/ 0 h 92"/>
                    <a:gd name="T143" fmla="*/ 76 w 76"/>
                    <a:gd name="T144" fmla="*/ 92 h 92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76" h="92">
                      <a:moveTo>
                        <a:pt x="70" y="78"/>
                      </a:moveTo>
                      <a:lnTo>
                        <a:pt x="62" y="70"/>
                      </a:lnTo>
                      <a:lnTo>
                        <a:pt x="54" y="64"/>
                      </a:lnTo>
                      <a:lnTo>
                        <a:pt x="56" y="60"/>
                      </a:lnTo>
                      <a:lnTo>
                        <a:pt x="58" y="58"/>
                      </a:lnTo>
                      <a:lnTo>
                        <a:pt x="66" y="54"/>
                      </a:lnTo>
                      <a:lnTo>
                        <a:pt x="74" y="50"/>
                      </a:lnTo>
                      <a:lnTo>
                        <a:pt x="76" y="46"/>
                      </a:lnTo>
                      <a:lnTo>
                        <a:pt x="76" y="42"/>
                      </a:lnTo>
                      <a:lnTo>
                        <a:pt x="76" y="36"/>
                      </a:lnTo>
                      <a:lnTo>
                        <a:pt x="74" y="32"/>
                      </a:lnTo>
                      <a:lnTo>
                        <a:pt x="70" y="28"/>
                      </a:lnTo>
                      <a:lnTo>
                        <a:pt x="70" y="24"/>
                      </a:lnTo>
                      <a:lnTo>
                        <a:pt x="70" y="16"/>
                      </a:lnTo>
                      <a:lnTo>
                        <a:pt x="74" y="8"/>
                      </a:lnTo>
                      <a:lnTo>
                        <a:pt x="70" y="0"/>
                      </a:lnTo>
                      <a:lnTo>
                        <a:pt x="70" y="2"/>
                      </a:lnTo>
                      <a:lnTo>
                        <a:pt x="66" y="4"/>
                      </a:lnTo>
                      <a:lnTo>
                        <a:pt x="62" y="6"/>
                      </a:lnTo>
                      <a:lnTo>
                        <a:pt x="58" y="4"/>
                      </a:lnTo>
                      <a:lnTo>
                        <a:pt x="54" y="2"/>
                      </a:lnTo>
                      <a:lnTo>
                        <a:pt x="48" y="12"/>
                      </a:lnTo>
                      <a:lnTo>
                        <a:pt x="44" y="18"/>
                      </a:lnTo>
                      <a:lnTo>
                        <a:pt x="42" y="22"/>
                      </a:lnTo>
                      <a:lnTo>
                        <a:pt x="44" y="28"/>
                      </a:lnTo>
                      <a:lnTo>
                        <a:pt x="32" y="28"/>
                      </a:lnTo>
                      <a:lnTo>
                        <a:pt x="26" y="26"/>
                      </a:lnTo>
                      <a:lnTo>
                        <a:pt x="22" y="24"/>
                      </a:lnTo>
                      <a:lnTo>
                        <a:pt x="12" y="36"/>
                      </a:lnTo>
                      <a:lnTo>
                        <a:pt x="4" y="48"/>
                      </a:lnTo>
                      <a:lnTo>
                        <a:pt x="0" y="56"/>
                      </a:lnTo>
                      <a:lnTo>
                        <a:pt x="10" y="56"/>
                      </a:lnTo>
                      <a:lnTo>
                        <a:pt x="18" y="60"/>
                      </a:lnTo>
                      <a:lnTo>
                        <a:pt x="24" y="70"/>
                      </a:lnTo>
                      <a:lnTo>
                        <a:pt x="28" y="80"/>
                      </a:lnTo>
                      <a:lnTo>
                        <a:pt x="24" y="84"/>
                      </a:lnTo>
                      <a:lnTo>
                        <a:pt x="24" y="86"/>
                      </a:lnTo>
                      <a:lnTo>
                        <a:pt x="26" y="88"/>
                      </a:lnTo>
                      <a:lnTo>
                        <a:pt x="32" y="90"/>
                      </a:lnTo>
                      <a:lnTo>
                        <a:pt x="46" y="90"/>
                      </a:lnTo>
                      <a:lnTo>
                        <a:pt x="56" y="92"/>
                      </a:lnTo>
                      <a:lnTo>
                        <a:pt x="56" y="88"/>
                      </a:lnTo>
                      <a:lnTo>
                        <a:pt x="68" y="88"/>
                      </a:lnTo>
                      <a:lnTo>
                        <a:pt x="72" y="86"/>
                      </a:lnTo>
                      <a:lnTo>
                        <a:pt x="74" y="84"/>
                      </a:lnTo>
                      <a:lnTo>
                        <a:pt x="74" y="80"/>
                      </a:lnTo>
                      <a:lnTo>
                        <a:pt x="70" y="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6" name="ïṩľiḋe"/>
                <p:cNvSpPr/>
                <p:nvPr/>
              </p:nvSpPr>
              <p:spPr bwMode="auto">
                <a:xfrm>
                  <a:off x="7655935" y="2678176"/>
                  <a:ext cx="112932" cy="127496"/>
                </a:xfrm>
                <a:custGeom>
                  <a:avLst/>
                  <a:gdLst>
                    <a:gd name="T0" fmla="*/ 2147483647 w 64"/>
                    <a:gd name="T1" fmla="*/ 0 h 76"/>
                    <a:gd name="T2" fmla="*/ 2147483647 w 64"/>
                    <a:gd name="T3" fmla="*/ 2147483647 h 76"/>
                    <a:gd name="T4" fmla="*/ 2147483647 w 64"/>
                    <a:gd name="T5" fmla="*/ 2147483647 h 76"/>
                    <a:gd name="T6" fmla="*/ 2147483647 w 64"/>
                    <a:gd name="T7" fmla="*/ 2147483647 h 76"/>
                    <a:gd name="T8" fmla="*/ 2147483647 w 64"/>
                    <a:gd name="T9" fmla="*/ 2147483647 h 76"/>
                    <a:gd name="T10" fmla="*/ 0 w 64"/>
                    <a:gd name="T11" fmla="*/ 2147483647 h 76"/>
                    <a:gd name="T12" fmla="*/ 0 w 64"/>
                    <a:gd name="T13" fmla="*/ 2147483647 h 76"/>
                    <a:gd name="T14" fmla="*/ 2147483647 w 64"/>
                    <a:gd name="T15" fmla="*/ 2147483647 h 76"/>
                    <a:gd name="T16" fmla="*/ 2147483647 w 64"/>
                    <a:gd name="T17" fmla="*/ 2147483647 h 76"/>
                    <a:gd name="T18" fmla="*/ 2147483647 w 64"/>
                    <a:gd name="T19" fmla="*/ 2147483647 h 76"/>
                    <a:gd name="T20" fmla="*/ 2147483647 w 64"/>
                    <a:gd name="T21" fmla="*/ 2147483647 h 76"/>
                    <a:gd name="T22" fmla="*/ 2147483647 w 64"/>
                    <a:gd name="T23" fmla="*/ 2147483647 h 76"/>
                    <a:gd name="T24" fmla="*/ 2147483647 w 64"/>
                    <a:gd name="T25" fmla="*/ 2147483647 h 76"/>
                    <a:gd name="T26" fmla="*/ 2147483647 w 64"/>
                    <a:gd name="T27" fmla="*/ 2147483647 h 76"/>
                    <a:gd name="T28" fmla="*/ 2147483647 w 64"/>
                    <a:gd name="T29" fmla="*/ 2147483647 h 76"/>
                    <a:gd name="T30" fmla="*/ 2147483647 w 64"/>
                    <a:gd name="T31" fmla="*/ 2147483647 h 76"/>
                    <a:gd name="T32" fmla="*/ 2147483647 w 64"/>
                    <a:gd name="T33" fmla="*/ 2147483647 h 76"/>
                    <a:gd name="T34" fmla="*/ 2147483647 w 64"/>
                    <a:gd name="T35" fmla="*/ 2147483647 h 76"/>
                    <a:gd name="T36" fmla="*/ 2147483647 w 64"/>
                    <a:gd name="T37" fmla="*/ 2147483647 h 76"/>
                    <a:gd name="T38" fmla="*/ 2147483647 w 64"/>
                    <a:gd name="T39" fmla="*/ 2147483647 h 76"/>
                    <a:gd name="T40" fmla="*/ 2147483647 w 64"/>
                    <a:gd name="T41" fmla="*/ 2147483647 h 76"/>
                    <a:gd name="T42" fmla="*/ 2147483647 w 64"/>
                    <a:gd name="T43" fmla="*/ 2147483647 h 76"/>
                    <a:gd name="T44" fmla="*/ 2147483647 w 64"/>
                    <a:gd name="T45" fmla="*/ 2147483647 h 76"/>
                    <a:gd name="T46" fmla="*/ 2147483647 w 64"/>
                    <a:gd name="T47" fmla="*/ 2147483647 h 76"/>
                    <a:gd name="T48" fmla="*/ 2147483647 w 64"/>
                    <a:gd name="T49" fmla="*/ 0 h 7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64"/>
                    <a:gd name="T76" fmla="*/ 0 h 76"/>
                    <a:gd name="T77" fmla="*/ 64 w 64"/>
                    <a:gd name="T78" fmla="*/ 76 h 7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64" h="76">
                      <a:moveTo>
                        <a:pt x="18" y="0"/>
                      </a:moveTo>
                      <a:lnTo>
                        <a:pt x="18" y="2"/>
                      </a:lnTo>
                      <a:lnTo>
                        <a:pt x="18" y="4"/>
                      </a:lnTo>
                      <a:lnTo>
                        <a:pt x="16" y="6"/>
                      </a:lnTo>
                      <a:lnTo>
                        <a:pt x="12" y="8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2" y="16"/>
                      </a:lnTo>
                      <a:lnTo>
                        <a:pt x="4" y="20"/>
                      </a:lnTo>
                      <a:lnTo>
                        <a:pt x="6" y="28"/>
                      </a:lnTo>
                      <a:lnTo>
                        <a:pt x="8" y="40"/>
                      </a:lnTo>
                      <a:lnTo>
                        <a:pt x="14" y="56"/>
                      </a:lnTo>
                      <a:lnTo>
                        <a:pt x="20" y="70"/>
                      </a:lnTo>
                      <a:lnTo>
                        <a:pt x="24" y="74"/>
                      </a:lnTo>
                      <a:lnTo>
                        <a:pt x="30" y="76"/>
                      </a:lnTo>
                      <a:lnTo>
                        <a:pt x="40" y="74"/>
                      </a:lnTo>
                      <a:lnTo>
                        <a:pt x="50" y="70"/>
                      </a:lnTo>
                      <a:lnTo>
                        <a:pt x="60" y="64"/>
                      </a:lnTo>
                      <a:lnTo>
                        <a:pt x="64" y="60"/>
                      </a:lnTo>
                      <a:lnTo>
                        <a:pt x="64" y="58"/>
                      </a:lnTo>
                      <a:lnTo>
                        <a:pt x="64" y="50"/>
                      </a:lnTo>
                      <a:lnTo>
                        <a:pt x="58" y="42"/>
                      </a:lnTo>
                      <a:lnTo>
                        <a:pt x="52" y="32"/>
                      </a:lnTo>
                      <a:lnTo>
                        <a:pt x="46" y="26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7" name="íṣḻíďè"/>
                <p:cNvSpPr/>
                <p:nvPr/>
              </p:nvSpPr>
              <p:spPr bwMode="auto">
                <a:xfrm>
                  <a:off x="4945574" y="3161539"/>
                  <a:ext cx="461368" cy="591247"/>
                </a:xfrm>
                <a:custGeom>
                  <a:avLst/>
                  <a:gdLst>
                    <a:gd name="T0" fmla="*/ 2147483647 w 264"/>
                    <a:gd name="T1" fmla="*/ 2147483647 h 354"/>
                    <a:gd name="T2" fmla="*/ 2147483647 w 264"/>
                    <a:gd name="T3" fmla="*/ 2147483647 h 354"/>
                    <a:gd name="T4" fmla="*/ 2147483647 w 264"/>
                    <a:gd name="T5" fmla="*/ 2147483647 h 354"/>
                    <a:gd name="T6" fmla="*/ 2147483647 w 264"/>
                    <a:gd name="T7" fmla="*/ 2147483647 h 354"/>
                    <a:gd name="T8" fmla="*/ 2147483647 w 264"/>
                    <a:gd name="T9" fmla="*/ 2147483647 h 354"/>
                    <a:gd name="T10" fmla="*/ 2147483647 w 264"/>
                    <a:gd name="T11" fmla="*/ 2147483647 h 354"/>
                    <a:gd name="T12" fmla="*/ 2147483647 w 264"/>
                    <a:gd name="T13" fmla="*/ 2147483647 h 354"/>
                    <a:gd name="T14" fmla="*/ 2147483647 w 264"/>
                    <a:gd name="T15" fmla="*/ 2147483647 h 354"/>
                    <a:gd name="T16" fmla="*/ 2147483647 w 264"/>
                    <a:gd name="T17" fmla="*/ 2147483647 h 354"/>
                    <a:gd name="T18" fmla="*/ 2147483647 w 264"/>
                    <a:gd name="T19" fmla="*/ 2147483647 h 354"/>
                    <a:gd name="T20" fmla="*/ 2147483647 w 264"/>
                    <a:gd name="T21" fmla="*/ 2147483647 h 354"/>
                    <a:gd name="T22" fmla="*/ 2147483647 w 264"/>
                    <a:gd name="T23" fmla="*/ 2147483647 h 354"/>
                    <a:gd name="T24" fmla="*/ 2147483647 w 264"/>
                    <a:gd name="T25" fmla="*/ 2147483647 h 354"/>
                    <a:gd name="T26" fmla="*/ 2147483647 w 264"/>
                    <a:gd name="T27" fmla="*/ 2147483647 h 354"/>
                    <a:gd name="T28" fmla="*/ 2147483647 w 264"/>
                    <a:gd name="T29" fmla="*/ 2147483647 h 354"/>
                    <a:gd name="T30" fmla="*/ 2147483647 w 264"/>
                    <a:gd name="T31" fmla="*/ 2147483647 h 354"/>
                    <a:gd name="T32" fmla="*/ 2147483647 w 264"/>
                    <a:gd name="T33" fmla="*/ 2147483647 h 354"/>
                    <a:gd name="T34" fmla="*/ 2147483647 w 264"/>
                    <a:gd name="T35" fmla="*/ 2147483647 h 354"/>
                    <a:gd name="T36" fmla="*/ 2147483647 w 264"/>
                    <a:gd name="T37" fmla="*/ 2147483647 h 354"/>
                    <a:gd name="T38" fmla="*/ 2147483647 w 264"/>
                    <a:gd name="T39" fmla="*/ 2147483647 h 354"/>
                    <a:gd name="T40" fmla="*/ 2147483647 w 264"/>
                    <a:gd name="T41" fmla="*/ 2147483647 h 354"/>
                    <a:gd name="T42" fmla="*/ 2147483647 w 264"/>
                    <a:gd name="T43" fmla="*/ 2147483647 h 354"/>
                    <a:gd name="T44" fmla="*/ 2147483647 w 264"/>
                    <a:gd name="T45" fmla="*/ 2147483647 h 354"/>
                    <a:gd name="T46" fmla="*/ 2147483647 w 264"/>
                    <a:gd name="T47" fmla="*/ 2147483647 h 354"/>
                    <a:gd name="T48" fmla="*/ 2147483647 w 264"/>
                    <a:gd name="T49" fmla="*/ 2147483647 h 354"/>
                    <a:gd name="T50" fmla="*/ 2147483647 w 264"/>
                    <a:gd name="T51" fmla="*/ 2147483647 h 354"/>
                    <a:gd name="T52" fmla="*/ 2147483647 w 264"/>
                    <a:gd name="T53" fmla="*/ 2147483647 h 354"/>
                    <a:gd name="T54" fmla="*/ 2147483647 w 264"/>
                    <a:gd name="T55" fmla="*/ 2147483647 h 354"/>
                    <a:gd name="T56" fmla="*/ 2147483647 w 264"/>
                    <a:gd name="T57" fmla="*/ 2147483647 h 354"/>
                    <a:gd name="T58" fmla="*/ 2147483647 w 264"/>
                    <a:gd name="T59" fmla="*/ 2147483647 h 354"/>
                    <a:gd name="T60" fmla="*/ 2147483647 w 264"/>
                    <a:gd name="T61" fmla="*/ 2147483647 h 354"/>
                    <a:gd name="T62" fmla="*/ 2147483647 w 264"/>
                    <a:gd name="T63" fmla="*/ 2147483647 h 354"/>
                    <a:gd name="T64" fmla="*/ 2147483647 w 264"/>
                    <a:gd name="T65" fmla="*/ 2147483647 h 354"/>
                    <a:gd name="T66" fmla="*/ 2147483647 w 264"/>
                    <a:gd name="T67" fmla="*/ 2147483647 h 354"/>
                    <a:gd name="T68" fmla="*/ 2147483647 w 264"/>
                    <a:gd name="T69" fmla="*/ 2147483647 h 354"/>
                    <a:gd name="T70" fmla="*/ 2147483647 w 264"/>
                    <a:gd name="T71" fmla="*/ 2147483647 h 354"/>
                    <a:gd name="T72" fmla="*/ 2147483647 w 264"/>
                    <a:gd name="T73" fmla="*/ 2147483647 h 354"/>
                    <a:gd name="T74" fmla="*/ 2147483647 w 264"/>
                    <a:gd name="T75" fmla="*/ 2147483647 h 354"/>
                    <a:gd name="T76" fmla="*/ 2147483647 w 264"/>
                    <a:gd name="T77" fmla="*/ 2147483647 h 354"/>
                    <a:gd name="T78" fmla="*/ 2147483647 w 264"/>
                    <a:gd name="T79" fmla="*/ 2147483647 h 354"/>
                    <a:gd name="T80" fmla="*/ 2147483647 w 264"/>
                    <a:gd name="T81" fmla="*/ 2147483647 h 354"/>
                    <a:gd name="T82" fmla="*/ 2147483647 w 264"/>
                    <a:gd name="T83" fmla="*/ 2147483647 h 354"/>
                    <a:gd name="T84" fmla="*/ 2147483647 w 264"/>
                    <a:gd name="T85" fmla="*/ 2147483647 h 354"/>
                    <a:gd name="T86" fmla="*/ 2147483647 w 264"/>
                    <a:gd name="T87" fmla="*/ 2147483647 h 354"/>
                    <a:gd name="T88" fmla="*/ 2147483647 w 264"/>
                    <a:gd name="T89" fmla="*/ 2147483647 h 354"/>
                    <a:gd name="T90" fmla="*/ 2147483647 w 264"/>
                    <a:gd name="T91" fmla="*/ 0 h 354"/>
                    <a:gd name="T92" fmla="*/ 2147483647 w 264"/>
                    <a:gd name="T93" fmla="*/ 2147483647 h 354"/>
                    <a:gd name="T94" fmla="*/ 2147483647 w 264"/>
                    <a:gd name="T95" fmla="*/ 2147483647 h 354"/>
                    <a:gd name="T96" fmla="*/ 2147483647 w 264"/>
                    <a:gd name="T97" fmla="*/ 2147483647 h 354"/>
                    <a:gd name="T98" fmla="*/ 2147483647 w 264"/>
                    <a:gd name="T99" fmla="*/ 2147483647 h 354"/>
                    <a:gd name="T100" fmla="*/ 2147483647 w 264"/>
                    <a:gd name="T101" fmla="*/ 2147483647 h 354"/>
                    <a:gd name="T102" fmla="*/ 2147483647 w 264"/>
                    <a:gd name="T103" fmla="*/ 2147483647 h 354"/>
                    <a:gd name="T104" fmla="*/ 2147483647 w 264"/>
                    <a:gd name="T105" fmla="*/ 2147483647 h 354"/>
                    <a:gd name="T106" fmla="*/ 2147483647 w 264"/>
                    <a:gd name="T107" fmla="*/ 2147483647 h 354"/>
                    <a:gd name="T108" fmla="*/ 2147483647 w 264"/>
                    <a:gd name="T109" fmla="*/ 2147483647 h 354"/>
                    <a:gd name="T110" fmla="*/ 0 w 264"/>
                    <a:gd name="T111" fmla="*/ 2147483647 h 354"/>
                    <a:gd name="T112" fmla="*/ 2147483647 w 264"/>
                    <a:gd name="T113" fmla="*/ 2147483647 h 354"/>
                    <a:gd name="T114" fmla="*/ 2147483647 w 264"/>
                    <a:gd name="T115" fmla="*/ 2147483647 h 354"/>
                    <a:gd name="T116" fmla="*/ 2147483647 w 264"/>
                    <a:gd name="T117" fmla="*/ 2147483647 h 354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264"/>
                    <a:gd name="T178" fmla="*/ 0 h 354"/>
                    <a:gd name="T179" fmla="*/ 264 w 264"/>
                    <a:gd name="T180" fmla="*/ 354 h 354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264" h="354">
                      <a:moveTo>
                        <a:pt x="18" y="220"/>
                      </a:moveTo>
                      <a:lnTo>
                        <a:pt x="20" y="220"/>
                      </a:lnTo>
                      <a:lnTo>
                        <a:pt x="20" y="226"/>
                      </a:lnTo>
                      <a:lnTo>
                        <a:pt x="24" y="232"/>
                      </a:lnTo>
                      <a:lnTo>
                        <a:pt x="26" y="240"/>
                      </a:lnTo>
                      <a:lnTo>
                        <a:pt x="28" y="248"/>
                      </a:lnTo>
                      <a:lnTo>
                        <a:pt x="28" y="260"/>
                      </a:lnTo>
                      <a:lnTo>
                        <a:pt x="40" y="260"/>
                      </a:lnTo>
                      <a:lnTo>
                        <a:pt x="40" y="264"/>
                      </a:lnTo>
                      <a:lnTo>
                        <a:pt x="42" y="266"/>
                      </a:lnTo>
                      <a:lnTo>
                        <a:pt x="46" y="270"/>
                      </a:lnTo>
                      <a:lnTo>
                        <a:pt x="52" y="274"/>
                      </a:lnTo>
                      <a:lnTo>
                        <a:pt x="54" y="276"/>
                      </a:lnTo>
                      <a:lnTo>
                        <a:pt x="54" y="282"/>
                      </a:lnTo>
                      <a:lnTo>
                        <a:pt x="58" y="288"/>
                      </a:lnTo>
                      <a:lnTo>
                        <a:pt x="62" y="290"/>
                      </a:lnTo>
                      <a:lnTo>
                        <a:pt x="70" y="300"/>
                      </a:lnTo>
                      <a:lnTo>
                        <a:pt x="80" y="308"/>
                      </a:lnTo>
                      <a:lnTo>
                        <a:pt x="84" y="312"/>
                      </a:lnTo>
                      <a:lnTo>
                        <a:pt x="88" y="316"/>
                      </a:lnTo>
                      <a:lnTo>
                        <a:pt x="88" y="322"/>
                      </a:lnTo>
                      <a:lnTo>
                        <a:pt x="88" y="326"/>
                      </a:lnTo>
                      <a:lnTo>
                        <a:pt x="90" y="328"/>
                      </a:lnTo>
                      <a:lnTo>
                        <a:pt x="98" y="336"/>
                      </a:lnTo>
                      <a:lnTo>
                        <a:pt x="104" y="338"/>
                      </a:lnTo>
                      <a:lnTo>
                        <a:pt x="112" y="342"/>
                      </a:lnTo>
                      <a:lnTo>
                        <a:pt x="112" y="338"/>
                      </a:lnTo>
                      <a:lnTo>
                        <a:pt x="116" y="338"/>
                      </a:lnTo>
                      <a:lnTo>
                        <a:pt x="120" y="342"/>
                      </a:lnTo>
                      <a:lnTo>
                        <a:pt x="124" y="338"/>
                      </a:lnTo>
                      <a:lnTo>
                        <a:pt x="132" y="338"/>
                      </a:lnTo>
                      <a:lnTo>
                        <a:pt x="134" y="342"/>
                      </a:lnTo>
                      <a:lnTo>
                        <a:pt x="136" y="346"/>
                      </a:lnTo>
                      <a:lnTo>
                        <a:pt x="146" y="354"/>
                      </a:lnTo>
                      <a:lnTo>
                        <a:pt x="150" y="352"/>
                      </a:lnTo>
                      <a:lnTo>
                        <a:pt x="156" y="350"/>
                      </a:lnTo>
                      <a:lnTo>
                        <a:pt x="178" y="350"/>
                      </a:lnTo>
                      <a:lnTo>
                        <a:pt x="186" y="350"/>
                      </a:lnTo>
                      <a:lnTo>
                        <a:pt x="192" y="346"/>
                      </a:lnTo>
                      <a:lnTo>
                        <a:pt x="198" y="342"/>
                      </a:lnTo>
                      <a:lnTo>
                        <a:pt x="202" y="338"/>
                      </a:lnTo>
                      <a:lnTo>
                        <a:pt x="228" y="338"/>
                      </a:lnTo>
                      <a:lnTo>
                        <a:pt x="224" y="330"/>
                      </a:lnTo>
                      <a:lnTo>
                        <a:pt x="220" y="324"/>
                      </a:lnTo>
                      <a:lnTo>
                        <a:pt x="216" y="318"/>
                      </a:lnTo>
                      <a:lnTo>
                        <a:pt x="212" y="314"/>
                      </a:lnTo>
                      <a:lnTo>
                        <a:pt x="210" y="300"/>
                      </a:lnTo>
                      <a:lnTo>
                        <a:pt x="206" y="296"/>
                      </a:lnTo>
                      <a:lnTo>
                        <a:pt x="204" y="292"/>
                      </a:lnTo>
                      <a:lnTo>
                        <a:pt x="190" y="284"/>
                      </a:lnTo>
                      <a:lnTo>
                        <a:pt x="184" y="278"/>
                      </a:lnTo>
                      <a:lnTo>
                        <a:pt x="180" y="274"/>
                      </a:lnTo>
                      <a:lnTo>
                        <a:pt x="180" y="272"/>
                      </a:lnTo>
                      <a:lnTo>
                        <a:pt x="182" y="270"/>
                      </a:lnTo>
                      <a:lnTo>
                        <a:pt x="186" y="268"/>
                      </a:lnTo>
                      <a:lnTo>
                        <a:pt x="192" y="266"/>
                      </a:lnTo>
                      <a:lnTo>
                        <a:pt x="196" y="262"/>
                      </a:lnTo>
                      <a:lnTo>
                        <a:pt x="198" y="252"/>
                      </a:lnTo>
                      <a:lnTo>
                        <a:pt x="198" y="244"/>
                      </a:lnTo>
                      <a:lnTo>
                        <a:pt x="198" y="234"/>
                      </a:lnTo>
                      <a:lnTo>
                        <a:pt x="200" y="226"/>
                      </a:lnTo>
                      <a:lnTo>
                        <a:pt x="204" y="224"/>
                      </a:lnTo>
                      <a:lnTo>
                        <a:pt x="210" y="222"/>
                      </a:lnTo>
                      <a:lnTo>
                        <a:pt x="212" y="212"/>
                      </a:lnTo>
                      <a:lnTo>
                        <a:pt x="214" y="204"/>
                      </a:lnTo>
                      <a:lnTo>
                        <a:pt x="222" y="190"/>
                      </a:lnTo>
                      <a:lnTo>
                        <a:pt x="232" y="178"/>
                      </a:lnTo>
                      <a:lnTo>
                        <a:pt x="232" y="170"/>
                      </a:lnTo>
                      <a:lnTo>
                        <a:pt x="232" y="162"/>
                      </a:lnTo>
                      <a:lnTo>
                        <a:pt x="232" y="138"/>
                      </a:lnTo>
                      <a:lnTo>
                        <a:pt x="234" y="134"/>
                      </a:lnTo>
                      <a:lnTo>
                        <a:pt x="236" y="126"/>
                      </a:lnTo>
                      <a:lnTo>
                        <a:pt x="238" y="120"/>
                      </a:lnTo>
                      <a:lnTo>
                        <a:pt x="238" y="108"/>
                      </a:lnTo>
                      <a:lnTo>
                        <a:pt x="246" y="106"/>
                      </a:lnTo>
                      <a:lnTo>
                        <a:pt x="254" y="102"/>
                      </a:lnTo>
                      <a:lnTo>
                        <a:pt x="260" y="96"/>
                      </a:lnTo>
                      <a:lnTo>
                        <a:pt x="264" y="92"/>
                      </a:lnTo>
                      <a:lnTo>
                        <a:pt x="260" y="88"/>
                      </a:lnTo>
                      <a:lnTo>
                        <a:pt x="258" y="84"/>
                      </a:lnTo>
                      <a:lnTo>
                        <a:pt x="254" y="80"/>
                      </a:lnTo>
                      <a:lnTo>
                        <a:pt x="250" y="76"/>
                      </a:lnTo>
                      <a:lnTo>
                        <a:pt x="246" y="68"/>
                      </a:lnTo>
                      <a:lnTo>
                        <a:pt x="242" y="58"/>
                      </a:lnTo>
                      <a:lnTo>
                        <a:pt x="238" y="38"/>
                      </a:lnTo>
                      <a:lnTo>
                        <a:pt x="236" y="28"/>
                      </a:lnTo>
                      <a:lnTo>
                        <a:pt x="232" y="18"/>
                      </a:lnTo>
                      <a:lnTo>
                        <a:pt x="230" y="12"/>
                      </a:lnTo>
                      <a:lnTo>
                        <a:pt x="222" y="8"/>
                      </a:lnTo>
                      <a:lnTo>
                        <a:pt x="216" y="4"/>
                      </a:lnTo>
                      <a:lnTo>
                        <a:pt x="212" y="0"/>
                      </a:lnTo>
                      <a:lnTo>
                        <a:pt x="206" y="0"/>
                      </a:lnTo>
                      <a:lnTo>
                        <a:pt x="204" y="4"/>
                      </a:lnTo>
                      <a:lnTo>
                        <a:pt x="194" y="10"/>
                      </a:lnTo>
                      <a:lnTo>
                        <a:pt x="188" y="16"/>
                      </a:lnTo>
                      <a:lnTo>
                        <a:pt x="178" y="22"/>
                      </a:lnTo>
                      <a:lnTo>
                        <a:pt x="174" y="16"/>
                      </a:lnTo>
                      <a:lnTo>
                        <a:pt x="44" y="16"/>
                      </a:lnTo>
                      <a:lnTo>
                        <a:pt x="44" y="54"/>
                      </a:lnTo>
                      <a:lnTo>
                        <a:pt x="32" y="54"/>
                      </a:lnTo>
                      <a:lnTo>
                        <a:pt x="28" y="62"/>
                      </a:lnTo>
                      <a:lnTo>
                        <a:pt x="34" y="130"/>
                      </a:lnTo>
                      <a:lnTo>
                        <a:pt x="24" y="132"/>
                      </a:lnTo>
                      <a:lnTo>
                        <a:pt x="18" y="136"/>
                      </a:lnTo>
                      <a:lnTo>
                        <a:pt x="14" y="142"/>
                      </a:lnTo>
                      <a:lnTo>
                        <a:pt x="12" y="150"/>
                      </a:lnTo>
                      <a:lnTo>
                        <a:pt x="8" y="156"/>
                      </a:lnTo>
                      <a:lnTo>
                        <a:pt x="6" y="164"/>
                      </a:lnTo>
                      <a:lnTo>
                        <a:pt x="6" y="182"/>
                      </a:lnTo>
                      <a:lnTo>
                        <a:pt x="4" y="186"/>
                      </a:lnTo>
                      <a:lnTo>
                        <a:pt x="0" y="192"/>
                      </a:lnTo>
                      <a:lnTo>
                        <a:pt x="0" y="194"/>
                      </a:lnTo>
                      <a:lnTo>
                        <a:pt x="2" y="194"/>
                      </a:lnTo>
                      <a:lnTo>
                        <a:pt x="10" y="198"/>
                      </a:lnTo>
                      <a:lnTo>
                        <a:pt x="12" y="206"/>
                      </a:lnTo>
                      <a:lnTo>
                        <a:pt x="14" y="208"/>
                      </a:lnTo>
                      <a:lnTo>
                        <a:pt x="16" y="212"/>
                      </a:lnTo>
                      <a:lnTo>
                        <a:pt x="18" y="218"/>
                      </a:lnTo>
                      <a:lnTo>
                        <a:pt x="18" y="2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8" name="ïṩļíḍè"/>
                <p:cNvSpPr/>
                <p:nvPr/>
              </p:nvSpPr>
              <p:spPr bwMode="auto">
                <a:xfrm>
                  <a:off x="5488198" y="3497793"/>
                  <a:ext cx="291969" cy="404906"/>
                </a:xfrm>
                <a:custGeom>
                  <a:avLst/>
                  <a:gdLst>
                    <a:gd name="T0" fmla="*/ 2147483647 w 168"/>
                    <a:gd name="T1" fmla="*/ 2147483647 h 244"/>
                    <a:gd name="T2" fmla="*/ 2147483647 w 168"/>
                    <a:gd name="T3" fmla="*/ 2147483647 h 244"/>
                    <a:gd name="T4" fmla="*/ 2147483647 w 168"/>
                    <a:gd name="T5" fmla="*/ 2147483647 h 244"/>
                    <a:gd name="T6" fmla="*/ 2147483647 w 168"/>
                    <a:gd name="T7" fmla="*/ 2147483647 h 244"/>
                    <a:gd name="T8" fmla="*/ 2147483647 w 168"/>
                    <a:gd name="T9" fmla="*/ 2147483647 h 244"/>
                    <a:gd name="T10" fmla="*/ 2147483647 w 168"/>
                    <a:gd name="T11" fmla="*/ 2147483647 h 244"/>
                    <a:gd name="T12" fmla="*/ 2147483647 w 168"/>
                    <a:gd name="T13" fmla="*/ 2147483647 h 244"/>
                    <a:gd name="T14" fmla="*/ 2147483647 w 168"/>
                    <a:gd name="T15" fmla="*/ 2147483647 h 244"/>
                    <a:gd name="T16" fmla="*/ 2147483647 w 168"/>
                    <a:gd name="T17" fmla="*/ 2147483647 h 244"/>
                    <a:gd name="T18" fmla="*/ 2147483647 w 168"/>
                    <a:gd name="T19" fmla="*/ 2147483647 h 244"/>
                    <a:gd name="T20" fmla="*/ 2147483647 w 168"/>
                    <a:gd name="T21" fmla="*/ 2147483647 h 244"/>
                    <a:gd name="T22" fmla="*/ 2147483647 w 168"/>
                    <a:gd name="T23" fmla="*/ 2147483647 h 244"/>
                    <a:gd name="T24" fmla="*/ 2147483647 w 168"/>
                    <a:gd name="T25" fmla="*/ 2147483647 h 244"/>
                    <a:gd name="T26" fmla="*/ 2147483647 w 168"/>
                    <a:gd name="T27" fmla="*/ 2147483647 h 244"/>
                    <a:gd name="T28" fmla="*/ 2147483647 w 168"/>
                    <a:gd name="T29" fmla="*/ 2147483647 h 244"/>
                    <a:gd name="T30" fmla="*/ 2147483647 w 168"/>
                    <a:gd name="T31" fmla="*/ 2147483647 h 244"/>
                    <a:gd name="T32" fmla="*/ 2147483647 w 168"/>
                    <a:gd name="T33" fmla="*/ 2147483647 h 244"/>
                    <a:gd name="T34" fmla="*/ 2147483647 w 168"/>
                    <a:gd name="T35" fmla="*/ 2147483647 h 244"/>
                    <a:gd name="T36" fmla="*/ 2147483647 w 168"/>
                    <a:gd name="T37" fmla="*/ 2147483647 h 244"/>
                    <a:gd name="T38" fmla="*/ 2147483647 w 168"/>
                    <a:gd name="T39" fmla="*/ 2147483647 h 244"/>
                    <a:gd name="T40" fmla="*/ 2147483647 w 168"/>
                    <a:gd name="T41" fmla="*/ 2147483647 h 244"/>
                    <a:gd name="T42" fmla="*/ 2147483647 w 168"/>
                    <a:gd name="T43" fmla="*/ 2147483647 h 244"/>
                    <a:gd name="T44" fmla="*/ 2147483647 w 168"/>
                    <a:gd name="T45" fmla="*/ 2147483647 h 244"/>
                    <a:gd name="T46" fmla="*/ 2147483647 w 168"/>
                    <a:gd name="T47" fmla="*/ 2147483647 h 244"/>
                    <a:gd name="T48" fmla="*/ 2147483647 w 168"/>
                    <a:gd name="T49" fmla="*/ 2147483647 h 244"/>
                    <a:gd name="T50" fmla="*/ 2147483647 w 168"/>
                    <a:gd name="T51" fmla="*/ 2147483647 h 244"/>
                    <a:gd name="T52" fmla="*/ 2147483647 w 168"/>
                    <a:gd name="T53" fmla="*/ 2147483647 h 244"/>
                    <a:gd name="T54" fmla="*/ 2147483647 w 168"/>
                    <a:gd name="T55" fmla="*/ 2147483647 h 244"/>
                    <a:gd name="T56" fmla="*/ 2147483647 w 168"/>
                    <a:gd name="T57" fmla="*/ 2147483647 h 244"/>
                    <a:gd name="T58" fmla="*/ 2147483647 w 168"/>
                    <a:gd name="T59" fmla="*/ 2147483647 h 244"/>
                    <a:gd name="T60" fmla="*/ 2147483647 w 168"/>
                    <a:gd name="T61" fmla="*/ 2147483647 h 244"/>
                    <a:gd name="T62" fmla="*/ 2147483647 w 168"/>
                    <a:gd name="T63" fmla="*/ 2147483647 h 244"/>
                    <a:gd name="T64" fmla="*/ 0 w 168"/>
                    <a:gd name="T65" fmla="*/ 2147483647 h 244"/>
                    <a:gd name="T66" fmla="*/ 2147483647 w 168"/>
                    <a:gd name="T67" fmla="*/ 2147483647 h 244"/>
                    <a:gd name="T68" fmla="*/ 2147483647 w 168"/>
                    <a:gd name="T69" fmla="*/ 2147483647 h 24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68"/>
                    <a:gd name="T106" fmla="*/ 0 h 244"/>
                    <a:gd name="T107" fmla="*/ 168 w 168"/>
                    <a:gd name="T108" fmla="*/ 244 h 244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68" h="244">
                      <a:moveTo>
                        <a:pt x="18" y="146"/>
                      </a:moveTo>
                      <a:lnTo>
                        <a:pt x="24" y="142"/>
                      </a:lnTo>
                      <a:lnTo>
                        <a:pt x="32" y="138"/>
                      </a:lnTo>
                      <a:lnTo>
                        <a:pt x="38" y="134"/>
                      </a:lnTo>
                      <a:lnTo>
                        <a:pt x="44" y="130"/>
                      </a:lnTo>
                      <a:lnTo>
                        <a:pt x="50" y="128"/>
                      </a:lnTo>
                      <a:lnTo>
                        <a:pt x="56" y="128"/>
                      </a:lnTo>
                      <a:lnTo>
                        <a:pt x="60" y="130"/>
                      </a:lnTo>
                      <a:lnTo>
                        <a:pt x="64" y="128"/>
                      </a:lnTo>
                      <a:lnTo>
                        <a:pt x="66" y="126"/>
                      </a:lnTo>
                      <a:lnTo>
                        <a:pt x="70" y="122"/>
                      </a:lnTo>
                      <a:lnTo>
                        <a:pt x="74" y="114"/>
                      </a:lnTo>
                      <a:lnTo>
                        <a:pt x="90" y="94"/>
                      </a:lnTo>
                      <a:lnTo>
                        <a:pt x="100" y="86"/>
                      </a:lnTo>
                      <a:lnTo>
                        <a:pt x="106" y="74"/>
                      </a:lnTo>
                      <a:lnTo>
                        <a:pt x="92" y="72"/>
                      </a:lnTo>
                      <a:lnTo>
                        <a:pt x="80" y="70"/>
                      </a:lnTo>
                      <a:lnTo>
                        <a:pt x="66" y="64"/>
                      </a:lnTo>
                      <a:lnTo>
                        <a:pt x="54" y="60"/>
                      </a:lnTo>
                      <a:lnTo>
                        <a:pt x="44" y="52"/>
                      </a:lnTo>
                      <a:lnTo>
                        <a:pt x="34" y="44"/>
                      </a:lnTo>
                      <a:lnTo>
                        <a:pt x="30" y="32"/>
                      </a:lnTo>
                      <a:lnTo>
                        <a:pt x="28" y="24"/>
                      </a:lnTo>
                      <a:lnTo>
                        <a:pt x="28" y="16"/>
                      </a:lnTo>
                      <a:lnTo>
                        <a:pt x="38" y="6"/>
                      </a:lnTo>
                      <a:lnTo>
                        <a:pt x="38" y="10"/>
                      </a:lnTo>
                      <a:lnTo>
                        <a:pt x="38" y="12"/>
                      </a:lnTo>
                      <a:lnTo>
                        <a:pt x="38" y="16"/>
                      </a:lnTo>
                      <a:lnTo>
                        <a:pt x="42" y="20"/>
                      </a:lnTo>
                      <a:lnTo>
                        <a:pt x="48" y="24"/>
                      </a:lnTo>
                      <a:lnTo>
                        <a:pt x="52" y="28"/>
                      </a:lnTo>
                      <a:lnTo>
                        <a:pt x="58" y="28"/>
                      </a:lnTo>
                      <a:lnTo>
                        <a:pt x="62" y="28"/>
                      </a:lnTo>
                      <a:lnTo>
                        <a:pt x="66" y="24"/>
                      </a:lnTo>
                      <a:lnTo>
                        <a:pt x="70" y="20"/>
                      </a:lnTo>
                      <a:lnTo>
                        <a:pt x="74" y="20"/>
                      </a:lnTo>
                      <a:lnTo>
                        <a:pt x="86" y="20"/>
                      </a:lnTo>
                      <a:lnTo>
                        <a:pt x="96" y="18"/>
                      </a:lnTo>
                      <a:lnTo>
                        <a:pt x="106" y="16"/>
                      </a:lnTo>
                      <a:lnTo>
                        <a:pt x="118" y="12"/>
                      </a:lnTo>
                      <a:lnTo>
                        <a:pt x="132" y="12"/>
                      </a:lnTo>
                      <a:lnTo>
                        <a:pt x="136" y="12"/>
                      </a:lnTo>
                      <a:lnTo>
                        <a:pt x="140" y="10"/>
                      </a:lnTo>
                      <a:lnTo>
                        <a:pt x="144" y="6"/>
                      </a:lnTo>
                      <a:lnTo>
                        <a:pt x="148" y="2"/>
                      </a:lnTo>
                      <a:lnTo>
                        <a:pt x="152" y="2"/>
                      </a:lnTo>
                      <a:lnTo>
                        <a:pt x="156" y="0"/>
                      </a:lnTo>
                      <a:lnTo>
                        <a:pt x="162" y="2"/>
                      </a:lnTo>
                      <a:lnTo>
                        <a:pt x="168" y="2"/>
                      </a:lnTo>
                      <a:lnTo>
                        <a:pt x="164" y="6"/>
                      </a:lnTo>
                      <a:lnTo>
                        <a:pt x="162" y="14"/>
                      </a:lnTo>
                      <a:lnTo>
                        <a:pt x="162" y="26"/>
                      </a:lnTo>
                      <a:lnTo>
                        <a:pt x="160" y="36"/>
                      </a:lnTo>
                      <a:lnTo>
                        <a:pt x="154" y="50"/>
                      </a:lnTo>
                      <a:lnTo>
                        <a:pt x="144" y="76"/>
                      </a:lnTo>
                      <a:lnTo>
                        <a:pt x="126" y="112"/>
                      </a:lnTo>
                      <a:lnTo>
                        <a:pt x="106" y="142"/>
                      </a:lnTo>
                      <a:lnTo>
                        <a:pt x="96" y="156"/>
                      </a:lnTo>
                      <a:lnTo>
                        <a:pt x="84" y="170"/>
                      </a:lnTo>
                      <a:lnTo>
                        <a:pt x="70" y="182"/>
                      </a:lnTo>
                      <a:lnTo>
                        <a:pt x="56" y="196"/>
                      </a:lnTo>
                      <a:lnTo>
                        <a:pt x="40" y="208"/>
                      </a:lnTo>
                      <a:lnTo>
                        <a:pt x="32" y="218"/>
                      </a:lnTo>
                      <a:lnTo>
                        <a:pt x="10" y="244"/>
                      </a:lnTo>
                      <a:lnTo>
                        <a:pt x="4" y="240"/>
                      </a:lnTo>
                      <a:lnTo>
                        <a:pt x="0" y="236"/>
                      </a:lnTo>
                      <a:lnTo>
                        <a:pt x="0" y="170"/>
                      </a:lnTo>
                      <a:lnTo>
                        <a:pt x="8" y="152"/>
                      </a:lnTo>
                      <a:lnTo>
                        <a:pt x="14" y="148"/>
                      </a:lnTo>
                      <a:lnTo>
                        <a:pt x="18" y="1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9" name="îSľîďe"/>
                <p:cNvSpPr/>
                <p:nvPr/>
              </p:nvSpPr>
              <p:spPr bwMode="auto">
                <a:xfrm>
                  <a:off x="4601271" y="3793417"/>
                  <a:ext cx="50957" cy="40630"/>
                </a:xfrm>
                <a:custGeom>
                  <a:avLst/>
                  <a:gdLst>
                    <a:gd name="T0" fmla="*/ 2147483647 w 28"/>
                    <a:gd name="T1" fmla="*/ 2147483647 h 24"/>
                    <a:gd name="T2" fmla="*/ 2147483647 w 28"/>
                    <a:gd name="T3" fmla="*/ 2147483647 h 24"/>
                    <a:gd name="T4" fmla="*/ 2147483647 w 28"/>
                    <a:gd name="T5" fmla="*/ 2147483647 h 24"/>
                    <a:gd name="T6" fmla="*/ 0 w 28"/>
                    <a:gd name="T7" fmla="*/ 2147483647 h 24"/>
                    <a:gd name="T8" fmla="*/ 2147483647 w 28"/>
                    <a:gd name="T9" fmla="*/ 2147483647 h 24"/>
                    <a:gd name="T10" fmla="*/ 2147483647 w 28"/>
                    <a:gd name="T11" fmla="*/ 2147483647 h 24"/>
                    <a:gd name="T12" fmla="*/ 2147483647 w 28"/>
                    <a:gd name="T13" fmla="*/ 0 h 24"/>
                    <a:gd name="T14" fmla="*/ 2147483647 w 28"/>
                    <a:gd name="T15" fmla="*/ 2147483647 h 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8"/>
                    <a:gd name="T25" fmla="*/ 0 h 24"/>
                    <a:gd name="T26" fmla="*/ 28 w 28"/>
                    <a:gd name="T27" fmla="*/ 24 h 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8" h="24">
                      <a:moveTo>
                        <a:pt x="28" y="24"/>
                      </a:moveTo>
                      <a:lnTo>
                        <a:pt x="18" y="24"/>
                      </a:lnTo>
                      <a:lnTo>
                        <a:pt x="12" y="24"/>
                      </a:lnTo>
                      <a:lnTo>
                        <a:pt x="0" y="22"/>
                      </a:lnTo>
                      <a:lnTo>
                        <a:pt x="6" y="2"/>
                      </a:lnTo>
                      <a:lnTo>
                        <a:pt x="28" y="4"/>
                      </a:lnTo>
                      <a:lnTo>
                        <a:pt x="28" y="0"/>
                      </a:lnTo>
                      <a:lnTo>
                        <a:pt x="28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0" name="îşļîḓê"/>
                <p:cNvSpPr/>
                <p:nvPr/>
              </p:nvSpPr>
              <p:spPr bwMode="auto">
                <a:xfrm>
                  <a:off x="5525382" y="4229145"/>
                  <a:ext cx="216223" cy="416114"/>
                </a:xfrm>
                <a:custGeom>
                  <a:avLst/>
                  <a:gdLst>
                    <a:gd name="T0" fmla="*/ 2147483647 w 124"/>
                    <a:gd name="T1" fmla="*/ 2147483647 h 250"/>
                    <a:gd name="T2" fmla="*/ 2147483647 w 124"/>
                    <a:gd name="T3" fmla="*/ 2147483647 h 250"/>
                    <a:gd name="T4" fmla="*/ 2147483647 w 124"/>
                    <a:gd name="T5" fmla="*/ 2147483647 h 250"/>
                    <a:gd name="T6" fmla="*/ 2147483647 w 124"/>
                    <a:gd name="T7" fmla="*/ 2147483647 h 250"/>
                    <a:gd name="T8" fmla="*/ 2147483647 w 124"/>
                    <a:gd name="T9" fmla="*/ 2147483647 h 250"/>
                    <a:gd name="T10" fmla="*/ 2147483647 w 124"/>
                    <a:gd name="T11" fmla="*/ 2147483647 h 250"/>
                    <a:gd name="T12" fmla="*/ 2147483647 w 124"/>
                    <a:gd name="T13" fmla="*/ 2147483647 h 250"/>
                    <a:gd name="T14" fmla="*/ 2147483647 w 124"/>
                    <a:gd name="T15" fmla="*/ 2147483647 h 250"/>
                    <a:gd name="T16" fmla="*/ 2147483647 w 124"/>
                    <a:gd name="T17" fmla="*/ 2147483647 h 250"/>
                    <a:gd name="T18" fmla="*/ 2147483647 w 124"/>
                    <a:gd name="T19" fmla="*/ 0 h 250"/>
                    <a:gd name="T20" fmla="*/ 2147483647 w 124"/>
                    <a:gd name="T21" fmla="*/ 2147483647 h 250"/>
                    <a:gd name="T22" fmla="*/ 2147483647 w 124"/>
                    <a:gd name="T23" fmla="*/ 2147483647 h 250"/>
                    <a:gd name="T24" fmla="*/ 2147483647 w 124"/>
                    <a:gd name="T25" fmla="*/ 2147483647 h 250"/>
                    <a:gd name="T26" fmla="*/ 2147483647 w 124"/>
                    <a:gd name="T27" fmla="*/ 2147483647 h 250"/>
                    <a:gd name="T28" fmla="*/ 2147483647 w 124"/>
                    <a:gd name="T29" fmla="*/ 2147483647 h 250"/>
                    <a:gd name="T30" fmla="*/ 2147483647 w 124"/>
                    <a:gd name="T31" fmla="*/ 2147483647 h 250"/>
                    <a:gd name="T32" fmla="*/ 2147483647 w 124"/>
                    <a:gd name="T33" fmla="*/ 2147483647 h 250"/>
                    <a:gd name="T34" fmla="*/ 2147483647 w 124"/>
                    <a:gd name="T35" fmla="*/ 2147483647 h 250"/>
                    <a:gd name="T36" fmla="*/ 2147483647 w 124"/>
                    <a:gd name="T37" fmla="*/ 2147483647 h 250"/>
                    <a:gd name="T38" fmla="*/ 2147483647 w 124"/>
                    <a:gd name="T39" fmla="*/ 2147483647 h 250"/>
                    <a:gd name="T40" fmla="*/ 2147483647 w 124"/>
                    <a:gd name="T41" fmla="*/ 2147483647 h 250"/>
                    <a:gd name="T42" fmla="*/ 2147483647 w 124"/>
                    <a:gd name="T43" fmla="*/ 2147483647 h 250"/>
                    <a:gd name="T44" fmla="*/ 2147483647 w 124"/>
                    <a:gd name="T45" fmla="*/ 2147483647 h 250"/>
                    <a:gd name="T46" fmla="*/ 2147483647 w 124"/>
                    <a:gd name="T47" fmla="*/ 2147483647 h 250"/>
                    <a:gd name="T48" fmla="*/ 2147483647 w 124"/>
                    <a:gd name="T49" fmla="*/ 2147483647 h 250"/>
                    <a:gd name="T50" fmla="*/ 2147483647 w 124"/>
                    <a:gd name="T51" fmla="*/ 2147483647 h 250"/>
                    <a:gd name="T52" fmla="*/ 2147483647 w 124"/>
                    <a:gd name="T53" fmla="*/ 2147483647 h 250"/>
                    <a:gd name="T54" fmla="*/ 2147483647 w 124"/>
                    <a:gd name="T55" fmla="*/ 2147483647 h 250"/>
                    <a:gd name="T56" fmla="*/ 0 w 124"/>
                    <a:gd name="T57" fmla="*/ 2147483647 h 250"/>
                    <a:gd name="T58" fmla="*/ 2147483647 w 124"/>
                    <a:gd name="T59" fmla="*/ 2147483647 h 250"/>
                    <a:gd name="T60" fmla="*/ 2147483647 w 124"/>
                    <a:gd name="T61" fmla="*/ 2147483647 h 250"/>
                    <a:gd name="T62" fmla="*/ 2147483647 w 124"/>
                    <a:gd name="T63" fmla="*/ 2147483647 h 250"/>
                    <a:gd name="T64" fmla="*/ 2147483647 w 124"/>
                    <a:gd name="T65" fmla="*/ 2147483647 h 250"/>
                    <a:gd name="T66" fmla="*/ 2147483647 w 124"/>
                    <a:gd name="T67" fmla="*/ 2147483647 h 250"/>
                    <a:gd name="T68" fmla="*/ 2147483647 w 124"/>
                    <a:gd name="T69" fmla="*/ 2147483647 h 25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24"/>
                    <a:gd name="T106" fmla="*/ 0 h 250"/>
                    <a:gd name="T107" fmla="*/ 124 w 124"/>
                    <a:gd name="T108" fmla="*/ 250 h 250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24" h="250">
                      <a:moveTo>
                        <a:pt x="26" y="84"/>
                      </a:moveTo>
                      <a:lnTo>
                        <a:pt x="30" y="84"/>
                      </a:lnTo>
                      <a:lnTo>
                        <a:pt x="32" y="82"/>
                      </a:lnTo>
                      <a:lnTo>
                        <a:pt x="38" y="76"/>
                      </a:lnTo>
                      <a:lnTo>
                        <a:pt x="40" y="70"/>
                      </a:lnTo>
                      <a:lnTo>
                        <a:pt x="44" y="68"/>
                      </a:lnTo>
                      <a:lnTo>
                        <a:pt x="48" y="68"/>
                      </a:lnTo>
                      <a:lnTo>
                        <a:pt x="56" y="68"/>
                      </a:lnTo>
                      <a:lnTo>
                        <a:pt x="62" y="66"/>
                      </a:lnTo>
                      <a:lnTo>
                        <a:pt x="64" y="64"/>
                      </a:lnTo>
                      <a:lnTo>
                        <a:pt x="74" y="56"/>
                      </a:lnTo>
                      <a:lnTo>
                        <a:pt x="88" y="32"/>
                      </a:lnTo>
                      <a:lnTo>
                        <a:pt x="90" y="30"/>
                      </a:lnTo>
                      <a:lnTo>
                        <a:pt x="92" y="28"/>
                      </a:lnTo>
                      <a:lnTo>
                        <a:pt x="96" y="26"/>
                      </a:lnTo>
                      <a:lnTo>
                        <a:pt x="100" y="26"/>
                      </a:lnTo>
                      <a:lnTo>
                        <a:pt x="104" y="18"/>
                      </a:lnTo>
                      <a:lnTo>
                        <a:pt x="104" y="12"/>
                      </a:lnTo>
                      <a:lnTo>
                        <a:pt x="106" y="6"/>
                      </a:lnTo>
                      <a:lnTo>
                        <a:pt x="110" y="0"/>
                      </a:lnTo>
                      <a:lnTo>
                        <a:pt x="110" y="8"/>
                      </a:lnTo>
                      <a:lnTo>
                        <a:pt x="112" y="16"/>
                      </a:lnTo>
                      <a:lnTo>
                        <a:pt x="118" y="32"/>
                      </a:lnTo>
                      <a:lnTo>
                        <a:pt x="122" y="52"/>
                      </a:lnTo>
                      <a:lnTo>
                        <a:pt x="124" y="58"/>
                      </a:lnTo>
                      <a:lnTo>
                        <a:pt x="124" y="68"/>
                      </a:lnTo>
                      <a:lnTo>
                        <a:pt x="122" y="72"/>
                      </a:lnTo>
                      <a:lnTo>
                        <a:pt x="120" y="74"/>
                      </a:lnTo>
                      <a:lnTo>
                        <a:pt x="118" y="72"/>
                      </a:lnTo>
                      <a:lnTo>
                        <a:pt x="118" y="70"/>
                      </a:lnTo>
                      <a:lnTo>
                        <a:pt x="116" y="64"/>
                      </a:lnTo>
                      <a:lnTo>
                        <a:pt x="112" y="68"/>
                      </a:lnTo>
                      <a:lnTo>
                        <a:pt x="110" y="70"/>
                      </a:lnTo>
                      <a:lnTo>
                        <a:pt x="110" y="78"/>
                      </a:lnTo>
                      <a:lnTo>
                        <a:pt x="110" y="82"/>
                      </a:lnTo>
                      <a:lnTo>
                        <a:pt x="112" y="86"/>
                      </a:lnTo>
                      <a:lnTo>
                        <a:pt x="114" y="86"/>
                      </a:lnTo>
                      <a:lnTo>
                        <a:pt x="114" y="90"/>
                      </a:lnTo>
                      <a:lnTo>
                        <a:pt x="112" y="96"/>
                      </a:lnTo>
                      <a:lnTo>
                        <a:pt x="106" y="106"/>
                      </a:lnTo>
                      <a:lnTo>
                        <a:pt x="98" y="118"/>
                      </a:lnTo>
                      <a:lnTo>
                        <a:pt x="82" y="162"/>
                      </a:lnTo>
                      <a:lnTo>
                        <a:pt x="74" y="182"/>
                      </a:lnTo>
                      <a:lnTo>
                        <a:pt x="70" y="206"/>
                      </a:lnTo>
                      <a:lnTo>
                        <a:pt x="66" y="216"/>
                      </a:lnTo>
                      <a:lnTo>
                        <a:pt x="64" y="222"/>
                      </a:lnTo>
                      <a:lnTo>
                        <a:pt x="60" y="230"/>
                      </a:lnTo>
                      <a:lnTo>
                        <a:pt x="58" y="240"/>
                      </a:lnTo>
                      <a:lnTo>
                        <a:pt x="48" y="242"/>
                      </a:lnTo>
                      <a:lnTo>
                        <a:pt x="42" y="246"/>
                      </a:lnTo>
                      <a:lnTo>
                        <a:pt x="38" y="250"/>
                      </a:lnTo>
                      <a:lnTo>
                        <a:pt x="28" y="250"/>
                      </a:lnTo>
                      <a:lnTo>
                        <a:pt x="20" y="250"/>
                      </a:lnTo>
                      <a:lnTo>
                        <a:pt x="14" y="244"/>
                      </a:lnTo>
                      <a:lnTo>
                        <a:pt x="10" y="238"/>
                      </a:lnTo>
                      <a:lnTo>
                        <a:pt x="8" y="228"/>
                      </a:lnTo>
                      <a:lnTo>
                        <a:pt x="2" y="210"/>
                      </a:lnTo>
                      <a:lnTo>
                        <a:pt x="0" y="192"/>
                      </a:lnTo>
                      <a:lnTo>
                        <a:pt x="2" y="182"/>
                      </a:lnTo>
                      <a:lnTo>
                        <a:pt x="6" y="174"/>
                      </a:lnTo>
                      <a:lnTo>
                        <a:pt x="10" y="168"/>
                      </a:lnTo>
                      <a:lnTo>
                        <a:pt x="12" y="164"/>
                      </a:lnTo>
                      <a:lnTo>
                        <a:pt x="22" y="152"/>
                      </a:lnTo>
                      <a:lnTo>
                        <a:pt x="24" y="144"/>
                      </a:lnTo>
                      <a:lnTo>
                        <a:pt x="26" y="136"/>
                      </a:lnTo>
                      <a:lnTo>
                        <a:pt x="24" y="128"/>
                      </a:lnTo>
                      <a:lnTo>
                        <a:pt x="20" y="120"/>
                      </a:lnTo>
                      <a:lnTo>
                        <a:pt x="18" y="114"/>
                      </a:lnTo>
                      <a:lnTo>
                        <a:pt x="16" y="108"/>
                      </a:lnTo>
                      <a:lnTo>
                        <a:pt x="26" y="8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1" name="íŝ1iḓe"/>
                <p:cNvSpPr/>
                <p:nvPr/>
              </p:nvSpPr>
              <p:spPr bwMode="auto">
                <a:xfrm>
                  <a:off x="5002041" y="2895339"/>
                  <a:ext cx="316759" cy="305431"/>
                </a:xfrm>
                <a:custGeom>
                  <a:avLst/>
                  <a:gdLst>
                    <a:gd name="T0" fmla="*/ 2147483647 w 182"/>
                    <a:gd name="T1" fmla="*/ 2147483647 h 182"/>
                    <a:gd name="T2" fmla="*/ 2147483647 w 182"/>
                    <a:gd name="T3" fmla="*/ 2147483647 h 182"/>
                    <a:gd name="T4" fmla="*/ 2147483647 w 182"/>
                    <a:gd name="T5" fmla="*/ 2147483647 h 182"/>
                    <a:gd name="T6" fmla="*/ 2147483647 w 182"/>
                    <a:gd name="T7" fmla="*/ 2147483647 h 182"/>
                    <a:gd name="T8" fmla="*/ 2147483647 w 182"/>
                    <a:gd name="T9" fmla="*/ 2147483647 h 182"/>
                    <a:gd name="T10" fmla="*/ 2147483647 w 182"/>
                    <a:gd name="T11" fmla="*/ 2147483647 h 182"/>
                    <a:gd name="T12" fmla="*/ 0 w 182"/>
                    <a:gd name="T13" fmla="*/ 2147483647 h 182"/>
                    <a:gd name="T14" fmla="*/ 2147483647 w 182"/>
                    <a:gd name="T15" fmla="*/ 2147483647 h 182"/>
                    <a:gd name="T16" fmla="*/ 2147483647 w 182"/>
                    <a:gd name="T17" fmla="*/ 2147483647 h 182"/>
                    <a:gd name="T18" fmla="*/ 0 w 182"/>
                    <a:gd name="T19" fmla="*/ 2147483647 h 182"/>
                    <a:gd name="T20" fmla="*/ 2147483647 w 182"/>
                    <a:gd name="T21" fmla="*/ 0 h 182"/>
                    <a:gd name="T22" fmla="*/ 2147483647 w 182"/>
                    <a:gd name="T23" fmla="*/ 2147483647 h 182"/>
                    <a:gd name="T24" fmla="*/ 2147483647 w 182"/>
                    <a:gd name="T25" fmla="*/ 2147483647 h 182"/>
                    <a:gd name="T26" fmla="*/ 2147483647 w 182"/>
                    <a:gd name="T27" fmla="*/ 2147483647 h 182"/>
                    <a:gd name="T28" fmla="*/ 2147483647 w 182"/>
                    <a:gd name="T29" fmla="*/ 2147483647 h 182"/>
                    <a:gd name="T30" fmla="*/ 2147483647 w 182"/>
                    <a:gd name="T31" fmla="*/ 2147483647 h 182"/>
                    <a:gd name="T32" fmla="*/ 2147483647 w 182"/>
                    <a:gd name="T33" fmla="*/ 2147483647 h 182"/>
                    <a:gd name="T34" fmla="*/ 2147483647 w 182"/>
                    <a:gd name="T35" fmla="*/ 2147483647 h 182"/>
                    <a:gd name="T36" fmla="*/ 2147483647 w 182"/>
                    <a:gd name="T37" fmla="*/ 2147483647 h 182"/>
                    <a:gd name="T38" fmla="*/ 2147483647 w 182"/>
                    <a:gd name="T39" fmla="*/ 2147483647 h 182"/>
                    <a:gd name="T40" fmla="*/ 2147483647 w 182"/>
                    <a:gd name="T41" fmla="*/ 2147483647 h 182"/>
                    <a:gd name="T42" fmla="*/ 2147483647 w 182"/>
                    <a:gd name="T43" fmla="*/ 2147483647 h 182"/>
                    <a:gd name="T44" fmla="*/ 2147483647 w 182"/>
                    <a:gd name="T45" fmla="*/ 2147483647 h 182"/>
                    <a:gd name="T46" fmla="*/ 2147483647 w 182"/>
                    <a:gd name="T47" fmla="*/ 2147483647 h 182"/>
                    <a:gd name="T48" fmla="*/ 2147483647 w 182"/>
                    <a:gd name="T49" fmla="*/ 2147483647 h 182"/>
                    <a:gd name="T50" fmla="*/ 2147483647 w 182"/>
                    <a:gd name="T51" fmla="*/ 2147483647 h 182"/>
                    <a:gd name="T52" fmla="*/ 2147483647 w 182"/>
                    <a:gd name="T53" fmla="*/ 2147483647 h 182"/>
                    <a:gd name="T54" fmla="*/ 2147483647 w 182"/>
                    <a:gd name="T55" fmla="*/ 2147483647 h 182"/>
                    <a:gd name="T56" fmla="*/ 2147483647 w 182"/>
                    <a:gd name="T57" fmla="*/ 2147483647 h 182"/>
                    <a:gd name="T58" fmla="*/ 2147483647 w 182"/>
                    <a:gd name="T59" fmla="*/ 2147483647 h 182"/>
                    <a:gd name="T60" fmla="*/ 2147483647 w 182"/>
                    <a:gd name="T61" fmla="*/ 2147483647 h 182"/>
                    <a:gd name="T62" fmla="*/ 2147483647 w 182"/>
                    <a:gd name="T63" fmla="*/ 2147483647 h 182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182"/>
                    <a:gd name="T97" fmla="*/ 0 h 182"/>
                    <a:gd name="T98" fmla="*/ 182 w 182"/>
                    <a:gd name="T99" fmla="*/ 182 h 182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182" h="182">
                      <a:moveTo>
                        <a:pt x="180" y="160"/>
                      </a:moveTo>
                      <a:lnTo>
                        <a:pt x="174" y="160"/>
                      </a:lnTo>
                      <a:lnTo>
                        <a:pt x="172" y="164"/>
                      </a:lnTo>
                      <a:lnTo>
                        <a:pt x="162" y="170"/>
                      </a:lnTo>
                      <a:lnTo>
                        <a:pt x="156" y="176"/>
                      </a:lnTo>
                      <a:lnTo>
                        <a:pt x="146" y="182"/>
                      </a:lnTo>
                      <a:lnTo>
                        <a:pt x="142" y="176"/>
                      </a:lnTo>
                      <a:lnTo>
                        <a:pt x="12" y="176"/>
                      </a:lnTo>
                      <a:lnTo>
                        <a:pt x="8" y="50"/>
                      </a:lnTo>
                      <a:lnTo>
                        <a:pt x="8" y="44"/>
                      </a:lnTo>
                      <a:lnTo>
                        <a:pt x="4" y="40"/>
                      </a:lnTo>
                      <a:lnTo>
                        <a:pt x="2" y="38"/>
                      </a:lnTo>
                      <a:lnTo>
                        <a:pt x="0" y="30"/>
                      </a:lnTo>
                      <a:lnTo>
                        <a:pt x="0" y="26"/>
                      </a:lnTo>
                      <a:lnTo>
                        <a:pt x="2" y="22"/>
                      </a:lnTo>
                      <a:lnTo>
                        <a:pt x="4" y="18"/>
                      </a:lnTo>
                      <a:lnTo>
                        <a:pt x="6" y="14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6" y="0"/>
                      </a:lnTo>
                      <a:lnTo>
                        <a:pt x="36" y="8"/>
                      </a:lnTo>
                      <a:lnTo>
                        <a:pt x="54" y="12"/>
                      </a:lnTo>
                      <a:lnTo>
                        <a:pt x="68" y="14"/>
                      </a:lnTo>
                      <a:lnTo>
                        <a:pt x="76" y="12"/>
                      </a:lnTo>
                      <a:lnTo>
                        <a:pt x="84" y="8"/>
                      </a:lnTo>
                      <a:lnTo>
                        <a:pt x="92" y="4"/>
                      </a:lnTo>
                      <a:lnTo>
                        <a:pt x="100" y="2"/>
                      </a:lnTo>
                      <a:lnTo>
                        <a:pt x="104" y="2"/>
                      </a:lnTo>
                      <a:lnTo>
                        <a:pt x="108" y="6"/>
                      </a:lnTo>
                      <a:lnTo>
                        <a:pt x="112" y="8"/>
                      </a:lnTo>
                      <a:lnTo>
                        <a:pt x="118" y="10"/>
                      </a:lnTo>
                      <a:lnTo>
                        <a:pt x="124" y="10"/>
                      </a:lnTo>
                      <a:lnTo>
                        <a:pt x="132" y="8"/>
                      </a:lnTo>
                      <a:lnTo>
                        <a:pt x="138" y="8"/>
                      </a:lnTo>
                      <a:lnTo>
                        <a:pt x="140" y="8"/>
                      </a:lnTo>
                      <a:lnTo>
                        <a:pt x="142" y="10"/>
                      </a:lnTo>
                      <a:lnTo>
                        <a:pt x="146" y="14"/>
                      </a:lnTo>
                      <a:lnTo>
                        <a:pt x="152" y="22"/>
                      </a:lnTo>
                      <a:lnTo>
                        <a:pt x="156" y="32"/>
                      </a:lnTo>
                      <a:lnTo>
                        <a:pt x="158" y="42"/>
                      </a:lnTo>
                      <a:lnTo>
                        <a:pt x="154" y="56"/>
                      </a:lnTo>
                      <a:lnTo>
                        <a:pt x="154" y="64"/>
                      </a:lnTo>
                      <a:lnTo>
                        <a:pt x="158" y="66"/>
                      </a:lnTo>
                      <a:lnTo>
                        <a:pt x="152" y="68"/>
                      </a:lnTo>
                      <a:lnTo>
                        <a:pt x="152" y="66"/>
                      </a:lnTo>
                      <a:lnTo>
                        <a:pt x="150" y="66"/>
                      </a:lnTo>
                      <a:lnTo>
                        <a:pt x="146" y="66"/>
                      </a:lnTo>
                      <a:lnTo>
                        <a:pt x="142" y="64"/>
                      </a:lnTo>
                      <a:lnTo>
                        <a:pt x="134" y="52"/>
                      </a:lnTo>
                      <a:lnTo>
                        <a:pt x="128" y="40"/>
                      </a:lnTo>
                      <a:lnTo>
                        <a:pt x="120" y="32"/>
                      </a:lnTo>
                      <a:lnTo>
                        <a:pt x="122" y="38"/>
                      </a:lnTo>
                      <a:lnTo>
                        <a:pt x="124" y="46"/>
                      </a:lnTo>
                      <a:lnTo>
                        <a:pt x="136" y="66"/>
                      </a:lnTo>
                      <a:lnTo>
                        <a:pt x="156" y="102"/>
                      </a:lnTo>
                      <a:lnTo>
                        <a:pt x="162" y="112"/>
                      </a:lnTo>
                      <a:lnTo>
                        <a:pt x="168" y="120"/>
                      </a:lnTo>
                      <a:lnTo>
                        <a:pt x="174" y="126"/>
                      </a:lnTo>
                      <a:lnTo>
                        <a:pt x="176" y="138"/>
                      </a:lnTo>
                      <a:lnTo>
                        <a:pt x="178" y="150"/>
                      </a:lnTo>
                      <a:lnTo>
                        <a:pt x="182" y="160"/>
                      </a:lnTo>
                      <a:lnTo>
                        <a:pt x="180" y="1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2" name="iṡļîḓê"/>
                <p:cNvSpPr/>
                <p:nvPr/>
              </p:nvSpPr>
              <p:spPr bwMode="auto">
                <a:xfrm>
                  <a:off x="4591631" y="2844901"/>
                  <a:ext cx="432445" cy="420316"/>
                </a:xfrm>
                <a:custGeom>
                  <a:avLst/>
                  <a:gdLst>
                    <a:gd name="T0" fmla="*/ 2147483647 w 247"/>
                    <a:gd name="T1" fmla="*/ 2147483647 h 252"/>
                    <a:gd name="T2" fmla="*/ 2147483647 w 247"/>
                    <a:gd name="T3" fmla="*/ 2147483647 h 252"/>
                    <a:gd name="T4" fmla="*/ 2147483647 w 247"/>
                    <a:gd name="T5" fmla="*/ 2147483647 h 252"/>
                    <a:gd name="T6" fmla="*/ 2147483647 w 247"/>
                    <a:gd name="T7" fmla="*/ 2147483647 h 252"/>
                    <a:gd name="T8" fmla="*/ 2147483647 w 247"/>
                    <a:gd name="T9" fmla="*/ 2147483647 h 252"/>
                    <a:gd name="T10" fmla="*/ 2147483647 w 247"/>
                    <a:gd name="T11" fmla="*/ 2147483647 h 252"/>
                    <a:gd name="T12" fmla="*/ 2147483647 w 247"/>
                    <a:gd name="T13" fmla="*/ 2147483647 h 252"/>
                    <a:gd name="T14" fmla="*/ 2147483647 w 247"/>
                    <a:gd name="T15" fmla="*/ 2147483647 h 252"/>
                    <a:gd name="T16" fmla="*/ 2147483647 w 247"/>
                    <a:gd name="T17" fmla="*/ 2147483647 h 252"/>
                    <a:gd name="T18" fmla="*/ 2147483647 w 247"/>
                    <a:gd name="T19" fmla="*/ 2147483647 h 252"/>
                    <a:gd name="T20" fmla="*/ 2147483647 w 247"/>
                    <a:gd name="T21" fmla="*/ 2147483647 h 252"/>
                    <a:gd name="T22" fmla="*/ 2147483647 w 247"/>
                    <a:gd name="T23" fmla="*/ 2147483647 h 252"/>
                    <a:gd name="T24" fmla="*/ 2147483647 w 247"/>
                    <a:gd name="T25" fmla="*/ 2147483647 h 252"/>
                    <a:gd name="T26" fmla="*/ 2147483647 w 247"/>
                    <a:gd name="T27" fmla="*/ 2147483647 h 252"/>
                    <a:gd name="T28" fmla="*/ 2147483647 w 247"/>
                    <a:gd name="T29" fmla="*/ 2147483647 h 252"/>
                    <a:gd name="T30" fmla="*/ 2147483647 w 247"/>
                    <a:gd name="T31" fmla="*/ 2147483647 h 252"/>
                    <a:gd name="T32" fmla="*/ 2147483647 w 247"/>
                    <a:gd name="T33" fmla="*/ 2147483647 h 252"/>
                    <a:gd name="T34" fmla="*/ 2147483647 w 247"/>
                    <a:gd name="T35" fmla="*/ 2147483647 h 252"/>
                    <a:gd name="T36" fmla="*/ 2147483647 w 247"/>
                    <a:gd name="T37" fmla="*/ 2147483647 h 252"/>
                    <a:gd name="T38" fmla="*/ 2147483647 w 247"/>
                    <a:gd name="T39" fmla="*/ 2147483647 h 252"/>
                    <a:gd name="T40" fmla="*/ 2147483647 w 247"/>
                    <a:gd name="T41" fmla="*/ 2147483647 h 252"/>
                    <a:gd name="T42" fmla="*/ 2147483647 w 247"/>
                    <a:gd name="T43" fmla="*/ 2147483647 h 252"/>
                    <a:gd name="T44" fmla="*/ 2147483647 w 247"/>
                    <a:gd name="T45" fmla="*/ 2147483647 h 252"/>
                    <a:gd name="T46" fmla="*/ 2147483647 w 247"/>
                    <a:gd name="T47" fmla="*/ 2147483647 h 252"/>
                    <a:gd name="T48" fmla="*/ 2147483647 w 247"/>
                    <a:gd name="T49" fmla="*/ 0 h 252"/>
                    <a:gd name="T50" fmla="*/ 2147483647 w 247"/>
                    <a:gd name="T51" fmla="*/ 2147483647 h 252"/>
                    <a:gd name="T52" fmla="*/ 2147483647 w 247"/>
                    <a:gd name="T53" fmla="*/ 2147483647 h 252"/>
                    <a:gd name="T54" fmla="*/ 2147483647 w 247"/>
                    <a:gd name="T55" fmla="*/ 2147483647 h 252"/>
                    <a:gd name="T56" fmla="*/ 2147483647 w 247"/>
                    <a:gd name="T57" fmla="*/ 2147483647 h 252"/>
                    <a:gd name="T58" fmla="*/ 2147483647 w 247"/>
                    <a:gd name="T59" fmla="*/ 2147483647 h 252"/>
                    <a:gd name="T60" fmla="*/ 0 w 247"/>
                    <a:gd name="T61" fmla="*/ 2147483647 h 252"/>
                    <a:gd name="T62" fmla="*/ 2147483647 w 247"/>
                    <a:gd name="T63" fmla="*/ 2147483647 h 252"/>
                    <a:gd name="T64" fmla="*/ 2147483647 w 247"/>
                    <a:gd name="T65" fmla="*/ 2147483647 h 252"/>
                    <a:gd name="T66" fmla="*/ 2147483647 w 247"/>
                    <a:gd name="T67" fmla="*/ 2147483647 h 252"/>
                    <a:gd name="T68" fmla="*/ 2147483647 w 247"/>
                    <a:gd name="T69" fmla="*/ 2147483647 h 252"/>
                    <a:gd name="T70" fmla="*/ 2147483647 w 247"/>
                    <a:gd name="T71" fmla="*/ 2147483647 h 252"/>
                    <a:gd name="T72" fmla="*/ 2147483647 w 247"/>
                    <a:gd name="T73" fmla="*/ 2147483647 h 252"/>
                    <a:gd name="T74" fmla="*/ 2147483647 w 247"/>
                    <a:gd name="T75" fmla="*/ 2147483647 h 252"/>
                    <a:gd name="T76" fmla="*/ 2147483647 w 247"/>
                    <a:gd name="T77" fmla="*/ 2147483647 h 252"/>
                    <a:gd name="T78" fmla="*/ 2147483647 w 247"/>
                    <a:gd name="T79" fmla="*/ 2147483647 h 252"/>
                    <a:gd name="T80" fmla="*/ 2147483647 w 247"/>
                    <a:gd name="T81" fmla="*/ 2147483647 h 252"/>
                    <a:gd name="T82" fmla="*/ 2147483647 w 247"/>
                    <a:gd name="T83" fmla="*/ 2147483647 h 252"/>
                    <a:gd name="T84" fmla="*/ 2147483647 w 247"/>
                    <a:gd name="T85" fmla="*/ 2147483647 h 252"/>
                    <a:gd name="T86" fmla="*/ 2147483647 w 247"/>
                    <a:gd name="T87" fmla="*/ 2147483647 h 252"/>
                    <a:gd name="T88" fmla="*/ 2147483647 w 247"/>
                    <a:gd name="T89" fmla="*/ 2147483647 h 252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47"/>
                    <a:gd name="T136" fmla="*/ 0 h 252"/>
                    <a:gd name="T137" fmla="*/ 247 w 247"/>
                    <a:gd name="T138" fmla="*/ 252 h 252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47" h="252">
                      <a:moveTo>
                        <a:pt x="247" y="206"/>
                      </a:moveTo>
                      <a:lnTo>
                        <a:pt x="243" y="80"/>
                      </a:lnTo>
                      <a:lnTo>
                        <a:pt x="243" y="74"/>
                      </a:lnTo>
                      <a:lnTo>
                        <a:pt x="239" y="70"/>
                      </a:lnTo>
                      <a:lnTo>
                        <a:pt x="237" y="68"/>
                      </a:lnTo>
                      <a:lnTo>
                        <a:pt x="235" y="60"/>
                      </a:lnTo>
                      <a:lnTo>
                        <a:pt x="235" y="56"/>
                      </a:lnTo>
                      <a:lnTo>
                        <a:pt x="237" y="52"/>
                      </a:lnTo>
                      <a:lnTo>
                        <a:pt x="239" y="48"/>
                      </a:lnTo>
                      <a:lnTo>
                        <a:pt x="241" y="44"/>
                      </a:lnTo>
                      <a:lnTo>
                        <a:pt x="237" y="42"/>
                      </a:lnTo>
                      <a:lnTo>
                        <a:pt x="235" y="40"/>
                      </a:lnTo>
                      <a:lnTo>
                        <a:pt x="235" y="38"/>
                      </a:lnTo>
                      <a:lnTo>
                        <a:pt x="237" y="34"/>
                      </a:lnTo>
                      <a:lnTo>
                        <a:pt x="241" y="30"/>
                      </a:lnTo>
                      <a:lnTo>
                        <a:pt x="215" y="20"/>
                      </a:lnTo>
                      <a:lnTo>
                        <a:pt x="209" y="16"/>
                      </a:lnTo>
                      <a:lnTo>
                        <a:pt x="203" y="12"/>
                      </a:lnTo>
                      <a:lnTo>
                        <a:pt x="197" y="6"/>
                      </a:lnTo>
                      <a:lnTo>
                        <a:pt x="193" y="4"/>
                      </a:lnTo>
                      <a:lnTo>
                        <a:pt x="189" y="4"/>
                      </a:lnTo>
                      <a:lnTo>
                        <a:pt x="181" y="6"/>
                      </a:lnTo>
                      <a:lnTo>
                        <a:pt x="171" y="12"/>
                      </a:lnTo>
                      <a:lnTo>
                        <a:pt x="163" y="20"/>
                      </a:lnTo>
                      <a:lnTo>
                        <a:pt x="163" y="24"/>
                      </a:lnTo>
                      <a:lnTo>
                        <a:pt x="161" y="28"/>
                      </a:lnTo>
                      <a:lnTo>
                        <a:pt x="163" y="36"/>
                      </a:lnTo>
                      <a:lnTo>
                        <a:pt x="163" y="38"/>
                      </a:lnTo>
                      <a:lnTo>
                        <a:pt x="165" y="40"/>
                      </a:lnTo>
                      <a:lnTo>
                        <a:pt x="163" y="44"/>
                      </a:lnTo>
                      <a:lnTo>
                        <a:pt x="161" y="48"/>
                      </a:lnTo>
                      <a:lnTo>
                        <a:pt x="157" y="52"/>
                      </a:lnTo>
                      <a:lnTo>
                        <a:pt x="149" y="54"/>
                      </a:lnTo>
                      <a:lnTo>
                        <a:pt x="145" y="54"/>
                      </a:lnTo>
                      <a:lnTo>
                        <a:pt x="139" y="52"/>
                      </a:lnTo>
                      <a:lnTo>
                        <a:pt x="133" y="46"/>
                      </a:lnTo>
                      <a:lnTo>
                        <a:pt x="125" y="40"/>
                      </a:lnTo>
                      <a:lnTo>
                        <a:pt x="115" y="38"/>
                      </a:lnTo>
                      <a:lnTo>
                        <a:pt x="111" y="36"/>
                      </a:lnTo>
                      <a:lnTo>
                        <a:pt x="107" y="36"/>
                      </a:lnTo>
                      <a:lnTo>
                        <a:pt x="103" y="36"/>
                      </a:lnTo>
                      <a:lnTo>
                        <a:pt x="99" y="34"/>
                      </a:lnTo>
                      <a:lnTo>
                        <a:pt x="93" y="30"/>
                      </a:lnTo>
                      <a:lnTo>
                        <a:pt x="89" y="24"/>
                      </a:lnTo>
                      <a:lnTo>
                        <a:pt x="85" y="18"/>
                      </a:lnTo>
                      <a:lnTo>
                        <a:pt x="81" y="16"/>
                      </a:lnTo>
                      <a:lnTo>
                        <a:pt x="77" y="14"/>
                      </a:lnTo>
                      <a:lnTo>
                        <a:pt x="53" y="10"/>
                      </a:lnTo>
                      <a:lnTo>
                        <a:pt x="42" y="6"/>
                      </a:lnTo>
                      <a:lnTo>
                        <a:pt x="30" y="0"/>
                      </a:lnTo>
                      <a:lnTo>
                        <a:pt x="26" y="4"/>
                      </a:lnTo>
                      <a:lnTo>
                        <a:pt x="26" y="10"/>
                      </a:lnTo>
                      <a:lnTo>
                        <a:pt x="26" y="12"/>
                      </a:lnTo>
                      <a:lnTo>
                        <a:pt x="26" y="18"/>
                      </a:lnTo>
                      <a:lnTo>
                        <a:pt x="18" y="24"/>
                      </a:lnTo>
                      <a:lnTo>
                        <a:pt x="12" y="30"/>
                      </a:lnTo>
                      <a:lnTo>
                        <a:pt x="8" y="36"/>
                      </a:lnTo>
                      <a:lnTo>
                        <a:pt x="8" y="40"/>
                      </a:lnTo>
                      <a:lnTo>
                        <a:pt x="10" y="40"/>
                      </a:lnTo>
                      <a:lnTo>
                        <a:pt x="4" y="52"/>
                      </a:lnTo>
                      <a:lnTo>
                        <a:pt x="0" y="56"/>
                      </a:lnTo>
                      <a:lnTo>
                        <a:pt x="0" y="62"/>
                      </a:lnTo>
                      <a:lnTo>
                        <a:pt x="0" y="68"/>
                      </a:lnTo>
                      <a:lnTo>
                        <a:pt x="2" y="74"/>
                      </a:lnTo>
                      <a:lnTo>
                        <a:pt x="4" y="80"/>
                      </a:lnTo>
                      <a:lnTo>
                        <a:pt x="4" y="88"/>
                      </a:lnTo>
                      <a:lnTo>
                        <a:pt x="6" y="120"/>
                      </a:lnTo>
                      <a:lnTo>
                        <a:pt x="2" y="124"/>
                      </a:lnTo>
                      <a:lnTo>
                        <a:pt x="0" y="132"/>
                      </a:lnTo>
                      <a:lnTo>
                        <a:pt x="2" y="136"/>
                      </a:lnTo>
                      <a:lnTo>
                        <a:pt x="4" y="140"/>
                      </a:lnTo>
                      <a:lnTo>
                        <a:pt x="10" y="152"/>
                      </a:lnTo>
                      <a:lnTo>
                        <a:pt x="12" y="158"/>
                      </a:lnTo>
                      <a:lnTo>
                        <a:pt x="18" y="162"/>
                      </a:lnTo>
                      <a:lnTo>
                        <a:pt x="28" y="166"/>
                      </a:lnTo>
                      <a:lnTo>
                        <a:pt x="32" y="168"/>
                      </a:lnTo>
                      <a:lnTo>
                        <a:pt x="36" y="174"/>
                      </a:lnTo>
                      <a:lnTo>
                        <a:pt x="40" y="182"/>
                      </a:lnTo>
                      <a:lnTo>
                        <a:pt x="42" y="182"/>
                      </a:lnTo>
                      <a:lnTo>
                        <a:pt x="46" y="182"/>
                      </a:lnTo>
                      <a:lnTo>
                        <a:pt x="55" y="182"/>
                      </a:lnTo>
                      <a:lnTo>
                        <a:pt x="61" y="184"/>
                      </a:lnTo>
                      <a:lnTo>
                        <a:pt x="67" y="186"/>
                      </a:lnTo>
                      <a:lnTo>
                        <a:pt x="71" y="190"/>
                      </a:lnTo>
                      <a:lnTo>
                        <a:pt x="75" y="196"/>
                      </a:lnTo>
                      <a:lnTo>
                        <a:pt x="105" y="182"/>
                      </a:lnTo>
                      <a:lnTo>
                        <a:pt x="231" y="252"/>
                      </a:lnTo>
                      <a:lnTo>
                        <a:pt x="235" y="244"/>
                      </a:lnTo>
                      <a:lnTo>
                        <a:pt x="247" y="244"/>
                      </a:lnTo>
                      <a:lnTo>
                        <a:pt x="247" y="20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3" name="ísľîḑé"/>
                <p:cNvSpPr/>
                <p:nvPr/>
              </p:nvSpPr>
              <p:spPr bwMode="auto">
                <a:xfrm>
                  <a:off x="4536542" y="2724410"/>
                  <a:ext cx="107423" cy="225570"/>
                </a:xfrm>
                <a:custGeom>
                  <a:avLst/>
                  <a:gdLst>
                    <a:gd name="T0" fmla="*/ 2147483647 w 62"/>
                    <a:gd name="T1" fmla="*/ 2147483647 h 134"/>
                    <a:gd name="T2" fmla="*/ 2147483647 w 62"/>
                    <a:gd name="T3" fmla="*/ 2147483647 h 134"/>
                    <a:gd name="T4" fmla="*/ 2147483647 w 62"/>
                    <a:gd name="T5" fmla="*/ 2147483647 h 134"/>
                    <a:gd name="T6" fmla="*/ 2147483647 w 62"/>
                    <a:gd name="T7" fmla="*/ 2147483647 h 134"/>
                    <a:gd name="T8" fmla="*/ 2147483647 w 62"/>
                    <a:gd name="T9" fmla="*/ 2147483647 h 134"/>
                    <a:gd name="T10" fmla="*/ 2147483647 w 62"/>
                    <a:gd name="T11" fmla="*/ 2147483647 h 134"/>
                    <a:gd name="T12" fmla="*/ 2147483647 w 62"/>
                    <a:gd name="T13" fmla="*/ 2147483647 h 134"/>
                    <a:gd name="T14" fmla="*/ 2147483647 w 62"/>
                    <a:gd name="T15" fmla="*/ 2147483647 h 134"/>
                    <a:gd name="T16" fmla="*/ 2147483647 w 62"/>
                    <a:gd name="T17" fmla="*/ 2147483647 h 134"/>
                    <a:gd name="T18" fmla="*/ 0 w 62"/>
                    <a:gd name="T19" fmla="*/ 2147483647 h 134"/>
                    <a:gd name="T20" fmla="*/ 0 w 62"/>
                    <a:gd name="T21" fmla="*/ 2147483647 h 134"/>
                    <a:gd name="T22" fmla="*/ 0 w 62"/>
                    <a:gd name="T23" fmla="*/ 2147483647 h 134"/>
                    <a:gd name="T24" fmla="*/ 2147483647 w 62"/>
                    <a:gd name="T25" fmla="*/ 2147483647 h 134"/>
                    <a:gd name="T26" fmla="*/ 2147483647 w 62"/>
                    <a:gd name="T27" fmla="*/ 2147483647 h 134"/>
                    <a:gd name="T28" fmla="*/ 2147483647 w 62"/>
                    <a:gd name="T29" fmla="*/ 2147483647 h 134"/>
                    <a:gd name="T30" fmla="*/ 2147483647 w 62"/>
                    <a:gd name="T31" fmla="*/ 2147483647 h 134"/>
                    <a:gd name="T32" fmla="*/ 2147483647 w 62"/>
                    <a:gd name="T33" fmla="*/ 2147483647 h 134"/>
                    <a:gd name="T34" fmla="*/ 2147483647 w 62"/>
                    <a:gd name="T35" fmla="*/ 2147483647 h 134"/>
                    <a:gd name="T36" fmla="*/ 2147483647 w 62"/>
                    <a:gd name="T37" fmla="*/ 2147483647 h 134"/>
                    <a:gd name="T38" fmla="*/ 2147483647 w 62"/>
                    <a:gd name="T39" fmla="*/ 2147483647 h 134"/>
                    <a:gd name="T40" fmla="*/ 2147483647 w 62"/>
                    <a:gd name="T41" fmla="*/ 2147483647 h 134"/>
                    <a:gd name="T42" fmla="*/ 2147483647 w 62"/>
                    <a:gd name="T43" fmla="*/ 0 h 134"/>
                    <a:gd name="T44" fmla="*/ 2147483647 w 62"/>
                    <a:gd name="T45" fmla="*/ 0 h 134"/>
                    <a:gd name="T46" fmla="*/ 2147483647 w 62"/>
                    <a:gd name="T47" fmla="*/ 0 h 134"/>
                    <a:gd name="T48" fmla="*/ 2147483647 w 62"/>
                    <a:gd name="T49" fmla="*/ 2147483647 h 134"/>
                    <a:gd name="T50" fmla="*/ 2147483647 w 62"/>
                    <a:gd name="T51" fmla="*/ 2147483647 h 134"/>
                    <a:gd name="T52" fmla="*/ 2147483647 w 62"/>
                    <a:gd name="T53" fmla="*/ 2147483647 h 134"/>
                    <a:gd name="T54" fmla="*/ 2147483647 w 62"/>
                    <a:gd name="T55" fmla="*/ 2147483647 h 134"/>
                    <a:gd name="T56" fmla="*/ 2147483647 w 62"/>
                    <a:gd name="T57" fmla="*/ 2147483647 h 134"/>
                    <a:gd name="T58" fmla="*/ 2147483647 w 62"/>
                    <a:gd name="T59" fmla="*/ 2147483647 h 134"/>
                    <a:gd name="T60" fmla="*/ 2147483647 w 62"/>
                    <a:gd name="T61" fmla="*/ 2147483647 h 134"/>
                    <a:gd name="T62" fmla="*/ 2147483647 w 62"/>
                    <a:gd name="T63" fmla="*/ 2147483647 h 134"/>
                    <a:gd name="T64" fmla="*/ 2147483647 w 62"/>
                    <a:gd name="T65" fmla="*/ 2147483647 h 134"/>
                    <a:gd name="T66" fmla="*/ 2147483647 w 62"/>
                    <a:gd name="T67" fmla="*/ 2147483647 h 134"/>
                    <a:gd name="T68" fmla="*/ 2147483647 w 62"/>
                    <a:gd name="T69" fmla="*/ 2147483647 h 134"/>
                    <a:gd name="T70" fmla="*/ 2147483647 w 62"/>
                    <a:gd name="T71" fmla="*/ 2147483647 h 134"/>
                    <a:gd name="T72" fmla="*/ 2147483647 w 62"/>
                    <a:gd name="T73" fmla="*/ 2147483647 h 134"/>
                    <a:gd name="T74" fmla="*/ 2147483647 w 62"/>
                    <a:gd name="T75" fmla="*/ 2147483647 h 134"/>
                    <a:gd name="T76" fmla="*/ 2147483647 w 62"/>
                    <a:gd name="T77" fmla="*/ 2147483647 h 134"/>
                    <a:gd name="T78" fmla="*/ 2147483647 w 62"/>
                    <a:gd name="T79" fmla="*/ 2147483647 h 134"/>
                    <a:gd name="T80" fmla="*/ 2147483647 w 62"/>
                    <a:gd name="T81" fmla="*/ 2147483647 h 134"/>
                    <a:gd name="T82" fmla="*/ 2147483647 w 62"/>
                    <a:gd name="T83" fmla="*/ 2147483647 h 134"/>
                    <a:gd name="T84" fmla="*/ 2147483647 w 62"/>
                    <a:gd name="T85" fmla="*/ 2147483647 h 134"/>
                    <a:gd name="T86" fmla="*/ 2147483647 w 62"/>
                    <a:gd name="T87" fmla="*/ 2147483647 h 134"/>
                    <a:gd name="T88" fmla="*/ 2147483647 w 62"/>
                    <a:gd name="T89" fmla="*/ 2147483647 h 134"/>
                    <a:gd name="T90" fmla="*/ 2147483647 w 62"/>
                    <a:gd name="T91" fmla="*/ 2147483647 h 134"/>
                    <a:gd name="T92" fmla="*/ 2147483647 w 62"/>
                    <a:gd name="T93" fmla="*/ 2147483647 h 134"/>
                    <a:gd name="T94" fmla="*/ 2147483647 w 62"/>
                    <a:gd name="T95" fmla="*/ 2147483647 h 134"/>
                    <a:gd name="T96" fmla="*/ 2147483647 w 62"/>
                    <a:gd name="T97" fmla="*/ 2147483647 h 134"/>
                    <a:gd name="T98" fmla="*/ 2147483647 w 62"/>
                    <a:gd name="T99" fmla="*/ 2147483647 h 134"/>
                    <a:gd name="T100" fmla="*/ 2147483647 w 62"/>
                    <a:gd name="T101" fmla="*/ 2147483647 h 134"/>
                    <a:gd name="T102" fmla="*/ 2147483647 w 62"/>
                    <a:gd name="T103" fmla="*/ 2147483647 h 134"/>
                    <a:gd name="T104" fmla="*/ 2147483647 w 62"/>
                    <a:gd name="T105" fmla="*/ 2147483647 h 134"/>
                    <a:gd name="T106" fmla="*/ 2147483647 w 62"/>
                    <a:gd name="T107" fmla="*/ 2147483647 h 134"/>
                    <a:gd name="T108" fmla="*/ 2147483647 w 62"/>
                    <a:gd name="T109" fmla="*/ 2147483647 h 134"/>
                    <a:gd name="T110" fmla="*/ 2147483647 w 62"/>
                    <a:gd name="T111" fmla="*/ 2147483647 h 134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62"/>
                    <a:gd name="T169" fmla="*/ 0 h 134"/>
                    <a:gd name="T170" fmla="*/ 62 w 62"/>
                    <a:gd name="T171" fmla="*/ 134 h 134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62" h="134">
                      <a:moveTo>
                        <a:pt x="30" y="128"/>
                      </a:moveTo>
                      <a:lnTo>
                        <a:pt x="30" y="130"/>
                      </a:lnTo>
                      <a:lnTo>
                        <a:pt x="26" y="104"/>
                      </a:lnTo>
                      <a:lnTo>
                        <a:pt x="22" y="98"/>
                      </a:lnTo>
                      <a:lnTo>
                        <a:pt x="18" y="92"/>
                      </a:lnTo>
                      <a:lnTo>
                        <a:pt x="14" y="86"/>
                      </a:lnTo>
                      <a:lnTo>
                        <a:pt x="10" y="82"/>
                      </a:lnTo>
                      <a:lnTo>
                        <a:pt x="8" y="78"/>
                      </a:lnTo>
                      <a:lnTo>
                        <a:pt x="4" y="74"/>
                      </a:lnTo>
                      <a:lnTo>
                        <a:pt x="0" y="68"/>
                      </a:lnTo>
                      <a:lnTo>
                        <a:pt x="0" y="62"/>
                      </a:lnTo>
                      <a:lnTo>
                        <a:pt x="0" y="58"/>
                      </a:lnTo>
                      <a:lnTo>
                        <a:pt x="2" y="56"/>
                      </a:lnTo>
                      <a:lnTo>
                        <a:pt x="6" y="54"/>
                      </a:lnTo>
                      <a:lnTo>
                        <a:pt x="8" y="50"/>
                      </a:lnTo>
                      <a:lnTo>
                        <a:pt x="10" y="42"/>
                      </a:lnTo>
                      <a:lnTo>
                        <a:pt x="10" y="36"/>
                      </a:lnTo>
                      <a:lnTo>
                        <a:pt x="10" y="24"/>
                      </a:lnTo>
                      <a:lnTo>
                        <a:pt x="12" y="14"/>
                      </a:lnTo>
                      <a:lnTo>
                        <a:pt x="14" y="4"/>
                      </a:lnTo>
                      <a:lnTo>
                        <a:pt x="14" y="2"/>
                      </a:lnTo>
                      <a:lnTo>
                        <a:pt x="20" y="0"/>
                      </a:lnTo>
                      <a:lnTo>
                        <a:pt x="30" y="0"/>
                      </a:lnTo>
                      <a:lnTo>
                        <a:pt x="34" y="0"/>
                      </a:lnTo>
                      <a:lnTo>
                        <a:pt x="38" y="2"/>
                      </a:lnTo>
                      <a:lnTo>
                        <a:pt x="42" y="2"/>
                      </a:lnTo>
                      <a:lnTo>
                        <a:pt x="48" y="4"/>
                      </a:lnTo>
                      <a:lnTo>
                        <a:pt x="46" y="8"/>
                      </a:lnTo>
                      <a:lnTo>
                        <a:pt x="44" y="12"/>
                      </a:lnTo>
                      <a:lnTo>
                        <a:pt x="44" y="16"/>
                      </a:lnTo>
                      <a:lnTo>
                        <a:pt x="42" y="20"/>
                      </a:lnTo>
                      <a:lnTo>
                        <a:pt x="44" y="24"/>
                      </a:lnTo>
                      <a:lnTo>
                        <a:pt x="46" y="28"/>
                      </a:lnTo>
                      <a:lnTo>
                        <a:pt x="50" y="30"/>
                      </a:lnTo>
                      <a:lnTo>
                        <a:pt x="52" y="32"/>
                      </a:lnTo>
                      <a:lnTo>
                        <a:pt x="50" y="42"/>
                      </a:lnTo>
                      <a:lnTo>
                        <a:pt x="46" y="46"/>
                      </a:lnTo>
                      <a:lnTo>
                        <a:pt x="42" y="52"/>
                      </a:lnTo>
                      <a:lnTo>
                        <a:pt x="40" y="58"/>
                      </a:lnTo>
                      <a:lnTo>
                        <a:pt x="42" y="60"/>
                      </a:lnTo>
                      <a:lnTo>
                        <a:pt x="46" y="64"/>
                      </a:lnTo>
                      <a:lnTo>
                        <a:pt x="54" y="66"/>
                      </a:lnTo>
                      <a:lnTo>
                        <a:pt x="62" y="72"/>
                      </a:lnTo>
                      <a:lnTo>
                        <a:pt x="58" y="76"/>
                      </a:lnTo>
                      <a:lnTo>
                        <a:pt x="58" y="82"/>
                      </a:lnTo>
                      <a:lnTo>
                        <a:pt x="58" y="84"/>
                      </a:lnTo>
                      <a:lnTo>
                        <a:pt x="58" y="90"/>
                      </a:lnTo>
                      <a:lnTo>
                        <a:pt x="50" y="96"/>
                      </a:lnTo>
                      <a:lnTo>
                        <a:pt x="44" y="102"/>
                      </a:lnTo>
                      <a:lnTo>
                        <a:pt x="40" y="108"/>
                      </a:lnTo>
                      <a:lnTo>
                        <a:pt x="40" y="112"/>
                      </a:lnTo>
                      <a:lnTo>
                        <a:pt x="42" y="112"/>
                      </a:lnTo>
                      <a:lnTo>
                        <a:pt x="36" y="124"/>
                      </a:lnTo>
                      <a:lnTo>
                        <a:pt x="32" y="128"/>
                      </a:lnTo>
                      <a:lnTo>
                        <a:pt x="32" y="134"/>
                      </a:lnTo>
                      <a:lnTo>
                        <a:pt x="30" y="1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4" name="íŝḷïdé"/>
                <p:cNvSpPr/>
                <p:nvPr/>
              </p:nvSpPr>
              <p:spPr bwMode="auto">
                <a:xfrm>
                  <a:off x="4105474" y="2730013"/>
                  <a:ext cx="556395" cy="552017"/>
                </a:xfrm>
                <a:custGeom>
                  <a:avLst/>
                  <a:gdLst>
                    <a:gd name="T0" fmla="*/ 2147483647 w 318"/>
                    <a:gd name="T1" fmla="*/ 2147483647 h 332"/>
                    <a:gd name="T2" fmla="*/ 2147483647 w 318"/>
                    <a:gd name="T3" fmla="*/ 2147483647 h 332"/>
                    <a:gd name="T4" fmla="*/ 2147483647 w 318"/>
                    <a:gd name="T5" fmla="*/ 2147483647 h 332"/>
                    <a:gd name="T6" fmla="*/ 2147483647 w 318"/>
                    <a:gd name="T7" fmla="*/ 2147483647 h 332"/>
                    <a:gd name="T8" fmla="*/ 2147483647 w 318"/>
                    <a:gd name="T9" fmla="*/ 2147483647 h 332"/>
                    <a:gd name="T10" fmla="*/ 2147483647 w 318"/>
                    <a:gd name="T11" fmla="*/ 2147483647 h 332"/>
                    <a:gd name="T12" fmla="*/ 2147483647 w 318"/>
                    <a:gd name="T13" fmla="*/ 2147483647 h 332"/>
                    <a:gd name="T14" fmla="*/ 2147483647 w 318"/>
                    <a:gd name="T15" fmla="*/ 2147483647 h 332"/>
                    <a:gd name="T16" fmla="*/ 2147483647 w 318"/>
                    <a:gd name="T17" fmla="*/ 0 h 332"/>
                    <a:gd name="T18" fmla="*/ 2147483647 w 318"/>
                    <a:gd name="T19" fmla="*/ 2147483647 h 332"/>
                    <a:gd name="T20" fmla="*/ 2147483647 w 318"/>
                    <a:gd name="T21" fmla="*/ 2147483647 h 332"/>
                    <a:gd name="T22" fmla="*/ 2147483647 w 318"/>
                    <a:gd name="T23" fmla="*/ 2147483647 h 332"/>
                    <a:gd name="T24" fmla="*/ 2147483647 w 318"/>
                    <a:gd name="T25" fmla="*/ 2147483647 h 332"/>
                    <a:gd name="T26" fmla="*/ 2147483647 w 318"/>
                    <a:gd name="T27" fmla="*/ 2147483647 h 332"/>
                    <a:gd name="T28" fmla="*/ 2147483647 w 318"/>
                    <a:gd name="T29" fmla="*/ 2147483647 h 332"/>
                    <a:gd name="T30" fmla="*/ 2147483647 w 318"/>
                    <a:gd name="T31" fmla="*/ 2147483647 h 332"/>
                    <a:gd name="T32" fmla="*/ 2147483647 w 318"/>
                    <a:gd name="T33" fmla="*/ 2147483647 h 332"/>
                    <a:gd name="T34" fmla="*/ 2147483647 w 318"/>
                    <a:gd name="T35" fmla="*/ 2147483647 h 332"/>
                    <a:gd name="T36" fmla="*/ 2147483647 w 318"/>
                    <a:gd name="T37" fmla="*/ 2147483647 h 332"/>
                    <a:gd name="T38" fmla="*/ 2147483647 w 318"/>
                    <a:gd name="T39" fmla="*/ 2147483647 h 332"/>
                    <a:gd name="T40" fmla="*/ 2147483647 w 318"/>
                    <a:gd name="T41" fmla="*/ 2147483647 h 332"/>
                    <a:gd name="T42" fmla="*/ 2147483647 w 318"/>
                    <a:gd name="T43" fmla="*/ 2147483647 h 332"/>
                    <a:gd name="T44" fmla="*/ 2147483647 w 318"/>
                    <a:gd name="T45" fmla="*/ 2147483647 h 332"/>
                    <a:gd name="T46" fmla="*/ 2147483647 w 318"/>
                    <a:gd name="T47" fmla="*/ 2147483647 h 332"/>
                    <a:gd name="T48" fmla="*/ 2147483647 w 318"/>
                    <a:gd name="T49" fmla="*/ 2147483647 h 332"/>
                    <a:gd name="T50" fmla="*/ 2147483647 w 318"/>
                    <a:gd name="T51" fmla="*/ 2147483647 h 332"/>
                    <a:gd name="T52" fmla="*/ 2147483647 w 318"/>
                    <a:gd name="T53" fmla="*/ 2147483647 h 332"/>
                    <a:gd name="T54" fmla="*/ 2147483647 w 318"/>
                    <a:gd name="T55" fmla="*/ 2147483647 h 332"/>
                    <a:gd name="T56" fmla="*/ 2147483647 w 318"/>
                    <a:gd name="T57" fmla="*/ 2147483647 h 332"/>
                    <a:gd name="T58" fmla="*/ 2147483647 w 318"/>
                    <a:gd name="T59" fmla="*/ 2147483647 h 332"/>
                    <a:gd name="T60" fmla="*/ 2147483647 w 318"/>
                    <a:gd name="T61" fmla="*/ 2147483647 h 332"/>
                    <a:gd name="T62" fmla="*/ 2147483647 w 318"/>
                    <a:gd name="T63" fmla="*/ 2147483647 h 332"/>
                    <a:gd name="T64" fmla="*/ 0 w 318"/>
                    <a:gd name="T65" fmla="*/ 2147483647 h 332"/>
                    <a:gd name="T66" fmla="*/ 2147483647 w 318"/>
                    <a:gd name="T67" fmla="*/ 2147483647 h 332"/>
                    <a:gd name="T68" fmla="*/ 2147483647 w 318"/>
                    <a:gd name="T69" fmla="*/ 2147483647 h 332"/>
                    <a:gd name="T70" fmla="*/ 2147483647 w 318"/>
                    <a:gd name="T71" fmla="*/ 2147483647 h 332"/>
                    <a:gd name="T72" fmla="*/ 2147483647 w 318"/>
                    <a:gd name="T73" fmla="*/ 2147483647 h 332"/>
                    <a:gd name="T74" fmla="*/ 2147483647 w 318"/>
                    <a:gd name="T75" fmla="*/ 2147483647 h 332"/>
                    <a:gd name="T76" fmla="*/ 2147483647 w 318"/>
                    <a:gd name="T77" fmla="*/ 2147483647 h 332"/>
                    <a:gd name="T78" fmla="*/ 2147483647 w 318"/>
                    <a:gd name="T79" fmla="*/ 2147483647 h 332"/>
                    <a:gd name="T80" fmla="*/ 2147483647 w 318"/>
                    <a:gd name="T81" fmla="*/ 2147483647 h 332"/>
                    <a:gd name="T82" fmla="*/ 2147483647 w 318"/>
                    <a:gd name="T83" fmla="*/ 2147483647 h 332"/>
                    <a:gd name="T84" fmla="*/ 2147483647 w 318"/>
                    <a:gd name="T85" fmla="*/ 2147483647 h 332"/>
                    <a:gd name="T86" fmla="*/ 2147483647 w 318"/>
                    <a:gd name="T87" fmla="*/ 2147483647 h 332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18"/>
                    <a:gd name="T133" fmla="*/ 0 h 332"/>
                    <a:gd name="T134" fmla="*/ 318 w 318"/>
                    <a:gd name="T135" fmla="*/ 332 h 332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18" h="332">
                      <a:moveTo>
                        <a:pt x="98" y="36"/>
                      </a:moveTo>
                      <a:lnTo>
                        <a:pt x="110" y="34"/>
                      </a:lnTo>
                      <a:lnTo>
                        <a:pt x="116" y="30"/>
                      </a:lnTo>
                      <a:lnTo>
                        <a:pt x="124" y="26"/>
                      </a:lnTo>
                      <a:lnTo>
                        <a:pt x="132" y="20"/>
                      </a:lnTo>
                      <a:lnTo>
                        <a:pt x="146" y="14"/>
                      </a:lnTo>
                      <a:lnTo>
                        <a:pt x="166" y="8"/>
                      </a:lnTo>
                      <a:lnTo>
                        <a:pt x="186" y="4"/>
                      </a:lnTo>
                      <a:lnTo>
                        <a:pt x="198" y="4"/>
                      </a:lnTo>
                      <a:lnTo>
                        <a:pt x="202" y="4"/>
                      </a:lnTo>
                      <a:lnTo>
                        <a:pt x="206" y="6"/>
                      </a:lnTo>
                      <a:lnTo>
                        <a:pt x="210" y="8"/>
                      </a:lnTo>
                      <a:lnTo>
                        <a:pt x="214" y="8"/>
                      </a:lnTo>
                      <a:lnTo>
                        <a:pt x="220" y="6"/>
                      </a:lnTo>
                      <a:lnTo>
                        <a:pt x="222" y="4"/>
                      </a:lnTo>
                      <a:lnTo>
                        <a:pt x="224" y="2"/>
                      </a:lnTo>
                      <a:lnTo>
                        <a:pt x="230" y="0"/>
                      </a:lnTo>
                      <a:lnTo>
                        <a:pt x="248" y="0"/>
                      </a:lnTo>
                      <a:lnTo>
                        <a:pt x="260" y="0"/>
                      </a:lnTo>
                      <a:lnTo>
                        <a:pt x="258" y="10"/>
                      </a:lnTo>
                      <a:lnTo>
                        <a:pt x="256" y="22"/>
                      </a:lnTo>
                      <a:lnTo>
                        <a:pt x="256" y="34"/>
                      </a:lnTo>
                      <a:lnTo>
                        <a:pt x="256" y="40"/>
                      </a:lnTo>
                      <a:lnTo>
                        <a:pt x="254" y="48"/>
                      </a:lnTo>
                      <a:lnTo>
                        <a:pt x="252" y="52"/>
                      </a:lnTo>
                      <a:lnTo>
                        <a:pt x="248" y="54"/>
                      </a:lnTo>
                      <a:lnTo>
                        <a:pt x="246" y="56"/>
                      </a:lnTo>
                      <a:lnTo>
                        <a:pt x="246" y="60"/>
                      </a:lnTo>
                      <a:lnTo>
                        <a:pt x="246" y="66"/>
                      </a:lnTo>
                      <a:lnTo>
                        <a:pt x="250" y="72"/>
                      </a:lnTo>
                      <a:lnTo>
                        <a:pt x="254" y="76"/>
                      </a:lnTo>
                      <a:lnTo>
                        <a:pt x="256" y="80"/>
                      </a:lnTo>
                      <a:lnTo>
                        <a:pt x="260" y="84"/>
                      </a:lnTo>
                      <a:lnTo>
                        <a:pt x="264" y="90"/>
                      </a:lnTo>
                      <a:lnTo>
                        <a:pt x="268" y="96"/>
                      </a:lnTo>
                      <a:lnTo>
                        <a:pt x="272" y="102"/>
                      </a:lnTo>
                      <a:lnTo>
                        <a:pt x="276" y="128"/>
                      </a:lnTo>
                      <a:lnTo>
                        <a:pt x="276" y="126"/>
                      </a:lnTo>
                      <a:lnTo>
                        <a:pt x="278" y="132"/>
                      </a:lnTo>
                      <a:lnTo>
                        <a:pt x="278" y="138"/>
                      </a:lnTo>
                      <a:lnTo>
                        <a:pt x="280" y="144"/>
                      </a:lnTo>
                      <a:lnTo>
                        <a:pt x="282" y="150"/>
                      </a:lnTo>
                      <a:lnTo>
                        <a:pt x="282" y="158"/>
                      </a:lnTo>
                      <a:lnTo>
                        <a:pt x="284" y="190"/>
                      </a:lnTo>
                      <a:lnTo>
                        <a:pt x="280" y="194"/>
                      </a:lnTo>
                      <a:lnTo>
                        <a:pt x="278" y="202"/>
                      </a:lnTo>
                      <a:lnTo>
                        <a:pt x="280" y="206"/>
                      </a:lnTo>
                      <a:lnTo>
                        <a:pt x="282" y="210"/>
                      </a:lnTo>
                      <a:lnTo>
                        <a:pt x="288" y="222"/>
                      </a:lnTo>
                      <a:lnTo>
                        <a:pt x="290" y="228"/>
                      </a:lnTo>
                      <a:lnTo>
                        <a:pt x="296" y="232"/>
                      </a:lnTo>
                      <a:lnTo>
                        <a:pt x="306" y="236"/>
                      </a:lnTo>
                      <a:lnTo>
                        <a:pt x="310" y="238"/>
                      </a:lnTo>
                      <a:lnTo>
                        <a:pt x="314" y="244"/>
                      </a:lnTo>
                      <a:lnTo>
                        <a:pt x="318" y="252"/>
                      </a:lnTo>
                      <a:lnTo>
                        <a:pt x="248" y="300"/>
                      </a:lnTo>
                      <a:lnTo>
                        <a:pt x="220" y="328"/>
                      </a:lnTo>
                      <a:lnTo>
                        <a:pt x="182" y="332"/>
                      </a:lnTo>
                      <a:lnTo>
                        <a:pt x="182" y="318"/>
                      </a:lnTo>
                      <a:lnTo>
                        <a:pt x="170" y="314"/>
                      </a:lnTo>
                      <a:lnTo>
                        <a:pt x="160" y="310"/>
                      </a:lnTo>
                      <a:lnTo>
                        <a:pt x="152" y="302"/>
                      </a:lnTo>
                      <a:lnTo>
                        <a:pt x="148" y="298"/>
                      </a:lnTo>
                      <a:lnTo>
                        <a:pt x="148" y="294"/>
                      </a:lnTo>
                      <a:lnTo>
                        <a:pt x="0" y="182"/>
                      </a:lnTo>
                      <a:lnTo>
                        <a:pt x="0" y="160"/>
                      </a:lnTo>
                      <a:lnTo>
                        <a:pt x="8" y="148"/>
                      </a:lnTo>
                      <a:lnTo>
                        <a:pt x="18" y="144"/>
                      </a:lnTo>
                      <a:lnTo>
                        <a:pt x="32" y="138"/>
                      </a:lnTo>
                      <a:lnTo>
                        <a:pt x="48" y="132"/>
                      </a:lnTo>
                      <a:lnTo>
                        <a:pt x="54" y="128"/>
                      </a:lnTo>
                      <a:lnTo>
                        <a:pt x="56" y="124"/>
                      </a:lnTo>
                      <a:lnTo>
                        <a:pt x="60" y="118"/>
                      </a:lnTo>
                      <a:lnTo>
                        <a:pt x="66" y="116"/>
                      </a:lnTo>
                      <a:lnTo>
                        <a:pt x="70" y="114"/>
                      </a:lnTo>
                      <a:lnTo>
                        <a:pt x="72" y="112"/>
                      </a:lnTo>
                      <a:lnTo>
                        <a:pt x="72" y="110"/>
                      </a:lnTo>
                      <a:lnTo>
                        <a:pt x="72" y="102"/>
                      </a:lnTo>
                      <a:lnTo>
                        <a:pt x="80" y="100"/>
                      </a:lnTo>
                      <a:lnTo>
                        <a:pt x="84" y="96"/>
                      </a:lnTo>
                      <a:lnTo>
                        <a:pt x="90" y="92"/>
                      </a:lnTo>
                      <a:lnTo>
                        <a:pt x="96" y="92"/>
                      </a:lnTo>
                      <a:lnTo>
                        <a:pt x="106" y="92"/>
                      </a:lnTo>
                      <a:lnTo>
                        <a:pt x="110" y="92"/>
                      </a:lnTo>
                      <a:lnTo>
                        <a:pt x="112" y="90"/>
                      </a:lnTo>
                      <a:lnTo>
                        <a:pt x="112" y="86"/>
                      </a:lnTo>
                      <a:lnTo>
                        <a:pt x="104" y="60"/>
                      </a:lnTo>
                      <a:lnTo>
                        <a:pt x="96" y="36"/>
                      </a:lnTo>
                      <a:lnTo>
                        <a:pt x="98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5" name="ïṩľíḑè"/>
                <p:cNvSpPr/>
                <p:nvPr/>
              </p:nvSpPr>
              <p:spPr bwMode="auto">
                <a:xfrm>
                  <a:off x="3988411" y="2769244"/>
                  <a:ext cx="314005" cy="256394"/>
                </a:xfrm>
                <a:custGeom>
                  <a:avLst/>
                  <a:gdLst>
                    <a:gd name="T0" fmla="*/ 2147483647 w 180"/>
                    <a:gd name="T1" fmla="*/ 2147483647 h 154"/>
                    <a:gd name="T2" fmla="*/ 2147483647 w 180"/>
                    <a:gd name="T3" fmla="*/ 2147483647 h 154"/>
                    <a:gd name="T4" fmla="*/ 2147483647 w 180"/>
                    <a:gd name="T5" fmla="*/ 2147483647 h 154"/>
                    <a:gd name="T6" fmla="*/ 2147483647 w 180"/>
                    <a:gd name="T7" fmla="*/ 2147483647 h 154"/>
                    <a:gd name="T8" fmla="*/ 2147483647 w 180"/>
                    <a:gd name="T9" fmla="*/ 2147483647 h 154"/>
                    <a:gd name="T10" fmla="*/ 2147483647 w 180"/>
                    <a:gd name="T11" fmla="*/ 2147483647 h 154"/>
                    <a:gd name="T12" fmla="*/ 2147483647 w 180"/>
                    <a:gd name="T13" fmla="*/ 2147483647 h 154"/>
                    <a:gd name="T14" fmla="*/ 2147483647 w 180"/>
                    <a:gd name="T15" fmla="*/ 2147483647 h 154"/>
                    <a:gd name="T16" fmla="*/ 2147483647 w 180"/>
                    <a:gd name="T17" fmla="*/ 2147483647 h 154"/>
                    <a:gd name="T18" fmla="*/ 2147483647 w 180"/>
                    <a:gd name="T19" fmla="*/ 2147483647 h 154"/>
                    <a:gd name="T20" fmla="*/ 2147483647 w 180"/>
                    <a:gd name="T21" fmla="*/ 2147483647 h 154"/>
                    <a:gd name="T22" fmla="*/ 2147483647 w 180"/>
                    <a:gd name="T23" fmla="*/ 2147483647 h 154"/>
                    <a:gd name="T24" fmla="*/ 2147483647 w 180"/>
                    <a:gd name="T25" fmla="*/ 2147483647 h 154"/>
                    <a:gd name="T26" fmla="*/ 2147483647 w 180"/>
                    <a:gd name="T27" fmla="*/ 2147483647 h 154"/>
                    <a:gd name="T28" fmla="*/ 2147483647 w 180"/>
                    <a:gd name="T29" fmla="*/ 2147483647 h 154"/>
                    <a:gd name="T30" fmla="*/ 2147483647 w 180"/>
                    <a:gd name="T31" fmla="*/ 2147483647 h 154"/>
                    <a:gd name="T32" fmla="*/ 2147483647 w 180"/>
                    <a:gd name="T33" fmla="*/ 2147483647 h 154"/>
                    <a:gd name="T34" fmla="*/ 2147483647 w 180"/>
                    <a:gd name="T35" fmla="*/ 2147483647 h 154"/>
                    <a:gd name="T36" fmla="*/ 2147483647 w 180"/>
                    <a:gd name="T37" fmla="*/ 2147483647 h 154"/>
                    <a:gd name="T38" fmla="*/ 2147483647 w 180"/>
                    <a:gd name="T39" fmla="*/ 2147483647 h 154"/>
                    <a:gd name="T40" fmla="*/ 2147483647 w 180"/>
                    <a:gd name="T41" fmla="*/ 2147483647 h 154"/>
                    <a:gd name="T42" fmla="*/ 2147483647 w 180"/>
                    <a:gd name="T43" fmla="*/ 2147483647 h 154"/>
                    <a:gd name="T44" fmla="*/ 2147483647 w 180"/>
                    <a:gd name="T45" fmla="*/ 2147483647 h 154"/>
                    <a:gd name="T46" fmla="*/ 2147483647 w 180"/>
                    <a:gd name="T47" fmla="*/ 2147483647 h 154"/>
                    <a:gd name="T48" fmla="*/ 2147483647 w 180"/>
                    <a:gd name="T49" fmla="*/ 2147483647 h 154"/>
                    <a:gd name="T50" fmla="*/ 2147483647 w 180"/>
                    <a:gd name="T51" fmla="*/ 2147483647 h 154"/>
                    <a:gd name="T52" fmla="*/ 2147483647 w 180"/>
                    <a:gd name="T53" fmla="*/ 2147483647 h 154"/>
                    <a:gd name="T54" fmla="*/ 2147483647 w 180"/>
                    <a:gd name="T55" fmla="*/ 2147483647 h 154"/>
                    <a:gd name="T56" fmla="*/ 2147483647 w 180"/>
                    <a:gd name="T57" fmla="*/ 2147483647 h 154"/>
                    <a:gd name="T58" fmla="*/ 2147483647 w 180"/>
                    <a:gd name="T59" fmla="*/ 2147483647 h 154"/>
                    <a:gd name="T60" fmla="*/ 2147483647 w 180"/>
                    <a:gd name="T61" fmla="*/ 2147483647 h 154"/>
                    <a:gd name="T62" fmla="*/ 2147483647 w 180"/>
                    <a:gd name="T63" fmla="*/ 0 h 154"/>
                    <a:gd name="T64" fmla="*/ 2147483647 w 180"/>
                    <a:gd name="T65" fmla="*/ 2147483647 h 154"/>
                    <a:gd name="T66" fmla="*/ 2147483647 w 180"/>
                    <a:gd name="T67" fmla="*/ 2147483647 h 154"/>
                    <a:gd name="T68" fmla="*/ 2147483647 w 180"/>
                    <a:gd name="T69" fmla="*/ 2147483647 h 154"/>
                    <a:gd name="T70" fmla="*/ 2147483647 w 180"/>
                    <a:gd name="T71" fmla="*/ 2147483647 h 154"/>
                    <a:gd name="T72" fmla="*/ 2147483647 w 180"/>
                    <a:gd name="T73" fmla="*/ 2147483647 h 154"/>
                    <a:gd name="T74" fmla="*/ 2147483647 w 180"/>
                    <a:gd name="T75" fmla="*/ 2147483647 h 154"/>
                    <a:gd name="T76" fmla="*/ 2147483647 w 180"/>
                    <a:gd name="T77" fmla="*/ 2147483647 h 154"/>
                    <a:gd name="T78" fmla="*/ 2147483647 w 180"/>
                    <a:gd name="T79" fmla="*/ 2147483647 h 154"/>
                    <a:gd name="T80" fmla="*/ 2147483647 w 180"/>
                    <a:gd name="T81" fmla="*/ 2147483647 h 154"/>
                    <a:gd name="T82" fmla="*/ 2147483647 w 180"/>
                    <a:gd name="T83" fmla="*/ 2147483647 h 154"/>
                    <a:gd name="T84" fmla="*/ 2147483647 w 180"/>
                    <a:gd name="T85" fmla="*/ 2147483647 h 154"/>
                    <a:gd name="T86" fmla="*/ 2147483647 w 180"/>
                    <a:gd name="T87" fmla="*/ 2147483647 h 154"/>
                    <a:gd name="T88" fmla="*/ 2147483647 w 180"/>
                    <a:gd name="T89" fmla="*/ 2147483647 h 154"/>
                    <a:gd name="T90" fmla="*/ 2147483647 w 180"/>
                    <a:gd name="T91" fmla="*/ 2147483647 h 154"/>
                    <a:gd name="T92" fmla="*/ 2147483647 w 180"/>
                    <a:gd name="T93" fmla="*/ 2147483647 h 154"/>
                    <a:gd name="T94" fmla="*/ 2147483647 w 180"/>
                    <a:gd name="T95" fmla="*/ 2147483647 h 154"/>
                    <a:gd name="T96" fmla="*/ 2147483647 w 180"/>
                    <a:gd name="T97" fmla="*/ 2147483647 h 154"/>
                    <a:gd name="T98" fmla="*/ 2147483647 w 180"/>
                    <a:gd name="T99" fmla="*/ 2147483647 h 154"/>
                    <a:gd name="T100" fmla="*/ 2147483647 w 180"/>
                    <a:gd name="T101" fmla="*/ 2147483647 h 154"/>
                    <a:gd name="T102" fmla="*/ 2147483647 w 180"/>
                    <a:gd name="T103" fmla="*/ 2147483647 h 154"/>
                    <a:gd name="T104" fmla="*/ 2147483647 w 180"/>
                    <a:gd name="T105" fmla="*/ 2147483647 h 154"/>
                    <a:gd name="T106" fmla="*/ 0 w 180"/>
                    <a:gd name="T107" fmla="*/ 2147483647 h 154"/>
                    <a:gd name="T108" fmla="*/ 2147483647 w 180"/>
                    <a:gd name="T109" fmla="*/ 2147483647 h 15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180"/>
                    <a:gd name="T166" fmla="*/ 0 h 154"/>
                    <a:gd name="T167" fmla="*/ 180 w 180"/>
                    <a:gd name="T168" fmla="*/ 154 h 154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180" h="154">
                      <a:moveTo>
                        <a:pt x="68" y="152"/>
                      </a:moveTo>
                      <a:lnTo>
                        <a:pt x="68" y="136"/>
                      </a:lnTo>
                      <a:lnTo>
                        <a:pt x="76" y="124"/>
                      </a:lnTo>
                      <a:lnTo>
                        <a:pt x="86" y="120"/>
                      </a:lnTo>
                      <a:lnTo>
                        <a:pt x="100" y="114"/>
                      </a:lnTo>
                      <a:lnTo>
                        <a:pt x="116" y="108"/>
                      </a:lnTo>
                      <a:lnTo>
                        <a:pt x="122" y="104"/>
                      </a:lnTo>
                      <a:lnTo>
                        <a:pt x="124" y="100"/>
                      </a:lnTo>
                      <a:lnTo>
                        <a:pt x="128" y="94"/>
                      </a:lnTo>
                      <a:lnTo>
                        <a:pt x="134" y="92"/>
                      </a:lnTo>
                      <a:lnTo>
                        <a:pt x="138" y="90"/>
                      </a:lnTo>
                      <a:lnTo>
                        <a:pt x="140" y="88"/>
                      </a:lnTo>
                      <a:lnTo>
                        <a:pt x="140" y="86"/>
                      </a:lnTo>
                      <a:lnTo>
                        <a:pt x="140" y="78"/>
                      </a:lnTo>
                      <a:lnTo>
                        <a:pt x="148" y="76"/>
                      </a:lnTo>
                      <a:lnTo>
                        <a:pt x="152" y="72"/>
                      </a:lnTo>
                      <a:lnTo>
                        <a:pt x="158" y="68"/>
                      </a:lnTo>
                      <a:lnTo>
                        <a:pt x="164" y="68"/>
                      </a:lnTo>
                      <a:lnTo>
                        <a:pt x="174" y="68"/>
                      </a:lnTo>
                      <a:lnTo>
                        <a:pt x="178" y="68"/>
                      </a:lnTo>
                      <a:lnTo>
                        <a:pt x="180" y="66"/>
                      </a:lnTo>
                      <a:lnTo>
                        <a:pt x="180" y="62"/>
                      </a:lnTo>
                      <a:lnTo>
                        <a:pt x="172" y="36"/>
                      </a:lnTo>
                      <a:lnTo>
                        <a:pt x="164" y="12"/>
                      </a:lnTo>
                      <a:lnTo>
                        <a:pt x="166" y="12"/>
                      </a:lnTo>
                      <a:lnTo>
                        <a:pt x="148" y="14"/>
                      </a:lnTo>
                      <a:lnTo>
                        <a:pt x="136" y="12"/>
                      </a:lnTo>
                      <a:lnTo>
                        <a:pt x="126" y="10"/>
                      </a:lnTo>
                      <a:lnTo>
                        <a:pt x="124" y="8"/>
                      </a:lnTo>
                      <a:lnTo>
                        <a:pt x="124" y="4"/>
                      </a:lnTo>
                      <a:lnTo>
                        <a:pt x="122" y="2"/>
                      </a:lnTo>
                      <a:lnTo>
                        <a:pt x="118" y="0"/>
                      </a:lnTo>
                      <a:lnTo>
                        <a:pt x="114" y="2"/>
                      </a:lnTo>
                      <a:lnTo>
                        <a:pt x="110" y="4"/>
                      </a:lnTo>
                      <a:lnTo>
                        <a:pt x="106" y="14"/>
                      </a:lnTo>
                      <a:lnTo>
                        <a:pt x="102" y="26"/>
                      </a:lnTo>
                      <a:lnTo>
                        <a:pt x="98" y="32"/>
                      </a:lnTo>
                      <a:lnTo>
                        <a:pt x="92" y="40"/>
                      </a:lnTo>
                      <a:lnTo>
                        <a:pt x="82" y="44"/>
                      </a:lnTo>
                      <a:lnTo>
                        <a:pt x="74" y="52"/>
                      </a:lnTo>
                      <a:lnTo>
                        <a:pt x="66" y="58"/>
                      </a:lnTo>
                      <a:lnTo>
                        <a:pt x="62" y="64"/>
                      </a:lnTo>
                      <a:lnTo>
                        <a:pt x="60" y="70"/>
                      </a:lnTo>
                      <a:lnTo>
                        <a:pt x="60" y="82"/>
                      </a:lnTo>
                      <a:lnTo>
                        <a:pt x="58" y="94"/>
                      </a:lnTo>
                      <a:lnTo>
                        <a:pt x="54" y="108"/>
                      </a:lnTo>
                      <a:lnTo>
                        <a:pt x="50" y="114"/>
                      </a:lnTo>
                      <a:lnTo>
                        <a:pt x="44" y="118"/>
                      </a:lnTo>
                      <a:lnTo>
                        <a:pt x="32" y="130"/>
                      </a:lnTo>
                      <a:lnTo>
                        <a:pt x="24" y="136"/>
                      </a:lnTo>
                      <a:lnTo>
                        <a:pt x="18" y="140"/>
                      </a:lnTo>
                      <a:lnTo>
                        <a:pt x="12" y="142"/>
                      </a:lnTo>
                      <a:lnTo>
                        <a:pt x="4" y="146"/>
                      </a:lnTo>
                      <a:lnTo>
                        <a:pt x="0" y="154"/>
                      </a:lnTo>
                      <a:lnTo>
                        <a:pt x="68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6" name="îṥḻïde"/>
                <p:cNvSpPr/>
                <p:nvPr/>
              </p:nvSpPr>
              <p:spPr bwMode="auto">
                <a:xfrm>
                  <a:off x="3882365" y="3021434"/>
                  <a:ext cx="220354" cy="196148"/>
                </a:xfrm>
                <a:custGeom>
                  <a:avLst/>
                  <a:gdLst>
                    <a:gd name="T0" fmla="*/ 2147483647 w 126"/>
                    <a:gd name="T1" fmla="*/ 0 h 116"/>
                    <a:gd name="T2" fmla="*/ 2147483647 w 126"/>
                    <a:gd name="T3" fmla="*/ 2147483647 h 116"/>
                    <a:gd name="T4" fmla="*/ 2147483647 w 126"/>
                    <a:gd name="T5" fmla="*/ 2147483647 h 116"/>
                    <a:gd name="T6" fmla="*/ 2147483647 w 126"/>
                    <a:gd name="T7" fmla="*/ 2147483647 h 116"/>
                    <a:gd name="T8" fmla="*/ 2147483647 w 126"/>
                    <a:gd name="T9" fmla="*/ 2147483647 h 116"/>
                    <a:gd name="T10" fmla="*/ 2147483647 w 126"/>
                    <a:gd name="T11" fmla="*/ 2147483647 h 116"/>
                    <a:gd name="T12" fmla="*/ 2147483647 w 126"/>
                    <a:gd name="T13" fmla="*/ 2147483647 h 116"/>
                    <a:gd name="T14" fmla="*/ 0 w 126"/>
                    <a:gd name="T15" fmla="*/ 2147483647 h 116"/>
                    <a:gd name="T16" fmla="*/ 0 w 126"/>
                    <a:gd name="T17" fmla="*/ 2147483647 h 116"/>
                    <a:gd name="T18" fmla="*/ 2147483647 w 126"/>
                    <a:gd name="T19" fmla="*/ 2147483647 h 116"/>
                    <a:gd name="T20" fmla="*/ 2147483647 w 126"/>
                    <a:gd name="T21" fmla="*/ 2147483647 h 116"/>
                    <a:gd name="T22" fmla="*/ 2147483647 w 126"/>
                    <a:gd name="T23" fmla="*/ 2147483647 h 116"/>
                    <a:gd name="T24" fmla="*/ 2147483647 w 126"/>
                    <a:gd name="T25" fmla="*/ 2147483647 h 116"/>
                    <a:gd name="T26" fmla="*/ 2147483647 w 126"/>
                    <a:gd name="T27" fmla="*/ 2147483647 h 116"/>
                    <a:gd name="T28" fmla="*/ 2147483647 w 126"/>
                    <a:gd name="T29" fmla="*/ 2147483647 h 116"/>
                    <a:gd name="T30" fmla="*/ 2147483647 w 126"/>
                    <a:gd name="T31" fmla="*/ 2147483647 h 116"/>
                    <a:gd name="T32" fmla="*/ 2147483647 w 126"/>
                    <a:gd name="T33" fmla="*/ 2147483647 h 116"/>
                    <a:gd name="T34" fmla="*/ 2147483647 w 126"/>
                    <a:gd name="T35" fmla="*/ 0 h 11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26"/>
                    <a:gd name="T55" fmla="*/ 0 h 116"/>
                    <a:gd name="T56" fmla="*/ 126 w 126"/>
                    <a:gd name="T57" fmla="*/ 116 h 11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26" h="116">
                      <a:moveTo>
                        <a:pt x="126" y="0"/>
                      </a:moveTo>
                      <a:lnTo>
                        <a:pt x="126" y="32"/>
                      </a:lnTo>
                      <a:lnTo>
                        <a:pt x="76" y="32"/>
                      </a:lnTo>
                      <a:lnTo>
                        <a:pt x="76" y="78"/>
                      </a:lnTo>
                      <a:lnTo>
                        <a:pt x="66" y="82"/>
                      </a:lnTo>
                      <a:lnTo>
                        <a:pt x="58" y="90"/>
                      </a:lnTo>
                      <a:lnTo>
                        <a:pt x="56" y="116"/>
                      </a:lnTo>
                      <a:lnTo>
                        <a:pt x="0" y="116"/>
                      </a:lnTo>
                      <a:lnTo>
                        <a:pt x="0" y="108"/>
                      </a:lnTo>
                      <a:lnTo>
                        <a:pt x="2" y="100"/>
                      </a:lnTo>
                      <a:lnTo>
                        <a:pt x="10" y="88"/>
                      </a:lnTo>
                      <a:lnTo>
                        <a:pt x="20" y="74"/>
                      </a:lnTo>
                      <a:lnTo>
                        <a:pt x="24" y="66"/>
                      </a:lnTo>
                      <a:lnTo>
                        <a:pt x="38" y="42"/>
                      </a:lnTo>
                      <a:lnTo>
                        <a:pt x="50" y="20"/>
                      </a:lnTo>
                      <a:lnTo>
                        <a:pt x="56" y="12"/>
                      </a:lnTo>
                      <a:lnTo>
                        <a:pt x="60" y="2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7" name="iṧļíde"/>
                <p:cNvSpPr/>
                <p:nvPr/>
              </p:nvSpPr>
              <p:spPr bwMode="auto">
                <a:xfrm>
                  <a:off x="3882365" y="3021434"/>
                  <a:ext cx="325022" cy="399301"/>
                </a:xfrm>
                <a:custGeom>
                  <a:avLst/>
                  <a:gdLst>
                    <a:gd name="T0" fmla="*/ 2147483647 w 186"/>
                    <a:gd name="T1" fmla="*/ 0 h 238"/>
                    <a:gd name="T2" fmla="*/ 2147483647 w 186"/>
                    <a:gd name="T3" fmla="*/ 0 h 238"/>
                    <a:gd name="T4" fmla="*/ 2147483647 w 186"/>
                    <a:gd name="T5" fmla="*/ 2147483647 h 238"/>
                    <a:gd name="T6" fmla="*/ 2147483647 w 186"/>
                    <a:gd name="T7" fmla="*/ 2147483647 h 238"/>
                    <a:gd name="T8" fmla="*/ 2147483647 w 186"/>
                    <a:gd name="T9" fmla="*/ 2147483647 h 238"/>
                    <a:gd name="T10" fmla="*/ 2147483647 w 186"/>
                    <a:gd name="T11" fmla="*/ 2147483647 h 238"/>
                    <a:gd name="T12" fmla="*/ 2147483647 w 186"/>
                    <a:gd name="T13" fmla="*/ 2147483647 h 238"/>
                    <a:gd name="T14" fmla="*/ 2147483647 w 186"/>
                    <a:gd name="T15" fmla="*/ 2147483647 h 238"/>
                    <a:gd name="T16" fmla="*/ 0 w 186"/>
                    <a:gd name="T17" fmla="*/ 2147483647 h 238"/>
                    <a:gd name="T18" fmla="*/ 2147483647 w 186"/>
                    <a:gd name="T19" fmla="*/ 2147483647 h 238"/>
                    <a:gd name="T20" fmla="*/ 2147483647 w 186"/>
                    <a:gd name="T21" fmla="*/ 2147483647 h 238"/>
                    <a:gd name="T22" fmla="*/ 2147483647 w 186"/>
                    <a:gd name="T23" fmla="*/ 2147483647 h 238"/>
                    <a:gd name="T24" fmla="*/ 2147483647 w 186"/>
                    <a:gd name="T25" fmla="*/ 2147483647 h 238"/>
                    <a:gd name="T26" fmla="*/ 2147483647 w 186"/>
                    <a:gd name="T27" fmla="*/ 2147483647 h 238"/>
                    <a:gd name="T28" fmla="*/ 2147483647 w 186"/>
                    <a:gd name="T29" fmla="*/ 2147483647 h 238"/>
                    <a:gd name="T30" fmla="*/ 2147483647 w 186"/>
                    <a:gd name="T31" fmla="*/ 2147483647 h 238"/>
                    <a:gd name="T32" fmla="*/ 2147483647 w 186"/>
                    <a:gd name="T33" fmla="*/ 2147483647 h 238"/>
                    <a:gd name="T34" fmla="*/ 2147483647 w 186"/>
                    <a:gd name="T35" fmla="*/ 2147483647 h 238"/>
                    <a:gd name="T36" fmla="*/ 2147483647 w 186"/>
                    <a:gd name="T37" fmla="*/ 2147483647 h 238"/>
                    <a:gd name="T38" fmla="*/ 2147483647 w 186"/>
                    <a:gd name="T39" fmla="*/ 2147483647 h 238"/>
                    <a:gd name="T40" fmla="*/ 2147483647 w 186"/>
                    <a:gd name="T41" fmla="*/ 2147483647 h 238"/>
                    <a:gd name="T42" fmla="*/ 2147483647 w 186"/>
                    <a:gd name="T43" fmla="*/ 2147483647 h 238"/>
                    <a:gd name="T44" fmla="*/ 2147483647 w 186"/>
                    <a:gd name="T45" fmla="*/ 2147483647 h 238"/>
                    <a:gd name="T46" fmla="*/ 2147483647 w 186"/>
                    <a:gd name="T47" fmla="*/ 2147483647 h 238"/>
                    <a:gd name="T48" fmla="*/ 2147483647 w 186"/>
                    <a:gd name="T49" fmla="*/ 2147483647 h 238"/>
                    <a:gd name="T50" fmla="*/ 2147483647 w 186"/>
                    <a:gd name="T51" fmla="*/ 2147483647 h 238"/>
                    <a:gd name="T52" fmla="*/ 2147483647 w 186"/>
                    <a:gd name="T53" fmla="*/ 2147483647 h 238"/>
                    <a:gd name="T54" fmla="*/ 2147483647 w 186"/>
                    <a:gd name="T55" fmla="*/ 2147483647 h 238"/>
                    <a:gd name="T56" fmla="*/ 2147483647 w 186"/>
                    <a:gd name="T57" fmla="*/ 2147483647 h 238"/>
                    <a:gd name="T58" fmla="*/ 2147483647 w 186"/>
                    <a:gd name="T59" fmla="*/ 2147483647 h 238"/>
                    <a:gd name="T60" fmla="*/ 2147483647 w 186"/>
                    <a:gd name="T61" fmla="*/ 2147483647 h 238"/>
                    <a:gd name="T62" fmla="*/ 2147483647 w 186"/>
                    <a:gd name="T63" fmla="*/ 2147483647 h 238"/>
                    <a:gd name="T64" fmla="*/ 2147483647 w 186"/>
                    <a:gd name="T65" fmla="*/ 2147483647 h 238"/>
                    <a:gd name="T66" fmla="*/ 2147483647 w 186"/>
                    <a:gd name="T67" fmla="*/ 2147483647 h 238"/>
                    <a:gd name="T68" fmla="*/ 2147483647 w 186"/>
                    <a:gd name="T69" fmla="*/ 2147483647 h 238"/>
                    <a:gd name="T70" fmla="*/ 2147483647 w 186"/>
                    <a:gd name="T71" fmla="*/ 2147483647 h 238"/>
                    <a:gd name="T72" fmla="*/ 2147483647 w 186"/>
                    <a:gd name="T73" fmla="*/ 2147483647 h 238"/>
                    <a:gd name="T74" fmla="*/ 2147483647 w 186"/>
                    <a:gd name="T75" fmla="*/ 2147483647 h 238"/>
                    <a:gd name="T76" fmla="*/ 2147483647 w 186"/>
                    <a:gd name="T77" fmla="*/ 2147483647 h 238"/>
                    <a:gd name="T78" fmla="*/ 2147483647 w 186"/>
                    <a:gd name="T79" fmla="*/ 2147483647 h 238"/>
                    <a:gd name="T80" fmla="*/ 2147483647 w 186"/>
                    <a:gd name="T81" fmla="*/ 2147483647 h 238"/>
                    <a:gd name="T82" fmla="*/ 2147483647 w 186"/>
                    <a:gd name="T83" fmla="*/ 2147483647 h 238"/>
                    <a:gd name="T84" fmla="*/ 2147483647 w 186"/>
                    <a:gd name="T85" fmla="*/ 2147483647 h 238"/>
                    <a:gd name="T86" fmla="*/ 2147483647 w 186"/>
                    <a:gd name="T87" fmla="*/ 2147483647 h 238"/>
                    <a:gd name="T88" fmla="*/ 2147483647 w 186"/>
                    <a:gd name="T89" fmla="*/ 2147483647 h 238"/>
                    <a:gd name="T90" fmla="*/ 2147483647 w 186"/>
                    <a:gd name="T91" fmla="*/ 2147483647 h 238"/>
                    <a:gd name="T92" fmla="*/ 2147483647 w 186"/>
                    <a:gd name="T93" fmla="*/ 2147483647 h 238"/>
                    <a:gd name="T94" fmla="*/ 2147483647 w 186"/>
                    <a:gd name="T95" fmla="*/ 2147483647 h 238"/>
                    <a:gd name="T96" fmla="*/ 2147483647 w 186"/>
                    <a:gd name="T97" fmla="*/ 2147483647 h 238"/>
                    <a:gd name="T98" fmla="*/ 2147483647 w 186"/>
                    <a:gd name="T99" fmla="*/ 2147483647 h 238"/>
                    <a:gd name="T100" fmla="*/ 2147483647 w 186"/>
                    <a:gd name="T101" fmla="*/ 2147483647 h 238"/>
                    <a:gd name="T102" fmla="*/ 2147483647 w 186"/>
                    <a:gd name="T103" fmla="*/ 2147483647 h 238"/>
                    <a:gd name="T104" fmla="*/ 2147483647 w 186"/>
                    <a:gd name="T105" fmla="*/ 2147483647 h 238"/>
                    <a:gd name="T106" fmla="*/ 2147483647 w 186"/>
                    <a:gd name="T107" fmla="*/ 2147483647 h 238"/>
                    <a:gd name="T108" fmla="*/ 2147483647 w 186"/>
                    <a:gd name="T109" fmla="*/ 2147483647 h 238"/>
                    <a:gd name="T110" fmla="*/ 2147483647 w 186"/>
                    <a:gd name="T111" fmla="*/ 2147483647 h 238"/>
                    <a:gd name="T112" fmla="*/ 2147483647 w 186"/>
                    <a:gd name="T113" fmla="*/ 2147483647 h 238"/>
                    <a:gd name="T114" fmla="*/ 2147483647 w 186"/>
                    <a:gd name="T115" fmla="*/ 2147483647 h 238"/>
                    <a:gd name="T116" fmla="*/ 2147483647 w 186"/>
                    <a:gd name="T117" fmla="*/ 2147483647 h 238"/>
                    <a:gd name="T118" fmla="*/ 2147483647 w 186"/>
                    <a:gd name="T119" fmla="*/ 2147483647 h 238"/>
                    <a:gd name="T120" fmla="*/ 2147483647 w 186"/>
                    <a:gd name="T121" fmla="*/ 0 h 238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86"/>
                    <a:gd name="T184" fmla="*/ 0 h 238"/>
                    <a:gd name="T185" fmla="*/ 186 w 186"/>
                    <a:gd name="T186" fmla="*/ 238 h 238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86" h="238">
                      <a:moveTo>
                        <a:pt x="128" y="0"/>
                      </a:moveTo>
                      <a:lnTo>
                        <a:pt x="126" y="0"/>
                      </a:lnTo>
                      <a:lnTo>
                        <a:pt x="126" y="32"/>
                      </a:lnTo>
                      <a:lnTo>
                        <a:pt x="76" y="32"/>
                      </a:lnTo>
                      <a:lnTo>
                        <a:pt x="76" y="78"/>
                      </a:lnTo>
                      <a:lnTo>
                        <a:pt x="66" y="82"/>
                      </a:lnTo>
                      <a:lnTo>
                        <a:pt x="58" y="90"/>
                      </a:lnTo>
                      <a:lnTo>
                        <a:pt x="56" y="116"/>
                      </a:lnTo>
                      <a:lnTo>
                        <a:pt x="0" y="116"/>
                      </a:lnTo>
                      <a:lnTo>
                        <a:pt x="2" y="124"/>
                      </a:lnTo>
                      <a:lnTo>
                        <a:pt x="6" y="128"/>
                      </a:lnTo>
                      <a:lnTo>
                        <a:pt x="10" y="134"/>
                      </a:lnTo>
                      <a:lnTo>
                        <a:pt x="12" y="138"/>
                      </a:lnTo>
                      <a:lnTo>
                        <a:pt x="10" y="142"/>
                      </a:lnTo>
                      <a:lnTo>
                        <a:pt x="8" y="146"/>
                      </a:lnTo>
                      <a:lnTo>
                        <a:pt x="6" y="150"/>
                      </a:lnTo>
                      <a:lnTo>
                        <a:pt x="6" y="152"/>
                      </a:lnTo>
                      <a:lnTo>
                        <a:pt x="6" y="156"/>
                      </a:lnTo>
                      <a:lnTo>
                        <a:pt x="10" y="158"/>
                      </a:lnTo>
                      <a:lnTo>
                        <a:pt x="14" y="166"/>
                      </a:lnTo>
                      <a:lnTo>
                        <a:pt x="12" y="166"/>
                      </a:lnTo>
                      <a:lnTo>
                        <a:pt x="14" y="176"/>
                      </a:lnTo>
                      <a:lnTo>
                        <a:pt x="12" y="186"/>
                      </a:lnTo>
                      <a:lnTo>
                        <a:pt x="10" y="196"/>
                      </a:lnTo>
                      <a:lnTo>
                        <a:pt x="6" y="206"/>
                      </a:lnTo>
                      <a:lnTo>
                        <a:pt x="10" y="206"/>
                      </a:lnTo>
                      <a:lnTo>
                        <a:pt x="12" y="206"/>
                      </a:lnTo>
                      <a:lnTo>
                        <a:pt x="16" y="206"/>
                      </a:lnTo>
                      <a:lnTo>
                        <a:pt x="18" y="204"/>
                      </a:lnTo>
                      <a:lnTo>
                        <a:pt x="22" y="202"/>
                      </a:lnTo>
                      <a:lnTo>
                        <a:pt x="26" y="202"/>
                      </a:lnTo>
                      <a:lnTo>
                        <a:pt x="34" y="204"/>
                      </a:lnTo>
                      <a:lnTo>
                        <a:pt x="42" y="208"/>
                      </a:lnTo>
                      <a:lnTo>
                        <a:pt x="48" y="210"/>
                      </a:lnTo>
                      <a:lnTo>
                        <a:pt x="50" y="216"/>
                      </a:lnTo>
                      <a:lnTo>
                        <a:pt x="60" y="230"/>
                      </a:lnTo>
                      <a:lnTo>
                        <a:pt x="64" y="234"/>
                      </a:lnTo>
                      <a:lnTo>
                        <a:pt x="70" y="238"/>
                      </a:lnTo>
                      <a:lnTo>
                        <a:pt x="76" y="228"/>
                      </a:lnTo>
                      <a:lnTo>
                        <a:pt x="78" y="222"/>
                      </a:lnTo>
                      <a:lnTo>
                        <a:pt x="82" y="222"/>
                      </a:lnTo>
                      <a:lnTo>
                        <a:pt x="88" y="220"/>
                      </a:lnTo>
                      <a:lnTo>
                        <a:pt x="86" y="226"/>
                      </a:lnTo>
                      <a:lnTo>
                        <a:pt x="88" y="230"/>
                      </a:lnTo>
                      <a:lnTo>
                        <a:pt x="92" y="224"/>
                      </a:lnTo>
                      <a:lnTo>
                        <a:pt x="94" y="224"/>
                      </a:lnTo>
                      <a:lnTo>
                        <a:pt x="96" y="222"/>
                      </a:lnTo>
                      <a:lnTo>
                        <a:pt x="98" y="224"/>
                      </a:lnTo>
                      <a:lnTo>
                        <a:pt x="100" y="226"/>
                      </a:lnTo>
                      <a:lnTo>
                        <a:pt x="102" y="228"/>
                      </a:lnTo>
                      <a:lnTo>
                        <a:pt x="106" y="226"/>
                      </a:lnTo>
                      <a:lnTo>
                        <a:pt x="110" y="224"/>
                      </a:lnTo>
                      <a:lnTo>
                        <a:pt x="172" y="224"/>
                      </a:lnTo>
                      <a:lnTo>
                        <a:pt x="174" y="216"/>
                      </a:lnTo>
                      <a:lnTo>
                        <a:pt x="176" y="208"/>
                      </a:lnTo>
                      <a:lnTo>
                        <a:pt x="172" y="208"/>
                      </a:lnTo>
                      <a:lnTo>
                        <a:pt x="170" y="206"/>
                      </a:lnTo>
                      <a:lnTo>
                        <a:pt x="158" y="50"/>
                      </a:lnTo>
                      <a:lnTo>
                        <a:pt x="186" y="50"/>
                      </a:lnTo>
                      <a:lnTo>
                        <a:pt x="128" y="6"/>
                      </a:lnTo>
                      <a:lnTo>
                        <a:pt x="1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8" name="ïslíḋê"/>
                <p:cNvSpPr/>
                <p:nvPr/>
              </p:nvSpPr>
              <p:spPr bwMode="auto">
                <a:xfrm>
                  <a:off x="4000806" y="3105497"/>
                  <a:ext cx="447594" cy="451141"/>
                </a:xfrm>
                <a:custGeom>
                  <a:avLst/>
                  <a:gdLst>
                    <a:gd name="T0" fmla="*/ 2147483647 w 256"/>
                    <a:gd name="T1" fmla="*/ 2147483647 h 270"/>
                    <a:gd name="T2" fmla="*/ 2147483647 w 256"/>
                    <a:gd name="T3" fmla="*/ 2147483647 h 270"/>
                    <a:gd name="T4" fmla="*/ 2147483647 w 256"/>
                    <a:gd name="T5" fmla="*/ 2147483647 h 270"/>
                    <a:gd name="T6" fmla="*/ 2147483647 w 256"/>
                    <a:gd name="T7" fmla="*/ 2147483647 h 270"/>
                    <a:gd name="T8" fmla="*/ 2147483647 w 256"/>
                    <a:gd name="T9" fmla="*/ 2147483647 h 270"/>
                    <a:gd name="T10" fmla="*/ 2147483647 w 256"/>
                    <a:gd name="T11" fmla="*/ 2147483647 h 270"/>
                    <a:gd name="T12" fmla="*/ 2147483647 w 256"/>
                    <a:gd name="T13" fmla="*/ 2147483647 h 270"/>
                    <a:gd name="T14" fmla="*/ 2147483647 w 256"/>
                    <a:gd name="T15" fmla="*/ 2147483647 h 270"/>
                    <a:gd name="T16" fmla="*/ 2147483647 w 256"/>
                    <a:gd name="T17" fmla="*/ 2147483647 h 270"/>
                    <a:gd name="T18" fmla="*/ 2147483647 w 256"/>
                    <a:gd name="T19" fmla="*/ 2147483647 h 270"/>
                    <a:gd name="T20" fmla="*/ 2147483647 w 256"/>
                    <a:gd name="T21" fmla="*/ 0 h 270"/>
                    <a:gd name="T22" fmla="*/ 2147483647 w 256"/>
                    <a:gd name="T23" fmla="*/ 2147483647 h 270"/>
                    <a:gd name="T24" fmla="*/ 2147483647 w 256"/>
                    <a:gd name="T25" fmla="*/ 2147483647 h 270"/>
                    <a:gd name="T26" fmla="*/ 2147483647 w 256"/>
                    <a:gd name="T27" fmla="*/ 2147483647 h 270"/>
                    <a:gd name="T28" fmla="*/ 2147483647 w 256"/>
                    <a:gd name="T29" fmla="*/ 2147483647 h 270"/>
                    <a:gd name="T30" fmla="*/ 2147483647 w 256"/>
                    <a:gd name="T31" fmla="*/ 2147483647 h 270"/>
                    <a:gd name="T32" fmla="*/ 2147483647 w 256"/>
                    <a:gd name="T33" fmla="*/ 2147483647 h 270"/>
                    <a:gd name="T34" fmla="*/ 2147483647 w 256"/>
                    <a:gd name="T35" fmla="*/ 2147483647 h 270"/>
                    <a:gd name="T36" fmla="*/ 2147483647 w 256"/>
                    <a:gd name="T37" fmla="*/ 2147483647 h 270"/>
                    <a:gd name="T38" fmla="*/ 2147483647 w 256"/>
                    <a:gd name="T39" fmla="*/ 2147483647 h 270"/>
                    <a:gd name="T40" fmla="*/ 2147483647 w 256"/>
                    <a:gd name="T41" fmla="*/ 2147483647 h 270"/>
                    <a:gd name="T42" fmla="*/ 2147483647 w 256"/>
                    <a:gd name="T43" fmla="*/ 2147483647 h 270"/>
                    <a:gd name="T44" fmla="*/ 2147483647 w 256"/>
                    <a:gd name="T45" fmla="*/ 2147483647 h 270"/>
                    <a:gd name="T46" fmla="*/ 2147483647 w 256"/>
                    <a:gd name="T47" fmla="*/ 2147483647 h 270"/>
                    <a:gd name="T48" fmla="*/ 2147483647 w 256"/>
                    <a:gd name="T49" fmla="*/ 2147483647 h 270"/>
                    <a:gd name="T50" fmla="*/ 2147483647 w 256"/>
                    <a:gd name="T51" fmla="*/ 2147483647 h 270"/>
                    <a:gd name="T52" fmla="*/ 2147483647 w 256"/>
                    <a:gd name="T53" fmla="*/ 2147483647 h 270"/>
                    <a:gd name="T54" fmla="*/ 2147483647 w 256"/>
                    <a:gd name="T55" fmla="*/ 2147483647 h 270"/>
                    <a:gd name="T56" fmla="*/ 2147483647 w 256"/>
                    <a:gd name="T57" fmla="*/ 2147483647 h 270"/>
                    <a:gd name="T58" fmla="*/ 2147483647 w 256"/>
                    <a:gd name="T59" fmla="*/ 2147483647 h 270"/>
                    <a:gd name="T60" fmla="*/ 2147483647 w 256"/>
                    <a:gd name="T61" fmla="*/ 2147483647 h 270"/>
                    <a:gd name="T62" fmla="*/ 2147483647 w 256"/>
                    <a:gd name="T63" fmla="*/ 2147483647 h 270"/>
                    <a:gd name="T64" fmla="*/ 2147483647 w 256"/>
                    <a:gd name="T65" fmla="*/ 2147483647 h 270"/>
                    <a:gd name="T66" fmla="*/ 2147483647 w 256"/>
                    <a:gd name="T67" fmla="*/ 2147483647 h 270"/>
                    <a:gd name="T68" fmla="*/ 2147483647 w 256"/>
                    <a:gd name="T69" fmla="*/ 2147483647 h 270"/>
                    <a:gd name="T70" fmla="*/ 2147483647 w 256"/>
                    <a:gd name="T71" fmla="*/ 2147483647 h 270"/>
                    <a:gd name="T72" fmla="*/ 2147483647 w 256"/>
                    <a:gd name="T73" fmla="*/ 2147483647 h 270"/>
                    <a:gd name="T74" fmla="*/ 2147483647 w 256"/>
                    <a:gd name="T75" fmla="*/ 2147483647 h 270"/>
                    <a:gd name="T76" fmla="*/ 2147483647 w 256"/>
                    <a:gd name="T77" fmla="*/ 2147483647 h 27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56"/>
                    <a:gd name="T118" fmla="*/ 0 h 270"/>
                    <a:gd name="T119" fmla="*/ 256 w 256"/>
                    <a:gd name="T120" fmla="*/ 270 h 270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56" h="270">
                      <a:moveTo>
                        <a:pt x="2" y="188"/>
                      </a:moveTo>
                      <a:lnTo>
                        <a:pt x="8" y="178"/>
                      </a:lnTo>
                      <a:lnTo>
                        <a:pt x="10" y="172"/>
                      </a:lnTo>
                      <a:lnTo>
                        <a:pt x="14" y="172"/>
                      </a:lnTo>
                      <a:lnTo>
                        <a:pt x="20" y="170"/>
                      </a:lnTo>
                      <a:lnTo>
                        <a:pt x="18" y="176"/>
                      </a:lnTo>
                      <a:lnTo>
                        <a:pt x="20" y="180"/>
                      </a:lnTo>
                      <a:lnTo>
                        <a:pt x="24" y="174"/>
                      </a:lnTo>
                      <a:lnTo>
                        <a:pt x="26" y="174"/>
                      </a:lnTo>
                      <a:lnTo>
                        <a:pt x="28" y="172"/>
                      </a:lnTo>
                      <a:lnTo>
                        <a:pt x="30" y="174"/>
                      </a:lnTo>
                      <a:lnTo>
                        <a:pt x="32" y="176"/>
                      </a:lnTo>
                      <a:lnTo>
                        <a:pt x="34" y="178"/>
                      </a:lnTo>
                      <a:lnTo>
                        <a:pt x="38" y="176"/>
                      </a:lnTo>
                      <a:lnTo>
                        <a:pt x="42" y="174"/>
                      </a:lnTo>
                      <a:lnTo>
                        <a:pt x="104" y="174"/>
                      </a:lnTo>
                      <a:lnTo>
                        <a:pt x="106" y="166"/>
                      </a:lnTo>
                      <a:lnTo>
                        <a:pt x="108" y="158"/>
                      </a:lnTo>
                      <a:lnTo>
                        <a:pt x="104" y="158"/>
                      </a:lnTo>
                      <a:lnTo>
                        <a:pt x="102" y="156"/>
                      </a:lnTo>
                      <a:lnTo>
                        <a:pt x="90" y="0"/>
                      </a:lnTo>
                      <a:lnTo>
                        <a:pt x="118" y="0"/>
                      </a:lnTo>
                      <a:lnTo>
                        <a:pt x="208" y="68"/>
                      </a:lnTo>
                      <a:lnTo>
                        <a:pt x="208" y="72"/>
                      </a:lnTo>
                      <a:lnTo>
                        <a:pt x="212" y="76"/>
                      </a:lnTo>
                      <a:lnTo>
                        <a:pt x="220" y="84"/>
                      </a:lnTo>
                      <a:lnTo>
                        <a:pt x="230" y="88"/>
                      </a:lnTo>
                      <a:lnTo>
                        <a:pt x="242" y="92"/>
                      </a:lnTo>
                      <a:lnTo>
                        <a:pt x="242" y="106"/>
                      </a:lnTo>
                      <a:lnTo>
                        <a:pt x="256" y="104"/>
                      </a:lnTo>
                      <a:lnTo>
                        <a:pt x="256" y="154"/>
                      </a:lnTo>
                      <a:lnTo>
                        <a:pt x="252" y="162"/>
                      </a:lnTo>
                      <a:lnTo>
                        <a:pt x="248" y="170"/>
                      </a:lnTo>
                      <a:lnTo>
                        <a:pt x="240" y="174"/>
                      </a:lnTo>
                      <a:lnTo>
                        <a:pt x="230" y="176"/>
                      </a:lnTo>
                      <a:lnTo>
                        <a:pt x="218" y="176"/>
                      </a:lnTo>
                      <a:lnTo>
                        <a:pt x="206" y="178"/>
                      </a:lnTo>
                      <a:lnTo>
                        <a:pt x="186" y="184"/>
                      </a:lnTo>
                      <a:lnTo>
                        <a:pt x="150" y="196"/>
                      </a:lnTo>
                      <a:lnTo>
                        <a:pt x="146" y="198"/>
                      </a:lnTo>
                      <a:lnTo>
                        <a:pt x="144" y="200"/>
                      </a:lnTo>
                      <a:lnTo>
                        <a:pt x="142" y="206"/>
                      </a:lnTo>
                      <a:lnTo>
                        <a:pt x="138" y="212"/>
                      </a:lnTo>
                      <a:lnTo>
                        <a:pt x="136" y="212"/>
                      </a:lnTo>
                      <a:lnTo>
                        <a:pt x="132" y="212"/>
                      </a:lnTo>
                      <a:lnTo>
                        <a:pt x="124" y="212"/>
                      </a:lnTo>
                      <a:lnTo>
                        <a:pt x="124" y="222"/>
                      </a:lnTo>
                      <a:lnTo>
                        <a:pt x="124" y="228"/>
                      </a:lnTo>
                      <a:lnTo>
                        <a:pt x="122" y="232"/>
                      </a:lnTo>
                      <a:lnTo>
                        <a:pt x="116" y="236"/>
                      </a:lnTo>
                      <a:lnTo>
                        <a:pt x="110" y="240"/>
                      </a:lnTo>
                      <a:lnTo>
                        <a:pt x="108" y="244"/>
                      </a:lnTo>
                      <a:lnTo>
                        <a:pt x="108" y="248"/>
                      </a:lnTo>
                      <a:lnTo>
                        <a:pt x="106" y="256"/>
                      </a:lnTo>
                      <a:lnTo>
                        <a:pt x="104" y="264"/>
                      </a:lnTo>
                      <a:lnTo>
                        <a:pt x="100" y="266"/>
                      </a:lnTo>
                      <a:lnTo>
                        <a:pt x="94" y="270"/>
                      </a:lnTo>
                      <a:lnTo>
                        <a:pt x="90" y="264"/>
                      </a:lnTo>
                      <a:lnTo>
                        <a:pt x="82" y="266"/>
                      </a:lnTo>
                      <a:lnTo>
                        <a:pt x="76" y="268"/>
                      </a:lnTo>
                      <a:lnTo>
                        <a:pt x="70" y="270"/>
                      </a:lnTo>
                      <a:lnTo>
                        <a:pt x="64" y="268"/>
                      </a:lnTo>
                      <a:lnTo>
                        <a:pt x="62" y="266"/>
                      </a:lnTo>
                      <a:lnTo>
                        <a:pt x="58" y="252"/>
                      </a:lnTo>
                      <a:lnTo>
                        <a:pt x="54" y="240"/>
                      </a:lnTo>
                      <a:lnTo>
                        <a:pt x="50" y="234"/>
                      </a:lnTo>
                      <a:lnTo>
                        <a:pt x="44" y="232"/>
                      </a:lnTo>
                      <a:lnTo>
                        <a:pt x="42" y="234"/>
                      </a:lnTo>
                      <a:lnTo>
                        <a:pt x="40" y="236"/>
                      </a:lnTo>
                      <a:lnTo>
                        <a:pt x="34" y="236"/>
                      </a:lnTo>
                      <a:lnTo>
                        <a:pt x="20" y="234"/>
                      </a:lnTo>
                      <a:lnTo>
                        <a:pt x="10" y="232"/>
                      </a:lnTo>
                      <a:lnTo>
                        <a:pt x="10" y="224"/>
                      </a:lnTo>
                      <a:lnTo>
                        <a:pt x="10" y="218"/>
                      </a:lnTo>
                      <a:lnTo>
                        <a:pt x="8" y="210"/>
                      </a:lnTo>
                      <a:lnTo>
                        <a:pt x="4" y="200"/>
                      </a:lnTo>
                      <a:lnTo>
                        <a:pt x="0" y="186"/>
                      </a:lnTo>
                      <a:lnTo>
                        <a:pt x="2" y="186"/>
                      </a:lnTo>
                      <a:lnTo>
                        <a:pt x="2" y="18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9" name="ïšľiḋe"/>
                <p:cNvSpPr/>
                <p:nvPr/>
              </p:nvSpPr>
              <p:spPr bwMode="auto">
                <a:xfrm>
                  <a:off x="4339600" y="3147529"/>
                  <a:ext cx="436576" cy="362874"/>
                </a:xfrm>
                <a:custGeom>
                  <a:avLst/>
                  <a:gdLst>
                    <a:gd name="T0" fmla="*/ 2147483647 w 249"/>
                    <a:gd name="T1" fmla="*/ 2147483647 h 216"/>
                    <a:gd name="T2" fmla="*/ 2147483647 w 249"/>
                    <a:gd name="T3" fmla="*/ 2147483647 h 216"/>
                    <a:gd name="T4" fmla="*/ 2147483647 w 249"/>
                    <a:gd name="T5" fmla="*/ 0 h 216"/>
                    <a:gd name="T6" fmla="*/ 2147483647 w 249"/>
                    <a:gd name="T7" fmla="*/ 0 h 216"/>
                    <a:gd name="T8" fmla="*/ 2147483647 w 249"/>
                    <a:gd name="T9" fmla="*/ 2147483647 h 216"/>
                    <a:gd name="T10" fmla="*/ 2147483647 w 249"/>
                    <a:gd name="T11" fmla="*/ 2147483647 h 216"/>
                    <a:gd name="T12" fmla="*/ 2147483647 w 249"/>
                    <a:gd name="T13" fmla="*/ 2147483647 h 216"/>
                    <a:gd name="T14" fmla="*/ 2147483647 w 249"/>
                    <a:gd name="T15" fmla="*/ 2147483647 h 216"/>
                    <a:gd name="T16" fmla="*/ 0 w 249"/>
                    <a:gd name="T17" fmla="*/ 2147483647 h 216"/>
                    <a:gd name="T18" fmla="*/ 2147483647 w 249"/>
                    <a:gd name="T19" fmla="*/ 2147483647 h 216"/>
                    <a:gd name="T20" fmla="*/ 2147483647 w 249"/>
                    <a:gd name="T21" fmla="*/ 2147483647 h 216"/>
                    <a:gd name="T22" fmla="*/ 2147483647 w 249"/>
                    <a:gd name="T23" fmla="*/ 2147483647 h 216"/>
                    <a:gd name="T24" fmla="*/ 2147483647 w 249"/>
                    <a:gd name="T25" fmla="*/ 2147483647 h 216"/>
                    <a:gd name="T26" fmla="*/ 2147483647 w 249"/>
                    <a:gd name="T27" fmla="*/ 2147483647 h 216"/>
                    <a:gd name="T28" fmla="*/ 2147483647 w 249"/>
                    <a:gd name="T29" fmla="*/ 2147483647 h 216"/>
                    <a:gd name="T30" fmla="*/ 2147483647 w 249"/>
                    <a:gd name="T31" fmla="*/ 2147483647 h 216"/>
                    <a:gd name="T32" fmla="*/ 2147483647 w 249"/>
                    <a:gd name="T33" fmla="*/ 2147483647 h 216"/>
                    <a:gd name="T34" fmla="*/ 2147483647 w 249"/>
                    <a:gd name="T35" fmla="*/ 2147483647 h 216"/>
                    <a:gd name="T36" fmla="*/ 2147483647 w 249"/>
                    <a:gd name="T37" fmla="*/ 2147483647 h 216"/>
                    <a:gd name="T38" fmla="*/ 2147483647 w 249"/>
                    <a:gd name="T39" fmla="*/ 2147483647 h 216"/>
                    <a:gd name="T40" fmla="*/ 2147483647 w 249"/>
                    <a:gd name="T41" fmla="*/ 2147483647 h 216"/>
                    <a:gd name="T42" fmla="*/ 2147483647 w 249"/>
                    <a:gd name="T43" fmla="*/ 2147483647 h 216"/>
                    <a:gd name="T44" fmla="*/ 2147483647 w 249"/>
                    <a:gd name="T45" fmla="*/ 2147483647 h 216"/>
                    <a:gd name="T46" fmla="*/ 2147483647 w 249"/>
                    <a:gd name="T47" fmla="*/ 2147483647 h 216"/>
                    <a:gd name="T48" fmla="*/ 2147483647 w 249"/>
                    <a:gd name="T49" fmla="*/ 2147483647 h 216"/>
                    <a:gd name="T50" fmla="*/ 2147483647 w 249"/>
                    <a:gd name="T51" fmla="*/ 2147483647 h 216"/>
                    <a:gd name="T52" fmla="*/ 2147483647 w 249"/>
                    <a:gd name="T53" fmla="*/ 2147483647 h 216"/>
                    <a:gd name="T54" fmla="*/ 2147483647 w 249"/>
                    <a:gd name="T55" fmla="*/ 2147483647 h 216"/>
                    <a:gd name="T56" fmla="*/ 2147483647 w 249"/>
                    <a:gd name="T57" fmla="*/ 2147483647 h 216"/>
                    <a:gd name="T58" fmla="*/ 2147483647 w 249"/>
                    <a:gd name="T59" fmla="*/ 2147483647 h 216"/>
                    <a:gd name="T60" fmla="*/ 2147483647 w 249"/>
                    <a:gd name="T61" fmla="*/ 2147483647 h 216"/>
                    <a:gd name="T62" fmla="*/ 2147483647 w 249"/>
                    <a:gd name="T63" fmla="*/ 2147483647 h 216"/>
                    <a:gd name="T64" fmla="*/ 2147483647 w 249"/>
                    <a:gd name="T65" fmla="*/ 2147483647 h 216"/>
                    <a:gd name="T66" fmla="*/ 2147483647 w 249"/>
                    <a:gd name="T67" fmla="*/ 2147483647 h 216"/>
                    <a:gd name="T68" fmla="*/ 2147483647 w 249"/>
                    <a:gd name="T69" fmla="*/ 2147483647 h 216"/>
                    <a:gd name="T70" fmla="*/ 2147483647 w 249"/>
                    <a:gd name="T71" fmla="*/ 2147483647 h 216"/>
                    <a:gd name="T72" fmla="*/ 2147483647 w 249"/>
                    <a:gd name="T73" fmla="*/ 2147483647 h 216"/>
                    <a:gd name="T74" fmla="*/ 2147483647 w 249"/>
                    <a:gd name="T75" fmla="*/ 2147483647 h 216"/>
                    <a:gd name="T76" fmla="*/ 2147483647 w 249"/>
                    <a:gd name="T77" fmla="*/ 2147483647 h 216"/>
                    <a:gd name="T78" fmla="*/ 2147483647 w 249"/>
                    <a:gd name="T79" fmla="*/ 2147483647 h 216"/>
                    <a:gd name="T80" fmla="*/ 2147483647 w 249"/>
                    <a:gd name="T81" fmla="*/ 2147483647 h 21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249"/>
                    <a:gd name="T124" fmla="*/ 0 h 216"/>
                    <a:gd name="T125" fmla="*/ 249 w 249"/>
                    <a:gd name="T126" fmla="*/ 216 h 21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249" h="216">
                      <a:moveTo>
                        <a:pt x="219" y="14"/>
                      </a:moveTo>
                      <a:lnTo>
                        <a:pt x="215" y="8"/>
                      </a:lnTo>
                      <a:lnTo>
                        <a:pt x="211" y="4"/>
                      </a:lnTo>
                      <a:lnTo>
                        <a:pt x="205" y="2"/>
                      </a:lnTo>
                      <a:lnTo>
                        <a:pt x="199" y="0"/>
                      </a:lnTo>
                      <a:lnTo>
                        <a:pt x="190" y="0"/>
                      </a:lnTo>
                      <a:lnTo>
                        <a:pt x="186" y="0"/>
                      </a:lnTo>
                      <a:lnTo>
                        <a:pt x="184" y="0"/>
                      </a:lnTo>
                      <a:lnTo>
                        <a:pt x="114" y="48"/>
                      </a:lnTo>
                      <a:lnTo>
                        <a:pt x="86" y="76"/>
                      </a:lnTo>
                      <a:lnTo>
                        <a:pt x="62" y="78"/>
                      </a:lnTo>
                      <a:lnTo>
                        <a:pt x="62" y="128"/>
                      </a:lnTo>
                      <a:lnTo>
                        <a:pt x="58" y="136"/>
                      </a:lnTo>
                      <a:lnTo>
                        <a:pt x="54" y="144"/>
                      </a:lnTo>
                      <a:lnTo>
                        <a:pt x="46" y="148"/>
                      </a:lnTo>
                      <a:lnTo>
                        <a:pt x="36" y="150"/>
                      </a:lnTo>
                      <a:lnTo>
                        <a:pt x="16" y="152"/>
                      </a:lnTo>
                      <a:lnTo>
                        <a:pt x="0" y="156"/>
                      </a:lnTo>
                      <a:lnTo>
                        <a:pt x="0" y="166"/>
                      </a:lnTo>
                      <a:lnTo>
                        <a:pt x="4" y="172"/>
                      </a:lnTo>
                      <a:lnTo>
                        <a:pt x="8" y="174"/>
                      </a:lnTo>
                      <a:lnTo>
                        <a:pt x="12" y="178"/>
                      </a:lnTo>
                      <a:lnTo>
                        <a:pt x="14" y="182"/>
                      </a:lnTo>
                      <a:lnTo>
                        <a:pt x="14" y="186"/>
                      </a:lnTo>
                      <a:lnTo>
                        <a:pt x="14" y="190"/>
                      </a:lnTo>
                      <a:lnTo>
                        <a:pt x="14" y="194"/>
                      </a:lnTo>
                      <a:lnTo>
                        <a:pt x="18" y="198"/>
                      </a:lnTo>
                      <a:lnTo>
                        <a:pt x="24" y="198"/>
                      </a:lnTo>
                      <a:lnTo>
                        <a:pt x="30" y="200"/>
                      </a:lnTo>
                      <a:lnTo>
                        <a:pt x="32" y="204"/>
                      </a:lnTo>
                      <a:lnTo>
                        <a:pt x="32" y="206"/>
                      </a:lnTo>
                      <a:lnTo>
                        <a:pt x="42" y="206"/>
                      </a:lnTo>
                      <a:lnTo>
                        <a:pt x="46" y="212"/>
                      </a:lnTo>
                      <a:lnTo>
                        <a:pt x="52" y="216"/>
                      </a:lnTo>
                      <a:lnTo>
                        <a:pt x="56" y="202"/>
                      </a:lnTo>
                      <a:lnTo>
                        <a:pt x="60" y="188"/>
                      </a:lnTo>
                      <a:lnTo>
                        <a:pt x="64" y="184"/>
                      </a:lnTo>
                      <a:lnTo>
                        <a:pt x="70" y="180"/>
                      </a:lnTo>
                      <a:lnTo>
                        <a:pt x="76" y="176"/>
                      </a:lnTo>
                      <a:lnTo>
                        <a:pt x="86" y="176"/>
                      </a:lnTo>
                      <a:lnTo>
                        <a:pt x="88" y="176"/>
                      </a:lnTo>
                      <a:lnTo>
                        <a:pt x="92" y="178"/>
                      </a:lnTo>
                      <a:lnTo>
                        <a:pt x="98" y="184"/>
                      </a:lnTo>
                      <a:lnTo>
                        <a:pt x="104" y="188"/>
                      </a:lnTo>
                      <a:lnTo>
                        <a:pt x="106" y="190"/>
                      </a:lnTo>
                      <a:lnTo>
                        <a:pt x="110" y="192"/>
                      </a:lnTo>
                      <a:lnTo>
                        <a:pt x="114" y="190"/>
                      </a:lnTo>
                      <a:lnTo>
                        <a:pt x="114" y="188"/>
                      </a:lnTo>
                      <a:lnTo>
                        <a:pt x="116" y="186"/>
                      </a:lnTo>
                      <a:lnTo>
                        <a:pt x="120" y="186"/>
                      </a:lnTo>
                      <a:lnTo>
                        <a:pt x="128" y="186"/>
                      </a:lnTo>
                      <a:lnTo>
                        <a:pt x="132" y="190"/>
                      </a:lnTo>
                      <a:lnTo>
                        <a:pt x="136" y="192"/>
                      </a:lnTo>
                      <a:lnTo>
                        <a:pt x="142" y="194"/>
                      </a:lnTo>
                      <a:lnTo>
                        <a:pt x="150" y="192"/>
                      </a:lnTo>
                      <a:lnTo>
                        <a:pt x="156" y="188"/>
                      </a:lnTo>
                      <a:lnTo>
                        <a:pt x="162" y="186"/>
                      </a:lnTo>
                      <a:lnTo>
                        <a:pt x="170" y="184"/>
                      </a:lnTo>
                      <a:lnTo>
                        <a:pt x="176" y="184"/>
                      </a:lnTo>
                      <a:lnTo>
                        <a:pt x="180" y="186"/>
                      </a:lnTo>
                      <a:lnTo>
                        <a:pt x="184" y="186"/>
                      </a:lnTo>
                      <a:lnTo>
                        <a:pt x="193" y="188"/>
                      </a:lnTo>
                      <a:lnTo>
                        <a:pt x="197" y="186"/>
                      </a:lnTo>
                      <a:lnTo>
                        <a:pt x="203" y="184"/>
                      </a:lnTo>
                      <a:lnTo>
                        <a:pt x="213" y="176"/>
                      </a:lnTo>
                      <a:lnTo>
                        <a:pt x="215" y="166"/>
                      </a:lnTo>
                      <a:lnTo>
                        <a:pt x="217" y="158"/>
                      </a:lnTo>
                      <a:lnTo>
                        <a:pt x="221" y="150"/>
                      </a:lnTo>
                      <a:lnTo>
                        <a:pt x="225" y="144"/>
                      </a:lnTo>
                      <a:lnTo>
                        <a:pt x="235" y="132"/>
                      </a:lnTo>
                      <a:lnTo>
                        <a:pt x="239" y="126"/>
                      </a:lnTo>
                      <a:lnTo>
                        <a:pt x="243" y="118"/>
                      </a:lnTo>
                      <a:lnTo>
                        <a:pt x="243" y="76"/>
                      </a:lnTo>
                      <a:lnTo>
                        <a:pt x="243" y="72"/>
                      </a:lnTo>
                      <a:lnTo>
                        <a:pt x="245" y="68"/>
                      </a:lnTo>
                      <a:lnTo>
                        <a:pt x="247" y="64"/>
                      </a:lnTo>
                      <a:lnTo>
                        <a:pt x="249" y="58"/>
                      </a:lnTo>
                      <a:lnTo>
                        <a:pt x="247" y="48"/>
                      </a:lnTo>
                      <a:lnTo>
                        <a:pt x="241" y="34"/>
                      </a:lnTo>
                      <a:lnTo>
                        <a:pt x="235" y="22"/>
                      </a:lnTo>
                      <a:lnTo>
                        <a:pt x="231" y="8"/>
                      </a:lnTo>
                      <a:lnTo>
                        <a:pt x="229" y="8"/>
                      </a:lnTo>
                      <a:lnTo>
                        <a:pt x="219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0" name="iṩḷídè"/>
                <p:cNvSpPr/>
                <p:nvPr/>
              </p:nvSpPr>
              <p:spPr bwMode="auto">
                <a:xfrm>
                  <a:off x="4711448" y="3147529"/>
                  <a:ext cx="294725" cy="491771"/>
                </a:xfrm>
                <a:custGeom>
                  <a:avLst/>
                  <a:gdLst>
                    <a:gd name="T0" fmla="*/ 2147483647 w 168"/>
                    <a:gd name="T1" fmla="*/ 2147483647 h 294"/>
                    <a:gd name="T2" fmla="*/ 2147483647 w 168"/>
                    <a:gd name="T3" fmla="*/ 2147483647 h 294"/>
                    <a:gd name="T4" fmla="*/ 2147483647 w 168"/>
                    <a:gd name="T5" fmla="*/ 2147483647 h 294"/>
                    <a:gd name="T6" fmla="*/ 2147483647 w 168"/>
                    <a:gd name="T7" fmla="*/ 2147483647 h 294"/>
                    <a:gd name="T8" fmla="*/ 2147483647 w 168"/>
                    <a:gd name="T9" fmla="*/ 2147483647 h 294"/>
                    <a:gd name="T10" fmla="*/ 2147483647 w 168"/>
                    <a:gd name="T11" fmla="*/ 2147483647 h 294"/>
                    <a:gd name="T12" fmla="*/ 2147483647 w 168"/>
                    <a:gd name="T13" fmla="*/ 2147483647 h 294"/>
                    <a:gd name="T14" fmla="*/ 2147483647 w 168"/>
                    <a:gd name="T15" fmla="*/ 2147483647 h 294"/>
                    <a:gd name="T16" fmla="*/ 2147483647 w 168"/>
                    <a:gd name="T17" fmla="*/ 2147483647 h 294"/>
                    <a:gd name="T18" fmla="*/ 2147483647 w 168"/>
                    <a:gd name="T19" fmla="*/ 2147483647 h 294"/>
                    <a:gd name="T20" fmla="*/ 2147483647 w 168"/>
                    <a:gd name="T21" fmla="*/ 2147483647 h 294"/>
                    <a:gd name="T22" fmla="*/ 2147483647 w 168"/>
                    <a:gd name="T23" fmla="*/ 2147483647 h 294"/>
                    <a:gd name="T24" fmla="*/ 2147483647 w 168"/>
                    <a:gd name="T25" fmla="*/ 2147483647 h 294"/>
                    <a:gd name="T26" fmla="*/ 2147483647 w 168"/>
                    <a:gd name="T27" fmla="*/ 2147483647 h 294"/>
                    <a:gd name="T28" fmla="*/ 2147483647 w 168"/>
                    <a:gd name="T29" fmla="*/ 2147483647 h 294"/>
                    <a:gd name="T30" fmla="*/ 2147483647 w 168"/>
                    <a:gd name="T31" fmla="*/ 2147483647 h 294"/>
                    <a:gd name="T32" fmla="*/ 2147483647 w 168"/>
                    <a:gd name="T33" fmla="*/ 2147483647 h 294"/>
                    <a:gd name="T34" fmla="*/ 2147483647 w 168"/>
                    <a:gd name="T35" fmla="*/ 2147483647 h 294"/>
                    <a:gd name="T36" fmla="*/ 2147483647 w 168"/>
                    <a:gd name="T37" fmla="*/ 2147483647 h 294"/>
                    <a:gd name="T38" fmla="*/ 2147483647 w 168"/>
                    <a:gd name="T39" fmla="*/ 2147483647 h 294"/>
                    <a:gd name="T40" fmla="*/ 2147483647 w 168"/>
                    <a:gd name="T41" fmla="*/ 2147483647 h 294"/>
                    <a:gd name="T42" fmla="*/ 2147483647 w 168"/>
                    <a:gd name="T43" fmla="*/ 2147483647 h 294"/>
                    <a:gd name="T44" fmla="*/ 2147483647 w 168"/>
                    <a:gd name="T45" fmla="*/ 2147483647 h 294"/>
                    <a:gd name="T46" fmla="*/ 2147483647 w 168"/>
                    <a:gd name="T47" fmla="*/ 2147483647 h 294"/>
                    <a:gd name="T48" fmla="*/ 2147483647 w 168"/>
                    <a:gd name="T49" fmla="*/ 2147483647 h 294"/>
                    <a:gd name="T50" fmla="*/ 2147483647 w 168"/>
                    <a:gd name="T51" fmla="*/ 2147483647 h 294"/>
                    <a:gd name="T52" fmla="*/ 2147483647 w 168"/>
                    <a:gd name="T53" fmla="*/ 2147483647 h 294"/>
                    <a:gd name="T54" fmla="*/ 2147483647 w 168"/>
                    <a:gd name="T55" fmla="*/ 2147483647 h 294"/>
                    <a:gd name="T56" fmla="*/ 2147483647 w 168"/>
                    <a:gd name="T57" fmla="*/ 2147483647 h 294"/>
                    <a:gd name="T58" fmla="*/ 2147483647 w 168"/>
                    <a:gd name="T59" fmla="*/ 2147483647 h 294"/>
                    <a:gd name="T60" fmla="*/ 2147483647 w 168"/>
                    <a:gd name="T61" fmla="*/ 2147483647 h 294"/>
                    <a:gd name="T62" fmla="*/ 2147483647 w 168"/>
                    <a:gd name="T63" fmla="*/ 2147483647 h 294"/>
                    <a:gd name="T64" fmla="*/ 2147483647 w 168"/>
                    <a:gd name="T65" fmla="*/ 2147483647 h 294"/>
                    <a:gd name="T66" fmla="*/ 2147483647 w 168"/>
                    <a:gd name="T67" fmla="*/ 2147483647 h 294"/>
                    <a:gd name="T68" fmla="*/ 2147483647 w 168"/>
                    <a:gd name="T69" fmla="*/ 2147483647 h 294"/>
                    <a:gd name="T70" fmla="*/ 2147483647 w 168"/>
                    <a:gd name="T71" fmla="*/ 2147483647 h 294"/>
                    <a:gd name="T72" fmla="*/ 2147483647 w 168"/>
                    <a:gd name="T73" fmla="*/ 2147483647 h 294"/>
                    <a:gd name="T74" fmla="*/ 2147483647 w 168"/>
                    <a:gd name="T75" fmla="*/ 2147483647 h 294"/>
                    <a:gd name="T76" fmla="*/ 2147483647 w 168"/>
                    <a:gd name="T77" fmla="*/ 2147483647 h 294"/>
                    <a:gd name="T78" fmla="*/ 2147483647 w 168"/>
                    <a:gd name="T79" fmla="*/ 2147483647 h 294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w 168"/>
                    <a:gd name="T121" fmla="*/ 0 h 294"/>
                    <a:gd name="T122" fmla="*/ 168 w 168"/>
                    <a:gd name="T123" fmla="*/ 294 h 294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T120" t="T121" r="T122" b="T123"/>
                  <a:pathLst>
                    <a:path w="168" h="294">
                      <a:moveTo>
                        <a:pt x="162" y="68"/>
                      </a:moveTo>
                      <a:lnTo>
                        <a:pt x="168" y="138"/>
                      </a:lnTo>
                      <a:lnTo>
                        <a:pt x="158" y="140"/>
                      </a:lnTo>
                      <a:lnTo>
                        <a:pt x="152" y="144"/>
                      </a:lnTo>
                      <a:lnTo>
                        <a:pt x="148" y="150"/>
                      </a:lnTo>
                      <a:lnTo>
                        <a:pt x="146" y="158"/>
                      </a:lnTo>
                      <a:lnTo>
                        <a:pt x="142" y="164"/>
                      </a:lnTo>
                      <a:lnTo>
                        <a:pt x="140" y="172"/>
                      </a:lnTo>
                      <a:lnTo>
                        <a:pt x="140" y="190"/>
                      </a:lnTo>
                      <a:lnTo>
                        <a:pt x="138" y="194"/>
                      </a:lnTo>
                      <a:lnTo>
                        <a:pt x="134" y="200"/>
                      </a:lnTo>
                      <a:lnTo>
                        <a:pt x="134" y="202"/>
                      </a:lnTo>
                      <a:lnTo>
                        <a:pt x="136" y="202"/>
                      </a:lnTo>
                      <a:lnTo>
                        <a:pt x="144" y="206"/>
                      </a:lnTo>
                      <a:lnTo>
                        <a:pt x="146" y="214"/>
                      </a:lnTo>
                      <a:lnTo>
                        <a:pt x="148" y="216"/>
                      </a:lnTo>
                      <a:lnTo>
                        <a:pt x="150" y="220"/>
                      </a:lnTo>
                      <a:lnTo>
                        <a:pt x="152" y="228"/>
                      </a:lnTo>
                      <a:lnTo>
                        <a:pt x="146" y="228"/>
                      </a:lnTo>
                      <a:lnTo>
                        <a:pt x="142" y="228"/>
                      </a:lnTo>
                      <a:lnTo>
                        <a:pt x="138" y="230"/>
                      </a:lnTo>
                      <a:lnTo>
                        <a:pt x="130" y="238"/>
                      </a:lnTo>
                      <a:lnTo>
                        <a:pt x="126" y="246"/>
                      </a:lnTo>
                      <a:lnTo>
                        <a:pt x="122" y="256"/>
                      </a:lnTo>
                      <a:lnTo>
                        <a:pt x="120" y="258"/>
                      </a:lnTo>
                      <a:lnTo>
                        <a:pt x="118" y="260"/>
                      </a:lnTo>
                      <a:lnTo>
                        <a:pt x="108" y="262"/>
                      </a:lnTo>
                      <a:lnTo>
                        <a:pt x="90" y="264"/>
                      </a:lnTo>
                      <a:lnTo>
                        <a:pt x="88" y="270"/>
                      </a:lnTo>
                      <a:lnTo>
                        <a:pt x="86" y="276"/>
                      </a:lnTo>
                      <a:lnTo>
                        <a:pt x="82" y="280"/>
                      </a:lnTo>
                      <a:lnTo>
                        <a:pt x="76" y="284"/>
                      </a:lnTo>
                      <a:lnTo>
                        <a:pt x="64" y="288"/>
                      </a:lnTo>
                      <a:lnTo>
                        <a:pt x="52" y="290"/>
                      </a:lnTo>
                      <a:lnTo>
                        <a:pt x="48" y="288"/>
                      </a:lnTo>
                      <a:lnTo>
                        <a:pt x="46" y="286"/>
                      </a:lnTo>
                      <a:lnTo>
                        <a:pt x="42" y="288"/>
                      </a:lnTo>
                      <a:lnTo>
                        <a:pt x="38" y="292"/>
                      </a:lnTo>
                      <a:lnTo>
                        <a:pt x="38" y="294"/>
                      </a:lnTo>
                      <a:lnTo>
                        <a:pt x="36" y="292"/>
                      </a:lnTo>
                      <a:lnTo>
                        <a:pt x="34" y="282"/>
                      </a:lnTo>
                      <a:lnTo>
                        <a:pt x="30" y="274"/>
                      </a:lnTo>
                      <a:lnTo>
                        <a:pt x="20" y="264"/>
                      </a:lnTo>
                      <a:lnTo>
                        <a:pt x="12" y="256"/>
                      </a:lnTo>
                      <a:lnTo>
                        <a:pt x="8" y="252"/>
                      </a:lnTo>
                      <a:lnTo>
                        <a:pt x="10" y="250"/>
                      </a:lnTo>
                      <a:lnTo>
                        <a:pt x="12" y="248"/>
                      </a:lnTo>
                      <a:lnTo>
                        <a:pt x="18" y="246"/>
                      </a:lnTo>
                      <a:lnTo>
                        <a:pt x="36" y="246"/>
                      </a:lnTo>
                      <a:lnTo>
                        <a:pt x="28" y="240"/>
                      </a:lnTo>
                      <a:lnTo>
                        <a:pt x="28" y="236"/>
                      </a:lnTo>
                      <a:lnTo>
                        <a:pt x="26" y="230"/>
                      </a:lnTo>
                      <a:lnTo>
                        <a:pt x="28" y="212"/>
                      </a:lnTo>
                      <a:lnTo>
                        <a:pt x="26" y="206"/>
                      </a:lnTo>
                      <a:lnTo>
                        <a:pt x="22" y="200"/>
                      </a:lnTo>
                      <a:lnTo>
                        <a:pt x="16" y="192"/>
                      </a:lnTo>
                      <a:lnTo>
                        <a:pt x="12" y="186"/>
                      </a:lnTo>
                      <a:lnTo>
                        <a:pt x="10" y="188"/>
                      </a:lnTo>
                      <a:lnTo>
                        <a:pt x="8" y="186"/>
                      </a:lnTo>
                      <a:lnTo>
                        <a:pt x="4" y="182"/>
                      </a:lnTo>
                      <a:lnTo>
                        <a:pt x="0" y="176"/>
                      </a:lnTo>
                      <a:lnTo>
                        <a:pt x="2" y="166"/>
                      </a:lnTo>
                      <a:lnTo>
                        <a:pt x="4" y="158"/>
                      </a:lnTo>
                      <a:lnTo>
                        <a:pt x="8" y="150"/>
                      </a:lnTo>
                      <a:lnTo>
                        <a:pt x="12" y="144"/>
                      </a:lnTo>
                      <a:lnTo>
                        <a:pt x="22" y="132"/>
                      </a:lnTo>
                      <a:lnTo>
                        <a:pt x="26" y="126"/>
                      </a:lnTo>
                      <a:lnTo>
                        <a:pt x="30" y="118"/>
                      </a:lnTo>
                      <a:lnTo>
                        <a:pt x="30" y="76"/>
                      </a:lnTo>
                      <a:lnTo>
                        <a:pt x="30" y="72"/>
                      </a:lnTo>
                      <a:lnTo>
                        <a:pt x="32" y="68"/>
                      </a:lnTo>
                      <a:lnTo>
                        <a:pt x="34" y="64"/>
                      </a:lnTo>
                      <a:lnTo>
                        <a:pt x="36" y="58"/>
                      </a:lnTo>
                      <a:lnTo>
                        <a:pt x="34" y="48"/>
                      </a:lnTo>
                      <a:lnTo>
                        <a:pt x="28" y="34"/>
                      </a:lnTo>
                      <a:lnTo>
                        <a:pt x="22" y="22"/>
                      </a:lnTo>
                      <a:lnTo>
                        <a:pt x="18" y="8"/>
                      </a:lnTo>
                      <a:lnTo>
                        <a:pt x="20" y="8"/>
                      </a:lnTo>
                      <a:lnTo>
                        <a:pt x="36" y="0"/>
                      </a:lnTo>
                      <a:lnTo>
                        <a:pt x="162" y="70"/>
                      </a:lnTo>
                      <a:lnTo>
                        <a:pt x="162" y="6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1" name="îšḷíďe"/>
                <p:cNvSpPr/>
                <p:nvPr/>
              </p:nvSpPr>
              <p:spPr bwMode="auto">
                <a:xfrm>
                  <a:off x="5500592" y="3462767"/>
                  <a:ext cx="57844" cy="67251"/>
                </a:xfrm>
                <a:custGeom>
                  <a:avLst/>
                  <a:gdLst>
                    <a:gd name="T0" fmla="*/ 2147483647 w 32"/>
                    <a:gd name="T1" fmla="*/ 0 h 40"/>
                    <a:gd name="T2" fmla="*/ 2147483647 w 32"/>
                    <a:gd name="T3" fmla="*/ 2147483647 h 40"/>
                    <a:gd name="T4" fmla="*/ 2147483647 w 32"/>
                    <a:gd name="T5" fmla="*/ 2147483647 h 40"/>
                    <a:gd name="T6" fmla="*/ 2147483647 w 32"/>
                    <a:gd name="T7" fmla="*/ 2147483647 h 40"/>
                    <a:gd name="T8" fmla="*/ 2147483647 w 32"/>
                    <a:gd name="T9" fmla="*/ 2147483647 h 40"/>
                    <a:gd name="T10" fmla="*/ 2147483647 w 32"/>
                    <a:gd name="T11" fmla="*/ 2147483647 h 40"/>
                    <a:gd name="T12" fmla="*/ 2147483647 w 32"/>
                    <a:gd name="T13" fmla="*/ 2147483647 h 40"/>
                    <a:gd name="T14" fmla="*/ 2147483647 w 32"/>
                    <a:gd name="T15" fmla="*/ 2147483647 h 40"/>
                    <a:gd name="T16" fmla="*/ 2147483647 w 32"/>
                    <a:gd name="T17" fmla="*/ 2147483647 h 40"/>
                    <a:gd name="T18" fmla="*/ 2147483647 w 32"/>
                    <a:gd name="T19" fmla="*/ 2147483647 h 40"/>
                    <a:gd name="T20" fmla="*/ 0 w 32"/>
                    <a:gd name="T21" fmla="*/ 2147483647 h 40"/>
                    <a:gd name="T22" fmla="*/ 2147483647 w 32"/>
                    <a:gd name="T23" fmla="*/ 2147483647 h 40"/>
                    <a:gd name="T24" fmla="*/ 2147483647 w 32"/>
                    <a:gd name="T25" fmla="*/ 2147483647 h 40"/>
                    <a:gd name="T26" fmla="*/ 2147483647 w 32"/>
                    <a:gd name="T27" fmla="*/ 2147483647 h 40"/>
                    <a:gd name="T28" fmla="*/ 2147483647 w 32"/>
                    <a:gd name="T29" fmla="*/ 0 h 4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"/>
                    <a:gd name="T46" fmla="*/ 0 h 40"/>
                    <a:gd name="T47" fmla="*/ 32 w 32"/>
                    <a:gd name="T48" fmla="*/ 40 h 4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" h="40">
                      <a:moveTo>
                        <a:pt x="16" y="0"/>
                      </a:moveTo>
                      <a:lnTo>
                        <a:pt x="24" y="8"/>
                      </a:lnTo>
                      <a:lnTo>
                        <a:pt x="30" y="14"/>
                      </a:lnTo>
                      <a:lnTo>
                        <a:pt x="32" y="20"/>
                      </a:lnTo>
                      <a:lnTo>
                        <a:pt x="30" y="26"/>
                      </a:lnTo>
                      <a:lnTo>
                        <a:pt x="26" y="30"/>
                      </a:lnTo>
                      <a:lnTo>
                        <a:pt x="22" y="34"/>
                      </a:lnTo>
                      <a:lnTo>
                        <a:pt x="16" y="38"/>
                      </a:lnTo>
                      <a:lnTo>
                        <a:pt x="6" y="40"/>
                      </a:lnTo>
                      <a:lnTo>
                        <a:pt x="2" y="38"/>
                      </a:lnTo>
                      <a:lnTo>
                        <a:pt x="0" y="32"/>
                      </a:lnTo>
                      <a:lnTo>
                        <a:pt x="2" y="24"/>
                      </a:lnTo>
                      <a:lnTo>
                        <a:pt x="8" y="16"/>
                      </a:lnTo>
                      <a:lnTo>
                        <a:pt x="22" y="6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2" name="iṡḻiḍê"/>
                <p:cNvSpPr/>
                <p:nvPr/>
              </p:nvSpPr>
              <p:spPr bwMode="auto">
                <a:xfrm>
                  <a:off x="5259580" y="3314255"/>
                  <a:ext cx="413165" cy="442734"/>
                </a:xfrm>
                <a:custGeom>
                  <a:avLst/>
                  <a:gdLst>
                    <a:gd name="T0" fmla="*/ 2147483647 w 236"/>
                    <a:gd name="T1" fmla="*/ 2147483647 h 264"/>
                    <a:gd name="T2" fmla="*/ 2147483647 w 236"/>
                    <a:gd name="T3" fmla="*/ 2147483647 h 264"/>
                    <a:gd name="T4" fmla="*/ 2147483647 w 236"/>
                    <a:gd name="T5" fmla="*/ 2147483647 h 264"/>
                    <a:gd name="T6" fmla="*/ 2147483647 w 236"/>
                    <a:gd name="T7" fmla="*/ 2147483647 h 264"/>
                    <a:gd name="T8" fmla="*/ 2147483647 w 236"/>
                    <a:gd name="T9" fmla="*/ 2147483647 h 264"/>
                    <a:gd name="T10" fmla="*/ 2147483647 w 236"/>
                    <a:gd name="T11" fmla="*/ 2147483647 h 264"/>
                    <a:gd name="T12" fmla="*/ 2147483647 w 236"/>
                    <a:gd name="T13" fmla="*/ 2147483647 h 264"/>
                    <a:gd name="T14" fmla="*/ 2147483647 w 236"/>
                    <a:gd name="T15" fmla="*/ 2147483647 h 264"/>
                    <a:gd name="T16" fmla="*/ 2147483647 w 236"/>
                    <a:gd name="T17" fmla="*/ 2147483647 h 264"/>
                    <a:gd name="T18" fmla="*/ 2147483647 w 236"/>
                    <a:gd name="T19" fmla="*/ 2147483647 h 264"/>
                    <a:gd name="T20" fmla="*/ 2147483647 w 236"/>
                    <a:gd name="T21" fmla="*/ 2147483647 h 264"/>
                    <a:gd name="T22" fmla="*/ 2147483647 w 236"/>
                    <a:gd name="T23" fmla="*/ 2147483647 h 264"/>
                    <a:gd name="T24" fmla="*/ 2147483647 w 236"/>
                    <a:gd name="T25" fmla="*/ 2147483647 h 264"/>
                    <a:gd name="T26" fmla="*/ 2147483647 w 236"/>
                    <a:gd name="T27" fmla="*/ 2147483647 h 264"/>
                    <a:gd name="T28" fmla="*/ 2147483647 w 236"/>
                    <a:gd name="T29" fmla="*/ 2147483647 h 264"/>
                    <a:gd name="T30" fmla="*/ 2147483647 w 236"/>
                    <a:gd name="T31" fmla="*/ 2147483647 h 264"/>
                    <a:gd name="T32" fmla="*/ 2147483647 w 236"/>
                    <a:gd name="T33" fmla="*/ 2147483647 h 264"/>
                    <a:gd name="T34" fmla="*/ 2147483647 w 236"/>
                    <a:gd name="T35" fmla="*/ 2147483647 h 264"/>
                    <a:gd name="T36" fmla="*/ 2147483647 w 236"/>
                    <a:gd name="T37" fmla="*/ 2147483647 h 264"/>
                    <a:gd name="T38" fmla="*/ 2147483647 w 236"/>
                    <a:gd name="T39" fmla="*/ 2147483647 h 264"/>
                    <a:gd name="T40" fmla="*/ 2147483647 w 236"/>
                    <a:gd name="T41" fmla="*/ 2147483647 h 264"/>
                    <a:gd name="T42" fmla="*/ 2147483647 w 236"/>
                    <a:gd name="T43" fmla="*/ 2147483647 h 264"/>
                    <a:gd name="T44" fmla="*/ 2147483647 w 236"/>
                    <a:gd name="T45" fmla="*/ 2147483647 h 264"/>
                    <a:gd name="T46" fmla="*/ 2147483647 w 236"/>
                    <a:gd name="T47" fmla="*/ 2147483647 h 264"/>
                    <a:gd name="T48" fmla="*/ 2147483647 w 236"/>
                    <a:gd name="T49" fmla="*/ 2147483647 h 264"/>
                    <a:gd name="T50" fmla="*/ 2147483647 w 236"/>
                    <a:gd name="T51" fmla="*/ 2147483647 h 264"/>
                    <a:gd name="T52" fmla="*/ 2147483647 w 236"/>
                    <a:gd name="T53" fmla="*/ 2147483647 h 264"/>
                    <a:gd name="T54" fmla="*/ 2147483647 w 236"/>
                    <a:gd name="T55" fmla="*/ 2147483647 h 264"/>
                    <a:gd name="T56" fmla="*/ 2147483647 w 236"/>
                    <a:gd name="T57" fmla="*/ 2147483647 h 264"/>
                    <a:gd name="T58" fmla="*/ 2147483647 w 236"/>
                    <a:gd name="T59" fmla="*/ 2147483647 h 264"/>
                    <a:gd name="T60" fmla="*/ 0 w 236"/>
                    <a:gd name="T61" fmla="*/ 2147483647 h 264"/>
                    <a:gd name="T62" fmla="*/ 2147483647 w 236"/>
                    <a:gd name="T63" fmla="*/ 2147483647 h 264"/>
                    <a:gd name="T64" fmla="*/ 2147483647 w 236"/>
                    <a:gd name="T65" fmla="*/ 2147483647 h 264"/>
                    <a:gd name="T66" fmla="*/ 2147483647 w 236"/>
                    <a:gd name="T67" fmla="*/ 2147483647 h 264"/>
                    <a:gd name="T68" fmla="*/ 2147483647 w 236"/>
                    <a:gd name="T69" fmla="*/ 2147483647 h 264"/>
                    <a:gd name="T70" fmla="*/ 2147483647 w 236"/>
                    <a:gd name="T71" fmla="*/ 2147483647 h 264"/>
                    <a:gd name="T72" fmla="*/ 2147483647 w 236"/>
                    <a:gd name="T73" fmla="*/ 2147483647 h 264"/>
                    <a:gd name="T74" fmla="*/ 2147483647 w 236"/>
                    <a:gd name="T75" fmla="*/ 2147483647 h 264"/>
                    <a:gd name="T76" fmla="*/ 2147483647 w 236"/>
                    <a:gd name="T77" fmla="*/ 2147483647 h 264"/>
                    <a:gd name="T78" fmla="*/ 2147483647 w 236"/>
                    <a:gd name="T79" fmla="*/ 2147483647 h 264"/>
                    <a:gd name="T80" fmla="*/ 2147483647 w 236"/>
                    <a:gd name="T81" fmla="*/ 2147483647 h 264"/>
                    <a:gd name="T82" fmla="*/ 2147483647 w 236"/>
                    <a:gd name="T83" fmla="*/ 2147483647 h 264"/>
                    <a:gd name="T84" fmla="*/ 2147483647 w 236"/>
                    <a:gd name="T85" fmla="*/ 2147483647 h 264"/>
                    <a:gd name="T86" fmla="*/ 2147483647 w 236"/>
                    <a:gd name="T87" fmla="*/ 2147483647 h 264"/>
                    <a:gd name="T88" fmla="*/ 2147483647 w 236"/>
                    <a:gd name="T89" fmla="*/ 2147483647 h 264"/>
                    <a:gd name="T90" fmla="*/ 2147483647 w 236"/>
                    <a:gd name="T91" fmla="*/ 2147483647 h 264"/>
                    <a:gd name="T92" fmla="*/ 2147483647 w 236"/>
                    <a:gd name="T93" fmla="*/ 2147483647 h 264"/>
                    <a:gd name="T94" fmla="*/ 2147483647 w 236"/>
                    <a:gd name="T95" fmla="*/ 2147483647 h 264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36"/>
                    <a:gd name="T145" fmla="*/ 0 h 264"/>
                    <a:gd name="T146" fmla="*/ 236 w 236"/>
                    <a:gd name="T147" fmla="*/ 264 h 264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36" h="264">
                      <a:moveTo>
                        <a:pt x="160" y="94"/>
                      </a:moveTo>
                      <a:lnTo>
                        <a:pt x="154" y="88"/>
                      </a:lnTo>
                      <a:lnTo>
                        <a:pt x="160" y="94"/>
                      </a:lnTo>
                      <a:lnTo>
                        <a:pt x="146" y="104"/>
                      </a:lnTo>
                      <a:lnTo>
                        <a:pt x="140" y="112"/>
                      </a:lnTo>
                      <a:lnTo>
                        <a:pt x="138" y="120"/>
                      </a:lnTo>
                      <a:lnTo>
                        <a:pt x="140" y="126"/>
                      </a:lnTo>
                      <a:lnTo>
                        <a:pt x="144" y="128"/>
                      </a:lnTo>
                      <a:lnTo>
                        <a:pt x="152" y="126"/>
                      </a:lnTo>
                      <a:lnTo>
                        <a:pt x="158" y="124"/>
                      </a:lnTo>
                      <a:lnTo>
                        <a:pt x="158" y="132"/>
                      </a:lnTo>
                      <a:lnTo>
                        <a:pt x="160" y="140"/>
                      </a:lnTo>
                      <a:lnTo>
                        <a:pt x="164" y="152"/>
                      </a:lnTo>
                      <a:lnTo>
                        <a:pt x="174" y="160"/>
                      </a:lnTo>
                      <a:lnTo>
                        <a:pt x="184" y="168"/>
                      </a:lnTo>
                      <a:lnTo>
                        <a:pt x="196" y="172"/>
                      </a:lnTo>
                      <a:lnTo>
                        <a:pt x="210" y="178"/>
                      </a:lnTo>
                      <a:lnTo>
                        <a:pt x="222" y="180"/>
                      </a:lnTo>
                      <a:lnTo>
                        <a:pt x="236" y="182"/>
                      </a:lnTo>
                      <a:lnTo>
                        <a:pt x="230" y="194"/>
                      </a:lnTo>
                      <a:lnTo>
                        <a:pt x="220" y="202"/>
                      </a:lnTo>
                      <a:lnTo>
                        <a:pt x="204" y="222"/>
                      </a:lnTo>
                      <a:lnTo>
                        <a:pt x="200" y="230"/>
                      </a:lnTo>
                      <a:lnTo>
                        <a:pt x="196" y="234"/>
                      </a:lnTo>
                      <a:lnTo>
                        <a:pt x="194" y="236"/>
                      </a:lnTo>
                      <a:lnTo>
                        <a:pt x="190" y="238"/>
                      </a:lnTo>
                      <a:lnTo>
                        <a:pt x="186" y="236"/>
                      </a:lnTo>
                      <a:lnTo>
                        <a:pt x="180" y="236"/>
                      </a:lnTo>
                      <a:lnTo>
                        <a:pt x="174" y="238"/>
                      </a:lnTo>
                      <a:lnTo>
                        <a:pt x="168" y="242"/>
                      </a:lnTo>
                      <a:lnTo>
                        <a:pt x="160" y="246"/>
                      </a:lnTo>
                      <a:lnTo>
                        <a:pt x="150" y="254"/>
                      </a:lnTo>
                      <a:lnTo>
                        <a:pt x="144" y="256"/>
                      </a:lnTo>
                      <a:lnTo>
                        <a:pt x="138" y="256"/>
                      </a:lnTo>
                      <a:lnTo>
                        <a:pt x="134" y="256"/>
                      </a:lnTo>
                      <a:lnTo>
                        <a:pt x="130" y="252"/>
                      </a:lnTo>
                      <a:lnTo>
                        <a:pt x="128" y="250"/>
                      </a:lnTo>
                      <a:lnTo>
                        <a:pt x="124" y="250"/>
                      </a:lnTo>
                      <a:lnTo>
                        <a:pt x="120" y="250"/>
                      </a:lnTo>
                      <a:lnTo>
                        <a:pt x="118" y="252"/>
                      </a:lnTo>
                      <a:lnTo>
                        <a:pt x="114" y="256"/>
                      </a:lnTo>
                      <a:lnTo>
                        <a:pt x="108" y="262"/>
                      </a:lnTo>
                      <a:lnTo>
                        <a:pt x="108" y="264"/>
                      </a:lnTo>
                      <a:lnTo>
                        <a:pt x="104" y="264"/>
                      </a:lnTo>
                      <a:lnTo>
                        <a:pt x="96" y="264"/>
                      </a:lnTo>
                      <a:lnTo>
                        <a:pt x="88" y="260"/>
                      </a:lnTo>
                      <a:lnTo>
                        <a:pt x="76" y="254"/>
                      </a:lnTo>
                      <a:lnTo>
                        <a:pt x="62" y="250"/>
                      </a:lnTo>
                      <a:lnTo>
                        <a:pt x="54" y="248"/>
                      </a:lnTo>
                      <a:lnTo>
                        <a:pt x="46" y="246"/>
                      </a:lnTo>
                      <a:lnTo>
                        <a:pt x="48" y="246"/>
                      </a:lnTo>
                      <a:lnTo>
                        <a:pt x="44" y="238"/>
                      </a:lnTo>
                      <a:lnTo>
                        <a:pt x="40" y="232"/>
                      </a:lnTo>
                      <a:lnTo>
                        <a:pt x="36" y="226"/>
                      </a:lnTo>
                      <a:lnTo>
                        <a:pt x="32" y="222"/>
                      </a:lnTo>
                      <a:lnTo>
                        <a:pt x="30" y="208"/>
                      </a:lnTo>
                      <a:lnTo>
                        <a:pt x="26" y="204"/>
                      </a:lnTo>
                      <a:lnTo>
                        <a:pt x="24" y="200"/>
                      </a:lnTo>
                      <a:lnTo>
                        <a:pt x="10" y="192"/>
                      </a:lnTo>
                      <a:lnTo>
                        <a:pt x="4" y="186"/>
                      </a:lnTo>
                      <a:lnTo>
                        <a:pt x="0" y="182"/>
                      </a:lnTo>
                      <a:lnTo>
                        <a:pt x="0" y="180"/>
                      </a:lnTo>
                      <a:lnTo>
                        <a:pt x="2" y="178"/>
                      </a:lnTo>
                      <a:lnTo>
                        <a:pt x="6" y="176"/>
                      </a:lnTo>
                      <a:lnTo>
                        <a:pt x="12" y="174"/>
                      </a:lnTo>
                      <a:lnTo>
                        <a:pt x="16" y="170"/>
                      </a:lnTo>
                      <a:lnTo>
                        <a:pt x="18" y="160"/>
                      </a:lnTo>
                      <a:lnTo>
                        <a:pt x="18" y="152"/>
                      </a:lnTo>
                      <a:lnTo>
                        <a:pt x="18" y="142"/>
                      </a:lnTo>
                      <a:lnTo>
                        <a:pt x="20" y="134"/>
                      </a:lnTo>
                      <a:lnTo>
                        <a:pt x="24" y="132"/>
                      </a:lnTo>
                      <a:lnTo>
                        <a:pt x="30" y="130"/>
                      </a:lnTo>
                      <a:lnTo>
                        <a:pt x="32" y="120"/>
                      </a:lnTo>
                      <a:lnTo>
                        <a:pt x="34" y="112"/>
                      </a:lnTo>
                      <a:lnTo>
                        <a:pt x="42" y="98"/>
                      </a:lnTo>
                      <a:lnTo>
                        <a:pt x="52" y="86"/>
                      </a:lnTo>
                      <a:lnTo>
                        <a:pt x="52" y="78"/>
                      </a:lnTo>
                      <a:lnTo>
                        <a:pt x="52" y="70"/>
                      </a:lnTo>
                      <a:lnTo>
                        <a:pt x="52" y="46"/>
                      </a:lnTo>
                      <a:lnTo>
                        <a:pt x="54" y="42"/>
                      </a:lnTo>
                      <a:lnTo>
                        <a:pt x="56" y="34"/>
                      </a:lnTo>
                      <a:lnTo>
                        <a:pt x="58" y="28"/>
                      </a:lnTo>
                      <a:lnTo>
                        <a:pt x="58" y="16"/>
                      </a:lnTo>
                      <a:lnTo>
                        <a:pt x="66" y="14"/>
                      </a:lnTo>
                      <a:lnTo>
                        <a:pt x="74" y="10"/>
                      </a:lnTo>
                      <a:lnTo>
                        <a:pt x="80" y="4"/>
                      </a:lnTo>
                      <a:lnTo>
                        <a:pt x="84" y="0"/>
                      </a:lnTo>
                      <a:lnTo>
                        <a:pt x="90" y="10"/>
                      </a:lnTo>
                      <a:lnTo>
                        <a:pt x="96" y="28"/>
                      </a:lnTo>
                      <a:lnTo>
                        <a:pt x="102" y="40"/>
                      </a:lnTo>
                      <a:lnTo>
                        <a:pt x="104" y="44"/>
                      </a:lnTo>
                      <a:lnTo>
                        <a:pt x="110" y="46"/>
                      </a:lnTo>
                      <a:lnTo>
                        <a:pt x="126" y="56"/>
                      </a:lnTo>
                      <a:lnTo>
                        <a:pt x="138" y="68"/>
                      </a:lnTo>
                      <a:lnTo>
                        <a:pt x="154" y="88"/>
                      </a:lnTo>
                      <a:lnTo>
                        <a:pt x="160" y="9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3" name="ïşļîďê"/>
                <p:cNvSpPr/>
                <p:nvPr/>
              </p:nvSpPr>
              <p:spPr bwMode="auto">
                <a:xfrm>
                  <a:off x="4743125" y="3530018"/>
                  <a:ext cx="362208" cy="250789"/>
                </a:xfrm>
                <a:custGeom>
                  <a:avLst/>
                  <a:gdLst>
                    <a:gd name="T0" fmla="*/ 2147483647 w 206"/>
                    <a:gd name="T1" fmla="*/ 2147483647 h 152"/>
                    <a:gd name="T2" fmla="*/ 2147483647 w 206"/>
                    <a:gd name="T3" fmla="*/ 2147483647 h 152"/>
                    <a:gd name="T4" fmla="*/ 2147483647 w 206"/>
                    <a:gd name="T5" fmla="*/ 2147483647 h 152"/>
                    <a:gd name="T6" fmla="*/ 2147483647 w 206"/>
                    <a:gd name="T7" fmla="*/ 2147483647 h 152"/>
                    <a:gd name="T8" fmla="*/ 2147483647 w 206"/>
                    <a:gd name="T9" fmla="*/ 2147483647 h 152"/>
                    <a:gd name="T10" fmla="*/ 2147483647 w 206"/>
                    <a:gd name="T11" fmla="*/ 2147483647 h 152"/>
                    <a:gd name="T12" fmla="*/ 2147483647 w 206"/>
                    <a:gd name="T13" fmla="*/ 2147483647 h 152"/>
                    <a:gd name="T14" fmla="*/ 2147483647 w 206"/>
                    <a:gd name="T15" fmla="*/ 2147483647 h 152"/>
                    <a:gd name="T16" fmla="*/ 2147483647 w 206"/>
                    <a:gd name="T17" fmla="*/ 2147483647 h 152"/>
                    <a:gd name="T18" fmla="*/ 2147483647 w 206"/>
                    <a:gd name="T19" fmla="*/ 2147483647 h 152"/>
                    <a:gd name="T20" fmla="*/ 2147483647 w 206"/>
                    <a:gd name="T21" fmla="*/ 0 h 152"/>
                    <a:gd name="T22" fmla="*/ 2147483647 w 206"/>
                    <a:gd name="T23" fmla="*/ 0 h 152"/>
                    <a:gd name="T24" fmla="*/ 2147483647 w 206"/>
                    <a:gd name="T25" fmla="*/ 0 h 152"/>
                    <a:gd name="T26" fmla="*/ 2147483647 w 206"/>
                    <a:gd name="T27" fmla="*/ 2147483647 h 152"/>
                    <a:gd name="T28" fmla="*/ 2147483647 w 206"/>
                    <a:gd name="T29" fmla="*/ 2147483647 h 152"/>
                    <a:gd name="T30" fmla="*/ 2147483647 w 206"/>
                    <a:gd name="T31" fmla="*/ 2147483647 h 152"/>
                    <a:gd name="T32" fmla="*/ 2147483647 w 206"/>
                    <a:gd name="T33" fmla="*/ 2147483647 h 152"/>
                    <a:gd name="T34" fmla="*/ 2147483647 w 206"/>
                    <a:gd name="T35" fmla="*/ 2147483647 h 152"/>
                    <a:gd name="T36" fmla="*/ 2147483647 w 206"/>
                    <a:gd name="T37" fmla="*/ 2147483647 h 152"/>
                    <a:gd name="T38" fmla="*/ 2147483647 w 206"/>
                    <a:gd name="T39" fmla="*/ 2147483647 h 152"/>
                    <a:gd name="T40" fmla="*/ 2147483647 w 206"/>
                    <a:gd name="T41" fmla="*/ 2147483647 h 152"/>
                    <a:gd name="T42" fmla="*/ 2147483647 w 206"/>
                    <a:gd name="T43" fmla="*/ 2147483647 h 152"/>
                    <a:gd name="T44" fmla="*/ 2147483647 w 206"/>
                    <a:gd name="T45" fmla="*/ 2147483647 h 152"/>
                    <a:gd name="T46" fmla="*/ 2147483647 w 206"/>
                    <a:gd name="T47" fmla="*/ 2147483647 h 152"/>
                    <a:gd name="T48" fmla="*/ 0 w 206"/>
                    <a:gd name="T49" fmla="*/ 2147483647 h 152"/>
                    <a:gd name="T50" fmla="*/ 2147483647 w 206"/>
                    <a:gd name="T51" fmla="*/ 2147483647 h 152"/>
                    <a:gd name="T52" fmla="*/ 2147483647 w 206"/>
                    <a:gd name="T53" fmla="*/ 2147483647 h 152"/>
                    <a:gd name="T54" fmla="*/ 2147483647 w 206"/>
                    <a:gd name="T55" fmla="*/ 2147483647 h 152"/>
                    <a:gd name="T56" fmla="*/ 2147483647 w 206"/>
                    <a:gd name="T57" fmla="*/ 2147483647 h 152"/>
                    <a:gd name="T58" fmla="*/ 2147483647 w 206"/>
                    <a:gd name="T59" fmla="*/ 2147483647 h 152"/>
                    <a:gd name="T60" fmla="*/ 2147483647 w 206"/>
                    <a:gd name="T61" fmla="*/ 2147483647 h 152"/>
                    <a:gd name="T62" fmla="*/ 2147483647 w 206"/>
                    <a:gd name="T63" fmla="*/ 2147483647 h 152"/>
                    <a:gd name="T64" fmla="*/ 2147483647 w 206"/>
                    <a:gd name="T65" fmla="*/ 2147483647 h 152"/>
                    <a:gd name="T66" fmla="*/ 2147483647 w 206"/>
                    <a:gd name="T67" fmla="*/ 2147483647 h 152"/>
                    <a:gd name="T68" fmla="*/ 2147483647 w 206"/>
                    <a:gd name="T69" fmla="*/ 2147483647 h 152"/>
                    <a:gd name="T70" fmla="*/ 2147483647 w 206"/>
                    <a:gd name="T71" fmla="*/ 2147483647 h 152"/>
                    <a:gd name="T72" fmla="*/ 2147483647 w 206"/>
                    <a:gd name="T73" fmla="*/ 2147483647 h 152"/>
                    <a:gd name="T74" fmla="*/ 2147483647 w 206"/>
                    <a:gd name="T75" fmla="*/ 2147483647 h 152"/>
                    <a:gd name="T76" fmla="*/ 2147483647 w 206"/>
                    <a:gd name="T77" fmla="*/ 2147483647 h 152"/>
                    <a:gd name="T78" fmla="*/ 2147483647 w 206"/>
                    <a:gd name="T79" fmla="*/ 2147483647 h 152"/>
                    <a:gd name="T80" fmla="*/ 2147483647 w 206"/>
                    <a:gd name="T81" fmla="*/ 2147483647 h 152"/>
                    <a:gd name="T82" fmla="*/ 2147483647 w 206"/>
                    <a:gd name="T83" fmla="*/ 2147483647 h 152"/>
                    <a:gd name="T84" fmla="*/ 2147483647 w 206"/>
                    <a:gd name="T85" fmla="*/ 2147483647 h 152"/>
                    <a:gd name="T86" fmla="*/ 2147483647 w 206"/>
                    <a:gd name="T87" fmla="*/ 2147483647 h 152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206"/>
                    <a:gd name="T133" fmla="*/ 0 h 152"/>
                    <a:gd name="T134" fmla="*/ 206 w 206"/>
                    <a:gd name="T135" fmla="*/ 152 h 152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206" h="152">
                      <a:moveTo>
                        <a:pt x="206" y="108"/>
                      </a:moveTo>
                      <a:lnTo>
                        <a:pt x="204" y="106"/>
                      </a:lnTo>
                      <a:lnTo>
                        <a:pt x="204" y="102"/>
                      </a:lnTo>
                      <a:lnTo>
                        <a:pt x="204" y="96"/>
                      </a:lnTo>
                      <a:lnTo>
                        <a:pt x="200" y="92"/>
                      </a:lnTo>
                      <a:lnTo>
                        <a:pt x="196" y="88"/>
                      </a:lnTo>
                      <a:lnTo>
                        <a:pt x="186" y="80"/>
                      </a:lnTo>
                      <a:lnTo>
                        <a:pt x="178" y="70"/>
                      </a:lnTo>
                      <a:lnTo>
                        <a:pt x="174" y="68"/>
                      </a:lnTo>
                      <a:lnTo>
                        <a:pt x="170" y="62"/>
                      </a:lnTo>
                      <a:lnTo>
                        <a:pt x="170" y="56"/>
                      </a:lnTo>
                      <a:lnTo>
                        <a:pt x="168" y="54"/>
                      </a:lnTo>
                      <a:lnTo>
                        <a:pt x="162" y="50"/>
                      </a:lnTo>
                      <a:lnTo>
                        <a:pt x="158" y="46"/>
                      </a:lnTo>
                      <a:lnTo>
                        <a:pt x="156" y="44"/>
                      </a:lnTo>
                      <a:lnTo>
                        <a:pt x="156" y="40"/>
                      </a:lnTo>
                      <a:lnTo>
                        <a:pt x="144" y="40"/>
                      </a:lnTo>
                      <a:lnTo>
                        <a:pt x="144" y="28"/>
                      </a:lnTo>
                      <a:lnTo>
                        <a:pt x="142" y="20"/>
                      </a:lnTo>
                      <a:lnTo>
                        <a:pt x="140" y="12"/>
                      </a:lnTo>
                      <a:lnTo>
                        <a:pt x="136" y="6"/>
                      </a:lnTo>
                      <a:lnTo>
                        <a:pt x="136" y="0"/>
                      </a:lnTo>
                      <a:lnTo>
                        <a:pt x="134" y="0"/>
                      </a:lnTo>
                      <a:lnTo>
                        <a:pt x="132" y="0"/>
                      </a:lnTo>
                      <a:lnTo>
                        <a:pt x="128" y="0"/>
                      </a:lnTo>
                      <a:lnTo>
                        <a:pt x="124" y="0"/>
                      </a:lnTo>
                      <a:lnTo>
                        <a:pt x="120" y="2"/>
                      </a:lnTo>
                      <a:lnTo>
                        <a:pt x="112" y="10"/>
                      </a:lnTo>
                      <a:lnTo>
                        <a:pt x="108" y="18"/>
                      </a:lnTo>
                      <a:lnTo>
                        <a:pt x="104" y="28"/>
                      </a:lnTo>
                      <a:lnTo>
                        <a:pt x="102" y="30"/>
                      </a:lnTo>
                      <a:lnTo>
                        <a:pt x="100" y="32"/>
                      </a:lnTo>
                      <a:lnTo>
                        <a:pt x="90" y="34"/>
                      </a:lnTo>
                      <a:lnTo>
                        <a:pt x="72" y="36"/>
                      </a:lnTo>
                      <a:lnTo>
                        <a:pt x="70" y="42"/>
                      </a:lnTo>
                      <a:lnTo>
                        <a:pt x="68" y="48"/>
                      </a:lnTo>
                      <a:lnTo>
                        <a:pt x="64" y="52"/>
                      </a:lnTo>
                      <a:lnTo>
                        <a:pt x="58" y="56"/>
                      </a:lnTo>
                      <a:lnTo>
                        <a:pt x="46" y="60"/>
                      </a:lnTo>
                      <a:lnTo>
                        <a:pt x="34" y="62"/>
                      </a:lnTo>
                      <a:lnTo>
                        <a:pt x="30" y="60"/>
                      </a:lnTo>
                      <a:lnTo>
                        <a:pt x="28" y="58"/>
                      </a:lnTo>
                      <a:lnTo>
                        <a:pt x="24" y="60"/>
                      </a:lnTo>
                      <a:lnTo>
                        <a:pt x="20" y="64"/>
                      </a:lnTo>
                      <a:lnTo>
                        <a:pt x="20" y="66"/>
                      </a:lnTo>
                      <a:lnTo>
                        <a:pt x="18" y="64"/>
                      </a:lnTo>
                      <a:lnTo>
                        <a:pt x="14" y="68"/>
                      </a:lnTo>
                      <a:lnTo>
                        <a:pt x="8" y="74"/>
                      </a:lnTo>
                      <a:lnTo>
                        <a:pt x="2" y="84"/>
                      </a:lnTo>
                      <a:lnTo>
                        <a:pt x="0" y="94"/>
                      </a:lnTo>
                      <a:lnTo>
                        <a:pt x="0" y="102"/>
                      </a:lnTo>
                      <a:lnTo>
                        <a:pt x="2" y="112"/>
                      </a:lnTo>
                      <a:lnTo>
                        <a:pt x="10" y="126"/>
                      </a:lnTo>
                      <a:lnTo>
                        <a:pt x="20" y="140"/>
                      </a:lnTo>
                      <a:lnTo>
                        <a:pt x="28" y="152"/>
                      </a:lnTo>
                      <a:lnTo>
                        <a:pt x="32" y="146"/>
                      </a:lnTo>
                      <a:lnTo>
                        <a:pt x="36" y="140"/>
                      </a:lnTo>
                      <a:lnTo>
                        <a:pt x="42" y="136"/>
                      </a:lnTo>
                      <a:lnTo>
                        <a:pt x="52" y="136"/>
                      </a:lnTo>
                      <a:lnTo>
                        <a:pt x="62" y="136"/>
                      </a:lnTo>
                      <a:lnTo>
                        <a:pt x="64" y="126"/>
                      </a:lnTo>
                      <a:lnTo>
                        <a:pt x="66" y="118"/>
                      </a:lnTo>
                      <a:lnTo>
                        <a:pt x="68" y="114"/>
                      </a:lnTo>
                      <a:lnTo>
                        <a:pt x="72" y="112"/>
                      </a:lnTo>
                      <a:lnTo>
                        <a:pt x="76" y="108"/>
                      </a:lnTo>
                      <a:lnTo>
                        <a:pt x="78" y="108"/>
                      </a:lnTo>
                      <a:lnTo>
                        <a:pt x="84" y="108"/>
                      </a:lnTo>
                      <a:lnTo>
                        <a:pt x="90" y="110"/>
                      </a:lnTo>
                      <a:lnTo>
                        <a:pt x="102" y="116"/>
                      </a:lnTo>
                      <a:lnTo>
                        <a:pt x="112" y="122"/>
                      </a:lnTo>
                      <a:lnTo>
                        <a:pt x="120" y="122"/>
                      </a:lnTo>
                      <a:lnTo>
                        <a:pt x="128" y="122"/>
                      </a:lnTo>
                      <a:lnTo>
                        <a:pt x="130" y="122"/>
                      </a:lnTo>
                      <a:lnTo>
                        <a:pt x="130" y="120"/>
                      </a:lnTo>
                      <a:lnTo>
                        <a:pt x="132" y="116"/>
                      </a:lnTo>
                      <a:lnTo>
                        <a:pt x="134" y="114"/>
                      </a:lnTo>
                      <a:lnTo>
                        <a:pt x="138" y="116"/>
                      </a:lnTo>
                      <a:lnTo>
                        <a:pt x="140" y="116"/>
                      </a:lnTo>
                      <a:lnTo>
                        <a:pt x="146" y="114"/>
                      </a:lnTo>
                      <a:lnTo>
                        <a:pt x="150" y="112"/>
                      </a:lnTo>
                      <a:lnTo>
                        <a:pt x="156" y="110"/>
                      </a:lnTo>
                      <a:lnTo>
                        <a:pt x="160" y="110"/>
                      </a:lnTo>
                      <a:lnTo>
                        <a:pt x="172" y="110"/>
                      </a:lnTo>
                      <a:lnTo>
                        <a:pt x="174" y="104"/>
                      </a:lnTo>
                      <a:lnTo>
                        <a:pt x="178" y="102"/>
                      </a:lnTo>
                      <a:lnTo>
                        <a:pt x="184" y="104"/>
                      </a:lnTo>
                      <a:lnTo>
                        <a:pt x="192" y="106"/>
                      </a:lnTo>
                      <a:lnTo>
                        <a:pt x="204" y="106"/>
                      </a:lnTo>
                      <a:lnTo>
                        <a:pt x="206" y="10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4" name="íṩ1îḑé"/>
                <p:cNvSpPr/>
                <p:nvPr/>
              </p:nvSpPr>
              <p:spPr bwMode="auto">
                <a:xfrm>
                  <a:off x="5291256" y="3726167"/>
                  <a:ext cx="220354" cy="281612"/>
                </a:xfrm>
                <a:custGeom>
                  <a:avLst/>
                  <a:gdLst>
                    <a:gd name="T0" fmla="*/ 2147483647 w 126"/>
                    <a:gd name="T1" fmla="*/ 2147483647 h 168"/>
                    <a:gd name="T2" fmla="*/ 2147483647 w 126"/>
                    <a:gd name="T3" fmla="*/ 2147483647 h 168"/>
                    <a:gd name="T4" fmla="*/ 2147483647 w 126"/>
                    <a:gd name="T5" fmla="*/ 2147483647 h 168"/>
                    <a:gd name="T6" fmla="*/ 2147483647 w 126"/>
                    <a:gd name="T7" fmla="*/ 2147483647 h 168"/>
                    <a:gd name="T8" fmla="*/ 2147483647 w 126"/>
                    <a:gd name="T9" fmla="*/ 2147483647 h 168"/>
                    <a:gd name="T10" fmla="*/ 2147483647 w 126"/>
                    <a:gd name="T11" fmla="*/ 2147483647 h 168"/>
                    <a:gd name="T12" fmla="*/ 2147483647 w 126"/>
                    <a:gd name="T13" fmla="*/ 2147483647 h 168"/>
                    <a:gd name="T14" fmla="*/ 2147483647 w 126"/>
                    <a:gd name="T15" fmla="*/ 2147483647 h 168"/>
                    <a:gd name="T16" fmla="*/ 2147483647 w 126"/>
                    <a:gd name="T17" fmla="*/ 2147483647 h 168"/>
                    <a:gd name="T18" fmla="*/ 2147483647 w 126"/>
                    <a:gd name="T19" fmla="*/ 2147483647 h 168"/>
                    <a:gd name="T20" fmla="*/ 2147483647 w 126"/>
                    <a:gd name="T21" fmla="*/ 2147483647 h 168"/>
                    <a:gd name="T22" fmla="*/ 2147483647 w 126"/>
                    <a:gd name="T23" fmla="*/ 2147483647 h 168"/>
                    <a:gd name="T24" fmla="*/ 2147483647 w 126"/>
                    <a:gd name="T25" fmla="*/ 2147483647 h 168"/>
                    <a:gd name="T26" fmla="*/ 2147483647 w 126"/>
                    <a:gd name="T27" fmla="*/ 2147483647 h 168"/>
                    <a:gd name="T28" fmla="*/ 2147483647 w 126"/>
                    <a:gd name="T29" fmla="*/ 2147483647 h 168"/>
                    <a:gd name="T30" fmla="*/ 2147483647 w 126"/>
                    <a:gd name="T31" fmla="*/ 2147483647 h 168"/>
                    <a:gd name="T32" fmla="*/ 2147483647 w 126"/>
                    <a:gd name="T33" fmla="*/ 0 h 168"/>
                    <a:gd name="T34" fmla="*/ 2147483647 w 126"/>
                    <a:gd name="T35" fmla="*/ 0 h 168"/>
                    <a:gd name="T36" fmla="*/ 0 w 126"/>
                    <a:gd name="T37" fmla="*/ 2147483647 h 168"/>
                    <a:gd name="T38" fmla="*/ 2147483647 w 126"/>
                    <a:gd name="T39" fmla="*/ 2147483647 h 168"/>
                    <a:gd name="T40" fmla="*/ 2147483647 w 126"/>
                    <a:gd name="T41" fmla="*/ 2147483647 h 168"/>
                    <a:gd name="T42" fmla="*/ 2147483647 w 126"/>
                    <a:gd name="T43" fmla="*/ 2147483647 h 168"/>
                    <a:gd name="T44" fmla="*/ 2147483647 w 126"/>
                    <a:gd name="T45" fmla="*/ 2147483647 h 168"/>
                    <a:gd name="T46" fmla="*/ 2147483647 w 126"/>
                    <a:gd name="T47" fmla="*/ 2147483647 h 168"/>
                    <a:gd name="T48" fmla="*/ 2147483647 w 126"/>
                    <a:gd name="T49" fmla="*/ 2147483647 h 168"/>
                    <a:gd name="T50" fmla="*/ 2147483647 w 126"/>
                    <a:gd name="T51" fmla="*/ 2147483647 h 168"/>
                    <a:gd name="T52" fmla="*/ 0 w 126"/>
                    <a:gd name="T53" fmla="*/ 2147483647 h 168"/>
                    <a:gd name="T54" fmla="*/ 0 w 126"/>
                    <a:gd name="T55" fmla="*/ 2147483647 h 168"/>
                    <a:gd name="T56" fmla="*/ 2147483647 w 126"/>
                    <a:gd name="T57" fmla="*/ 2147483647 h 168"/>
                    <a:gd name="T58" fmla="*/ 2147483647 w 126"/>
                    <a:gd name="T59" fmla="*/ 2147483647 h 168"/>
                    <a:gd name="T60" fmla="*/ 2147483647 w 126"/>
                    <a:gd name="T61" fmla="*/ 2147483647 h 168"/>
                    <a:gd name="T62" fmla="*/ 2147483647 w 126"/>
                    <a:gd name="T63" fmla="*/ 2147483647 h 168"/>
                    <a:gd name="T64" fmla="*/ 2147483647 w 126"/>
                    <a:gd name="T65" fmla="*/ 2147483647 h 168"/>
                    <a:gd name="T66" fmla="*/ 2147483647 w 126"/>
                    <a:gd name="T67" fmla="*/ 2147483647 h 168"/>
                    <a:gd name="T68" fmla="*/ 2147483647 w 126"/>
                    <a:gd name="T69" fmla="*/ 2147483647 h 168"/>
                    <a:gd name="T70" fmla="*/ 2147483647 w 126"/>
                    <a:gd name="T71" fmla="*/ 2147483647 h 168"/>
                    <a:gd name="T72" fmla="*/ 2147483647 w 126"/>
                    <a:gd name="T73" fmla="*/ 2147483647 h 168"/>
                    <a:gd name="T74" fmla="*/ 2147483647 w 126"/>
                    <a:gd name="T75" fmla="*/ 2147483647 h 168"/>
                    <a:gd name="T76" fmla="*/ 2147483647 w 126"/>
                    <a:gd name="T77" fmla="*/ 2147483647 h 168"/>
                    <a:gd name="T78" fmla="*/ 2147483647 w 126"/>
                    <a:gd name="T79" fmla="*/ 2147483647 h 168"/>
                    <a:gd name="T80" fmla="*/ 2147483647 w 126"/>
                    <a:gd name="T81" fmla="*/ 2147483647 h 16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6"/>
                    <a:gd name="T124" fmla="*/ 0 h 168"/>
                    <a:gd name="T125" fmla="*/ 126 w 126"/>
                    <a:gd name="T126" fmla="*/ 168 h 16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6" h="168">
                      <a:moveTo>
                        <a:pt x="120" y="10"/>
                      </a:moveTo>
                      <a:lnTo>
                        <a:pt x="116" y="10"/>
                      </a:lnTo>
                      <a:lnTo>
                        <a:pt x="112" y="6"/>
                      </a:lnTo>
                      <a:lnTo>
                        <a:pt x="110" y="4"/>
                      </a:lnTo>
                      <a:lnTo>
                        <a:pt x="106" y="4"/>
                      </a:lnTo>
                      <a:lnTo>
                        <a:pt x="102" y="4"/>
                      </a:lnTo>
                      <a:lnTo>
                        <a:pt x="100" y="6"/>
                      </a:lnTo>
                      <a:lnTo>
                        <a:pt x="96" y="10"/>
                      </a:lnTo>
                      <a:lnTo>
                        <a:pt x="90" y="16"/>
                      </a:lnTo>
                      <a:lnTo>
                        <a:pt x="90" y="18"/>
                      </a:lnTo>
                      <a:lnTo>
                        <a:pt x="86" y="18"/>
                      </a:lnTo>
                      <a:lnTo>
                        <a:pt x="78" y="18"/>
                      </a:lnTo>
                      <a:lnTo>
                        <a:pt x="70" y="14"/>
                      </a:lnTo>
                      <a:lnTo>
                        <a:pt x="58" y="8"/>
                      </a:lnTo>
                      <a:lnTo>
                        <a:pt x="46" y="4"/>
                      </a:lnTo>
                      <a:lnTo>
                        <a:pt x="38" y="2"/>
                      </a:lnTo>
                      <a:lnTo>
                        <a:pt x="30" y="0"/>
                      </a:lnTo>
                      <a:lnTo>
                        <a:pt x="4" y="0"/>
                      </a:lnTo>
                      <a:lnTo>
                        <a:pt x="0" y="4"/>
                      </a:lnTo>
                      <a:lnTo>
                        <a:pt x="4" y="12"/>
                      </a:lnTo>
                      <a:lnTo>
                        <a:pt x="8" y="20"/>
                      </a:lnTo>
                      <a:lnTo>
                        <a:pt x="14" y="32"/>
                      </a:lnTo>
                      <a:lnTo>
                        <a:pt x="16" y="38"/>
                      </a:lnTo>
                      <a:lnTo>
                        <a:pt x="16" y="42"/>
                      </a:lnTo>
                      <a:lnTo>
                        <a:pt x="16" y="48"/>
                      </a:lnTo>
                      <a:lnTo>
                        <a:pt x="16" y="52"/>
                      </a:lnTo>
                      <a:lnTo>
                        <a:pt x="0" y="76"/>
                      </a:lnTo>
                      <a:lnTo>
                        <a:pt x="0" y="100"/>
                      </a:lnTo>
                      <a:lnTo>
                        <a:pt x="62" y="138"/>
                      </a:lnTo>
                      <a:lnTo>
                        <a:pt x="62" y="146"/>
                      </a:lnTo>
                      <a:lnTo>
                        <a:pt x="88" y="168"/>
                      </a:lnTo>
                      <a:lnTo>
                        <a:pt x="90" y="164"/>
                      </a:lnTo>
                      <a:lnTo>
                        <a:pt x="94" y="158"/>
                      </a:lnTo>
                      <a:lnTo>
                        <a:pt x="108" y="130"/>
                      </a:lnTo>
                      <a:lnTo>
                        <a:pt x="122" y="106"/>
                      </a:lnTo>
                      <a:lnTo>
                        <a:pt x="116" y="102"/>
                      </a:lnTo>
                      <a:lnTo>
                        <a:pt x="112" y="98"/>
                      </a:lnTo>
                      <a:lnTo>
                        <a:pt x="112" y="32"/>
                      </a:lnTo>
                      <a:lnTo>
                        <a:pt x="120" y="14"/>
                      </a:lnTo>
                      <a:lnTo>
                        <a:pt x="126" y="10"/>
                      </a:lnTo>
                      <a:lnTo>
                        <a:pt x="120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5" name="ïṥlïḓé"/>
                <p:cNvSpPr/>
                <p:nvPr/>
              </p:nvSpPr>
              <p:spPr bwMode="auto">
                <a:xfrm>
                  <a:off x="5165929" y="3726167"/>
                  <a:ext cx="152871" cy="179335"/>
                </a:xfrm>
                <a:custGeom>
                  <a:avLst/>
                  <a:gdLst>
                    <a:gd name="T0" fmla="*/ 2147483647 w 88"/>
                    <a:gd name="T1" fmla="*/ 0 h 108"/>
                    <a:gd name="T2" fmla="*/ 2147483647 w 88"/>
                    <a:gd name="T3" fmla="*/ 2147483647 h 108"/>
                    <a:gd name="T4" fmla="*/ 2147483647 w 88"/>
                    <a:gd name="T5" fmla="*/ 2147483647 h 108"/>
                    <a:gd name="T6" fmla="*/ 2147483647 w 88"/>
                    <a:gd name="T7" fmla="*/ 2147483647 h 108"/>
                    <a:gd name="T8" fmla="*/ 2147483647 w 88"/>
                    <a:gd name="T9" fmla="*/ 2147483647 h 108"/>
                    <a:gd name="T10" fmla="*/ 2147483647 w 88"/>
                    <a:gd name="T11" fmla="*/ 2147483647 h 108"/>
                    <a:gd name="T12" fmla="*/ 2147483647 w 88"/>
                    <a:gd name="T13" fmla="*/ 2147483647 h 108"/>
                    <a:gd name="T14" fmla="*/ 2147483647 w 88"/>
                    <a:gd name="T15" fmla="*/ 2147483647 h 108"/>
                    <a:gd name="T16" fmla="*/ 2147483647 w 88"/>
                    <a:gd name="T17" fmla="*/ 2147483647 h 108"/>
                    <a:gd name="T18" fmla="*/ 2147483647 w 88"/>
                    <a:gd name="T19" fmla="*/ 2147483647 h 108"/>
                    <a:gd name="T20" fmla="*/ 2147483647 w 88"/>
                    <a:gd name="T21" fmla="*/ 2147483647 h 108"/>
                    <a:gd name="T22" fmla="*/ 2147483647 w 88"/>
                    <a:gd name="T23" fmla="*/ 2147483647 h 108"/>
                    <a:gd name="T24" fmla="*/ 2147483647 w 88"/>
                    <a:gd name="T25" fmla="*/ 2147483647 h 108"/>
                    <a:gd name="T26" fmla="*/ 2147483647 w 88"/>
                    <a:gd name="T27" fmla="*/ 2147483647 h 108"/>
                    <a:gd name="T28" fmla="*/ 0 w 88"/>
                    <a:gd name="T29" fmla="*/ 2147483647 h 108"/>
                    <a:gd name="T30" fmla="*/ 0 w 88"/>
                    <a:gd name="T31" fmla="*/ 2147483647 h 108"/>
                    <a:gd name="T32" fmla="*/ 2147483647 w 88"/>
                    <a:gd name="T33" fmla="*/ 2147483647 h 108"/>
                    <a:gd name="T34" fmla="*/ 2147483647 w 88"/>
                    <a:gd name="T35" fmla="*/ 2147483647 h 108"/>
                    <a:gd name="T36" fmla="*/ 2147483647 w 88"/>
                    <a:gd name="T37" fmla="*/ 2147483647 h 108"/>
                    <a:gd name="T38" fmla="*/ 2147483647 w 88"/>
                    <a:gd name="T39" fmla="*/ 2147483647 h 108"/>
                    <a:gd name="T40" fmla="*/ 2147483647 w 88"/>
                    <a:gd name="T41" fmla="*/ 2147483647 h 108"/>
                    <a:gd name="T42" fmla="*/ 2147483647 w 88"/>
                    <a:gd name="T43" fmla="*/ 2147483647 h 108"/>
                    <a:gd name="T44" fmla="*/ 2147483647 w 88"/>
                    <a:gd name="T45" fmla="*/ 2147483647 h 108"/>
                    <a:gd name="T46" fmla="*/ 2147483647 w 88"/>
                    <a:gd name="T47" fmla="*/ 2147483647 h 108"/>
                    <a:gd name="T48" fmla="*/ 2147483647 w 88"/>
                    <a:gd name="T49" fmla="*/ 2147483647 h 108"/>
                    <a:gd name="T50" fmla="*/ 2147483647 w 88"/>
                    <a:gd name="T51" fmla="*/ 2147483647 h 108"/>
                    <a:gd name="T52" fmla="*/ 2147483647 w 88"/>
                    <a:gd name="T53" fmla="*/ 2147483647 h 108"/>
                    <a:gd name="T54" fmla="*/ 2147483647 w 88"/>
                    <a:gd name="T55" fmla="*/ 2147483647 h 108"/>
                    <a:gd name="T56" fmla="*/ 2147483647 w 88"/>
                    <a:gd name="T57" fmla="*/ 2147483647 h 108"/>
                    <a:gd name="T58" fmla="*/ 2147483647 w 88"/>
                    <a:gd name="T59" fmla="*/ 0 h 108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88"/>
                    <a:gd name="T91" fmla="*/ 0 h 108"/>
                    <a:gd name="T92" fmla="*/ 88 w 88"/>
                    <a:gd name="T93" fmla="*/ 108 h 108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88" h="108">
                      <a:moveTo>
                        <a:pt x="76" y="0"/>
                      </a:moveTo>
                      <a:lnTo>
                        <a:pt x="72" y="4"/>
                      </a:lnTo>
                      <a:lnTo>
                        <a:pt x="76" y="12"/>
                      </a:lnTo>
                      <a:lnTo>
                        <a:pt x="80" y="20"/>
                      </a:lnTo>
                      <a:lnTo>
                        <a:pt x="86" y="32"/>
                      </a:lnTo>
                      <a:lnTo>
                        <a:pt x="88" y="38"/>
                      </a:lnTo>
                      <a:lnTo>
                        <a:pt x="88" y="42"/>
                      </a:lnTo>
                      <a:lnTo>
                        <a:pt x="88" y="48"/>
                      </a:lnTo>
                      <a:lnTo>
                        <a:pt x="88" y="52"/>
                      </a:lnTo>
                      <a:lnTo>
                        <a:pt x="72" y="76"/>
                      </a:lnTo>
                      <a:lnTo>
                        <a:pt x="72" y="100"/>
                      </a:lnTo>
                      <a:lnTo>
                        <a:pt x="20" y="98"/>
                      </a:lnTo>
                      <a:lnTo>
                        <a:pt x="14" y="102"/>
                      </a:lnTo>
                      <a:lnTo>
                        <a:pt x="10" y="108"/>
                      </a:lnTo>
                      <a:lnTo>
                        <a:pt x="0" y="108"/>
                      </a:lnTo>
                      <a:lnTo>
                        <a:pt x="0" y="86"/>
                      </a:lnTo>
                      <a:lnTo>
                        <a:pt x="6" y="76"/>
                      </a:lnTo>
                      <a:lnTo>
                        <a:pt x="12" y="64"/>
                      </a:lnTo>
                      <a:lnTo>
                        <a:pt x="18" y="56"/>
                      </a:lnTo>
                      <a:lnTo>
                        <a:pt x="24" y="48"/>
                      </a:lnTo>
                      <a:lnTo>
                        <a:pt x="24" y="38"/>
                      </a:lnTo>
                      <a:lnTo>
                        <a:pt x="22" y="34"/>
                      </a:lnTo>
                      <a:lnTo>
                        <a:pt x="22" y="28"/>
                      </a:lnTo>
                      <a:lnTo>
                        <a:pt x="20" y="16"/>
                      </a:lnTo>
                      <a:lnTo>
                        <a:pt x="24" y="14"/>
                      </a:lnTo>
                      <a:lnTo>
                        <a:pt x="30" y="12"/>
                      </a:lnTo>
                      <a:lnTo>
                        <a:pt x="52" y="12"/>
                      </a:lnTo>
                      <a:lnTo>
                        <a:pt x="62" y="10"/>
                      </a:lnTo>
                      <a:lnTo>
                        <a:pt x="72" y="4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6" name="îṧḷíḓe"/>
                <p:cNvSpPr/>
                <p:nvPr/>
              </p:nvSpPr>
              <p:spPr bwMode="auto">
                <a:xfrm>
                  <a:off x="5161797" y="3888689"/>
                  <a:ext cx="319514" cy="336254"/>
                </a:xfrm>
                <a:custGeom>
                  <a:avLst/>
                  <a:gdLst>
                    <a:gd name="T0" fmla="*/ 2147483647 w 182"/>
                    <a:gd name="T1" fmla="*/ 2147483647 h 200"/>
                    <a:gd name="T2" fmla="*/ 2147483647 w 182"/>
                    <a:gd name="T3" fmla="*/ 2147483647 h 200"/>
                    <a:gd name="T4" fmla="*/ 2147483647 w 182"/>
                    <a:gd name="T5" fmla="*/ 2147483647 h 200"/>
                    <a:gd name="T6" fmla="*/ 2147483647 w 182"/>
                    <a:gd name="T7" fmla="*/ 2147483647 h 200"/>
                    <a:gd name="T8" fmla="*/ 2147483647 w 182"/>
                    <a:gd name="T9" fmla="*/ 2147483647 h 200"/>
                    <a:gd name="T10" fmla="*/ 2147483647 w 182"/>
                    <a:gd name="T11" fmla="*/ 2147483647 h 200"/>
                    <a:gd name="T12" fmla="*/ 2147483647 w 182"/>
                    <a:gd name="T13" fmla="*/ 2147483647 h 200"/>
                    <a:gd name="T14" fmla="*/ 2147483647 w 182"/>
                    <a:gd name="T15" fmla="*/ 2147483647 h 200"/>
                    <a:gd name="T16" fmla="*/ 2147483647 w 182"/>
                    <a:gd name="T17" fmla="*/ 2147483647 h 200"/>
                    <a:gd name="T18" fmla="*/ 2147483647 w 182"/>
                    <a:gd name="T19" fmla="*/ 2147483647 h 200"/>
                    <a:gd name="T20" fmla="*/ 2147483647 w 182"/>
                    <a:gd name="T21" fmla="*/ 2147483647 h 200"/>
                    <a:gd name="T22" fmla="*/ 2147483647 w 182"/>
                    <a:gd name="T23" fmla="*/ 2147483647 h 200"/>
                    <a:gd name="T24" fmla="*/ 2147483647 w 182"/>
                    <a:gd name="T25" fmla="*/ 2147483647 h 200"/>
                    <a:gd name="T26" fmla="*/ 2147483647 w 182"/>
                    <a:gd name="T27" fmla="*/ 2147483647 h 200"/>
                    <a:gd name="T28" fmla="*/ 2147483647 w 182"/>
                    <a:gd name="T29" fmla="*/ 2147483647 h 200"/>
                    <a:gd name="T30" fmla="*/ 2147483647 w 182"/>
                    <a:gd name="T31" fmla="*/ 2147483647 h 200"/>
                    <a:gd name="T32" fmla="*/ 2147483647 w 182"/>
                    <a:gd name="T33" fmla="*/ 2147483647 h 200"/>
                    <a:gd name="T34" fmla="*/ 2147483647 w 182"/>
                    <a:gd name="T35" fmla="*/ 2147483647 h 200"/>
                    <a:gd name="T36" fmla="*/ 2147483647 w 182"/>
                    <a:gd name="T37" fmla="*/ 2147483647 h 200"/>
                    <a:gd name="T38" fmla="*/ 2147483647 w 182"/>
                    <a:gd name="T39" fmla="*/ 2147483647 h 200"/>
                    <a:gd name="T40" fmla="*/ 2147483647 w 182"/>
                    <a:gd name="T41" fmla="*/ 2147483647 h 200"/>
                    <a:gd name="T42" fmla="*/ 2147483647 w 182"/>
                    <a:gd name="T43" fmla="*/ 2147483647 h 200"/>
                    <a:gd name="T44" fmla="*/ 2147483647 w 182"/>
                    <a:gd name="T45" fmla="*/ 2147483647 h 200"/>
                    <a:gd name="T46" fmla="*/ 2147483647 w 182"/>
                    <a:gd name="T47" fmla="*/ 2147483647 h 200"/>
                    <a:gd name="T48" fmla="*/ 2147483647 w 182"/>
                    <a:gd name="T49" fmla="*/ 2147483647 h 200"/>
                    <a:gd name="T50" fmla="*/ 2147483647 w 182"/>
                    <a:gd name="T51" fmla="*/ 2147483647 h 200"/>
                    <a:gd name="T52" fmla="*/ 2147483647 w 182"/>
                    <a:gd name="T53" fmla="*/ 2147483647 h 200"/>
                    <a:gd name="T54" fmla="*/ 0 w 182"/>
                    <a:gd name="T55" fmla="*/ 2147483647 h 200"/>
                    <a:gd name="T56" fmla="*/ 0 w 182"/>
                    <a:gd name="T57" fmla="*/ 2147483647 h 200"/>
                    <a:gd name="T58" fmla="*/ 0 w 182"/>
                    <a:gd name="T59" fmla="*/ 2147483647 h 200"/>
                    <a:gd name="T60" fmla="*/ 0 w 182"/>
                    <a:gd name="T61" fmla="*/ 2147483647 h 200"/>
                    <a:gd name="T62" fmla="*/ 2147483647 w 182"/>
                    <a:gd name="T63" fmla="*/ 2147483647 h 200"/>
                    <a:gd name="T64" fmla="*/ 2147483647 w 182"/>
                    <a:gd name="T65" fmla="*/ 2147483647 h 200"/>
                    <a:gd name="T66" fmla="*/ 2147483647 w 182"/>
                    <a:gd name="T67" fmla="*/ 2147483647 h 200"/>
                    <a:gd name="T68" fmla="*/ 2147483647 w 182"/>
                    <a:gd name="T69" fmla="*/ 2147483647 h 200"/>
                    <a:gd name="T70" fmla="*/ 2147483647 w 182"/>
                    <a:gd name="T71" fmla="*/ 2147483647 h 200"/>
                    <a:gd name="T72" fmla="*/ 2147483647 w 182"/>
                    <a:gd name="T73" fmla="*/ 2147483647 h 200"/>
                    <a:gd name="T74" fmla="*/ 2147483647 w 182"/>
                    <a:gd name="T75" fmla="*/ 2147483647 h 200"/>
                    <a:gd name="T76" fmla="*/ 2147483647 w 182"/>
                    <a:gd name="T77" fmla="*/ 2147483647 h 200"/>
                    <a:gd name="T78" fmla="*/ 2147483647 w 182"/>
                    <a:gd name="T79" fmla="*/ 2147483647 h 200"/>
                    <a:gd name="T80" fmla="*/ 2147483647 w 182"/>
                    <a:gd name="T81" fmla="*/ 0 h 20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82"/>
                    <a:gd name="T124" fmla="*/ 0 h 200"/>
                    <a:gd name="T125" fmla="*/ 182 w 182"/>
                    <a:gd name="T126" fmla="*/ 200 h 20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82" h="200">
                      <a:moveTo>
                        <a:pt x="30" y="0"/>
                      </a:moveTo>
                      <a:lnTo>
                        <a:pt x="74" y="2"/>
                      </a:lnTo>
                      <a:lnTo>
                        <a:pt x="136" y="40"/>
                      </a:lnTo>
                      <a:lnTo>
                        <a:pt x="136" y="48"/>
                      </a:lnTo>
                      <a:lnTo>
                        <a:pt x="162" y="70"/>
                      </a:lnTo>
                      <a:lnTo>
                        <a:pt x="160" y="74"/>
                      </a:lnTo>
                      <a:lnTo>
                        <a:pt x="158" y="80"/>
                      </a:lnTo>
                      <a:lnTo>
                        <a:pt x="156" y="84"/>
                      </a:lnTo>
                      <a:lnTo>
                        <a:pt x="154" y="88"/>
                      </a:lnTo>
                      <a:lnTo>
                        <a:pt x="152" y="92"/>
                      </a:lnTo>
                      <a:lnTo>
                        <a:pt x="152" y="98"/>
                      </a:lnTo>
                      <a:lnTo>
                        <a:pt x="154" y="102"/>
                      </a:lnTo>
                      <a:lnTo>
                        <a:pt x="158" y="106"/>
                      </a:lnTo>
                      <a:lnTo>
                        <a:pt x="162" y="110"/>
                      </a:lnTo>
                      <a:lnTo>
                        <a:pt x="164" y="116"/>
                      </a:lnTo>
                      <a:lnTo>
                        <a:pt x="164" y="126"/>
                      </a:lnTo>
                      <a:lnTo>
                        <a:pt x="164" y="142"/>
                      </a:lnTo>
                      <a:lnTo>
                        <a:pt x="164" y="156"/>
                      </a:lnTo>
                      <a:lnTo>
                        <a:pt x="168" y="162"/>
                      </a:lnTo>
                      <a:lnTo>
                        <a:pt x="172" y="168"/>
                      </a:lnTo>
                      <a:lnTo>
                        <a:pt x="176" y="174"/>
                      </a:lnTo>
                      <a:lnTo>
                        <a:pt x="182" y="178"/>
                      </a:lnTo>
                      <a:lnTo>
                        <a:pt x="174" y="180"/>
                      </a:lnTo>
                      <a:lnTo>
                        <a:pt x="166" y="180"/>
                      </a:lnTo>
                      <a:lnTo>
                        <a:pt x="162" y="184"/>
                      </a:lnTo>
                      <a:lnTo>
                        <a:pt x="152" y="188"/>
                      </a:lnTo>
                      <a:lnTo>
                        <a:pt x="138" y="192"/>
                      </a:lnTo>
                      <a:lnTo>
                        <a:pt x="134" y="194"/>
                      </a:lnTo>
                      <a:lnTo>
                        <a:pt x="132" y="196"/>
                      </a:lnTo>
                      <a:lnTo>
                        <a:pt x="130" y="198"/>
                      </a:lnTo>
                      <a:lnTo>
                        <a:pt x="126" y="198"/>
                      </a:lnTo>
                      <a:lnTo>
                        <a:pt x="122" y="198"/>
                      </a:lnTo>
                      <a:lnTo>
                        <a:pt x="120" y="196"/>
                      </a:lnTo>
                      <a:lnTo>
                        <a:pt x="116" y="196"/>
                      </a:lnTo>
                      <a:lnTo>
                        <a:pt x="114" y="198"/>
                      </a:lnTo>
                      <a:lnTo>
                        <a:pt x="112" y="200"/>
                      </a:lnTo>
                      <a:lnTo>
                        <a:pt x="108" y="200"/>
                      </a:lnTo>
                      <a:lnTo>
                        <a:pt x="82" y="198"/>
                      </a:lnTo>
                      <a:lnTo>
                        <a:pt x="82" y="172"/>
                      </a:lnTo>
                      <a:lnTo>
                        <a:pt x="80" y="170"/>
                      </a:lnTo>
                      <a:lnTo>
                        <a:pt x="78" y="166"/>
                      </a:lnTo>
                      <a:lnTo>
                        <a:pt x="76" y="160"/>
                      </a:lnTo>
                      <a:lnTo>
                        <a:pt x="60" y="160"/>
                      </a:lnTo>
                      <a:lnTo>
                        <a:pt x="46" y="150"/>
                      </a:lnTo>
                      <a:lnTo>
                        <a:pt x="40" y="146"/>
                      </a:lnTo>
                      <a:lnTo>
                        <a:pt x="30" y="142"/>
                      </a:lnTo>
                      <a:lnTo>
                        <a:pt x="26" y="140"/>
                      </a:lnTo>
                      <a:lnTo>
                        <a:pt x="24" y="138"/>
                      </a:lnTo>
                      <a:lnTo>
                        <a:pt x="22" y="136"/>
                      </a:lnTo>
                      <a:lnTo>
                        <a:pt x="20" y="134"/>
                      </a:lnTo>
                      <a:lnTo>
                        <a:pt x="18" y="126"/>
                      </a:lnTo>
                      <a:lnTo>
                        <a:pt x="16" y="120"/>
                      </a:lnTo>
                      <a:lnTo>
                        <a:pt x="16" y="114"/>
                      </a:lnTo>
                      <a:lnTo>
                        <a:pt x="10" y="110"/>
                      </a:lnTo>
                      <a:lnTo>
                        <a:pt x="6" y="104"/>
                      </a:lnTo>
                      <a:lnTo>
                        <a:pt x="0" y="100"/>
                      </a:lnTo>
                      <a:lnTo>
                        <a:pt x="0" y="94"/>
                      </a:lnTo>
                      <a:lnTo>
                        <a:pt x="0" y="92"/>
                      </a:lnTo>
                      <a:lnTo>
                        <a:pt x="2" y="88"/>
                      </a:lnTo>
                      <a:lnTo>
                        <a:pt x="0" y="84"/>
                      </a:lnTo>
                      <a:lnTo>
                        <a:pt x="0" y="82"/>
                      </a:lnTo>
                      <a:lnTo>
                        <a:pt x="0" y="78"/>
                      </a:lnTo>
                      <a:lnTo>
                        <a:pt x="0" y="72"/>
                      </a:lnTo>
                      <a:lnTo>
                        <a:pt x="2" y="68"/>
                      </a:lnTo>
                      <a:lnTo>
                        <a:pt x="8" y="60"/>
                      </a:lnTo>
                      <a:lnTo>
                        <a:pt x="20" y="50"/>
                      </a:lnTo>
                      <a:lnTo>
                        <a:pt x="22" y="46"/>
                      </a:lnTo>
                      <a:lnTo>
                        <a:pt x="22" y="42"/>
                      </a:lnTo>
                      <a:lnTo>
                        <a:pt x="22" y="40"/>
                      </a:lnTo>
                      <a:lnTo>
                        <a:pt x="20" y="38"/>
                      </a:lnTo>
                      <a:lnTo>
                        <a:pt x="18" y="36"/>
                      </a:lnTo>
                      <a:lnTo>
                        <a:pt x="16" y="34"/>
                      </a:lnTo>
                      <a:lnTo>
                        <a:pt x="18" y="30"/>
                      </a:lnTo>
                      <a:lnTo>
                        <a:pt x="20" y="28"/>
                      </a:lnTo>
                      <a:lnTo>
                        <a:pt x="22" y="26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4" y="16"/>
                      </a:lnTo>
                      <a:lnTo>
                        <a:pt x="22" y="12"/>
                      </a:lnTo>
                      <a:lnTo>
                        <a:pt x="20" y="6"/>
                      </a:lnTo>
                      <a:lnTo>
                        <a:pt x="22" y="0"/>
                      </a:lnTo>
                      <a:lnTo>
                        <a:pt x="24" y="0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7" name="íṣliḋê"/>
                <p:cNvSpPr/>
                <p:nvPr/>
              </p:nvSpPr>
              <p:spPr bwMode="auto">
                <a:xfrm>
                  <a:off x="5152156" y="3888689"/>
                  <a:ext cx="50957" cy="57443"/>
                </a:xfrm>
                <a:custGeom>
                  <a:avLst/>
                  <a:gdLst>
                    <a:gd name="T0" fmla="*/ 2147483647 w 30"/>
                    <a:gd name="T1" fmla="*/ 2147483647 h 34"/>
                    <a:gd name="T2" fmla="*/ 2147483647 w 30"/>
                    <a:gd name="T3" fmla="*/ 2147483647 h 34"/>
                    <a:gd name="T4" fmla="*/ 2147483647 w 30"/>
                    <a:gd name="T5" fmla="*/ 2147483647 h 34"/>
                    <a:gd name="T6" fmla="*/ 2147483647 w 30"/>
                    <a:gd name="T7" fmla="*/ 2147483647 h 34"/>
                    <a:gd name="T8" fmla="*/ 2147483647 w 30"/>
                    <a:gd name="T9" fmla="*/ 2147483647 h 34"/>
                    <a:gd name="T10" fmla="*/ 2147483647 w 30"/>
                    <a:gd name="T11" fmla="*/ 2147483647 h 34"/>
                    <a:gd name="T12" fmla="*/ 2147483647 w 30"/>
                    <a:gd name="T13" fmla="*/ 2147483647 h 34"/>
                    <a:gd name="T14" fmla="*/ 2147483647 w 30"/>
                    <a:gd name="T15" fmla="*/ 0 h 34"/>
                    <a:gd name="T16" fmla="*/ 2147483647 w 30"/>
                    <a:gd name="T17" fmla="*/ 2147483647 h 34"/>
                    <a:gd name="T18" fmla="*/ 2147483647 w 30"/>
                    <a:gd name="T19" fmla="*/ 2147483647 h 34"/>
                    <a:gd name="T20" fmla="*/ 2147483647 w 30"/>
                    <a:gd name="T21" fmla="*/ 2147483647 h 34"/>
                    <a:gd name="T22" fmla="*/ 2147483647 w 30"/>
                    <a:gd name="T23" fmla="*/ 2147483647 h 34"/>
                    <a:gd name="T24" fmla="*/ 2147483647 w 30"/>
                    <a:gd name="T25" fmla="*/ 2147483647 h 34"/>
                    <a:gd name="T26" fmla="*/ 0 w 30"/>
                    <a:gd name="T27" fmla="*/ 2147483647 h 34"/>
                    <a:gd name="T28" fmla="*/ 0 w 30"/>
                    <a:gd name="T29" fmla="*/ 2147483647 h 34"/>
                    <a:gd name="T30" fmla="*/ 0 w 30"/>
                    <a:gd name="T31" fmla="*/ 2147483647 h 34"/>
                    <a:gd name="T32" fmla="*/ 0 w 30"/>
                    <a:gd name="T33" fmla="*/ 2147483647 h 34"/>
                    <a:gd name="T34" fmla="*/ 2147483647 w 30"/>
                    <a:gd name="T35" fmla="*/ 2147483647 h 34"/>
                    <a:gd name="T36" fmla="*/ 2147483647 w 30"/>
                    <a:gd name="T37" fmla="*/ 2147483647 h 34"/>
                    <a:gd name="T38" fmla="*/ 2147483647 w 30"/>
                    <a:gd name="T39" fmla="*/ 2147483647 h 34"/>
                    <a:gd name="T40" fmla="*/ 2147483647 w 30"/>
                    <a:gd name="T41" fmla="*/ 2147483647 h 34"/>
                    <a:gd name="T42" fmla="*/ 2147483647 w 30"/>
                    <a:gd name="T43" fmla="*/ 2147483647 h 34"/>
                    <a:gd name="T44" fmla="*/ 2147483647 w 30"/>
                    <a:gd name="T45" fmla="*/ 2147483647 h 34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0"/>
                    <a:gd name="T70" fmla="*/ 0 h 34"/>
                    <a:gd name="T71" fmla="*/ 30 w 30"/>
                    <a:gd name="T72" fmla="*/ 34 h 34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0" h="34">
                      <a:moveTo>
                        <a:pt x="26" y="28"/>
                      </a:moveTo>
                      <a:lnTo>
                        <a:pt x="28" y="26"/>
                      </a:lnTo>
                      <a:lnTo>
                        <a:pt x="28" y="22"/>
                      </a:lnTo>
                      <a:lnTo>
                        <a:pt x="30" y="22"/>
                      </a:lnTo>
                      <a:lnTo>
                        <a:pt x="30" y="16"/>
                      </a:lnTo>
                      <a:lnTo>
                        <a:pt x="28" y="12"/>
                      </a:lnTo>
                      <a:lnTo>
                        <a:pt x="26" y="6"/>
                      </a:lnTo>
                      <a:lnTo>
                        <a:pt x="28" y="0"/>
                      </a:lnTo>
                      <a:lnTo>
                        <a:pt x="24" y="2"/>
                      </a:lnTo>
                      <a:lnTo>
                        <a:pt x="22" y="4"/>
                      </a:lnTo>
                      <a:lnTo>
                        <a:pt x="18" y="10"/>
                      </a:lnTo>
                      <a:lnTo>
                        <a:pt x="8" y="10"/>
                      </a:lnTo>
                      <a:lnTo>
                        <a:pt x="2" y="18"/>
                      </a:lnTo>
                      <a:lnTo>
                        <a:pt x="0" y="24"/>
                      </a:lnTo>
                      <a:lnTo>
                        <a:pt x="0" y="30"/>
                      </a:lnTo>
                      <a:lnTo>
                        <a:pt x="0" y="32"/>
                      </a:lnTo>
                      <a:lnTo>
                        <a:pt x="0" y="34"/>
                      </a:lnTo>
                      <a:lnTo>
                        <a:pt x="12" y="34"/>
                      </a:lnTo>
                      <a:lnTo>
                        <a:pt x="14" y="30"/>
                      </a:lnTo>
                      <a:lnTo>
                        <a:pt x="14" y="28"/>
                      </a:lnTo>
                      <a:lnTo>
                        <a:pt x="16" y="26"/>
                      </a:lnTo>
                      <a:lnTo>
                        <a:pt x="26" y="26"/>
                      </a:lnTo>
                      <a:lnTo>
                        <a:pt x="26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8" name="ïṥľîḋè"/>
                <p:cNvSpPr/>
                <p:nvPr/>
              </p:nvSpPr>
              <p:spPr bwMode="auto">
                <a:xfrm>
                  <a:off x="5152156" y="3934923"/>
                  <a:ext cx="48203" cy="68651"/>
                </a:xfrm>
                <a:custGeom>
                  <a:avLst/>
                  <a:gdLst>
                    <a:gd name="T0" fmla="*/ 0 w 28"/>
                    <a:gd name="T1" fmla="*/ 2147483647 h 42"/>
                    <a:gd name="T2" fmla="*/ 2147483647 w 28"/>
                    <a:gd name="T3" fmla="*/ 2147483647 h 42"/>
                    <a:gd name="T4" fmla="*/ 2147483647 w 28"/>
                    <a:gd name="T5" fmla="*/ 2147483647 h 42"/>
                    <a:gd name="T6" fmla="*/ 2147483647 w 28"/>
                    <a:gd name="T7" fmla="*/ 2147483647 h 42"/>
                    <a:gd name="T8" fmla="*/ 2147483647 w 28"/>
                    <a:gd name="T9" fmla="*/ 2147483647 h 42"/>
                    <a:gd name="T10" fmla="*/ 2147483647 w 28"/>
                    <a:gd name="T11" fmla="*/ 2147483647 h 42"/>
                    <a:gd name="T12" fmla="*/ 2147483647 w 28"/>
                    <a:gd name="T13" fmla="*/ 2147483647 h 42"/>
                    <a:gd name="T14" fmla="*/ 2147483647 w 28"/>
                    <a:gd name="T15" fmla="*/ 2147483647 h 42"/>
                    <a:gd name="T16" fmla="*/ 2147483647 w 28"/>
                    <a:gd name="T17" fmla="*/ 2147483647 h 42"/>
                    <a:gd name="T18" fmla="*/ 2147483647 w 28"/>
                    <a:gd name="T19" fmla="*/ 2147483647 h 42"/>
                    <a:gd name="T20" fmla="*/ 2147483647 w 28"/>
                    <a:gd name="T21" fmla="*/ 2147483647 h 42"/>
                    <a:gd name="T22" fmla="*/ 2147483647 w 28"/>
                    <a:gd name="T23" fmla="*/ 2147483647 h 42"/>
                    <a:gd name="T24" fmla="*/ 2147483647 w 28"/>
                    <a:gd name="T25" fmla="*/ 2147483647 h 42"/>
                    <a:gd name="T26" fmla="*/ 2147483647 w 28"/>
                    <a:gd name="T27" fmla="*/ 2147483647 h 42"/>
                    <a:gd name="T28" fmla="*/ 2147483647 w 28"/>
                    <a:gd name="T29" fmla="*/ 2147483647 h 42"/>
                    <a:gd name="T30" fmla="*/ 2147483647 w 28"/>
                    <a:gd name="T31" fmla="*/ 2147483647 h 42"/>
                    <a:gd name="T32" fmla="*/ 2147483647 w 28"/>
                    <a:gd name="T33" fmla="*/ 2147483647 h 42"/>
                    <a:gd name="T34" fmla="*/ 2147483647 w 28"/>
                    <a:gd name="T35" fmla="*/ 2147483647 h 42"/>
                    <a:gd name="T36" fmla="*/ 2147483647 w 28"/>
                    <a:gd name="T37" fmla="*/ 2147483647 h 42"/>
                    <a:gd name="T38" fmla="*/ 2147483647 w 28"/>
                    <a:gd name="T39" fmla="*/ 0 h 42"/>
                    <a:gd name="T40" fmla="*/ 2147483647 w 28"/>
                    <a:gd name="T41" fmla="*/ 0 h 42"/>
                    <a:gd name="T42" fmla="*/ 2147483647 w 28"/>
                    <a:gd name="T43" fmla="*/ 2147483647 h 42"/>
                    <a:gd name="T44" fmla="*/ 2147483647 w 28"/>
                    <a:gd name="T45" fmla="*/ 2147483647 h 42"/>
                    <a:gd name="T46" fmla="*/ 2147483647 w 28"/>
                    <a:gd name="T47" fmla="*/ 2147483647 h 42"/>
                    <a:gd name="T48" fmla="*/ 0 w 28"/>
                    <a:gd name="T49" fmla="*/ 2147483647 h 42"/>
                    <a:gd name="T50" fmla="*/ 0 w 28"/>
                    <a:gd name="T51" fmla="*/ 2147483647 h 42"/>
                    <a:gd name="T52" fmla="*/ 0 w 28"/>
                    <a:gd name="T53" fmla="*/ 2147483647 h 42"/>
                    <a:gd name="T54" fmla="*/ 0 w 28"/>
                    <a:gd name="T55" fmla="*/ 2147483647 h 42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28"/>
                    <a:gd name="T85" fmla="*/ 0 h 42"/>
                    <a:gd name="T86" fmla="*/ 28 w 28"/>
                    <a:gd name="T87" fmla="*/ 42 h 42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28" h="42">
                      <a:moveTo>
                        <a:pt x="0" y="8"/>
                      </a:moveTo>
                      <a:lnTo>
                        <a:pt x="2" y="12"/>
                      </a:lnTo>
                      <a:lnTo>
                        <a:pt x="6" y="14"/>
                      </a:lnTo>
                      <a:lnTo>
                        <a:pt x="6" y="16"/>
                      </a:lnTo>
                      <a:lnTo>
                        <a:pt x="4" y="20"/>
                      </a:lnTo>
                      <a:lnTo>
                        <a:pt x="4" y="24"/>
                      </a:lnTo>
                      <a:lnTo>
                        <a:pt x="4" y="28"/>
                      </a:lnTo>
                      <a:lnTo>
                        <a:pt x="6" y="34"/>
                      </a:lnTo>
                      <a:lnTo>
                        <a:pt x="8" y="42"/>
                      </a:lnTo>
                      <a:lnTo>
                        <a:pt x="14" y="34"/>
                      </a:lnTo>
                      <a:lnTo>
                        <a:pt x="22" y="28"/>
                      </a:lnTo>
                      <a:lnTo>
                        <a:pt x="26" y="24"/>
                      </a:lnTo>
                      <a:lnTo>
                        <a:pt x="28" y="20"/>
                      </a:lnTo>
                      <a:lnTo>
                        <a:pt x="28" y="16"/>
                      </a:lnTo>
                      <a:lnTo>
                        <a:pt x="28" y="14"/>
                      </a:lnTo>
                      <a:lnTo>
                        <a:pt x="26" y="12"/>
                      </a:lnTo>
                      <a:lnTo>
                        <a:pt x="24" y="10"/>
                      </a:lnTo>
                      <a:lnTo>
                        <a:pt x="22" y="8"/>
                      </a:lnTo>
                      <a:lnTo>
                        <a:pt x="24" y="2"/>
                      </a:lnTo>
                      <a:lnTo>
                        <a:pt x="26" y="0"/>
                      </a:lnTo>
                      <a:lnTo>
                        <a:pt x="16" y="0"/>
                      </a:lnTo>
                      <a:lnTo>
                        <a:pt x="14" y="2"/>
                      </a:lnTo>
                      <a:lnTo>
                        <a:pt x="14" y="4"/>
                      </a:lnTo>
                      <a:lnTo>
                        <a:pt x="12" y="8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9" name="íṥľïdé"/>
                <p:cNvSpPr/>
                <p:nvPr/>
              </p:nvSpPr>
              <p:spPr bwMode="auto">
                <a:xfrm>
                  <a:off x="4688037" y="3699545"/>
                  <a:ext cx="519210" cy="575835"/>
                </a:xfrm>
                <a:custGeom>
                  <a:avLst/>
                  <a:gdLst>
                    <a:gd name="T0" fmla="*/ 2147483647 w 298"/>
                    <a:gd name="T1" fmla="*/ 2147483647 h 346"/>
                    <a:gd name="T2" fmla="*/ 2147483647 w 298"/>
                    <a:gd name="T3" fmla="*/ 2147483647 h 346"/>
                    <a:gd name="T4" fmla="*/ 2147483647 w 298"/>
                    <a:gd name="T5" fmla="*/ 2147483647 h 346"/>
                    <a:gd name="T6" fmla="*/ 2147483647 w 298"/>
                    <a:gd name="T7" fmla="*/ 2147483647 h 346"/>
                    <a:gd name="T8" fmla="*/ 2147483647 w 298"/>
                    <a:gd name="T9" fmla="*/ 2147483647 h 346"/>
                    <a:gd name="T10" fmla="*/ 2147483647 w 298"/>
                    <a:gd name="T11" fmla="*/ 2147483647 h 346"/>
                    <a:gd name="T12" fmla="*/ 2147483647 w 298"/>
                    <a:gd name="T13" fmla="*/ 2147483647 h 346"/>
                    <a:gd name="T14" fmla="*/ 2147483647 w 298"/>
                    <a:gd name="T15" fmla="*/ 2147483647 h 346"/>
                    <a:gd name="T16" fmla="*/ 2147483647 w 298"/>
                    <a:gd name="T17" fmla="*/ 2147483647 h 346"/>
                    <a:gd name="T18" fmla="*/ 2147483647 w 298"/>
                    <a:gd name="T19" fmla="*/ 2147483647 h 346"/>
                    <a:gd name="T20" fmla="*/ 2147483647 w 298"/>
                    <a:gd name="T21" fmla="*/ 2147483647 h 346"/>
                    <a:gd name="T22" fmla="*/ 2147483647 w 298"/>
                    <a:gd name="T23" fmla="*/ 2147483647 h 346"/>
                    <a:gd name="T24" fmla="*/ 2147483647 w 298"/>
                    <a:gd name="T25" fmla="*/ 2147483647 h 346"/>
                    <a:gd name="T26" fmla="*/ 2147483647 w 298"/>
                    <a:gd name="T27" fmla="*/ 2147483647 h 346"/>
                    <a:gd name="T28" fmla="*/ 2147483647 w 298"/>
                    <a:gd name="T29" fmla="*/ 2147483647 h 346"/>
                    <a:gd name="T30" fmla="*/ 2147483647 w 298"/>
                    <a:gd name="T31" fmla="*/ 2147483647 h 346"/>
                    <a:gd name="T32" fmla="*/ 2147483647 w 298"/>
                    <a:gd name="T33" fmla="*/ 2147483647 h 346"/>
                    <a:gd name="T34" fmla="*/ 2147483647 w 298"/>
                    <a:gd name="T35" fmla="*/ 2147483647 h 346"/>
                    <a:gd name="T36" fmla="*/ 2147483647 w 298"/>
                    <a:gd name="T37" fmla="*/ 2147483647 h 346"/>
                    <a:gd name="T38" fmla="*/ 2147483647 w 298"/>
                    <a:gd name="T39" fmla="*/ 2147483647 h 346"/>
                    <a:gd name="T40" fmla="*/ 0 w 298"/>
                    <a:gd name="T41" fmla="*/ 2147483647 h 346"/>
                    <a:gd name="T42" fmla="*/ 2147483647 w 298"/>
                    <a:gd name="T43" fmla="*/ 2147483647 h 346"/>
                    <a:gd name="T44" fmla="*/ 2147483647 w 298"/>
                    <a:gd name="T45" fmla="*/ 2147483647 h 346"/>
                    <a:gd name="T46" fmla="*/ 2147483647 w 298"/>
                    <a:gd name="T47" fmla="*/ 2147483647 h 346"/>
                    <a:gd name="T48" fmla="*/ 2147483647 w 298"/>
                    <a:gd name="T49" fmla="*/ 2147483647 h 346"/>
                    <a:gd name="T50" fmla="*/ 2147483647 w 298"/>
                    <a:gd name="T51" fmla="*/ 2147483647 h 346"/>
                    <a:gd name="T52" fmla="*/ 2147483647 w 298"/>
                    <a:gd name="T53" fmla="*/ 2147483647 h 346"/>
                    <a:gd name="T54" fmla="*/ 2147483647 w 298"/>
                    <a:gd name="T55" fmla="*/ 2147483647 h 346"/>
                    <a:gd name="T56" fmla="*/ 2147483647 w 298"/>
                    <a:gd name="T57" fmla="*/ 2147483647 h 346"/>
                    <a:gd name="T58" fmla="*/ 2147483647 w 298"/>
                    <a:gd name="T59" fmla="*/ 2147483647 h 346"/>
                    <a:gd name="T60" fmla="*/ 2147483647 w 298"/>
                    <a:gd name="T61" fmla="*/ 2147483647 h 346"/>
                    <a:gd name="T62" fmla="*/ 2147483647 w 298"/>
                    <a:gd name="T63" fmla="*/ 2147483647 h 346"/>
                    <a:gd name="T64" fmla="*/ 2147483647 w 298"/>
                    <a:gd name="T65" fmla="*/ 2147483647 h 346"/>
                    <a:gd name="T66" fmla="*/ 2147483647 w 298"/>
                    <a:gd name="T67" fmla="*/ 2147483647 h 346"/>
                    <a:gd name="T68" fmla="*/ 2147483647 w 298"/>
                    <a:gd name="T69" fmla="*/ 2147483647 h 346"/>
                    <a:gd name="T70" fmla="*/ 2147483647 w 298"/>
                    <a:gd name="T71" fmla="*/ 2147483647 h 346"/>
                    <a:gd name="T72" fmla="*/ 2147483647 w 298"/>
                    <a:gd name="T73" fmla="*/ 2147483647 h 346"/>
                    <a:gd name="T74" fmla="*/ 2147483647 w 298"/>
                    <a:gd name="T75" fmla="*/ 2147483647 h 346"/>
                    <a:gd name="T76" fmla="*/ 2147483647 w 298"/>
                    <a:gd name="T77" fmla="*/ 2147483647 h 346"/>
                    <a:gd name="T78" fmla="*/ 2147483647 w 298"/>
                    <a:gd name="T79" fmla="*/ 2147483647 h 346"/>
                    <a:gd name="T80" fmla="*/ 2147483647 w 298"/>
                    <a:gd name="T81" fmla="*/ 2147483647 h 346"/>
                    <a:gd name="T82" fmla="*/ 2147483647 w 298"/>
                    <a:gd name="T83" fmla="*/ 2147483647 h 346"/>
                    <a:gd name="T84" fmla="*/ 2147483647 w 298"/>
                    <a:gd name="T85" fmla="*/ 2147483647 h 346"/>
                    <a:gd name="T86" fmla="*/ 2147483647 w 298"/>
                    <a:gd name="T87" fmla="*/ 2147483647 h 346"/>
                    <a:gd name="T88" fmla="*/ 2147483647 w 298"/>
                    <a:gd name="T89" fmla="*/ 2147483647 h 346"/>
                    <a:gd name="T90" fmla="*/ 2147483647 w 298"/>
                    <a:gd name="T91" fmla="*/ 2147483647 h 346"/>
                    <a:gd name="T92" fmla="*/ 2147483647 w 298"/>
                    <a:gd name="T93" fmla="*/ 2147483647 h 346"/>
                    <a:gd name="T94" fmla="*/ 2147483647 w 298"/>
                    <a:gd name="T95" fmla="*/ 2147483647 h 346"/>
                    <a:gd name="T96" fmla="*/ 2147483647 w 298"/>
                    <a:gd name="T97" fmla="*/ 2147483647 h 346"/>
                    <a:gd name="T98" fmla="*/ 2147483647 w 298"/>
                    <a:gd name="T99" fmla="*/ 2147483647 h 346"/>
                    <a:gd name="T100" fmla="*/ 2147483647 w 298"/>
                    <a:gd name="T101" fmla="*/ 2147483647 h 346"/>
                    <a:gd name="T102" fmla="*/ 2147483647 w 298"/>
                    <a:gd name="T103" fmla="*/ 2147483647 h 346"/>
                    <a:gd name="T104" fmla="*/ 2147483647 w 298"/>
                    <a:gd name="T105" fmla="*/ 2147483647 h 346"/>
                    <a:gd name="T106" fmla="*/ 2147483647 w 298"/>
                    <a:gd name="T107" fmla="*/ 2147483647 h 346"/>
                    <a:gd name="T108" fmla="*/ 2147483647 w 298"/>
                    <a:gd name="T109" fmla="*/ 2147483647 h 346"/>
                    <a:gd name="T110" fmla="*/ 2147483647 w 298"/>
                    <a:gd name="T111" fmla="*/ 2147483647 h 346"/>
                    <a:gd name="T112" fmla="*/ 2147483647 w 298"/>
                    <a:gd name="T113" fmla="*/ 2147483647 h 346"/>
                    <a:gd name="T114" fmla="*/ 2147483647 w 298"/>
                    <a:gd name="T115" fmla="*/ 2147483647 h 34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298"/>
                    <a:gd name="T175" fmla="*/ 0 h 346"/>
                    <a:gd name="T176" fmla="*/ 298 w 298"/>
                    <a:gd name="T177" fmla="*/ 346 h 346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298" h="346">
                      <a:moveTo>
                        <a:pt x="290" y="248"/>
                      </a:moveTo>
                      <a:lnTo>
                        <a:pt x="280" y="250"/>
                      </a:lnTo>
                      <a:lnTo>
                        <a:pt x="270" y="256"/>
                      </a:lnTo>
                      <a:lnTo>
                        <a:pt x="264" y="258"/>
                      </a:lnTo>
                      <a:lnTo>
                        <a:pt x="260" y="262"/>
                      </a:lnTo>
                      <a:lnTo>
                        <a:pt x="258" y="266"/>
                      </a:lnTo>
                      <a:lnTo>
                        <a:pt x="256" y="272"/>
                      </a:lnTo>
                      <a:lnTo>
                        <a:pt x="256" y="310"/>
                      </a:lnTo>
                      <a:lnTo>
                        <a:pt x="258" y="318"/>
                      </a:lnTo>
                      <a:lnTo>
                        <a:pt x="260" y="320"/>
                      </a:lnTo>
                      <a:lnTo>
                        <a:pt x="266" y="324"/>
                      </a:lnTo>
                      <a:lnTo>
                        <a:pt x="276" y="324"/>
                      </a:lnTo>
                      <a:lnTo>
                        <a:pt x="276" y="336"/>
                      </a:lnTo>
                      <a:lnTo>
                        <a:pt x="274" y="340"/>
                      </a:lnTo>
                      <a:lnTo>
                        <a:pt x="272" y="344"/>
                      </a:lnTo>
                      <a:lnTo>
                        <a:pt x="268" y="346"/>
                      </a:lnTo>
                      <a:lnTo>
                        <a:pt x="266" y="346"/>
                      </a:lnTo>
                      <a:lnTo>
                        <a:pt x="262" y="338"/>
                      </a:lnTo>
                      <a:lnTo>
                        <a:pt x="258" y="334"/>
                      </a:lnTo>
                      <a:lnTo>
                        <a:pt x="248" y="326"/>
                      </a:lnTo>
                      <a:lnTo>
                        <a:pt x="242" y="320"/>
                      </a:lnTo>
                      <a:lnTo>
                        <a:pt x="238" y="318"/>
                      </a:lnTo>
                      <a:lnTo>
                        <a:pt x="238" y="314"/>
                      </a:lnTo>
                      <a:lnTo>
                        <a:pt x="232" y="316"/>
                      </a:lnTo>
                      <a:lnTo>
                        <a:pt x="230" y="318"/>
                      </a:lnTo>
                      <a:lnTo>
                        <a:pt x="228" y="318"/>
                      </a:lnTo>
                      <a:lnTo>
                        <a:pt x="224" y="320"/>
                      </a:lnTo>
                      <a:lnTo>
                        <a:pt x="218" y="318"/>
                      </a:lnTo>
                      <a:lnTo>
                        <a:pt x="212" y="316"/>
                      </a:lnTo>
                      <a:lnTo>
                        <a:pt x="208" y="312"/>
                      </a:lnTo>
                      <a:lnTo>
                        <a:pt x="206" y="308"/>
                      </a:lnTo>
                      <a:lnTo>
                        <a:pt x="190" y="302"/>
                      </a:lnTo>
                      <a:lnTo>
                        <a:pt x="186" y="300"/>
                      </a:lnTo>
                      <a:lnTo>
                        <a:pt x="178" y="300"/>
                      </a:lnTo>
                      <a:lnTo>
                        <a:pt x="170" y="300"/>
                      </a:lnTo>
                      <a:lnTo>
                        <a:pt x="166" y="302"/>
                      </a:lnTo>
                      <a:lnTo>
                        <a:pt x="162" y="302"/>
                      </a:lnTo>
                      <a:lnTo>
                        <a:pt x="156" y="300"/>
                      </a:lnTo>
                      <a:lnTo>
                        <a:pt x="158" y="294"/>
                      </a:lnTo>
                      <a:lnTo>
                        <a:pt x="158" y="290"/>
                      </a:lnTo>
                      <a:lnTo>
                        <a:pt x="156" y="282"/>
                      </a:lnTo>
                      <a:lnTo>
                        <a:pt x="152" y="280"/>
                      </a:lnTo>
                      <a:lnTo>
                        <a:pt x="152" y="276"/>
                      </a:lnTo>
                      <a:lnTo>
                        <a:pt x="154" y="254"/>
                      </a:lnTo>
                      <a:lnTo>
                        <a:pt x="152" y="232"/>
                      </a:lnTo>
                      <a:lnTo>
                        <a:pt x="146" y="234"/>
                      </a:lnTo>
                      <a:lnTo>
                        <a:pt x="138" y="234"/>
                      </a:lnTo>
                      <a:lnTo>
                        <a:pt x="134" y="232"/>
                      </a:lnTo>
                      <a:lnTo>
                        <a:pt x="132" y="230"/>
                      </a:lnTo>
                      <a:lnTo>
                        <a:pt x="130" y="228"/>
                      </a:lnTo>
                      <a:lnTo>
                        <a:pt x="110" y="228"/>
                      </a:lnTo>
                      <a:lnTo>
                        <a:pt x="110" y="236"/>
                      </a:lnTo>
                      <a:lnTo>
                        <a:pt x="108" y="240"/>
                      </a:lnTo>
                      <a:lnTo>
                        <a:pt x="106" y="242"/>
                      </a:lnTo>
                      <a:lnTo>
                        <a:pt x="98" y="242"/>
                      </a:lnTo>
                      <a:lnTo>
                        <a:pt x="86" y="242"/>
                      </a:lnTo>
                      <a:lnTo>
                        <a:pt x="82" y="242"/>
                      </a:lnTo>
                      <a:lnTo>
                        <a:pt x="80" y="240"/>
                      </a:lnTo>
                      <a:lnTo>
                        <a:pt x="72" y="232"/>
                      </a:lnTo>
                      <a:lnTo>
                        <a:pt x="66" y="220"/>
                      </a:lnTo>
                      <a:lnTo>
                        <a:pt x="66" y="208"/>
                      </a:lnTo>
                      <a:lnTo>
                        <a:pt x="2" y="208"/>
                      </a:lnTo>
                      <a:lnTo>
                        <a:pt x="0" y="202"/>
                      </a:lnTo>
                      <a:lnTo>
                        <a:pt x="2" y="190"/>
                      </a:lnTo>
                      <a:lnTo>
                        <a:pt x="4" y="186"/>
                      </a:lnTo>
                      <a:lnTo>
                        <a:pt x="8" y="184"/>
                      </a:lnTo>
                      <a:lnTo>
                        <a:pt x="14" y="184"/>
                      </a:lnTo>
                      <a:lnTo>
                        <a:pt x="16" y="184"/>
                      </a:lnTo>
                      <a:lnTo>
                        <a:pt x="20" y="184"/>
                      </a:lnTo>
                      <a:lnTo>
                        <a:pt x="22" y="182"/>
                      </a:lnTo>
                      <a:lnTo>
                        <a:pt x="24" y="180"/>
                      </a:lnTo>
                      <a:lnTo>
                        <a:pt x="26" y="180"/>
                      </a:lnTo>
                      <a:lnTo>
                        <a:pt x="30" y="180"/>
                      </a:lnTo>
                      <a:lnTo>
                        <a:pt x="30" y="184"/>
                      </a:lnTo>
                      <a:lnTo>
                        <a:pt x="32" y="184"/>
                      </a:lnTo>
                      <a:lnTo>
                        <a:pt x="36" y="184"/>
                      </a:lnTo>
                      <a:lnTo>
                        <a:pt x="42" y="184"/>
                      </a:lnTo>
                      <a:lnTo>
                        <a:pt x="46" y="182"/>
                      </a:lnTo>
                      <a:lnTo>
                        <a:pt x="50" y="176"/>
                      </a:lnTo>
                      <a:lnTo>
                        <a:pt x="52" y="168"/>
                      </a:lnTo>
                      <a:lnTo>
                        <a:pt x="56" y="156"/>
                      </a:lnTo>
                      <a:lnTo>
                        <a:pt x="56" y="142"/>
                      </a:lnTo>
                      <a:lnTo>
                        <a:pt x="60" y="140"/>
                      </a:lnTo>
                      <a:lnTo>
                        <a:pt x="64" y="136"/>
                      </a:lnTo>
                      <a:lnTo>
                        <a:pt x="66" y="126"/>
                      </a:lnTo>
                      <a:lnTo>
                        <a:pt x="70" y="122"/>
                      </a:lnTo>
                      <a:lnTo>
                        <a:pt x="74" y="118"/>
                      </a:lnTo>
                      <a:lnTo>
                        <a:pt x="78" y="116"/>
                      </a:lnTo>
                      <a:lnTo>
                        <a:pt x="80" y="112"/>
                      </a:lnTo>
                      <a:lnTo>
                        <a:pt x="82" y="108"/>
                      </a:lnTo>
                      <a:lnTo>
                        <a:pt x="80" y="104"/>
                      </a:lnTo>
                      <a:lnTo>
                        <a:pt x="80" y="102"/>
                      </a:lnTo>
                      <a:lnTo>
                        <a:pt x="80" y="98"/>
                      </a:lnTo>
                      <a:lnTo>
                        <a:pt x="92" y="68"/>
                      </a:lnTo>
                      <a:lnTo>
                        <a:pt x="96" y="54"/>
                      </a:lnTo>
                      <a:lnTo>
                        <a:pt x="98" y="44"/>
                      </a:lnTo>
                      <a:lnTo>
                        <a:pt x="96" y="40"/>
                      </a:lnTo>
                      <a:lnTo>
                        <a:pt x="96" y="38"/>
                      </a:lnTo>
                      <a:lnTo>
                        <a:pt x="94" y="36"/>
                      </a:lnTo>
                      <a:lnTo>
                        <a:pt x="94" y="34"/>
                      </a:lnTo>
                      <a:lnTo>
                        <a:pt x="96" y="24"/>
                      </a:lnTo>
                      <a:lnTo>
                        <a:pt x="98" y="16"/>
                      </a:lnTo>
                      <a:lnTo>
                        <a:pt x="100" y="12"/>
                      </a:lnTo>
                      <a:lnTo>
                        <a:pt x="104" y="10"/>
                      </a:lnTo>
                      <a:lnTo>
                        <a:pt x="108" y="6"/>
                      </a:lnTo>
                      <a:lnTo>
                        <a:pt x="110" y="6"/>
                      </a:lnTo>
                      <a:lnTo>
                        <a:pt x="116" y="6"/>
                      </a:lnTo>
                      <a:lnTo>
                        <a:pt x="122" y="8"/>
                      </a:lnTo>
                      <a:lnTo>
                        <a:pt x="134" y="14"/>
                      </a:lnTo>
                      <a:lnTo>
                        <a:pt x="144" y="20"/>
                      </a:lnTo>
                      <a:lnTo>
                        <a:pt x="152" y="20"/>
                      </a:lnTo>
                      <a:lnTo>
                        <a:pt x="160" y="20"/>
                      </a:lnTo>
                      <a:lnTo>
                        <a:pt x="162" y="20"/>
                      </a:lnTo>
                      <a:lnTo>
                        <a:pt x="162" y="18"/>
                      </a:lnTo>
                      <a:lnTo>
                        <a:pt x="164" y="14"/>
                      </a:lnTo>
                      <a:lnTo>
                        <a:pt x="166" y="12"/>
                      </a:lnTo>
                      <a:lnTo>
                        <a:pt x="170" y="14"/>
                      </a:lnTo>
                      <a:lnTo>
                        <a:pt x="172" y="14"/>
                      </a:lnTo>
                      <a:lnTo>
                        <a:pt x="178" y="12"/>
                      </a:lnTo>
                      <a:lnTo>
                        <a:pt x="182" y="10"/>
                      </a:lnTo>
                      <a:lnTo>
                        <a:pt x="188" y="8"/>
                      </a:lnTo>
                      <a:lnTo>
                        <a:pt x="192" y="8"/>
                      </a:lnTo>
                      <a:lnTo>
                        <a:pt x="204" y="8"/>
                      </a:lnTo>
                      <a:lnTo>
                        <a:pt x="206" y="2"/>
                      </a:lnTo>
                      <a:lnTo>
                        <a:pt x="210" y="0"/>
                      </a:lnTo>
                      <a:lnTo>
                        <a:pt x="216" y="2"/>
                      </a:lnTo>
                      <a:lnTo>
                        <a:pt x="224" y="4"/>
                      </a:lnTo>
                      <a:lnTo>
                        <a:pt x="236" y="4"/>
                      </a:lnTo>
                      <a:lnTo>
                        <a:pt x="246" y="14"/>
                      </a:lnTo>
                      <a:lnTo>
                        <a:pt x="252" y="16"/>
                      </a:lnTo>
                      <a:lnTo>
                        <a:pt x="260" y="20"/>
                      </a:lnTo>
                      <a:lnTo>
                        <a:pt x="260" y="16"/>
                      </a:lnTo>
                      <a:lnTo>
                        <a:pt x="264" y="16"/>
                      </a:lnTo>
                      <a:lnTo>
                        <a:pt x="268" y="20"/>
                      </a:lnTo>
                      <a:lnTo>
                        <a:pt x="272" y="16"/>
                      </a:lnTo>
                      <a:lnTo>
                        <a:pt x="280" y="16"/>
                      </a:lnTo>
                      <a:lnTo>
                        <a:pt x="282" y="20"/>
                      </a:lnTo>
                      <a:lnTo>
                        <a:pt x="284" y="24"/>
                      </a:lnTo>
                      <a:lnTo>
                        <a:pt x="294" y="32"/>
                      </a:lnTo>
                      <a:lnTo>
                        <a:pt x="296" y="44"/>
                      </a:lnTo>
                      <a:lnTo>
                        <a:pt x="296" y="50"/>
                      </a:lnTo>
                      <a:lnTo>
                        <a:pt x="298" y="54"/>
                      </a:lnTo>
                      <a:lnTo>
                        <a:pt x="298" y="64"/>
                      </a:lnTo>
                      <a:lnTo>
                        <a:pt x="292" y="72"/>
                      </a:lnTo>
                      <a:lnTo>
                        <a:pt x="286" y="80"/>
                      </a:lnTo>
                      <a:lnTo>
                        <a:pt x="280" y="92"/>
                      </a:lnTo>
                      <a:lnTo>
                        <a:pt x="274" y="102"/>
                      </a:lnTo>
                      <a:lnTo>
                        <a:pt x="274" y="124"/>
                      </a:lnTo>
                      <a:lnTo>
                        <a:pt x="272" y="128"/>
                      </a:lnTo>
                      <a:lnTo>
                        <a:pt x="268" y="132"/>
                      </a:lnTo>
                      <a:lnTo>
                        <a:pt x="266" y="138"/>
                      </a:lnTo>
                      <a:lnTo>
                        <a:pt x="266" y="148"/>
                      </a:lnTo>
                      <a:lnTo>
                        <a:pt x="268" y="152"/>
                      </a:lnTo>
                      <a:lnTo>
                        <a:pt x="272" y="154"/>
                      </a:lnTo>
                      <a:lnTo>
                        <a:pt x="272" y="156"/>
                      </a:lnTo>
                      <a:lnTo>
                        <a:pt x="270" y="160"/>
                      </a:lnTo>
                      <a:lnTo>
                        <a:pt x="270" y="164"/>
                      </a:lnTo>
                      <a:lnTo>
                        <a:pt x="270" y="168"/>
                      </a:lnTo>
                      <a:lnTo>
                        <a:pt x="272" y="174"/>
                      </a:lnTo>
                      <a:lnTo>
                        <a:pt x="274" y="182"/>
                      </a:lnTo>
                      <a:lnTo>
                        <a:pt x="272" y="186"/>
                      </a:lnTo>
                      <a:lnTo>
                        <a:pt x="272" y="192"/>
                      </a:lnTo>
                      <a:lnTo>
                        <a:pt x="272" y="196"/>
                      </a:lnTo>
                      <a:lnTo>
                        <a:pt x="272" y="198"/>
                      </a:lnTo>
                      <a:lnTo>
                        <a:pt x="274" y="202"/>
                      </a:lnTo>
                      <a:lnTo>
                        <a:pt x="272" y="206"/>
                      </a:lnTo>
                      <a:lnTo>
                        <a:pt x="272" y="208"/>
                      </a:lnTo>
                      <a:lnTo>
                        <a:pt x="272" y="214"/>
                      </a:lnTo>
                      <a:lnTo>
                        <a:pt x="278" y="218"/>
                      </a:lnTo>
                      <a:lnTo>
                        <a:pt x="282" y="224"/>
                      </a:lnTo>
                      <a:lnTo>
                        <a:pt x="288" y="228"/>
                      </a:lnTo>
                      <a:lnTo>
                        <a:pt x="288" y="234"/>
                      </a:lnTo>
                      <a:lnTo>
                        <a:pt x="290" y="240"/>
                      </a:lnTo>
                      <a:lnTo>
                        <a:pt x="292" y="248"/>
                      </a:lnTo>
                      <a:lnTo>
                        <a:pt x="290" y="24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0" name="isľiḍè"/>
                <p:cNvSpPr/>
                <p:nvPr/>
              </p:nvSpPr>
              <p:spPr bwMode="auto">
                <a:xfrm>
                  <a:off x="5175570" y="4187114"/>
                  <a:ext cx="305741" cy="497376"/>
                </a:xfrm>
                <a:custGeom>
                  <a:avLst/>
                  <a:gdLst>
                    <a:gd name="T0" fmla="*/ 2147483647 w 174"/>
                    <a:gd name="T1" fmla="*/ 2147483647 h 298"/>
                    <a:gd name="T2" fmla="*/ 2147483647 w 174"/>
                    <a:gd name="T3" fmla="*/ 2147483647 h 298"/>
                    <a:gd name="T4" fmla="*/ 2147483647 w 174"/>
                    <a:gd name="T5" fmla="*/ 2147483647 h 298"/>
                    <a:gd name="T6" fmla="*/ 2147483647 w 174"/>
                    <a:gd name="T7" fmla="*/ 2147483647 h 298"/>
                    <a:gd name="T8" fmla="*/ 2147483647 w 174"/>
                    <a:gd name="T9" fmla="*/ 2147483647 h 298"/>
                    <a:gd name="T10" fmla="*/ 2147483647 w 174"/>
                    <a:gd name="T11" fmla="*/ 2147483647 h 298"/>
                    <a:gd name="T12" fmla="*/ 2147483647 w 174"/>
                    <a:gd name="T13" fmla="*/ 2147483647 h 298"/>
                    <a:gd name="T14" fmla="*/ 2147483647 w 174"/>
                    <a:gd name="T15" fmla="*/ 2147483647 h 298"/>
                    <a:gd name="T16" fmla="*/ 2147483647 w 174"/>
                    <a:gd name="T17" fmla="*/ 2147483647 h 298"/>
                    <a:gd name="T18" fmla="*/ 2147483647 w 174"/>
                    <a:gd name="T19" fmla="*/ 2147483647 h 298"/>
                    <a:gd name="T20" fmla="*/ 2147483647 w 174"/>
                    <a:gd name="T21" fmla="*/ 2147483647 h 298"/>
                    <a:gd name="T22" fmla="*/ 2147483647 w 174"/>
                    <a:gd name="T23" fmla="*/ 2147483647 h 298"/>
                    <a:gd name="T24" fmla="*/ 2147483647 w 174"/>
                    <a:gd name="T25" fmla="*/ 2147483647 h 298"/>
                    <a:gd name="T26" fmla="*/ 2147483647 w 174"/>
                    <a:gd name="T27" fmla="*/ 2147483647 h 298"/>
                    <a:gd name="T28" fmla="*/ 2147483647 w 174"/>
                    <a:gd name="T29" fmla="*/ 2147483647 h 298"/>
                    <a:gd name="T30" fmla="*/ 2147483647 w 174"/>
                    <a:gd name="T31" fmla="*/ 2147483647 h 298"/>
                    <a:gd name="T32" fmla="*/ 2147483647 w 174"/>
                    <a:gd name="T33" fmla="*/ 2147483647 h 298"/>
                    <a:gd name="T34" fmla="*/ 2147483647 w 174"/>
                    <a:gd name="T35" fmla="*/ 2147483647 h 298"/>
                    <a:gd name="T36" fmla="*/ 2147483647 w 174"/>
                    <a:gd name="T37" fmla="*/ 2147483647 h 298"/>
                    <a:gd name="T38" fmla="*/ 2147483647 w 174"/>
                    <a:gd name="T39" fmla="*/ 2147483647 h 298"/>
                    <a:gd name="T40" fmla="*/ 2147483647 w 174"/>
                    <a:gd name="T41" fmla="*/ 2147483647 h 298"/>
                    <a:gd name="T42" fmla="*/ 2147483647 w 174"/>
                    <a:gd name="T43" fmla="*/ 2147483647 h 298"/>
                    <a:gd name="T44" fmla="*/ 2147483647 w 174"/>
                    <a:gd name="T45" fmla="*/ 2147483647 h 298"/>
                    <a:gd name="T46" fmla="*/ 2147483647 w 174"/>
                    <a:gd name="T47" fmla="*/ 2147483647 h 298"/>
                    <a:gd name="T48" fmla="*/ 2147483647 w 174"/>
                    <a:gd name="T49" fmla="*/ 2147483647 h 298"/>
                    <a:gd name="T50" fmla="*/ 2147483647 w 174"/>
                    <a:gd name="T51" fmla="*/ 2147483647 h 298"/>
                    <a:gd name="T52" fmla="*/ 2147483647 w 174"/>
                    <a:gd name="T53" fmla="*/ 2147483647 h 298"/>
                    <a:gd name="T54" fmla="*/ 2147483647 w 174"/>
                    <a:gd name="T55" fmla="*/ 2147483647 h 298"/>
                    <a:gd name="T56" fmla="*/ 2147483647 w 174"/>
                    <a:gd name="T57" fmla="*/ 2147483647 h 298"/>
                    <a:gd name="T58" fmla="*/ 2147483647 w 174"/>
                    <a:gd name="T59" fmla="*/ 2147483647 h 298"/>
                    <a:gd name="T60" fmla="*/ 2147483647 w 174"/>
                    <a:gd name="T61" fmla="*/ 2147483647 h 298"/>
                    <a:gd name="T62" fmla="*/ 2147483647 w 174"/>
                    <a:gd name="T63" fmla="*/ 2147483647 h 298"/>
                    <a:gd name="T64" fmla="*/ 2147483647 w 174"/>
                    <a:gd name="T65" fmla="*/ 2147483647 h 298"/>
                    <a:gd name="T66" fmla="*/ 2147483647 w 174"/>
                    <a:gd name="T67" fmla="*/ 2147483647 h 298"/>
                    <a:gd name="T68" fmla="*/ 2147483647 w 174"/>
                    <a:gd name="T69" fmla="*/ 2147483647 h 298"/>
                    <a:gd name="T70" fmla="*/ 2147483647 w 174"/>
                    <a:gd name="T71" fmla="*/ 2147483647 h 298"/>
                    <a:gd name="T72" fmla="*/ 2147483647 w 174"/>
                    <a:gd name="T73" fmla="*/ 2147483647 h 298"/>
                    <a:gd name="T74" fmla="*/ 2147483647 w 174"/>
                    <a:gd name="T75" fmla="*/ 2147483647 h 298"/>
                    <a:gd name="T76" fmla="*/ 2147483647 w 174"/>
                    <a:gd name="T77" fmla="*/ 2147483647 h 298"/>
                    <a:gd name="T78" fmla="*/ 2147483647 w 174"/>
                    <a:gd name="T79" fmla="*/ 2147483647 h 298"/>
                    <a:gd name="T80" fmla="*/ 2147483647 w 174"/>
                    <a:gd name="T81" fmla="*/ 2147483647 h 298"/>
                    <a:gd name="T82" fmla="*/ 2147483647 w 174"/>
                    <a:gd name="T83" fmla="*/ 2147483647 h 298"/>
                    <a:gd name="T84" fmla="*/ 2147483647 w 174"/>
                    <a:gd name="T85" fmla="*/ 2147483647 h 298"/>
                    <a:gd name="T86" fmla="*/ 2147483647 w 174"/>
                    <a:gd name="T87" fmla="*/ 2147483647 h 298"/>
                    <a:gd name="T88" fmla="*/ 0 w 174"/>
                    <a:gd name="T89" fmla="*/ 2147483647 h 298"/>
                    <a:gd name="T90" fmla="*/ 2147483647 w 174"/>
                    <a:gd name="T91" fmla="*/ 2147483647 h 298"/>
                    <a:gd name="T92" fmla="*/ 2147483647 w 174"/>
                    <a:gd name="T93" fmla="*/ 2147483647 h 298"/>
                    <a:gd name="T94" fmla="*/ 2147483647 w 174"/>
                    <a:gd name="T95" fmla="*/ 2147483647 h 298"/>
                    <a:gd name="T96" fmla="*/ 2147483647 w 174"/>
                    <a:gd name="T97" fmla="*/ 2147483647 h 298"/>
                    <a:gd name="T98" fmla="*/ 2147483647 w 174"/>
                    <a:gd name="T99" fmla="*/ 2147483647 h 298"/>
                    <a:gd name="T100" fmla="*/ 2147483647 w 174"/>
                    <a:gd name="T101" fmla="*/ 2147483647 h 298"/>
                    <a:gd name="T102" fmla="*/ 2147483647 w 174"/>
                    <a:gd name="T103" fmla="*/ 2147483647 h 298"/>
                    <a:gd name="T104" fmla="*/ 2147483647 w 174"/>
                    <a:gd name="T105" fmla="*/ 2147483647 h 298"/>
                    <a:gd name="T106" fmla="*/ 2147483647 w 174"/>
                    <a:gd name="T107" fmla="*/ 2147483647 h 298"/>
                    <a:gd name="T108" fmla="*/ 2147483647 w 174"/>
                    <a:gd name="T109" fmla="*/ 2147483647 h 298"/>
                    <a:gd name="T110" fmla="*/ 2147483647 w 174"/>
                    <a:gd name="T111" fmla="*/ 2147483647 h 298"/>
                    <a:gd name="T112" fmla="*/ 2147483647 w 174"/>
                    <a:gd name="T113" fmla="*/ 2147483647 h 298"/>
                    <a:gd name="T114" fmla="*/ 2147483647 w 174"/>
                    <a:gd name="T115" fmla="*/ 2147483647 h 29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74"/>
                    <a:gd name="T175" fmla="*/ 0 h 298"/>
                    <a:gd name="T176" fmla="*/ 174 w 174"/>
                    <a:gd name="T177" fmla="*/ 298 h 298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74" h="298">
                      <a:moveTo>
                        <a:pt x="30" y="298"/>
                      </a:moveTo>
                      <a:lnTo>
                        <a:pt x="32" y="288"/>
                      </a:lnTo>
                      <a:lnTo>
                        <a:pt x="32" y="282"/>
                      </a:lnTo>
                      <a:lnTo>
                        <a:pt x="34" y="274"/>
                      </a:lnTo>
                      <a:lnTo>
                        <a:pt x="38" y="270"/>
                      </a:lnTo>
                      <a:lnTo>
                        <a:pt x="44" y="268"/>
                      </a:lnTo>
                      <a:lnTo>
                        <a:pt x="50" y="264"/>
                      </a:lnTo>
                      <a:lnTo>
                        <a:pt x="66" y="258"/>
                      </a:lnTo>
                      <a:lnTo>
                        <a:pt x="72" y="254"/>
                      </a:lnTo>
                      <a:lnTo>
                        <a:pt x="74" y="248"/>
                      </a:lnTo>
                      <a:lnTo>
                        <a:pt x="78" y="232"/>
                      </a:lnTo>
                      <a:lnTo>
                        <a:pt x="78" y="218"/>
                      </a:lnTo>
                      <a:lnTo>
                        <a:pt x="78" y="210"/>
                      </a:lnTo>
                      <a:lnTo>
                        <a:pt x="76" y="204"/>
                      </a:lnTo>
                      <a:lnTo>
                        <a:pt x="74" y="196"/>
                      </a:lnTo>
                      <a:lnTo>
                        <a:pt x="74" y="192"/>
                      </a:lnTo>
                      <a:lnTo>
                        <a:pt x="74" y="186"/>
                      </a:lnTo>
                      <a:lnTo>
                        <a:pt x="70" y="182"/>
                      </a:lnTo>
                      <a:lnTo>
                        <a:pt x="70" y="178"/>
                      </a:lnTo>
                      <a:lnTo>
                        <a:pt x="70" y="172"/>
                      </a:lnTo>
                      <a:lnTo>
                        <a:pt x="72" y="168"/>
                      </a:lnTo>
                      <a:lnTo>
                        <a:pt x="76" y="162"/>
                      </a:lnTo>
                      <a:lnTo>
                        <a:pt x="86" y="156"/>
                      </a:lnTo>
                      <a:lnTo>
                        <a:pt x="94" y="152"/>
                      </a:lnTo>
                      <a:lnTo>
                        <a:pt x="100" y="148"/>
                      </a:lnTo>
                      <a:lnTo>
                        <a:pt x="102" y="140"/>
                      </a:lnTo>
                      <a:lnTo>
                        <a:pt x="108" y="134"/>
                      </a:lnTo>
                      <a:lnTo>
                        <a:pt x="112" y="128"/>
                      </a:lnTo>
                      <a:lnTo>
                        <a:pt x="130" y="116"/>
                      </a:lnTo>
                      <a:lnTo>
                        <a:pt x="150" y="108"/>
                      </a:lnTo>
                      <a:lnTo>
                        <a:pt x="156" y="100"/>
                      </a:lnTo>
                      <a:lnTo>
                        <a:pt x="162" y="94"/>
                      </a:lnTo>
                      <a:lnTo>
                        <a:pt x="168" y="84"/>
                      </a:lnTo>
                      <a:lnTo>
                        <a:pt x="168" y="76"/>
                      </a:lnTo>
                      <a:lnTo>
                        <a:pt x="168" y="66"/>
                      </a:lnTo>
                      <a:lnTo>
                        <a:pt x="170" y="56"/>
                      </a:lnTo>
                      <a:lnTo>
                        <a:pt x="170" y="50"/>
                      </a:lnTo>
                      <a:lnTo>
                        <a:pt x="174" y="48"/>
                      </a:lnTo>
                      <a:lnTo>
                        <a:pt x="172" y="22"/>
                      </a:lnTo>
                      <a:lnTo>
                        <a:pt x="172" y="10"/>
                      </a:lnTo>
                      <a:lnTo>
                        <a:pt x="174" y="0"/>
                      </a:lnTo>
                      <a:lnTo>
                        <a:pt x="166" y="2"/>
                      </a:lnTo>
                      <a:lnTo>
                        <a:pt x="158" y="2"/>
                      </a:lnTo>
                      <a:lnTo>
                        <a:pt x="154" y="6"/>
                      </a:lnTo>
                      <a:lnTo>
                        <a:pt x="144" y="10"/>
                      </a:lnTo>
                      <a:lnTo>
                        <a:pt x="130" y="14"/>
                      </a:lnTo>
                      <a:lnTo>
                        <a:pt x="126" y="16"/>
                      </a:lnTo>
                      <a:lnTo>
                        <a:pt x="124" y="18"/>
                      </a:lnTo>
                      <a:lnTo>
                        <a:pt x="122" y="20"/>
                      </a:lnTo>
                      <a:lnTo>
                        <a:pt x="118" y="20"/>
                      </a:lnTo>
                      <a:lnTo>
                        <a:pt x="114" y="20"/>
                      </a:lnTo>
                      <a:lnTo>
                        <a:pt x="112" y="18"/>
                      </a:lnTo>
                      <a:lnTo>
                        <a:pt x="108" y="18"/>
                      </a:lnTo>
                      <a:lnTo>
                        <a:pt x="106" y="20"/>
                      </a:lnTo>
                      <a:lnTo>
                        <a:pt x="104" y="22"/>
                      </a:lnTo>
                      <a:lnTo>
                        <a:pt x="100" y="22"/>
                      </a:lnTo>
                      <a:lnTo>
                        <a:pt x="74" y="20"/>
                      </a:lnTo>
                      <a:lnTo>
                        <a:pt x="72" y="28"/>
                      </a:lnTo>
                      <a:lnTo>
                        <a:pt x="70" y="36"/>
                      </a:lnTo>
                      <a:lnTo>
                        <a:pt x="72" y="42"/>
                      </a:lnTo>
                      <a:lnTo>
                        <a:pt x="74" y="48"/>
                      </a:lnTo>
                      <a:lnTo>
                        <a:pt x="80" y="56"/>
                      </a:lnTo>
                      <a:lnTo>
                        <a:pt x="88" y="68"/>
                      </a:lnTo>
                      <a:lnTo>
                        <a:pt x="92" y="74"/>
                      </a:lnTo>
                      <a:lnTo>
                        <a:pt x="92" y="80"/>
                      </a:lnTo>
                      <a:lnTo>
                        <a:pt x="92" y="88"/>
                      </a:lnTo>
                      <a:lnTo>
                        <a:pt x="90" y="94"/>
                      </a:lnTo>
                      <a:lnTo>
                        <a:pt x="88" y="100"/>
                      </a:lnTo>
                      <a:lnTo>
                        <a:pt x="86" y="102"/>
                      </a:lnTo>
                      <a:lnTo>
                        <a:pt x="82" y="106"/>
                      </a:lnTo>
                      <a:lnTo>
                        <a:pt x="80" y="108"/>
                      </a:lnTo>
                      <a:lnTo>
                        <a:pt x="78" y="110"/>
                      </a:lnTo>
                      <a:lnTo>
                        <a:pt x="78" y="118"/>
                      </a:lnTo>
                      <a:lnTo>
                        <a:pt x="76" y="114"/>
                      </a:lnTo>
                      <a:lnTo>
                        <a:pt x="72" y="110"/>
                      </a:lnTo>
                      <a:lnTo>
                        <a:pt x="68" y="108"/>
                      </a:lnTo>
                      <a:lnTo>
                        <a:pt x="66" y="100"/>
                      </a:lnTo>
                      <a:lnTo>
                        <a:pt x="68" y="90"/>
                      </a:lnTo>
                      <a:lnTo>
                        <a:pt x="70" y="82"/>
                      </a:lnTo>
                      <a:lnTo>
                        <a:pt x="70" y="72"/>
                      </a:lnTo>
                      <a:lnTo>
                        <a:pt x="62" y="72"/>
                      </a:lnTo>
                      <a:lnTo>
                        <a:pt x="56" y="72"/>
                      </a:lnTo>
                      <a:lnTo>
                        <a:pt x="52" y="70"/>
                      </a:lnTo>
                      <a:lnTo>
                        <a:pt x="50" y="64"/>
                      </a:lnTo>
                      <a:lnTo>
                        <a:pt x="44" y="64"/>
                      </a:lnTo>
                      <a:lnTo>
                        <a:pt x="34" y="70"/>
                      </a:lnTo>
                      <a:lnTo>
                        <a:pt x="22" y="72"/>
                      </a:lnTo>
                      <a:lnTo>
                        <a:pt x="12" y="76"/>
                      </a:lnTo>
                      <a:lnTo>
                        <a:pt x="6" y="80"/>
                      </a:lnTo>
                      <a:lnTo>
                        <a:pt x="0" y="82"/>
                      </a:lnTo>
                      <a:lnTo>
                        <a:pt x="2" y="98"/>
                      </a:lnTo>
                      <a:lnTo>
                        <a:pt x="18" y="102"/>
                      </a:lnTo>
                      <a:lnTo>
                        <a:pt x="30" y="106"/>
                      </a:lnTo>
                      <a:lnTo>
                        <a:pt x="36" y="110"/>
                      </a:lnTo>
                      <a:lnTo>
                        <a:pt x="40" y="114"/>
                      </a:lnTo>
                      <a:lnTo>
                        <a:pt x="44" y="120"/>
                      </a:lnTo>
                      <a:lnTo>
                        <a:pt x="44" y="128"/>
                      </a:lnTo>
                      <a:lnTo>
                        <a:pt x="44" y="136"/>
                      </a:lnTo>
                      <a:lnTo>
                        <a:pt x="42" y="142"/>
                      </a:lnTo>
                      <a:lnTo>
                        <a:pt x="40" y="148"/>
                      </a:lnTo>
                      <a:lnTo>
                        <a:pt x="40" y="158"/>
                      </a:lnTo>
                      <a:lnTo>
                        <a:pt x="40" y="168"/>
                      </a:lnTo>
                      <a:lnTo>
                        <a:pt x="38" y="178"/>
                      </a:lnTo>
                      <a:lnTo>
                        <a:pt x="36" y="188"/>
                      </a:lnTo>
                      <a:lnTo>
                        <a:pt x="30" y="196"/>
                      </a:lnTo>
                      <a:lnTo>
                        <a:pt x="18" y="208"/>
                      </a:lnTo>
                      <a:lnTo>
                        <a:pt x="14" y="218"/>
                      </a:lnTo>
                      <a:lnTo>
                        <a:pt x="14" y="226"/>
                      </a:lnTo>
                      <a:lnTo>
                        <a:pt x="18" y="234"/>
                      </a:lnTo>
                      <a:lnTo>
                        <a:pt x="20" y="242"/>
                      </a:lnTo>
                      <a:lnTo>
                        <a:pt x="22" y="250"/>
                      </a:lnTo>
                      <a:lnTo>
                        <a:pt x="20" y="258"/>
                      </a:lnTo>
                      <a:lnTo>
                        <a:pt x="18" y="264"/>
                      </a:lnTo>
                      <a:lnTo>
                        <a:pt x="18" y="298"/>
                      </a:lnTo>
                      <a:lnTo>
                        <a:pt x="28" y="298"/>
                      </a:lnTo>
                      <a:lnTo>
                        <a:pt x="30" y="2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1" name="ïṡļiḑé"/>
                <p:cNvSpPr/>
                <p:nvPr/>
              </p:nvSpPr>
              <p:spPr bwMode="auto">
                <a:xfrm>
                  <a:off x="4785818" y="4537379"/>
                  <a:ext cx="447594" cy="389494"/>
                </a:xfrm>
                <a:custGeom>
                  <a:avLst/>
                  <a:gdLst>
                    <a:gd name="T0" fmla="*/ 2147483647 w 256"/>
                    <a:gd name="T1" fmla="*/ 2147483647 h 234"/>
                    <a:gd name="T2" fmla="*/ 2147483647 w 256"/>
                    <a:gd name="T3" fmla="*/ 2147483647 h 234"/>
                    <a:gd name="T4" fmla="*/ 2147483647 w 256"/>
                    <a:gd name="T5" fmla="*/ 2147483647 h 234"/>
                    <a:gd name="T6" fmla="*/ 2147483647 w 256"/>
                    <a:gd name="T7" fmla="*/ 2147483647 h 234"/>
                    <a:gd name="T8" fmla="*/ 2147483647 w 256"/>
                    <a:gd name="T9" fmla="*/ 2147483647 h 234"/>
                    <a:gd name="T10" fmla="*/ 2147483647 w 256"/>
                    <a:gd name="T11" fmla="*/ 2147483647 h 234"/>
                    <a:gd name="T12" fmla="*/ 2147483647 w 256"/>
                    <a:gd name="T13" fmla="*/ 2147483647 h 234"/>
                    <a:gd name="T14" fmla="*/ 2147483647 w 256"/>
                    <a:gd name="T15" fmla="*/ 2147483647 h 234"/>
                    <a:gd name="T16" fmla="*/ 2147483647 w 256"/>
                    <a:gd name="T17" fmla="*/ 2147483647 h 234"/>
                    <a:gd name="T18" fmla="*/ 2147483647 w 256"/>
                    <a:gd name="T19" fmla="*/ 2147483647 h 234"/>
                    <a:gd name="T20" fmla="*/ 2147483647 w 256"/>
                    <a:gd name="T21" fmla="*/ 2147483647 h 234"/>
                    <a:gd name="T22" fmla="*/ 2147483647 w 256"/>
                    <a:gd name="T23" fmla="*/ 2147483647 h 234"/>
                    <a:gd name="T24" fmla="*/ 2147483647 w 256"/>
                    <a:gd name="T25" fmla="*/ 2147483647 h 234"/>
                    <a:gd name="T26" fmla="*/ 2147483647 w 256"/>
                    <a:gd name="T27" fmla="*/ 2147483647 h 234"/>
                    <a:gd name="T28" fmla="*/ 2147483647 w 256"/>
                    <a:gd name="T29" fmla="*/ 2147483647 h 234"/>
                    <a:gd name="T30" fmla="*/ 2147483647 w 256"/>
                    <a:gd name="T31" fmla="*/ 2147483647 h 234"/>
                    <a:gd name="T32" fmla="*/ 2147483647 w 256"/>
                    <a:gd name="T33" fmla="*/ 2147483647 h 234"/>
                    <a:gd name="T34" fmla="*/ 2147483647 w 256"/>
                    <a:gd name="T35" fmla="*/ 2147483647 h 234"/>
                    <a:gd name="T36" fmla="*/ 2147483647 w 256"/>
                    <a:gd name="T37" fmla="*/ 2147483647 h 234"/>
                    <a:gd name="T38" fmla="*/ 2147483647 w 256"/>
                    <a:gd name="T39" fmla="*/ 2147483647 h 234"/>
                    <a:gd name="T40" fmla="*/ 2147483647 w 256"/>
                    <a:gd name="T41" fmla="*/ 2147483647 h 234"/>
                    <a:gd name="T42" fmla="*/ 0 w 256"/>
                    <a:gd name="T43" fmla="*/ 2147483647 h 234"/>
                    <a:gd name="T44" fmla="*/ 2147483647 w 256"/>
                    <a:gd name="T45" fmla="*/ 2147483647 h 234"/>
                    <a:gd name="T46" fmla="*/ 2147483647 w 256"/>
                    <a:gd name="T47" fmla="*/ 2147483647 h 234"/>
                    <a:gd name="T48" fmla="*/ 2147483647 w 256"/>
                    <a:gd name="T49" fmla="*/ 2147483647 h 234"/>
                    <a:gd name="T50" fmla="*/ 2147483647 w 256"/>
                    <a:gd name="T51" fmla="*/ 2147483647 h 234"/>
                    <a:gd name="T52" fmla="*/ 2147483647 w 256"/>
                    <a:gd name="T53" fmla="*/ 2147483647 h 234"/>
                    <a:gd name="T54" fmla="*/ 2147483647 w 256"/>
                    <a:gd name="T55" fmla="*/ 2147483647 h 234"/>
                    <a:gd name="T56" fmla="*/ 2147483647 w 256"/>
                    <a:gd name="T57" fmla="*/ 2147483647 h 234"/>
                    <a:gd name="T58" fmla="*/ 2147483647 w 256"/>
                    <a:gd name="T59" fmla="*/ 2147483647 h 234"/>
                    <a:gd name="T60" fmla="*/ 2147483647 w 256"/>
                    <a:gd name="T61" fmla="*/ 2147483647 h 234"/>
                    <a:gd name="T62" fmla="*/ 2147483647 w 256"/>
                    <a:gd name="T63" fmla="*/ 2147483647 h 234"/>
                    <a:gd name="T64" fmla="*/ 2147483647 w 256"/>
                    <a:gd name="T65" fmla="*/ 2147483647 h 234"/>
                    <a:gd name="T66" fmla="*/ 2147483647 w 256"/>
                    <a:gd name="T67" fmla="*/ 2147483647 h 234"/>
                    <a:gd name="T68" fmla="*/ 2147483647 w 256"/>
                    <a:gd name="T69" fmla="*/ 2147483647 h 234"/>
                    <a:gd name="T70" fmla="*/ 2147483647 w 256"/>
                    <a:gd name="T71" fmla="*/ 2147483647 h 234"/>
                    <a:gd name="T72" fmla="*/ 2147483647 w 256"/>
                    <a:gd name="T73" fmla="*/ 2147483647 h 234"/>
                    <a:gd name="T74" fmla="*/ 2147483647 w 256"/>
                    <a:gd name="T75" fmla="*/ 2147483647 h 234"/>
                    <a:gd name="T76" fmla="*/ 2147483647 w 256"/>
                    <a:gd name="T77" fmla="*/ 2147483647 h 234"/>
                    <a:gd name="T78" fmla="*/ 2147483647 w 256"/>
                    <a:gd name="T79" fmla="*/ 2147483647 h 234"/>
                    <a:gd name="T80" fmla="*/ 2147483647 w 256"/>
                    <a:gd name="T81" fmla="*/ 2147483647 h 234"/>
                    <a:gd name="T82" fmla="*/ 2147483647 w 256"/>
                    <a:gd name="T83" fmla="*/ 2147483647 h 234"/>
                    <a:gd name="T84" fmla="*/ 2147483647 w 256"/>
                    <a:gd name="T85" fmla="*/ 2147483647 h 234"/>
                    <a:gd name="T86" fmla="*/ 2147483647 w 256"/>
                    <a:gd name="T87" fmla="*/ 2147483647 h 234"/>
                    <a:gd name="T88" fmla="*/ 2147483647 w 256"/>
                    <a:gd name="T89" fmla="*/ 2147483647 h 234"/>
                    <a:gd name="T90" fmla="*/ 2147483647 w 256"/>
                    <a:gd name="T91" fmla="*/ 2147483647 h 234"/>
                    <a:gd name="T92" fmla="*/ 2147483647 w 256"/>
                    <a:gd name="T93" fmla="*/ 2147483647 h 234"/>
                    <a:gd name="T94" fmla="*/ 2147483647 w 256"/>
                    <a:gd name="T95" fmla="*/ 2147483647 h 234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56"/>
                    <a:gd name="T145" fmla="*/ 0 h 234"/>
                    <a:gd name="T146" fmla="*/ 256 w 256"/>
                    <a:gd name="T147" fmla="*/ 234 h 234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56" h="234">
                      <a:moveTo>
                        <a:pt x="254" y="88"/>
                      </a:moveTo>
                      <a:lnTo>
                        <a:pt x="252" y="92"/>
                      </a:lnTo>
                      <a:lnTo>
                        <a:pt x="254" y="98"/>
                      </a:lnTo>
                      <a:lnTo>
                        <a:pt x="256" y="100"/>
                      </a:lnTo>
                      <a:lnTo>
                        <a:pt x="256" y="104"/>
                      </a:lnTo>
                      <a:lnTo>
                        <a:pt x="256" y="108"/>
                      </a:lnTo>
                      <a:lnTo>
                        <a:pt x="254" y="114"/>
                      </a:lnTo>
                      <a:lnTo>
                        <a:pt x="248" y="118"/>
                      </a:lnTo>
                      <a:lnTo>
                        <a:pt x="236" y="126"/>
                      </a:lnTo>
                      <a:lnTo>
                        <a:pt x="226" y="136"/>
                      </a:lnTo>
                      <a:lnTo>
                        <a:pt x="218" y="146"/>
                      </a:lnTo>
                      <a:lnTo>
                        <a:pt x="206" y="170"/>
                      </a:lnTo>
                      <a:lnTo>
                        <a:pt x="190" y="188"/>
                      </a:lnTo>
                      <a:lnTo>
                        <a:pt x="182" y="198"/>
                      </a:lnTo>
                      <a:lnTo>
                        <a:pt x="172" y="204"/>
                      </a:lnTo>
                      <a:lnTo>
                        <a:pt x="162" y="206"/>
                      </a:lnTo>
                      <a:lnTo>
                        <a:pt x="156" y="208"/>
                      </a:lnTo>
                      <a:lnTo>
                        <a:pt x="146" y="212"/>
                      </a:lnTo>
                      <a:lnTo>
                        <a:pt x="136" y="216"/>
                      </a:lnTo>
                      <a:lnTo>
                        <a:pt x="132" y="220"/>
                      </a:lnTo>
                      <a:lnTo>
                        <a:pt x="126" y="222"/>
                      </a:lnTo>
                      <a:lnTo>
                        <a:pt x="112" y="222"/>
                      </a:lnTo>
                      <a:lnTo>
                        <a:pt x="98" y="220"/>
                      </a:lnTo>
                      <a:lnTo>
                        <a:pt x="82" y="220"/>
                      </a:lnTo>
                      <a:lnTo>
                        <a:pt x="80" y="224"/>
                      </a:lnTo>
                      <a:lnTo>
                        <a:pt x="78" y="228"/>
                      </a:lnTo>
                      <a:lnTo>
                        <a:pt x="68" y="228"/>
                      </a:lnTo>
                      <a:lnTo>
                        <a:pt x="58" y="228"/>
                      </a:lnTo>
                      <a:lnTo>
                        <a:pt x="52" y="230"/>
                      </a:lnTo>
                      <a:lnTo>
                        <a:pt x="46" y="234"/>
                      </a:lnTo>
                      <a:lnTo>
                        <a:pt x="28" y="220"/>
                      </a:lnTo>
                      <a:lnTo>
                        <a:pt x="22" y="210"/>
                      </a:lnTo>
                      <a:lnTo>
                        <a:pt x="20" y="204"/>
                      </a:lnTo>
                      <a:lnTo>
                        <a:pt x="22" y="200"/>
                      </a:lnTo>
                      <a:lnTo>
                        <a:pt x="24" y="194"/>
                      </a:lnTo>
                      <a:lnTo>
                        <a:pt x="24" y="184"/>
                      </a:lnTo>
                      <a:lnTo>
                        <a:pt x="24" y="178"/>
                      </a:lnTo>
                      <a:lnTo>
                        <a:pt x="20" y="174"/>
                      </a:lnTo>
                      <a:lnTo>
                        <a:pt x="16" y="170"/>
                      </a:lnTo>
                      <a:lnTo>
                        <a:pt x="16" y="166"/>
                      </a:lnTo>
                      <a:lnTo>
                        <a:pt x="14" y="150"/>
                      </a:lnTo>
                      <a:lnTo>
                        <a:pt x="10" y="140"/>
                      </a:lnTo>
                      <a:lnTo>
                        <a:pt x="6" y="132"/>
                      </a:lnTo>
                      <a:lnTo>
                        <a:pt x="0" y="122"/>
                      </a:lnTo>
                      <a:lnTo>
                        <a:pt x="4" y="118"/>
                      </a:lnTo>
                      <a:lnTo>
                        <a:pt x="6" y="114"/>
                      </a:lnTo>
                      <a:lnTo>
                        <a:pt x="10" y="114"/>
                      </a:lnTo>
                      <a:lnTo>
                        <a:pt x="14" y="120"/>
                      </a:lnTo>
                      <a:lnTo>
                        <a:pt x="20" y="124"/>
                      </a:lnTo>
                      <a:lnTo>
                        <a:pt x="24" y="126"/>
                      </a:lnTo>
                      <a:lnTo>
                        <a:pt x="32" y="126"/>
                      </a:lnTo>
                      <a:lnTo>
                        <a:pt x="42" y="126"/>
                      </a:lnTo>
                      <a:lnTo>
                        <a:pt x="48" y="122"/>
                      </a:lnTo>
                      <a:lnTo>
                        <a:pt x="52" y="118"/>
                      </a:lnTo>
                      <a:lnTo>
                        <a:pt x="56" y="116"/>
                      </a:lnTo>
                      <a:lnTo>
                        <a:pt x="54" y="54"/>
                      </a:lnTo>
                      <a:lnTo>
                        <a:pt x="60" y="56"/>
                      </a:lnTo>
                      <a:lnTo>
                        <a:pt x="68" y="64"/>
                      </a:lnTo>
                      <a:lnTo>
                        <a:pt x="70" y="68"/>
                      </a:lnTo>
                      <a:lnTo>
                        <a:pt x="70" y="74"/>
                      </a:lnTo>
                      <a:lnTo>
                        <a:pt x="68" y="82"/>
                      </a:lnTo>
                      <a:lnTo>
                        <a:pt x="66" y="90"/>
                      </a:lnTo>
                      <a:lnTo>
                        <a:pt x="82" y="90"/>
                      </a:lnTo>
                      <a:lnTo>
                        <a:pt x="90" y="84"/>
                      </a:lnTo>
                      <a:lnTo>
                        <a:pt x="98" y="72"/>
                      </a:lnTo>
                      <a:lnTo>
                        <a:pt x="106" y="64"/>
                      </a:lnTo>
                      <a:lnTo>
                        <a:pt x="110" y="60"/>
                      </a:lnTo>
                      <a:lnTo>
                        <a:pt x="116" y="62"/>
                      </a:lnTo>
                      <a:lnTo>
                        <a:pt x="122" y="64"/>
                      </a:lnTo>
                      <a:lnTo>
                        <a:pt x="126" y="68"/>
                      </a:lnTo>
                      <a:lnTo>
                        <a:pt x="132" y="70"/>
                      </a:lnTo>
                      <a:lnTo>
                        <a:pt x="138" y="68"/>
                      </a:lnTo>
                      <a:lnTo>
                        <a:pt x="142" y="64"/>
                      </a:lnTo>
                      <a:lnTo>
                        <a:pt x="146" y="60"/>
                      </a:lnTo>
                      <a:lnTo>
                        <a:pt x="148" y="54"/>
                      </a:lnTo>
                      <a:lnTo>
                        <a:pt x="152" y="50"/>
                      </a:lnTo>
                      <a:lnTo>
                        <a:pt x="154" y="48"/>
                      </a:lnTo>
                      <a:lnTo>
                        <a:pt x="158" y="46"/>
                      </a:lnTo>
                      <a:lnTo>
                        <a:pt x="160" y="44"/>
                      </a:lnTo>
                      <a:lnTo>
                        <a:pt x="172" y="32"/>
                      </a:lnTo>
                      <a:lnTo>
                        <a:pt x="182" y="20"/>
                      </a:lnTo>
                      <a:lnTo>
                        <a:pt x="188" y="10"/>
                      </a:lnTo>
                      <a:lnTo>
                        <a:pt x="194" y="6"/>
                      </a:lnTo>
                      <a:lnTo>
                        <a:pt x="202" y="2"/>
                      </a:lnTo>
                      <a:lnTo>
                        <a:pt x="210" y="0"/>
                      </a:lnTo>
                      <a:lnTo>
                        <a:pt x="216" y="2"/>
                      </a:lnTo>
                      <a:lnTo>
                        <a:pt x="222" y="4"/>
                      </a:lnTo>
                      <a:lnTo>
                        <a:pt x="228" y="6"/>
                      </a:lnTo>
                      <a:lnTo>
                        <a:pt x="238" y="8"/>
                      </a:lnTo>
                      <a:lnTo>
                        <a:pt x="238" y="16"/>
                      </a:lnTo>
                      <a:lnTo>
                        <a:pt x="242" y="24"/>
                      </a:lnTo>
                      <a:lnTo>
                        <a:pt x="244" y="32"/>
                      </a:lnTo>
                      <a:lnTo>
                        <a:pt x="246" y="40"/>
                      </a:lnTo>
                      <a:lnTo>
                        <a:pt x="244" y="48"/>
                      </a:lnTo>
                      <a:lnTo>
                        <a:pt x="242" y="54"/>
                      </a:lnTo>
                      <a:lnTo>
                        <a:pt x="242" y="88"/>
                      </a:lnTo>
                      <a:lnTo>
                        <a:pt x="254" y="8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2" name="iṥ1íḍè"/>
                <p:cNvSpPr/>
                <p:nvPr/>
              </p:nvSpPr>
              <p:spPr bwMode="auto">
                <a:xfrm>
                  <a:off x="5072278" y="4737729"/>
                  <a:ext cx="59219" cy="60245"/>
                </a:xfrm>
                <a:custGeom>
                  <a:avLst/>
                  <a:gdLst>
                    <a:gd name="T0" fmla="*/ 2147483647 w 34"/>
                    <a:gd name="T1" fmla="*/ 0 h 36"/>
                    <a:gd name="T2" fmla="*/ 2147483647 w 34"/>
                    <a:gd name="T3" fmla="*/ 0 h 36"/>
                    <a:gd name="T4" fmla="*/ 2147483647 w 34"/>
                    <a:gd name="T5" fmla="*/ 2147483647 h 36"/>
                    <a:gd name="T6" fmla="*/ 2147483647 w 34"/>
                    <a:gd name="T7" fmla="*/ 2147483647 h 36"/>
                    <a:gd name="T8" fmla="*/ 0 w 34"/>
                    <a:gd name="T9" fmla="*/ 2147483647 h 36"/>
                    <a:gd name="T10" fmla="*/ 0 w 34"/>
                    <a:gd name="T11" fmla="*/ 2147483647 h 36"/>
                    <a:gd name="T12" fmla="*/ 2147483647 w 34"/>
                    <a:gd name="T13" fmla="*/ 2147483647 h 36"/>
                    <a:gd name="T14" fmla="*/ 2147483647 w 34"/>
                    <a:gd name="T15" fmla="*/ 2147483647 h 36"/>
                    <a:gd name="T16" fmla="*/ 2147483647 w 34"/>
                    <a:gd name="T17" fmla="*/ 2147483647 h 36"/>
                    <a:gd name="T18" fmla="*/ 2147483647 w 34"/>
                    <a:gd name="T19" fmla="*/ 2147483647 h 36"/>
                    <a:gd name="T20" fmla="*/ 2147483647 w 34"/>
                    <a:gd name="T21" fmla="*/ 2147483647 h 36"/>
                    <a:gd name="T22" fmla="*/ 2147483647 w 34"/>
                    <a:gd name="T23" fmla="*/ 2147483647 h 36"/>
                    <a:gd name="T24" fmla="*/ 2147483647 w 34"/>
                    <a:gd name="T25" fmla="*/ 2147483647 h 36"/>
                    <a:gd name="T26" fmla="*/ 2147483647 w 34"/>
                    <a:gd name="T27" fmla="*/ 2147483647 h 36"/>
                    <a:gd name="T28" fmla="*/ 2147483647 w 34"/>
                    <a:gd name="T29" fmla="*/ 2147483647 h 36"/>
                    <a:gd name="T30" fmla="*/ 2147483647 w 34"/>
                    <a:gd name="T31" fmla="*/ 2147483647 h 36"/>
                    <a:gd name="T32" fmla="*/ 2147483647 w 34"/>
                    <a:gd name="T33" fmla="*/ 0 h 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4"/>
                    <a:gd name="T52" fmla="*/ 0 h 36"/>
                    <a:gd name="T53" fmla="*/ 34 w 34"/>
                    <a:gd name="T54" fmla="*/ 36 h 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4" h="36">
                      <a:moveTo>
                        <a:pt x="28" y="0"/>
                      </a:moveTo>
                      <a:lnTo>
                        <a:pt x="22" y="0"/>
                      </a:lnTo>
                      <a:lnTo>
                        <a:pt x="8" y="10"/>
                      </a:lnTo>
                      <a:lnTo>
                        <a:pt x="2" y="18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2" y="32"/>
                      </a:lnTo>
                      <a:lnTo>
                        <a:pt x="6" y="34"/>
                      </a:lnTo>
                      <a:lnTo>
                        <a:pt x="10" y="36"/>
                      </a:lnTo>
                      <a:lnTo>
                        <a:pt x="14" y="36"/>
                      </a:lnTo>
                      <a:lnTo>
                        <a:pt x="18" y="32"/>
                      </a:lnTo>
                      <a:lnTo>
                        <a:pt x="24" y="26"/>
                      </a:lnTo>
                      <a:lnTo>
                        <a:pt x="32" y="18"/>
                      </a:lnTo>
                      <a:lnTo>
                        <a:pt x="34" y="10"/>
                      </a:lnTo>
                      <a:lnTo>
                        <a:pt x="30" y="6"/>
                      </a:lnTo>
                      <a:lnTo>
                        <a:pt x="28" y="4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3" name="îśliḑê"/>
                <p:cNvSpPr/>
                <p:nvPr/>
              </p:nvSpPr>
              <p:spPr bwMode="auto">
                <a:xfrm>
                  <a:off x="5172815" y="4653667"/>
                  <a:ext cx="34431" cy="40630"/>
                </a:xfrm>
                <a:custGeom>
                  <a:avLst/>
                  <a:gdLst>
                    <a:gd name="T0" fmla="*/ 2147483647 w 20"/>
                    <a:gd name="T1" fmla="*/ 2147483647 h 24"/>
                    <a:gd name="T2" fmla="*/ 2147483647 w 20"/>
                    <a:gd name="T3" fmla="*/ 2147483647 h 24"/>
                    <a:gd name="T4" fmla="*/ 2147483647 w 20"/>
                    <a:gd name="T5" fmla="*/ 2147483647 h 24"/>
                    <a:gd name="T6" fmla="*/ 2147483647 w 20"/>
                    <a:gd name="T7" fmla="*/ 2147483647 h 24"/>
                    <a:gd name="T8" fmla="*/ 2147483647 w 20"/>
                    <a:gd name="T9" fmla="*/ 2147483647 h 24"/>
                    <a:gd name="T10" fmla="*/ 2147483647 w 20"/>
                    <a:gd name="T11" fmla="*/ 2147483647 h 24"/>
                    <a:gd name="T12" fmla="*/ 0 w 20"/>
                    <a:gd name="T13" fmla="*/ 2147483647 h 24"/>
                    <a:gd name="T14" fmla="*/ 0 w 20"/>
                    <a:gd name="T15" fmla="*/ 2147483647 h 24"/>
                    <a:gd name="T16" fmla="*/ 0 w 20"/>
                    <a:gd name="T17" fmla="*/ 2147483647 h 24"/>
                    <a:gd name="T18" fmla="*/ 2147483647 w 20"/>
                    <a:gd name="T19" fmla="*/ 2147483647 h 24"/>
                    <a:gd name="T20" fmla="*/ 2147483647 w 20"/>
                    <a:gd name="T21" fmla="*/ 2147483647 h 24"/>
                    <a:gd name="T22" fmla="*/ 2147483647 w 20"/>
                    <a:gd name="T23" fmla="*/ 0 h 24"/>
                    <a:gd name="T24" fmla="*/ 2147483647 w 20"/>
                    <a:gd name="T25" fmla="*/ 0 h 24"/>
                    <a:gd name="T26" fmla="*/ 2147483647 w 20"/>
                    <a:gd name="T27" fmla="*/ 2147483647 h 2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0"/>
                    <a:gd name="T43" fmla="*/ 0 h 24"/>
                    <a:gd name="T44" fmla="*/ 20 w 20"/>
                    <a:gd name="T45" fmla="*/ 24 h 2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0" h="24">
                      <a:moveTo>
                        <a:pt x="20" y="18"/>
                      </a:moveTo>
                      <a:lnTo>
                        <a:pt x="18" y="22"/>
                      </a:lnTo>
                      <a:lnTo>
                        <a:pt x="16" y="24"/>
                      </a:lnTo>
                      <a:lnTo>
                        <a:pt x="14" y="24"/>
                      </a:lnTo>
                      <a:lnTo>
                        <a:pt x="6" y="24"/>
                      </a:lnTo>
                      <a:lnTo>
                        <a:pt x="2" y="22"/>
                      </a:lnTo>
                      <a:lnTo>
                        <a:pt x="0" y="18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4" y="0"/>
                      </a:lnTo>
                      <a:lnTo>
                        <a:pt x="20" y="0"/>
                      </a:lnTo>
                      <a:lnTo>
                        <a:pt x="20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4" name="íśľïḋe"/>
                <p:cNvSpPr/>
                <p:nvPr/>
              </p:nvSpPr>
              <p:spPr bwMode="auto">
                <a:xfrm>
                  <a:off x="5043357" y="4339829"/>
                  <a:ext cx="209336" cy="211559"/>
                </a:xfrm>
                <a:custGeom>
                  <a:avLst/>
                  <a:gdLst>
                    <a:gd name="T0" fmla="*/ 2147483647 w 120"/>
                    <a:gd name="T1" fmla="*/ 0 h 126"/>
                    <a:gd name="T2" fmla="*/ 2147483647 w 120"/>
                    <a:gd name="T3" fmla="*/ 2147483647 h 126"/>
                    <a:gd name="T4" fmla="*/ 2147483647 w 120"/>
                    <a:gd name="T5" fmla="*/ 2147483647 h 126"/>
                    <a:gd name="T6" fmla="*/ 2147483647 w 120"/>
                    <a:gd name="T7" fmla="*/ 2147483647 h 126"/>
                    <a:gd name="T8" fmla="*/ 2147483647 w 120"/>
                    <a:gd name="T9" fmla="*/ 2147483647 h 126"/>
                    <a:gd name="T10" fmla="*/ 2147483647 w 120"/>
                    <a:gd name="T11" fmla="*/ 2147483647 h 126"/>
                    <a:gd name="T12" fmla="*/ 2147483647 w 120"/>
                    <a:gd name="T13" fmla="*/ 2147483647 h 126"/>
                    <a:gd name="T14" fmla="*/ 2147483647 w 120"/>
                    <a:gd name="T15" fmla="*/ 2147483647 h 126"/>
                    <a:gd name="T16" fmla="*/ 2147483647 w 120"/>
                    <a:gd name="T17" fmla="*/ 2147483647 h 126"/>
                    <a:gd name="T18" fmla="*/ 2147483647 w 120"/>
                    <a:gd name="T19" fmla="*/ 2147483647 h 126"/>
                    <a:gd name="T20" fmla="*/ 2147483647 w 120"/>
                    <a:gd name="T21" fmla="*/ 2147483647 h 126"/>
                    <a:gd name="T22" fmla="*/ 2147483647 w 120"/>
                    <a:gd name="T23" fmla="*/ 2147483647 h 126"/>
                    <a:gd name="T24" fmla="*/ 2147483647 w 120"/>
                    <a:gd name="T25" fmla="*/ 2147483647 h 126"/>
                    <a:gd name="T26" fmla="*/ 2147483647 w 120"/>
                    <a:gd name="T27" fmla="*/ 2147483647 h 126"/>
                    <a:gd name="T28" fmla="*/ 2147483647 w 120"/>
                    <a:gd name="T29" fmla="*/ 2147483647 h 126"/>
                    <a:gd name="T30" fmla="*/ 2147483647 w 120"/>
                    <a:gd name="T31" fmla="*/ 2147483647 h 126"/>
                    <a:gd name="T32" fmla="*/ 2147483647 w 120"/>
                    <a:gd name="T33" fmla="*/ 2147483647 h 126"/>
                    <a:gd name="T34" fmla="*/ 2147483647 w 120"/>
                    <a:gd name="T35" fmla="*/ 2147483647 h 126"/>
                    <a:gd name="T36" fmla="*/ 2147483647 w 120"/>
                    <a:gd name="T37" fmla="*/ 2147483647 h 126"/>
                    <a:gd name="T38" fmla="*/ 2147483647 w 120"/>
                    <a:gd name="T39" fmla="*/ 2147483647 h 126"/>
                    <a:gd name="T40" fmla="*/ 2147483647 w 120"/>
                    <a:gd name="T41" fmla="*/ 2147483647 h 126"/>
                    <a:gd name="T42" fmla="*/ 2147483647 w 120"/>
                    <a:gd name="T43" fmla="*/ 2147483647 h 126"/>
                    <a:gd name="T44" fmla="*/ 2147483647 w 120"/>
                    <a:gd name="T45" fmla="*/ 2147483647 h 126"/>
                    <a:gd name="T46" fmla="*/ 2147483647 w 120"/>
                    <a:gd name="T47" fmla="*/ 2147483647 h 126"/>
                    <a:gd name="T48" fmla="*/ 2147483647 w 120"/>
                    <a:gd name="T49" fmla="*/ 2147483647 h 126"/>
                    <a:gd name="T50" fmla="*/ 2147483647 w 120"/>
                    <a:gd name="T51" fmla="*/ 2147483647 h 126"/>
                    <a:gd name="T52" fmla="*/ 2147483647 w 120"/>
                    <a:gd name="T53" fmla="*/ 2147483647 h 126"/>
                    <a:gd name="T54" fmla="*/ 2147483647 w 120"/>
                    <a:gd name="T55" fmla="*/ 2147483647 h 126"/>
                    <a:gd name="T56" fmla="*/ 2147483647 w 120"/>
                    <a:gd name="T57" fmla="*/ 2147483647 h 126"/>
                    <a:gd name="T58" fmla="*/ 2147483647 w 120"/>
                    <a:gd name="T59" fmla="*/ 2147483647 h 126"/>
                    <a:gd name="T60" fmla="*/ 2147483647 w 120"/>
                    <a:gd name="T61" fmla="*/ 2147483647 h 126"/>
                    <a:gd name="T62" fmla="*/ 2147483647 w 120"/>
                    <a:gd name="T63" fmla="*/ 2147483647 h 126"/>
                    <a:gd name="T64" fmla="*/ 2147483647 w 120"/>
                    <a:gd name="T65" fmla="*/ 2147483647 h 126"/>
                    <a:gd name="T66" fmla="*/ 2147483647 w 120"/>
                    <a:gd name="T67" fmla="*/ 2147483647 h 126"/>
                    <a:gd name="T68" fmla="*/ 2147483647 w 120"/>
                    <a:gd name="T69" fmla="*/ 2147483647 h 126"/>
                    <a:gd name="T70" fmla="*/ 2147483647 w 120"/>
                    <a:gd name="T71" fmla="*/ 2147483647 h 126"/>
                    <a:gd name="T72" fmla="*/ 2147483647 w 120"/>
                    <a:gd name="T73" fmla="*/ 2147483647 h 126"/>
                    <a:gd name="T74" fmla="*/ 2147483647 w 120"/>
                    <a:gd name="T75" fmla="*/ 2147483647 h 126"/>
                    <a:gd name="T76" fmla="*/ 2147483647 w 120"/>
                    <a:gd name="T77" fmla="*/ 2147483647 h 126"/>
                    <a:gd name="T78" fmla="*/ 0 w 120"/>
                    <a:gd name="T79" fmla="*/ 2147483647 h 126"/>
                    <a:gd name="T80" fmla="*/ 0 w 120"/>
                    <a:gd name="T81" fmla="*/ 2147483647 h 126"/>
                    <a:gd name="T82" fmla="*/ 2147483647 w 120"/>
                    <a:gd name="T83" fmla="*/ 2147483647 h 126"/>
                    <a:gd name="T84" fmla="*/ 2147483647 w 120"/>
                    <a:gd name="T85" fmla="*/ 2147483647 h 126"/>
                    <a:gd name="T86" fmla="*/ 2147483647 w 120"/>
                    <a:gd name="T87" fmla="*/ 2147483647 h 126"/>
                    <a:gd name="T88" fmla="*/ 2147483647 w 120"/>
                    <a:gd name="T89" fmla="*/ 2147483647 h 126"/>
                    <a:gd name="T90" fmla="*/ 2147483647 w 120"/>
                    <a:gd name="T91" fmla="*/ 2147483647 h 126"/>
                    <a:gd name="T92" fmla="*/ 2147483647 w 120"/>
                    <a:gd name="T93" fmla="*/ 2147483647 h 126"/>
                    <a:gd name="T94" fmla="*/ 2147483647 w 120"/>
                    <a:gd name="T95" fmla="*/ 2147483647 h 126"/>
                    <a:gd name="T96" fmla="*/ 2147483647 w 120"/>
                    <a:gd name="T97" fmla="*/ 2147483647 h 126"/>
                    <a:gd name="T98" fmla="*/ 2147483647 w 120"/>
                    <a:gd name="T99" fmla="*/ 2147483647 h 126"/>
                    <a:gd name="T100" fmla="*/ 2147483647 w 120"/>
                    <a:gd name="T101" fmla="*/ 2147483647 h 126"/>
                    <a:gd name="T102" fmla="*/ 2147483647 w 120"/>
                    <a:gd name="T103" fmla="*/ 2147483647 h 126"/>
                    <a:gd name="T104" fmla="*/ 2147483647 w 120"/>
                    <a:gd name="T105" fmla="*/ 2147483647 h 126"/>
                    <a:gd name="T106" fmla="*/ 2147483647 w 120"/>
                    <a:gd name="T107" fmla="*/ 0 h 126"/>
                    <a:gd name="T108" fmla="*/ 2147483647 w 120"/>
                    <a:gd name="T109" fmla="*/ 0 h 126"/>
                    <a:gd name="T110" fmla="*/ 2147483647 w 120"/>
                    <a:gd name="T111" fmla="*/ 0 h 12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0"/>
                    <a:gd name="T169" fmla="*/ 0 h 126"/>
                    <a:gd name="T170" fmla="*/ 120 w 120"/>
                    <a:gd name="T171" fmla="*/ 126 h 12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0" h="126">
                      <a:moveTo>
                        <a:pt x="78" y="0"/>
                      </a:moveTo>
                      <a:lnTo>
                        <a:pt x="78" y="6"/>
                      </a:lnTo>
                      <a:lnTo>
                        <a:pt x="94" y="10"/>
                      </a:lnTo>
                      <a:lnTo>
                        <a:pt x="106" y="14"/>
                      </a:lnTo>
                      <a:lnTo>
                        <a:pt x="112" y="18"/>
                      </a:lnTo>
                      <a:lnTo>
                        <a:pt x="116" y="22"/>
                      </a:lnTo>
                      <a:lnTo>
                        <a:pt x="120" y="28"/>
                      </a:lnTo>
                      <a:lnTo>
                        <a:pt x="120" y="36"/>
                      </a:lnTo>
                      <a:lnTo>
                        <a:pt x="120" y="44"/>
                      </a:lnTo>
                      <a:lnTo>
                        <a:pt x="118" y="50"/>
                      </a:lnTo>
                      <a:lnTo>
                        <a:pt x="116" y="56"/>
                      </a:lnTo>
                      <a:lnTo>
                        <a:pt x="116" y="66"/>
                      </a:lnTo>
                      <a:lnTo>
                        <a:pt x="116" y="76"/>
                      </a:lnTo>
                      <a:lnTo>
                        <a:pt x="114" y="86"/>
                      </a:lnTo>
                      <a:lnTo>
                        <a:pt x="112" y="96"/>
                      </a:lnTo>
                      <a:lnTo>
                        <a:pt x="106" y="104"/>
                      </a:lnTo>
                      <a:lnTo>
                        <a:pt x="94" y="116"/>
                      </a:lnTo>
                      <a:lnTo>
                        <a:pt x="90" y="126"/>
                      </a:lnTo>
                      <a:lnTo>
                        <a:pt x="80" y="124"/>
                      </a:lnTo>
                      <a:lnTo>
                        <a:pt x="74" y="122"/>
                      </a:lnTo>
                      <a:lnTo>
                        <a:pt x="68" y="120"/>
                      </a:lnTo>
                      <a:lnTo>
                        <a:pt x="62" y="118"/>
                      </a:lnTo>
                      <a:lnTo>
                        <a:pt x="54" y="120"/>
                      </a:lnTo>
                      <a:lnTo>
                        <a:pt x="50" y="114"/>
                      </a:lnTo>
                      <a:lnTo>
                        <a:pt x="46" y="114"/>
                      </a:lnTo>
                      <a:lnTo>
                        <a:pt x="42" y="112"/>
                      </a:lnTo>
                      <a:lnTo>
                        <a:pt x="38" y="110"/>
                      </a:lnTo>
                      <a:lnTo>
                        <a:pt x="34" y="108"/>
                      </a:lnTo>
                      <a:lnTo>
                        <a:pt x="34" y="102"/>
                      </a:lnTo>
                      <a:lnTo>
                        <a:pt x="32" y="92"/>
                      </a:lnTo>
                      <a:lnTo>
                        <a:pt x="30" y="86"/>
                      </a:lnTo>
                      <a:lnTo>
                        <a:pt x="26" y="82"/>
                      </a:lnTo>
                      <a:lnTo>
                        <a:pt x="18" y="76"/>
                      </a:lnTo>
                      <a:lnTo>
                        <a:pt x="12" y="72"/>
                      </a:lnTo>
                      <a:lnTo>
                        <a:pt x="8" y="66"/>
                      </a:lnTo>
                      <a:lnTo>
                        <a:pt x="6" y="62"/>
                      </a:lnTo>
                      <a:lnTo>
                        <a:pt x="8" y="60"/>
                      </a:lnTo>
                      <a:lnTo>
                        <a:pt x="6" y="58"/>
                      </a:lnTo>
                      <a:lnTo>
                        <a:pt x="4" y="54"/>
                      </a:lnTo>
                      <a:lnTo>
                        <a:pt x="0" y="48"/>
                      </a:lnTo>
                      <a:lnTo>
                        <a:pt x="0" y="42"/>
                      </a:lnTo>
                      <a:lnTo>
                        <a:pt x="6" y="46"/>
                      </a:lnTo>
                      <a:lnTo>
                        <a:pt x="12" y="46"/>
                      </a:lnTo>
                      <a:lnTo>
                        <a:pt x="16" y="46"/>
                      </a:lnTo>
                      <a:lnTo>
                        <a:pt x="20" y="46"/>
                      </a:lnTo>
                      <a:lnTo>
                        <a:pt x="30" y="36"/>
                      </a:lnTo>
                      <a:lnTo>
                        <a:pt x="42" y="24"/>
                      </a:lnTo>
                      <a:lnTo>
                        <a:pt x="54" y="16"/>
                      </a:lnTo>
                      <a:lnTo>
                        <a:pt x="58" y="12"/>
                      </a:lnTo>
                      <a:lnTo>
                        <a:pt x="56" y="8"/>
                      </a:lnTo>
                      <a:lnTo>
                        <a:pt x="56" y="6"/>
                      </a:lnTo>
                      <a:lnTo>
                        <a:pt x="58" y="4"/>
                      </a:lnTo>
                      <a:lnTo>
                        <a:pt x="62" y="2"/>
                      </a:lnTo>
                      <a:lnTo>
                        <a:pt x="68" y="0"/>
                      </a:lnTo>
                      <a:lnTo>
                        <a:pt x="76" y="0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5" name="íŝḷidé"/>
                <p:cNvSpPr/>
                <p:nvPr/>
              </p:nvSpPr>
              <p:spPr bwMode="auto">
                <a:xfrm>
                  <a:off x="5252694" y="4157692"/>
                  <a:ext cx="85388" cy="226972"/>
                </a:xfrm>
                <a:custGeom>
                  <a:avLst/>
                  <a:gdLst>
                    <a:gd name="T0" fmla="*/ 0 w 48"/>
                    <a:gd name="T1" fmla="*/ 2147483647 h 136"/>
                    <a:gd name="T2" fmla="*/ 2147483647 w 48"/>
                    <a:gd name="T3" fmla="*/ 2147483647 h 136"/>
                    <a:gd name="T4" fmla="*/ 2147483647 w 48"/>
                    <a:gd name="T5" fmla="*/ 2147483647 h 136"/>
                    <a:gd name="T6" fmla="*/ 2147483647 w 48"/>
                    <a:gd name="T7" fmla="*/ 2147483647 h 136"/>
                    <a:gd name="T8" fmla="*/ 2147483647 w 48"/>
                    <a:gd name="T9" fmla="*/ 2147483647 h 136"/>
                    <a:gd name="T10" fmla="*/ 2147483647 w 48"/>
                    <a:gd name="T11" fmla="*/ 2147483647 h 136"/>
                    <a:gd name="T12" fmla="*/ 2147483647 w 48"/>
                    <a:gd name="T13" fmla="*/ 2147483647 h 136"/>
                    <a:gd name="T14" fmla="*/ 2147483647 w 48"/>
                    <a:gd name="T15" fmla="*/ 2147483647 h 136"/>
                    <a:gd name="T16" fmla="*/ 2147483647 w 48"/>
                    <a:gd name="T17" fmla="*/ 2147483647 h 136"/>
                    <a:gd name="T18" fmla="*/ 2147483647 w 48"/>
                    <a:gd name="T19" fmla="*/ 2147483647 h 136"/>
                    <a:gd name="T20" fmla="*/ 2147483647 w 48"/>
                    <a:gd name="T21" fmla="*/ 2147483647 h 136"/>
                    <a:gd name="T22" fmla="*/ 2147483647 w 48"/>
                    <a:gd name="T23" fmla="*/ 2147483647 h 136"/>
                    <a:gd name="T24" fmla="*/ 2147483647 w 48"/>
                    <a:gd name="T25" fmla="*/ 2147483647 h 136"/>
                    <a:gd name="T26" fmla="*/ 2147483647 w 48"/>
                    <a:gd name="T27" fmla="*/ 2147483647 h 136"/>
                    <a:gd name="T28" fmla="*/ 2147483647 w 48"/>
                    <a:gd name="T29" fmla="*/ 2147483647 h 136"/>
                    <a:gd name="T30" fmla="*/ 2147483647 w 48"/>
                    <a:gd name="T31" fmla="*/ 2147483647 h 136"/>
                    <a:gd name="T32" fmla="*/ 2147483647 w 48"/>
                    <a:gd name="T33" fmla="*/ 2147483647 h 136"/>
                    <a:gd name="T34" fmla="*/ 2147483647 w 48"/>
                    <a:gd name="T35" fmla="*/ 2147483647 h 136"/>
                    <a:gd name="T36" fmla="*/ 2147483647 w 48"/>
                    <a:gd name="T37" fmla="*/ 2147483647 h 136"/>
                    <a:gd name="T38" fmla="*/ 2147483647 w 48"/>
                    <a:gd name="T39" fmla="*/ 2147483647 h 136"/>
                    <a:gd name="T40" fmla="*/ 2147483647 w 48"/>
                    <a:gd name="T41" fmla="*/ 2147483647 h 136"/>
                    <a:gd name="T42" fmla="*/ 2147483647 w 48"/>
                    <a:gd name="T43" fmla="*/ 2147483647 h 136"/>
                    <a:gd name="T44" fmla="*/ 2147483647 w 48"/>
                    <a:gd name="T45" fmla="*/ 2147483647 h 136"/>
                    <a:gd name="T46" fmla="*/ 2147483647 w 48"/>
                    <a:gd name="T47" fmla="*/ 2147483647 h 136"/>
                    <a:gd name="T48" fmla="*/ 2147483647 w 48"/>
                    <a:gd name="T49" fmla="*/ 2147483647 h 136"/>
                    <a:gd name="T50" fmla="*/ 2147483647 w 48"/>
                    <a:gd name="T51" fmla="*/ 2147483647 h 136"/>
                    <a:gd name="T52" fmla="*/ 2147483647 w 48"/>
                    <a:gd name="T53" fmla="*/ 2147483647 h 136"/>
                    <a:gd name="T54" fmla="*/ 2147483647 w 48"/>
                    <a:gd name="T55" fmla="*/ 2147483647 h 136"/>
                    <a:gd name="T56" fmla="*/ 2147483647 w 48"/>
                    <a:gd name="T57" fmla="*/ 2147483647 h 136"/>
                    <a:gd name="T58" fmla="*/ 2147483647 w 48"/>
                    <a:gd name="T59" fmla="*/ 2147483647 h 136"/>
                    <a:gd name="T60" fmla="*/ 2147483647 w 48"/>
                    <a:gd name="T61" fmla="*/ 2147483647 h 136"/>
                    <a:gd name="T62" fmla="*/ 2147483647 w 48"/>
                    <a:gd name="T63" fmla="*/ 2147483647 h 136"/>
                    <a:gd name="T64" fmla="*/ 2147483647 w 48"/>
                    <a:gd name="T65" fmla="*/ 0 h 136"/>
                    <a:gd name="T66" fmla="*/ 2147483647 w 48"/>
                    <a:gd name="T67" fmla="*/ 0 h 136"/>
                    <a:gd name="T68" fmla="*/ 2147483647 w 48"/>
                    <a:gd name="T69" fmla="*/ 2147483647 h 136"/>
                    <a:gd name="T70" fmla="*/ 2147483647 w 48"/>
                    <a:gd name="T71" fmla="*/ 2147483647 h 136"/>
                    <a:gd name="T72" fmla="*/ 2147483647 w 48"/>
                    <a:gd name="T73" fmla="*/ 2147483647 h 136"/>
                    <a:gd name="T74" fmla="*/ 2147483647 w 48"/>
                    <a:gd name="T75" fmla="*/ 2147483647 h 136"/>
                    <a:gd name="T76" fmla="*/ 2147483647 w 48"/>
                    <a:gd name="T77" fmla="*/ 2147483647 h 136"/>
                    <a:gd name="T78" fmla="*/ 2147483647 w 48"/>
                    <a:gd name="T79" fmla="*/ 2147483647 h 136"/>
                    <a:gd name="T80" fmla="*/ 2147483647 w 48"/>
                    <a:gd name="T81" fmla="*/ 2147483647 h 136"/>
                    <a:gd name="T82" fmla="*/ 2147483647 w 48"/>
                    <a:gd name="T83" fmla="*/ 2147483647 h 136"/>
                    <a:gd name="T84" fmla="*/ 2147483647 w 48"/>
                    <a:gd name="T85" fmla="*/ 2147483647 h 136"/>
                    <a:gd name="T86" fmla="*/ 2147483647 w 48"/>
                    <a:gd name="T87" fmla="*/ 2147483647 h 136"/>
                    <a:gd name="T88" fmla="*/ 0 w 48"/>
                    <a:gd name="T89" fmla="*/ 2147483647 h 136"/>
                    <a:gd name="T90" fmla="*/ 0 w 48"/>
                    <a:gd name="T91" fmla="*/ 2147483647 h 136"/>
                    <a:gd name="T92" fmla="*/ 0 w 48"/>
                    <a:gd name="T93" fmla="*/ 2147483647 h 136"/>
                    <a:gd name="T94" fmla="*/ 0 w 48"/>
                    <a:gd name="T95" fmla="*/ 2147483647 h 136"/>
                    <a:gd name="T96" fmla="*/ 0 w 48"/>
                    <a:gd name="T97" fmla="*/ 2147483647 h 1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48"/>
                    <a:gd name="T148" fmla="*/ 0 h 136"/>
                    <a:gd name="T149" fmla="*/ 48 w 48"/>
                    <a:gd name="T150" fmla="*/ 136 h 1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48" h="136">
                      <a:moveTo>
                        <a:pt x="0" y="82"/>
                      </a:moveTo>
                      <a:lnTo>
                        <a:pt x="6" y="82"/>
                      </a:lnTo>
                      <a:lnTo>
                        <a:pt x="8" y="88"/>
                      </a:lnTo>
                      <a:lnTo>
                        <a:pt x="12" y="90"/>
                      </a:lnTo>
                      <a:lnTo>
                        <a:pt x="18" y="90"/>
                      </a:lnTo>
                      <a:lnTo>
                        <a:pt x="26" y="90"/>
                      </a:lnTo>
                      <a:lnTo>
                        <a:pt x="26" y="100"/>
                      </a:lnTo>
                      <a:lnTo>
                        <a:pt x="24" y="108"/>
                      </a:lnTo>
                      <a:lnTo>
                        <a:pt x="22" y="118"/>
                      </a:lnTo>
                      <a:lnTo>
                        <a:pt x="24" y="126"/>
                      </a:lnTo>
                      <a:lnTo>
                        <a:pt x="28" y="128"/>
                      </a:lnTo>
                      <a:lnTo>
                        <a:pt x="32" y="132"/>
                      </a:lnTo>
                      <a:lnTo>
                        <a:pt x="34" y="136"/>
                      </a:lnTo>
                      <a:lnTo>
                        <a:pt x="34" y="128"/>
                      </a:lnTo>
                      <a:lnTo>
                        <a:pt x="36" y="126"/>
                      </a:lnTo>
                      <a:lnTo>
                        <a:pt x="38" y="124"/>
                      </a:lnTo>
                      <a:lnTo>
                        <a:pt x="42" y="120"/>
                      </a:lnTo>
                      <a:lnTo>
                        <a:pt x="44" y="118"/>
                      </a:lnTo>
                      <a:lnTo>
                        <a:pt x="46" y="112"/>
                      </a:lnTo>
                      <a:lnTo>
                        <a:pt x="48" y="106"/>
                      </a:lnTo>
                      <a:lnTo>
                        <a:pt x="48" y="98"/>
                      </a:lnTo>
                      <a:lnTo>
                        <a:pt x="48" y="92"/>
                      </a:lnTo>
                      <a:lnTo>
                        <a:pt x="44" y="86"/>
                      </a:lnTo>
                      <a:lnTo>
                        <a:pt x="36" y="74"/>
                      </a:lnTo>
                      <a:lnTo>
                        <a:pt x="30" y="66"/>
                      </a:lnTo>
                      <a:lnTo>
                        <a:pt x="28" y="60"/>
                      </a:lnTo>
                      <a:lnTo>
                        <a:pt x="26" y="54"/>
                      </a:lnTo>
                      <a:lnTo>
                        <a:pt x="28" y="46"/>
                      </a:lnTo>
                      <a:lnTo>
                        <a:pt x="30" y="38"/>
                      </a:lnTo>
                      <a:lnTo>
                        <a:pt x="30" y="12"/>
                      </a:lnTo>
                      <a:lnTo>
                        <a:pt x="28" y="10"/>
                      </a:lnTo>
                      <a:lnTo>
                        <a:pt x="26" y="6"/>
                      </a:lnTo>
                      <a:lnTo>
                        <a:pt x="24" y="0"/>
                      </a:lnTo>
                      <a:lnTo>
                        <a:pt x="8" y="0"/>
                      </a:lnTo>
                      <a:lnTo>
                        <a:pt x="10" y="8"/>
                      </a:lnTo>
                      <a:lnTo>
                        <a:pt x="14" y="18"/>
                      </a:lnTo>
                      <a:lnTo>
                        <a:pt x="12" y="20"/>
                      </a:lnTo>
                      <a:lnTo>
                        <a:pt x="10" y="24"/>
                      </a:lnTo>
                      <a:lnTo>
                        <a:pt x="6" y="28"/>
                      </a:lnTo>
                      <a:lnTo>
                        <a:pt x="6" y="34"/>
                      </a:lnTo>
                      <a:lnTo>
                        <a:pt x="6" y="44"/>
                      </a:lnTo>
                      <a:lnTo>
                        <a:pt x="8" y="50"/>
                      </a:lnTo>
                      <a:lnTo>
                        <a:pt x="4" y="56"/>
                      </a:lnTo>
                      <a:lnTo>
                        <a:pt x="2" y="62"/>
                      </a:lnTo>
                      <a:lnTo>
                        <a:pt x="0" y="68"/>
                      </a:lnTo>
                      <a:lnTo>
                        <a:pt x="0" y="74"/>
                      </a:lnTo>
                      <a:lnTo>
                        <a:pt x="0" y="76"/>
                      </a:lnTo>
                      <a:lnTo>
                        <a:pt x="0" y="80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6" name="ï$lïdê"/>
                <p:cNvSpPr/>
                <p:nvPr/>
              </p:nvSpPr>
              <p:spPr bwMode="auto">
                <a:xfrm>
                  <a:off x="4952461" y="4114259"/>
                  <a:ext cx="325022" cy="302629"/>
                </a:xfrm>
                <a:custGeom>
                  <a:avLst/>
                  <a:gdLst>
                    <a:gd name="T0" fmla="*/ 2147483647 w 186"/>
                    <a:gd name="T1" fmla="*/ 2147483647 h 182"/>
                    <a:gd name="T2" fmla="*/ 2147483647 w 186"/>
                    <a:gd name="T3" fmla="*/ 2147483647 h 182"/>
                    <a:gd name="T4" fmla="*/ 2147483647 w 186"/>
                    <a:gd name="T5" fmla="*/ 2147483647 h 182"/>
                    <a:gd name="T6" fmla="*/ 2147483647 w 186"/>
                    <a:gd name="T7" fmla="*/ 2147483647 h 182"/>
                    <a:gd name="T8" fmla="*/ 2147483647 w 186"/>
                    <a:gd name="T9" fmla="*/ 2147483647 h 182"/>
                    <a:gd name="T10" fmla="*/ 2147483647 w 186"/>
                    <a:gd name="T11" fmla="*/ 2147483647 h 182"/>
                    <a:gd name="T12" fmla="*/ 2147483647 w 186"/>
                    <a:gd name="T13" fmla="*/ 2147483647 h 182"/>
                    <a:gd name="T14" fmla="*/ 2147483647 w 186"/>
                    <a:gd name="T15" fmla="*/ 2147483647 h 182"/>
                    <a:gd name="T16" fmla="*/ 2147483647 w 186"/>
                    <a:gd name="T17" fmla="*/ 2147483647 h 182"/>
                    <a:gd name="T18" fmla="*/ 2147483647 w 186"/>
                    <a:gd name="T19" fmla="*/ 2147483647 h 182"/>
                    <a:gd name="T20" fmla="*/ 2147483647 w 186"/>
                    <a:gd name="T21" fmla="*/ 2147483647 h 182"/>
                    <a:gd name="T22" fmla="*/ 2147483647 w 186"/>
                    <a:gd name="T23" fmla="*/ 2147483647 h 182"/>
                    <a:gd name="T24" fmla="*/ 2147483647 w 186"/>
                    <a:gd name="T25" fmla="*/ 2147483647 h 182"/>
                    <a:gd name="T26" fmla="*/ 2147483647 w 186"/>
                    <a:gd name="T27" fmla="*/ 2147483647 h 182"/>
                    <a:gd name="T28" fmla="*/ 2147483647 w 186"/>
                    <a:gd name="T29" fmla="*/ 2147483647 h 182"/>
                    <a:gd name="T30" fmla="*/ 2147483647 w 186"/>
                    <a:gd name="T31" fmla="*/ 2147483647 h 182"/>
                    <a:gd name="T32" fmla="*/ 2147483647 w 186"/>
                    <a:gd name="T33" fmla="*/ 2147483647 h 182"/>
                    <a:gd name="T34" fmla="*/ 2147483647 w 186"/>
                    <a:gd name="T35" fmla="*/ 0 h 182"/>
                    <a:gd name="T36" fmla="*/ 2147483647 w 186"/>
                    <a:gd name="T37" fmla="*/ 2147483647 h 182"/>
                    <a:gd name="T38" fmla="*/ 2147483647 w 186"/>
                    <a:gd name="T39" fmla="*/ 2147483647 h 182"/>
                    <a:gd name="T40" fmla="*/ 2147483647 w 186"/>
                    <a:gd name="T41" fmla="*/ 2147483647 h 182"/>
                    <a:gd name="T42" fmla="*/ 2147483647 w 186"/>
                    <a:gd name="T43" fmla="*/ 2147483647 h 182"/>
                    <a:gd name="T44" fmla="*/ 2147483647 w 186"/>
                    <a:gd name="T45" fmla="*/ 2147483647 h 182"/>
                    <a:gd name="T46" fmla="*/ 2147483647 w 186"/>
                    <a:gd name="T47" fmla="*/ 2147483647 h 182"/>
                    <a:gd name="T48" fmla="*/ 2147483647 w 186"/>
                    <a:gd name="T49" fmla="*/ 2147483647 h 182"/>
                    <a:gd name="T50" fmla="*/ 2147483647 w 186"/>
                    <a:gd name="T51" fmla="*/ 2147483647 h 182"/>
                    <a:gd name="T52" fmla="*/ 2147483647 w 186"/>
                    <a:gd name="T53" fmla="*/ 2147483647 h 182"/>
                    <a:gd name="T54" fmla="*/ 2147483647 w 186"/>
                    <a:gd name="T55" fmla="*/ 2147483647 h 182"/>
                    <a:gd name="T56" fmla="*/ 2147483647 w 186"/>
                    <a:gd name="T57" fmla="*/ 2147483647 h 182"/>
                    <a:gd name="T58" fmla="*/ 2147483647 w 186"/>
                    <a:gd name="T59" fmla="*/ 2147483647 h 182"/>
                    <a:gd name="T60" fmla="*/ 2147483647 w 186"/>
                    <a:gd name="T61" fmla="*/ 2147483647 h 182"/>
                    <a:gd name="T62" fmla="*/ 2147483647 w 186"/>
                    <a:gd name="T63" fmla="*/ 2147483647 h 182"/>
                    <a:gd name="T64" fmla="*/ 2147483647 w 186"/>
                    <a:gd name="T65" fmla="*/ 2147483647 h 182"/>
                    <a:gd name="T66" fmla="*/ 2147483647 w 186"/>
                    <a:gd name="T67" fmla="*/ 2147483647 h 182"/>
                    <a:gd name="T68" fmla="*/ 2147483647 w 186"/>
                    <a:gd name="T69" fmla="*/ 2147483647 h 182"/>
                    <a:gd name="T70" fmla="*/ 2147483647 w 186"/>
                    <a:gd name="T71" fmla="*/ 2147483647 h 182"/>
                    <a:gd name="T72" fmla="*/ 0 w 186"/>
                    <a:gd name="T73" fmla="*/ 2147483647 h 182"/>
                    <a:gd name="T74" fmla="*/ 2147483647 w 186"/>
                    <a:gd name="T75" fmla="*/ 2147483647 h 182"/>
                    <a:gd name="T76" fmla="*/ 2147483647 w 186"/>
                    <a:gd name="T77" fmla="*/ 2147483647 h 182"/>
                    <a:gd name="T78" fmla="*/ 2147483647 w 186"/>
                    <a:gd name="T79" fmla="*/ 2147483647 h 182"/>
                    <a:gd name="T80" fmla="*/ 2147483647 w 186"/>
                    <a:gd name="T81" fmla="*/ 2147483647 h 182"/>
                    <a:gd name="T82" fmla="*/ 2147483647 w 186"/>
                    <a:gd name="T83" fmla="*/ 2147483647 h 182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186"/>
                    <a:gd name="T127" fmla="*/ 0 h 182"/>
                    <a:gd name="T128" fmla="*/ 186 w 186"/>
                    <a:gd name="T129" fmla="*/ 182 h 182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186" h="182">
                      <a:moveTo>
                        <a:pt x="72" y="182"/>
                      </a:moveTo>
                      <a:lnTo>
                        <a:pt x="82" y="172"/>
                      </a:lnTo>
                      <a:lnTo>
                        <a:pt x="94" y="160"/>
                      </a:lnTo>
                      <a:lnTo>
                        <a:pt x="106" y="152"/>
                      </a:lnTo>
                      <a:lnTo>
                        <a:pt x="110" y="148"/>
                      </a:lnTo>
                      <a:lnTo>
                        <a:pt x="108" y="144"/>
                      </a:lnTo>
                      <a:lnTo>
                        <a:pt x="108" y="142"/>
                      </a:lnTo>
                      <a:lnTo>
                        <a:pt x="110" y="140"/>
                      </a:lnTo>
                      <a:lnTo>
                        <a:pt x="114" y="138"/>
                      </a:lnTo>
                      <a:lnTo>
                        <a:pt x="120" y="136"/>
                      </a:lnTo>
                      <a:lnTo>
                        <a:pt x="130" y="136"/>
                      </a:lnTo>
                      <a:lnTo>
                        <a:pt x="128" y="132"/>
                      </a:lnTo>
                      <a:lnTo>
                        <a:pt x="128" y="128"/>
                      </a:lnTo>
                      <a:lnTo>
                        <a:pt x="128" y="126"/>
                      </a:lnTo>
                      <a:lnTo>
                        <a:pt x="134" y="124"/>
                      </a:lnTo>
                      <a:lnTo>
                        <a:pt x="140" y="120"/>
                      </a:lnTo>
                      <a:lnTo>
                        <a:pt x="150" y="116"/>
                      </a:lnTo>
                      <a:lnTo>
                        <a:pt x="162" y="114"/>
                      </a:lnTo>
                      <a:lnTo>
                        <a:pt x="172" y="108"/>
                      </a:lnTo>
                      <a:lnTo>
                        <a:pt x="172" y="98"/>
                      </a:lnTo>
                      <a:lnTo>
                        <a:pt x="172" y="92"/>
                      </a:lnTo>
                      <a:lnTo>
                        <a:pt x="174" y="86"/>
                      </a:lnTo>
                      <a:lnTo>
                        <a:pt x="180" y="76"/>
                      </a:lnTo>
                      <a:lnTo>
                        <a:pt x="178" y="70"/>
                      </a:lnTo>
                      <a:lnTo>
                        <a:pt x="178" y="60"/>
                      </a:lnTo>
                      <a:lnTo>
                        <a:pt x="178" y="54"/>
                      </a:lnTo>
                      <a:lnTo>
                        <a:pt x="182" y="50"/>
                      </a:lnTo>
                      <a:lnTo>
                        <a:pt x="184" y="46"/>
                      </a:lnTo>
                      <a:lnTo>
                        <a:pt x="186" y="44"/>
                      </a:lnTo>
                      <a:lnTo>
                        <a:pt x="182" y="34"/>
                      </a:lnTo>
                      <a:lnTo>
                        <a:pt x="180" y="26"/>
                      </a:lnTo>
                      <a:lnTo>
                        <a:pt x="166" y="16"/>
                      </a:lnTo>
                      <a:lnTo>
                        <a:pt x="160" y="12"/>
                      </a:lnTo>
                      <a:lnTo>
                        <a:pt x="150" y="8"/>
                      </a:lnTo>
                      <a:lnTo>
                        <a:pt x="146" y="6"/>
                      </a:lnTo>
                      <a:lnTo>
                        <a:pt x="140" y="0"/>
                      </a:lnTo>
                      <a:lnTo>
                        <a:pt x="136" y="0"/>
                      </a:lnTo>
                      <a:lnTo>
                        <a:pt x="128" y="2"/>
                      </a:lnTo>
                      <a:lnTo>
                        <a:pt x="118" y="8"/>
                      </a:lnTo>
                      <a:lnTo>
                        <a:pt x="112" y="10"/>
                      </a:lnTo>
                      <a:lnTo>
                        <a:pt x="108" y="14"/>
                      </a:lnTo>
                      <a:lnTo>
                        <a:pt x="106" y="18"/>
                      </a:lnTo>
                      <a:lnTo>
                        <a:pt x="104" y="24"/>
                      </a:lnTo>
                      <a:lnTo>
                        <a:pt x="104" y="62"/>
                      </a:lnTo>
                      <a:lnTo>
                        <a:pt x="106" y="70"/>
                      </a:lnTo>
                      <a:lnTo>
                        <a:pt x="108" y="72"/>
                      </a:lnTo>
                      <a:lnTo>
                        <a:pt x="114" y="76"/>
                      </a:lnTo>
                      <a:lnTo>
                        <a:pt x="124" y="76"/>
                      </a:lnTo>
                      <a:lnTo>
                        <a:pt x="124" y="88"/>
                      </a:lnTo>
                      <a:lnTo>
                        <a:pt x="122" y="92"/>
                      </a:lnTo>
                      <a:lnTo>
                        <a:pt x="120" y="96"/>
                      </a:lnTo>
                      <a:lnTo>
                        <a:pt x="116" y="98"/>
                      </a:lnTo>
                      <a:lnTo>
                        <a:pt x="114" y="98"/>
                      </a:lnTo>
                      <a:lnTo>
                        <a:pt x="110" y="90"/>
                      </a:lnTo>
                      <a:lnTo>
                        <a:pt x="106" y="86"/>
                      </a:lnTo>
                      <a:lnTo>
                        <a:pt x="96" y="78"/>
                      </a:lnTo>
                      <a:lnTo>
                        <a:pt x="90" y="72"/>
                      </a:lnTo>
                      <a:lnTo>
                        <a:pt x="86" y="70"/>
                      </a:lnTo>
                      <a:lnTo>
                        <a:pt x="86" y="66"/>
                      </a:lnTo>
                      <a:lnTo>
                        <a:pt x="80" y="68"/>
                      </a:lnTo>
                      <a:lnTo>
                        <a:pt x="78" y="70"/>
                      </a:lnTo>
                      <a:lnTo>
                        <a:pt x="76" y="70"/>
                      </a:lnTo>
                      <a:lnTo>
                        <a:pt x="72" y="72"/>
                      </a:lnTo>
                      <a:lnTo>
                        <a:pt x="66" y="70"/>
                      </a:lnTo>
                      <a:lnTo>
                        <a:pt x="60" y="68"/>
                      </a:lnTo>
                      <a:lnTo>
                        <a:pt x="56" y="64"/>
                      </a:lnTo>
                      <a:lnTo>
                        <a:pt x="54" y="60"/>
                      </a:lnTo>
                      <a:lnTo>
                        <a:pt x="32" y="52"/>
                      </a:lnTo>
                      <a:lnTo>
                        <a:pt x="32" y="82"/>
                      </a:lnTo>
                      <a:lnTo>
                        <a:pt x="30" y="86"/>
                      </a:lnTo>
                      <a:lnTo>
                        <a:pt x="26" y="88"/>
                      </a:lnTo>
                      <a:lnTo>
                        <a:pt x="24" y="88"/>
                      </a:lnTo>
                      <a:lnTo>
                        <a:pt x="0" y="88"/>
                      </a:lnTo>
                      <a:lnTo>
                        <a:pt x="0" y="152"/>
                      </a:lnTo>
                      <a:lnTo>
                        <a:pt x="16" y="170"/>
                      </a:lnTo>
                      <a:lnTo>
                        <a:pt x="18" y="172"/>
                      </a:lnTo>
                      <a:lnTo>
                        <a:pt x="22" y="174"/>
                      </a:lnTo>
                      <a:lnTo>
                        <a:pt x="28" y="172"/>
                      </a:lnTo>
                      <a:lnTo>
                        <a:pt x="36" y="170"/>
                      </a:lnTo>
                      <a:lnTo>
                        <a:pt x="40" y="172"/>
                      </a:lnTo>
                      <a:lnTo>
                        <a:pt x="46" y="176"/>
                      </a:lnTo>
                      <a:lnTo>
                        <a:pt x="52" y="178"/>
                      </a:lnTo>
                      <a:lnTo>
                        <a:pt x="58" y="182"/>
                      </a:lnTo>
                      <a:lnTo>
                        <a:pt x="72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7" name="íŝḻîḍé"/>
                <p:cNvSpPr/>
                <p:nvPr/>
              </p:nvSpPr>
              <p:spPr bwMode="auto">
                <a:xfrm>
                  <a:off x="4666001" y="4047007"/>
                  <a:ext cx="342926" cy="365677"/>
                </a:xfrm>
                <a:custGeom>
                  <a:avLst/>
                  <a:gdLst>
                    <a:gd name="T0" fmla="*/ 2147483647 w 197"/>
                    <a:gd name="T1" fmla="*/ 2147483647 h 220"/>
                    <a:gd name="T2" fmla="*/ 2147483647 w 197"/>
                    <a:gd name="T3" fmla="*/ 2147483647 h 220"/>
                    <a:gd name="T4" fmla="*/ 2147483647 w 197"/>
                    <a:gd name="T5" fmla="*/ 2147483647 h 220"/>
                    <a:gd name="T6" fmla="*/ 2147483647 w 197"/>
                    <a:gd name="T7" fmla="*/ 2147483647 h 220"/>
                    <a:gd name="T8" fmla="*/ 2147483647 w 197"/>
                    <a:gd name="T9" fmla="*/ 2147483647 h 220"/>
                    <a:gd name="T10" fmla="*/ 2147483647 w 197"/>
                    <a:gd name="T11" fmla="*/ 2147483647 h 220"/>
                    <a:gd name="T12" fmla="*/ 0 w 197"/>
                    <a:gd name="T13" fmla="*/ 2147483647 h 220"/>
                    <a:gd name="T14" fmla="*/ 2147483647 w 197"/>
                    <a:gd name="T15" fmla="*/ 2147483647 h 220"/>
                    <a:gd name="T16" fmla="*/ 2147483647 w 197"/>
                    <a:gd name="T17" fmla="*/ 2147483647 h 220"/>
                    <a:gd name="T18" fmla="*/ 2147483647 w 197"/>
                    <a:gd name="T19" fmla="*/ 2147483647 h 220"/>
                    <a:gd name="T20" fmla="*/ 2147483647 w 197"/>
                    <a:gd name="T21" fmla="*/ 2147483647 h 220"/>
                    <a:gd name="T22" fmla="*/ 2147483647 w 197"/>
                    <a:gd name="T23" fmla="*/ 2147483647 h 220"/>
                    <a:gd name="T24" fmla="*/ 2147483647 w 197"/>
                    <a:gd name="T25" fmla="*/ 2147483647 h 220"/>
                    <a:gd name="T26" fmla="*/ 2147483647 w 197"/>
                    <a:gd name="T27" fmla="*/ 2147483647 h 220"/>
                    <a:gd name="T28" fmla="*/ 2147483647 w 197"/>
                    <a:gd name="T29" fmla="*/ 2147483647 h 220"/>
                    <a:gd name="T30" fmla="*/ 2147483647 w 197"/>
                    <a:gd name="T31" fmla="*/ 2147483647 h 220"/>
                    <a:gd name="T32" fmla="*/ 2147483647 w 197"/>
                    <a:gd name="T33" fmla="*/ 2147483647 h 220"/>
                    <a:gd name="T34" fmla="*/ 2147483647 w 197"/>
                    <a:gd name="T35" fmla="*/ 0 h 220"/>
                    <a:gd name="T36" fmla="*/ 2147483647 w 197"/>
                    <a:gd name="T37" fmla="*/ 2147483647 h 220"/>
                    <a:gd name="T38" fmla="*/ 2147483647 w 197"/>
                    <a:gd name="T39" fmla="*/ 2147483647 h 220"/>
                    <a:gd name="T40" fmla="*/ 2147483647 w 197"/>
                    <a:gd name="T41" fmla="*/ 2147483647 h 220"/>
                    <a:gd name="T42" fmla="*/ 2147483647 w 197"/>
                    <a:gd name="T43" fmla="*/ 2147483647 h 220"/>
                    <a:gd name="T44" fmla="*/ 2147483647 w 197"/>
                    <a:gd name="T45" fmla="*/ 2147483647 h 220"/>
                    <a:gd name="T46" fmla="*/ 2147483647 w 197"/>
                    <a:gd name="T47" fmla="*/ 2147483647 h 220"/>
                    <a:gd name="T48" fmla="*/ 2147483647 w 197"/>
                    <a:gd name="T49" fmla="*/ 2147483647 h 220"/>
                    <a:gd name="T50" fmla="*/ 2147483647 w 197"/>
                    <a:gd name="T51" fmla="*/ 2147483647 h 220"/>
                    <a:gd name="T52" fmla="*/ 2147483647 w 197"/>
                    <a:gd name="T53" fmla="*/ 2147483647 h 220"/>
                    <a:gd name="T54" fmla="*/ 2147483647 w 197"/>
                    <a:gd name="T55" fmla="*/ 2147483647 h 220"/>
                    <a:gd name="T56" fmla="*/ 2147483647 w 197"/>
                    <a:gd name="T57" fmla="*/ 2147483647 h 220"/>
                    <a:gd name="T58" fmla="*/ 2147483647 w 197"/>
                    <a:gd name="T59" fmla="*/ 2147483647 h 220"/>
                    <a:gd name="T60" fmla="*/ 2147483647 w 197"/>
                    <a:gd name="T61" fmla="*/ 2147483647 h 220"/>
                    <a:gd name="T62" fmla="*/ 2147483647 w 197"/>
                    <a:gd name="T63" fmla="*/ 2147483647 h 220"/>
                    <a:gd name="T64" fmla="*/ 2147483647 w 197"/>
                    <a:gd name="T65" fmla="*/ 2147483647 h 220"/>
                    <a:gd name="T66" fmla="*/ 2147483647 w 197"/>
                    <a:gd name="T67" fmla="*/ 2147483647 h 220"/>
                    <a:gd name="T68" fmla="*/ 2147483647 w 197"/>
                    <a:gd name="T69" fmla="*/ 2147483647 h 220"/>
                    <a:gd name="T70" fmla="*/ 2147483647 w 197"/>
                    <a:gd name="T71" fmla="*/ 2147483647 h 220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97"/>
                    <a:gd name="T109" fmla="*/ 0 h 220"/>
                    <a:gd name="T110" fmla="*/ 197 w 197"/>
                    <a:gd name="T111" fmla="*/ 220 h 220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97" h="220">
                      <a:moveTo>
                        <a:pt x="181" y="212"/>
                      </a:moveTo>
                      <a:lnTo>
                        <a:pt x="159" y="220"/>
                      </a:lnTo>
                      <a:lnTo>
                        <a:pt x="117" y="220"/>
                      </a:lnTo>
                      <a:lnTo>
                        <a:pt x="107" y="216"/>
                      </a:lnTo>
                      <a:lnTo>
                        <a:pt x="105" y="214"/>
                      </a:lnTo>
                      <a:lnTo>
                        <a:pt x="101" y="210"/>
                      </a:lnTo>
                      <a:lnTo>
                        <a:pt x="33" y="210"/>
                      </a:lnTo>
                      <a:lnTo>
                        <a:pt x="27" y="206"/>
                      </a:lnTo>
                      <a:lnTo>
                        <a:pt x="25" y="204"/>
                      </a:lnTo>
                      <a:lnTo>
                        <a:pt x="21" y="204"/>
                      </a:lnTo>
                      <a:lnTo>
                        <a:pt x="11" y="206"/>
                      </a:lnTo>
                      <a:lnTo>
                        <a:pt x="4" y="206"/>
                      </a:lnTo>
                      <a:lnTo>
                        <a:pt x="0" y="204"/>
                      </a:lnTo>
                      <a:lnTo>
                        <a:pt x="0" y="194"/>
                      </a:lnTo>
                      <a:lnTo>
                        <a:pt x="4" y="188"/>
                      </a:lnTo>
                      <a:lnTo>
                        <a:pt x="4" y="180"/>
                      </a:lnTo>
                      <a:lnTo>
                        <a:pt x="4" y="174"/>
                      </a:lnTo>
                      <a:lnTo>
                        <a:pt x="7" y="162"/>
                      </a:lnTo>
                      <a:lnTo>
                        <a:pt x="11" y="150"/>
                      </a:lnTo>
                      <a:lnTo>
                        <a:pt x="13" y="140"/>
                      </a:lnTo>
                      <a:lnTo>
                        <a:pt x="19" y="132"/>
                      </a:lnTo>
                      <a:lnTo>
                        <a:pt x="25" y="122"/>
                      </a:lnTo>
                      <a:lnTo>
                        <a:pt x="31" y="112"/>
                      </a:lnTo>
                      <a:lnTo>
                        <a:pt x="35" y="104"/>
                      </a:lnTo>
                      <a:lnTo>
                        <a:pt x="35" y="92"/>
                      </a:lnTo>
                      <a:lnTo>
                        <a:pt x="33" y="84"/>
                      </a:lnTo>
                      <a:lnTo>
                        <a:pt x="29" y="74"/>
                      </a:lnTo>
                      <a:lnTo>
                        <a:pt x="25" y="66"/>
                      </a:lnTo>
                      <a:lnTo>
                        <a:pt x="23" y="56"/>
                      </a:lnTo>
                      <a:lnTo>
                        <a:pt x="23" y="52"/>
                      </a:lnTo>
                      <a:lnTo>
                        <a:pt x="25" y="48"/>
                      </a:lnTo>
                      <a:lnTo>
                        <a:pt x="27" y="44"/>
                      </a:lnTo>
                      <a:lnTo>
                        <a:pt x="27" y="40"/>
                      </a:lnTo>
                      <a:lnTo>
                        <a:pt x="27" y="32"/>
                      </a:lnTo>
                      <a:lnTo>
                        <a:pt x="23" y="24"/>
                      </a:lnTo>
                      <a:lnTo>
                        <a:pt x="15" y="0"/>
                      </a:lnTo>
                      <a:lnTo>
                        <a:pt x="79" y="0"/>
                      </a:lnTo>
                      <a:lnTo>
                        <a:pt x="79" y="12"/>
                      </a:lnTo>
                      <a:lnTo>
                        <a:pt x="85" y="24"/>
                      </a:lnTo>
                      <a:lnTo>
                        <a:pt x="93" y="32"/>
                      </a:lnTo>
                      <a:lnTo>
                        <a:pt x="95" y="34"/>
                      </a:lnTo>
                      <a:lnTo>
                        <a:pt x="99" y="34"/>
                      </a:lnTo>
                      <a:lnTo>
                        <a:pt x="111" y="34"/>
                      </a:lnTo>
                      <a:lnTo>
                        <a:pt x="119" y="34"/>
                      </a:lnTo>
                      <a:lnTo>
                        <a:pt x="121" y="32"/>
                      </a:lnTo>
                      <a:lnTo>
                        <a:pt x="123" y="28"/>
                      </a:lnTo>
                      <a:lnTo>
                        <a:pt x="123" y="20"/>
                      </a:lnTo>
                      <a:lnTo>
                        <a:pt x="143" y="20"/>
                      </a:lnTo>
                      <a:lnTo>
                        <a:pt x="145" y="22"/>
                      </a:lnTo>
                      <a:lnTo>
                        <a:pt x="147" y="24"/>
                      </a:lnTo>
                      <a:lnTo>
                        <a:pt x="151" y="26"/>
                      </a:lnTo>
                      <a:lnTo>
                        <a:pt x="159" y="26"/>
                      </a:lnTo>
                      <a:lnTo>
                        <a:pt x="165" y="24"/>
                      </a:lnTo>
                      <a:lnTo>
                        <a:pt x="167" y="46"/>
                      </a:lnTo>
                      <a:lnTo>
                        <a:pt x="165" y="68"/>
                      </a:lnTo>
                      <a:lnTo>
                        <a:pt x="165" y="72"/>
                      </a:lnTo>
                      <a:lnTo>
                        <a:pt x="169" y="74"/>
                      </a:lnTo>
                      <a:lnTo>
                        <a:pt x="171" y="82"/>
                      </a:lnTo>
                      <a:lnTo>
                        <a:pt x="171" y="86"/>
                      </a:lnTo>
                      <a:lnTo>
                        <a:pt x="169" y="92"/>
                      </a:lnTo>
                      <a:lnTo>
                        <a:pt x="175" y="94"/>
                      </a:lnTo>
                      <a:lnTo>
                        <a:pt x="179" y="94"/>
                      </a:lnTo>
                      <a:lnTo>
                        <a:pt x="183" y="92"/>
                      </a:lnTo>
                      <a:lnTo>
                        <a:pt x="191" y="92"/>
                      </a:lnTo>
                      <a:lnTo>
                        <a:pt x="197" y="92"/>
                      </a:lnTo>
                      <a:lnTo>
                        <a:pt x="197" y="122"/>
                      </a:lnTo>
                      <a:lnTo>
                        <a:pt x="195" y="126"/>
                      </a:lnTo>
                      <a:lnTo>
                        <a:pt x="191" y="128"/>
                      </a:lnTo>
                      <a:lnTo>
                        <a:pt x="189" y="128"/>
                      </a:lnTo>
                      <a:lnTo>
                        <a:pt x="165" y="128"/>
                      </a:lnTo>
                      <a:lnTo>
                        <a:pt x="165" y="192"/>
                      </a:lnTo>
                      <a:lnTo>
                        <a:pt x="181" y="210"/>
                      </a:lnTo>
                      <a:lnTo>
                        <a:pt x="181" y="2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8" name="iSliḋê"/>
                <p:cNvSpPr/>
                <p:nvPr/>
              </p:nvSpPr>
              <p:spPr bwMode="auto">
                <a:xfrm>
                  <a:off x="4879469" y="4408481"/>
                  <a:ext cx="258916" cy="278810"/>
                </a:xfrm>
                <a:custGeom>
                  <a:avLst/>
                  <a:gdLst>
                    <a:gd name="T0" fmla="*/ 2147483647 w 148"/>
                    <a:gd name="T1" fmla="*/ 2147483647 h 168"/>
                    <a:gd name="T2" fmla="*/ 2147483647 w 148"/>
                    <a:gd name="T3" fmla="*/ 2147483647 h 168"/>
                    <a:gd name="T4" fmla="*/ 2147483647 w 148"/>
                    <a:gd name="T5" fmla="*/ 2147483647 h 168"/>
                    <a:gd name="T6" fmla="*/ 2147483647 w 148"/>
                    <a:gd name="T7" fmla="*/ 2147483647 h 168"/>
                    <a:gd name="T8" fmla="*/ 2147483647 w 148"/>
                    <a:gd name="T9" fmla="*/ 2147483647 h 168"/>
                    <a:gd name="T10" fmla="*/ 2147483647 w 148"/>
                    <a:gd name="T11" fmla="*/ 2147483647 h 168"/>
                    <a:gd name="T12" fmla="*/ 2147483647 w 148"/>
                    <a:gd name="T13" fmla="*/ 2147483647 h 168"/>
                    <a:gd name="T14" fmla="*/ 2147483647 w 148"/>
                    <a:gd name="T15" fmla="*/ 2147483647 h 168"/>
                    <a:gd name="T16" fmla="*/ 2147483647 w 148"/>
                    <a:gd name="T17" fmla="*/ 2147483647 h 168"/>
                    <a:gd name="T18" fmla="*/ 2147483647 w 148"/>
                    <a:gd name="T19" fmla="*/ 2147483647 h 168"/>
                    <a:gd name="T20" fmla="*/ 2147483647 w 148"/>
                    <a:gd name="T21" fmla="*/ 2147483647 h 168"/>
                    <a:gd name="T22" fmla="*/ 2147483647 w 148"/>
                    <a:gd name="T23" fmla="*/ 2147483647 h 168"/>
                    <a:gd name="T24" fmla="*/ 2147483647 w 148"/>
                    <a:gd name="T25" fmla="*/ 2147483647 h 168"/>
                    <a:gd name="T26" fmla="*/ 2147483647 w 148"/>
                    <a:gd name="T27" fmla="*/ 2147483647 h 168"/>
                    <a:gd name="T28" fmla="*/ 2147483647 w 148"/>
                    <a:gd name="T29" fmla="*/ 2147483647 h 168"/>
                    <a:gd name="T30" fmla="*/ 2147483647 w 148"/>
                    <a:gd name="T31" fmla="*/ 2147483647 h 168"/>
                    <a:gd name="T32" fmla="*/ 2147483647 w 148"/>
                    <a:gd name="T33" fmla="*/ 2147483647 h 168"/>
                    <a:gd name="T34" fmla="*/ 2147483647 w 148"/>
                    <a:gd name="T35" fmla="*/ 2147483647 h 168"/>
                    <a:gd name="T36" fmla="*/ 2147483647 w 148"/>
                    <a:gd name="T37" fmla="*/ 2147483647 h 168"/>
                    <a:gd name="T38" fmla="*/ 2147483647 w 148"/>
                    <a:gd name="T39" fmla="*/ 2147483647 h 168"/>
                    <a:gd name="T40" fmla="*/ 2147483647 w 148"/>
                    <a:gd name="T41" fmla="*/ 2147483647 h 168"/>
                    <a:gd name="T42" fmla="*/ 2147483647 w 148"/>
                    <a:gd name="T43" fmla="*/ 2147483647 h 168"/>
                    <a:gd name="T44" fmla="*/ 2147483647 w 148"/>
                    <a:gd name="T45" fmla="*/ 2147483647 h 168"/>
                    <a:gd name="T46" fmla="*/ 2147483647 w 148"/>
                    <a:gd name="T47" fmla="*/ 2147483647 h 168"/>
                    <a:gd name="T48" fmla="*/ 2147483647 w 148"/>
                    <a:gd name="T49" fmla="*/ 2147483647 h 168"/>
                    <a:gd name="T50" fmla="*/ 2147483647 w 148"/>
                    <a:gd name="T51" fmla="*/ 2147483647 h 168"/>
                    <a:gd name="T52" fmla="*/ 2147483647 w 148"/>
                    <a:gd name="T53" fmla="*/ 2147483647 h 168"/>
                    <a:gd name="T54" fmla="*/ 2147483647 w 148"/>
                    <a:gd name="T55" fmla="*/ 2147483647 h 168"/>
                    <a:gd name="T56" fmla="*/ 2147483647 w 148"/>
                    <a:gd name="T57" fmla="*/ 2147483647 h 168"/>
                    <a:gd name="T58" fmla="*/ 2147483647 w 148"/>
                    <a:gd name="T59" fmla="*/ 2147483647 h 168"/>
                    <a:gd name="T60" fmla="*/ 2147483647 w 148"/>
                    <a:gd name="T61" fmla="*/ 2147483647 h 168"/>
                    <a:gd name="T62" fmla="*/ 2147483647 w 148"/>
                    <a:gd name="T63" fmla="*/ 2147483647 h 168"/>
                    <a:gd name="T64" fmla="*/ 2147483647 w 148"/>
                    <a:gd name="T65" fmla="*/ 2147483647 h 168"/>
                    <a:gd name="T66" fmla="*/ 2147483647 w 148"/>
                    <a:gd name="T67" fmla="*/ 2147483647 h 168"/>
                    <a:gd name="T68" fmla="*/ 2147483647 w 148"/>
                    <a:gd name="T69" fmla="*/ 2147483647 h 168"/>
                    <a:gd name="T70" fmla="*/ 2147483647 w 148"/>
                    <a:gd name="T71" fmla="*/ 2147483647 h 168"/>
                    <a:gd name="T72" fmla="*/ 2147483647 w 148"/>
                    <a:gd name="T73" fmla="*/ 2147483647 h 168"/>
                    <a:gd name="T74" fmla="*/ 2147483647 w 148"/>
                    <a:gd name="T75" fmla="*/ 2147483647 h 168"/>
                    <a:gd name="T76" fmla="*/ 2147483647 w 148"/>
                    <a:gd name="T77" fmla="*/ 2147483647 h 168"/>
                    <a:gd name="T78" fmla="*/ 2147483647 w 148"/>
                    <a:gd name="T79" fmla="*/ 2147483647 h 168"/>
                    <a:gd name="T80" fmla="*/ 2147483647 w 148"/>
                    <a:gd name="T81" fmla="*/ 2147483647 h 168"/>
                    <a:gd name="T82" fmla="*/ 2147483647 w 148"/>
                    <a:gd name="T83" fmla="*/ 2147483647 h 168"/>
                    <a:gd name="T84" fmla="*/ 2147483647 w 148"/>
                    <a:gd name="T85" fmla="*/ 2147483647 h 168"/>
                    <a:gd name="T86" fmla="*/ 2147483647 w 148"/>
                    <a:gd name="T87" fmla="*/ 2147483647 h 168"/>
                    <a:gd name="T88" fmla="*/ 2147483647 w 148"/>
                    <a:gd name="T89" fmla="*/ 2147483647 h 168"/>
                    <a:gd name="T90" fmla="*/ 0 w 148"/>
                    <a:gd name="T91" fmla="*/ 2147483647 h 168"/>
                    <a:gd name="T92" fmla="*/ 0 w 148"/>
                    <a:gd name="T93" fmla="*/ 2147483647 h 168"/>
                    <a:gd name="T94" fmla="*/ 2147483647 w 148"/>
                    <a:gd name="T95" fmla="*/ 2147483647 h 168"/>
                    <a:gd name="T96" fmla="*/ 2147483647 w 148"/>
                    <a:gd name="T97" fmla="*/ 2147483647 h 168"/>
                    <a:gd name="T98" fmla="*/ 2147483647 w 148"/>
                    <a:gd name="T99" fmla="*/ 2147483647 h 168"/>
                    <a:gd name="T100" fmla="*/ 2147483647 w 148"/>
                    <a:gd name="T101" fmla="*/ 2147483647 h 168"/>
                    <a:gd name="T102" fmla="*/ 2147483647 w 148"/>
                    <a:gd name="T103" fmla="*/ 2147483647 h 168"/>
                    <a:gd name="T104" fmla="*/ 2147483647 w 148"/>
                    <a:gd name="T105" fmla="*/ 2147483647 h 168"/>
                    <a:gd name="T106" fmla="*/ 2147483647 w 148"/>
                    <a:gd name="T107" fmla="*/ 2147483647 h 168"/>
                    <a:gd name="T108" fmla="*/ 2147483647 w 148"/>
                    <a:gd name="T109" fmla="*/ 0 h 168"/>
                    <a:gd name="T110" fmla="*/ 2147483647 w 148"/>
                    <a:gd name="T111" fmla="*/ 0 h 168"/>
                    <a:gd name="T112" fmla="*/ 2147483647 w 148"/>
                    <a:gd name="T113" fmla="*/ 2147483647 h 168"/>
                    <a:gd name="T114" fmla="*/ 2147483647 w 148"/>
                    <a:gd name="T115" fmla="*/ 2147483647 h 16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168"/>
                    <a:gd name="T176" fmla="*/ 148 w 148"/>
                    <a:gd name="T177" fmla="*/ 168 h 168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168">
                      <a:moveTo>
                        <a:pt x="94" y="8"/>
                      </a:moveTo>
                      <a:lnTo>
                        <a:pt x="98" y="14"/>
                      </a:lnTo>
                      <a:lnTo>
                        <a:pt x="100" y="18"/>
                      </a:lnTo>
                      <a:lnTo>
                        <a:pt x="102" y="20"/>
                      </a:lnTo>
                      <a:lnTo>
                        <a:pt x="100" y="22"/>
                      </a:lnTo>
                      <a:lnTo>
                        <a:pt x="102" y="26"/>
                      </a:lnTo>
                      <a:lnTo>
                        <a:pt x="106" y="32"/>
                      </a:lnTo>
                      <a:lnTo>
                        <a:pt x="112" y="36"/>
                      </a:lnTo>
                      <a:lnTo>
                        <a:pt x="120" y="42"/>
                      </a:lnTo>
                      <a:lnTo>
                        <a:pt x="124" y="46"/>
                      </a:lnTo>
                      <a:lnTo>
                        <a:pt x="126" y="52"/>
                      </a:lnTo>
                      <a:lnTo>
                        <a:pt x="128" y="62"/>
                      </a:lnTo>
                      <a:lnTo>
                        <a:pt x="128" y="68"/>
                      </a:lnTo>
                      <a:lnTo>
                        <a:pt x="132" y="70"/>
                      </a:lnTo>
                      <a:lnTo>
                        <a:pt x="136" y="72"/>
                      </a:lnTo>
                      <a:lnTo>
                        <a:pt x="140" y="74"/>
                      </a:lnTo>
                      <a:lnTo>
                        <a:pt x="144" y="74"/>
                      </a:lnTo>
                      <a:lnTo>
                        <a:pt x="148" y="80"/>
                      </a:lnTo>
                      <a:lnTo>
                        <a:pt x="140" y="84"/>
                      </a:lnTo>
                      <a:lnTo>
                        <a:pt x="134" y="88"/>
                      </a:lnTo>
                      <a:lnTo>
                        <a:pt x="126" y="100"/>
                      </a:lnTo>
                      <a:lnTo>
                        <a:pt x="116" y="112"/>
                      </a:lnTo>
                      <a:lnTo>
                        <a:pt x="106" y="122"/>
                      </a:lnTo>
                      <a:lnTo>
                        <a:pt x="104" y="124"/>
                      </a:lnTo>
                      <a:lnTo>
                        <a:pt x="100" y="126"/>
                      </a:lnTo>
                      <a:lnTo>
                        <a:pt x="98" y="128"/>
                      </a:lnTo>
                      <a:lnTo>
                        <a:pt x="94" y="132"/>
                      </a:lnTo>
                      <a:lnTo>
                        <a:pt x="92" y="138"/>
                      </a:lnTo>
                      <a:lnTo>
                        <a:pt x="88" y="142"/>
                      </a:lnTo>
                      <a:lnTo>
                        <a:pt x="84" y="146"/>
                      </a:lnTo>
                      <a:lnTo>
                        <a:pt x="78" y="148"/>
                      </a:lnTo>
                      <a:lnTo>
                        <a:pt x="72" y="146"/>
                      </a:lnTo>
                      <a:lnTo>
                        <a:pt x="68" y="142"/>
                      </a:lnTo>
                      <a:lnTo>
                        <a:pt x="62" y="140"/>
                      </a:lnTo>
                      <a:lnTo>
                        <a:pt x="56" y="138"/>
                      </a:lnTo>
                      <a:lnTo>
                        <a:pt x="52" y="142"/>
                      </a:lnTo>
                      <a:lnTo>
                        <a:pt x="44" y="150"/>
                      </a:lnTo>
                      <a:lnTo>
                        <a:pt x="36" y="162"/>
                      </a:lnTo>
                      <a:lnTo>
                        <a:pt x="28" y="168"/>
                      </a:lnTo>
                      <a:lnTo>
                        <a:pt x="12" y="168"/>
                      </a:lnTo>
                      <a:lnTo>
                        <a:pt x="14" y="160"/>
                      </a:lnTo>
                      <a:lnTo>
                        <a:pt x="16" y="152"/>
                      </a:lnTo>
                      <a:lnTo>
                        <a:pt x="16" y="146"/>
                      </a:lnTo>
                      <a:lnTo>
                        <a:pt x="14" y="142"/>
                      </a:lnTo>
                      <a:lnTo>
                        <a:pt x="6" y="134"/>
                      </a:lnTo>
                      <a:lnTo>
                        <a:pt x="0" y="132"/>
                      </a:lnTo>
                      <a:lnTo>
                        <a:pt x="0" y="78"/>
                      </a:lnTo>
                      <a:lnTo>
                        <a:pt x="20" y="78"/>
                      </a:lnTo>
                      <a:lnTo>
                        <a:pt x="20" y="10"/>
                      </a:lnTo>
                      <a:lnTo>
                        <a:pt x="42" y="8"/>
                      </a:lnTo>
                      <a:lnTo>
                        <a:pt x="60" y="6"/>
                      </a:lnTo>
                      <a:lnTo>
                        <a:pt x="64" y="12"/>
                      </a:lnTo>
                      <a:lnTo>
                        <a:pt x="78" y="6"/>
                      </a:lnTo>
                      <a:lnTo>
                        <a:pt x="82" y="2"/>
                      </a:lnTo>
                      <a:lnTo>
                        <a:pt x="88" y="0"/>
                      </a:lnTo>
                      <a:lnTo>
                        <a:pt x="92" y="0"/>
                      </a:lnTo>
                      <a:lnTo>
                        <a:pt x="94" y="2"/>
                      </a:lnTo>
                      <a:lnTo>
                        <a:pt x="94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49" name="íşļíḓe"/>
                <p:cNvSpPr/>
                <p:nvPr/>
              </p:nvSpPr>
              <p:spPr bwMode="auto">
                <a:xfrm>
                  <a:off x="3875479" y="3359088"/>
                  <a:ext cx="141853" cy="138705"/>
                </a:xfrm>
                <a:custGeom>
                  <a:avLst/>
                  <a:gdLst>
                    <a:gd name="T0" fmla="*/ 2147483647 w 82"/>
                    <a:gd name="T1" fmla="*/ 2147483647 h 82"/>
                    <a:gd name="T2" fmla="*/ 2147483647 w 82"/>
                    <a:gd name="T3" fmla="*/ 2147483647 h 82"/>
                    <a:gd name="T4" fmla="*/ 2147483647 w 82"/>
                    <a:gd name="T5" fmla="*/ 2147483647 h 82"/>
                    <a:gd name="T6" fmla="*/ 2147483647 w 82"/>
                    <a:gd name="T7" fmla="*/ 2147483647 h 82"/>
                    <a:gd name="T8" fmla="*/ 2147483647 w 82"/>
                    <a:gd name="T9" fmla="*/ 2147483647 h 82"/>
                    <a:gd name="T10" fmla="*/ 2147483647 w 82"/>
                    <a:gd name="T11" fmla="*/ 2147483647 h 82"/>
                    <a:gd name="T12" fmla="*/ 2147483647 w 82"/>
                    <a:gd name="T13" fmla="*/ 2147483647 h 82"/>
                    <a:gd name="T14" fmla="*/ 2147483647 w 82"/>
                    <a:gd name="T15" fmla="*/ 2147483647 h 82"/>
                    <a:gd name="T16" fmla="*/ 2147483647 w 82"/>
                    <a:gd name="T17" fmla="*/ 2147483647 h 82"/>
                    <a:gd name="T18" fmla="*/ 2147483647 w 82"/>
                    <a:gd name="T19" fmla="*/ 2147483647 h 82"/>
                    <a:gd name="T20" fmla="*/ 2147483647 w 82"/>
                    <a:gd name="T21" fmla="*/ 2147483647 h 82"/>
                    <a:gd name="T22" fmla="*/ 2147483647 w 82"/>
                    <a:gd name="T23" fmla="*/ 2147483647 h 82"/>
                    <a:gd name="T24" fmla="*/ 2147483647 w 82"/>
                    <a:gd name="T25" fmla="*/ 2147483647 h 82"/>
                    <a:gd name="T26" fmla="*/ 2147483647 w 82"/>
                    <a:gd name="T27" fmla="*/ 2147483647 h 82"/>
                    <a:gd name="T28" fmla="*/ 2147483647 w 82"/>
                    <a:gd name="T29" fmla="*/ 2147483647 h 82"/>
                    <a:gd name="T30" fmla="*/ 2147483647 w 82"/>
                    <a:gd name="T31" fmla="*/ 2147483647 h 82"/>
                    <a:gd name="T32" fmla="*/ 2147483647 w 82"/>
                    <a:gd name="T33" fmla="*/ 2147483647 h 82"/>
                    <a:gd name="T34" fmla="*/ 2147483647 w 82"/>
                    <a:gd name="T35" fmla="*/ 2147483647 h 82"/>
                    <a:gd name="T36" fmla="*/ 2147483647 w 82"/>
                    <a:gd name="T37" fmla="*/ 2147483647 h 82"/>
                    <a:gd name="T38" fmla="*/ 2147483647 w 82"/>
                    <a:gd name="T39" fmla="*/ 2147483647 h 82"/>
                    <a:gd name="T40" fmla="*/ 2147483647 w 82"/>
                    <a:gd name="T41" fmla="*/ 2147483647 h 82"/>
                    <a:gd name="T42" fmla="*/ 2147483647 w 82"/>
                    <a:gd name="T43" fmla="*/ 2147483647 h 82"/>
                    <a:gd name="T44" fmla="*/ 2147483647 w 82"/>
                    <a:gd name="T45" fmla="*/ 2147483647 h 82"/>
                    <a:gd name="T46" fmla="*/ 2147483647 w 82"/>
                    <a:gd name="T47" fmla="*/ 2147483647 h 82"/>
                    <a:gd name="T48" fmla="*/ 0 w 82"/>
                    <a:gd name="T49" fmla="*/ 2147483647 h 82"/>
                    <a:gd name="T50" fmla="*/ 2147483647 w 82"/>
                    <a:gd name="T51" fmla="*/ 2147483647 h 82"/>
                    <a:gd name="T52" fmla="*/ 2147483647 w 82"/>
                    <a:gd name="T53" fmla="*/ 2147483647 h 82"/>
                    <a:gd name="T54" fmla="*/ 2147483647 w 82"/>
                    <a:gd name="T55" fmla="*/ 2147483647 h 82"/>
                    <a:gd name="T56" fmla="*/ 2147483647 w 82"/>
                    <a:gd name="T57" fmla="*/ 2147483647 h 82"/>
                    <a:gd name="T58" fmla="*/ 2147483647 w 82"/>
                    <a:gd name="T59" fmla="*/ 2147483647 h 82"/>
                    <a:gd name="T60" fmla="*/ 2147483647 w 82"/>
                    <a:gd name="T61" fmla="*/ 2147483647 h 82"/>
                    <a:gd name="T62" fmla="*/ 2147483647 w 82"/>
                    <a:gd name="T63" fmla="*/ 2147483647 h 82"/>
                    <a:gd name="T64" fmla="*/ 2147483647 w 82"/>
                    <a:gd name="T65" fmla="*/ 0 h 82"/>
                    <a:gd name="T66" fmla="*/ 2147483647 w 82"/>
                    <a:gd name="T67" fmla="*/ 0 h 82"/>
                    <a:gd name="T68" fmla="*/ 2147483647 w 82"/>
                    <a:gd name="T69" fmla="*/ 2147483647 h 82"/>
                    <a:gd name="T70" fmla="*/ 2147483647 w 82"/>
                    <a:gd name="T71" fmla="*/ 2147483647 h 82"/>
                    <a:gd name="T72" fmla="*/ 2147483647 w 82"/>
                    <a:gd name="T73" fmla="*/ 2147483647 h 82"/>
                    <a:gd name="T74" fmla="*/ 2147483647 w 82"/>
                    <a:gd name="T75" fmla="*/ 2147483647 h 82"/>
                    <a:gd name="T76" fmla="*/ 2147483647 w 82"/>
                    <a:gd name="T77" fmla="*/ 2147483647 h 82"/>
                    <a:gd name="T78" fmla="*/ 2147483647 w 82"/>
                    <a:gd name="T79" fmla="*/ 2147483647 h 82"/>
                    <a:gd name="T80" fmla="*/ 2147483647 w 82"/>
                    <a:gd name="T81" fmla="*/ 2147483647 h 82"/>
                    <a:gd name="T82" fmla="*/ 2147483647 w 82"/>
                    <a:gd name="T83" fmla="*/ 2147483647 h 82"/>
                    <a:gd name="T84" fmla="*/ 2147483647 w 82"/>
                    <a:gd name="T85" fmla="*/ 2147483647 h 82"/>
                    <a:gd name="T86" fmla="*/ 2147483647 w 82"/>
                    <a:gd name="T87" fmla="*/ 2147483647 h 82"/>
                    <a:gd name="T88" fmla="*/ 2147483647 w 82"/>
                    <a:gd name="T89" fmla="*/ 2147483647 h 82"/>
                    <a:gd name="T90" fmla="*/ 2147483647 w 82"/>
                    <a:gd name="T91" fmla="*/ 2147483647 h 82"/>
                    <a:gd name="T92" fmla="*/ 2147483647 w 82"/>
                    <a:gd name="T93" fmla="*/ 2147483647 h 82"/>
                    <a:gd name="T94" fmla="*/ 2147483647 w 82"/>
                    <a:gd name="T95" fmla="*/ 2147483647 h 82"/>
                    <a:gd name="T96" fmla="*/ 2147483647 w 82"/>
                    <a:gd name="T97" fmla="*/ 2147483647 h 82"/>
                    <a:gd name="T98" fmla="*/ 2147483647 w 82"/>
                    <a:gd name="T99" fmla="*/ 2147483647 h 82"/>
                    <a:gd name="T100" fmla="*/ 2147483647 w 82"/>
                    <a:gd name="T101" fmla="*/ 2147483647 h 82"/>
                    <a:gd name="T102" fmla="*/ 2147483647 w 82"/>
                    <a:gd name="T103" fmla="*/ 2147483647 h 82"/>
                    <a:gd name="T104" fmla="*/ 2147483647 w 82"/>
                    <a:gd name="T105" fmla="*/ 2147483647 h 82"/>
                    <a:gd name="T106" fmla="*/ 2147483647 w 82"/>
                    <a:gd name="T107" fmla="*/ 2147483647 h 82"/>
                    <a:gd name="T108" fmla="*/ 2147483647 w 82"/>
                    <a:gd name="T109" fmla="*/ 2147483647 h 82"/>
                    <a:gd name="T110" fmla="*/ 2147483647 w 82"/>
                    <a:gd name="T111" fmla="*/ 2147483647 h 82"/>
                    <a:gd name="T112" fmla="*/ 2147483647 w 82"/>
                    <a:gd name="T113" fmla="*/ 2147483647 h 82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82"/>
                    <a:gd name="T172" fmla="*/ 0 h 82"/>
                    <a:gd name="T173" fmla="*/ 82 w 82"/>
                    <a:gd name="T174" fmla="*/ 82 h 82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82" h="82">
                      <a:moveTo>
                        <a:pt x="6" y="78"/>
                      </a:moveTo>
                      <a:lnTo>
                        <a:pt x="4" y="74"/>
                      </a:lnTo>
                      <a:lnTo>
                        <a:pt x="4" y="68"/>
                      </a:lnTo>
                      <a:lnTo>
                        <a:pt x="4" y="62"/>
                      </a:lnTo>
                      <a:lnTo>
                        <a:pt x="16" y="62"/>
                      </a:lnTo>
                      <a:lnTo>
                        <a:pt x="28" y="60"/>
                      </a:lnTo>
                      <a:lnTo>
                        <a:pt x="28" y="58"/>
                      </a:lnTo>
                      <a:lnTo>
                        <a:pt x="34" y="60"/>
                      </a:lnTo>
                      <a:lnTo>
                        <a:pt x="42" y="62"/>
                      </a:lnTo>
                      <a:lnTo>
                        <a:pt x="46" y="60"/>
                      </a:lnTo>
                      <a:lnTo>
                        <a:pt x="50" y="58"/>
                      </a:lnTo>
                      <a:lnTo>
                        <a:pt x="38" y="56"/>
                      </a:lnTo>
                      <a:lnTo>
                        <a:pt x="32" y="54"/>
                      </a:lnTo>
                      <a:lnTo>
                        <a:pt x="30" y="50"/>
                      </a:lnTo>
                      <a:lnTo>
                        <a:pt x="26" y="52"/>
                      </a:lnTo>
                      <a:lnTo>
                        <a:pt x="24" y="54"/>
                      </a:lnTo>
                      <a:lnTo>
                        <a:pt x="22" y="56"/>
                      </a:lnTo>
                      <a:lnTo>
                        <a:pt x="18" y="58"/>
                      </a:lnTo>
                      <a:lnTo>
                        <a:pt x="6" y="56"/>
                      </a:lnTo>
                      <a:lnTo>
                        <a:pt x="6" y="52"/>
                      </a:lnTo>
                      <a:lnTo>
                        <a:pt x="8" y="46"/>
                      </a:lnTo>
                      <a:lnTo>
                        <a:pt x="6" y="40"/>
                      </a:lnTo>
                      <a:lnTo>
                        <a:pt x="4" y="36"/>
                      </a:lnTo>
                      <a:lnTo>
                        <a:pt x="2" y="32"/>
                      </a:lnTo>
                      <a:lnTo>
                        <a:pt x="0" y="30"/>
                      </a:lnTo>
                      <a:lnTo>
                        <a:pt x="2" y="24"/>
                      </a:lnTo>
                      <a:lnTo>
                        <a:pt x="4" y="16"/>
                      </a:lnTo>
                      <a:lnTo>
                        <a:pt x="10" y="4"/>
                      </a:lnTo>
                      <a:lnTo>
                        <a:pt x="14" y="4"/>
                      </a:lnTo>
                      <a:lnTo>
                        <a:pt x="16" y="4"/>
                      </a:lnTo>
                      <a:lnTo>
                        <a:pt x="20" y="4"/>
                      </a:lnTo>
                      <a:lnTo>
                        <a:pt x="22" y="2"/>
                      </a:lnTo>
                      <a:lnTo>
                        <a:pt x="26" y="0"/>
                      </a:lnTo>
                      <a:lnTo>
                        <a:pt x="30" y="0"/>
                      </a:lnTo>
                      <a:lnTo>
                        <a:pt x="38" y="2"/>
                      </a:lnTo>
                      <a:lnTo>
                        <a:pt x="46" y="6"/>
                      </a:lnTo>
                      <a:lnTo>
                        <a:pt x="52" y="8"/>
                      </a:lnTo>
                      <a:lnTo>
                        <a:pt x="54" y="14"/>
                      </a:lnTo>
                      <a:lnTo>
                        <a:pt x="64" y="28"/>
                      </a:lnTo>
                      <a:lnTo>
                        <a:pt x="68" y="32"/>
                      </a:lnTo>
                      <a:lnTo>
                        <a:pt x="74" y="36"/>
                      </a:lnTo>
                      <a:lnTo>
                        <a:pt x="72" y="36"/>
                      </a:lnTo>
                      <a:lnTo>
                        <a:pt x="76" y="48"/>
                      </a:lnTo>
                      <a:lnTo>
                        <a:pt x="80" y="58"/>
                      </a:lnTo>
                      <a:lnTo>
                        <a:pt x="82" y="66"/>
                      </a:lnTo>
                      <a:lnTo>
                        <a:pt x="82" y="72"/>
                      </a:lnTo>
                      <a:lnTo>
                        <a:pt x="82" y="80"/>
                      </a:lnTo>
                      <a:lnTo>
                        <a:pt x="80" y="80"/>
                      </a:lnTo>
                      <a:lnTo>
                        <a:pt x="74" y="82"/>
                      </a:lnTo>
                      <a:lnTo>
                        <a:pt x="68" y="80"/>
                      </a:lnTo>
                      <a:lnTo>
                        <a:pt x="62" y="78"/>
                      </a:lnTo>
                      <a:lnTo>
                        <a:pt x="56" y="76"/>
                      </a:lnTo>
                      <a:lnTo>
                        <a:pt x="50" y="74"/>
                      </a:lnTo>
                      <a:lnTo>
                        <a:pt x="38" y="74"/>
                      </a:lnTo>
                      <a:lnTo>
                        <a:pt x="26" y="76"/>
                      </a:lnTo>
                      <a:lnTo>
                        <a:pt x="18" y="78"/>
                      </a:lnTo>
                      <a:lnTo>
                        <a:pt x="6" y="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0" name="ïS1îďê"/>
                <p:cNvSpPr/>
                <p:nvPr/>
              </p:nvSpPr>
              <p:spPr bwMode="auto">
                <a:xfrm>
                  <a:off x="3885119" y="3483783"/>
                  <a:ext cx="78501" cy="39230"/>
                </a:xfrm>
                <a:custGeom>
                  <a:avLst/>
                  <a:gdLst>
                    <a:gd name="T0" fmla="*/ 0 w 44"/>
                    <a:gd name="T1" fmla="*/ 2147483647 h 24"/>
                    <a:gd name="T2" fmla="*/ 2147483647 w 44"/>
                    <a:gd name="T3" fmla="*/ 2147483647 h 24"/>
                    <a:gd name="T4" fmla="*/ 2147483647 w 44"/>
                    <a:gd name="T5" fmla="*/ 2147483647 h 24"/>
                    <a:gd name="T6" fmla="*/ 2147483647 w 44"/>
                    <a:gd name="T7" fmla="*/ 0 h 24"/>
                    <a:gd name="T8" fmla="*/ 2147483647 w 44"/>
                    <a:gd name="T9" fmla="*/ 0 h 24"/>
                    <a:gd name="T10" fmla="*/ 2147483647 w 44"/>
                    <a:gd name="T11" fmla="*/ 2147483647 h 24"/>
                    <a:gd name="T12" fmla="*/ 2147483647 w 44"/>
                    <a:gd name="T13" fmla="*/ 2147483647 h 24"/>
                    <a:gd name="T14" fmla="*/ 2147483647 w 44"/>
                    <a:gd name="T15" fmla="*/ 2147483647 h 24"/>
                    <a:gd name="T16" fmla="*/ 2147483647 w 44"/>
                    <a:gd name="T17" fmla="*/ 2147483647 h 24"/>
                    <a:gd name="T18" fmla="*/ 2147483647 w 44"/>
                    <a:gd name="T19" fmla="*/ 2147483647 h 24"/>
                    <a:gd name="T20" fmla="*/ 2147483647 w 44"/>
                    <a:gd name="T21" fmla="*/ 2147483647 h 24"/>
                    <a:gd name="T22" fmla="*/ 2147483647 w 44"/>
                    <a:gd name="T23" fmla="*/ 2147483647 h 24"/>
                    <a:gd name="T24" fmla="*/ 2147483647 w 44"/>
                    <a:gd name="T25" fmla="*/ 2147483647 h 24"/>
                    <a:gd name="T26" fmla="*/ 2147483647 w 44"/>
                    <a:gd name="T27" fmla="*/ 2147483647 h 24"/>
                    <a:gd name="T28" fmla="*/ 2147483647 w 44"/>
                    <a:gd name="T29" fmla="*/ 2147483647 h 24"/>
                    <a:gd name="T30" fmla="*/ 2147483647 w 44"/>
                    <a:gd name="T31" fmla="*/ 2147483647 h 24"/>
                    <a:gd name="T32" fmla="*/ 2147483647 w 44"/>
                    <a:gd name="T33" fmla="*/ 2147483647 h 24"/>
                    <a:gd name="T34" fmla="*/ 2147483647 w 44"/>
                    <a:gd name="T35" fmla="*/ 2147483647 h 24"/>
                    <a:gd name="T36" fmla="*/ 2147483647 w 44"/>
                    <a:gd name="T37" fmla="*/ 2147483647 h 24"/>
                    <a:gd name="T38" fmla="*/ 0 w 44"/>
                    <a:gd name="T39" fmla="*/ 2147483647 h 2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4"/>
                    <a:gd name="T61" fmla="*/ 0 h 24"/>
                    <a:gd name="T62" fmla="*/ 44 w 44"/>
                    <a:gd name="T63" fmla="*/ 24 h 24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4" h="24">
                      <a:moveTo>
                        <a:pt x="0" y="4"/>
                      </a:moveTo>
                      <a:lnTo>
                        <a:pt x="12" y="4"/>
                      </a:lnTo>
                      <a:lnTo>
                        <a:pt x="20" y="2"/>
                      </a:lnTo>
                      <a:lnTo>
                        <a:pt x="32" y="0"/>
                      </a:lnTo>
                      <a:lnTo>
                        <a:pt x="44" y="0"/>
                      </a:lnTo>
                      <a:lnTo>
                        <a:pt x="44" y="4"/>
                      </a:lnTo>
                      <a:lnTo>
                        <a:pt x="44" y="8"/>
                      </a:lnTo>
                      <a:lnTo>
                        <a:pt x="40" y="8"/>
                      </a:lnTo>
                      <a:lnTo>
                        <a:pt x="42" y="12"/>
                      </a:lnTo>
                      <a:lnTo>
                        <a:pt x="44" y="12"/>
                      </a:lnTo>
                      <a:lnTo>
                        <a:pt x="44" y="16"/>
                      </a:lnTo>
                      <a:lnTo>
                        <a:pt x="38" y="18"/>
                      </a:lnTo>
                      <a:lnTo>
                        <a:pt x="34" y="20"/>
                      </a:lnTo>
                      <a:lnTo>
                        <a:pt x="30" y="22"/>
                      </a:lnTo>
                      <a:lnTo>
                        <a:pt x="26" y="24"/>
                      </a:lnTo>
                      <a:lnTo>
                        <a:pt x="20" y="16"/>
                      </a:lnTo>
                      <a:lnTo>
                        <a:pt x="18" y="14"/>
                      </a:lnTo>
                      <a:lnTo>
                        <a:pt x="16" y="12"/>
                      </a:lnTo>
                      <a:lnTo>
                        <a:pt x="8" y="8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1" name="iSľíḑe"/>
                <p:cNvSpPr/>
                <p:nvPr/>
              </p:nvSpPr>
              <p:spPr bwMode="auto">
                <a:xfrm>
                  <a:off x="3930567" y="3483783"/>
                  <a:ext cx="192810" cy="158320"/>
                </a:xfrm>
                <a:custGeom>
                  <a:avLst/>
                  <a:gdLst>
                    <a:gd name="T0" fmla="*/ 2147483647 w 110"/>
                    <a:gd name="T1" fmla="*/ 2147483647 h 96"/>
                    <a:gd name="T2" fmla="*/ 2147483647 w 110"/>
                    <a:gd name="T3" fmla="*/ 2147483647 h 96"/>
                    <a:gd name="T4" fmla="*/ 2147483647 w 110"/>
                    <a:gd name="T5" fmla="*/ 2147483647 h 96"/>
                    <a:gd name="T6" fmla="*/ 2147483647 w 110"/>
                    <a:gd name="T7" fmla="*/ 2147483647 h 96"/>
                    <a:gd name="T8" fmla="*/ 2147483647 w 110"/>
                    <a:gd name="T9" fmla="*/ 2147483647 h 96"/>
                    <a:gd name="T10" fmla="*/ 2147483647 w 110"/>
                    <a:gd name="T11" fmla="*/ 2147483647 h 96"/>
                    <a:gd name="T12" fmla="*/ 2147483647 w 110"/>
                    <a:gd name="T13" fmla="*/ 2147483647 h 96"/>
                    <a:gd name="T14" fmla="*/ 2147483647 w 110"/>
                    <a:gd name="T15" fmla="*/ 2147483647 h 96"/>
                    <a:gd name="T16" fmla="*/ 2147483647 w 110"/>
                    <a:gd name="T17" fmla="*/ 2147483647 h 96"/>
                    <a:gd name="T18" fmla="*/ 2147483647 w 110"/>
                    <a:gd name="T19" fmla="*/ 2147483647 h 96"/>
                    <a:gd name="T20" fmla="*/ 2147483647 w 110"/>
                    <a:gd name="T21" fmla="*/ 2147483647 h 96"/>
                    <a:gd name="T22" fmla="*/ 2147483647 w 110"/>
                    <a:gd name="T23" fmla="*/ 2147483647 h 96"/>
                    <a:gd name="T24" fmla="*/ 2147483647 w 110"/>
                    <a:gd name="T25" fmla="*/ 2147483647 h 96"/>
                    <a:gd name="T26" fmla="*/ 2147483647 w 110"/>
                    <a:gd name="T27" fmla="*/ 2147483647 h 96"/>
                    <a:gd name="T28" fmla="*/ 2147483647 w 110"/>
                    <a:gd name="T29" fmla="*/ 2147483647 h 96"/>
                    <a:gd name="T30" fmla="*/ 2147483647 w 110"/>
                    <a:gd name="T31" fmla="*/ 2147483647 h 96"/>
                    <a:gd name="T32" fmla="*/ 2147483647 w 110"/>
                    <a:gd name="T33" fmla="*/ 2147483647 h 96"/>
                    <a:gd name="T34" fmla="*/ 2147483647 w 110"/>
                    <a:gd name="T35" fmla="*/ 2147483647 h 96"/>
                    <a:gd name="T36" fmla="*/ 2147483647 w 110"/>
                    <a:gd name="T37" fmla="*/ 2147483647 h 96"/>
                    <a:gd name="T38" fmla="*/ 2147483647 w 110"/>
                    <a:gd name="T39" fmla="*/ 2147483647 h 96"/>
                    <a:gd name="T40" fmla="*/ 2147483647 w 110"/>
                    <a:gd name="T41" fmla="*/ 2147483647 h 96"/>
                    <a:gd name="T42" fmla="*/ 2147483647 w 110"/>
                    <a:gd name="T43" fmla="*/ 2147483647 h 96"/>
                    <a:gd name="T44" fmla="*/ 2147483647 w 110"/>
                    <a:gd name="T45" fmla="*/ 2147483647 h 96"/>
                    <a:gd name="T46" fmla="*/ 2147483647 w 110"/>
                    <a:gd name="T47" fmla="*/ 2147483647 h 96"/>
                    <a:gd name="T48" fmla="*/ 2147483647 w 110"/>
                    <a:gd name="T49" fmla="*/ 2147483647 h 96"/>
                    <a:gd name="T50" fmla="*/ 2147483647 w 110"/>
                    <a:gd name="T51" fmla="*/ 2147483647 h 96"/>
                    <a:gd name="T52" fmla="*/ 2147483647 w 110"/>
                    <a:gd name="T53" fmla="*/ 2147483647 h 96"/>
                    <a:gd name="T54" fmla="*/ 2147483647 w 110"/>
                    <a:gd name="T55" fmla="*/ 2147483647 h 96"/>
                    <a:gd name="T56" fmla="*/ 2147483647 w 110"/>
                    <a:gd name="T57" fmla="*/ 2147483647 h 96"/>
                    <a:gd name="T58" fmla="*/ 2147483647 w 110"/>
                    <a:gd name="T59" fmla="*/ 2147483647 h 96"/>
                    <a:gd name="T60" fmla="*/ 2147483647 w 110"/>
                    <a:gd name="T61" fmla="*/ 2147483647 h 96"/>
                    <a:gd name="T62" fmla="*/ 2147483647 w 110"/>
                    <a:gd name="T63" fmla="*/ 2147483647 h 9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110"/>
                    <a:gd name="T97" fmla="*/ 0 h 96"/>
                    <a:gd name="T98" fmla="*/ 110 w 110"/>
                    <a:gd name="T99" fmla="*/ 96 h 9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110" h="96">
                      <a:moveTo>
                        <a:pt x="28" y="66"/>
                      </a:moveTo>
                      <a:lnTo>
                        <a:pt x="32" y="60"/>
                      </a:lnTo>
                      <a:lnTo>
                        <a:pt x="38" y="54"/>
                      </a:lnTo>
                      <a:lnTo>
                        <a:pt x="44" y="48"/>
                      </a:lnTo>
                      <a:lnTo>
                        <a:pt x="50" y="46"/>
                      </a:lnTo>
                      <a:lnTo>
                        <a:pt x="56" y="48"/>
                      </a:lnTo>
                      <a:lnTo>
                        <a:pt x="60" y="50"/>
                      </a:lnTo>
                      <a:lnTo>
                        <a:pt x="62" y="54"/>
                      </a:lnTo>
                      <a:lnTo>
                        <a:pt x="64" y="60"/>
                      </a:lnTo>
                      <a:lnTo>
                        <a:pt x="66" y="68"/>
                      </a:lnTo>
                      <a:lnTo>
                        <a:pt x="70" y="78"/>
                      </a:lnTo>
                      <a:lnTo>
                        <a:pt x="74" y="76"/>
                      </a:lnTo>
                      <a:lnTo>
                        <a:pt x="76" y="74"/>
                      </a:lnTo>
                      <a:lnTo>
                        <a:pt x="84" y="78"/>
                      </a:lnTo>
                      <a:lnTo>
                        <a:pt x="84" y="90"/>
                      </a:lnTo>
                      <a:lnTo>
                        <a:pt x="86" y="96"/>
                      </a:lnTo>
                      <a:lnTo>
                        <a:pt x="90" y="96"/>
                      </a:lnTo>
                      <a:lnTo>
                        <a:pt x="96" y="96"/>
                      </a:lnTo>
                      <a:lnTo>
                        <a:pt x="100" y="96"/>
                      </a:lnTo>
                      <a:lnTo>
                        <a:pt x="102" y="96"/>
                      </a:lnTo>
                      <a:lnTo>
                        <a:pt x="104" y="92"/>
                      </a:lnTo>
                      <a:lnTo>
                        <a:pt x="106" y="84"/>
                      </a:lnTo>
                      <a:lnTo>
                        <a:pt x="106" y="82"/>
                      </a:lnTo>
                      <a:lnTo>
                        <a:pt x="104" y="80"/>
                      </a:lnTo>
                      <a:lnTo>
                        <a:pt x="102" y="78"/>
                      </a:lnTo>
                      <a:lnTo>
                        <a:pt x="102" y="76"/>
                      </a:lnTo>
                      <a:lnTo>
                        <a:pt x="106" y="74"/>
                      </a:lnTo>
                      <a:lnTo>
                        <a:pt x="110" y="72"/>
                      </a:lnTo>
                      <a:lnTo>
                        <a:pt x="108" y="68"/>
                      </a:lnTo>
                      <a:lnTo>
                        <a:pt x="106" y="64"/>
                      </a:lnTo>
                      <a:lnTo>
                        <a:pt x="104" y="52"/>
                      </a:lnTo>
                      <a:lnTo>
                        <a:pt x="106" y="46"/>
                      </a:lnTo>
                      <a:lnTo>
                        <a:pt x="106" y="44"/>
                      </a:lnTo>
                      <a:lnTo>
                        <a:pt x="110" y="44"/>
                      </a:lnTo>
                      <a:lnTo>
                        <a:pt x="104" y="42"/>
                      </a:lnTo>
                      <a:lnTo>
                        <a:pt x="102" y="40"/>
                      </a:lnTo>
                      <a:lnTo>
                        <a:pt x="98" y="26"/>
                      </a:lnTo>
                      <a:lnTo>
                        <a:pt x="94" y="14"/>
                      </a:lnTo>
                      <a:lnTo>
                        <a:pt x="90" y="8"/>
                      </a:lnTo>
                      <a:lnTo>
                        <a:pt x="84" y="6"/>
                      </a:lnTo>
                      <a:lnTo>
                        <a:pt x="82" y="8"/>
                      </a:lnTo>
                      <a:lnTo>
                        <a:pt x="80" y="10"/>
                      </a:lnTo>
                      <a:lnTo>
                        <a:pt x="74" y="10"/>
                      </a:lnTo>
                      <a:lnTo>
                        <a:pt x="60" y="8"/>
                      </a:lnTo>
                      <a:lnTo>
                        <a:pt x="50" y="6"/>
                      </a:lnTo>
                      <a:lnTo>
                        <a:pt x="48" y="6"/>
                      </a:lnTo>
                      <a:lnTo>
                        <a:pt x="42" y="8"/>
                      </a:lnTo>
                      <a:lnTo>
                        <a:pt x="36" y="6"/>
                      </a:lnTo>
                      <a:lnTo>
                        <a:pt x="30" y="4"/>
                      </a:lnTo>
                      <a:lnTo>
                        <a:pt x="24" y="2"/>
                      </a:lnTo>
                      <a:lnTo>
                        <a:pt x="18" y="0"/>
                      </a:lnTo>
                      <a:lnTo>
                        <a:pt x="18" y="4"/>
                      </a:lnTo>
                      <a:lnTo>
                        <a:pt x="18" y="8"/>
                      </a:lnTo>
                      <a:lnTo>
                        <a:pt x="14" y="8"/>
                      </a:lnTo>
                      <a:lnTo>
                        <a:pt x="16" y="12"/>
                      </a:lnTo>
                      <a:lnTo>
                        <a:pt x="18" y="12"/>
                      </a:lnTo>
                      <a:lnTo>
                        <a:pt x="18" y="16"/>
                      </a:lnTo>
                      <a:lnTo>
                        <a:pt x="12" y="18"/>
                      </a:lnTo>
                      <a:lnTo>
                        <a:pt x="8" y="20"/>
                      </a:lnTo>
                      <a:lnTo>
                        <a:pt x="4" y="22"/>
                      </a:lnTo>
                      <a:lnTo>
                        <a:pt x="0" y="24"/>
                      </a:lnTo>
                      <a:lnTo>
                        <a:pt x="16" y="42"/>
                      </a:lnTo>
                      <a:lnTo>
                        <a:pt x="22" y="52"/>
                      </a:lnTo>
                      <a:lnTo>
                        <a:pt x="28" y="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2" name="iŝliďê"/>
                <p:cNvSpPr/>
                <p:nvPr/>
              </p:nvSpPr>
              <p:spPr bwMode="auto">
                <a:xfrm>
                  <a:off x="3980147" y="3559440"/>
                  <a:ext cx="74370" cy="93870"/>
                </a:xfrm>
                <a:custGeom>
                  <a:avLst/>
                  <a:gdLst>
                    <a:gd name="T0" fmla="*/ 2147483647 w 42"/>
                    <a:gd name="T1" fmla="*/ 2147483647 h 56"/>
                    <a:gd name="T2" fmla="*/ 2147483647 w 42"/>
                    <a:gd name="T3" fmla="*/ 2147483647 h 56"/>
                    <a:gd name="T4" fmla="*/ 2147483647 w 42"/>
                    <a:gd name="T5" fmla="*/ 2147483647 h 56"/>
                    <a:gd name="T6" fmla="*/ 2147483647 w 42"/>
                    <a:gd name="T7" fmla="*/ 2147483647 h 56"/>
                    <a:gd name="T8" fmla="*/ 2147483647 w 42"/>
                    <a:gd name="T9" fmla="*/ 2147483647 h 56"/>
                    <a:gd name="T10" fmla="*/ 0 w 42"/>
                    <a:gd name="T11" fmla="*/ 2147483647 h 56"/>
                    <a:gd name="T12" fmla="*/ 2147483647 w 42"/>
                    <a:gd name="T13" fmla="*/ 2147483647 h 56"/>
                    <a:gd name="T14" fmla="*/ 2147483647 w 42"/>
                    <a:gd name="T15" fmla="*/ 2147483647 h 56"/>
                    <a:gd name="T16" fmla="*/ 2147483647 w 42"/>
                    <a:gd name="T17" fmla="*/ 2147483647 h 56"/>
                    <a:gd name="T18" fmla="*/ 2147483647 w 42"/>
                    <a:gd name="T19" fmla="*/ 0 h 56"/>
                    <a:gd name="T20" fmla="*/ 2147483647 w 42"/>
                    <a:gd name="T21" fmla="*/ 2147483647 h 56"/>
                    <a:gd name="T22" fmla="*/ 2147483647 w 42"/>
                    <a:gd name="T23" fmla="*/ 2147483647 h 56"/>
                    <a:gd name="T24" fmla="*/ 2147483647 w 42"/>
                    <a:gd name="T25" fmla="*/ 2147483647 h 56"/>
                    <a:gd name="T26" fmla="*/ 2147483647 w 42"/>
                    <a:gd name="T27" fmla="*/ 2147483647 h 56"/>
                    <a:gd name="T28" fmla="*/ 2147483647 w 42"/>
                    <a:gd name="T29" fmla="*/ 2147483647 h 56"/>
                    <a:gd name="T30" fmla="*/ 2147483647 w 42"/>
                    <a:gd name="T31" fmla="*/ 2147483647 h 56"/>
                    <a:gd name="T32" fmla="*/ 2147483647 w 42"/>
                    <a:gd name="T33" fmla="*/ 2147483647 h 56"/>
                    <a:gd name="T34" fmla="*/ 2147483647 w 42"/>
                    <a:gd name="T35" fmla="*/ 2147483647 h 56"/>
                    <a:gd name="T36" fmla="*/ 2147483647 w 42"/>
                    <a:gd name="T37" fmla="*/ 2147483647 h 56"/>
                    <a:gd name="T38" fmla="*/ 2147483647 w 42"/>
                    <a:gd name="T39" fmla="*/ 2147483647 h 56"/>
                    <a:gd name="T40" fmla="*/ 2147483647 w 42"/>
                    <a:gd name="T41" fmla="*/ 2147483647 h 5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42"/>
                    <a:gd name="T64" fmla="*/ 0 h 56"/>
                    <a:gd name="T65" fmla="*/ 42 w 42"/>
                    <a:gd name="T66" fmla="*/ 56 h 5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42" h="56">
                      <a:moveTo>
                        <a:pt x="24" y="56"/>
                      </a:moveTo>
                      <a:lnTo>
                        <a:pt x="18" y="50"/>
                      </a:lnTo>
                      <a:lnTo>
                        <a:pt x="12" y="46"/>
                      </a:lnTo>
                      <a:lnTo>
                        <a:pt x="6" y="38"/>
                      </a:lnTo>
                      <a:lnTo>
                        <a:pt x="2" y="30"/>
                      </a:lnTo>
                      <a:lnTo>
                        <a:pt x="0" y="20"/>
                      </a:lnTo>
                      <a:lnTo>
                        <a:pt x="4" y="14"/>
                      </a:lnTo>
                      <a:lnTo>
                        <a:pt x="10" y="8"/>
                      </a:lnTo>
                      <a:lnTo>
                        <a:pt x="16" y="2"/>
                      </a:lnTo>
                      <a:lnTo>
                        <a:pt x="22" y="0"/>
                      </a:lnTo>
                      <a:lnTo>
                        <a:pt x="28" y="2"/>
                      </a:lnTo>
                      <a:lnTo>
                        <a:pt x="32" y="4"/>
                      </a:lnTo>
                      <a:lnTo>
                        <a:pt x="34" y="8"/>
                      </a:lnTo>
                      <a:lnTo>
                        <a:pt x="36" y="14"/>
                      </a:lnTo>
                      <a:lnTo>
                        <a:pt x="38" y="22"/>
                      </a:lnTo>
                      <a:lnTo>
                        <a:pt x="42" y="32"/>
                      </a:lnTo>
                      <a:lnTo>
                        <a:pt x="40" y="36"/>
                      </a:lnTo>
                      <a:lnTo>
                        <a:pt x="38" y="42"/>
                      </a:lnTo>
                      <a:lnTo>
                        <a:pt x="34" y="48"/>
                      </a:lnTo>
                      <a:lnTo>
                        <a:pt x="28" y="52"/>
                      </a:lnTo>
                      <a:lnTo>
                        <a:pt x="24" y="5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3" name="iṣḻïḓe"/>
                <p:cNvSpPr/>
                <p:nvPr/>
              </p:nvSpPr>
              <p:spPr bwMode="auto">
                <a:xfrm>
                  <a:off x="4021464" y="3608478"/>
                  <a:ext cx="111555" cy="117690"/>
                </a:xfrm>
                <a:custGeom>
                  <a:avLst/>
                  <a:gdLst>
                    <a:gd name="T0" fmla="*/ 2147483647 w 64"/>
                    <a:gd name="T1" fmla="*/ 2147483647 h 72"/>
                    <a:gd name="T2" fmla="*/ 2147483647 w 64"/>
                    <a:gd name="T3" fmla="*/ 2147483647 h 72"/>
                    <a:gd name="T4" fmla="*/ 2147483647 w 64"/>
                    <a:gd name="T5" fmla="*/ 2147483647 h 72"/>
                    <a:gd name="T6" fmla="*/ 2147483647 w 64"/>
                    <a:gd name="T7" fmla="*/ 2147483647 h 72"/>
                    <a:gd name="T8" fmla="*/ 2147483647 w 64"/>
                    <a:gd name="T9" fmla="*/ 2147483647 h 72"/>
                    <a:gd name="T10" fmla="*/ 0 w 64"/>
                    <a:gd name="T11" fmla="*/ 2147483647 h 72"/>
                    <a:gd name="T12" fmla="*/ 2147483647 w 64"/>
                    <a:gd name="T13" fmla="*/ 2147483647 h 72"/>
                    <a:gd name="T14" fmla="*/ 2147483647 w 64"/>
                    <a:gd name="T15" fmla="*/ 2147483647 h 72"/>
                    <a:gd name="T16" fmla="*/ 2147483647 w 64"/>
                    <a:gd name="T17" fmla="*/ 2147483647 h 72"/>
                    <a:gd name="T18" fmla="*/ 2147483647 w 64"/>
                    <a:gd name="T19" fmla="*/ 2147483647 h 72"/>
                    <a:gd name="T20" fmla="*/ 2147483647 w 64"/>
                    <a:gd name="T21" fmla="*/ 2147483647 h 72"/>
                    <a:gd name="T22" fmla="*/ 2147483647 w 64"/>
                    <a:gd name="T23" fmla="*/ 2147483647 h 72"/>
                    <a:gd name="T24" fmla="*/ 2147483647 w 64"/>
                    <a:gd name="T25" fmla="*/ 2147483647 h 72"/>
                    <a:gd name="T26" fmla="*/ 2147483647 w 64"/>
                    <a:gd name="T27" fmla="*/ 0 h 72"/>
                    <a:gd name="T28" fmla="*/ 2147483647 w 64"/>
                    <a:gd name="T29" fmla="*/ 2147483647 h 72"/>
                    <a:gd name="T30" fmla="*/ 2147483647 w 64"/>
                    <a:gd name="T31" fmla="*/ 2147483647 h 72"/>
                    <a:gd name="T32" fmla="*/ 2147483647 w 64"/>
                    <a:gd name="T33" fmla="*/ 2147483647 h 72"/>
                    <a:gd name="T34" fmla="*/ 2147483647 w 64"/>
                    <a:gd name="T35" fmla="*/ 2147483647 h 72"/>
                    <a:gd name="T36" fmla="*/ 2147483647 w 64"/>
                    <a:gd name="T37" fmla="*/ 2147483647 h 72"/>
                    <a:gd name="T38" fmla="*/ 2147483647 w 64"/>
                    <a:gd name="T39" fmla="*/ 2147483647 h 72"/>
                    <a:gd name="T40" fmla="*/ 2147483647 w 64"/>
                    <a:gd name="T41" fmla="*/ 2147483647 h 72"/>
                    <a:gd name="T42" fmla="*/ 2147483647 w 64"/>
                    <a:gd name="T43" fmla="*/ 2147483647 h 72"/>
                    <a:gd name="T44" fmla="*/ 2147483647 w 64"/>
                    <a:gd name="T45" fmla="*/ 2147483647 h 72"/>
                    <a:gd name="T46" fmla="*/ 2147483647 w 64"/>
                    <a:gd name="T47" fmla="*/ 2147483647 h 72"/>
                    <a:gd name="T48" fmla="*/ 2147483647 w 64"/>
                    <a:gd name="T49" fmla="*/ 2147483647 h 72"/>
                    <a:gd name="T50" fmla="*/ 2147483647 w 64"/>
                    <a:gd name="T51" fmla="*/ 2147483647 h 72"/>
                    <a:gd name="T52" fmla="*/ 2147483647 w 64"/>
                    <a:gd name="T53" fmla="*/ 2147483647 h 72"/>
                    <a:gd name="T54" fmla="*/ 2147483647 w 64"/>
                    <a:gd name="T55" fmla="*/ 2147483647 h 72"/>
                    <a:gd name="T56" fmla="*/ 2147483647 w 64"/>
                    <a:gd name="T57" fmla="*/ 2147483647 h 72"/>
                    <a:gd name="T58" fmla="*/ 2147483647 w 64"/>
                    <a:gd name="T59" fmla="*/ 2147483647 h 72"/>
                    <a:gd name="T60" fmla="*/ 2147483647 w 64"/>
                    <a:gd name="T61" fmla="*/ 2147483647 h 72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w 64"/>
                    <a:gd name="T94" fmla="*/ 0 h 72"/>
                    <a:gd name="T95" fmla="*/ 64 w 64"/>
                    <a:gd name="T96" fmla="*/ 72 h 72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T93" t="T94" r="T95" b="T96"/>
                  <a:pathLst>
                    <a:path w="64" h="72">
                      <a:moveTo>
                        <a:pt x="62" y="72"/>
                      </a:moveTo>
                      <a:lnTo>
                        <a:pt x="54" y="70"/>
                      </a:lnTo>
                      <a:lnTo>
                        <a:pt x="50" y="66"/>
                      </a:lnTo>
                      <a:lnTo>
                        <a:pt x="40" y="56"/>
                      </a:lnTo>
                      <a:lnTo>
                        <a:pt x="20" y="44"/>
                      </a:lnTo>
                      <a:lnTo>
                        <a:pt x="0" y="28"/>
                      </a:lnTo>
                      <a:lnTo>
                        <a:pt x="2" y="26"/>
                      </a:lnTo>
                      <a:lnTo>
                        <a:pt x="4" y="24"/>
                      </a:lnTo>
                      <a:lnTo>
                        <a:pt x="10" y="20"/>
                      </a:lnTo>
                      <a:lnTo>
                        <a:pt x="14" y="14"/>
                      </a:lnTo>
                      <a:lnTo>
                        <a:pt x="16" y="8"/>
                      </a:lnTo>
                      <a:lnTo>
                        <a:pt x="18" y="4"/>
                      </a:lnTo>
                      <a:lnTo>
                        <a:pt x="22" y="2"/>
                      </a:lnTo>
                      <a:lnTo>
                        <a:pt x="24" y="0"/>
                      </a:lnTo>
                      <a:lnTo>
                        <a:pt x="32" y="4"/>
                      </a:lnTo>
                      <a:lnTo>
                        <a:pt x="32" y="16"/>
                      </a:lnTo>
                      <a:lnTo>
                        <a:pt x="34" y="22"/>
                      </a:lnTo>
                      <a:lnTo>
                        <a:pt x="38" y="22"/>
                      </a:lnTo>
                      <a:lnTo>
                        <a:pt x="44" y="22"/>
                      </a:lnTo>
                      <a:lnTo>
                        <a:pt x="50" y="22"/>
                      </a:lnTo>
                      <a:lnTo>
                        <a:pt x="50" y="24"/>
                      </a:lnTo>
                      <a:lnTo>
                        <a:pt x="50" y="28"/>
                      </a:lnTo>
                      <a:lnTo>
                        <a:pt x="50" y="34"/>
                      </a:lnTo>
                      <a:lnTo>
                        <a:pt x="50" y="38"/>
                      </a:lnTo>
                      <a:lnTo>
                        <a:pt x="50" y="42"/>
                      </a:lnTo>
                      <a:lnTo>
                        <a:pt x="56" y="46"/>
                      </a:lnTo>
                      <a:lnTo>
                        <a:pt x="62" y="48"/>
                      </a:lnTo>
                      <a:lnTo>
                        <a:pt x="64" y="52"/>
                      </a:lnTo>
                      <a:lnTo>
                        <a:pt x="64" y="54"/>
                      </a:lnTo>
                      <a:lnTo>
                        <a:pt x="62" y="70"/>
                      </a:lnTo>
                      <a:lnTo>
                        <a:pt x="62" y="7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4" name="ï$ļïḓe"/>
                <p:cNvSpPr/>
                <p:nvPr/>
              </p:nvSpPr>
              <p:spPr bwMode="auto">
                <a:xfrm>
                  <a:off x="4182598" y="3408126"/>
                  <a:ext cx="212091" cy="165325"/>
                </a:xfrm>
                <a:custGeom>
                  <a:avLst/>
                  <a:gdLst>
                    <a:gd name="T0" fmla="*/ 2147483647 w 122"/>
                    <a:gd name="T1" fmla="*/ 2147483647 h 98"/>
                    <a:gd name="T2" fmla="*/ 2147483647 w 122"/>
                    <a:gd name="T3" fmla="*/ 2147483647 h 98"/>
                    <a:gd name="T4" fmla="*/ 2147483647 w 122"/>
                    <a:gd name="T5" fmla="*/ 2147483647 h 98"/>
                    <a:gd name="T6" fmla="*/ 2147483647 w 122"/>
                    <a:gd name="T7" fmla="*/ 2147483647 h 98"/>
                    <a:gd name="T8" fmla="*/ 2147483647 w 122"/>
                    <a:gd name="T9" fmla="*/ 2147483647 h 98"/>
                    <a:gd name="T10" fmla="*/ 2147483647 w 122"/>
                    <a:gd name="T11" fmla="*/ 2147483647 h 98"/>
                    <a:gd name="T12" fmla="*/ 2147483647 w 122"/>
                    <a:gd name="T13" fmla="*/ 2147483647 h 98"/>
                    <a:gd name="T14" fmla="*/ 2147483647 w 122"/>
                    <a:gd name="T15" fmla="*/ 2147483647 h 98"/>
                    <a:gd name="T16" fmla="*/ 2147483647 w 122"/>
                    <a:gd name="T17" fmla="*/ 2147483647 h 98"/>
                    <a:gd name="T18" fmla="*/ 2147483647 w 122"/>
                    <a:gd name="T19" fmla="*/ 2147483647 h 98"/>
                    <a:gd name="T20" fmla="*/ 2147483647 w 122"/>
                    <a:gd name="T21" fmla="*/ 2147483647 h 98"/>
                    <a:gd name="T22" fmla="*/ 2147483647 w 122"/>
                    <a:gd name="T23" fmla="*/ 2147483647 h 98"/>
                    <a:gd name="T24" fmla="*/ 2147483647 w 122"/>
                    <a:gd name="T25" fmla="*/ 0 h 98"/>
                    <a:gd name="T26" fmla="*/ 2147483647 w 122"/>
                    <a:gd name="T27" fmla="*/ 2147483647 h 98"/>
                    <a:gd name="T28" fmla="*/ 2147483647 w 122"/>
                    <a:gd name="T29" fmla="*/ 2147483647 h 98"/>
                    <a:gd name="T30" fmla="*/ 2147483647 w 122"/>
                    <a:gd name="T31" fmla="*/ 2147483647 h 98"/>
                    <a:gd name="T32" fmla="*/ 2147483647 w 122"/>
                    <a:gd name="T33" fmla="*/ 2147483647 h 98"/>
                    <a:gd name="T34" fmla="*/ 2147483647 w 122"/>
                    <a:gd name="T35" fmla="*/ 2147483647 h 98"/>
                    <a:gd name="T36" fmla="*/ 2147483647 w 122"/>
                    <a:gd name="T37" fmla="*/ 2147483647 h 98"/>
                    <a:gd name="T38" fmla="*/ 2147483647 w 122"/>
                    <a:gd name="T39" fmla="*/ 2147483647 h 98"/>
                    <a:gd name="T40" fmla="*/ 2147483647 w 122"/>
                    <a:gd name="T41" fmla="*/ 2147483647 h 98"/>
                    <a:gd name="T42" fmla="*/ 2147483647 w 122"/>
                    <a:gd name="T43" fmla="*/ 2147483647 h 98"/>
                    <a:gd name="T44" fmla="*/ 2147483647 w 122"/>
                    <a:gd name="T45" fmla="*/ 2147483647 h 98"/>
                    <a:gd name="T46" fmla="*/ 2147483647 w 122"/>
                    <a:gd name="T47" fmla="*/ 2147483647 h 98"/>
                    <a:gd name="T48" fmla="*/ 2147483647 w 122"/>
                    <a:gd name="T49" fmla="*/ 2147483647 h 98"/>
                    <a:gd name="T50" fmla="*/ 2147483647 w 122"/>
                    <a:gd name="T51" fmla="*/ 2147483647 h 98"/>
                    <a:gd name="T52" fmla="*/ 2147483647 w 122"/>
                    <a:gd name="T53" fmla="*/ 2147483647 h 98"/>
                    <a:gd name="T54" fmla="*/ 2147483647 w 122"/>
                    <a:gd name="T55" fmla="*/ 2147483647 h 98"/>
                    <a:gd name="T56" fmla="*/ 2147483647 w 122"/>
                    <a:gd name="T57" fmla="*/ 2147483647 h 98"/>
                    <a:gd name="T58" fmla="*/ 2147483647 w 122"/>
                    <a:gd name="T59" fmla="*/ 2147483647 h 98"/>
                    <a:gd name="T60" fmla="*/ 0 w 122"/>
                    <a:gd name="T61" fmla="*/ 2147483647 h 98"/>
                    <a:gd name="T62" fmla="*/ 2147483647 w 122"/>
                    <a:gd name="T63" fmla="*/ 2147483647 h 98"/>
                    <a:gd name="T64" fmla="*/ 2147483647 w 122"/>
                    <a:gd name="T65" fmla="*/ 2147483647 h 98"/>
                    <a:gd name="T66" fmla="*/ 2147483647 w 122"/>
                    <a:gd name="T67" fmla="*/ 2147483647 h 98"/>
                    <a:gd name="T68" fmla="*/ 2147483647 w 122"/>
                    <a:gd name="T69" fmla="*/ 2147483647 h 98"/>
                    <a:gd name="T70" fmla="*/ 2147483647 w 122"/>
                    <a:gd name="T71" fmla="*/ 2147483647 h 98"/>
                    <a:gd name="T72" fmla="*/ 2147483647 w 122"/>
                    <a:gd name="T73" fmla="*/ 2147483647 h 98"/>
                    <a:gd name="T74" fmla="*/ 2147483647 w 122"/>
                    <a:gd name="T75" fmla="*/ 2147483647 h 98"/>
                    <a:gd name="T76" fmla="*/ 2147483647 w 122"/>
                    <a:gd name="T77" fmla="*/ 2147483647 h 98"/>
                    <a:gd name="T78" fmla="*/ 2147483647 w 122"/>
                    <a:gd name="T79" fmla="*/ 2147483647 h 98"/>
                    <a:gd name="T80" fmla="*/ 2147483647 w 122"/>
                    <a:gd name="T81" fmla="*/ 2147483647 h 98"/>
                    <a:gd name="T82" fmla="*/ 2147483647 w 122"/>
                    <a:gd name="T83" fmla="*/ 2147483647 h 98"/>
                    <a:gd name="T84" fmla="*/ 2147483647 w 122"/>
                    <a:gd name="T85" fmla="*/ 2147483647 h 98"/>
                    <a:gd name="T86" fmla="*/ 2147483647 w 122"/>
                    <a:gd name="T87" fmla="*/ 2147483647 h 98"/>
                    <a:gd name="T88" fmla="*/ 2147483647 w 122"/>
                    <a:gd name="T89" fmla="*/ 2147483647 h 98"/>
                    <a:gd name="T90" fmla="*/ 2147483647 w 122"/>
                    <a:gd name="T91" fmla="*/ 2147483647 h 98"/>
                    <a:gd name="T92" fmla="*/ 2147483647 w 122"/>
                    <a:gd name="T93" fmla="*/ 2147483647 h 98"/>
                    <a:gd name="T94" fmla="*/ 2147483647 w 122"/>
                    <a:gd name="T95" fmla="*/ 2147483647 h 98"/>
                    <a:gd name="T96" fmla="*/ 2147483647 w 122"/>
                    <a:gd name="T97" fmla="*/ 2147483647 h 98"/>
                    <a:gd name="T98" fmla="*/ 2147483647 w 122"/>
                    <a:gd name="T99" fmla="*/ 2147483647 h 98"/>
                    <a:gd name="T100" fmla="*/ 2147483647 w 122"/>
                    <a:gd name="T101" fmla="*/ 2147483647 h 98"/>
                    <a:gd name="T102" fmla="*/ 2147483647 w 122"/>
                    <a:gd name="T103" fmla="*/ 2147483647 h 98"/>
                    <a:gd name="T104" fmla="*/ 2147483647 w 122"/>
                    <a:gd name="T105" fmla="*/ 2147483647 h 98"/>
                    <a:gd name="T106" fmla="*/ 2147483647 w 122"/>
                    <a:gd name="T107" fmla="*/ 2147483647 h 98"/>
                    <a:gd name="T108" fmla="*/ 2147483647 w 122"/>
                    <a:gd name="T109" fmla="*/ 2147483647 h 98"/>
                    <a:gd name="T110" fmla="*/ 2147483647 w 122"/>
                    <a:gd name="T111" fmla="*/ 2147483647 h 98"/>
                    <a:gd name="T112" fmla="*/ 2147483647 w 122"/>
                    <a:gd name="T113" fmla="*/ 2147483647 h 98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w 122"/>
                    <a:gd name="T172" fmla="*/ 0 h 98"/>
                    <a:gd name="T173" fmla="*/ 122 w 122"/>
                    <a:gd name="T174" fmla="*/ 98 h 98"/>
                  </a:gdLst>
                  <a:ahLst/>
                  <a:cxnLst>
                    <a:cxn ang="T114">
                      <a:pos x="T0" y="T1"/>
                    </a:cxn>
                    <a:cxn ang="T115">
                      <a:pos x="T2" y="T3"/>
                    </a:cxn>
                    <a:cxn ang="T116">
                      <a:pos x="T4" y="T5"/>
                    </a:cxn>
                    <a:cxn ang="T117">
                      <a:pos x="T6" y="T7"/>
                    </a:cxn>
                    <a:cxn ang="T118">
                      <a:pos x="T8" y="T9"/>
                    </a:cxn>
                    <a:cxn ang="T119">
                      <a:pos x="T10" y="T11"/>
                    </a:cxn>
                    <a:cxn ang="T120">
                      <a:pos x="T12" y="T13"/>
                    </a:cxn>
                    <a:cxn ang="T121">
                      <a:pos x="T14" y="T15"/>
                    </a:cxn>
                    <a:cxn ang="T122">
                      <a:pos x="T16" y="T17"/>
                    </a:cxn>
                    <a:cxn ang="T123">
                      <a:pos x="T18" y="T19"/>
                    </a:cxn>
                    <a:cxn ang="T124">
                      <a:pos x="T20" y="T21"/>
                    </a:cxn>
                    <a:cxn ang="T125">
                      <a:pos x="T22" y="T23"/>
                    </a:cxn>
                    <a:cxn ang="T126">
                      <a:pos x="T24" y="T25"/>
                    </a:cxn>
                    <a:cxn ang="T127">
                      <a:pos x="T26" y="T27"/>
                    </a:cxn>
                    <a:cxn ang="T128">
                      <a:pos x="T28" y="T29"/>
                    </a:cxn>
                    <a:cxn ang="T129">
                      <a:pos x="T30" y="T31"/>
                    </a:cxn>
                    <a:cxn ang="T130">
                      <a:pos x="T32" y="T33"/>
                    </a:cxn>
                    <a:cxn ang="T131">
                      <a:pos x="T34" y="T35"/>
                    </a:cxn>
                    <a:cxn ang="T132">
                      <a:pos x="T36" y="T37"/>
                    </a:cxn>
                    <a:cxn ang="T133">
                      <a:pos x="T38" y="T39"/>
                    </a:cxn>
                    <a:cxn ang="T134">
                      <a:pos x="T40" y="T41"/>
                    </a:cxn>
                    <a:cxn ang="T135">
                      <a:pos x="T42" y="T43"/>
                    </a:cxn>
                    <a:cxn ang="T136">
                      <a:pos x="T44" y="T45"/>
                    </a:cxn>
                    <a:cxn ang="T137">
                      <a:pos x="T46" y="T47"/>
                    </a:cxn>
                    <a:cxn ang="T138">
                      <a:pos x="T48" y="T49"/>
                    </a:cxn>
                    <a:cxn ang="T139">
                      <a:pos x="T50" y="T51"/>
                    </a:cxn>
                    <a:cxn ang="T140">
                      <a:pos x="T52" y="T53"/>
                    </a:cxn>
                    <a:cxn ang="T141">
                      <a:pos x="T54" y="T55"/>
                    </a:cxn>
                    <a:cxn ang="T142">
                      <a:pos x="T56" y="T57"/>
                    </a:cxn>
                    <a:cxn ang="T143">
                      <a:pos x="T58" y="T59"/>
                    </a:cxn>
                    <a:cxn ang="T144">
                      <a:pos x="T60" y="T61"/>
                    </a:cxn>
                    <a:cxn ang="T145">
                      <a:pos x="T62" y="T63"/>
                    </a:cxn>
                    <a:cxn ang="T146">
                      <a:pos x="T64" y="T65"/>
                    </a:cxn>
                    <a:cxn ang="T147">
                      <a:pos x="T66" y="T67"/>
                    </a:cxn>
                    <a:cxn ang="T148">
                      <a:pos x="T68" y="T69"/>
                    </a:cxn>
                    <a:cxn ang="T149">
                      <a:pos x="T70" y="T71"/>
                    </a:cxn>
                    <a:cxn ang="T150">
                      <a:pos x="T72" y="T73"/>
                    </a:cxn>
                    <a:cxn ang="T151">
                      <a:pos x="T74" y="T75"/>
                    </a:cxn>
                    <a:cxn ang="T152">
                      <a:pos x="T76" y="T77"/>
                    </a:cxn>
                    <a:cxn ang="T153">
                      <a:pos x="T78" y="T79"/>
                    </a:cxn>
                    <a:cxn ang="T154">
                      <a:pos x="T80" y="T81"/>
                    </a:cxn>
                    <a:cxn ang="T155">
                      <a:pos x="T82" y="T83"/>
                    </a:cxn>
                    <a:cxn ang="T156">
                      <a:pos x="T84" y="T85"/>
                    </a:cxn>
                    <a:cxn ang="T157">
                      <a:pos x="T86" y="T87"/>
                    </a:cxn>
                    <a:cxn ang="T158">
                      <a:pos x="T88" y="T89"/>
                    </a:cxn>
                    <a:cxn ang="T159">
                      <a:pos x="T90" y="T91"/>
                    </a:cxn>
                    <a:cxn ang="T160">
                      <a:pos x="T92" y="T93"/>
                    </a:cxn>
                    <a:cxn ang="T161">
                      <a:pos x="T94" y="T95"/>
                    </a:cxn>
                    <a:cxn ang="T162">
                      <a:pos x="T96" y="T97"/>
                    </a:cxn>
                    <a:cxn ang="T163">
                      <a:pos x="T98" y="T99"/>
                    </a:cxn>
                    <a:cxn ang="T164">
                      <a:pos x="T100" y="T101"/>
                    </a:cxn>
                    <a:cxn ang="T165">
                      <a:pos x="T102" y="T103"/>
                    </a:cxn>
                    <a:cxn ang="T166">
                      <a:pos x="T104" y="T105"/>
                    </a:cxn>
                    <a:cxn ang="T167">
                      <a:pos x="T106" y="T107"/>
                    </a:cxn>
                    <a:cxn ang="T168">
                      <a:pos x="T108" y="T109"/>
                    </a:cxn>
                    <a:cxn ang="T169">
                      <a:pos x="T110" y="T111"/>
                    </a:cxn>
                    <a:cxn ang="T170">
                      <a:pos x="T112" y="T113"/>
                    </a:cxn>
                  </a:cxnLst>
                  <a:rect l="T171" t="T172" r="T173" b="T174"/>
                  <a:pathLst>
                    <a:path w="122" h="98">
                      <a:moveTo>
                        <a:pt x="122" y="48"/>
                      </a:moveTo>
                      <a:lnTo>
                        <a:pt x="120" y="44"/>
                      </a:lnTo>
                      <a:lnTo>
                        <a:pt x="114" y="42"/>
                      </a:lnTo>
                      <a:lnTo>
                        <a:pt x="108" y="42"/>
                      </a:lnTo>
                      <a:lnTo>
                        <a:pt x="104" y="38"/>
                      </a:lnTo>
                      <a:lnTo>
                        <a:pt x="104" y="34"/>
                      </a:lnTo>
                      <a:lnTo>
                        <a:pt x="104" y="30"/>
                      </a:lnTo>
                      <a:lnTo>
                        <a:pt x="104" y="26"/>
                      </a:lnTo>
                      <a:lnTo>
                        <a:pt x="102" y="22"/>
                      </a:lnTo>
                      <a:lnTo>
                        <a:pt x="98" y="18"/>
                      </a:lnTo>
                      <a:lnTo>
                        <a:pt x="94" y="16"/>
                      </a:lnTo>
                      <a:lnTo>
                        <a:pt x="90" y="10"/>
                      </a:lnTo>
                      <a:lnTo>
                        <a:pt x="90" y="0"/>
                      </a:lnTo>
                      <a:lnTo>
                        <a:pt x="68" y="6"/>
                      </a:lnTo>
                      <a:lnTo>
                        <a:pt x="46" y="14"/>
                      </a:lnTo>
                      <a:lnTo>
                        <a:pt x="42" y="16"/>
                      </a:lnTo>
                      <a:lnTo>
                        <a:pt x="40" y="18"/>
                      </a:lnTo>
                      <a:lnTo>
                        <a:pt x="38" y="24"/>
                      </a:lnTo>
                      <a:lnTo>
                        <a:pt x="34" y="30"/>
                      </a:lnTo>
                      <a:lnTo>
                        <a:pt x="32" y="30"/>
                      </a:lnTo>
                      <a:lnTo>
                        <a:pt x="28" y="30"/>
                      </a:lnTo>
                      <a:lnTo>
                        <a:pt x="20" y="30"/>
                      </a:lnTo>
                      <a:lnTo>
                        <a:pt x="20" y="40"/>
                      </a:lnTo>
                      <a:lnTo>
                        <a:pt x="20" y="46"/>
                      </a:lnTo>
                      <a:lnTo>
                        <a:pt x="18" y="50"/>
                      </a:lnTo>
                      <a:lnTo>
                        <a:pt x="12" y="54"/>
                      </a:lnTo>
                      <a:lnTo>
                        <a:pt x="6" y="58"/>
                      </a:lnTo>
                      <a:lnTo>
                        <a:pt x="4" y="62"/>
                      </a:lnTo>
                      <a:lnTo>
                        <a:pt x="4" y="66"/>
                      </a:lnTo>
                      <a:lnTo>
                        <a:pt x="2" y="74"/>
                      </a:lnTo>
                      <a:lnTo>
                        <a:pt x="0" y="80"/>
                      </a:lnTo>
                      <a:lnTo>
                        <a:pt x="4" y="84"/>
                      </a:lnTo>
                      <a:lnTo>
                        <a:pt x="8" y="90"/>
                      </a:lnTo>
                      <a:lnTo>
                        <a:pt x="12" y="94"/>
                      </a:lnTo>
                      <a:lnTo>
                        <a:pt x="18" y="96"/>
                      </a:lnTo>
                      <a:lnTo>
                        <a:pt x="22" y="96"/>
                      </a:lnTo>
                      <a:lnTo>
                        <a:pt x="24" y="94"/>
                      </a:lnTo>
                      <a:lnTo>
                        <a:pt x="28" y="92"/>
                      </a:lnTo>
                      <a:lnTo>
                        <a:pt x="32" y="92"/>
                      </a:lnTo>
                      <a:lnTo>
                        <a:pt x="36" y="92"/>
                      </a:lnTo>
                      <a:lnTo>
                        <a:pt x="38" y="94"/>
                      </a:lnTo>
                      <a:lnTo>
                        <a:pt x="40" y="98"/>
                      </a:lnTo>
                      <a:lnTo>
                        <a:pt x="42" y="98"/>
                      </a:lnTo>
                      <a:lnTo>
                        <a:pt x="42" y="86"/>
                      </a:lnTo>
                      <a:lnTo>
                        <a:pt x="42" y="72"/>
                      </a:lnTo>
                      <a:lnTo>
                        <a:pt x="50" y="72"/>
                      </a:lnTo>
                      <a:lnTo>
                        <a:pt x="58" y="72"/>
                      </a:lnTo>
                      <a:lnTo>
                        <a:pt x="76" y="72"/>
                      </a:lnTo>
                      <a:lnTo>
                        <a:pt x="106" y="72"/>
                      </a:lnTo>
                      <a:lnTo>
                        <a:pt x="106" y="68"/>
                      </a:lnTo>
                      <a:lnTo>
                        <a:pt x="108" y="66"/>
                      </a:lnTo>
                      <a:lnTo>
                        <a:pt x="114" y="64"/>
                      </a:lnTo>
                      <a:lnTo>
                        <a:pt x="122" y="60"/>
                      </a:lnTo>
                      <a:lnTo>
                        <a:pt x="122" y="58"/>
                      </a:lnTo>
                      <a:lnTo>
                        <a:pt x="122" y="56"/>
                      </a:lnTo>
                      <a:lnTo>
                        <a:pt x="122" y="50"/>
                      </a:lnTo>
                      <a:lnTo>
                        <a:pt x="122" y="4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5" name="iṡľiďe"/>
                <p:cNvSpPr/>
                <p:nvPr/>
              </p:nvSpPr>
              <p:spPr bwMode="auto">
                <a:xfrm>
                  <a:off x="4110983" y="3542627"/>
                  <a:ext cx="154248" cy="183539"/>
                </a:xfrm>
                <a:custGeom>
                  <a:avLst/>
                  <a:gdLst>
                    <a:gd name="T0" fmla="*/ 2147483647 w 90"/>
                    <a:gd name="T1" fmla="*/ 2147483647 h 110"/>
                    <a:gd name="T2" fmla="*/ 2147483647 w 90"/>
                    <a:gd name="T3" fmla="*/ 2147483647 h 110"/>
                    <a:gd name="T4" fmla="*/ 0 w 90"/>
                    <a:gd name="T5" fmla="*/ 2147483647 h 110"/>
                    <a:gd name="T6" fmla="*/ 2147483647 w 90"/>
                    <a:gd name="T7" fmla="*/ 2147483647 h 110"/>
                    <a:gd name="T8" fmla="*/ 2147483647 w 90"/>
                    <a:gd name="T9" fmla="*/ 2147483647 h 110"/>
                    <a:gd name="T10" fmla="*/ 2147483647 w 90"/>
                    <a:gd name="T11" fmla="*/ 2147483647 h 110"/>
                    <a:gd name="T12" fmla="*/ 2147483647 w 90"/>
                    <a:gd name="T13" fmla="*/ 2147483647 h 110"/>
                    <a:gd name="T14" fmla="*/ 2147483647 w 90"/>
                    <a:gd name="T15" fmla="*/ 2147483647 h 110"/>
                    <a:gd name="T16" fmla="*/ 2147483647 w 90"/>
                    <a:gd name="T17" fmla="*/ 2147483647 h 110"/>
                    <a:gd name="T18" fmla="*/ 2147483647 w 90"/>
                    <a:gd name="T19" fmla="*/ 0 h 110"/>
                    <a:gd name="T20" fmla="*/ 2147483647 w 90"/>
                    <a:gd name="T21" fmla="*/ 2147483647 h 110"/>
                    <a:gd name="T22" fmla="*/ 2147483647 w 90"/>
                    <a:gd name="T23" fmla="*/ 2147483647 h 110"/>
                    <a:gd name="T24" fmla="*/ 2147483647 w 90"/>
                    <a:gd name="T25" fmla="*/ 2147483647 h 110"/>
                    <a:gd name="T26" fmla="*/ 2147483647 w 90"/>
                    <a:gd name="T27" fmla="*/ 2147483647 h 110"/>
                    <a:gd name="T28" fmla="*/ 2147483647 w 90"/>
                    <a:gd name="T29" fmla="*/ 2147483647 h 110"/>
                    <a:gd name="T30" fmla="*/ 2147483647 w 90"/>
                    <a:gd name="T31" fmla="*/ 2147483647 h 110"/>
                    <a:gd name="T32" fmla="*/ 2147483647 w 90"/>
                    <a:gd name="T33" fmla="*/ 2147483647 h 110"/>
                    <a:gd name="T34" fmla="*/ 2147483647 w 90"/>
                    <a:gd name="T35" fmla="*/ 2147483647 h 110"/>
                    <a:gd name="T36" fmla="*/ 2147483647 w 90"/>
                    <a:gd name="T37" fmla="*/ 2147483647 h 110"/>
                    <a:gd name="T38" fmla="*/ 2147483647 w 90"/>
                    <a:gd name="T39" fmla="*/ 2147483647 h 110"/>
                    <a:gd name="T40" fmla="*/ 2147483647 w 90"/>
                    <a:gd name="T41" fmla="*/ 2147483647 h 110"/>
                    <a:gd name="T42" fmla="*/ 2147483647 w 90"/>
                    <a:gd name="T43" fmla="*/ 2147483647 h 110"/>
                    <a:gd name="T44" fmla="*/ 2147483647 w 90"/>
                    <a:gd name="T45" fmla="*/ 2147483647 h 110"/>
                    <a:gd name="T46" fmla="*/ 2147483647 w 90"/>
                    <a:gd name="T47" fmla="*/ 2147483647 h 110"/>
                    <a:gd name="T48" fmla="*/ 2147483647 w 90"/>
                    <a:gd name="T49" fmla="*/ 2147483647 h 110"/>
                    <a:gd name="T50" fmla="*/ 2147483647 w 90"/>
                    <a:gd name="T51" fmla="*/ 2147483647 h 110"/>
                    <a:gd name="T52" fmla="*/ 2147483647 w 90"/>
                    <a:gd name="T53" fmla="*/ 2147483647 h 110"/>
                    <a:gd name="T54" fmla="*/ 2147483647 w 90"/>
                    <a:gd name="T55" fmla="*/ 2147483647 h 110"/>
                    <a:gd name="T56" fmla="*/ 0 w 90"/>
                    <a:gd name="T57" fmla="*/ 2147483647 h 110"/>
                    <a:gd name="T58" fmla="*/ 0 w 90"/>
                    <a:gd name="T59" fmla="*/ 2147483647 h 110"/>
                    <a:gd name="T60" fmla="*/ 0 w 90"/>
                    <a:gd name="T61" fmla="*/ 2147483647 h 110"/>
                    <a:gd name="T62" fmla="*/ 2147483647 w 90"/>
                    <a:gd name="T63" fmla="*/ 2147483647 h 110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90"/>
                    <a:gd name="T97" fmla="*/ 0 h 110"/>
                    <a:gd name="T98" fmla="*/ 90 w 90"/>
                    <a:gd name="T99" fmla="*/ 110 h 110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90" h="110">
                      <a:moveTo>
                        <a:pt x="2" y="56"/>
                      </a:move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2" y="44"/>
                      </a:lnTo>
                      <a:lnTo>
                        <a:pt x="0" y="42"/>
                      </a:lnTo>
                      <a:lnTo>
                        <a:pt x="0" y="40"/>
                      </a:lnTo>
                      <a:lnTo>
                        <a:pt x="4" y="38"/>
                      </a:lnTo>
                      <a:lnTo>
                        <a:pt x="8" y="36"/>
                      </a:lnTo>
                      <a:lnTo>
                        <a:pt x="6" y="32"/>
                      </a:lnTo>
                      <a:lnTo>
                        <a:pt x="4" y="28"/>
                      </a:lnTo>
                      <a:lnTo>
                        <a:pt x="2" y="16"/>
                      </a:lnTo>
                      <a:lnTo>
                        <a:pt x="4" y="10"/>
                      </a:lnTo>
                      <a:lnTo>
                        <a:pt x="4" y="8"/>
                      </a:lnTo>
                      <a:lnTo>
                        <a:pt x="8" y="8"/>
                      </a:lnTo>
                      <a:lnTo>
                        <a:pt x="14" y="6"/>
                      </a:lnTo>
                      <a:lnTo>
                        <a:pt x="20" y="4"/>
                      </a:lnTo>
                      <a:lnTo>
                        <a:pt x="28" y="2"/>
                      </a:lnTo>
                      <a:lnTo>
                        <a:pt x="32" y="8"/>
                      </a:lnTo>
                      <a:lnTo>
                        <a:pt x="38" y="4"/>
                      </a:lnTo>
                      <a:lnTo>
                        <a:pt x="42" y="0"/>
                      </a:lnTo>
                      <a:lnTo>
                        <a:pt x="46" y="4"/>
                      </a:lnTo>
                      <a:lnTo>
                        <a:pt x="50" y="10"/>
                      </a:lnTo>
                      <a:lnTo>
                        <a:pt x="54" y="14"/>
                      </a:lnTo>
                      <a:lnTo>
                        <a:pt x="60" y="16"/>
                      </a:lnTo>
                      <a:lnTo>
                        <a:pt x="64" y="16"/>
                      </a:lnTo>
                      <a:lnTo>
                        <a:pt x="66" y="14"/>
                      </a:lnTo>
                      <a:lnTo>
                        <a:pt x="70" y="12"/>
                      </a:lnTo>
                      <a:lnTo>
                        <a:pt x="74" y="12"/>
                      </a:lnTo>
                      <a:lnTo>
                        <a:pt x="78" y="12"/>
                      </a:lnTo>
                      <a:lnTo>
                        <a:pt x="80" y="14"/>
                      </a:lnTo>
                      <a:lnTo>
                        <a:pt x="82" y="18"/>
                      </a:lnTo>
                      <a:lnTo>
                        <a:pt x="84" y="18"/>
                      </a:lnTo>
                      <a:lnTo>
                        <a:pt x="88" y="28"/>
                      </a:lnTo>
                      <a:lnTo>
                        <a:pt x="90" y="32"/>
                      </a:lnTo>
                      <a:lnTo>
                        <a:pt x="90" y="36"/>
                      </a:lnTo>
                      <a:lnTo>
                        <a:pt x="88" y="46"/>
                      </a:lnTo>
                      <a:lnTo>
                        <a:pt x="84" y="54"/>
                      </a:lnTo>
                      <a:lnTo>
                        <a:pt x="82" y="60"/>
                      </a:lnTo>
                      <a:lnTo>
                        <a:pt x="80" y="70"/>
                      </a:lnTo>
                      <a:lnTo>
                        <a:pt x="82" y="86"/>
                      </a:lnTo>
                      <a:lnTo>
                        <a:pt x="84" y="92"/>
                      </a:lnTo>
                      <a:lnTo>
                        <a:pt x="88" y="98"/>
                      </a:lnTo>
                      <a:lnTo>
                        <a:pt x="88" y="104"/>
                      </a:lnTo>
                      <a:lnTo>
                        <a:pt x="78" y="98"/>
                      </a:lnTo>
                      <a:lnTo>
                        <a:pt x="70" y="96"/>
                      </a:lnTo>
                      <a:lnTo>
                        <a:pt x="62" y="96"/>
                      </a:lnTo>
                      <a:lnTo>
                        <a:pt x="54" y="96"/>
                      </a:lnTo>
                      <a:lnTo>
                        <a:pt x="48" y="98"/>
                      </a:lnTo>
                      <a:lnTo>
                        <a:pt x="36" y="102"/>
                      </a:lnTo>
                      <a:lnTo>
                        <a:pt x="26" y="108"/>
                      </a:lnTo>
                      <a:lnTo>
                        <a:pt x="20" y="110"/>
                      </a:lnTo>
                      <a:lnTo>
                        <a:pt x="12" y="110"/>
                      </a:lnTo>
                      <a:lnTo>
                        <a:pt x="14" y="92"/>
                      </a:lnTo>
                      <a:lnTo>
                        <a:pt x="14" y="90"/>
                      </a:lnTo>
                      <a:lnTo>
                        <a:pt x="12" y="86"/>
                      </a:lnTo>
                      <a:lnTo>
                        <a:pt x="6" y="84"/>
                      </a:lnTo>
                      <a:lnTo>
                        <a:pt x="0" y="80"/>
                      </a:lnTo>
                      <a:lnTo>
                        <a:pt x="0" y="76"/>
                      </a:lnTo>
                      <a:lnTo>
                        <a:pt x="0" y="72"/>
                      </a:lnTo>
                      <a:lnTo>
                        <a:pt x="0" y="66"/>
                      </a:lnTo>
                      <a:lnTo>
                        <a:pt x="0" y="62"/>
                      </a:lnTo>
                      <a:lnTo>
                        <a:pt x="0" y="60"/>
                      </a:lnTo>
                      <a:lnTo>
                        <a:pt x="0" y="58"/>
                      </a:lnTo>
                      <a:lnTo>
                        <a:pt x="2" y="5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6" name="ïŝḷiḓè"/>
                <p:cNvSpPr/>
                <p:nvPr/>
              </p:nvSpPr>
              <p:spPr bwMode="auto">
                <a:xfrm>
                  <a:off x="4248705" y="3530018"/>
                  <a:ext cx="122572" cy="186341"/>
                </a:xfrm>
                <a:custGeom>
                  <a:avLst/>
                  <a:gdLst>
                    <a:gd name="T0" fmla="*/ 2147483647 w 70"/>
                    <a:gd name="T1" fmla="*/ 2147483647 h 112"/>
                    <a:gd name="T2" fmla="*/ 2147483647 w 70"/>
                    <a:gd name="T3" fmla="*/ 2147483647 h 112"/>
                    <a:gd name="T4" fmla="*/ 2147483647 w 70"/>
                    <a:gd name="T5" fmla="*/ 2147483647 h 112"/>
                    <a:gd name="T6" fmla="*/ 2147483647 w 70"/>
                    <a:gd name="T7" fmla="*/ 2147483647 h 112"/>
                    <a:gd name="T8" fmla="*/ 2147483647 w 70"/>
                    <a:gd name="T9" fmla="*/ 2147483647 h 112"/>
                    <a:gd name="T10" fmla="*/ 2147483647 w 70"/>
                    <a:gd name="T11" fmla="*/ 2147483647 h 112"/>
                    <a:gd name="T12" fmla="*/ 2147483647 w 70"/>
                    <a:gd name="T13" fmla="*/ 2147483647 h 112"/>
                    <a:gd name="T14" fmla="*/ 2147483647 w 70"/>
                    <a:gd name="T15" fmla="*/ 2147483647 h 112"/>
                    <a:gd name="T16" fmla="*/ 0 w 70"/>
                    <a:gd name="T17" fmla="*/ 2147483647 h 112"/>
                    <a:gd name="T18" fmla="*/ 2147483647 w 70"/>
                    <a:gd name="T19" fmla="*/ 2147483647 h 112"/>
                    <a:gd name="T20" fmla="*/ 2147483647 w 70"/>
                    <a:gd name="T21" fmla="*/ 2147483647 h 112"/>
                    <a:gd name="T22" fmla="*/ 2147483647 w 70"/>
                    <a:gd name="T23" fmla="*/ 2147483647 h 112"/>
                    <a:gd name="T24" fmla="*/ 2147483647 w 70"/>
                    <a:gd name="T25" fmla="*/ 2147483647 h 112"/>
                    <a:gd name="T26" fmla="*/ 2147483647 w 70"/>
                    <a:gd name="T27" fmla="*/ 2147483647 h 112"/>
                    <a:gd name="T28" fmla="*/ 2147483647 w 70"/>
                    <a:gd name="T29" fmla="*/ 2147483647 h 112"/>
                    <a:gd name="T30" fmla="*/ 2147483647 w 70"/>
                    <a:gd name="T31" fmla="*/ 2147483647 h 112"/>
                    <a:gd name="T32" fmla="*/ 2147483647 w 70"/>
                    <a:gd name="T33" fmla="*/ 2147483647 h 112"/>
                    <a:gd name="T34" fmla="*/ 2147483647 w 70"/>
                    <a:gd name="T35" fmla="*/ 0 h 112"/>
                    <a:gd name="T36" fmla="*/ 2147483647 w 70"/>
                    <a:gd name="T37" fmla="*/ 0 h 112"/>
                    <a:gd name="T38" fmla="*/ 2147483647 w 70"/>
                    <a:gd name="T39" fmla="*/ 0 h 112"/>
                    <a:gd name="T40" fmla="*/ 2147483647 w 70"/>
                    <a:gd name="T41" fmla="*/ 0 h 112"/>
                    <a:gd name="T42" fmla="*/ 2147483647 w 70"/>
                    <a:gd name="T43" fmla="*/ 0 h 112"/>
                    <a:gd name="T44" fmla="*/ 2147483647 w 70"/>
                    <a:gd name="T45" fmla="*/ 2147483647 h 112"/>
                    <a:gd name="T46" fmla="*/ 2147483647 w 70"/>
                    <a:gd name="T47" fmla="*/ 2147483647 h 112"/>
                    <a:gd name="T48" fmla="*/ 2147483647 w 70"/>
                    <a:gd name="T49" fmla="*/ 2147483647 h 112"/>
                    <a:gd name="T50" fmla="*/ 2147483647 w 70"/>
                    <a:gd name="T51" fmla="*/ 2147483647 h 112"/>
                    <a:gd name="T52" fmla="*/ 2147483647 w 70"/>
                    <a:gd name="T53" fmla="*/ 2147483647 h 112"/>
                    <a:gd name="T54" fmla="*/ 2147483647 w 70"/>
                    <a:gd name="T55" fmla="*/ 2147483647 h 112"/>
                    <a:gd name="T56" fmla="*/ 2147483647 w 70"/>
                    <a:gd name="T57" fmla="*/ 2147483647 h 112"/>
                    <a:gd name="T58" fmla="*/ 2147483647 w 70"/>
                    <a:gd name="T59" fmla="*/ 2147483647 h 112"/>
                    <a:gd name="T60" fmla="*/ 2147483647 w 70"/>
                    <a:gd name="T61" fmla="*/ 2147483647 h 112"/>
                    <a:gd name="T62" fmla="*/ 2147483647 w 70"/>
                    <a:gd name="T63" fmla="*/ 2147483647 h 112"/>
                    <a:gd name="T64" fmla="*/ 2147483647 w 70"/>
                    <a:gd name="T65" fmla="*/ 2147483647 h 112"/>
                    <a:gd name="T66" fmla="*/ 2147483647 w 70"/>
                    <a:gd name="T67" fmla="*/ 2147483647 h 112"/>
                    <a:gd name="T68" fmla="*/ 2147483647 w 70"/>
                    <a:gd name="T69" fmla="*/ 2147483647 h 112"/>
                    <a:gd name="T70" fmla="*/ 2147483647 w 70"/>
                    <a:gd name="T71" fmla="*/ 2147483647 h 112"/>
                    <a:gd name="T72" fmla="*/ 2147483647 w 70"/>
                    <a:gd name="T73" fmla="*/ 2147483647 h 112"/>
                    <a:gd name="T74" fmla="*/ 2147483647 w 70"/>
                    <a:gd name="T75" fmla="*/ 2147483647 h 11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70"/>
                    <a:gd name="T115" fmla="*/ 0 h 112"/>
                    <a:gd name="T116" fmla="*/ 70 w 70"/>
                    <a:gd name="T117" fmla="*/ 112 h 112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70" h="112">
                      <a:moveTo>
                        <a:pt x="68" y="92"/>
                      </a:moveTo>
                      <a:lnTo>
                        <a:pt x="60" y="94"/>
                      </a:lnTo>
                      <a:lnTo>
                        <a:pt x="50" y="98"/>
                      </a:lnTo>
                      <a:lnTo>
                        <a:pt x="34" y="108"/>
                      </a:lnTo>
                      <a:lnTo>
                        <a:pt x="28" y="110"/>
                      </a:lnTo>
                      <a:lnTo>
                        <a:pt x="16" y="112"/>
                      </a:lnTo>
                      <a:lnTo>
                        <a:pt x="8" y="112"/>
                      </a:lnTo>
                      <a:lnTo>
                        <a:pt x="2" y="94"/>
                      </a:lnTo>
                      <a:lnTo>
                        <a:pt x="0" y="78"/>
                      </a:lnTo>
                      <a:lnTo>
                        <a:pt x="2" y="68"/>
                      </a:lnTo>
                      <a:lnTo>
                        <a:pt x="4" y="62"/>
                      </a:lnTo>
                      <a:lnTo>
                        <a:pt x="8" y="54"/>
                      </a:lnTo>
                      <a:lnTo>
                        <a:pt x="10" y="44"/>
                      </a:lnTo>
                      <a:lnTo>
                        <a:pt x="10" y="40"/>
                      </a:lnTo>
                      <a:lnTo>
                        <a:pt x="8" y="36"/>
                      </a:lnTo>
                      <a:lnTo>
                        <a:pt x="4" y="26"/>
                      </a:lnTo>
                      <a:lnTo>
                        <a:pt x="4" y="14"/>
                      </a:lnTo>
                      <a:lnTo>
                        <a:pt x="4" y="0"/>
                      </a:lnTo>
                      <a:lnTo>
                        <a:pt x="12" y="0"/>
                      </a:lnTo>
                      <a:lnTo>
                        <a:pt x="20" y="0"/>
                      </a:lnTo>
                      <a:lnTo>
                        <a:pt x="38" y="0"/>
                      </a:lnTo>
                      <a:lnTo>
                        <a:pt x="50" y="0"/>
                      </a:lnTo>
                      <a:lnTo>
                        <a:pt x="52" y="6"/>
                      </a:lnTo>
                      <a:lnTo>
                        <a:pt x="54" y="12"/>
                      </a:lnTo>
                      <a:lnTo>
                        <a:pt x="56" y="14"/>
                      </a:lnTo>
                      <a:lnTo>
                        <a:pt x="56" y="20"/>
                      </a:lnTo>
                      <a:lnTo>
                        <a:pt x="56" y="26"/>
                      </a:lnTo>
                      <a:lnTo>
                        <a:pt x="56" y="28"/>
                      </a:lnTo>
                      <a:lnTo>
                        <a:pt x="56" y="30"/>
                      </a:lnTo>
                      <a:lnTo>
                        <a:pt x="58" y="36"/>
                      </a:lnTo>
                      <a:lnTo>
                        <a:pt x="58" y="40"/>
                      </a:lnTo>
                      <a:lnTo>
                        <a:pt x="58" y="44"/>
                      </a:lnTo>
                      <a:lnTo>
                        <a:pt x="60" y="50"/>
                      </a:lnTo>
                      <a:lnTo>
                        <a:pt x="60" y="74"/>
                      </a:lnTo>
                      <a:lnTo>
                        <a:pt x="56" y="76"/>
                      </a:lnTo>
                      <a:lnTo>
                        <a:pt x="62" y="84"/>
                      </a:lnTo>
                      <a:lnTo>
                        <a:pt x="70" y="92"/>
                      </a:lnTo>
                      <a:lnTo>
                        <a:pt x="68" y="9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7" name="iṧľiďè"/>
                <p:cNvSpPr/>
                <p:nvPr/>
              </p:nvSpPr>
              <p:spPr bwMode="auto">
                <a:xfrm>
                  <a:off x="4336847" y="3530018"/>
                  <a:ext cx="50957" cy="154117"/>
                </a:xfrm>
                <a:custGeom>
                  <a:avLst/>
                  <a:gdLst>
                    <a:gd name="T0" fmla="*/ 2147483647 w 30"/>
                    <a:gd name="T1" fmla="*/ 2147483647 h 92"/>
                    <a:gd name="T2" fmla="*/ 2147483647 w 30"/>
                    <a:gd name="T3" fmla="*/ 2147483647 h 92"/>
                    <a:gd name="T4" fmla="*/ 2147483647 w 30"/>
                    <a:gd name="T5" fmla="*/ 2147483647 h 92"/>
                    <a:gd name="T6" fmla="*/ 2147483647 w 30"/>
                    <a:gd name="T7" fmla="*/ 2147483647 h 92"/>
                    <a:gd name="T8" fmla="*/ 2147483647 w 30"/>
                    <a:gd name="T9" fmla="*/ 2147483647 h 92"/>
                    <a:gd name="T10" fmla="*/ 2147483647 w 30"/>
                    <a:gd name="T11" fmla="*/ 2147483647 h 92"/>
                    <a:gd name="T12" fmla="*/ 2147483647 w 30"/>
                    <a:gd name="T13" fmla="*/ 2147483647 h 92"/>
                    <a:gd name="T14" fmla="*/ 2147483647 w 30"/>
                    <a:gd name="T15" fmla="*/ 2147483647 h 92"/>
                    <a:gd name="T16" fmla="*/ 2147483647 w 30"/>
                    <a:gd name="T17" fmla="*/ 2147483647 h 92"/>
                    <a:gd name="T18" fmla="*/ 2147483647 w 30"/>
                    <a:gd name="T19" fmla="*/ 2147483647 h 92"/>
                    <a:gd name="T20" fmla="*/ 2147483647 w 30"/>
                    <a:gd name="T21" fmla="*/ 2147483647 h 92"/>
                    <a:gd name="T22" fmla="*/ 2147483647 w 30"/>
                    <a:gd name="T23" fmla="*/ 2147483647 h 92"/>
                    <a:gd name="T24" fmla="*/ 2147483647 w 30"/>
                    <a:gd name="T25" fmla="*/ 2147483647 h 92"/>
                    <a:gd name="T26" fmla="*/ 2147483647 w 30"/>
                    <a:gd name="T27" fmla="*/ 2147483647 h 92"/>
                    <a:gd name="T28" fmla="*/ 2147483647 w 30"/>
                    <a:gd name="T29" fmla="*/ 2147483647 h 92"/>
                    <a:gd name="T30" fmla="*/ 0 w 30"/>
                    <a:gd name="T31" fmla="*/ 0 h 92"/>
                    <a:gd name="T32" fmla="*/ 2147483647 w 30"/>
                    <a:gd name="T33" fmla="*/ 0 h 92"/>
                    <a:gd name="T34" fmla="*/ 2147483647 w 30"/>
                    <a:gd name="T35" fmla="*/ 2147483647 h 92"/>
                    <a:gd name="T36" fmla="*/ 2147483647 w 30"/>
                    <a:gd name="T37" fmla="*/ 2147483647 h 92"/>
                    <a:gd name="T38" fmla="*/ 2147483647 w 30"/>
                    <a:gd name="T39" fmla="*/ 2147483647 h 92"/>
                    <a:gd name="T40" fmla="*/ 2147483647 w 30"/>
                    <a:gd name="T41" fmla="*/ 2147483647 h 92"/>
                    <a:gd name="T42" fmla="*/ 2147483647 w 30"/>
                    <a:gd name="T43" fmla="*/ 2147483647 h 92"/>
                    <a:gd name="T44" fmla="*/ 2147483647 w 30"/>
                    <a:gd name="T45" fmla="*/ 2147483647 h 92"/>
                    <a:gd name="T46" fmla="*/ 2147483647 w 30"/>
                    <a:gd name="T47" fmla="*/ 2147483647 h 92"/>
                    <a:gd name="T48" fmla="*/ 2147483647 w 30"/>
                    <a:gd name="T49" fmla="*/ 2147483647 h 92"/>
                    <a:gd name="T50" fmla="*/ 2147483647 w 30"/>
                    <a:gd name="T51" fmla="*/ 2147483647 h 92"/>
                    <a:gd name="T52" fmla="*/ 2147483647 w 30"/>
                    <a:gd name="T53" fmla="*/ 2147483647 h 92"/>
                    <a:gd name="T54" fmla="*/ 2147483647 w 30"/>
                    <a:gd name="T55" fmla="*/ 2147483647 h 92"/>
                    <a:gd name="T56" fmla="*/ 2147483647 w 30"/>
                    <a:gd name="T57" fmla="*/ 2147483647 h 92"/>
                    <a:gd name="T58" fmla="*/ 2147483647 w 30"/>
                    <a:gd name="T59" fmla="*/ 2147483647 h 92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30"/>
                    <a:gd name="T91" fmla="*/ 0 h 92"/>
                    <a:gd name="T92" fmla="*/ 30 w 30"/>
                    <a:gd name="T93" fmla="*/ 92 h 92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30" h="92">
                      <a:moveTo>
                        <a:pt x="20" y="92"/>
                      </a:moveTo>
                      <a:lnTo>
                        <a:pt x="12" y="84"/>
                      </a:lnTo>
                      <a:lnTo>
                        <a:pt x="6" y="76"/>
                      </a:lnTo>
                      <a:lnTo>
                        <a:pt x="10" y="74"/>
                      </a:lnTo>
                      <a:lnTo>
                        <a:pt x="10" y="50"/>
                      </a:lnTo>
                      <a:lnTo>
                        <a:pt x="8" y="44"/>
                      </a:lnTo>
                      <a:lnTo>
                        <a:pt x="8" y="40"/>
                      </a:lnTo>
                      <a:lnTo>
                        <a:pt x="8" y="36"/>
                      </a:lnTo>
                      <a:lnTo>
                        <a:pt x="6" y="30"/>
                      </a:lnTo>
                      <a:lnTo>
                        <a:pt x="6" y="28"/>
                      </a:lnTo>
                      <a:lnTo>
                        <a:pt x="6" y="26"/>
                      </a:lnTo>
                      <a:lnTo>
                        <a:pt x="6" y="20"/>
                      </a:lnTo>
                      <a:lnTo>
                        <a:pt x="6" y="14"/>
                      </a:lnTo>
                      <a:lnTo>
                        <a:pt x="4" y="12"/>
                      </a:lnTo>
                      <a:lnTo>
                        <a:pt x="2" y="6"/>
                      </a:ln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14" y="4"/>
                      </a:lnTo>
                      <a:lnTo>
                        <a:pt x="14" y="10"/>
                      </a:lnTo>
                      <a:lnTo>
                        <a:pt x="14" y="12"/>
                      </a:lnTo>
                      <a:lnTo>
                        <a:pt x="16" y="16"/>
                      </a:lnTo>
                      <a:lnTo>
                        <a:pt x="24" y="22"/>
                      </a:lnTo>
                      <a:lnTo>
                        <a:pt x="24" y="26"/>
                      </a:lnTo>
                      <a:lnTo>
                        <a:pt x="24" y="40"/>
                      </a:lnTo>
                      <a:lnTo>
                        <a:pt x="26" y="52"/>
                      </a:lnTo>
                      <a:lnTo>
                        <a:pt x="26" y="64"/>
                      </a:lnTo>
                      <a:lnTo>
                        <a:pt x="28" y="84"/>
                      </a:lnTo>
                      <a:lnTo>
                        <a:pt x="28" y="86"/>
                      </a:lnTo>
                      <a:lnTo>
                        <a:pt x="30" y="88"/>
                      </a:lnTo>
                      <a:lnTo>
                        <a:pt x="20" y="9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8" name="î$ḻîḍe"/>
                <p:cNvSpPr/>
                <p:nvPr/>
              </p:nvSpPr>
              <p:spPr bwMode="auto">
                <a:xfrm>
                  <a:off x="4361637" y="3492189"/>
                  <a:ext cx="81255" cy="184939"/>
                </a:xfrm>
                <a:custGeom>
                  <a:avLst/>
                  <a:gdLst>
                    <a:gd name="T0" fmla="*/ 2147483647 w 46"/>
                    <a:gd name="T1" fmla="*/ 2147483647 h 110"/>
                    <a:gd name="T2" fmla="*/ 2147483647 w 46"/>
                    <a:gd name="T3" fmla="*/ 2147483647 h 110"/>
                    <a:gd name="T4" fmla="*/ 2147483647 w 46"/>
                    <a:gd name="T5" fmla="*/ 2147483647 h 110"/>
                    <a:gd name="T6" fmla="*/ 2147483647 w 46"/>
                    <a:gd name="T7" fmla="*/ 2147483647 h 110"/>
                    <a:gd name="T8" fmla="*/ 2147483647 w 46"/>
                    <a:gd name="T9" fmla="*/ 2147483647 h 110"/>
                    <a:gd name="T10" fmla="*/ 2147483647 w 46"/>
                    <a:gd name="T11" fmla="*/ 2147483647 h 110"/>
                    <a:gd name="T12" fmla="*/ 2147483647 w 46"/>
                    <a:gd name="T13" fmla="*/ 2147483647 h 110"/>
                    <a:gd name="T14" fmla="*/ 2147483647 w 46"/>
                    <a:gd name="T15" fmla="*/ 2147483647 h 110"/>
                    <a:gd name="T16" fmla="*/ 2147483647 w 46"/>
                    <a:gd name="T17" fmla="*/ 2147483647 h 110"/>
                    <a:gd name="T18" fmla="*/ 2147483647 w 46"/>
                    <a:gd name="T19" fmla="*/ 0 h 110"/>
                    <a:gd name="T20" fmla="*/ 2147483647 w 46"/>
                    <a:gd name="T21" fmla="*/ 2147483647 h 110"/>
                    <a:gd name="T22" fmla="*/ 2147483647 w 46"/>
                    <a:gd name="T23" fmla="*/ 0 h 110"/>
                    <a:gd name="T24" fmla="*/ 2147483647 w 46"/>
                    <a:gd name="T25" fmla="*/ 2147483647 h 110"/>
                    <a:gd name="T26" fmla="*/ 2147483647 w 46"/>
                    <a:gd name="T27" fmla="*/ 2147483647 h 110"/>
                    <a:gd name="T28" fmla="*/ 2147483647 w 46"/>
                    <a:gd name="T29" fmla="*/ 2147483647 h 110"/>
                    <a:gd name="T30" fmla="*/ 2147483647 w 46"/>
                    <a:gd name="T31" fmla="*/ 2147483647 h 110"/>
                    <a:gd name="T32" fmla="*/ 2147483647 w 46"/>
                    <a:gd name="T33" fmla="*/ 2147483647 h 110"/>
                    <a:gd name="T34" fmla="*/ 2147483647 w 46"/>
                    <a:gd name="T35" fmla="*/ 2147483647 h 110"/>
                    <a:gd name="T36" fmla="*/ 2147483647 w 46"/>
                    <a:gd name="T37" fmla="*/ 2147483647 h 110"/>
                    <a:gd name="T38" fmla="*/ 0 w 46"/>
                    <a:gd name="T39" fmla="*/ 2147483647 h 110"/>
                    <a:gd name="T40" fmla="*/ 0 w 46"/>
                    <a:gd name="T41" fmla="*/ 2147483647 h 110"/>
                    <a:gd name="T42" fmla="*/ 0 w 46"/>
                    <a:gd name="T43" fmla="*/ 2147483647 h 110"/>
                    <a:gd name="T44" fmla="*/ 2147483647 w 46"/>
                    <a:gd name="T45" fmla="*/ 2147483647 h 110"/>
                    <a:gd name="T46" fmla="*/ 2147483647 w 46"/>
                    <a:gd name="T47" fmla="*/ 2147483647 h 110"/>
                    <a:gd name="T48" fmla="*/ 2147483647 w 46"/>
                    <a:gd name="T49" fmla="*/ 2147483647 h 110"/>
                    <a:gd name="T50" fmla="*/ 2147483647 w 46"/>
                    <a:gd name="T51" fmla="*/ 2147483647 h 110"/>
                    <a:gd name="T52" fmla="*/ 2147483647 w 46"/>
                    <a:gd name="T53" fmla="*/ 2147483647 h 110"/>
                    <a:gd name="T54" fmla="*/ 2147483647 w 46"/>
                    <a:gd name="T55" fmla="*/ 2147483647 h 110"/>
                    <a:gd name="T56" fmla="*/ 2147483647 w 46"/>
                    <a:gd name="T57" fmla="*/ 2147483647 h 110"/>
                    <a:gd name="T58" fmla="*/ 2147483647 w 46"/>
                    <a:gd name="T59" fmla="*/ 2147483647 h 110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46"/>
                    <a:gd name="T91" fmla="*/ 0 h 110"/>
                    <a:gd name="T92" fmla="*/ 46 w 46"/>
                    <a:gd name="T93" fmla="*/ 110 h 110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46" h="110">
                      <a:moveTo>
                        <a:pt x="16" y="110"/>
                      </a:moveTo>
                      <a:lnTo>
                        <a:pt x="30" y="104"/>
                      </a:lnTo>
                      <a:lnTo>
                        <a:pt x="30" y="60"/>
                      </a:lnTo>
                      <a:lnTo>
                        <a:pt x="40" y="46"/>
                      </a:lnTo>
                      <a:lnTo>
                        <a:pt x="44" y="36"/>
                      </a:lnTo>
                      <a:lnTo>
                        <a:pt x="46" y="30"/>
                      </a:lnTo>
                      <a:lnTo>
                        <a:pt x="44" y="18"/>
                      </a:lnTo>
                      <a:lnTo>
                        <a:pt x="40" y="10"/>
                      </a:lnTo>
                      <a:lnTo>
                        <a:pt x="34" y="6"/>
                      </a:lnTo>
                      <a:lnTo>
                        <a:pt x="30" y="0"/>
                      </a:lnTo>
                      <a:lnTo>
                        <a:pt x="20" y="2"/>
                      </a:lnTo>
                      <a:lnTo>
                        <a:pt x="20" y="0"/>
                      </a:lnTo>
                      <a:lnTo>
                        <a:pt x="20" y="6"/>
                      </a:lnTo>
                      <a:lnTo>
                        <a:pt x="20" y="8"/>
                      </a:lnTo>
                      <a:lnTo>
                        <a:pt x="20" y="10"/>
                      </a:lnTo>
                      <a:lnTo>
                        <a:pt x="12" y="14"/>
                      </a:lnTo>
                      <a:lnTo>
                        <a:pt x="6" y="16"/>
                      </a:lnTo>
                      <a:lnTo>
                        <a:pt x="4" y="18"/>
                      </a:lnTo>
                      <a:lnTo>
                        <a:pt x="4" y="22"/>
                      </a:lnTo>
                      <a:lnTo>
                        <a:pt x="0" y="26"/>
                      </a:lnTo>
                      <a:lnTo>
                        <a:pt x="0" y="32"/>
                      </a:lnTo>
                      <a:lnTo>
                        <a:pt x="0" y="34"/>
                      </a:lnTo>
                      <a:lnTo>
                        <a:pt x="2" y="38"/>
                      </a:lnTo>
                      <a:lnTo>
                        <a:pt x="10" y="44"/>
                      </a:lnTo>
                      <a:lnTo>
                        <a:pt x="10" y="48"/>
                      </a:lnTo>
                      <a:lnTo>
                        <a:pt x="10" y="62"/>
                      </a:lnTo>
                      <a:lnTo>
                        <a:pt x="12" y="74"/>
                      </a:lnTo>
                      <a:lnTo>
                        <a:pt x="12" y="86"/>
                      </a:lnTo>
                      <a:lnTo>
                        <a:pt x="14" y="106"/>
                      </a:lnTo>
                      <a:lnTo>
                        <a:pt x="16" y="1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9" name="isľïḑê"/>
                <p:cNvSpPr/>
                <p:nvPr/>
              </p:nvSpPr>
              <p:spPr bwMode="auto">
                <a:xfrm>
                  <a:off x="4413971" y="3443152"/>
                  <a:ext cx="329154" cy="290018"/>
                </a:xfrm>
                <a:custGeom>
                  <a:avLst/>
                  <a:gdLst>
                    <a:gd name="T0" fmla="*/ 2147483647 w 189"/>
                    <a:gd name="T1" fmla="*/ 2147483647 h 174"/>
                    <a:gd name="T2" fmla="*/ 2147483647 w 189"/>
                    <a:gd name="T3" fmla="*/ 2147483647 h 174"/>
                    <a:gd name="T4" fmla="*/ 2147483647 w 189"/>
                    <a:gd name="T5" fmla="*/ 2147483647 h 174"/>
                    <a:gd name="T6" fmla="*/ 2147483647 w 189"/>
                    <a:gd name="T7" fmla="*/ 2147483647 h 174"/>
                    <a:gd name="T8" fmla="*/ 2147483647 w 189"/>
                    <a:gd name="T9" fmla="*/ 2147483647 h 174"/>
                    <a:gd name="T10" fmla="*/ 0 w 189"/>
                    <a:gd name="T11" fmla="*/ 2147483647 h 174"/>
                    <a:gd name="T12" fmla="*/ 2147483647 w 189"/>
                    <a:gd name="T13" fmla="*/ 2147483647 h 174"/>
                    <a:gd name="T14" fmla="*/ 2147483647 w 189"/>
                    <a:gd name="T15" fmla="*/ 2147483647 h 174"/>
                    <a:gd name="T16" fmla="*/ 2147483647 w 189"/>
                    <a:gd name="T17" fmla="*/ 2147483647 h 174"/>
                    <a:gd name="T18" fmla="*/ 2147483647 w 189"/>
                    <a:gd name="T19" fmla="*/ 2147483647 h 174"/>
                    <a:gd name="T20" fmla="*/ 2147483647 w 189"/>
                    <a:gd name="T21" fmla="*/ 0 h 174"/>
                    <a:gd name="T22" fmla="*/ 2147483647 w 189"/>
                    <a:gd name="T23" fmla="*/ 0 h 174"/>
                    <a:gd name="T24" fmla="*/ 2147483647 w 189"/>
                    <a:gd name="T25" fmla="*/ 2147483647 h 174"/>
                    <a:gd name="T26" fmla="*/ 2147483647 w 189"/>
                    <a:gd name="T27" fmla="*/ 2147483647 h 174"/>
                    <a:gd name="T28" fmla="*/ 2147483647 w 189"/>
                    <a:gd name="T29" fmla="*/ 2147483647 h 174"/>
                    <a:gd name="T30" fmla="*/ 2147483647 w 189"/>
                    <a:gd name="T31" fmla="*/ 2147483647 h 174"/>
                    <a:gd name="T32" fmla="*/ 2147483647 w 189"/>
                    <a:gd name="T33" fmla="*/ 2147483647 h 174"/>
                    <a:gd name="T34" fmla="*/ 2147483647 w 189"/>
                    <a:gd name="T35" fmla="*/ 2147483647 h 174"/>
                    <a:gd name="T36" fmla="*/ 2147483647 w 189"/>
                    <a:gd name="T37" fmla="*/ 2147483647 h 174"/>
                    <a:gd name="T38" fmla="*/ 2147483647 w 189"/>
                    <a:gd name="T39" fmla="*/ 2147483647 h 174"/>
                    <a:gd name="T40" fmla="*/ 2147483647 w 189"/>
                    <a:gd name="T41" fmla="*/ 2147483647 h 174"/>
                    <a:gd name="T42" fmla="*/ 2147483647 w 189"/>
                    <a:gd name="T43" fmla="*/ 2147483647 h 174"/>
                    <a:gd name="T44" fmla="*/ 2147483647 w 189"/>
                    <a:gd name="T45" fmla="*/ 2147483647 h 174"/>
                    <a:gd name="T46" fmla="*/ 2147483647 w 189"/>
                    <a:gd name="T47" fmla="*/ 0 h 174"/>
                    <a:gd name="T48" fmla="*/ 2147483647 w 189"/>
                    <a:gd name="T49" fmla="*/ 2147483647 h 174"/>
                    <a:gd name="T50" fmla="*/ 2147483647 w 189"/>
                    <a:gd name="T51" fmla="*/ 2147483647 h 174"/>
                    <a:gd name="T52" fmla="*/ 2147483647 w 189"/>
                    <a:gd name="T53" fmla="*/ 2147483647 h 174"/>
                    <a:gd name="T54" fmla="*/ 2147483647 w 189"/>
                    <a:gd name="T55" fmla="*/ 2147483647 h 174"/>
                    <a:gd name="T56" fmla="*/ 2147483647 w 189"/>
                    <a:gd name="T57" fmla="*/ 2147483647 h 174"/>
                    <a:gd name="T58" fmla="*/ 2147483647 w 189"/>
                    <a:gd name="T59" fmla="*/ 2147483647 h 174"/>
                    <a:gd name="T60" fmla="*/ 2147483647 w 189"/>
                    <a:gd name="T61" fmla="*/ 2147483647 h 174"/>
                    <a:gd name="T62" fmla="*/ 2147483647 w 189"/>
                    <a:gd name="T63" fmla="*/ 2147483647 h 174"/>
                    <a:gd name="T64" fmla="*/ 2147483647 w 189"/>
                    <a:gd name="T65" fmla="*/ 2147483647 h 174"/>
                    <a:gd name="T66" fmla="*/ 2147483647 w 189"/>
                    <a:gd name="T67" fmla="*/ 2147483647 h 174"/>
                    <a:gd name="T68" fmla="*/ 2147483647 w 189"/>
                    <a:gd name="T69" fmla="*/ 2147483647 h 174"/>
                    <a:gd name="T70" fmla="*/ 2147483647 w 189"/>
                    <a:gd name="T71" fmla="*/ 2147483647 h 174"/>
                    <a:gd name="T72" fmla="*/ 2147483647 w 189"/>
                    <a:gd name="T73" fmla="*/ 2147483647 h 174"/>
                    <a:gd name="T74" fmla="*/ 2147483647 w 189"/>
                    <a:gd name="T75" fmla="*/ 2147483647 h 174"/>
                    <a:gd name="T76" fmla="*/ 2147483647 w 189"/>
                    <a:gd name="T77" fmla="*/ 2147483647 h 174"/>
                    <a:gd name="T78" fmla="*/ 2147483647 w 189"/>
                    <a:gd name="T79" fmla="*/ 2147483647 h 174"/>
                    <a:gd name="T80" fmla="*/ 2147483647 w 189"/>
                    <a:gd name="T81" fmla="*/ 2147483647 h 17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89"/>
                    <a:gd name="T124" fmla="*/ 0 h 174"/>
                    <a:gd name="T125" fmla="*/ 189 w 189"/>
                    <a:gd name="T126" fmla="*/ 174 h 174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89" h="174">
                      <a:moveTo>
                        <a:pt x="90" y="168"/>
                      </a:moveTo>
                      <a:lnTo>
                        <a:pt x="74" y="170"/>
                      </a:lnTo>
                      <a:lnTo>
                        <a:pt x="58" y="174"/>
                      </a:lnTo>
                      <a:lnTo>
                        <a:pt x="52" y="172"/>
                      </a:lnTo>
                      <a:lnTo>
                        <a:pt x="46" y="166"/>
                      </a:lnTo>
                      <a:lnTo>
                        <a:pt x="40" y="152"/>
                      </a:lnTo>
                      <a:lnTo>
                        <a:pt x="36" y="146"/>
                      </a:lnTo>
                      <a:lnTo>
                        <a:pt x="32" y="138"/>
                      </a:lnTo>
                      <a:lnTo>
                        <a:pt x="24" y="134"/>
                      </a:lnTo>
                      <a:lnTo>
                        <a:pt x="18" y="132"/>
                      </a:lnTo>
                      <a:lnTo>
                        <a:pt x="0" y="134"/>
                      </a:lnTo>
                      <a:lnTo>
                        <a:pt x="0" y="90"/>
                      </a:lnTo>
                      <a:lnTo>
                        <a:pt x="10" y="76"/>
                      </a:lnTo>
                      <a:lnTo>
                        <a:pt x="14" y="66"/>
                      </a:lnTo>
                      <a:lnTo>
                        <a:pt x="16" y="60"/>
                      </a:lnTo>
                      <a:lnTo>
                        <a:pt x="14" y="48"/>
                      </a:lnTo>
                      <a:lnTo>
                        <a:pt x="10" y="40"/>
                      </a:lnTo>
                      <a:lnTo>
                        <a:pt x="14" y="26"/>
                      </a:lnTo>
                      <a:lnTo>
                        <a:pt x="18" y="12"/>
                      </a:lnTo>
                      <a:lnTo>
                        <a:pt x="22" y="8"/>
                      </a:lnTo>
                      <a:lnTo>
                        <a:pt x="28" y="4"/>
                      </a:lnTo>
                      <a:lnTo>
                        <a:pt x="34" y="0"/>
                      </a:lnTo>
                      <a:lnTo>
                        <a:pt x="44" y="0"/>
                      </a:lnTo>
                      <a:lnTo>
                        <a:pt x="46" y="0"/>
                      </a:lnTo>
                      <a:lnTo>
                        <a:pt x="50" y="2"/>
                      </a:lnTo>
                      <a:lnTo>
                        <a:pt x="56" y="8"/>
                      </a:lnTo>
                      <a:lnTo>
                        <a:pt x="62" y="12"/>
                      </a:lnTo>
                      <a:lnTo>
                        <a:pt x="64" y="14"/>
                      </a:lnTo>
                      <a:lnTo>
                        <a:pt x="68" y="16"/>
                      </a:lnTo>
                      <a:lnTo>
                        <a:pt x="72" y="14"/>
                      </a:lnTo>
                      <a:lnTo>
                        <a:pt x="72" y="12"/>
                      </a:lnTo>
                      <a:lnTo>
                        <a:pt x="74" y="10"/>
                      </a:lnTo>
                      <a:lnTo>
                        <a:pt x="78" y="10"/>
                      </a:lnTo>
                      <a:lnTo>
                        <a:pt x="86" y="10"/>
                      </a:lnTo>
                      <a:lnTo>
                        <a:pt x="90" y="14"/>
                      </a:lnTo>
                      <a:lnTo>
                        <a:pt x="94" y="16"/>
                      </a:lnTo>
                      <a:lnTo>
                        <a:pt x="100" y="18"/>
                      </a:lnTo>
                      <a:lnTo>
                        <a:pt x="108" y="16"/>
                      </a:lnTo>
                      <a:lnTo>
                        <a:pt x="114" y="12"/>
                      </a:lnTo>
                      <a:lnTo>
                        <a:pt x="120" y="10"/>
                      </a:lnTo>
                      <a:lnTo>
                        <a:pt x="128" y="8"/>
                      </a:lnTo>
                      <a:lnTo>
                        <a:pt x="134" y="8"/>
                      </a:lnTo>
                      <a:lnTo>
                        <a:pt x="138" y="10"/>
                      </a:lnTo>
                      <a:lnTo>
                        <a:pt x="142" y="10"/>
                      </a:lnTo>
                      <a:lnTo>
                        <a:pt x="151" y="12"/>
                      </a:lnTo>
                      <a:lnTo>
                        <a:pt x="155" y="10"/>
                      </a:lnTo>
                      <a:lnTo>
                        <a:pt x="161" y="8"/>
                      </a:lnTo>
                      <a:lnTo>
                        <a:pt x="171" y="0"/>
                      </a:lnTo>
                      <a:lnTo>
                        <a:pt x="175" y="6"/>
                      </a:lnTo>
                      <a:lnTo>
                        <a:pt x="179" y="10"/>
                      </a:lnTo>
                      <a:lnTo>
                        <a:pt x="183" y="22"/>
                      </a:lnTo>
                      <a:lnTo>
                        <a:pt x="185" y="26"/>
                      </a:lnTo>
                      <a:lnTo>
                        <a:pt x="189" y="30"/>
                      </a:lnTo>
                      <a:lnTo>
                        <a:pt x="187" y="46"/>
                      </a:lnTo>
                      <a:lnTo>
                        <a:pt x="183" y="46"/>
                      </a:lnTo>
                      <a:lnTo>
                        <a:pt x="179" y="46"/>
                      </a:lnTo>
                      <a:lnTo>
                        <a:pt x="175" y="60"/>
                      </a:lnTo>
                      <a:lnTo>
                        <a:pt x="171" y="70"/>
                      </a:lnTo>
                      <a:lnTo>
                        <a:pt x="165" y="82"/>
                      </a:lnTo>
                      <a:lnTo>
                        <a:pt x="161" y="92"/>
                      </a:lnTo>
                      <a:lnTo>
                        <a:pt x="159" y="94"/>
                      </a:lnTo>
                      <a:lnTo>
                        <a:pt x="157" y="96"/>
                      </a:lnTo>
                      <a:lnTo>
                        <a:pt x="155" y="98"/>
                      </a:lnTo>
                      <a:lnTo>
                        <a:pt x="153" y="98"/>
                      </a:lnTo>
                      <a:lnTo>
                        <a:pt x="151" y="108"/>
                      </a:lnTo>
                      <a:lnTo>
                        <a:pt x="146" y="120"/>
                      </a:lnTo>
                      <a:lnTo>
                        <a:pt x="142" y="130"/>
                      </a:lnTo>
                      <a:lnTo>
                        <a:pt x="138" y="134"/>
                      </a:lnTo>
                      <a:lnTo>
                        <a:pt x="134" y="136"/>
                      </a:lnTo>
                      <a:lnTo>
                        <a:pt x="132" y="134"/>
                      </a:lnTo>
                      <a:lnTo>
                        <a:pt x="130" y="132"/>
                      </a:lnTo>
                      <a:lnTo>
                        <a:pt x="128" y="124"/>
                      </a:lnTo>
                      <a:lnTo>
                        <a:pt x="122" y="126"/>
                      </a:lnTo>
                      <a:lnTo>
                        <a:pt x="116" y="130"/>
                      </a:lnTo>
                      <a:lnTo>
                        <a:pt x="110" y="134"/>
                      </a:lnTo>
                      <a:lnTo>
                        <a:pt x="104" y="138"/>
                      </a:lnTo>
                      <a:lnTo>
                        <a:pt x="100" y="146"/>
                      </a:lnTo>
                      <a:lnTo>
                        <a:pt x="98" y="150"/>
                      </a:lnTo>
                      <a:lnTo>
                        <a:pt x="96" y="158"/>
                      </a:lnTo>
                      <a:lnTo>
                        <a:pt x="96" y="168"/>
                      </a:lnTo>
                      <a:lnTo>
                        <a:pt x="94" y="168"/>
                      </a:lnTo>
                      <a:lnTo>
                        <a:pt x="90" y="16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0" name="ísľíḋe"/>
                <p:cNvSpPr/>
                <p:nvPr/>
              </p:nvSpPr>
              <p:spPr bwMode="auto">
                <a:xfrm>
                  <a:off x="4570973" y="3458564"/>
                  <a:ext cx="221732" cy="347463"/>
                </a:xfrm>
                <a:custGeom>
                  <a:avLst/>
                  <a:gdLst>
                    <a:gd name="T0" fmla="*/ 2147483647 w 127"/>
                    <a:gd name="T1" fmla="*/ 2147483647 h 208"/>
                    <a:gd name="T2" fmla="*/ 2147483647 w 127"/>
                    <a:gd name="T3" fmla="*/ 2147483647 h 208"/>
                    <a:gd name="T4" fmla="*/ 2147483647 w 127"/>
                    <a:gd name="T5" fmla="*/ 2147483647 h 208"/>
                    <a:gd name="T6" fmla="*/ 2147483647 w 127"/>
                    <a:gd name="T7" fmla="*/ 2147483647 h 208"/>
                    <a:gd name="T8" fmla="*/ 2147483647 w 127"/>
                    <a:gd name="T9" fmla="*/ 2147483647 h 208"/>
                    <a:gd name="T10" fmla="*/ 2147483647 w 127"/>
                    <a:gd name="T11" fmla="*/ 2147483647 h 208"/>
                    <a:gd name="T12" fmla="*/ 2147483647 w 127"/>
                    <a:gd name="T13" fmla="*/ 2147483647 h 208"/>
                    <a:gd name="T14" fmla="*/ 2147483647 w 127"/>
                    <a:gd name="T15" fmla="*/ 2147483647 h 208"/>
                    <a:gd name="T16" fmla="*/ 2147483647 w 127"/>
                    <a:gd name="T17" fmla="*/ 2147483647 h 208"/>
                    <a:gd name="T18" fmla="*/ 2147483647 w 127"/>
                    <a:gd name="T19" fmla="*/ 2147483647 h 208"/>
                    <a:gd name="T20" fmla="*/ 2147483647 w 127"/>
                    <a:gd name="T21" fmla="*/ 2147483647 h 208"/>
                    <a:gd name="T22" fmla="*/ 2147483647 w 127"/>
                    <a:gd name="T23" fmla="*/ 2147483647 h 208"/>
                    <a:gd name="T24" fmla="*/ 2147483647 w 127"/>
                    <a:gd name="T25" fmla="*/ 2147483647 h 208"/>
                    <a:gd name="T26" fmla="*/ 2147483647 w 127"/>
                    <a:gd name="T27" fmla="*/ 2147483647 h 208"/>
                    <a:gd name="T28" fmla="*/ 2147483647 w 127"/>
                    <a:gd name="T29" fmla="*/ 2147483647 h 208"/>
                    <a:gd name="T30" fmla="*/ 2147483647 w 127"/>
                    <a:gd name="T31" fmla="*/ 2147483647 h 208"/>
                    <a:gd name="T32" fmla="*/ 2147483647 w 127"/>
                    <a:gd name="T33" fmla="*/ 2147483647 h 208"/>
                    <a:gd name="T34" fmla="*/ 2147483647 w 127"/>
                    <a:gd name="T35" fmla="*/ 2147483647 h 208"/>
                    <a:gd name="T36" fmla="*/ 2147483647 w 127"/>
                    <a:gd name="T37" fmla="*/ 2147483647 h 208"/>
                    <a:gd name="T38" fmla="*/ 2147483647 w 127"/>
                    <a:gd name="T39" fmla="*/ 2147483647 h 208"/>
                    <a:gd name="T40" fmla="*/ 2147483647 w 127"/>
                    <a:gd name="T41" fmla="*/ 2147483647 h 208"/>
                    <a:gd name="T42" fmla="*/ 2147483647 w 127"/>
                    <a:gd name="T43" fmla="*/ 2147483647 h 208"/>
                    <a:gd name="T44" fmla="*/ 2147483647 w 127"/>
                    <a:gd name="T45" fmla="*/ 2147483647 h 208"/>
                    <a:gd name="T46" fmla="*/ 2147483647 w 127"/>
                    <a:gd name="T47" fmla="*/ 2147483647 h 208"/>
                    <a:gd name="T48" fmla="*/ 2147483647 w 127"/>
                    <a:gd name="T49" fmla="*/ 2147483647 h 208"/>
                    <a:gd name="T50" fmla="*/ 2147483647 w 127"/>
                    <a:gd name="T51" fmla="*/ 2147483647 h 208"/>
                    <a:gd name="T52" fmla="*/ 2147483647 w 127"/>
                    <a:gd name="T53" fmla="*/ 2147483647 h 208"/>
                    <a:gd name="T54" fmla="*/ 2147483647 w 127"/>
                    <a:gd name="T55" fmla="*/ 2147483647 h 208"/>
                    <a:gd name="T56" fmla="*/ 2147483647 w 127"/>
                    <a:gd name="T57" fmla="*/ 2147483647 h 208"/>
                    <a:gd name="T58" fmla="*/ 2147483647 w 127"/>
                    <a:gd name="T59" fmla="*/ 2147483647 h 208"/>
                    <a:gd name="T60" fmla="*/ 2147483647 w 127"/>
                    <a:gd name="T61" fmla="*/ 2147483647 h 208"/>
                    <a:gd name="T62" fmla="*/ 2147483647 w 127"/>
                    <a:gd name="T63" fmla="*/ 2147483647 h 208"/>
                    <a:gd name="T64" fmla="*/ 2147483647 w 127"/>
                    <a:gd name="T65" fmla="*/ 2147483647 h 208"/>
                    <a:gd name="T66" fmla="*/ 2147483647 w 127"/>
                    <a:gd name="T67" fmla="*/ 2147483647 h 208"/>
                    <a:gd name="T68" fmla="*/ 2147483647 w 127"/>
                    <a:gd name="T69" fmla="*/ 2147483647 h 208"/>
                    <a:gd name="T70" fmla="*/ 2147483647 w 127"/>
                    <a:gd name="T71" fmla="*/ 2147483647 h 208"/>
                    <a:gd name="T72" fmla="*/ 2147483647 w 127"/>
                    <a:gd name="T73" fmla="*/ 2147483647 h 208"/>
                    <a:gd name="T74" fmla="*/ 2147483647 w 127"/>
                    <a:gd name="T75" fmla="*/ 2147483647 h 208"/>
                    <a:gd name="T76" fmla="*/ 0 w 127"/>
                    <a:gd name="T77" fmla="*/ 2147483647 h 20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27"/>
                    <a:gd name="T118" fmla="*/ 0 h 208"/>
                    <a:gd name="T119" fmla="*/ 127 w 127"/>
                    <a:gd name="T120" fmla="*/ 208 h 20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27" h="208">
                      <a:moveTo>
                        <a:pt x="6" y="158"/>
                      </a:moveTo>
                      <a:lnTo>
                        <a:pt x="6" y="148"/>
                      </a:lnTo>
                      <a:lnTo>
                        <a:pt x="8" y="140"/>
                      </a:lnTo>
                      <a:lnTo>
                        <a:pt x="10" y="136"/>
                      </a:lnTo>
                      <a:lnTo>
                        <a:pt x="14" y="128"/>
                      </a:lnTo>
                      <a:lnTo>
                        <a:pt x="20" y="124"/>
                      </a:lnTo>
                      <a:lnTo>
                        <a:pt x="26" y="120"/>
                      </a:lnTo>
                      <a:lnTo>
                        <a:pt x="32" y="116"/>
                      </a:lnTo>
                      <a:lnTo>
                        <a:pt x="38" y="114"/>
                      </a:lnTo>
                      <a:lnTo>
                        <a:pt x="40" y="122"/>
                      </a:lnTo>
                      <a:lnTo>
                        <a:pt x="42" y="124"/>
                      </a:lnTo>
                      <a:lnTo>
                        <a:pt x="44" y="126"/>
                      </a:lnTo>
                      <a:lnTo>
                        <a:pt x="48" y="124"/>
                      </a:lnTo>
                      <a:lnTo>
                        <a:pt x="52" y="120"/>
                      </a:lnTo>
                      <a:lnTo>
                        <a:pt x="56" y="110"/>
                      </a:lnTo>
                      <a:lnTo>
                        <a:pt x="61" y="98"/>
                      </a:lnTo>
                      <a:lnTo>
                        <a:pt x="63" y="88"/>
                      </a:lnTo>
                      <a:lnTo>
                        <a:pt x="65" y="88"/>
                      </a:lnTo>
                      <a:lnTo>
                        <a:pt x="67" y="86"/>
                      </a:lnTo>
                      <a:lnTo>
                        <a:pt x="69" y="84"/>
                      </a:lnTo>
                      <a:lnTo>
                        <a:pt x="71" y="82"/>
                      </a:lnTo>
                      <a:lnTo>
                        <a:pt x="75" y="72"/>
                      </a:lnTo>
                      <a:lnTo>
                        <a:pt x="81" y="60"/>
                      </a:lnTo>
                      <a:lnTo>
                        <a:pt x="85" y="50"/>
                      </a:lnTo>
                      <a:lnTo>
                        <a:pt x="89" y="36"/>
                      </a:lnTo>
                      <a:lnTo>
                        <a:pt x="93" y="36"/>
                      </a:lnTo>
                      <a:lnTo>
                        <a:pt x="97" y="36"/>
                      </a:lnTo>
                      <a:lnTo>
                        <a:pt x="99" y="20"/>
                      </a:lnTo>
                      <a:lnTo>
                        <a:pt x="95" y="16"/>
                      </a:lnTo>
                      <a:lnTo>
                        <a:pt x="93" y="12"/>
                      </a:lnTo>
                      <a:lnTo>
                        <a:pt x="89" y="0"/>
                      </a:lnTo>
                      <a:lnTo>
                        <a:pt x="91" y="2"/>
                      </a:lnTo>
                      <a:lnTo>
                        <a:pt x="93" y="0"/>
                      </a:lnTo>
                      <a:lnTo>
                        <a:pt x="97" y="6"/>
                      </a:lnTo>
                      <a:lnTo>
                        <a:pt x="103" y="14"/>
                      </a:lnTo>
                      <a:lnTo>
                        <a:pt x="107" y="20"/>
                      </a:lnTo>
                      <a:lnTo>
                        <a:pt x="109" y="26"/>
                      </a:lnTo>
                      <a:lnTo>
                        <a:pt x="107" y="44"/>
                      </a:lnTo>
                      <a:lnTo>
                        <a:pt x="109" y="50"/>
                      </a:lnTo>
                      <a:lnTo>
                        <a:pt x="109" y="54"/>
                      </a:lnTo>
                      <a:lnTo>
                        <a:pt x="117" y="60"/>
                      </a:lnTo>
                      <a:lnTo>
                        <a:pt x="99" y="60"/>
                      </a:lnTo>
                      <a:lnTo>
                        <a:pt x="93" y="62"/>
                      </a:lnTo>
                      <a:lnTo>
                        <a:pt x="91" y="64"/>
                      </a:lnTo>
                      <a:lnTo>
                        <a:pt x="89" y="66"/>
                      </a:lnTo>
                      <a:lnTo>
                        <a:pt x="93" y="70"/>
                      </a:lnTo>
                      <a:lnTo>
                        <a:pt x="101" y="78"/>
                      </a:lnTo>
                      <a:lnTo>
                        <a:pt x="111" y="88"/>
                      </a:lnTo>
                      <a:lnTo>
                        <a:pt x="115" y="96"/>
                      </a:lnTo>
                      <a:lnTo>
                        <a:pt x="117" y="106"/>
                      </a:lnTo>
                      <a:lnTo>
                        <a:pt x="113" y="110"/>
                      </a:lnTo>
                      <a:lnTo>
                        <a:pt x="107" y="116"/>
                      </a:lnTo>
                      <a:lnTo>
                        <a:pt x="101" y="126"/>
                      </a:lnTo>
                      <a:lnTo>
                        <a:pt x="99" y="136"/>
                      </a:lnTo>
                      <a:lnTo>
                        <a:pt x="99" y="144"/>
                      </a:lnTo>
                      <a:lnTo>
                        <a:pt x="101" y="154"/>
                      </a:lnTo>
                      <a:lnTo>
                        <a:pt x="109" y="168"/>
                      </a:lnTo>
                      <a:lnTo>
                        <a:pt x="119" y="182"/>
                      </a:lnTo>
                      <a:lnTo>
                        <a:pt x="127" y="194"/>
                      </a:lnTo>
                      <a:lnTo>
                        <a:pt x="127" y="208"/>
                      </a:lnTo>
                      <a:lnTo>
                        <a:pt x="121" y="208"/>
                      </a:lnTo>
                      <a:lnTo>
                        <a:pt x="111" y="208"/>
                      </a:lnTo>
                      <a:lnTo>
                        <a:pt x="107" y="206"/>
                      </a:lnTo>
                      <a:lnTo>
                        <a:pt x="103" y="204"/>
                      </a:lnTo>
                      <a:lnTo>
                        <a:pt x="81" y="204"/>
                      </a:lnTo>
                      <a:lnTo>
                        <a:pt x="81" y="202"/>
                      </a:lnTo>
                      <a:lnTo>
                        <a:pt x="46" y="200"/>
                      </a:lnTo>
                      <a:lnTo>
                        <a:pt x="46" y="204"/>
                      </a:lnTo>
                      <a:lnTo>
                        <a:pt x="22" y="202"/>
                      </a:lnTo>
                      <a:lnTo>
                        <a:pt x="24" y="198"/>
                      </a:lnTo>
                      <a:lnTo>
                        <a:pt x="24" y="188"/>
                      </a:lnTo>
                      <a:lnTo>
                        <a:pt x="22" y="182"/>
                      </a:lnTo>
                      <a:lnTo>
                        <a:pt x="22" y="174"/>
                      </a:lnTo>
                      <a:lnTo>
                        <a:pt x="24" y="168"/>
                      </a:lnTo>
                      <a:lnTo>
                        <a:pt x="14" y="166"/>
                      </a:lnTo>
                      <a:lnTo>
                        <a:pt x="10" y="164"/>
                      </a:lnTo>
                      <a:lnTo>
                        <a:pt x="6" y="160"/>
                      </a:lnTo>
                      <a:lnTo>
                        <a:pt x="0" y="158"/>
                      </a:lnTo>
                      <a:lnTo>
                        <a:pt x="6" y="15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1" name="îšḷiḋe"/>
                <p:cNvSpPr/>
                <p:nvPr/>
              </p:nvSpPr>
              <p:spPr bwMode="auto">
                <a:xfrm>
                  <a:off x="4587500" y="3793417"/>
                  <a:ext cx="155625" cy="184939"/>
                </a:xfrm>
                <a:custGeom>
                  <a:avLst/>
                  <a:gdLst>
                    <a:gd name="T0" fmla="*/ 2147483647 w 89"/>
                    <a:gd name="T1" fmla="*/ 2147483647 h 110"/>
                    <a:gd name="T2" fmla="*/ 2147483647 w 89"/>
                    <a:gd name="T3" fmla="*/ 2147483647 h 110"/>
                    <a:gd name="T4" fmla="*/ 2147483647 w 89"/>
                    <a:gd name="T5" fmla="*/ 2147483647 h 110"/>
                    <a:gd name="T6" fmla="*/ 2147483647 w 89"/>
                    <a:gd name="T7" fmla="*/ 2147483647 h 110"/>
                    <a:gd name="T8" fmla="*/ 2147483647 w 89"/>
                    <a:gd name="T9" fmla="*/ 2147483647 h 110"/>
                    <a:gd name="T10" fmla="*/ 2147483647 w 89"/>
                    <a:gd name="T11" fmla="*/ 2147483647 h 110"/>
                    <a:gd name="T12" fmla="*/ 0 w 89"/>
                    <a:gd name="T13" fmla="*/ 2147483647 h 110"/>
                    <a:gd name="T14" fmla="*/ 0 w 89"/>
                    <a:gd name="T15" fmla="*/ 2147483647 h 110"/>
                    <a:gd name="T16" fmla="*/ 2147483647 w 89"/>
                    <a:gd name="T17" fmla="*/ 2147483647 h 110"/>
                    <a:gd name="T18" fmla="*/ 2147483647 w 89"/>
                    <a:gd name="T19" fmla="*/ 2147483647 h 110"/>
                    <a:gd name="T20" fmla="*/ 2147483647 w 89"/>
                    <a:gd name="T21" fmla="*/ 2147483647 h 110"/>
                    <a:gd name="T22" fmla="*/ 2147483647 w 89"/>
                    <a:gd name="T23" fmla="*/ 2147483647 h 110"/>
                    <a:gd name="T24" fmla="*/ 2147483647 w 89"/>
                    <a:gd name="T25" fmla="*/ 2147483647 h 110"/>
                    <a:gd name="T26" fmla="*/ 2147483647 w 89"/>
                    <a:gd name="T27" fmla="*/ 2147483647 h 110"/>
                    <a:gd name="T28" fmla="*/ 2147483647 w 89"/>
                    <a:gd name="T29" fmla="*/ 2147483647 h 110"/>
                    <a:gd name="T30" fmla="*/ 2147483647 w 89"/>
                    <a:gd name="T31" fmla="*/ 2147483647 h 110"/>
                    <a:gd name="T32" fmla="*/ 2147483647 w 89"/>
                    <a:gd name="T33" fmla="*/ 2147483647 h 110"/>
                    <a:gd name="T34" fmla="*/ 2147483647 w 89"/>
                    <a:gd name="T35" fmla="*/ 2147483647 h 110"/>
                    <a:gd name="T36" fmla="*/ 2147483647 w 89"/>
                    <a:gd name="T37" fmla="*/ 2147483647 h 110"/>
                    <a:gd name="T38" fmla="*/ 2147483647 w 89"/>
                    <a:gd name="T39" fmla="*/ 2147483647 h 110"/>
                    <a:gd name="T40" fmla="*/ 2147483647 w 89"/>
                    <a:gd name="T41" fmla="*/ 2147483647 h 110"/>
                    <a:gd name="T42" fmla="*/ 2147483647 w 89"/>
                    <a:gd name="T43" fmla="*/ 2147483647 h 110"/>
                    <a:gd name="T44" fmla="*/ 2147483647 w 89"/>
                    <a:gd name="T45" fmla="*/ 2147483647 h 110"/>
                    <a:gd name="T46" fmla="*/ 2147483647 w 89"/>
                    <a:gd name="T47" fmla="*/ 2147483647 h 110"/>
                    <a:gd name="T48" fmla="*/ 2147483647 w 89"/>
                    <a:gd name="T49" fmla="*/ 2147483647 h 110"/>
                    <a:gd name="T50" fmla="*/ 2147483647 w 89"/>
                    <a:gd name="T51" fmla="*/ 2147483647 h 110"/>
                    <a:gd name="T52" fmla="*/ 2147483647 w 89"/>
                    <a:gd name="T53" fmla="*/ 2147483647 h 110"/>
                    <a:gd name="T54" fmla="*/ 2147483647 w 89"/>
                    <a:gd name="T55" fmla="*/ 2147483647 h 110"/>
                    <a:gd name="T56" fmla="*/ 2147483647 w 89"/>
                    <a:gd name="T57" fmla="*/ 2147483647 h 110"/>
                    <a:gd name="T58" fmla="*/ 2147483647 w 89"/>
                    <a:gd name="T59" fmla="*/ 2147483647 h 110"/>
                    <a:gd name="T60" fmla="*/ 2147483647 w 89"/>
                    <a:gd name="T61" fmla="*/ 2147483647 h 110"/>
                    <a:gd name="T62" fmla="*/ 2147483647 w 89"/>
                    <a:gd name="T63" fmla="*/ 2147483647 h 110"/>
                    <a:gd name="T64" fmla="*/ 2147483647 w 89"/>
                    <a:gd name="T65" fmla="*/ 2147483647 h 110"/>
                    <a:gd name="T66" fmla="*/ 2147483647 w 89"/>
                    <a:gd name="T67" fmla="*/ 2147483647 h 110"/>
                    <a:gd name="T68" fmla="*/ 2147483647 w 89"/>
                    <a:gd name="T69" fmla="*/ 2147483647 h 110"/>
                    <a:gd name="T70" fmla="*/ 2147483647 w 89"/>
                    <a:gd name="T71" fmla="*/ 2147483647 h 110"/>
                    <a:gd name="T72" fmla="*/ 2147483647 w 89"/>
                    <a:gd name="T73" fmla="*/ 2147483647 h 110"/>
                    <a:gd name="T74" fmla="*/ 2147483647 w 89"/>
                    <a:gd name="T75" fmla="*/ 2147483647 h 110"/>
                    <a:gd name="T76" fmla="*/ 2147483647 w 89"/>
                    <a:gd name="T77" fmla="*/ 2147483647 h 110"/>
                    <a:gd name="T78" fmla="*/ 2147483647 w 89"/>
                    <a:gd name="T79" fmla="*/ 2147483647 h 110"/>
                    <a:gd name="T80" fmla="*/ 2147483647 w 89"/>
                    <a:gd name="T81" fmla="*/ 2147483647 h 110"/>
                    <a:gd name="T82" fmla="*/ 2147483647 w 89"/>
                    <a:gd name="T83" fmla="*/ 2147483647 h 110"/>
                    <a:gd name="T84" fmla="*/ 2147483647 w 89"/>
                    <a:gd name="T85" fmla="*/ 2147483647 h 110"/>
                    <a:gd name="T86" fmla="*/ 2147483647 w 89"/>
                    <a:gd name="T87" fmla="*/ 2147483647 h 110"/>
                    <a:gd name="T88" fmla="*/ 2147483647 w 89"/>
                    <a:gd name="T89" fmla="*/ 2147483647 h 110"/>
                    <a:gd name="T90" fmla="*/ 2147483647 w 89"/>
                    <a:gd name="T91" fmla="*/ 2147483647 h 110"/>
                    <a:gd name="T92" fmla="*/ 2147483647 w 89"/>
                    <a:gd name="T93" fmla="*/ 2147483647 h 110"/>
                    <a:gd name="T94" fmla="*/ 2147483647 w 89"/>
                    <a:gd name="T95" fmla="*/ 2147483647 h 110"/>
                    <a:gd name="T96" fmla="*/ 2147483647 w 89"/>
                    <a:gd name="T97" fmla="*/ 2147483647 h 110"/>
                    <a:gd name="T98" fmla="*/ 2147483647 w 89"/>
                    <a:gd name="T99" fmla="*/ 2147483647 h 110"/>
                    <a:gd name="T100" fmla="*/ 2147483647 w 89"/>
                    <a:gd name="T101" fmla="*/ 0 h 110"/>
                    <a:gd name="T102" fmla="*/ 2147483647 w 89"/>
                    <a:gd name="T103" fmla="*/ 2147483647 h 110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89"/>
                    <a:gd name="T157" fmla="*/ 0 h 110"/>
                    <a:gd name="T158" fmla="*/ 89 w 89"/>
                    <a:gd name="T159" fmla="*/ 110 h 110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89" h="110">
                      <a:moveTo>
                        <a:pt x="36" y="24"/>
                      </a:moveTo>
                      <a:lnTo>
                        <a:pt x="26" y="24"/>
                      </a:lnTo>
                      <a:lnTo>
                        <a:pt x="20" y="24"/>
                      </a:lnTo>
                      <a:lnTo>
                        <a:pt x="8" y="22"/>
                      </a:lnTo>
                      <a:lnTo>
                        <a:pt x="2" y="44"/>
                      </a:lnTo>
                      <a:lnTo>
                        <a:pt x="2" y="50"/>
                      </a:lnTo>
                      <a:lnTo>
                        <a:pt x="0" y="58"/>
                      </a:lnTo>
                      <a:lnTo>
                        <a:pt x="0" y="70"/>
                      </a:lnTo>
                      <a:lnTo>
                        <a:pt x="4" y="76"/>
                      </a:lnTo>
                      <a:lnTo>
                        <a:pt x="8" y="82"/>
                      </a:lnTo>
                      <a:lnTo>
                        <a:pt x="14" y="88"/>
                      </a:lnTo>
                      <a:lnTo>
                        <a:pt x="30" y="100"/>
                      </a:lnTo>
                      <a:lnTo>
                        <a:pt x="34" y="104"/>
                      </a:lnTo>
                      <a:lnTo>
                        <a:pt x="38" y="110"/>
                      </a:lnTo>
                      <a:lnTo>
                        <a:pt x="42" y="108"/>
                      </a:lnTo>
                      <a:lnTo>
                        <a:pt x="44" y="106"/>
                      </a:lnTo>
                      <a:lnTo>
                        <a:pt x="46" y="104"/>
                      </a:lnTo>
                      <a:lnTo>
                        <a:pt x="44" y="100"/>
                      </a:lnTo>
                      <a:lnTo>
                        <a:pt x="42" y="98"/>
                      </a:lnTo>
                      <a:lnTo>
                        <a:pt x="42" y="96"/>
                      </a:lnTo>
                      <a:lnTo>
                        <a:pt x="44" y="90"/>
                      </a:lnTo>
                      <a:lnTo>
                        <a:pt x="46" y="88"/>
                      </a:lnTo>
                      <a:lnTo>
                        <a:pt x="55" y="84"/>
                      </a:lnTo>
                      <a:lnTo>
                        <a:pt x="55" y="80"/>
                      </a:lnTo>
                      <a:lnTo>
                        <a:pt x="59" y="76"/>
                      </a:lnTo>
                      <a:lnTo>
                        <a:pt x="63" y="78"/>
                      </a:lnTo>
                      <a:lnTo>
                        <a:pt x="65" y="82"/>
                      </a:lnTo>
                      <a:lnTo>
                        <a:pt x="67" y="86"/>
                      </a:lnTo>
                      <a:lnTo>
                        <a:pt x="71" y="88"/>
                      </a:lnTo>
                      <a:lnTo>
                        <a:pt x="75" y="86"/>
                      </a:lnTo>
                      <a:lnTo>
                        <a:pt x="79" y="84"/>
                      </a:lnTo>
                      <a:lnTo>
                        <a:pt x="81" y="86"/>
                      </a:lnTo>
                      <a:lnTo>
                        <a:pt x="83" y="86"/>
                      </a:lnTo>
                      <a:lnTo>
                        <a:pt x="85" y="84"/>
                      </a:lnTo>
                      <a:lnTo>
                        <a:pt x="85" y="80"/>
                      </a:lnTo>
                      <a:lnTo>
                        <a:pt x="87" y="74"/>
                      </a:lnTo>
                      <a:lnTo>
                        <a:pt x="87" y="52"/>
                      </a:lnTo>
                      <a:lnTo>
                        <a:pt x="83" y="50"/>
                      </a:lnTo>
                      <a:lnTo>
                        <a:pt x="83" y="46"/>
                      </a:lnTo>
                      <a:lnTo>
                        <a:pt x="81" y="44"/>
                      </a:lnTo>
                      <a:lnTo>
                        <a:pt x="81" y="40"/>
                      </a:lnTo>
                      <a:lnTo>
                        <a:pt x="83" y="36"/>
                      </a:lnTo>
                      <a:lnTo>
                        <a:pt x="83" y="32"/>
                      </a:lnTo>
                      <a:lnTo>
                        <a:pt x="87" y="30"/>
                      </a:lnTo>
                      <a:lnTo>
                        <a:pt x="89" y="26"/>
                      </a:lnTo>
                      <a:lnTo>
                        <a:pt x="87" y="20"/>
                      </a:lnTo>
                      <a:lnTo>
                        <a:pt x="83" y="18"/>
                      </a:lnTo>
                      <a:lnTo>
                        <a:pt x="77" y="18"/>
                      </a:lnTo>
                      <a:lnTo>
                        <a:pt x="69" y="18"/>
                      </a:lnTo>
                      <a:lnTo>
                        <a:pt x="71" y="2"/>
                      </a:lnTo>
                      <a:lnTo>
                        <a:pt x="36" y="0"/>
                      </a:lnTo>
                      <a:lnTo>
                        <a:pt x="36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2" name="iSḻîḓê"/>
                <p:cNvSpPr/>
                <p:nvPr/>
              </p:nvSpPr>
              <p:spPr bwMode="auto">
                <a:xfrm>
                  <a:off x="4654983" y="3756989"/>
                  <a:ext cx="203828" cy="256394"/>
                </a:xfrm>
                <a:custGeom>
                  <a:avLst/>
                  <a:gdLst>
                    <a:gd name="T0" fmla="*/ 2147483647 w 117"/>
                    <a:gd name="T1" fmla="*/ 2147483647 h 154"/>
                    <a:gd name="T2" fmla="*/ 2147483647 w 117"/>
                    <a:gd name="T3" fmla="*/ 2147483647 h 154"/>
                    <a:gd name="T4" fmla="*/ 2147483647 w 117"/>
                    <a:gd name="T5" fmla="*/ 2147483647 h 154"/>
                    <a:gd name="T6" fmla="*/ 0 w 117"/>
                    <a:gd name="T7" fmla="*/ 2147483647 h 154"/>
                    <a:gd name="T8" fmla="*/ 2147483647 w 117"/>
                    <a:gd name="T9" fmla="*/ 2147483647 h 154"/>
                    <a:gd name="T10" fmla="*/ 2147483647 w 117"/>
                    <a:gd name="T11" fmla="*/ 2147483647 h 154"/>
                    <a:gd name="T12" fmla="*/ 2147483647 w 117"/>
                    <a:gd name="T13" fmla="*/ 2147483647 h 154"/>
                    <a:gd name="T14" fmla="*/ 2147483647 w 117"/>
                    <a:gd name="T15" fmla="*/ 2147483647 h 154"/>
                    <a:gd name="T16" fmla="*/ 2147483647 w 117"/>
                    <a:gd name="T17" fmla="*/ 2147483647 h 154"/>
                    <a:gd name="T18" fmla="*/ 2147483647 w 117"/>
                    <a:gd name="T19" fmla="*/ 2147483647 h 154"/>
                    <a:gd name="T20" fmla="*/ 2147483647 w 117"/>
                    <a:gd name="T21" fmla="*/ 2147483647 h 154"/>
                    <a:gd name="T22" fmla="*/ 2147483647 w 117"/>
                    <a:gd name="T23" fmla="*/ 2147483647 h 154"/>
                    <a:gd name="T24" fmla="*/ 2147483647 w 117"/>
                    <a:gd name="T25" fmla="*/ 2147483647 h 154"/>
                    <a:gd name="T26" fmla="*/ 2147483647 w 117"/>
                    <a:gd name="T27" fmla="*/ 2147483647 h 154"/>
                    <a:gd name="T28" fmla="*/ 2147483647 w 117"/>
                    <a:gd name="T29" fmla="*/ 2147483647 h 154"/>
                    <a:gd name="T30" fmla="*/ 2147483647 w 117"/>
                    <a:gd name="T31" fmla="*/ 2147483647 h 154"/>
                    <a:gd name="T32" fmla="*/ 2147483647 w 117"/>
                    <a:gd name="T33" fmla="*/ 2147483647 h 154"/>
                    <a:gd name="T34" fmla="*/ 2147483647 w 117"/>
                    <a:gd name="T35" fmla="*/ 2147483647 h 154"/>
                    <a:gd name="T36" fmla="*/ 2147483647 w 117"/>
                    <a:gd name="T37" fmla="*/ 2147483647 h 154"/>
                    <a:gd name="T38" fmla="*/ 2147483647 w 117"/>
                    <a:gd name="T39" fmla="*/ 2147483647 h 154"/>
                    <a:gd name="T40" fmla="*/ 2147483647 w 117"/>
                    <a:gd name="T41" fmla="*/ 2147483647 h 154"/>
                    <a:gd name="T42" fmla="*/ 2147483647 w 117"/>
                    <a:gd name="T43" fmla="*/ 2147483647 h 154"/>
                    <a:gd name="T44" fmla="*/ 2147483647 w 117"/>
                    <a:gd name="T45" fmla="*/ 2147483647 h 154"/>
                    <a:gd name="T46" fmla="*/ 2147483647 w 117"/>
                    <a:gd name="T47" fmla="*/ 2147483647 h 154"/>
                    <a:gd name="T48" fmla="*/ 2147483647 w 117"/>
                    <a:gd name="T49" fmla="*/ 2147483647 h 154"/>
                    <a:gd name="T50" fmla="*/ 2147483647 w 117"/>
                    <a:gd name="T51" fmla="*/ 2147483647 h 154"/>
                    <a:gd name="T52" fmla="*/ 2147483647 w 117"/>
                    <a:gd name="T53" fmla="*/ 0 h 154"/>
                    <a:gd name="T54" fmla="*/ 2147483647 w 117"/>
                    <a:gd name="T55" fmla="*/ 2147483647 h 154"/>
                    <a:gd name="T56" fmla="*/ 2147483647 w 117"/>
                    <a:gd name="T57" fmla="*/ 2147483647 h 154"/>
                    <a:gd name="T58" fmla="*/ 2147483647 w 117"/>
                    <a:gd name="T59" fmla="*/ 2147483647 h 154"/>
                    <a:gd name="T60" fmla="*/ 2147483647 w 117"/>
                    <a:gd name="T61" fmla="*/ 2147483647 h 154"/>
                    <a:gd name="T62" fmla="*/ 2147483647 w 117"/>
                    <a:gd name="T63" fmla="*/ 2147483647 h 154"/>
                    <a:gd name="T64" fmla="*/ 2147483647 w 117"/>
                    <a:gd name="T65" fmla="*/ 2147483647 h 154"/>
                    <a:gd name="T66" fmla="*/ 2147483647 w 117"/>
                    <a:gd name="T67" fmla="*/ 2147483647 h 154"/>
                    <a:gd name="T68" fmla="*/ 2147483647 w 117"/>
                    <a:gd name="T69" fmla="*/ 2147483647 h 154"/>
                    <a:gd name="T70" fmla="*/ 2147483647 w 117"/>
                    <a:gd name="T71" fmla="*/ 2147483647 h 154"/>
                    <a:gd name="T72" fmla="*/ 2147483647 w 117"/>
                    <a:gd name="T73" fmla="*/ 2147483647 h 154"/>
                    <a:gd name="T74" fmla="*/ 2147483647 w 117"/>
                    <a:gd name="T75" fmla="*/ 2147483647 h 154"/>
                    <a:gd name="T76" fmla="*/ 2147483647 w 117"/>
                    <a:gd name="T77" fmla="*/ 2147483647 h 154"/>
                    <a:gd name="T78" fmla="*/ 2147483647 w 117"/>
                    <a:gd name="T79" fmla="*/ 2147483647 h 154"/>
                    <a:gd name="T80" fmla="*/ 2147483647 w 117"/>
                    <a:gd name="T81" fmla="*/ 2147483647 h 154"/>
                    <a:gd name="T82" fmla="*/ 2147483647 w 117"/>
                    <a:gd name="T83" fmla="*/ 2147483647 h 154"/>
                    <a:gd name="T84" fmla="*/ 2147483647 w 117"/>
                    <a:gd name="T85" fmla="*/ 2147483647 h 154"/>
                    <a:gd name="T86" fmla="*/ 2147483647 w 117"/>
                    <a:gd name="T87" fmla="*/ 2147483647 h 15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17"/>
                    <a:gd name="T133" fmla="*/ 0 h 154"/>
                    <a:gd name="T134" fmla="*/ 117 w 117"/>
                    <a:gd name="T135" fmla="*/ 154 h 154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17" h="154">
                      <a:moveTo>
                        <a:pt x="27" y="150"/>
                      </a:moveTo>
                      <a:lnTo>
                        <a:pt x="27" y="148"/>
                      </a:lnTo>
                      <a:lnTo>
                        <a:pt x="25" y="146"/>
                      </a:lnTo>
                      <a:lnTo>
                        <a:pt x="21" y="148"/>
                      </a:lnTo>
                      <a:lnTo>
                        <a:pt x="17" y="150"/>
                      </a:lnTo>
                      <a:lnTo>
                        <a:pt x="13" y="154"/>
                      </a:lnTo>
                      <a:lnTo>
                        <a:pt x="4" y="136"/>
                      </a:lnTo>
                      <a:lnTo>
                        <a:pt x="0" y="132"/>
                      </a:lnTo>
                      <a:lnTo>
                        <a:pt x="4" y="130"/>
                      </a:lnTo>
                      <a:lnTo>
                        <a:pt x="6" y="128"/>
                      </a:lnTo>
                      <a:lnTo>
                        <a:pt x="8" y="126"/>
                      </a:lnTo>
                      <a:lnTo>
                        <a:pt x="6" y="122"/>
                      </a:lnTo>
                      <a:lnTo>
                        <a:pt x="4" y="120"/>
                      </a:lnTo>
                      <a:lnTo>
                        <a:pt x="4" y="118"/>
                      </a:lnTo>
                      <a:lnTo>
                        <a:pt x="6" y="112"/>
                      </a:lnTo>
                      <a:lnTo>
                        <a:pt x="8" y="110"/>
                      </a:lnTo>
                      <a:lnTo>
                        <a:pt x="17" y="106"/>
                      </a:lnTo>
                      <a:lnTo>
                        <a:pt x="17" y="102"/>
                      </a:lnTo>
                      <a:lnTo>
                        <a:pt x="21" y="98"/>
                      </a:lnTo>
                      <a:lnTo>
                        <a:pt x="25" y="100"/>
                      </a:lnTo>
                      <a:lnTo>
                        <a:pt x="27" y="104"/>
                      </a:lnTo>
                      <a:lnTo>
                        <a:pt x="29" y="108"/>
                      </a:lnTo>
                      <a:lnTo>
                        <a:pt x="33" y="110"/>
                      </a:lnTo>
                      <a:lnTo>
                        <a:pt x="37" y="108"/>
                      </a:lnTo>
                      <a:lnTo>
                        <a:pt x="41" y="106"/>
                      </a:lnTo>
                      <a:lnTo>
                        <a:pt x="43" y="108"/>
                      </a:lnTo>
                      <a:lnTo>
                        <a:pt x="45" y="108"/>
                      </a:lnTo>
                      <a:lnTo>
                        <a:pt x="47" y="106"/>
                      </a:lnTo>
                      <a:lnTo>
                        <a:pt x="47" y="102"/>
                      </a:lnTo>
                      <a:lnTo>
                        <a:pt x="49" y="96"/>
                      </a:lnTo>
                      <a:lnTo>
                        <a:pt x="49" y="74"/>
                      </a:lnTo>
                      <a:lnTo>
                        <a:pt x="45" y="72"/>
                      </a:lnTo>
                      <a:lnTo>
                        <a:pt x="45" y="68"/>
                      </a:lnTo>
                      <a:lnTo>
                        <a:pt x="43" y="66"/>
                      </a:lnTo>
                      <a:lnTo>
                        <a:pt x="43" y="62"/>
                      </a:lnTo>
                      <a:lnTo>
                        <a:pt x="45" y="58"/>
                      </a:lnTo>
                      <a:lnTo>
                        <a:pt x="45" y="54"/>
                      </a:lnTo>
                      <a:lnTo>
                        <a:pt x="49" y="52"/>
                      </a:lnTo>
                      <a:lnTo>
                        <a:pt x="51" y="48"/>
                      </a:lnTo>
                      <a:lnTo>
                        <a:pt x="49" y="42"/>
                      </a:lnTo>
                      <a:lnTo>
                        <a:pt x="45" y="40"/>
                      </a:lnTo>
                      <a:lnTo>
                        <a:pt x="39" y="40"/>
                      </a:lnTo>
                      <a:lnTo>
                        <a:pt x="31" y="40"/>
                      </a:lnTo>
                      <a:lnTo>
                        <a:pt x="33" y="26"/>
                      </a:lnTo>
                      <a:lnTo>
                        <a:pt x="55" y="26"/>
                      </a:lnTo>
                      <a:lnTo>
                        <a:pt x="59" y="28"/>
                      </a:lnTo>
                      <a:lnTo>
                        <a:pt x="63" y="30"/>
                      </a:lnTo>
                      <a:lnTo>
                        <a:pt x="73" y="30"/>
                      </a:lnTo>
                      <a:lnTo>
                        <a:pt x="79" y="30"/>
                      </a:lnTo>
                      <a:lnTo>
                        <a:pt x="79" y="16"/>
                      </a:lnTo>
                      <a:lnTo>
                        <a:pt x="83" y="10"/>
                      </a:lnTo>
                      <a:lnTo>
                        <a:pt x="87" y="4"/>
                      </a:lnTo>
                      <a:lnTo>
                        <a:pt x="93" y="0"/>
                      </a:lnTo>
                      <a:lnTo>
                        <a:pt x="103" y="0"/>
                      </a:lnTo>
                      <a:lnTo>
                        <a:pt x="113" y="0"/>
                      </a:lnTo>
                      <a:lnTo>
                        <a:pt x="113" y="2"/>
                      </a:lnTo>
                      <a:lnTo>
                        <a:pt x="115" y="4"/>
                      </a:lnTo>
                      <a:lnTo>
                        <a:pt x="115" y="6"/>
                      </a:lnTo>
                      <a:lnTo>
                        <a:pt x="117" y="10"/>
                      </a:lnTo>
                      <a:lnTo>
                        <a:pt x="115" y="20"/>
                      </a:lnTo>
                      <a:lnTo>
                        <a:pt x="111" y="34"/>
                      </a:lnTo>
                      <a:lnTo>
                        <a:pt x="99" y="64"/>
                      </a:lnTo>
                      <a:lnTo>
                        <a:pt x="99" y="68"/>
                      </a:lnTo>
                      <a:lnTo>
                        <a:pt x="99" y="70"/>
                      </a:lnTo>
                      <a:lnTo>
                        <a:pt x="101" y="74"/>
                      </a:lnTo>
                      <a:lnTo>
                        <a:pt x="99" y="78"/>
                      </a:lnTo>
                      <a:lnTo>
                        <a:pt x="97" y="82"/>
                      </a:lnTo>
                      <a:lnTo>
                        <a:pt x="93" y="84"/>
                      </a:lnTo>
                      <a:lnTo>
                        <a:pt x="89" y="88"/>
                      </a:lnTo>
                      <a:lnTo>
                        <a:pt x="85" y="92"/>
                      </a:lnTo>
                      <a:lnTo>
                        <a:pt x="83" y="102"/>
                      </a:lnTo>
                      <a:lnTo>
                        <a:pt x="79" y="106"/>
                      </a:lnTo>
                      <a:lnTo>
                        <a:pt x="75" y="108"/>
                      </a:lnTo>
                      <a:lnTo>
                        <a:pt x="75" y="122"/>
                      </a:lnTo>
                      <a:lnTo>
                        <a:pt x="71" y="134"/>
                      </a:lnTo>
                      <a:lnTo>
                        <a:pt x="69" y="142"/>
                      </a:lnTo>
                      <a:lnTo>
                        <a:pt x="65" y="148"/>
                      </a:lnTo>
                      <a:lnTo>
                        <a:pt x="61" y="150"/>
                      </a:lnTo>
                      <a:lnTo>
                        <a:pt x="55" y="150"/>
                      </a:lnTo>
                      <a:lnTo>
                        <a:pt x="51" y="150"/>
                      </a:lnTo>
                      <a:lnTo>
                        <a:pt x="49" y="150"/>
                      </a:lnTo>
                      <a:lnTo>
                        <a:pt x="49" y="146"/>
                      </a:lnTo>
                      <a:lnTo>
                        <a:pt x="45" y="146"/>
                      </a:lnTo>
                      <a:lnTo>
                        <a:pt x="43" y="146"/>
                      </a:lnTo>
                      <a:lnTo>
                        <a:pt x="41" y="148"/>
                      </a:lnTo>
                      <a:lnTo>
                        <a:pt x="39" y="150"/>
                      </a:lnTo>
                      <a:lnTo>
                        <a:pt x="35" y="150"/>
                      </a:lnTo>
                      <a:lnTo>
                        <a:pt x="33" y="150"/>
                      </a:lnTo>
                      <a:lnTo>
                        <a:pt x="27" y="1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3" name="ïṧliḋè"/>
                <p:cNvSpPr/>
                <p:nvPr/>
              </p:nvSpPr>
              <p:spPr bwMode="auto">
                <a:xfrm>
                  <a:off x="4666001" y="4386064"/>
                  <a:ext cx="367716" cy="361473"/>
                </a:xfrm>
                <a:custGeom>
                  <a:avLst/>
                  <a:gdLst>
                    <a:gd name="T0" fmla="*/ 2147483647 w 211"/>
                    <a:gd name="T1" fmla="*/ 2147483647 h 216"/>
                    <a:gd name="T2" fmla="*/ 2147483647 w 211"/>
                    <a:gd name="T3" fmla="*/ 2147483647 h 216"/>
                    <a:gd name="T4" fmla="*/ 2147483647 w 211"/>
                    <a:gd name="T5" fmla="*/ 2147483647 h 216"/>
                    <a:gd name="T6" fmla="*/ 2147483647 w 211"/>
                    <a:gd name="T7" fmla="*/ 2147483647 h 216"/>
                    <a:gd name="T8" fmla="*/ 2147483647 w 211"/>
                    <a:gd name="T9" fmla="*/ 2147483647 h 216"/>
                    <a:gd name="T10" fmla="*/ 2147483647 w 211"/>
                    <a:gd name="T11" fmla="*/ 2147483647 h 216"/>
                    <a:gd name="T12" fmla="*/ 2147483647 w 211"/>
                    <a:gd name="T13" fmla="*/ 2147483647 h 216"/>
                    <a:gd name="T14" fmla="*/ 2147483647 w 211"/>
                    <a:gd name="T15" fmla="*/ 2147483647 h 216"/>
                    <a:gd name="T16" fmla="*/ 2147483647 w 211"/>
                    <a:gd name="T17" fmla="*/ 0 h 216"/>
                    <a:gd name="T18" fmla="*/ 2147483647 w 211"/>
                    <a:gd name="T19" fmla="*/ 0 h 216"/>
                    <a:gd name="T20" fmla="*/ 2147483647 w 211"/>
                    <a:gd name="T21" fmla="*/ 2147483647 h 216"/>
                    <a:gd name="T22" fmla="*/ 2147483647 w 211"/>
                    <a:gd name="T23" fmla="*/ 2147483647 h 216"/>
                    <a:gd name="T24" fmla="*/ 0 w 211"/>
                    <a:gd name="T25" fmla="*/ 0 h 216"/>
                    <a:gd name="T26" fmla="*/ 2147483647 w 211"/>
                    <a:gd name="T27" fmla="*/ 2147483647 h 216"/>
                    <a:gd name="T28" fmla="*/ 2147483647 w 211"/>
                    <a:gd name="T29" fmla="*/ 2147483647 h 216"/>
                    <a:gd name="T30" fmla="*/ 2147483647 w 211"/>
                    <a:gd name="T31" fmla="*/ 2147483647 h 216"/>
                    <a:gd name="T32" fmla="*/ 2147483647 w 211"/>
                    <a:gd name="T33" fmla="*/ 2147483647 h 216"/>
                    <a:gd name="T34" fmla="*/ 2147483647 w 211"/>
                    <a:gd name="T35" fmla="*/ 2147483647 h 216"/>
                    <a:gd name="T36" fmla="*/ 2147483647 w 211"/>
                    <a:gd name="T37" fmla="*/ 2147483647 h 216"/>
                    <a:gd name="T38" fmla="*/ 2147483647 w 211"/>
                    <a:gd name="T39" fmla="*/ 2147483647 h 216"/>
                    <a:gd name="T40" fmla="*/ 2147483647 w 211"/>
                    <a:gd name="T41" fmla="*/ 2147483647 h 216"/>
                    <a:gd name="T42" fmla="*/ 2147483647 w 211"/>
                    <a:gd name="T43" fmla="*/ 2147483647 h 216"/>
                    <a:gd name="T44" fmla="*/ 2147483647 w 211"/>
                    <a:gd name="T45" fmla="*/ 2147483647 h 216"/>
                    <a:gd name="T46" fmla="*/ 2147483647 w 211"/>
                    <a:gd name="T47" fmla="*/ 2147483647 h 216"/>
                    <a:gd name="T48" fmla="*/ 2147483647 w 211"/>
                    <a:gd name="T49" fmla="*/ 2147483647 h 216"/>
                    <a:gd name="T50" fmla="*/ 2147483647 w 211"/>
                    <a:gd name="T51" fmla="*/ 2147483647 h 216"/>
                    <a:gd name="T52" fmla="*/ 2147483647 w 211"/>
                    <a:gd name="T53" fmla="*/ 2147483647 h 216"/>
                    <a:gd name="T54" fmla="*/ 2147483647 w 211"/>
                    <a:gd name="T55" fmla="*/ 2147483647 h 216"/>
                    <a:gd name="T56" fmla="*/ 2147483647 w 211"/>
                    <a:gd name="T57" fmla="*/ 2147483647 h 216"/>
                    <a:gd name="T58" fmla="*/ 2147483647 w 211"/>
                    <a:gd name="T59" fmla="*/ 2147483647 h 216"/>
                    <a:gd name="T60" fmla="*/ 2147483647 w 211"/>
                    <a:gd name="T61" fmla="*/ 2147483647 h 216"/>
                    <a:gd name="T62" fmla="*/ 2147483647 w 211"/>
                    <a:gd name="T63" fmla="*/ 2147483647 h 216"/>
                    <a:gd name="T64" fmla="*/ 2147483647 w 211"/>
                    <a:gd name="T65" fmla="*/ 2147483647 h 216"/>
                    <a:gd name="T66" fmla="*/ 2147483647 w 211"/>
                    <a:gd name="T67" fmla="*/ 2147483647 h 216"/>
                    <a:gd name="T68" fmla="*/ 2147483647 w 211"/>
                    <a:gd name="T69" fmla="*/ 2147483647 h 216"/>
                    <a:gd name="T70" fmla="*/ 2147483647 w 211"/>
                    <a:gd name="T71" fmla="*/ 2147483647 h 216"/>
                    <a:gd name="T72" fmla="*/ 2147483647 w 211"/>
                    <a:gd name="T73" fmla="*/ 2147483647 h 216"/>
                    <a:gd name="T74" fmla="*/ 2147483647 w 211"/>
                    <a:gd name="T75" fmla="*/ 2147483647 h 216"/>
                    <a:gd name="T76" fmla="*/ 2147483647 w 211"/>
                    <a:gd name="T77" fmla="*/ 2147483647 h 216"/>
                    <a:gd name="T78" fmla="*/ 2147483647 w 211"/>
                    <a:gd name="T79" fmla="*/ 2147483647 h 216"/>
                    <a:gd name="T80" fmla="*/ 2147483647 w 211"/>
                    <a:gd name="T81" fmla="*/ 2147483647 h 216"/>
                    <a:gd name="T82" fmla="*/ 2147483647 w 211"/>
                    <a:gd name="T83" fmla="*/ 2147483647 h 216"/>
                    <a:gd name="T84" fmla="*/ 2147483647 w 211"/>
                    <a:gd name="T85" fmla="*/ 2147483647 h 216"/>
                    <a:gd name="T86" fmla="*/ 2147483647 w 211"/>
                    <a:gd name="T87" fmla="*/ 2147483647 h 216"/>
                    <a:gd name="T88" fmla="*/ 2147483647 w 211"/>
                    <a:gd name="T89" fmla="*/ 2147483647 h 216"/>
                    <a:gd name="T90" fmla="*/ 2147483647 w 211"/>
                    <a:gd name="T91" fmla="*/ 2147483647 h 216"/>
                    <a:gd name="T92" fmla="*/ 2147483647 w 211"/>
                    <a:gd name="T93" fmla="*/ 2147483647 h 216"/>
                    <a:gd name="T94" fmla="*/ 2147483647 w 211"/>
                    <a:gd name="T95" fmla="*/ 2147483647 h 216"/>
                    <a:gd name="T96" fmla="*/ 2147483647 w 211"/>
                    <a:gd name="T97" fmla="*/ 2147483647 h 216"/>
                    <a:gd name="T98" fmla="*/ 2147483647 w 211"/>
                    <a:gd name="T99" fmla="*/ 2147483647 h 216"/>
                    <a:gd name="T100" fmla="*/ 2147483647 w 211"/>
                    <a:gd name="T101" fmla="*/ 2147483647 h 216"/>
                    <a:gd name="T102" fmla="*/ 2147483647 w 211"/>
                    <a:gd name="T103" fmla="*/ 2147483647 h 216"/>
                    <a:gd name="T104" fmla="*/ 2147483647 w 211"/>
                    <a:gd name="T105" fmla="*/ 2147483647 h 216"/>
                    <a:gd name="T106" fmla="*/ 2147483647 w 211"/>
                    <a:gd name="T107" fmla="*/ 2147483647 h 216"/>
                    <a:gd name="T108" fmla="*/ 2147483647 w 211"/>
                    <a:gd name="T109" fmla="*/ 2147483647 h 216"/>
                    <a:gd name="T110" fmla="*/ 2147483647 w 211"/>
                    <a:gd name="T111" fmla="*/ 2147483647 h 2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211"/>
                    <a:gd name="T169" fmla="*/ 0 h 216"/>
                    <a:gd name="T170" fmla="*/ 211 w 211"/>
                    <a:gd name="T171" fmla="*/ 216 h 2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211" h="216">
                      <a:moveTo>
                        <a:pt x="181" y="8"/>
                      </a:moveTo>
                      <a:lnTo>
                        <a:pt x="159" y="16"/>
                      </a:lnTo>
                      <a:lnTo>
                        <a:pt x="117" y="16"/>
                      </a:lnTo>
                      <a:lnTo>
                        <a:pt x="107" y="12"/>
                      </a:lnTo>
                      <a:lnTo>
                        <a:pt x="105" y="10"/>
                      </a:lnTo>
                      <a:lnTo>
                        <a:pt x="101" y="6"/>
                      </a:lnTo>
                      <a:lnTo>
                        <a:pt x="33" y="6"/>
                      </a:lnTo>
                      <a:lnTo>
                        <a:pt x="27" y="2"/>
                      </a:lnTo>
                      <a:lnTo>
                        <a:pt x="25" y="0"/>
                      </a:lnTo>
                      <a:lnTo>
                        <a:pt x="21" y="0"/>
                      </a:lnTo>
                      <a:lnTo>
                        <a:pt x="11" y="2"/>
                      </a:lnTo>
                      <a:lnTo>
                        <a:pt x="4" y="2"/>
                      </a:lnTo>
                      <a:lnTo>
                        <a:pt x="0" y="0"/>
                      </a:lnTo>
                      <a:lnTo>
                        <a:pt x="2" y="16"/>
                      </a:lnTo>
                      <a:lnTo>
                        <a:pt x="7" y="30"/>
                      </a:lnTo>
                      <a:lnTo>
                        <a:pt x="13" y="42"/>
                      </a:lnTo>
                      <a:lnTo>
                        <a:pt x="21" y="54"/>
                      </a:lnTo>
                      <a:lnTo>
                        <a:pt x="29" y="66"/>
                      </a:lnTo>
                      <a:lnTo>
                        <a:pt x="37" y="76"/>
                      </a:lnTo>
                      <a:lnTo>
                        <a:pt x="39" y="90"/>
                      </a:lnTo>
                      <a:lnTo>
                        <a:pt x="41" y="104"/>
                      </a:lnTo>
                      <a:lnTo>
                        <a:pt x="41" y="126"/>
                      </a:lnTo>
                      <a:lnTo>
                        <a:pt x="43" y="152"/>
                      </a:lnTo>
                      <a:lnTo>
                        <a:pt x="45" y="174"/>
                      </a:lnTo>
                      <a:lnTo>
                        <a:pt x="49" y="184"/>
                      </a:lnTo>
                      <a:lnTo>
                        <a:pt x="53" y="194"/>
                      </a:lnTo>
                      <a:lnTo>
                        <a:pt x="61" y="204"/>
                      </a:lnTo>
                      <a:lnTo>
                        <a:pt x="69" y="212"/>
                      </a:lnTo>
                      <a:lnTo>
                        <a:pt x="73" y="208"/>
                      </a:lnTo>
                      <a:lnTo>
                        <a:pt x="75" y="204"/>
                      </a:lnTo>
                      <a:lnTo>
                        <a:pt x="79" y="204"/>
                      </a:lnTo>
                      <a:lnTo>
                        <a:pt x="83" y="210"/>
                      </a:lnTo>
                      <a:lnTo>
                        <a:pt x="89" y="214"/>
                      </a:lnTo>
                      <a:lnTo>
                        <a:pt x="93" y="216"/>
                      </a:lnTo>
                      <a:lnTo>
                        <a:pt x="101" y="216"/>
                      </a:lnTo>
                      <a:lnTo>
                        <a:pt x="111" y="216"/>
                      </a:lnTo>
                      <a:lnTo>
                        <a:pt x="117" y="212"/>
                      </a:lnTo>
                      <a:lnTo>
                        <a:pt x="121" y="208"/>
                      </a:lnTo>
                      <a:lnTo>
                        <a:pt x="125" y="206"/>
                      </a:lnTo>
                      <a:lnTo>
                        <a:pt x="123" y="144"/>
                      </a:lnTo>
                      <a:lnTo>
                        <a:pt x="123" y="90"/>
                      </a:lnTo>
                      <a:lnTo>
                        <a:pt x="143" y="90"/>
                      </a:lnTo>
                      <a:lnTo>
                        <a:pt x="143" y="22"/>
                      </a:lnTo>
                      <a:lnTo>
                        <a:pt x="165" y="20"/>
                      </a:lnTo>
                      <a:lnTo>
                        <a:pt x="183" y="18"/>
                      </a:lnTo>
                      <a:lnTo>
                        <a:pt x="187" y="24"/>
                      </a:lnTo>
                      <a:lnTo>
                        <a:pt x="201" y="18"/>
                      </a:lnTo>
                      <a:lnTo>
                        <a:pt x="205" y="14"/>
                      </a:lnTo>
                      <a:lnTo>
                        <a:pt x="211" y="12"/>
                      </a:lnTo>
                      <a:lnTo>
                        <a:pt x="205" y="8"/>
                      </a:lnTo>
                      <a:lnTo>
                        <a:pt x="201" y="6"/>
                      </a:lnTo>
                      <a:lnTo>
                        <a:pt x="193" y="8"/>
                      </a:lnTo>
                      <a:lnTo>
                        <a:pt x="187" y="10"/>
                      </a:lnTo>
                      <a:lnTo>
                        <a:pt x="183" y="8"/>
                      </a:lnTo>
                      <a:lnTo>
                        <a:pt x="181" y="6"/>
                      </a:lnTo>
                      <a:lnTo>
                        <a:pt x="181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4" name="iṥ1ídê"/>
                <p:cNvSpPr/>
                <p:nvPr/>
              </p:nvSpPr>
              <p:spPr bwMode="auto">
                <a:xfrm>
                  <a:off x="5351853" y="3314255"/>
                  <a:ext cx="184547" cy="165325"/>
                </a:xfrm>
                <a:custGeom>
                  <a:avLst/>
                  <a:gdLst>
                    <a:gd name="T0" fmla="*/ 2147483647 w 106"/>
                    <a:gd name="T1" fmla="*/ 0 h 98"/>
                    <a:gd name="T2" fmla="*/ 2147483647 w 106"/>
                    <a:gd name="T3" fmla="*/ 2147483647 h 98"/>
                    <a:gd name="T4" fmla="*/ 2147483647 w 106"/>
                    <a:gd name="T5" fmla="*/ 2147483647 h 98"/>
                    <a:gd name="T6" fmla="*/ 2147483647 w 106"/>
                    <a:gd name="T7" fmla="*/ 2147483647 h 98"/>
                    <a:gd name="T8" fmla="*/ 2147483647 w 106"/>
                    <a:gd name="T9" fmla="*/ 2147483647 h 98"/>
                    <a:gd name="T10" fmla="*/ 2147483647 w 106"/>
                    <a:gd name="T11" fmla="*/ 2147483647 h 98"/>
                    <a:gd name="T12" fmla="*/ 2147483647 w 106"/>
                    <a:gd name="T13" fmla="*/ 2147483647 h 98"/>
                    <a:gd name="T14" fmla="*/ 0 w 106"/>
                    <a:gd name="T15" fmla="*/ 2147483647 h 98"/>
                    <a:gd name="T16" fmla="*/ 0 w 106"/>
                    <a:gd name="T17" fmla="*/ 2147483647 h 98"/>
                    <a:gd name="T18" fmla="*/ 2147483647 w 106"/>
                    <a:gd name="T19" fmla="*/ 2147483647 h 98"/>
                    <a:gd name="T20" fmla="*/ 2147483647 w 106"/>
                    <a:gd name="T21" fmla="*/ 2147483647 h 98"/>
                    <a:gd name="T22" fmla="*/ 2147483647 w 106"/>
                    <a:gd name="T23" fmla="*/ 2147483647 h 98"/>
                    <a:gd name="T24" fmla="*/ 2147483647 w 106"/>
                    <a:gd name="T25" fmla="*/ 2147483647 h 98"/>
                    <a:gd name="T26" fmla="*/ 2147483647 w 106"/>
                    <a:gd name="T27" fmla="*/ 2147483647 h 98"/>
                    <a:gd name="T28" fmla="*/ 2147483647 w 106"/>
                    <a:gd name="T29" fmla="*/ 2147483647 h 98"/>
                    <a:gd name="T30" fmla="*/ 2147483647 w 106"/>
                    <a:gd name="T31" fmla="*/ 2147483647 h 98"/>
                    <a:gd name="T32" fmla="*/ 2147483647 w 106"/>
                    <a:gd name="T33" fmla="*/ 2147483647 h 98"/>
                    <a:gd name="T34" fmla="*/ 2147483647 w 106"/>
                    <a:gd name="T35" fmla="*/ 2147483647 h 98"/>
                    <a:gd name="T36" fmla="*/ 2147483647 w 106"/>
                    <a:gd name="T37" fmla="*/ 2147483647 h 98"/>
                    <a:gd name="T38" fmla="*/ 2147483647 w 106"/>
                    <a:gd name="T39" fmla="*/ 2147483647 h 98"/>
                    <a:gd name="T40" fmla="*/ 2147483647 w 106"/>
                    <a:gd name="T41" fmla="*/ 2147483647 h 98"/>
                    <a:gd name="T42" fmla="*/ 2147483647 w 106"/>
                    <a:gd name="T43" fmla="*/ 2147483647 h 98"/>
                    <a:gd name="T44" fmla="*/ 2147483647 w 106"/>
                    <a:gd name="T45" fmla="*/ 2147483647 h 98"/>
                    <a:gd name="T46" fmla="*/ 2147483647 w 106"/>
                    <a:gd name="T47" fmla="*/ 2147483647 h 98"/>
                    <a:gd name="T48" fmla="*/ 2147483647 w 106"/>
                    <a:gd name="T49" fmla="*/ 2147483647 h 98"/>
                    <a:gd name="T50" fmla="*/ 2147483647 w 106"/>
                    <a:gd name="T51" fmla="*/ 2147483647 h 98"/>
                    <a:gd name="T52" fmla="*/ 2147483647 w 106"/>
                    <a:gd name="T53" fmla="*/ 0 h 98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w 106"/>
                    <a:gd name="T82" fmla="*/ 0 h 98"/>
                    <a:gd name="T83" fmla="*/ 106 w 106"/>
                    <a:gd name="T84" fmla="*/ 98 h 98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T81" t="T82" r="T83" b="T84"/>
                  <a:pathLst>
                    <a:path w="106" h="98">
                      <a:moveTo>
                        <a:pt x="32" y="0"/>
                      </a:moveTo>
                      <a:lnTo>
                        <a:pt x="28" y="4"/>
                      </a:lnTo>
                      <a:lnTo>
                        <a:pt x="22" y="10"/>
                      </a:lnTo>
                      <a:lnTo>
                        <a:pt x="14" y="14"/>
                      </a:lnTo>
                      <a:lnTo>
                        <a:pt x="6" y="16"/>
                      </a:lnTo>
                      <a:lnTo>
                        <a:pt x="6" y="26"/>
                      </a:lnTo>
                      <a:lnTo>
                        <a:pt x="4" y="34"/>
                      </a:lnTo>
                      <a:lnTo>
                        <a:pt x="0" y="46"/>
                      </a:lnTo>
                      <a:lnTo>
                        <a:pt x="0" y="62"/>
                      </a:lnTo>
                      <a:lnTo>
                        <a:pt x="18" y="62"/>
                      </a:lnTo>
                      <a:lnTo>
                        <a:pt x="24" y="64"/>
                      </a:lnTo>
                      <a:lnTo>
                        <a:pt x="28" y="54"/>
                      </a:lnTo>
                      <a:lnTo>
                        <a:pt x="38" y="58"/>
                      </a:lnTo>
                      <a:lnTo>
                        <a:pt x="54" y="58"/>
                      </a:lnTo>
                      <a:lnTo>
                        <a:pt x="68" y="62"/>
                      </a:lnTo>
                      <a:lnTo>
                        <a:pt x="82" y="76"/>
                      </a:lnTo>
                      <a:lnTo>
                        <a:pt x="96" y="92"/>
                      </a:lnTo>
                      <a:lnTo>
                        <a:pt x="102" y="98"/>
                      </a:lnTo>
                      <a:lnTo>
                        <a:pt x="106" y="94"/>
                      </a:lnTo>
                      <a:lnTo>
                        <a:pt x="96" y="80"/>
                      </a:lnTo>
                      <a:lnTo>
                        <a:pt x="86" y="68"/>
                      </a:lnTo>
                      <a:lnTo>
                        <a:pt x="74" y="56"/>
                      </a:lnTo>
                      <a:lnTo>
                        <a:pt x="62" y="48"/>
                      </a:lnTo>
                      <a:lnTo>
                        <a:pt x="52" y="42"/>
                      </a:lnTo>
                      <a:lnTo>
                        <a:pt x="46" y="30"/>
                      </a:lnTo>
                      <a:lnTo>
                        <a:pt x="40" y="14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5" name="îs1ïḑé"/>
                <p:cNvSpPr/>
                <p:nvPr/>
              </p:nvSpPr>
              <p:spPr bwMode="auto">
                <a:xfrm>
                  <a:off x="3882365" y="3443152"/>
                  <a:ext cx="81255" cy="19615"/>
                </a:xfrm>
                <a:custGeom>
                  <a:avLst/>
                  <a:gdLst>
                    <a:gd name="T0" fmla="*/ 2147483647 w 46"/>
                    <a:gd name="T1" fmla="*/ 2147483647 h 12"/>
                    <a:gd name="T2" fmla="*/ 2147483647 w 46"/>
                    <a:gd name="T3" fmla="*/ 2147483647 h 12"/>
                    <a:gd name="T4" fmla="*/ 2147483647 w 46"/>
                    <a:gd name="T5" fmla="*/ 2147483647 h 12"/>
                    <a:gd name="T6" fmla="*/ 2147483647 w 46"/>
                    <a:gd name="T7" fmla="*/ 2147483647 h 12"/>
                    <a:gd name="T8" fmla="*/ 2147483647 w 46"/>
                    <a:gd name="T9" fmla="*/ 2147483647 h 12"/>
                    <a:gd name="T10" fmla="*/ 2147483647 w 46"/>
                    <a:gd name="T11" fmla="*/ 0 h 12"/>
                    <a:gd name="T12" fmla="*/ 2147483647 w 46"/>
                    <a:gd name="T13" fmla="*/ 2147483647 h 12"/>
                    <a:gd name="T14" fmla="*/ 2147483647 w 46"/>
                    <a:gd name="T15" fmla="*/ 2147483647 h 12"/>
                    <a:gd name="T16" fmla="*/ 2147483647 w 46"/>
                    <a:gd name="T17" fmla="*/ 2147483647 h 12"/>
                    <a:gd name="T18" fmla="*/ 2147483647 w 46"/>
                    <a:gd name="T19" fmla="*/ 2147483647 h 12"/>
                    <a:gd name="T20" fmla="*/ 2147483647 w 46"/>
                    <a:gd name="T21" fmla="*/ 2147483647 h 12"/>
                    <a:gd name="T22" fmla="*/ 2147483647 w 46"/>
                    <a:gd name="T23" fmla="*/ 2147483647 h 12"/>
                    <a:gd name="T24" fmla="*/ 2147483647 w 46"/>
                    <a:gd name="T25" fmla="*/ 2147483647 h 12"/>
                    <a:gd name="T26" fmla="*/ 2147483647 w 46"/>
                    <a:gd name="T27" fmla="*/ 2147483647 h 12"/>
                    <a:gd name="T28" fmla="*/ 2147483647 w 46"/>
                    <a:gd name="T29" fmla="*/ 2147483647 h 12"/>
                    <a:gd name="T30" fmla="*/ 0 w 46"/>
                    <a:gd name="T31" fmla="*/ 2147483647 h 12"/>
                    <a:gd name="T32" fmla="*/ 2147483647 w 46"/>
                    <a:gd name="T33" fmla="*/ 2147483647 h 12"/>
                    <a:gd name="T34" fmla="*/ 2147483647 w 46"/>
                    <a:gd name="T35" fmla="*/ 2147483647 h 12"/>
                    <a:gd name="T36" fmla="*/ 2147483647 w 46"/>
                    <a:gd name="T37" fmla="*/ 2147483647 h 1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46"/>
                    <a:gd name="T58" fmla="*/ 0 h 12"/>
                    <a:gd name="T59" fmla="*/ 46 w 46"/>
                    <a:gd name="T60" fmla="*/ 12 h 12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46" h="12">
                      <a:moveTo>
                        <a:pt x="4" y="6"/>
                      </a:moveTo>
                      <a:lnTo>
                        <a:pt x="14" y="8"/>
                      </a:lnTo>
                      <a:lnTo>
                        <a:pt x="18" y="6"/>
                      </a:lnTo>
                      <a:lnTo>
                        <a:pt x="20" y="4"/>
                      </a:lnTo>
                      <a:lnTo>
                        <a:pt x="22" y="2"/>
                      </a:lnTo>
                      <a:lnTo>
                        <a:pt x="26" y="0"/>
                      </a:lnTo>
                      <a:lnTo>
                        <a:pt x="28" y="4"/>
                      </a:lnTo>
                      <a:lnTo>
                        <a:pt x="34" y="6"/>
                      </a:lnTo>
                      <a:lnTo>
                        <a:pt x="46" y="8"/>
                      </a:lnTo>
                      <a:lnTo>
                        <a:pt x="42" y="10"/>
                      </a:lnTo>
                      <a:lnTo>
                        <a:pt x="38" y="12"/>
                      </a:lnTo>
                      <a:lnTo>
                        <a:pt x="30" y="10"/>
                      </a:lnTo>
                      <a:lnTo>
                        <a:pt x="24" y="8"/>
                      </a:lnTo>
                      <a:lnTo>
                        <a:pt x="24" y="10"/>
                      </a:lnTo>
                      <a:lnTo>
                        <a:pt x="12" y="12"/>
                      </a:lnTo>
                      <a:lnTo>
                        <a:pt x="0" y="12"/>
                      </a:lnTo>
                      <a:lnTo>
                        <a:pt x="2" y="8"/>
                      </a:lnTo>
                      <a:lnTo>
                        <a:pt x="2" y="6"/>
                      </a:lnTo>
                      <a:lnTo>
                        <a:pt x="4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6" name="iṧļíḍe"/>
                <p:cNvSpPr/>
                <p:nvPr/>
              </p:nvSpPr>
              <p:spPr bwMode="auto">
                <a:xfrm>
                  <a:off x="4677019" y="3999373"/>
                  <a:ext cx="24790" cy="37829"/>
                </a:xfrm>
                <a:custGeom>
                  <a:avLst/>
                  <a:gdLst>
                    <a:gd name="T0" fmla="*/ 2147483647 w 14"/>
                    <a:gd name="T1" fmla="*/ 2147483647 h 22"/>
                    <a:gd name="T2" fmla="*/ 0 w 14"/>
                    <a:gd name="T3" fmla="*/ 2147483647 h 22"/>
                    <a:gd name="T4" fmla="*/ 2147483647 w 14"/>
                    <a:gd name="T5" fmla="*/ 2147483647 h 22"/>
                    <a:gd name="T6" fmla="*/ 2147483647 w 14"/>
                    <a:gd name="T7" fmla="*/ 2147483647 h 22"/>
                    <a:gd name="T8" fmla="*/ 2147483647 w 14"/>
                    <a:gd name="T9" fmla="*/ 0 h 22"/>
                    <a:gd name="T10" fmla="*/ 2147483647 w 14"/>
                    <a:gd name="T11" fmla="*/ 2147483647 h 22"/>
                    <a:gd name="T12" fmla="*/ 2147483647 w 14"/>
                    <a:gd name="T13" fmla="*/ 2147483647 h 22"/>
                    <a:gd name="T14" fmla="*/ 2147483647 w 14"/>
                    <a:gd name="T15" fmla="*/ 2147483647 h 22"/>
                    <a:gd name="T16" fmla="*/ 2147483647 w 14"/>
                    <a:gd name="T17" fmla="*/ 2147483647 h 22"/>
                    <a:gd name="T18" fmla="*/ 2147483647 w 14"/>
                    <a:gd name="T19" fmla="*/ 2147483647 h 22"/>
                    <a:gd name="T20" fmla="*/ 2147483647 w 14"/>
                    <a:gd name="T21" fmla="*/ 2147483647 h 2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4"/>
                    <a:gd name="T34" fmla="*/ 0 h 22"/>
                    <a:gd name="T35" fmla="*/ 14 w 14"/>
                    <a:gd name="T36" fmla="*/ 22 h 2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4" h="22">
                      <a:moveTo>
                        <a:pt x="6" y="22"/>
                      </a:moveTo>
                      <a:lnTo>
                        <a:pt x="0" y="8"/>
                      </a:lnTo>
                      <a:lnTo>
                        <a:pt x="4" y="4"/>
                      </a:lnTo>
                      <a:lnTo>
                        <a:pt x="8" y="2"/>
                      </a:lnTo>
                      <a:lnTo>
                        <a:pt x="12" y="0"/>
                      </a:lnTo>
                      <a:lnTo>
                        <a:pt x="14" y="2"/>
                      </a:lnTo>
                      <a:lnTo>
                        <a:pt x="14" y="4"/>
                      </a:lnTo>
                      <a:lnTo>
                        <a:pt x="10" y="6"/>
                      </a:lnTo>
                      <a:lnTo>
                        <a:pt x="8" y="10"/>
                      </a:lnTo>
                      <a:lnTo>
                        <a:pt x="8" y="20"/>
                      </a:lnTo>
                      <a:lnTo>
                        <a:pt x="6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7" name="îṩḻîḑè"/>
                <p:cNvSpPr/>
                <p:nvPr/>
              </p:nvSpPr>
              <p:spPr bwMode="auto">
                <a:xfrm>
                  <a:off x="4529657" y="1512495"/>
                  <a:ext cx="249276" cy="84063"/>
                </a:xfrm>
                <a:custGeom>
                  <a:avLst/>
                  <a:gdLst>
                    <a:gd name="T0" fmla="*/ 2147483647 w 143"/>
                    <a:gd name="T1" fmla="*/ 2147483647 h 50"/>
                    <a:gd name="T2" fmla="*/ 2147483647 w 143"/>
                    <a:gd name="T3" fmla="*/ 2147483647 h 50"/>
                    <a:gd name="T4" fmla="*/ 2147483647 w 143"/>
                    <a:gd name="T5" fmla="*/ 2147483647 h 50"/>
                    <a:gd name="T6" fmla="*/ 0 w 143"/>
                    <a:gd name="T7" fmla="*/ 2147483647 h 50"/>
                    <a:gd name="T8" fmla="*/ 0 w 143"/>
                    <a:gd name="T9" fmla="*/ 2147483647 h 50"/>
                    <a:gd name="T10" fmla="*/ 2147483647 w 143"/>
                    <a:gd name="T11" fmla="*/ 2147483647 h 50"/>
                    <a:gd name="T12" fmla="*/ 2147483647 w 143"/>
                    <a:gd name="T13" fmla="*/ 2147483647 h 50"/>
                    <a:gd name="T14" fmla="*/ 2147483647 w 143"/>
                    <a:gd name="T15" fmla="*/ 2147483647 h 50"/>
                    <a:gd name="T16" fmla="*/ 2147483647 w 143"/>
                    <a:gd name="T17" fmla="*/ 2147483647 h 50"/>
                    <a:gd name="T18" fmla="*/ 2147483647 w 143"/>
                    <a:gd name="T19" fmla="*/ 2147483647 h 50"/>
                    <a:gd name="T20" fmla="*/ 2147483647 w 143"/>
                    <a:gd name="T21" fmla="*/ 2147483647 h 50"/>
                    <a:gd name="T22" fmla="*/ 2147483647 w 143"/>
                    <a:gd name="T23" fmla="*/ 2147483647 h 50"/>
                    <a:gd name="T24" fmla="*/ 2147483647 w 143"/>
                    <a:gd name="T25" fmla="*/ 0 h 50"/>
                    <a:gd name="T26" fmla="*/ 2147483647 w 143"/>
                    <a:gd name="T27" fmla="*/ 0 h 50"/>
                    <a:gd name="T28" fmla="*/ 2147483647 w 143"/>
                    <a:gd name="T29" fmla="*/ 2147483647 h 50"/>
                    <a:gd name="T30" fmla="*/ 2147483647 w 143"/>
                    <a:gd name="T31" fmla="*/ 2147483647 h 50"/>
                    <a:gd name="T32" fmla="*/ 2147483647 w 143"/>
                    <a:gd name="T33" fmla="*/ 2147483647 h 50"/>
                    <a:gd name="T34" fmla="*/ 2147483647 w 143"/>
                    <a:gd name="T35" fmla="*/ 2147483647 h 50"/>
                    <a:gd name="T36" fmla="*/ 2147483647 w 143"/>
                    <a:gd name="T37" fmla="*/ 2147483647 h 50"/>
                    <a:gd name="T38" fmla="*/ 2147483647 w 143"/>
                    <a:gd name="T39" fmla="*/ 2147483647 h 50"/>
                    <a:gd name="T40" fmla="*/ 2147483647 w 143"/>
                    <a:gd name="T41" fmla="*/ 2147483647 h 50"/>
                    <a:gd name="T42" fmla="*/ 2147483647 w 143"/>
                    <a:gd name="T43" fmla="*/ 2147483647 h 50"/>
                    <a:gd name="T44" fmla="*/ 2147483647 w 143"/>
                    <a:gd name="T45" fmla="*/ 2147483647 h 50"/>
                    <a:gd name="T46" fmla="*/ 2147483647 w 143"/>
                    <a:gd name="T47" fmla="*/ 2147483647 h 50"/>
                    <a:gd name="T48" fmla="*/ 2147483647 w 143"/>
                    <a:gd name="T49" fmla="*/ 2147483647 h 50"/>
                    <a:gd name="T50" fmla="*/ 2147483647 w 143"/>
                    <a:gd name="T51" fmla="*/ 2147483647 h 50"/>
                    <a:gd name="T52" fmla="*/ 2147483647 w 143"/>
                    <a:gd name="T53" fmla="*/ 2147483647 h 50"/>
                    <a:gd name="T54" fmla="*/ 2147483647 w 143"/>
                    <a:gd name="T55" fmla="*/ 2147483647 h 50"/>
                    <a:gd name="T56" fmla="*/ 2147483647 w 143"/>
                    <a:gd name="T57" fmla="*/ 2147483647 h 50"/>
                    <a:gd name="T58" fmla="*/ 2147483647 w 143"/>
                    <a:gd name="T59" fmla="*/ 2147483647 h 50"/>
                    <a:gd name="T60" fmla="*/ 2147483647 w 143"/>
                    <a:gd name="T61" fmla="*/ 2147483647 h 50"/>
                    <a:gd name="T62" fmla="*/ 2147483647 w 143"/>
                    <a:gd name="T63" fmla="*/ 2147483647 h 50"/>
                    <a:gd name="T64" fmla="*/ 2147483647 w 143"/>
                    <a:gd name="T65" fmla="*/ 2147483647 h 50"/>
                    <a:gd name="T66" fmla="*/ 2147483647 w 143"/>
                    <a:gd name="T67" fmla="*/ 2147483647 h 50"/>
                    <a:gd name="T68" fmla="*/ 2147483647 w 143"/>
                    <a:gd name="T69" fmla="*/ 2147483647 h 50"/>
                    <a:gd name="T70" fmla="*/ 2147483647 w 143"/>
                    <a:gd name="T71" fmla="*/ 2147483647 h 50"/>
                    <a:gd name="T72" fmla="*/ 2147483647 w 143"/>
                    <a:gd name="T73" fmla="*/ 2147483647 h 50"/>
                    <a:gd name="T74" fmla="*/ 2147483647 w 143"/>
                    <a:gd name="T75" fmla="*/ 2147483647 h 50"/>
                    <a:gd name="T76" fmla="*/ 2147483647 w 143"/>
                    <a:gd name="T77" fmla="*/ 2147483647 h 50"/>
                    <a:gd name="T78" fmla="*/ 2147483647 w 143"/>
                    <a:gd name="T79" fmla="*/ 2147483647 h 50"/>
                    <a:gd name="T80" fmla="*/ 2147483647 w 143"/>
                    <a:gd name="T81" fmla="*/ 2147483647 h 50"/>
                    <a:gd name="T82" fmla="*/ 2147483647 w 143"/>
                    <a:gd name="T83" fmla="*/ 2147483647 h 50"/>
                    <a:gd name="T84" fmla="*/ 2147483647 w 143"/>
                    <a:gd name="T85" fmla="*/ 2147483647 h 50"/>
                    <a:gd name="T86" fmla="*/ 2147483647 w 143"/>
                    <a:gd name="T87" fmla="*/ 2147483647 h 50"/>
                    <a:gd name="T88" fmla="*/ 2147483647 w 143"/>
                    <a:gd name="T89" fmla="*/ 2147483647 h 50"/>
                    <a:gd name="T90" fmla="*/ 2147483647 w 143"/>
                    <a:gd name="T91" fmla="*/ 2147483647 h 50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43"/>
                    <a:gd name="T139" fmla="*/ 0 h 50"/>
                    <a:gd name="T140" fmla="*/ 143 w 143"/>
                    <a:gd name="T141" fmla="*/ 50 h 50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43" h="50">
                      <a:moveTo>
                        <a:pt x="8" y="20"/>
                      </a:moveTo>
                      <a:lnTo>
                        <a:pt x="6" y="20"/>
                      </a:lnTo>
                      <a:lnTo>
                        <a:pt x="2" y="16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12" y="2"/>
                      </a:lnTo>
                      <a:lnTo>
                        <a:pt x="26" y="2"/>
                      </a:lnTo>
                      <a:lnTo>
                        <a:pt x="36" y="4"/>
                      </a:lnTo>
                      <a:lnTo>
                        <a:pt x="54" y="10"/>
                      </a:lnTo>
                      <a:lnTo>
                        <a:pt x="50" y="4"/>
                      </a:lnTo>
                      <a:lnTo>
                        <a:pt x="54" y="2"/>
                      </a:lnTo>
                      <a:lnTo>
                        <a:pt x="60" y="0"/>
                      </a:lnTo>
                      <a:lnTo>
                        <a:pt x="62" y="0"/>
                      </a:lnTo>
                      <a:lnTo>
                        <a:pt x="66" y="2"/>
                      </a:lnTo>
                      <a:lnTo>
                        <a:pt x="70" y="2"/>
                      </a:lnTo>
                      <a:lnTo>
                        <a:pt x="74" y="2"/>
                      </a:lnTo>
                      <a:lnTo>
                        <a:pt x="78" y="10"/>
                      </a:lnTo>
                      <a:lnTo>
                        <a:pt x="82" y="12"/>
                      </a:lnTo>
                      <a:lnTo>
                        <a:pt x="93" y="12"/>
                      </a:lnTo>
                      <a:lnTo>
                        <a:pt x="119" y="20"/>
                      </a:lnTo>
                      <a:lnTo>
                        <a:pt x="133" y="26"/>
                      </a:lnTo>
                      <a:lnTo>
                        <a:pt x="143" y="30"/>
                      </a:lnTo>
                      <a:lnTo>
                        <a:pt x="135" y="36"/>
                      </a:lnTo>
                      <a:lnTo>
                        <a:pt x="127" y="38"/>
                      </a:lnTo>
                      <a:lnTo>
                        <a:pt x="119" y="38"/>
                      </a:lnTo>
                      <a:lnTo>
                        <a:pt x="115" y="34"/>
                      </a:lnTo>
                      <a:lnTo>
                        <a:pt x="107" y="28"/>
                      </a:lnTo>
                      <a:lnTo>
                        <a:pt x="97" y="20"/>
                      </a:lnTo>
                      <a:lnTo>
                        <a:pt x="93" y="18"/>
                      </a:lnTo>
                      <a:lnTo>
                        <a:pt x="89" y="16"/>
                      </a:lnTo>
                      <a:lnTo>
                        <a:pt x="82" y="18"/>
                      </a:lnTo>
                      <a:lnTo>
                        <a:pt x="80" y="22"/>
                      </a:lnTo>
                      <a:lnTo>
                        <a:pt x="80" y="34"/>
                      </a:lnTo>
                      <a:lnTo>
                        <a:pt x="76" y="34"/>
                      </a:lnTo>
                      <a:lnTo>
                        <a:pt x="74" y="36"/>
                      </a:lnTo>
                      <a:lnTo>
                        <a:pt x="70" y="42"/>
                      </a:lnTo>
                      <a:lnTo>
                        <a:pt x="68" y="48"/>
                      </a:lnTo>
                      <a:lnTo>
                        <a:pt x="66" y="50"/>
                      </a:lnTo>
                      <a:lnTo>
                        <a:pt x="62" y="50"/>
                      </a:lnTo>
                      <a:lnTo>
                        <a:pt x="56" y="48"/>
                      </a:lnTo>
                      <a:lnTo>
                        <a:pt x="48" y="46"/>
                      </a:lnTo>
                      <a:lnTo>
                        <a:pt x="34" y="34"/>
                      </a:lnTo>
                      <a:lnTo>
                        <a:pt x="24" y="26"/>
                      </a:lnTo>
                      <a:lnTo>
                        <a:pt x="16" y="22"/>
                      </a:lnTo>
                      <a:lnTo>
                        <a:pt x="8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8" name="iṣľîdê"/>
                <p:cNvSpPr/>
                <p:nvPr/>
              </p:nvSpPr>
              <p:spPr bwMode="auto">
                <a:xfrm>
                  <a:off x="4661869" y="1499885"/>
                  <a:ext cx="147361" cy="29422"/>
                </a:xfrm>
                <a:custGeom>
                  <a:avLst/>
                  <a:gdLst>
                    <a:gd name="T0" fmla="*/ 2147483647 w 85"/>
                    <a:gd name="T1" fmla="*/ 2147483647 h 18"/>
                    <a:gd name="T2" fmla="*/ 2147483647 w 85"/>
                    <a:gd name="T3" fmla="*/ 2147483647 h 18"/>
                    <a:gd name="T4" fmla="*/ 2147483647 w 85"/>
                    <a:gd name="T5" fmla="*/ 2147483647 h 18"/>
                    <a:gd name="T6" fmla="*/ 2147483647 w 85"/>
                    <a:gd name="T7" fmla="*/ 2147483647 h 18"/>
                    <a:gd name="T8" fmla="*/ 0 w 85"/>
                    <a:gd name="T9" fmla="*/ 2147483647 h 18"/>
                    <a:gd name="T10" fmla="*/ 2147483647 w 85"/>
                    <a:gd name="T11" fmla="*/ 2147483647 h 18"/>
                    <a:gd name="T12" fmla="*/ 2147483647 w 85"/>
                    <a:gd name="T13" fmla="*/ 2147483647 h 18"/>
                    <a:gd name="T14" fmla="*/ 2147483647 w 85"/>
                    <a:gd name="T15" fmla="*/ 0 h 18"/>
                    <a:gd name="T16" fmla="*/ 2147483647 w 85"/>
                    <a:gd name="T17" fmla="*/ 2147483647 h 18"/>
                    <a:gd name="T18" fmla="*/ 2147483647 w 85"/>
                    <a:gd name="T19" fmla="*/ 2147483647 h 18"/>
                    <a:gd name="T20" fmla="*/ 2147483647 w 85"/>
                    <a:gd name="T21" fmla="*/ 2147483647 h 18"/>
                    <a:gd name="T22" fmla="*/ 2147483647 w 85"/>
                    <a:gd name="T23" fmla="*/ 2147483647 h 18"/>
                    <a:gd name="T24" fmla="*/ 2147483647 w 85"/>
                    <a:gd name="T25" fmla="*/ 2147483647 h 18"/>
                    <a:gd name="T26" fmla="*/ 2147483647 w 85"/>
                    <a:gd name="T27" fmla="*/ 2147483647 h 18"/>
                    <a:gd name="T28" fmla="*/ 2147483647 w 85"/>
                    <a:gd name="T29" fmla="*/ 2147483647 h 18"/>
                    <a:gd name="T30" fmla="*/ 2147483647 w 85"/>
                    <a:gd name="T31" fmla="*/ 2147483647 h 18"/>
                    <a:gd name="T32" fmla="*/ 2147483647 w 85"/>
                    <a:gd name="T33" fmla="*/ 2147483647 h 18"/>
                    <a:gd name="T34" fmla="*/ 2147483647 w 85"/>
                    <a:gd name="T35" fmla="*/ 2147483647 h 18"/>
                    <a:gd name="T36" fmla="*/ 2147483647 w 85"/>
                    <a:gd name="T37" fmla="*/ 2147483647 h 1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5"/>
                    <a:gd name="T58" fmla="*/ 0 h 18"/>
                    <a:gd name="T59" fmla="*/ 85 w 85"/>
                    <a:gd name="T60" fmla="*/ 18 h 1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5" h="18">
                      <a:moveTo>
                        <a:pt x="31" y="18"/>
                      </a:moveTo>
                      <a:lnTo>
                        <a:pt x="23" y="16"/>
                      </a:lnTo>
                      <a:lnTo>
                        <a:pt x="15" y="14"/>
                      </a:lnTo>
                      <a:lnTo>
                        <a:pt x="6" y="10"/>
                      </a:lnTo>
                      <a:lnTo>
                        <a:pt x="0" y="6"/>
                      </a:lnTo>
                      <a:lnTo>
                        <a:pt x="6" y="4"/>
                      </a:lnTo>
                      <a:lnTo>
                        <a:pt x="13" y="2"/>
                      </a:lnTo>
                      <a:lnTo>
                        <a:pt x="21" y="0"/>
                      </a:lnTo>
                      <a:lnTo>
                        <a:pt x="27" y="2"/>
                      </a:lnTo>
                      <a:lnTo>
                        <a:pt x="41" y="4"/>
                      </a:lnTo>
                      <a:lnTo>
                        <a:pt x="55" y="4"/>
                      </a:lnTo>
                      <a:lnTo>
                        <a:pt x="71" y="6"/>
                      </a:lnTo>
                      <a:lnTo>
                        <a:pt x="85" y="8"/>
                      </a:lnTo>
                      <a:lnTo>
                        <a:pt x="79" y="12"/>
                      </a:lnTo>
                      <a:lnTo>
                        <a:pt x="73" y="14"/>
                      </a:lnTo>
                      <a:lnTo>
                        <a:pt x="67" y="18"/>
                      </a:lnTo>
                      <a:lnTo>
                        <a:pt x="63" y="18"/>
                      </a:lnTo>
                      <a:lnTo>
                        <a:pt x="47" y="18"/>
                      </a:lnTo>
                      <a:lnTo>
                        <a:pt x="31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9" name="î$ḷïḋé"/>
                <p:cNvSpPr/>
                <p:nvPr/>
              </p:nvSpPr>
              <p:spPr bwMode="auto">
                <a:xfrm>
                  <a:off x="4729353" y="2489031"/>
                  <a:ext cx="95028" cy="63047"/>
                </a:xfrm>
                <a:custGeom>
                  <a:avLst/>
                  <a:gdLst>
                    <a:gd name="T0" fmla="*/ 2147483647 w 54"/>
                    <a:gd name="T1" fmla="*/ 2147483647 h 38"/>
                    <a:gd name="T2" fmla="*/ 2147483647 w 54"/>
                    <a:gd name="T3" fmla="*/ 2147483647 h 38"/>
                    <a:gd name="T4" fmla="*/ 2147483647 w 54"/>
                    <a:gd name="T5" fmla="*/ 2147483647 h 38"/>
                    <a:gd name="T6" fmla="*/ 2147483647 w 54"/>
                    <a:gd name="T7" fmla="*/ 2147483647 h 38"/>
                    <a:gd name="T8" fmla="*/ 2147483647 w 54"/>
                    <a:gd name="T9" fmla="*/ 2147483647 h 38"/>
                    <a:gd name="T10" fmla="*/ 2147483647 w 54"/>
                    <a:gd name="T11" fmla="*/ 2147483647 h 38"/>
                    <a:gd name="T12" fmla="*/ 2147483647 w 54"/>
                    <a:gd name="T13" fmla="*/ 2147483647 h 38"/>
                    <a:gd name="T14" fmla="*/ 2147483647 w 54"/>
                    <a:gd name="T15" fmla="*/ 2147483647 h 38"/>
                    <a:gd name="T16" fmla="*/ 2147483647 w 54"/>
                    <a:gd name="T17" fmla="*/ 2147483647 h 38"/>
                    <a:gd name="T18" fmla="*/ 2147483647 w 54"/>
                    <a:gd name="T19" fmla="*/ 2147483647 h 38"/>
                    <a:gd name="T20" fmla="*/ 2147483647 w 54"/>
                    <a:gd name="T21" fmla="*/ 2147483647 h 38"/>
                    <a:gd name="T22" fmla="*/ 0 w 54"/>
                    <a:gd name="T23" fmla="*/ 2147483647 h 38"/>
                    <a:gd name="T24" fmla="*/ 0 w 54"/>
                    <a:gd name="T25" fmla="*/ 2147483647 h 38"/>
                    <a:gd name="T26" fmla="*/ 2147483647 w 54"/>
                    <a:gd name="T27" fmla="*/ 2147483647 h 38"/>
                    <a:gd name="T28" fmla="*/ 2147483647 w 54"/>
                    <a:gd name="T29" fmla="*/ 0 h 38"/>
                    <a:gd name="T30" fmla="*/ 2147483647 w 54"/>
                    <a:gd name="T31" fmla="*/ 0 h 38"/>
                    <a:gd name="T32" fmla="*/ 2147483647 w 54"/>
                    <a:gd name="T33" fmla="*/ 0 h 38"/>
                    <a:gd name="T34" fmla="*/ 2147483647 w 54"/>
                    <a:gd name="T35" fmla="*/ 2147483647 h 38"/>
                    <a:gd name="T36" fmla="*/ 2147483647 w 54"/>
                    <a:gd name="T37" fmla="*/ 2147483647 h 3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54"/>
                    <a:gd name="T58" fmla="*/ 0 h 38"/>
                    <a:gd name="T59" fmla="*/ 54 w 54"/>
                    <a:gd name="T60" fmla="*/ 38 h 3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54" h="38">
                      <a:moveTo>
                        <a:pt x="46" y="6"/>
                      </a:moveTo>
                      <a:lnTo>
                        <a:pt x="48" y="16"/>
                      </a:lnTo>
                      <a:lnTo>
                        <a:pt x="54" y="22"/>
                      </a:lnTo>
                      <a:lnTo>
                        <a:pt x="52" y="28"/>
                      </a:lnTo>
                      <a:lnTo>
                        <a:pt x="44" y="30"/>
                      </a:lnTo>
                      <a:lnTo>
                        <a:pt x="40" y="38"/>
                      </a:lnTo>
                      <a:lnTo>
                        <a:pt x="30" y="32"/>
                      </a:lnTo>
                      <a:lnTo>
                        <a:pt x="28" y="30"/>
                      </a:lnTo>
                      <a:lnTo>
                        <a:pt x="16" y="26"/>
                      </a:lnTo>
                      <a:lnTo>
                        <a:pt x="10" y="20"/>
                      </a:lnTo>
                      <a:lnTo>
                        <a:pt x="6" y="14"/>
                      </a:lnTo>
                      <a:lnTo>
                        <a:pt x="0" y="6"/>
                      </a:lnTo>
                      <a:lnTo>
                        <a:pt x="0" y="2"/>
                      </a:lnTo>
                      <a:lnTo>
                        <a:pt x="6" y="2"/>
                      </a:lnTo>
                      <a:lnTo>
                        <a:pt x="12" y="0"/>
                      </a:lnTo>
                      <a:lnTo>
                        <a:pt x="20" y="0"/>
                      </a:lnTo>
                      <a:lnTo>
                        <a:pt x="36" y="0"/>
                      </a:lnTo>
                      <a:lnTo>
                        <a:pt x="40" y="6"/>
                      </a:lnTo>
                      <a:lnTo>
                        <a:pt x="46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0" name="iṩḻïḑe"/>
                <p:cNvSpPr/>
                <p:nvPr/>
              </p:nvSpPr>
              <p:spPr bwMode="auto">
                <a:xfrm>
                  <a:off x="4701808" y="2447000"/>
                  <a:ext cx="111555" cy="89667"/>
                </a:xfrm>
                <a:custGeom>
                  <a:avLst/>
                  <a:gdLst>
                    <a:gd name="T0" fmla="*/ 2147483647 w 64"/>
                    <a:gd name="T1" fmla="*/ 0 h 52"/>
                    <a:gd name="T2" fmla="*/ 2147483647 w 64"/>
                    <a:gd name="T3" fmla="*/ 2147483647 h 52"/>
                    <a:gd name="T4" fmla="*/ 2147483647 w 64"/>
                    <a:gd name="T5" fmla="*/ 2147483647 h 52"/>
                    <a:gd name="T6" fmla="*/ 2147483647 w 64"/>
                    <a:gd name="T7" fmla="*/ 2147483647 h 52"/>
                    <a:gd name="T8" fmla="*/ 2147483647 w 64"/>
                    <a:gd name="T9" fmla="*/ 2147483647 h 52"/>
                    <a:gd name="T10" fmla="*/ 2147483647 w 64"/>
                    <a:gd name="T11" fmla="*/ 2147483647 h 52"/>
                    <a:gd name="T12" fmla="*/ 2147483647 w 64"/>
                    <a:gd name="T13" fmla="*/ 2147483647 h 52"/>
                    <a:gd name="T14" fmla="*/ 2147483647 w 64"/>
                    <a:gd name="T15" fmla="*/ 2147483647 h 52"/>
                    <a:gd name="T16" fmla="*/ 2147483647 w 64"/>
                    <a:gd name="T17" fmla="*/ 2147483647 h 52"/>
                    <a:gd name="T18" fmla="*/ 2147483647 w 64"/>
                    <a:gd name="T19" fmla="*/ 2147483647 h 52"/>
                    <a:gd name="T20" fmla="*/ 2147483647 w 64"/>
                    <a:gd name="T21" fmla="*/ 2147483647 h 52"/>
                    <a:gd name="T22" fmla="*/ 2147483647 w 64"/>
                    <a:gd name="T23" fmla="*/ 2147483647 h 52"/>
                    <a:gd name="T24" fmla="*/ 2147483647 w 64"/>
                    <a:gd name="T25" fmla="*/ 2147483647 h 52"/>
                    <a:gd name="T26" fmla="*/ 2147483647 w 64"/>
                    <a:gd name="T27" fmla="*/ 2147483647 h 52"/>
                    <a:gd name="T28" fmla="*/ 2147483647 w 64"/>
                    <a:gd name="T29" fmla="*/ 2147483647 h 52"/>
                    <a:gd name="T30" fmla="*/ 2147483647 w 64"/>
                    <a:gd name="T31" fmla="*/ 2147483647 h 52"/>
                    <a:gd name="T32" fmla="*/ 2147483647 w 64"/>
                    <a:gd name="T33" fmla="*/ 2147483647 h 52"/>
                    <a:gd name="T34" fmla="*/ 2147483647 w 64"/>
                    <a:gd name="T35" fmla="*/ 2147483647 h 52"/>
                    <a:gd name="T36" fmla="*/ 2147483647 w 64"/>
                    <a:gd name="T37" fmla="*/ 2147483647 h 52"/>
                    <a:gd name="T38" fmla="*/ 0 w 64"/>
                    <a:gd name="T39" fmla="*/ 2147483647 h 52"/>
                    <a:gd name="T40" fmla="*/ 2147483647 w 64"/>
                    <a:gd name="T41" fmla="*/ 2147483647 h 52"/>
                    <a:gd name="T42" fmla="*/ 2147483647 w 64"/>
                    <a:gd name="T43" fmla="*/ 2147483647 h 52"/>
                    <a:gd name="T44" fmla="*/ 2147483647 w 64"/>
                    <a:gd name="T45" fmla="*/ 2147483647 h 52"/>
                    <a:gd name="T46" fmla="*/ 2147483647 w 64"/>
                    <a:gd name="T47" fmla="*/ 0 h 52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64"/>
                    <a:gd name="T73" fmla="*/ 0 h 52"/>
                    <a:gd name="T74" fmla="*/ 64 w 64"/>
                    <a:gd name="T75" fmla="*/ 52 h 52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64" h="52">
                      <a:moveTo>
                        <a:pt x="28" y="0"/>
                      </a:moveTo>
                      <a:lnTo>
                        <a:pt x="38" y="10"/>
                      </a:lnTo>
                      <a:lnTo>
                        <a:pt x="44" y="12"/>
                      </a:lnTo>
                      <a:lnTo>
                        <a:pt x="48" y="12"/>
                      </a:lnTo>
                      <a:lnTo>
                        <a:pt x="58" y="10"/>
                      </a:lnTo>
                      <a:lnTo>
                        <a:pt x="64" y="24"/>
                      </a:lnTo>
                      <a:lnTo>
                        <a:pt x="62" y="30"/>
                      </a:lnTo>
                      <a:lnTo>
                        <a:pt x="56" y="30"/>
                      </a:lnTo>
                      <a:lnTo>
                        <a:pt x="52" y="24"/>
                      </a:lnTo>
                      <a:lnTo>
                        <a:pt x="36" y="24"/>
                      </a:lnTo>
                      <a:lnTo>
                        <a:pt x="28" y="24"/>
                      </a:lnTo>
                      <a:lnTo>
                        <a:pt x="22" y="26"/>
                      </a:lnTo>
                      <a:lnTo>
                        <a:pt x="16" y="26"/>
                      </a:lnTo>
                      <a:lnTo>
                        <a:pt x="16" y="30"/>
                      </a:lnTo>
                      <a:lnTo>
                        <a:pt x="22" y="38"/>
                      </a:lnTo>
                      <a:lnTo>
                        <a:pt x="26" y="44"/>
                      </a:lnTo>
                      <a:lnTo>
                        <a:pt x="32" y="50"/>
                      </a:lnTo>
                      <a:lnTo>
                        <a:pt x="18" y="52"/>
                      </a:lnTo>
                      <a:lnTo>
                        <a:pt x="8" y="36"/>
                      </a:lnTo>
                      <a:lnTo>
                        <a:pt x="0" y="18"/>
                      </a:lnTo>
                      <a:lnTo>
                        <a:pt x="8" y="18"/>
                      </a:lnTo>
                      <a:lnTo>
                        <a:pt x="12" y="10"/>
                      </a:lnTo>
                      <a:lnTo>
                        <a:pt x="14" y="4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1" name="isľíḍê"/>
                <p:cNvSpPr/>
                <p:nvPr/>
              </p:nvSpPr>
              <p:spPr bwMode="auto">
                <a:xfrm>
                  <a:off x="4763782" y="1774492"/>
                  <a:ext cx="256163" cy="281612"/>
                </a:xfrm>
                <a:custGeom>
                  <a:avLst/>
                  <a:gdLst>
                    <a:gd name="T0" fmla="*/ 2147483647 w 146"/>
                    <a:gd name="T1" fmla="*/ 2147483647 h 168"/>
                    <a:gd name="T2" fmla="*/ 2147483647 w 146"/>
                    <a:gd name="T3" fmla="*/ 2147483647 h 168"/>
                    <a:gd name="T4" fmla="*/ 2147483647 w 146"/>
                    <a:gd name="T5" fmla="*/ 2147483647 h 168"/>
                    <a:gd name="T6" fmla="*/ 2147483647 w 146"/>
                    <a:gd name="T7" fmla="*/ 2147483647 h 168"/>
                    <a:gd name="T8" fmla="*/ 2147483647 w 146"/>
                    <a:gd name="T9" fmla="*/ 2147483647 h 168"/>
                    <a:gd name="T10" fmla="*/ 2147483647 w 146"/>
                    <a:gd name="T11" fmla="*/ 2147483647 h 168"/>
                    <a:gd name="T12" fmla="*/ 2147483647 w 146"/>
                    <a:gd name="T13" fmla="*/ 2147483647 h 168"/>
                    <a:gd name="T14" fmla="*/ 2147483647 w 146"/>
                    <a:gd name="T15" fmla="*/ 2147483647 h 168"/>
                    <a:gd name="T16" fmla="*/ 2147483647 w 146"/>
                    <a:gd name="T17" fmla="*/ 2147483647 h 168"/>
                    <a:gd name="T18" fmla="*/ 2147483647 w 146"/>
                    <a:gd name="T19" fmla="*/ 2147483647 h 168"/>
                    <a:gd name="T20" fmla="*/ 2147483647 w 146"/>
                    <a:gd name="T21" fmla="*/ 2147483647 h 168"/>
                    <a:gd name="T22" fmla="*/ 2147483647 w 146"/>
                    <a:gd name="T23" fmla="*/ 2147483647 h 168"/>
                    <a:gd name="T24" fmla="*/ 2147483647 w 146"/>
                    <a:gd name="T25" fmla="*/ 2147483647 h 168"/>
                    <a:gd name="T26" fmla="*/ 2147483647 w 146"/>
                    <a:gd name="T27" fmla="*/ 2147483647 h 168"/>
                    <a:gd name="T28" fmla="*/ 2147483647 w 146"/>
                    <a:gd name="T29" fmla="*/ 2147483647 h 168"/>
                    <a:gd name="T30" fmla="*/ 2147483647 w 146"/>
                    <a:gd name="T31" fmla="*/ 2147483647 h 168"/>
                    <a:gd name="T32" fmla="*/ 2147483647 w 146"/>
                    <a:gd name="T33" fmla="*/ 2147483647 h 168"/>
                    <a:gd name="T34" fmla="*/ 2147483647 w 146"/>
                    <a:gd name="T35" fmla="*/ 2147483647 h 168"/>
                    <a:gd name="T36" fmla="*/ 2147483647 w 146"/>
                    <a:gd name="T37" fmla="*/ 2147483647 h 168"/>
                    <a:gd name="T38" fmla="*/ 2147483647 w 146"/>
                    <a:gd name="T39" fmla="*/ 2147483647 h 168"/>
                    <a:gd name="T40" fmla="*/ 2147483647 w 146"/>
                    <a:gd name="T41" fmla="*/ 2147483647 h 168"/>
                    <a:gd name="T42" fmla="*/ 2147483647 w 146"/>
                    <a:gd name="T43" fmla="*/ 2147483647 h 168"/>
                    <a:gd name="T44" fmla="*/ 2147483647 w 146"/>
                    <a:gd name="T45" fmla="*/ 2147483647 h 168"/>
                    <a:gd name="T46" fmla="*/ 2147483647 w 146"/>
                    <a:gd name="T47" fmla="*/ 2147483647 h 168"/>
                    <a:gd name="T48" fmla="*/ 2147483647 w 146"/>
                    <a:gd name="T49" fmla="*/ 2147483647 h 168"/>
                    <a:gd name="T50" fmla="*/ 2147483647 w 146"/>
                    <a:gd name="T51" fmla="*/ 2147483647 h 168"/>
                    <a:gd name="T52" fmla="*/ 2147483647 w 146"/>
                    <a:gd name="T53" fmla="*/ 2147483647 h 168"/>
                    <a:gd name="T54" fmla="*/ 2147483647 w 146"/>
                    <a:gd name="T55" fmla="*/ 2147483647 h 168"/>
                    <a:gd name="T56" fmla="*/ 2147483647 w 146"/>
                    <a:gd name="T57" fmla="*/ 2147483647 h 168"/>
                    <a:gd name="T58" fmla="*/ 2147483647 w 146"/>
                    <a:gd name="T59" fmla="*/ 2147483647 h 168"/>
                    <a:gd name="T60" fmla="*/ 2147483647 w 146"/>
                    <a:gd name="T61" fmla="*/ 2147483647 h 168"/>
                    <a:gd name="T62" fmla="*/ 2147483647 w 146"/>
                    <a:gd name="T63" fmla="*/ 2147483647 h 168"/>
                    <a:gd name="T64" fmla="*/ 2147483647 w 146"/>
                    <a:gd name="T65" fmla="*/ 2147483647 h 168"/>
                    <a:gd name="T66" fmla="*/ 2147483647 w 146"/>
                    <a:gd name="T67" fmla="*/ 2147483647 h 168"/>
                    <a:gd name="T68" fmla="*/ 2147483647 w 146"/>
                    <a:gd name="T69" fmla="*/ 2147483647 h 168"/>
                    <a:gd name="T70" fmla="*/ 2147483647 w 146"/>
                    <a:gd name="T71" fmla="*/ 2147483647 h 168"/>
                    <a:gd name="T72" fmla="*/ 2147483647 w 146"/>
                    <a:gd name="T73" fmla="*/ 2147483647 h 168"/>
                    <a:gd name="T74" fmla="*/ 2147483647 w 146"/>
                    <a:gd name="T75" fmla="*/ 2147483647 h 168"/>
                    <a:gd name="T76" fmla="*/ 2147483647 w 146"/>
                    <a:gd name="T77" fmla="*/ 2147483647 h 168"/>
                    <a:gd name="T78" fmla="*/ 2147483647 w 146"/>
                    <a:gd name="T79" fmla="*/ 2147483647 h 168"/>
                    <a:gd name="T80" fmla="*/ 2147483647 w 146"/>
                    <a:gd name="T81" fmla="*/ 2147483647 h 168"/>
                    <a:gd name="T82" fmla="*/ 2147483647 w 146"/>
                    <a:gd name="T83" fmla="*/ 0 h 168"/>
                    <a:gd name="T84" fmla="*/ 2147483647 w 146"/>
                    <a:gd name="T85" fmla="*/ 2147483647 h 168"/>
                    <a:gd name="T86" fmla="*/ 2147483647 w 146"/>
                    <a:gd name="T87" fmla="*/ 2147483647 h 16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46"/>
                    <a:gd name="T133" fmla="*/ 0 h 168"/>
                    <a:gd name="T134" fmla="*/ 146 w 146"/>
                    <a:gd name="T135" fmla="*/ 168 h 16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46" h="168">
                      <a:moveTo>
                        <a:pt x="98" y="16"/>
                      </a:moveTo>
                      <a:lnTo>
                        <a:pt x="92" y="20"/>
                      </a:lnTo>
                      <a:lnTo>
                        <a:pt x="90" y="24"/>
                      </a:lnTo>
                      <a:lnTo>
                        <a:pt x="90" y="26"/>
                      </a:lnTo>
                      <a:lnTo>
                        <a:pt x="90" y="30"/>
                      </a:lnTo>
                      <a:lnTo>
                        <a:pt x="92" y="32"/>
                      </a:lnTo>
                      <a:lnTo>
                        <a:pt x="100" y="34"/>
                      </a:lnTo>
                      <a:lnTo>
                        <a:pt x="108" y="36"/>
                      </a:lnTo>
                      <a:lnTo>
                        <a:pt x="110" y="38"/>
                      </a:lnTo>
                      <a:lnTo>
                        <a:pt x="110" y="40"/>
                      </a:lnTo>
                      <a:lnTo>
                        <a:pt x="110" y="44"/>
                      </a:lnTo>
                      <a:lnTo>
                        <a:pt x="108" y="48"/>
                      </a:lnTo>
                      <a:lnTo>
                        <a:pt x="104" y="50"/>
                      </a:lnTo>
                      <a:lnTo>
                        <a:pt x="104" y="54"/>
                      </a:lnTo>
                      <a:lnTo>
                        <a:pt x="106" y="56"/>
                      </a:lnTo>
                      <a:lnTo>
                        <a:pt x="108" y="54"/>
                      </a:lnTo>
                      <a:lnTo>
                        <a:pt x="114" y="54"/>
                      </a:lnTo>
                      <a:lnTo>
                        <a:pt x="114" y="64"/>
                      </a:lnTo>
                      <a:lnTo>
                        <a:pt x="118" y="76"/>
                      </a:lnTo>
                      <a:lnTo>
                        <a:pt x="120" y="82"/>
                      </a:lnTo>
                      <a:lnTo>
                        <a:pt x="122" y="86"/>
                      </a:lnTo>
                      <a:lnTo>
                        <a:pt x="126" y="88"/>
                      </a:lnTo>
                      <a:lnTo>
                        <a:pt x="126" y="92"/>
                      </a:lnTo>
                      <a:lnTo>
                        <a:pt x="128" y="98"/>
                      </a:lnTo>
                      <a:lnTo>
                        <a:pt x="130" y="102"/>
                      </a:lnTo>
                      <a:lnTo>
                        <a:pt x="130" y="108"/>
                      </a:lnTo>
                      <a:lnTo>
                        <a:pt x="140" y="112"/>
                      </a:lnTo>
                      <a:lnTo>
                        <a:pt x="146" y="118"/>
                      </a:lnTo>
                      <a:lnTo>
                        <a:pt x="146" y="130"/>
                      </a:lnTo>
                      <a:lnTo>
                        <a:pt x="136" y="132"/>
                      </a:lnTo>
                      <a:lnTo>
                        <a:pt x="128" y="138"/>
                      </a:lnTo>
                      <a:lnTo>
                        <a:pt x="122" y="144"/>
                      </a:lnTo>
                      <a:lnTo>
                        <a:pt x="118" y="150"/>
                      </a:lnTo>
                      <a:lnTo>
                        <a:pt x="112" y="154"/>
                      </a:lnTo>
                      <a:lnTo>
                        <a:pt x="106" y="158"/>
                      </a:lnTo>
                      <a:lnTo>
                        <a:pt x="96" y="158"/>
                      </a:lnTo>
                      <a:lnTo>
                        <a:pt x="90" y="160"/>
                      </a:lnTo>
                      <a:lnTo>
                        <a:pt x="88" y="162"/>
                      </a:lnTo>
                      <a:lnTo>
                        <a:pt x="86" y="162"/>
                      </a:lnTo>
                      <a:lnTo>
                        <a:pt x="78" y="162"/>
                      </a:lnTo>
                      <a:lnTo>
                        <a:pt x="70" y="164"/>
                      </a:lnTo>
                      <a:lnTo>
                        <a:pt x="64" y="164"/>
                      </a:lnTo>
                      <a:lnTo>
                        <a:pt x="50" y="168"/>
                      </a:lnTo>
                      <a:lnTo>
                        <a:pt x="44" y="166"/>
                      </a:lnTo>
                      <a:lnTo>
                        <a:pt x="40" y="162"/>
                      </a:lnTo>
                      <a:lnTo>
                        <a:pt x="36" y="160"/>
                      </a:lnTo>
                      <a:lnTo>
                        <a:pt x="34" y="158"/>
                      </a:lnTo>
                      <a:lnTo>
                        <a:pt x="32" y="156"/>
                      </a:lnTo>
                      <a:lnTo>
                        <a:pt x="28" y="152"/>
                      </a:lnTo>
                      <a:lnTo>
                        <a:pt x="24" y="138"/>
                      </a:lnTo>
                      <a:lnTo>
                        <a:pt x="20" y="118"/>
                      </a:lnTo>
                      <a:lnTo>
                        <a:pt x="22" y="108"/>
                      </a:lnTo>
                      <a:lnTo>
                        <a:pt x="26" y="104"/>
                      </a:lnTo>
                      <a:lnTo>
                        <a:pt x="34" y="100"/>
                      </a:lnTo>
                      <a:lnTo>
                        <a:pt x="40" y="94"/>
                      </a:lnTo>
                      <a:lnTo>
                        <a:pt x="50" y="90"/>
                      </a:lnTo>
                      <a:lnTo>
                        <a:pt x="58" y="86"/>
                      </a:lnTo>
                      <a:lnTo>
                        <a:pt x="62" y="80"/>
                      </a:lnTo>
                      <a:lnTo>
                        <a:pt x="64" y="74"/>
                      </a:lnTo>
                      <a:lnTo>
                        <a:pt x="54" y="74"/>
                      </a:lnTo>
                      <a:lnTo>
                        <a:pt x="44" y="74"/>
                      </a:lnTo>
                      <a:lnTo>
                        <a:pt x="40" y="62"/>
                      </a:lnTo>
                      <a:lnTo>
                        <a:pt x="38" y="54"/>
                      </a:lnTo>
                      <a:lnTo>
                        <a:pt x="36" y="46"/>
                      </a:lnTo>
                      <a:lnTo>
                        <a:pt x="32" y="34"/>
                      </a:lnTo>
                      <a:lnTo>
                        <a:pt x="26" y="28"/>
                      </a:lnTo>
                      <a:lnTo>
                        <a:pt x="16" y="26"/>
                      </a:lnTo>
                      <a:lnTo>
                        <a:pt x="8" y="22"/>
                      </a:lnTo>
                      <a:lnTo>
                        <a:pt x="0" y="18"/>
                      </a:lnTo>
                      <a:lnTo>
                        <a:pt x="4" y="16"/>
                      </a:lnTo>
                      <a:lnTo>
                        <a:pt x="6" y="16"/>
                      </a:lnTo>
                      <a:lnTo>
                        <a:pt x="8" y="16"/>
                      </a:lnTo>
                      <a:lnTo>
                        <a:pt x="16" y="18"/>
                      </a:lnTo>
                      <a:lnTo>
                        <a:pt x="26" y="20"/>
                      </a:lnTo>
                      <a:lnTo>
                        <a:pt x="36" y="24"/>
                      </a:lnTo>
                      <a:lnTo>
                        <a:pt x="46" y="26"/>
                      </a:lnTo>
                      <a:lnTo>
                        <a:pt x="52" y="26"/>
                      </a:lnTo>
                      <a:lnTo>
                        <a:pt x="56" y="22"/>
                      </a:lnTo>
                      <a:lnTo>
                        <a:pt x="58" y="18"/>
                      </a:lnTo>
                      <a:lnTo>
                        <a:pt x="60" y="14"/>
                      </a:lnTo>
                      <a:lnTo>
                        <a:pt x="60" y="8"/>
                      </a:lnTo>
                      <a:lnTo>
                        <a:pt x="62" y="4"/>
                      </a:lnTo>
                      <a:lnTo>
                        <a:pt x="64" y="2"/>
                      </a:lnTo>
                      <a:lnTo>
                        <a:pt x="70" y="0"/>
                      </a:lnTo>
                      <a:lnTo>
                        <a:pt x="82" y="2"/>
                      </a:lnTo>
                      <a:lnTo>
                        <a:pt x="90" y="6"/>
                      </a:lnTo>
                      <a:lnTo>
                        <a:pt x="96" y="10"/>
                      </a:lnTo>
                      <a:lnTo>
                        <a:pt x="104" y="14"/>
                      </a:lnTo>
                      <a:lnTo>
                        <a:pt x="98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2" name="íṥľiḍê"/>
                <p:cNvSpPr/>
                <p:nvPr/>
              </p:nvSpPr>
              <p:spPr bwMode="auto">
                <a:xfrm>
                  <a:off x="4956592" y="2777649"/>
                  <a:ext cx="74370" cy="14010"/>
                </a:xfrm>
                <a:custGeom>
                  <a:avLst/>
                  <a:gdLst>
                    <a:gd name="T0" fmla="*/ 2147483647 w 42"/>
                    <a:gd name="T1" fmla="*/ 2147483647 h 8"/>
                    <a:gd name="T2" fmla="*/ 2147483647 w 42"/>
                    <a:gd name="T3" fmla="*/ 2147483647 h 8"/>
                    <a:gd name="T4" fmla="*/ 0 w 42"/>
                    <a:gd name="T5" fmla="*/ 0 h 8"/>
                    <a:gd name="T6" fmla="*/ 2147483647 w 42"/>
                    <a:gd name="T7" fmla="*/ 2147483647 h 8"/>
                    <a:gd name="T8" fmla="*/ 2147483647 w 42"/>
                    <a:gd name="T9" fmla="*/ 2147483647 h 8"/>
                    <a:gd name="T10" fmla="*/ 2147483647 w 42"/>
                    <a:gd name="T11" fmla="*/ 2147483647 h 8"/>
                    <a:gd name="T12" fmla="*/ 2147483647 w 42"/>
                    <a:gd name="T13" fmla="*/ 2147483647 h 8"/>
                    <a:gd name="T14" fmla="*/ 2147483647 w 42"/>
                    <a:gd name="T15" fmla="*/ 2147483647 h 8"/>
                    <a:gd name="T16" fmla="*/ 2147483647 w 42"/>
                    <a:gd name="T17" fmla="*/ 2147483647 h 8"/>
                    <a:gd name="T18" fmla="*/ 2147483647 w 42"/>
                    <a:gd name="T19" fmla="*/ 0 h 8"/>
                    <a:gd name="T20" fmla="*/ 2147483647 w 42"/>
                    <a:gd name="T21" fmla="*/ 2147483647 h 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2"/>
                    <a:gd name="T34" fmla="*/ 0 h 8"/>
                    <a:gd name="T35" fmla="*/ 42 w 42"/>
                    <a:gd name="T36" fmla="*/ 8 h 8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2" h="8">
                      <a:moveTo>
                        <a:pt x="20" y="2"/>
                      </a:moveTo>
                      <a:lnTo>
                        <a:pt x="8" y="2"/>
                      </a:lnTo>
                      <a:lnTo>
                        <a:pt x="0" y="0"/>
                      </a:lnTo>
                      <a:lnTo>
                        <a:pt x="4" y="2"/>
                      </a:lnTo>
                      <a:lnTo>
                        <a:pt x="8" y="6"/>
                      </a:lnTo>
                      <a:lnTo>
                        <a:pt x="22" y="8"/>
                      </a:lnTo>
                      <a:lnTo>
                        <a:pt x="34" y="8"/>
                      </a:lnTo>
                      <a:lnTo>
                        <a:pt x="42" y="6"/>
                      </a:lnTo>
                      <a:lnTo>
                        <a:pt x="36" y="2"/>
                      </a:lnTo>
                      <a:lnTo>
                        <a:pt x="32" y="0"/>
                      </a:lnTo>
                      <a:lnTo>
                        <a:pt x="20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3" name="îṡ1îdè"/>
                <p:cNvSpPr/>
                <p:nvPr/>
              </p:nvSpPr>
              <p:spPr bwMode="auto">
                <a:xfrm>
                  <a:off x="4394689" y="2641748"/>
                  <a:ext cx="28921" cy="19615"/>
                </a:xfrm>
                <a:custGeom>
                  <a:avLst/>
                  <a:gdLst>
                    <a:gd name="T0" fmla="*/ 2147483647 w 16"/>
                    <a:gd name="T1" fmla="*/ 2147483647 h 10"/>
                    <a:gd name="T2" fmla="*/ 2147483647 w 16"/>
                    <a:gd name="T3" fmla="*/ 0 h 10"/>
                    <a:gd name="T4" fmla="*/ 2147483647 w 16"/>
                    <a:gd name="T5" fmla="*/ 0 h 10"/>
                    <a:gd name="T6" fmla="*/ 2147483647 w 16"/>
                    <a:gd name="T7" fmla="*/ 0 h 10"/>
                    <a:gd name="T8" fmla="*/ 2147483647 w 16"/>
                    <a:gd name="T9" fmla="*/ 2147483647 h 10"/>
                    <a:gd name="T10" fmla="*/ 0 w 16"/>
                    <a:gd name="T11" fmla="*/ 2147483647 h 10"/>
                    <a:gd name="T12" fmla="*/ 2147483647 w 16"/>
                    <a:gd name="T13" fmla="*/ 2147483647 h 10"/>
                    <a:gd name="T14" fmla="*/ 2147483647 w 16"/>
                    <a:gd name="T15" fmla="*/ 2147483647 h 10"/>
                    <a:gd name="T16" fmla="*/ 2147483647 w 16"/>
                    <a:gd name="T17" fmla="*/ 2147483647 h 1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6"/>
                    <a:gd name="T28" fmla="*/ 0 h 10"/>
                    <a:gd name="T29" fmla="*/ 16 w 16"/>
                    <a:gd name="T30" fmla="*/ 10 h 1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6" h="10">
                      <a:moveTo>
                        <a:pt x="16" y="6"/>
                      </a:move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10"/>
                      </a:lnTo>
                      <a:lnTo>
                        <a:pt x="16" y="10"/>
                      </a:lnTo>
                      <a:lnTo>
                        <a:pt x="14" y="4"/>
                      </a:lnTo>
                      <a:lnTo>
                        <a:pt x="16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4" name="ís1íḍè"/>
                <p:cNvSpPr/>
                <p:nvPr/>
              </p:nvSpPr>
              <p:spPr bwMode="auto">
                <a:xfrm>
                  <a:off x="4182598" y="2077121"/>
                  <a:ext cx="191434" cy="257794"/>
                </a:xfrm>
                <a:custGeom>
                  <a:avLst/>
                  <a:gdLst>
                    <a:gd name="T0" fmla="*/ 2147483647 w 110"/>
                    <a:gd name="T1" fmla="*/ 2147483647 h 154"/>
                    <a:gd name="T2" fmla="*/ 2147483647 w 110"/>
                    <a:gd name="T3" fmla="*/ 2147483647 h 154"/>
                    <a:gd name="T4" fmla="*/ 2147483647 w 110"/>
                    <a:gd name="T5" fmla="*/ 2147483647 h 154"/>
                    <a:gd name="T6" fmla="*/ 2147483647 w 110"/>
                    <a:gd name="T7" fmla="*/ 2147483647 h 154"/>
                    <a:gd name="T8" fmla="*/ 2147483647 w 110"/>
                    <a:gd name="T9" fmla="*/ 2147483647 h 154"/>
                    <a:gd name="T10" fmla="*/ 2147483647 w 110"/>
                    <a:gd name="T11" fmla="*/ 2147483647 h 154"/>
                    <a:gd name="T12" fmla="*/ 2147483647 w 110"/>
                    <a:gd name="T13" fmla="*/ 2147483647 h 154"/>
                    <a:gd name="T14" fmla="*/ 2147483647 w 110"/>
                    <a:gd name="T15" fmla="*/ 2147483647 h 154"/>
                    <a:gd name="T16" fmla="*/ 2147483647 w 110"/>
                    <a:gd name="T17" fmla="*/ 2147483647 h 154"/>
                    <a:gd name="T18" fmla="*/ 2147483647 w 110"/>
                    <a:gd name="T19" fmla="*/ 2147483647 h 154"/>
                    <a:gd name="T20" fmla="*/ 2147483647 w 110"/>
                    <a:gd name="T21" fmla="*/ 2147483647 h 154"/>
                    <a:gd name="T22" fmla="*/ 2147483647 w 110"/>
                    <a:gd name="T23" fmla="*/ 2147483647 h 154"/>
                    <a:gd name="T24" fmla="*/ 2147483647 w 110"/>
                    <a:gd name="T25" fmla="*/ 2147483647 h 154"/>
                    <a:gd name="T26" fmla="*/ 2147483647 w 110"/>
                    <a:gd name="T27" fmla="*/ 2147483647 h 154"/>
                    <a:gd name="T28" fmla="*/ 2147483647 w 110"/>
                    <a:gd name="T29" fmla="*/ 2147483647 h 154"/>
                    <a:gd name="T30" fmla="*/ 2147483647 w 110"/>
                    <a:gd name="T31" fmla="*/ 2147483647 h 154"/>
                    <a:gd name="T32" fmla="*/ 2147483647 w 110"/>
                    <a:gd name="T33" fmla="*/ 2147483647 h 154"/>
                    <a:gd name="T34" fmla="*/ 2147483647 w 110"/>
                    <a:gd name="T35" fmla="*/ 2147483647 h 154"/>
                    <a:gd name="T36" fmla="*/ 2147483647 w 110"/>
                    <a:gd name="T37" fmla="*/ 2147483647 h 154"/>
                    <a:gd name="T38" fmla="*/ 2147483647 w 110"/>
                    <a:gd name="T39" fmla="*/ 2147483647 h 154"/>
                    <a:gd name="T40" fmla="*/ 2147483647 w 110"/>
                    <a:gd name="T41" fmla="*/ 2147483647 h 154"/>
                    <a:gd name="T42" fmla="*/ 2147483647 w 110"/>
                    <a:gd name="T43" fmla="*/ 2147483647 h 154"/>
                    <a:gd name="T44" fmla="*/ 2147483647 w 110"/>
                    <a:gd name="T45" fmla="*/ 2147483647 h 154"/>
                    <a:gd name="T46" fmla="*/ 2147483647 w 110"/>
                    <a:gd name="T47" fmla="*/ 2147483647 h 154"/>
                    <a:gd name="T48" fmla="*/ 2147483647 w 110"/>
                    <a:gd name="T49" fmla="*/ 2147483647 h 154"/>
                    <a:gd name="T50" fmla="*/ 2147483647 w 110"/>
                    <a:gd name="T51" fmla="*/ 2147483647 h 154"/>
                    <a:gd name="T52" fmla="*/ 2147483647 w 110"/>
                    <a:gd name="T53" fmla="*/ 2147483647 h 154"/>
                    <a:gd name="T54" fmla="*/ 2147483647 w 110"/>
                    <a:gd name="T55" fmla="*/ 2147483647 h 154"/>
                    <a:gd name="T56" fmla="*/ 2147483647 w 110"/>
                    <a:gd name="T57" fmla="*/ 2147483647 h 154"/>
                    <a:gd name="T58" fmla="*/ 2147483647 w 110"/>
                    <a:gd name="T59" fmla="*/ 2147483647 h 154"/>
                    <a:gd name="T60" fmla="*/ 0 w 110"/>
                    <a:gd name="T61" fmla="*/ 2147483647 h 154"/>
                    <a:gd name="T62" fmla="*/ 2147483647 w 110"/>
                    <a:gd name="T63" fmla="*/ 2147483647 h 154"/>
                    <a:gd name="T64" fmla="*/ 2147483647 w 110"/>
                    <a:gd name="T65" fmla="*/ 0 h 154"/>
                    <a:gd name="T66" fmla="*/ 2147483647 w 110"/>
                    <a:gd name="T67" fmla="*/ 2147483647 h 154"/>
                    <a:gd name="T68" fmla="*/ 2147483647 w 110"/>
                    <a:gd name="T69" fmla="*/ 2147483647 h 154"/>
                    <a:gd name="T70" fmla="*/ 2147483647 w 110"/>
                    <a:gd name="T71" fmla="*/ 2147483647 h 154"/>
                    <a:gd name="T72" fmla="*/ 2147483647 w 110"/>
                    <a:gd name="T73" fmla="*/ 2147483647 h 154"/>
                    <a:gd name="T74" fmla="*/ 2147483647 w 110"/>
                    <a:gd name="T75" fmla="*/ 2147483647 h 154"/>
                    <a:gd name="T76" fmla="*/ 2147483647 w 110"/>
                    <a:gd name="T77" fmla="*/ 2147483647 h 154"/>
                    <a:gd name="T78" fmla="*/ 2147483647 w 110"/>
                    <a:gd name="T79" fmla="*/ 2147483647 h 154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w 110"/>
                    <a:gd name="T121" fmla="*/ 0 h 154"/>
                    <a:gd name="T122" fmla="*/ 110 w 110"/>
                    <a:gd name="T123" fmla="*/ 154 h 154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T120" t="T121" r="T122" b="T123"/>
                  <a:pathLst>
                    <a:path w="110" h="154">
                      <a:moveTo>
                        <a:pt x="76" y="82"/>
                      </a:moveTo>
                      <a:lnTo>
                        <a:pt x="82" y="86"/>
                      </a:lnTo>
                      <a:lnTo>
                        <a:pt x="88" y="90"/>
                      </a:lnTo>
                      <a:lnTo>
                        <a:pt x="90" y="94"/>
                      </a:lnTo>
                      <a:lnTo>
                        <a:pt x="90" y="100"/>
                      </a:lnTo>
                      <a:lnTo>
                        <a:pt x="90" y="104"/>
                      </a:lnTo>
                      <a:lnTo>
                        <a:pt x="90" y="108"/>
                      </a:lnTo>
                      <a:lnTo>
                        <a:pt x="94" y="106"/>
                      </a:lnTo>
                      <a:lnTo>
                        <a:pt x="104" y="104"/>
                      </a:lnTo>
                      <a:lnTo>
                        <a:pt x="108" y="110"/>
                      </a:lnTo>
                      <a:lnTo>
                        <a:pt x="110" y="114"/>
                      </a:lnTo>
                      <a:lnTo>
                        <a:pt x="108" y="118"/>
                      </a:lnTo>
                      <a:lnTo>
                        <a:pt x="104" y="122"/>
                      </a:lnTo>
                      <a:lnTo>
                        <a:pt x="94" y="128"/>
                      </a:lnTo>
                      <a:lnTo>
                        <a:pt x="94" y="130"/>
                      </a:lnTo>
                      <a:lnTo>
                        <a:pt x="98" y="132"/>
                      </a:lnTo>
                      <a:lnTo>
                        <a:pt x="104" y="134"/>
                      </a:lnTo>
                      <a:lnTo>
                        <a:pt x="102" y="138"/>
                      </a:lnTo>
                      <a:lnTo>
                        <a:pt x="98" y="142"/>
                      </a:lnTo>
                      <a:lnTo>
                        <a:pt x="92" y="144"/>
                      </a:lnTo>
                      <a:lnTo>
                        <a:pt x="82" y="144"/>
                      </a:lnTo>
                      <a:lnTo>
                        <a:pt x="66" y="144"/>
                      </a:lnTo>
                      <a:lnTo>
                        <a:pt x="50" y="144"/>
                      </a:lnTo>
                      <a:lnTo>
                        <a:pt x="40" y="144"/>
                      </a:lnTo>
                      <a:lnTo>
                        <a:pt x="40" y="148"/>
                      </a:lnTo>
                      <a:lnTo>
                        <a:pt x="40" y="152"/>
                      </a:lnTo>
                      <a:lnTo>
                        <a:pt x="34" y="152"/>
                      </a:lnTo>
                      <a:lnTo>
                        <a:pt x="26" y="154"/>
                      </a:lnTo>
                      <a:lnTo>
                        <a:pt x="18" y="154"/>
                      </a:lnTo>
                      <a:lnTo>
                        <a:pt x="12" y="154"/>
                      </a:lnTo>
                      <a:lnTo>
                        <a:pt x="14" y="148"/>
                      </a:lnTo>
                      <a:lnTo>
                        <a:pt x="18" y="144"/>
                      </a:lnTo>
                      <a:lnTo>
                        <a:pt x="24" y="142"/>
                      </a:lnTo>
                      <a:lnTo>
                        <a:pt x="30" y="140"/>
                      </a:lnTo>
                      <a:lnTo>
                        <a:pt x="42" y="136"/>
                      </a:lnTo>
                      <a:lnTo>
                        <a:pt x="46" y="132"/>
                      </a:lnTo>
                      <a:lnTo>
                        <a:pt x="50" y="128"/>
                      </a:lnTo>
                      <a:lnTo>
                        <a:pt x="32" y="126"/>
                      </a:lnTo>
                      <a:lnTo>
                        <a:pt x="24" y="124"/>
                      </a:lnTo>
                      <a:lnTo>
                        <a:pt x="18" y="122"/>
                      </a:lnTo>
                      <a:lnTo>
                        <a:pt x="26" y="114"/>
                      </a:lnTo>
                      <a:lnTo>
                        <a:pt x="36" y="108"/>
                      </a:lnTo>
                      <a:lnTo>
                        <a:pt x="36" y="104"/>
                      </a:lnTo>
                      <a:lnTo>
                        <a:pt x="36" y="100"/>
                      </a:lnTo>
                      <a:lnTo>
                        <a:pt x="38" y="98"/>
                      </a:lnTo>
                      <a:lnTo>
                        <a:pt x="40" y="94"/>
                      </a:lnTo>
                      <a:lnTo>
                        <a:pt x="48" y="90"/>
                      </a:lnTo>
                      <a:lnTo>
                        <a:pt x="42" y="84"/>
                      </a:lnTo>
                      <a:lnTo>
                        <a:pt x="40" y="80"/>
                      </a:lnTo>
                      <a:lnTo>
                        <a:pt x="40" y="76"/>
                      </a:lnTo>
                      <a:lnTo>
                        <a:pt x="40" y="70"/>
                      </a:lnTo>
                      <a:lnTo>
                        <a:pt x="42" y="68"/>
                      </a:lnTo>
                      <a:lnTo>
                        <a:pt x="40" y="62"/>
                      </a:lnTo>
                      <a:lnTo>
                        <a:pt x="38" y="58"/>
                      </a:lnTo>
                      <a:lnTo>
                        <a:pt x="14" y="58"/>
                      </a:lnTo>
                      <a:lnTo>
                        <a:pt x="12" y="56"/>
                      </a:lnTo>
                      <a:lnTo>
                        <a:pt x="12" y="50"/>
                      </a:lnTo>
                      <a:lnTo>
                        <a:pt x="10" y="48"/>
                      </a:lnTo>
                      <a:lnTo>
                        <a:pt x="6" y="46"/>
                      </a:lnTo>
                      <a:lnTo>
                        <a:pt x="12" y="36"/>
                      </a:lnTo>
                      <a:lnTo>
                        <a:pt x="6" y="32"/>
                      </a:lnTo>
                      <a:lnTo>
                        <a:pt x="0" y="28"/>
                      </a:lnTo>
                      <a:lnTo>
                        <a:pt x="10" y="20"/>
                      </a:lnTo>
                      <a:lnTo>
                        <a:pt x="22" y="10"/>
                      </a:lnTo>
                      <a:lnTo>
                        <a:pt x="38" y="4"/>
                      </a:lnTo>
                      <a:lnTo>
                        <a:pt x="50" y="0"/>
                      </a:lnTo>
                      <a:lnTo>
                        <a:pt x="48" y="8"/>
                      </a:lnTo>
                      <a:lnTo>
                        <a:pt x="46" y="12"/>
                      </a:lnTo>
                      <a:lnTo>
                        <a:pt x="42" y="16"/>
                      </a:lnTo>
                      <a:lnTo>
                        <a:pt x="38" y="20"/>
                      </a:lnTo>
                      <a:lnTo>
                        <a:pt x="46" y="22"/>
                      </a:lnTo>
                      <a:lnTo>
                        <a:pt x="54" y="22"/>
                      </a:lnTo>
                      <a:lnTo>
                        <a:pt x="60" y="24"/>
                      </a:lnTo>
                      <a:lnTo>
                        <a:pt x="66" y="26"/>
                      </a:lnTo>
                      <a:lnTo>
                        <a:pt x="58" y="36"/>
                      </a:lnTo>
                      <a:lnTo>
                        <a:pt x="54" y="40"/>
                      </a:lnTo>
                      <a:lnTo>
                        <a:pt x="54" y="46"/>
                      </a:lnTo>
                      <a:lnTo>
                        <a:pt x="56" y="56"/>
                      </a:lnTo>
                      <a:lnTo>
                        <a:pt x="62" y="64"/>
                      </a:lnTo>
                      <a:lnTo>
                        <a:pt x="74" y="82"/>
                      </a:lnTo>
                      <a:lnTo>
                        <a:pt x="76" y="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5" name="ï$ļïdê"/>
                <p:cNvSpPr/>
                <p:nvPr/>
              </p:nvSpPr>
              <p:spPr bwMode="auto">
                <a:xfrm>
                  <a:off x="4098588" y="2189205"/>
                  <a:ext cx="106046" cy="105079"/>
                </a:xfrm>
                <a:custGeom>
                  <a:avLst/>
                  <a:gdLst>
                    <a:gd name="T0" fmla="*/ 2147483647 w 60"/>
                    <a:gd name="T1" fmla="*/ 2147483647 h 64"/>
                    <a:gd name="T2" fmla="*/ 2147483647 w 60"/>
                    <a:gd name="T3" fmla="*/ 2147483647 h 64"/>
                    <a:gd name="T4" fmla="*/ 2147483647 w 60"/>
                    <a:gd name="T5" fmla="*/ 2147483647 h 64"/>
                    <a:gd name="T6" fmla="*/ 2147483647 w 60"/>
                    <a:gd name="T7" fmla="*/ 0 h 64"/>
                    <a:gd name="T8" fmla="*/ 2147483647 w 60"/>
                    <a:gd name="T9" fmla="*/ 0 h 64"/>
                    <a:gd name="T10" fmla="*/ 2147483647 w 60"/>
                    <a:gd name="T11" fmla="*/ 0 h 64"/>
                    <a:gd name="T12" fmla="*/ 2147483647 w 60"/>
                    <a:gd name="T13" fmla="*/ 2147483647 h 64"/>
                    <a:gd name="T14" fmla="*/ 2147483647 w 60"/>
                    <a:gd name="T15" fmla="*/ 2147483647 h 64"/>
                    <a:gd name="T16" fmla="*/ 2147483647 w 60"/>
                    <a:gd name="T17" fmla="*/ 2147483647 h 64"/>
                    <a:gd name="T18" fmla="*/ 2147483647 w 60"/>
                    <a:gd name="T19" fmla="*/ 2147483647 h 64"/>
                    <a:gd name="T20" fmla="*/ 2147483647 w 60"/>
                    <a:gd name="T21" fmla="*/ 2147483647 h 64"/>
                    <a:gd name="T22" fmla="*/ 2147483647 w 60"/>
                    <a:gd name="T23" fmla="*/ 2147483647 h 64"/>
                    <a:gd name="T24" fmla="*/ 2147483647 w 60"/>
                    <a:gd name="T25" fmla="*/ 2147483647 h 64"/>
                    <a:gd name="T26" fmla="*/ 2147483647 w 60"/>
                    <a:gd name="T27" fmla="*/ 2147483647 h 64"/>
                    <a:gd name="T28" fmla="*/ 2147483647 w 60"/>
                    <a:gd name="T29" fmla="*/ 2147483647 h 64"/>
                    <a:gd name="T30" fmla="*/ 2147483647 w 60"/>
                    <a:gd name="T31" fmla="*/ 2147483647 h 64"/>
                    <a:gd name="T32" fmla="*/ 2147483647 w 60"/>
                    <a:gd name="T33" fmla="*/ 2147483647 h 64"/>
                    <a:gd name="T34" fmla="*/ 2147483647 w 60"/>
                    <a:gd name="T35" fmla="*/ 2147483647 h 64"/>
                    <a:gd name="T36" fmla="*/ 2147483647 w 60"/>
                    <a:gd name="T37" fmla="*/ 2147483647 h 64"/>
                    <a:gd name="T38" fmla="*/ 2147483647 w 60"/>
                    <a:gd name="T39" fmla="*/ 2147483647 h 64"/>
                    <a:gd name="T40" fmla="*/ 2147483647 w 60"/>
                    <a:gd name="T41" fmla="*/ 2147483647 h 64"/>
                    <a:gd name="T42" fmla="*/ 2147483647 w 60"/>
                    <a:gd name="T43" fmla="*/ 2147483647 h 64"/>
                    <a:gd name="T44" fmla="*/ 2147483647 w 60"/>
                    <a:gd name="T45" fmla="*/ 2147483647 h 64"/>
                    <a:gd name="T46" fmla="*/ 2147483647 w 60"/>
                    <a:gd name="T47" fmla="*/ 2147483647 h 64"/>
                    <a:gd name="T48" fmla="*/ 0 w 60"/>
                    <a:gd name="T49" fmla="*/ 2147483647 h 64"/>
                    <a:gd name="T50" fmla="*/ 2147483647 w 60"/>
                    <a:gd name="T51" fmla="*/ 2147483647 h 64"/>
                    <a:gd name="T52" fmla="*/ 2147483647 w 60"/>
                    <a:gd name="T53" fmla="*/ 2147483647 h 64"/>
                    <a:gd name="T54" fmla="*/ 2147483647 w 60"/>
                    <a:gd name="T55" fmla="*/ 2147483647 h 64"/>
                    <a:gd name="T56" fmla="*/ 2147483647 w 60"/>
                    <a:gd name="T57" fmla="*/ 2147483647 h 64"/>
                    <a:gd name="T58" fmla="*/ 2147483647 w 60"/>
                    <a:gd name="T59" fmla="*/ 2147483647 h 64"/>
                    <a:gd name="T60" fmla="*/ 2147483647 w 60"/>
                    <a:gd name="T61" fmla="*/ 2147483647 h 64"/>
                    <a:gd name="T62" fmla="*/ 2147483647 w 60"/>
                    <a:gd name="T63" fmla="*/ 2147483647 h 64"/>
                    <a:gd name="T64" fmla="*/ 2147483647 w 60"/>
                    <a:gd name="T65" fmla="*/ 2147483647 h 64"/>
                    <a:gd name="T66" fmla="*/ 2147483647 w 60"/>
                    <a:gd name="T67" fmla="*/ 2147483647 h 64"/>
                    <a:gd name="T68" fmla="*/ 2147483647 w 60"/>
                    <a:gd name="T69" fmla="*/ 2147483647 h 64"/>
                    <a:gd name="T70" fmla="*/ 2147483647 w 60"/>
                    <a:gd name="T71" fmla="*/ 2147483647 h 6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60"/>
                    <a:gd name="T109" fmla="*/ 0 h 64"/>
                    <a:gd name="T110" fmla="*/ 60 w 60"/>
                    <a:gd name="T111" fmla="*/ 64 h 6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60" h="64">
                      <a:moveTo>
                        <a:pt x="32" y="20"/>
                      </a:moveTo>
                      <a:lnTo>
                        <a:pt x="32" y="4"/>
                      </a:lnTo>
                      <a:lnTo>
                        <a:pt x="32" y="2"/>
                      </a:lnTo>
                      <a:lnTo>
                        <a:pt x="34" y="0"/>
                      </a:lnTo>
                      <a:lnTo>
                        <a:pt x="44" y="0"/>
                      </a:lnTo>
                      <a:lnTo>
                        <a:pt x="56" y="0"/>
                      </a:lnTo>
                      <a:lnTo>
                        <a:pt x="60" y="2"/>
                      </a:lnTo>
                      <a:lnTo>
                        <a:pt x="60" y="6"/>
                      </a:lnTo>
                      <a:lnTo>
                        <a:pt x="58" y="14"/>
                      </a:lnTo>
                      <a:lnTo>
                        <a:pt x="54" y="18"/>
                      </a:lnTo>
                      <a:lnTo>
                        <a:pt x="50" y="20"/>
                      </a:lnTo>
                      <a:lnTo>
                        <a:pt x="48" y="24"/>
                      </a:lnTo>
                      <a:lnTo>
                        <a:pt x="50" y="26"/>
                      </a:lnTo>
                      <a:lnTo>
                        <a:pt x="52" y="30"/>
                      </a:lnTo>
                      <a:lnTo>
                        <a:pt x="54" y="32"/>
                      </a:lnTo>
                      <a:lnTo>
                        <a:pt x="56" y="36"/>
                      </a:lnTo>
                      <a:lnTo>
                        <a:pt x="54" y="42"/>
                      </a:lnTo>
                      <a:lnTo>
                        <a:pt x="50" y="46"/>
                      </a:lnTo>
                      <a:lnTo>
                        <a:pt x="38" y="54"/>
                      </a:lnTo>
                      <a:lnTo>
                        <a:pt x="24" y="62"/>
                      </a:lnTo>
                      <a:lnTo>
                        <a:pt x="16" y="64"/>
                      </a:lnTo>
                      <a:lnTo>
                        <a:pt x="10" y="64"/>
                      </a:lnTo>
                      <a:lnTo>
                        <a:pt x="6" y="64"/>
                      </a:lnTo>
                      <a:lnTo>
                        <a:pt x="4" y="62"/>
                      </a:lnTo>
                      <a:lnTo>
                        <a:pt x="0" y="56"/>
                      </a:lnTo>
                      <a:lnTo>
                        <a:pt x="2" y="52"/>
                      </a:lnTo>
                      <a:lnTo>
                        <a:pt x="6" y="48"/>
                      </a:lnTo>
                      <a:lnTo>
                        <a:pt x="14" y="40"/>
                      </a:lnTo>
                      <a:lnTo>
                        <a:pt x="6" y="34"/>
                      </a:lnTo>
                      <a:lnTo>
                        <a:pt x="2" y="30"/>
                      </a:lnTo>
                      <a:lnTo>
                        <a:pt x="6" y="26"/>
                      </a:lnTo>
                      <a:lnTo>
                        <a:pt x="4" y="20"/>
                      </a:lnTo>
                      <a:lnTo>
                        <a:pt x="10" y="18"/>
                      </a:lnTo>
                      <a:lnTo>
                        <a:pt x="20" y="16"/>
                      </a:lnTo>
                      <a:lnTo>
                        <a:pt x="26" y="18"/>
                      </a:lnTo>
                      <a:lnTo>
                        <a:pt x="32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6" name="iŝḻîḑè"/>
                <p:cNvSpPr/>
                <p:nvPr/>
              </p:nvSpPr>
              <p:spPr bwMode="auto">
                <a:xfrm>
                  <a:off x="4564087" y="2552079"/>
                  <a:ext cx="16526" cy="46234"/>
                </a:xfrm>
                <a:custGeom>
                  <a:avLst/>
                  <a:gdLst>
                    <a:gd name="T0" fmla="*/ 0 w 10"/>
                    <a:gd name="T1" fmla="*/ 2147483647 h 28"/>
                    <a:gd name="T2" fmla="*/ 0 w 10"/>
                    <a:gd name="T3" fmla="*/ 2147483647 h 28"/>
                    <a:gd name="T4" fmla="*/ 2147483647 w 10"/>
                    <a:gd name="T5" fmla="*/ 2147483647 h 28"/>
                    <a:gd name="T6" fmla="*/ 2147483647 w 10"/>
                    <a:gd name="T7" fmla="*/ 0 h 28"/>
                    <a:gd name="T8" fmla="*/ 2147483647 w 10"/>
                    <a:gd name="T9" fmla="*/ 2147483647 h 28"/>
                    <a:gd name="T10" fmla="*/ 2147483647 w 10"/>
                    <a:gd name="T11" fmla="*/ 2147483647 h 28"/>
                    <a:gd name="T12" fmla="*/ 2147483647 w 10"/>
                    <a:gd name="T13" fmla="*/ 2147483647 h 28"/>
                    <a:gd name="T14" fmla="*/ 0 w 10"/>
                    <a:gd name="T15" fmla="*/ 2147483647 h 2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"/>
                    <a:gd name="T25" fmla="*/ 0 h 28"/>
                    <a:gd name="T26" fmla="*/ 10 w 10"/>
                    <a:gd name="T27" fmla="*/ 28 h 2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" h="28">
                      <a:moveTo>
                        <a:pt x="0" y="28"/>
                      </a:moveTo>
                      <a:lnTo>
                        <a:pt x="0" y="12"/>
                      </a:lnTo>
                      <a:lnTo>
                        <a:pt x="2" y="6"/>
                      </a:lnTo>
                      <a:lnTo>
                        <a:pt x="6" y="0"/>
                      </a:lnTo>
                      <a:lnTo>
                        <a:pt x="8" y="6"/>
                      </a:lnTo>
                      <a:lnTo>
                        <a:pt x="10" y="10"/>
                      </a:lnTo>
                      <a:lnTo>
                        <a:pt x="10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7" name="ïš1îḋé"/>
                <p:cNvSpPr/>
                <p:nvPr/>
              </p:nvSpPr>
              <p:spPr bwMode="auto">
                <a:xfrm>
                  <a:off x="4539296" y="2605318"/>
                  <a:ext cx="48203" cy="65850"/>
                </a:xfrm>
                <a:custGeom>
                  <a:avLst/>
                  <a:gdLst>
                    <a:gd name="T0" fmla="*/ 2147483647 w 28"/>
                    <a:gd name="T1" fmla="*/ 2147483647 h 40"/>
                    <a:gd name="T2" fmla="*/ 2147483647 w 28"/>
                    <a:gd name="T3" fmla="*/ 2147483647 h 40"/>
                    <a:gd name="T4" fmla="*/ 2147483647 w 28"/>
                    <a:gd name="T5" fmla="*/ 0 h 40"/>
                    <a:gd name="T6" fmla="*/ 2147483647 w 28"/>
                    <a:gd name="T7" fmla="*/ 2147483647 h 40"/>
                    <a:gd name="T8" fmla="*/ 2147483647 w 28"/>
                    <a:gd name="T9" fmla="*/ 2147483647 h 40"/>
                    <a:gd name="T10" fmla="*/ 2147483647 w 28"/>
                    <a:gd name="T11" fmla="*/ 2147483647 h 40"/>
                    <a:gd name="T12" fmla="*/ 2147483647 w 28"/>
                    <a:gd name="T13" fmla="*/ 2147483647 h 40"/>
                    <a:gd name="T14" fmla="*/ 2147483647 w 28"/>
                    <a:gd name="T15" fmla="*/ 2147483647 h 40"/>
                    <a:gd name="T16" fmla="*/ 2147483647 w 28"/>
                    <a:gd name="T17" fmla="*/ 2147483647 h 40"/>
                    <a:gd name="T18" fmla="*/ 2147483647 w 28"/>
                    <a:gd name="T19" fmla="*/ 2147483647 h 40"/>
                    <a:gd name="T20" fmla="*/ 2147483647 w 28"/>
                    <a:gd name="T21" fmla="*/ 2147483647 h 40"/>
                    <a:gd name="T22" fmla="*/ 2147483647 w 28"/>
                    <a:gd name="T23" fmla="*/ 2147483647 h 40"/>
                    <a:gd name="T24" fmla="*/ 2147483647 w 28"/>
                    <a:gd name="T25" fmla="*/ 2147483647 h 40"/>
                    <a:gd name="T26" fmla="*/ 2147483647 w 28"/>
                    <a:gd name="T27" fmla="*/ 2147483647 h 40"/>
                    <a:gd name="T28" fmla="*/ 0 w 28"/>
                    <a:gd name="T29" fmla="*/ 2147483647 h 40"/>
                    <a:gd name="T30" fmla="*/ 2147483647 w 28"/>
                    <a:gd name="T31" fmla="*/ 2147483647 h 40"/>
                    <a:gd name="T32" fmla="*/ 2147483647 w 28"/>
                    <a:gd name="T33" fmla="*/ 2147483647 h 40"/>
                    <a:gd name="T34" fmla="*/ 2147483647 w 28"/>
                    <a:gd name="T35" fmla="*/ 2147483647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28"/>
                    <a:gd name="T55" fmla="*/ 0 h 40"/>
                    <a:gd name="T56" fmla="*/ 28 w 28"/>
                    <a:gd name="T57" fmla="*/ 40 h 4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28" h="40">
                      <a:moveTo>
                        <a:pt x="12" y="8"/>
                      </a:moveTo>
                      <a:lnTo>
                        <a:pt x="16" y="4"/>
                      </a:lnTo>
                      <a:lnTo>
                        <a:pt x="20" y="0"/>
                      </a:lnTo>
                      <a:lnTo>
                        <a:pt x="24" y="4"/>
                      </a:lnTo>
                      <a:lnTo>
                        <a:pt x="28" y="8"/>
                      </a:lnTo>
                      <a:lnTo>
                        <a:pt x="28" y="34"/>
                      </a:lnTo>
                      <a:lnTo>
                        <a:pt x="24" y="36"/>
                      </a:lnTo>
                      <a:lnTo>
                        <a:pt x="20" y="38"/>
                      </a:lnTo>
                      <a:lnTo>
                        <a:pt x="14" y="40"/>
                      </a:lnTo>
                      <a:lnTo>
                        <a:pt x="10" y="36"/>
                      </a:lnTo>
                      <a:lnTo>
                        <a:pt x="10" y="34"/>
                      </a:lnTo>
                      <a:lnTo>
                        <a:pt x="10" y="30"/>
                      </a:lnTo>
                      <a:lnTo>
                        <a:pt x="10" y="14"/>
                      </a:lnTo>
                      <a:lnTo>
                        <a:pt x="4" y="12"/>
                      </a:lnTo>
                      <a:lnTo>
                        <a:pt x="0" y="8"/>
                      </a:lnTo>
                      <a:lnTo>
                        <a:pt x="4" y="6"/>
                      </a:lnTo>
                      <a:lnTo>
                        <a:pt x="8" y="6"/>
                      </a:lnTo>
                      <a:lnTo>
                        <a:pt x="12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8" name="íṩḷïḋê"/>
                <p:cNvSpPr/>
                <p:nvPr/>
              </p:nvSpPr>
              <p:spPr bwMode="auto">
                <a:xfrm>
                  <a:off x="4666001" y="2697789"/>
                  <a:ext cx="70237" cy="40630"/>
                </a:xfrm>
                <a:custGeom>
                  <a:avLst/>
                  <a:gdLst>
                    <a:gd name="T0" fmla="*/ 2147483647 w 41"/>
                    <a:gd name="T1" fmla="*/ 2147483647 h 24"/>
                    <a:gd name="T2" fmla="*/ 2147483647 w 41"/>
                    <a:gd name="T3" fmla="*/ 2147483647 h 24"/>
                    <a:gd name="T4" fmla="*/ 2147483647 w 41"/>
                    <a:gd name="T5" fmla="*/ 2147483647 h 24"/>
                    <a:gd name="T6" fmla="*/ 2147483647 w 41"/>
                    <a:gd name="T7" fmla="*/ 2147483647 h 24"/>
                    <a:gd name="T8" fmla="*/ 2147483647 w 41"/>
                    <a:gd name="T9" fmla="*/ 2147483647 h 24"/>
                    <a:gd name="T10" fmla="*/ 2147483647 w 41"/>
                    <a:gd name="T11" fmla="*/ 2147483647 h 24"/>
                    <a:gd name="T12" fmla="*/ 2147483647 w 41"/>
                    <a:gd name="T13" fmla="*/ 2147483647 h 24"/>
                    <a:gd name="T14" fmla="*/ 2147483647 w 41"/>
                    <a:gd name="T15" fmla="*/ 2147483647 h 24"/>
                    <a:gd name="T16" fmla="*/ 0 w 41"/>
                    <a:gd name="T17" fmla="*/ 2147483647 h 24"/>
                    <a:gd name="T18" fmla="*/ 0 w 41"/>
                    <a:gd name="T19" fmla="*/ 2147483647 h 24"/>
                    <a:gd name="T20" fmla="*/ 2147483647 w 41"/>
                    <a:gd name="T21" fmla="*/ 0 h 24"/>
                    <a:gd name="T22" fmla="*/ 2147483647 w 41"/>
                    <a:gd name="T23" fmla="*/ 0 h 24"/>
                    <a:gd name="T24" fmla="*/ 2147483647 w 41"/>
                    <a:gd name="T25" fmla="*/ 2147483647 h 24"/>
                    <a:gd name="T26" fmla="*/ 2147483647 w 41"/>
                    <a:gd name="T27" fmla="*/ 2147483647 h 24"/>
                    <a:gd name="T28" fmla="*/ 2147483647 w 41"/>
                    <a:gd name="T29" fmla="*/ 2147483647 h 24"/>
                    <a:gd name="T30" fmla="*/ 2147483647 w 41"/>
                    <a:gd name="T31" fmla="*/ 0 h 24"/>
                    <a:gd name="T32" fmla="*/ 2147483647 w 41"/>
                    <a:gd name="T33" fmla="*/ 2147483647 h 24"/>
                    <a:gd name="T34" fmla="*/ 2147483647 w 41"/>
                    <a:gd name="T35" fmla="*/ 2147483647 h 2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41"/>
                    <a:gd name="T55" fmla="*/ 0 h 24"/>
                    <a:gd name="T56" fmla="*/ 41 w 41"/>
                    <a:gd name="T57" fmla="*/ 24 h 24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41" h="24">
                      <a:moveTo>
                        <a:pt x="41" y="12"/>
                      </a:moveTo>
                      <a:lnTo>
                        <a:pt x="39" y="16"/>
                      </a:lnTo>
                      <a:lnTo>
                        <a:pt x="39" y="18"/>
                      </a:lnTo>
                      <a:lnTo>
                        <a:pt x="39" y="22"/>
                      </a:lnTo>
                      <a:lnTo>
                        <a:pt x="39" y="24"/>
                      </a:lnTo>
                      <a:lnTo>
                        <a:pt x="31" y="22"/>
                      </a:lnTo>
                      <a:lnTo>
                        <a:pt x="17" y="16"/>
                      </a:lnTo>
                      <a:lnTo>
                        <a:pt x="4" y="10"/>
                      </a:lnTo>
                      <a:lnTo>
                        <a:pt x="0" y="6"/>
                      </a:lnTo>
                      <a:lnTo>
                        <a:pt x="0" y="2"/>
                      </a:lnTo>
                      <a:lnTo>
                        <a:pt x="2" y="0"/>
                      </a:lnTo>
                      <a:lnTo>
                        <a:pt x="9" y="0"/>
                      </a:lnTo>
                      <a:lnTo>
                        <a:pt x="19" y="2"/>
                      </a:lnTo>
                      <a:lnTo>
                        <a:pt x="27" y="4"/>
                      </a:lnTo>
                      <a:lnTo>
                        <a:pt x="33" y="2"/>
                      </a:lnTo>
                      <a:lnTo>
                        <a:pt x="41" y="0"/>
                      </a:lnTo>
                      <a:lnTo>
                        <a:pt x="41" y="4"/>
                      </a:lnTo>
                      <a:lnTo>
                        <a:pt x="41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79" name="îṩľíḑè"/>
                <p:cNvSpPr/>
                <p:nvPr/>
              </p:nvSpPr>
              <p:spPr bwMode="auto">
                <a:xfrm>
                  <a:off x="4580613" y="2155580"/>
                  <a:ext cx="41317" cy="47636"/>
                </a:xfrm>
                <a:custGeom>
                  <a:avLst/>
                  <a:gdLst>
                    <a:gd name="T0" fmla="*/ 2147483647 w 24"/>
                    <a:gd name="T1" fmla="*/ 2147483647 h 30"/>
                    <a:gd name="T2" fmla="*/ 2147483647 w 24"/>
                    <a:gd name="T3" fmla="*/ 2147483647 h 30"/>
                    <a:gd name="T4" fmla="*/ 2147483647 w 24"/>
                    <a:gd name="T5" fmla="*/ 2147483647 h 30"/>
                    <a:gd name="T6" fmla="*/ 2147483647 w 24"/>
                    <a:gd name="T7" fmla="*/ 2147483647 h 30"/>
                    <a:gd name="T8" fmla="*/ 2147483647 w 24"/>
                    <a:gd name="T9" fmla="*/ 2147483647 h 30"/>
                    <a:gd name="T10" fmla="*/ 2147483647 w 24"/>
                    <a:gd name="T11" fmla="*/ 2147483647 h 30"/>
                    <a:gd name="T12" fmla="*/ 2147483647 w 24"/>
                    <a:gd name="T13" fmla="*/ 2147483647 h 30"/>
                    <a:gd name="T14" fmla="*/ 2147483647 w 24"/>
                    <a:gd name="T15" fmla="*/ 2147483647 h 30"/>
                    <a:gd name="T16" fmla="*/ 2147483647 w 24"/>
                    <a:gd name="T17" fmla="*/ 2147483647 h 30"/>
                    <a:gd name="T18" fmla="*/ 2147483647 w 24"/>
                    <a:gd name="T19" fmla="*/ 2147483647 h 30"/>
                    <a:gd name="T20" fmla="*/ 2147483647 w 24"/>
                    <a:gd name="T21" fmla="*/ 2147483647 h 30"/>
                    <a:gd name="T22" fmla="*/ 2147483647 w 24"/>
                    <a:gd name="T23" fmla="*/ 2147483647 h 30"/>
                    <a:gd name="T24" fmla="*/ 2147483647 w 24"/>
                    <a:gd name="T25" fmla="*/ 2147483647 h 30"/>
                    <a:gd name="T26" fmla="*/ 2147483647 w 24"/>
                    <a:gd name="T27" fmla="*/ 2147483647 h 30"/>
                    <a:gd name="T28" fmla="*/ 0 w 24"/>
                    <a:gd name="T29" fmla="*/ 2147483647 h 30"/>
                    <a:gd name="T30" fmla="*/ 0 w 24"/>
                    <a:gd name="T31" fmla="*/ 2147483647 h 30"/>
                    <a:gd name="T32" fmla="*/ 2147483647 w 24"/>
                    <a:gd name="T33" fmla="*/ 2147483647 h 30"/>
                    <a:gd name="T34" fmla="*/ 2147483647 w 24"/>
                    <a:gd name="T35" fmla="*/ 0 h 30"/>
                    <a:gd name="T36" fmla="*/ 2147483647 w 24"/>
                    <a:gd name="T37" fmla="*/ 0 h 30"/>
                    <a:gd name="T38" fmla="*/ 2147483647 w 24"/>
                    <a:gd name="T39" fmla="*/ 0 h 30"/>
                    <a:gd name="T40" fmla="*/ 2147483647 w 24"/>
                    <a:gd name="T41" fmla="*/ 2147483647 h 3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24"/>
                    <a:gd name="T64" fmla="*/ 0 h 30"/>
                    <a:gd name="T65" fmla="*/ 24 w 24"/>
                    <a:gd name="T66" fmla="*/ 30 h 30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24" h="30">
                      <a:moveTo>
                        <a:pt x="12" y="4"/>
                      </a:moveTo>
                      <a:lnTo>
                        <a:pt x="12" y="12"/>
                      </a:lnTo>
                      <a:lnTo>
                        <a:pt x="18" y="8"/>
                      </a:lnTo>
                      <a:lnTo>
                        <a:pt x="24" y="4"/>
                      </a:lnTo>
                      <a:lnTo>
                        <a:pt x="24" y="16"/>
                      </a:lnTo>
                      <a:lnTo>
                        <a:pt x="22" y="20"/>
                      </a:lnTo>
                      <a:lnTo>
                        <a:pt x="18" y="26"/>
                      </a:lnTo>
                      <a:lnTo>
                        <a:pt x="16" y="30"/>
                      </a:lnTo>
                      <a:lnTo>
                        <a:pt x="14" y="30"/>
                      </a:lnTo>
                      <a:lnTo>
                        <a:pt x="14" y="28"/>
                      </a:lnTo>
                      <a:lnTo>
                        <a:pt x="12" y="24"/>
                      </a:lnTo>
                      <a:lnTo>
                        <a:pt x="10" y="20"/>
                      </a:lnTo>
                      <a:lnTo>
                        <a:pt x="6" y="14"/>
                      </a:lnTo>
                      <a:lnTo>
                        <a:pt x="2" y="10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4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12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0" name="išḷïḑè"/>
                <p:cNvSpPr/>
                <p:nvPr/>
              </p:nvSpPr>
              <p:spPr bwMode="auto">
                <a:xfrm>
                  <a:off x="4580613" y="1803914"/>
                  <a:ext cx="260294" cy="376884"/>
                </a:xfrm>
                <a:custGeom>
                  <a:avLst/>
                  <a:gdLst>
                    <a:gd name="T0" fmla="*/ 2147483647 w 149"/>
                    <a:gd name="T1" fmla="*/ 2147483647 h 224"/>
                    <a:gd name="T2" fmla="*/ 2147483647 w 149"/>
                    <a:gd name="T3" fmla="*/ 2147483647 h 224"/>
                    <a:gd name="T4" fmla="*/ 2147483647 w 149"/>
                    <a:gd name="T5" fmla="*/ 2147483647 h 224"/>
                    <a:gd name="T6" fmla="*/ 2147483647 w 149"/>
                    <a:gd name="T7" fmla="*/ 2147483647 h 224"/>
                    <a:gd name="T8" fmla="*/ 2147483647 w 149"/>
                    <a:gd name="T9" fmla="*/ 2147483647 h 224"/>
                    <a:gd name="T10" fmla="*/ 2147483647 w 149"/>
                    <a:gd name="T11" fmla="*/ 2147483647 h 224"/>
                    <a:gd name="T12" fmla="*/ 2147483647 w 149"/>
                    <a:gd name="T13" fmla="*/ 2147483647 h 224"/>
                    <a:gd name="T14" fmla="*/ 2147483647 w 149"/>
                    <a:gd name="T15" fmla="*/ 2147483647 h 224"/>
                    <a:gd name="T16" fmla="*/ 2147483647 w 149"/>
                    <a:gd name="T17" fmla="*/ 2147483647 h 224"/>
                    <a:gd name="T18" fmla="*/ 2147483647 w 149"/>
                    <a:gd name="T19" fmla="*/ 2147483647 h 224"/>
                    <a:gd name="T20" fmla="*/ 2147483647 w 149"/>
                    <a:gd name="T21" fmla="*/ 2147483647 h 224"/>
                    <a:gd name="T22" fmla="*/ 2147483647 w 149"/>
                    <a:gd name="T23" fmla="*/ 2147483647 h 224"/>
                    <a:gd name="T24" fmla="*/ 2147483647 w 149"/>
                    <a:gd name="T25" fmla="*/ 2147483647 h 224"/>
                    <a:gd name="T26" fmla="*/ 2147483647 w 149"/>
                    <a:gd name="T27" fmla="*/ 2147483647 h 224"/>
                    <a:gd name="T28" fmla="*/ 2147483647 w 149"/>
                    <a:gd name="T29" fmla="*/ 2147483647 h 224"/>
                    <a:gd name="T30" fmla="*/ 2147483647 w 149"/>
                    <a:gd name="T31" fmla="*/ 2147483647 h 224"/>
                    <a:gd name="T32" fmla="*/ 0 w 149"/>
                    <a:gd name="T33" fmla="*/ 2147483647 h 224"/>
                    <a:gd name="T34" fmla="*/ 2147483647 w 149"/>
                    <a:gd name="T35" fmla="*/ 2147483647 h 224"/>
                    <a:gd name="T36" fmla="*/ 2147483647 w 149"/>
                    <a:gd name="T37" fmla="*/ 2147483647 h 224"/>
                    <a:gd name="T38" fmla="*/ 2147483647 w 149"/>
                    <a:gd name="T39" fmla="*/ 2147483647 h 224"/>
                    <a:gd name="T40" fmla="*/ 2147483647 w 149"/>
                    <a:gd name="T41" fmla="*/ 2147483647 h 224"/>
                    <a:gd name="T42" fmla="*/ 2147483647 w 149"/>
                    <a:gd name="T43" fmla="*/ 2147483647 h 224"/>
                    <a:gd name="T44" fmla="*/ 2147483647 w 149"/>
                    <a:gd name="T45" fmla="*/ 2147483647 h 224"/>
                    <a:gd name="T46" fmla="*/ 2147483647 w 149"/>
                    <a:gd name="T47" fmla="*/ 2147483647 h 224"/>
                    <a:gd name="T48" fmla="*/ 2147483647 w 149"/>
                    <a:gd name="T49" fmla="*/ 2147483647 h 224"/>
                    <a:gd name="T50" fmla="*/ 2147483647 w 149"/>
                    <a:gd name="T51" fmla="*/ 2147483647 h 224"/>
                    <a:gd name="T52" fmla="*/ 2147483647 w 149"/>
                    <a:gd name="T53" fmla="*/ 2147483647 h 224"/>
                    <a:gd name="T54" fmla="*/ 2147483647 w 149"/>
                    <a:gd name="T55" fmla="*/ 2147483647 h 224"/>
                    <a:gd name="T56" fmla="*/ 2147483647 w 149"/>
                    <a:gd name="T57" fmla="*/ 2147483647 h 224"/>
                    <a:gd name="T58" fmla="*/ 2147483647 w 149"/>
                    <a:gd name="T59" fmla="*/ 2147483647 h 224"/>
                    <a:gd name="T60" fmla="*/ 2147483647 w 149"/>
                    <a:gd name="T61" fmla="*/ 2147483647 h 224"/>
                    <a:gd name="T62" fmla="*/ 2147483647 w 149"/>
                    <a:gd name="T63" fmla="*/ 2147483647 h 224"/>
                    <a:gd name="T64" fmla="*/ 2147483647 w 149"/>
                    <a:gd name="T65" fmla="*/ 2147483647 h 224"/>
                    <a:gd name="T66" fmla="*/ 2147483647 w 149"/>
                    <a:gd name="T67" fmla="*/ 2147483647 h 224"/>
                    <a:gd name="T68" fmla="*/ 2147483647 w 149"/>
                    <a:gd name="T69" fmla="*/ 2147483647 h 224"/>
                    <a:gd name="T70" fmla="*/ 2147483647 w 149"/>
                    <a:gd name="T71" fmla="*/ 2147483647 h 224"/>
                    <a:gd name="T72" fmla="*/ 2147483647 w 149"/>
                    <a:gd name="T73" fmla="*/ 2147483647 h 224"/>
                    <a:gd name="T74" fmla="*/ 2147483647 w 149"/>
                    <a:gd name="T75" fmla="*/ 2147483647 h 224"/>
                    <a:gd name="T76" fmla="*/ 2147483647 w 149"/>
                    <a:gd name="T77" fmla="*/ 2147483647 h 224"/>
                    <a:gd name="T78" fmla="*/ 2147483647 w 149"/>
                    <a:gd name="T79" fmla="*/ 2147483647 h 224"/>
                    <a:gd name="T80" fmla="*/ 2147483647 w 149"/>
                    <a:gd name="T81" fmla="*/ 2147483647 h 22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49"/>
                    <a:gd name="T124" fmla="*/ 0 h 224"/>
                    <a:gd name="T125" fmla="*/ 149 w 149"/>
                    <a:gd name="T126" fmla="*/ 224 h 224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49" h="224">
                      <a:moveTo>
                        <a:pt x="149" y="56"/>
                      </a:moveTo>
                      <a:lnTo>
                        <a:pt x="145" y="44"/>
                      </a:lnTo>
                      <a:lnTo>
                        <a:pt x="143" y="36"/>
                      </a:lnTo>
                      <a:lnTo>
                        <a:pt x="141" y="28"/>
                      </a:lnTo>
                      <a:lnTo>
                        <a:pt x="137" y="16"/>
                      </a:lnTo>
                      <a:lnTo>
                        <a:pt x="131" y="10"/>
                      </a:lnTo>
                      <a:lnTo>
                        <a:pt x="121" y="8"/>
                      </a:lnTo>
                      <a:lnTo>
                        <a:pt x="113" y="4"/>
                      </a:lnTo>
                      <a:lnTo>
                        <a:pt x="105" y="0"/>
                      </a:lnTo>
                      <a:lnTo>
                        <a:pt x="97" y="4"/>
                      </a:lnTo>
                      <a:lnTo>
                        <a:pt x="89" y="6"/>
                      </a:lnTo>
                      <a:lnTo>
                        <a:pt x="77" y="6"/>
                      </a:lnTo>
                      <a:lnTo>
                        <a:pt x="65" y="8"/>
                      </a:lnTo>
                      <a:lnTo>
                        <a:pt x="59" y="12"/>
                      </a:lnTo>
                      <a:lnTo>
                        <a:pt x="50" y="22"/>
                      </a:lnTo>
                      <a:lnTo>
                        <a:pt x="42" y="32"/>
                      </a:lnTo>
                      <a:lnTo>
                        <a:pt x="36" y="42"/>
                      </a:lnTo>
                      <a:lnTo>
                        <a:pt x="32" y="54"/>
                      </a:lnTo>
                      <a:lnTo>
                        <a:pt x="30" y="64"/>
                      </a:lnTo>
                      <a:lnTo>
                        <a:pt x="30" y="76"/>
                      </a:lnTo>
                      <a:lnTo>
                        <a:pt x="22" y="76"/>
                      </a:lnTo>
                      <a:lnTo>
                        <a:pt x="12" y="76"/>
                      </a:lnTo>
                      <a:lnTo>
                        <a:pt x="8" y="78"/>
                      </a:lnTo>
                      <a:lnTo>
                        <a:pt x="6" y="82"/>
                      </a:lnTo>
                      <a:lnTo>
                        <a:pt x="4" y="86"/>
                      </a:lnTo>
                      <a:lnTo>
                        <a:pt x="4" y="90"/>
                      </a:lnTo>
                      <a:lnTo>
                        <a:pt x="4" y="98"/>
                      </a:lnTo>
                      <a:lnTo>
                        <a:pt x="8" y="108"/>
                      </a:lnTo>
                      <a:lnTo>
                        <a:pt x="12" y="122"/>
                      </a:lnTo>
                      <a:lnTo>
                        <a:pt x="12" y="130"/>
                      </a:lnTo>
                      <a:lnTo>
                        <a:pt x="12" y="132"/>
                      </a:lnTo>
                      <a:lnTo>
                        <a:pt x="14" y="134"/>
                      </a:lnTo>
                      <a:lnTo>
                        <a:pt x="20" y="138"/>
                      </a:lnTo>
                      <a:lnTo>
                        <a:pt x="0" y="168"/>
                      </a:lnTo>
                      <a:lnTo>
                        <a:pt x="4" y="172"/>
                      </a:lnTo>
                      <a:lnTo>
                        <a:pt x="14" y="182"/>
                      </a:lnTo>
                      <a:lnTo>
                        <a:pt x="28" y="202"/>
                      </a:lnTo>
                      <a:lnTo>
                        <a:pt x="30" y="204"/>
                      </a:lnTo>
                      <a:lnTo>
                        <a:pt x="30" y="208"/>
                      </a:lnTo>
                      <a:lnTo>
                        <a:pt x="28" y="216"/>
                      </a:lnTo>
                      <a:lnTo>
                        <a:pt x="30" y="218"/>
                      </a:lnTo>
                      <a:lnTo>
                        <a:pt x="30" y="222"/>
                      </a:lnTo>
                      <a:lnTo>
                        <a:pt x="32" y="224"/>
                      </a:lnTo>
                      <a:lnTo>
                        <a:pt x="38" y="224"/>
                      </a:lnTo>
                      <a:lnTo>
                        <a:pt x="50" y="224"/>
                      </a:lnTo>
                      <a:lnTo>
                        <a:pt x="52" y="216"/>
                      </a:lnTo>
                      <a:lnTo>
                        <a:pt x="57" y="214"/>
                      </a:lnTo>
                      <a:lnTo>
                        <a:pt x="63" y="212"/>
                      </a:lnTo>
                      <a:lnTo>
                        <a:pt x="73" y="212"/>
                      </a:lnTo>
                      <a:lnTo>
                        <a:pt x="73" y="208"/>
                      </a:lnTo>
                      <a:lnTo>
                        <a:pt x="79" y="208"/>
                      </a:lnTo>
                      <a:lnTo>
                        <a:pt x="81" y="204"/>
                      </a:lnTo>
                      <a:lnTo>
                        <a:pt x="81" y="200"/>
                      </a:lnTo>
                      <a:lnTo>
                        <a:pt x="83" y="200"/>
                      </a:lnTo>
                      <a:lnTo>
                        <a:pt x="79" y="196"/>
                      </a:lnTo>
                      <a:lnTo>
                        <a:pt x="79" y="170"/>
                      </a:lnTo>
                      <a:lnTo>
                        <a:pt x="85" y="166"/>
                      </a:lnTo>
                      <a:lnTo>
                        <a:pt x="89" y="164"/>
                      </a:lnTo>
                      <a:lnTo>
                        <a:pt x="95" y="160"/>
                      </a:lnTo>
                      <a:lnTo>
                        <a:pt x="99" y="156"/>
                      </a:lnTo>
                      <a:lnTo>
                        <a:pt x="79" y="156"/>
                      </a:lnTo>
                      <a:lnTo>
                        <a:pt x="95" y="154"/>
                      </a:lnTo>
                      <a:lnTo>
                        <a:pt x="101" y="152"/>
                      </a:lnTo>
                      <a:lnTo>
                        <a:pt x="105" y="150"/>
                      </a:lnTo>
                      <a:lnTo>
                        <a:pt x="105" y="146"/>
                      </a:lnTo>
                      <a:lnTo>
                        <a:pt x="87" y="140"/>
                      </a:lnTo>
                      <a:lnTo>
                        <a:pt x="81" y="134"/>
                      </a:lnTo>
                      <a:lnTo>
                        <a:pt x="79" y="130"/>
                      </a:lnTo>
                      <a:lnTo>
                        <a:pt x="77" y="124"/>
                      </a:lnTo>
                      <a:lnTo>
                        <a:pt x="79" y="114"/>
                      </a:lnTo>
                      <a:lnTo>
                        <a:pt x="85" y="104"/>
                      </a:lnTo>
                      <a:lnTo>
                        <a:pt x="91" y="98"/>
                      </a:lnTo>
                      <a:lnTo>
                        <a:pt x="99" y="92"/>
                      </a:lnTo>
                      <a:lnTo>
                        <a:pt x="113" y="84"/>
                      </a:lnTo>
                      <a:lnTo>
                        <a:pt x="119" y="78"/>
                      </a:lnTo>
                      <a:lnTo>
                        <a:pt x="121" y="72"/>
                      </a:lnTo>
                      <a:lnTo>
                        <a:pt x="121" y="66"/>
                      </a:lnTo>
                      <a:lnTo>
                        <a:pt x="121" y="62"/>
                      </a:lnTo>
                      <a:lnTo>
                        <a:pt x="123" y="60"/>
                      </a:lnTo>
                      <a:lnTo>
                        <a:pt x="129" y="58"/>
                      </a:lnTo>
                      <a:lnTo>
                        <a:pt x="137" y="56"/>
                      </a:lnTo>
                      <a:lnTo>
                        <a:pt x="141" y="56"/>
                      </a:lnTo>
                      <a:lnTo>
                        <a:pt x="149" y="5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1" name="íṡľíďé"/>
                <p:cNvSpPr/>
                <p:nvPr/>
              </p:nvSpPr>
              <p:spPr bwMode="auto">
                <a:xfrm>
                  <a:off x="4448400" y="1749274"/>
                  <a:ext cx="513702" cy="358672"/>
                </a:xfrm>
                <a:custGeom>
                  <a:avLst/>
                  <a:gdLst>
                    <a:gd name="T0" fmla="*/ 2147483647 w 295"/>
                    <a:gd name="T1" fmla="*/ 2147483647 h 214"/>
                    <a:gd name="T2" fmla="*/ 2147483647 w 295"/>
                    <a:gd name="T3" fmla="*/ 2147483647 h 214"/>
                    <a:gd name="T4" fmla="*/ 2147483647 w 295"/>
                    <a:gd name="T5" fmla="*/ 2147483647 h 214"/>
                    <a:gd name="T6" fmla="*/ 2147483647 w 295"/>
                    <a:gd name="T7" fmla="*/ 2147483647 h 214"/>
                    <a:gd name="T8" fmla="*/ 2147483647 w 295"/>
                    <a:gd name="T9" fmla="*/ 2147483647 h 214"/>
                    <a:gd name="T10" fmla="*/ 2147483647 w 295"/>
                    <a:gd name="T11" fmla="*/ 2147483647 h 214"/>
                    <a:gd name="T12" fmla="*/ 2147483647 w 295"/>
                    <a:gd name="T13" fmla="*/ 2147483647 h 214"/>
                    <a:gd name="T14" fmla="*/ 2147483647 w 295"/>
                    <a:gd name="T15" fmla="*/ 2147483647 h 214"/>
                    <a:gd name="T16" fmla="*/ 2147483647 w 295"/>
                    <a:gd name="T17" fmla="*/ 2147483647 h 214"/>
                    <a:gd name="T18" fmla="*/ 2147483647 w 295"/>
                    <a:gd name="T19" fmla="*/ 2147483647 h 214"/>
                    <a:gd name="T20" fmla="*/ 2147483647 w 295"/>
                    <a:gd name="T21" fmla="*/ 2147483647 h 214"/>
                    <a:gd name="T22" fmla="*/ 2147483647 w 295"/>
                    <a:gd name="T23" fmla="*/ 2147483647 h 214"/>
                    <a:gd name="T24" fmla="*/ 2147483647 w 295"/>
                    <a:gd name="T25" fmla="*/ 2147483647 h 214"/>
                    <a:gd name="T26" fmla="*/ 2147483647 w 295"/>
                    <a:gd name="T27" fmla="*/ 2147483647 h 214"/>
                    <a:gd name="T28" fmla="*/ 2147483647 w 295"/>
                    <a:gd name="T29" fmla="*/ 2147483647 h 214"/>
                    <a:gd name="T30" fmla="*/ 2147483647 w 295"/>
                    <a:gd name="T31" fmla="*/ 2147483647 h 214"/>
                    <a:gd name="T32" fmla="*/ 2147483647 w 295"/>
                    <a:gd name="T33" fmla="*/ 2147483647 h 214"/>
                    <a:gd name="T34" fmla="*/ 2147483647 w 295"/>
                    <a:gd name="T35" fmla="*/ 2147483647 h 214"/>
                    <a:gd name="T36" fmla="*/ 2147483647 w 295"/>
                    <a:gd name="T37" fmla="*/ 2147483647 h 214"/>
                    <a:gd name="T38" fmla="*/ 2147483647 w 295"/>
                    <a:gd name="T39" fmla="*/ 2147483647 h 214"/>
                    <a:gd name="T40" fmla="*/ 2147483647 w 295"/>
                    <a:gd name="T41" fmla="*/ 2147483647 h 214"/>
                    <a:gd name="T42" fmla="*/ 2147483647 w 295"/>
                    <a:gd name="T43" fmla="*/ 2147483647 h 214"/>
                    <a:gd name="T44" fmla="*/ 0 w 295"/>
                    <a:gd name="T45" fmla="*/ 2147483647 h 214"/>
                    <a:gd name="T46" fmla="*/ 2147483647 w 295"/>
                    <a:gd name="T47" fmla="*/ 2147483647 h 214"/>
                    <a:gd name="T48" fmla="*/ 2147483647 w 295"/>
                    <a:gd name="T49" fmla="*/ 2147483647 h 214"/>
                    <a:gd name="T50" fmla="*/ 2147483647 w 295"/>
                    <a:gd name="T51" fmla="*/ 2147483647 h 214"/>
                    <a:gd name="T52" fmla="*/ 2147483647 w 295"/>
                    <a:gd name="T53" fmla="*/ 2147483647 h 214"/>
                    <a:gd name="T54" fmla="*/ 2147483647 w 295"/>
                    <a:gd name="T55" fmla="*/ 2147483647 h 214"/>
                    <a:gd name="T56" fmla="*/ 2147483647 w 295"/>
                    <a:gd name="T57" fmla="*/ 2147483647 h 214"/>
                    <a:gd name="T58" fmla="*/ 2147483647 w 295"/>
                    <a:gd name="T59" fmla="*/ 2147483647 h 214"/>
                    <a:gd name="T60" fmla="*/ 2147483647 w 295"/>
                    <a:gd name="T61" fmla="*/ 2147483647 h 214"/>
                    <a:gd name="T62" fmla="*/ 2147483647 w 295"/>
                    <a:gd name="T63" fmla="*/ 2147483647 h 214"/>
                    <a:gd name="T64" fmla="*/ 2147483647 w 295"/>
                    <a:gd name="T65" fmla="*/ 2147483647 h 214"/>
                    <a:gd name="T66" fmla="*/ 2147483647 w 295"/>
                    <a:gd name="T67" fmla="*/ 2147483647 h 214"/>
                    <a:gd name="T68" fmla="*/ 2147483647 w 295"/>
                    <a:gd name="T69" fmla="*/ 2147483647 h 214"/>
                    <a:gd name="T70" fmla="*/ 2147483647 w 295"/>
                    <a:gd name="T71" fmla="*/ 2147483647 h 214"/>
                    <a:gd name="T72" fmla="*/ 2147483647 w 295"/>
                    <a:gd name="T73" fmla="*/ 2147483647 h 214"/>
                    <a:gd name="T74" fmla="*/ 2147483647 w 295"/>
                    <a:gd name="T75" fmla="*/ 2147483647 h 214"/>
                    <a:gd name="T76" fmla="*/ 2147483647 w 295"/>
                    <a:gd name="T77" fmla="*/ 2147483647 h 214"/>
                    <a:gd name="T78" fmla="*/ 2147483647 w 295"/>
                    <a:gd name="T79" fmla="*/ 2147483647 h 214"/>
                    <a:gd name="T80" fmla="*/ 2147483647 w 295"/>
                    <a:gd name="T81" fmla="*/ 2147483647 h 214"/>
                    <a:gd name="T82" fmla="*/ 2147483647 w 295"/>
                    <a:gd name="T83" fmla="*/ 0 h 214"/>
                    <a:gd name="T84" fmla="*/ 2147483647 w 295"/>
                    <a:gd name="T85" fmla="*/ 2147483647 h 214"/>
                    <a:gd name="T86" fmla="*/ 2147483647 w 295"/>
                    <a:gd name="T87" fmla="*/ 2147483647 h 214"/>
                    <a:gd name="T88" fmla="*/ 2147483647 w 295"/>
                    <a:gd name="T89" fmla="*/ 2147483647 h 214"/>
                    <a:gd name="T90" fmla="*/ 2147483647 w 295"/>
                    <a:gd name="T91" fmla="*/ 2147483647 h 214"/>
                    <a:gd name="T92" fmla="*/ 2147483647 w 295"/>
                    <a:gd name="T93" fmla="*/ 2147483647 h 214"/>
                    <a:gd name="T94" fmla="*/ 2147483647 w 295"/>
                    <a:gd name="T95" fmla="*/ 2147483647 h 214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95"/>
                    <a:gd name="T145" fmla="*/ 0 h 214"/>
                    <a:gd name="T146" fmla="*/ 295 w 295"/>
                    <a:gd name="T147" fmla="*/ 214 h 214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95" h="214">
                      <a:moveTo>
                        <a:pt x="285" y="28"/>
                      </a:moveTo>
                      <a:lnTo>
                        <a:pt x="277" y="24"/>
                      </a:lnTo>
                      <a:lnTo>
                        <a:pt x="271" y="20"/>
                      </a:lnTo>
                      <a:lnTo>
                        <a:pt x="263" y="16"/>
                      </a:lnTo>
                      <a:lnTo>
                        <a:pt x="251" y="14"/>
                      </a:lnTo>
                      <a:lnTo>
                        <a:pt x="245" y="16"/>
                      </a:lnTo>
                      <a:lnTo>
                        <a:pt x="243" y="18"/>
                      </a:lnTo>
                      <a:lnTo>
                        <a:pt x="241" y="22"/>
                      </a:lnTo>
                      <a:lnTo>
                        <a:pt x="241" y="28"/>
                      </a:lnTo>
                      <a:lnTo>
                        <a:pt x="239" y="32"/>
                      </a:lnTo>
                      <a:lnTo>
                        <a:pt x="237" y="36"/>
                      </a:lnTo>
                      <a:lnTo>
                        <a:pt x="233" y="40"/>
                      </a:lnTo>
                      <a:lnTo>
                        <a:pt x="227" y="40"/>
                      </a:lnTo>
                      <a:lnTo>
                        <a:pt x="217" y="38"/>
                      </a:lnTo>
                      <a:lnTo>
                        <a:pt x="207" y="34"/>
                      </a:lnTo>
                      <a:lnTo>
                        <a:pt x="197" y="32"/>
                      </a:lnTo>
                      <a:lnTo>
                        <a:pt x="189" y="30"/>
                      </a:lnTo>
                      <a:lnTo>
                        <a:pt x="187" y="30"/>
                      </a:lnTo>
                      <a:lnTo>
                        <a:pt x="185" y="30"/>
                      </a:lnTo>
                      <a:lnTo>
                        <a:pt x="181" y="32"/>
                      </a:lnTo>
                      <a:lnTo>
                        <a:pt x="173" y="36"/>
                      </a:lnTo>
                      <a:lnTo>
                        <a:pt x="165" y="38"/>
                      </a:lnTo>
                      <a:lnTo>
                        <a:pt x="153" y="38"/>
                      </a:lnTo>
                      <a:lnTo>
                        <a:pt x="141" y="40"/>
                      </a:lnTo>
                      <a:lnTo>
                        <a:pt x="135" y="44"/>
                      </a:lnTo>
                      <a:lnTo>
                        <a:pt x="126" y="54"/>
                      </a:lnTo>
                      <a:lnTo>
                        <a:pt x="118" y="64"/>
                      </a:lnTo>
                      <a:lnTo>
                        <a:pt x="112" y="74"/>
                      </a:lnTo>
                      <a:lnTo>
                        <a:pt x="108" y="86"/>
                      </a:lnTo>
                      <a:lnTo>
                        <a:pt x="106" y="96"/>
                      </a:lnTo>
                      <a:lnTo>
                        <a:pt x="106" y="108"/>
                      </a:lnTo>
                      <a:lnTo>
                        <a:pt x="98" y="108"/>
                      </a:lnTo>
                      <a:lnTo>
                        <a:pt x="88" y="108"/>
                      </a:lnTo>
                      <a:lnTo>
                        <a:pt x="84" y="110"/>
                      </a:lnTo>
                      <a:lnTo>
                        <a:pt x="82" y="114"/>
                      </a:lnTo>
                      <a:lnTo>
                        <a:pt x="80" y="118"/>
                      </a:lnTo>
                      <a:lnTo>
                        <a:pt x="80" y="122"/>
                      </a:lnTo>
                      <a:lnTo>
                        <a:pt x="80" y="130"/>
                      </a:lnTo>
                      <a:lnTo>
                        <a:pt x="84" y="140"/>
                      </a:lnTo>
                      <a:lnTo>
                        <a:pt x="88" y="154"/>
                      </a:lnTo>
                      <a:lnTo>
                        <a:pt x="88" y="162"/>
                      </a:lnTo>
                      <a:lnTo>
                        <a:pt x="88" y="164"/>
                      </a:lnTo>
                      <a:lnTo>
                        <a:pt x="90" y="166"/>
                      </a:lnTo>
                      <a:lnTo>
                        <a:pt x="96" y="170"/>
                      </a:lnTo>
                      <a:lnTo>
                        <a:pt x="76" y="200"/>
                      </a:lnTo>
                      <a:lnTo>
                        <a:pt x="70" y="198"/>
                      </a:lnTo>
                      <a:lnTo>
                        <a:pt x="68" y="196"/>
                      </a:lnTo>
                      <a:lnTo>
                        <a:pt x="64" y="188"/>
                      </a:lnTo>
                      <a:lnTo>
                        <a:pt x="62" y="192"/>
                      </a:lnTo>
                      <a:lnTo>
                        <a:pt x="62" y="196"/>
                      </a:lnTo>
                      <a:lnTo>
                        <a:pt x="50" y="206"/>
                      </a:lnTo>
                      <a:lnTo>
                        <a:pt x="42" y="210"/>
                      </a:lnTo>
                      <a:lnTo>
                        <a:pt x="36" y="214"/>
                      </a:lnTo>
                      <a:lnTo>
                        <a:pt x="26" y="212"/>
                      </a:lnTo>
                      <a:lnTo>
                        <a:pt x="18" y="208"/>
                      </a:lnTo>
                      <a:lnTo>
                        <a:pt x="10" y="204"/>
                      </a:lnTo>
                      <a:lnTo>
                        <a:pt x="8" y="202"/>
                      </a:lnTo>
                      <a:lnTo>
                        <a:pt x="8" y="200"/>
                      </a:lnTo>
                      <a:lnTo>
                        <a:pt x="10" y="196"/>
                      </a:lnTo>
                      <a:lnTo>
                        <a:pt x="12" y="194"/>
                      </a:lnTo>
                      <a:lnTo>
                        <a:pt x="6" y="192"/>
                      </a:lnTo>
                      <a:lnTo>
                        <a:pt x="2" y="190"/>
                      </a:lnTo>
                      <a:lnTo>
                        <a:pt x="2" y="188"/>
                      </a:lnTo>
                      <a:lnTo>
                        <a:pt x="2" y="184"/>
                      </a:lnTo>
                      <a:lnTo>
                        <a:pt x="4" y="178"/>
                      </a:lnTo>
                      <a:lnTo>
                        <a:pt x="8" y="174"/>
                      </a:lnTo>
                      <a:lnTo>
                        <a:pt x="4" y="168"/>
                      </a:lnTo>
                      <a:lnTo>
                        <a:pt x="2" y="160"/>
                      </a:lnTo>
                      <a:lnTo>
                        <a:pt x="0" y="144"/>
                      </a:lnTo>
                      <a:lnTo>
                        <a:pt x="10" y="144"/>
                      </a:lnTo>
                      <a:lnTo>
                        <a:pt x="16" y="140"/>
                      </a:lnTo>
                      <a:lnTo>
                        <a:pt x="22" y="136"/>
                      </a:lnTo>
                      <a:lnTo>
                        <a:pt x="24" y="128"/>
                      </a:lnTo>
                      <a:lnTo>
                        <a:pt x="32" y="128"/>
                      </a:lnTo>
                      <a:lnTo>
                        <a:pt x="38" y="124"/>
                      </a:lnTo>
                      <a:lnTo>
                        <a:pt x="44" y="122"/>
                      </a:lnTo>
                      <a:lnTo>
                        <a:pt x="52" y="122"/>
                      </a:lnTo>
                      <a:lnTo>
                        <a:pt x="54" y="120"/>
                      </a:lnTo>
                      <a:lnTo>
                        <a:pt x="58" y="116"/>
                      </a:lnTo>
                      <a:lnTo>
                        <a:pt x="60" y="118"/>
                      </a:lnTo>
                      <a:lnTo>
                        <a:pt x="64" y="118"/>
                      </a:lnTo>
                      <a:lnTo>
                        <a:pt x="70" y="118"/>
                      </a:lnTo>
                      <a:lnTo>
                        <a:pt x="72" y="116"/>
                      </a:lnTo>
                      <a:lnTo>
                        <a:pt x="62" y="116"/>
                      </a:lnTo>
                      <a:lnTo>
                        <a:pt x="60" y="114"/>
                      </a:lnTo>
                      <a:lnTo>
                        <a:pt x="58" y="110"/>
                      </a:lnTo>
                      <a:lnTo>
                        <a:pt x="60" y="106"/>
                      </a:lnTo>
                      <a:lnTo>
                        <a:pt x="66" y="102"/>
                      </a:lnTo>
                      <a:lnTo>
                        <a:pt x="76" y="98"/>
                      </a:lnTo>
                      <a:lnTo>
                        <a:pt x="80" y="94"/>
                      </a:lnTo>
                      <a:lnTo>
                        <a:pt x="86" y="86"/>
                      </a:lnTo>
                      <a:lnTo>
                        <a:pt x="92" y="70"/>
                      </a:lnTo>
                      <a:lnTo>
                        <a:pt x="94" y="68"/>
                      </a:lnTo>
                      <a:lnTo>
                        <a:pt x="96" y="68"/>
                      </a:lnTo>
                      <a:lnTo>
                        <a:pt x="102" y="64"/>
                      </a:lnTo>
                      <a:lnTo>
                        <a:pt x="106" y="60"/>
                      </a:lnTo>
                      <a:lnTo>
                        <a:pt x="108" y="56"/>
                      </a:lnTo>
                      <a:lnTo>
                        <a:pt x="108" y="52"/>
                      </a:lnTo>
                      <a:lnTo>
                        <a:pt x="112" y="50"/>
                      </a:lnTo>
                      <a:lnTo>
                        <a:pt x="116" y="48"/>
                      </a:lnTo>
                      <a:lnTo>
                        <a:pt x="116" y="40"/>
                      </a:lnTo>
                      <a:lnTo>
                        <a:pt x="106" y="44"/>
                      </a:lnTo>
                      <a:lnTo>
                        <a:pt x="104" y="44"/>
                      </a:lnTo>
                      <a:lnTo>
                        <a:pt x="100" y="42"/>
                      </a:lnTo>
                      <a:lnTo>
                        <a:pt x="106" y="42"/>
                      </a:lnTo>
                      <a:lnTo>
                        <a:pt x="106" y="40"/>
                      </a:lnTo>
                      <a:lnTo>
                        <a:pt x="112" y="38"/>
                      </a:lnTo>
                      <a:lnTo>
                        <a:pt x="114" y="34"/>
                      </a:lnTo>
                      <a:lnTo>
                        <a:pt x="116" y="34"/>
                      </a:lnTo>
                      <a:lnTo>
                        <a:pt x="120" y="36"/>
                      </a:lnTo>
                      <a:lnTo>
                        <a:pt x="135" y="36"/>
                      </a:lnTo>
                      <a:lnTo>
                        <a:pt x="135" y="28"/>
                      </a:lnTo>
                      <a:lnTo>
                        <a:pt x="135" y="26"/>
                      </a:lnTo>
                      <a:lnTo>
                        <a:pt x="139" y="26"/>
                      </a:lnTo>
                      <a:lnTo>
                        <a:pt x="145" y="28"/>
                      </a:lnTo>
                      <a:lnTo>
                        <a:pt x="155" y="22"/>
                      </a:lnTo>
                      <a:lnTo>
                        <a:pt x="161" y="16"/>
                      </a:lnTo>
                      <a:lnTo>
                        <a:pt x="165" y="12"/>
                      </a:lnTo>
                      <a:lnTo>
                        <a:pt x="167" y="14"/>
                      </a:lnTo>
                      <a:lnTo>
                        <a:pt x="169" y="16"/>
                      </a:lnTo>
                      <a:lnTo>
                        <a:pt x="175" y="18"/>
                      </a:lnTo>
                      <a:lnTo>
                        <a:pt x="181" y="16"/>
                      </a:lnTo>
                      <a:lnTo>
                        <a:pt x="185" y="12"/>
                      </a:lnTo>
                      <a:lnTo>
                        <a:pt x="189" y="8"/>
                      </a:lnTo>
                      <a:lnTo>
                        <a:pt x="209" y="4"/>
                      </a:lnTo>
                      <a:lnTo>
                        <a:pt x="227" y="0"/>
                      </a:lnTo>
                      <a:lnTo>
                        <a:pt x="233" y="2"/>
                      </a:lnTo>
                      <a:lnTo>
                        <a:pt x="239" y="4"/>
                      </a:lnTo>
                      <a:lnTo>
                        <a:pt x="243" y="8"/>
                      </a:lnTo>
                      <a:lnTo>
                        <a:pt x="245" y="12"/>
                      </a:lnTo>
                      <a:lnTo>
                        <a:pt x="249" y="6"/>
                      </a:lnTo>
                      <a:lnTo>
                        <a:pt x="251" y="2"/>
                      </a:lnTo>
                      <a:lnTo>
                        <a:pt x="257" y="2"/>
                      </a:lnTo>
                      <a:lnTo>
                        <a:pt x="265" y="2"/>
                      </a:lnTo>
                      <a:lnTo>
                        <a:pt x="271" y="4"/>
                      </a:lnTo>
                      <a:lnTo>
                        <a:pt x="279" y="6"/>
                      </a:lnTo>
                      <a:lnTo>
                        <a:pt x="289" y="6"/>
                      </a:lnTo>
                      <a:lnTo>
                        <a:pt x="289" y="14"/>
                      </a:lnTo>
                      <a:lnTo>
                        <a:pt x="277" y="14"/>
                      </a:lnTo>
                      <a:lnTo>
                        <a:pt x="281" y="16"/>
                      </a:lnTo>
                      <a:lnTo>
                        <a:pt x="287" y="18"/>
                      </a:lnTo>
                      <a:lnTo>
                        <a:pt x="291" y="18"/>
                      </a:lnTo>
                      <a:lnTo>
                        <a:pt x="295" y="14"/>
                      </a:lnTo>
                      <a:lnTo>
                        <a:pt x="295" y="26"/>
                      </a:lnTo>
                      <a:lnTo>
                        <a:pt x="279" y="30"/>
                      </a:lnTo>
                      <a:lnTo>
                        <a:pt x="285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2" name="iṧḷîḓe"/>
                <p:cNvSpPr/>
                <p:nvPr/>
              </p:nvSpPr>
              <p:spPr bwMode="auto">
                <a:xfrm>
                  <a:off x="4862942" y="2057506"/>
                  <a:ext cx="99160" cy="57443"/>
                </a:xfrm>
                <a:custGeom>
                  <a:avLst/>
                  <a:gdLst>
                    <a:gd name="T0" fmla="*/ 2147483647 w 58"/>
                    <a:gd name="T1" fmla="*/ 2147483647 h 34"/>
                    <a:gd name="T2" fmla="*/ 2147483647 w 58"/>
                    <a:gd name="T3" fmla="*/ 2147483647 h 34"/>
                    <a:gd name="T4" fmla="*/ 2147483647 w 58"/>
                    <a:gd name="T5" fmla="*/ 2147483647 h 34"/>
                    <a:gd name="T6" fmla="*/ 2147483647 w 58"/>
                    <a:gd name="T7" fmla="*/ 2147483647 h 34"/>
                    <a:gd name="T8" fmla="*/ 2147483647 w 58"/>
                    <a:gd name="T9" fmla="*/ 2147483647 h 34"/>
                    <a:gd name="T10" fmla="*/ 2147483647 w 58"/>
                    <a:gd name="T11" fmla="*/ 2147483647 h 34"/>
                    <a:gd name="T12" fmla="*/ 2147483647 w 58"/>
                    <a:gd name="T13" fmla="*/ 2147483647 h 34"/>
                    <a:gd name="T14" fmla="*/ 2147483647 w 58"/>
                    <a:gd name="T15" fmla="*/ 2147483647 h 34"/>
                    <a:gd name="T16" fmla="*/ 2147483647 w 58"/>
                    <a:gd name="T17" fmla="*/ 2147483647 h 34"/>
                    <a:gd name="T18" fmla="*/ 2147483647 w 58"/>
                    <a:gd name="T19" fmla="*/ 0 h 34"/>
                    <a:gd name="T20" fmla="*/ 2147483647 w 58"/>
                    <a:gd name="T21" fmla="*/ 0 h 34"/>
                    <a:gd name="T22" fmla="*/ 2147483647 w 58"/>
                    <a:gd name="T23" fmla="*/ 2147483647 h 34"/>
                    <a:gd name="T24" fmla="*/ 2147483647 w 58"/>
                    <a:gd name="T25" fmla="*/ 2147483647 h 34"/>
                    <a:gd name="T26" fmla="*/ 2147483647 w 58"/>
                    <a:gd name="T27" fmla="*/ 2147483647 h 34"/>
                    <a:gd name="T28" fmla="*/ 0 w 58"/>
                    <a:gd name="T29" fmla="*/ 2147483647 h 34"/>
                    <a:gd name="T30" fmla="*/ 2147483647 w 58"/>
                    <a:gd name="T31" fmla="*/ 2147483647 h 34"/>
                    <a:gd name="T32" fmla="*/ 2147483647 w 58"/>
                    <a:gd name="T33" fmla="*/ 2147483647 h 34"/>
                    <a:gd name="T34" fmla="*/ 2147483647 w 58"/>
                    <a:gd name="T35" fmla="*/ 2147483647 h 34"/>
                    <a:gd name="T36" fmla="*/ 2147483647 w 58"/>
                    <a:gd name="T37" fmla="*/ 2147483647 h 34"/>
                    <a:gd name="T38" fmla="*/ 2147483647 w 58"/>
                    <a:gd name="T39" fmla="*/ 2147483647 h 34"/>
                    <a:gd name="T40" fmla="*/ 2147483647 w 58"/>
                    <a:gd name="T41" fmla="*/ 2147483647 h 34"/>
                    <a:gd name="T42" fmla="*/ 2147483647 w 58"/>
                    <a:gd name="T43" fmla="*/ 2147483647 h 34"/>
                    <a:gd name="T44" fmla="*/ 2147483647 w 58"/>
                    <a:gd name="T45" fmla="*/ 2147483647 h 34"/>
                    <a:gd name="T46" fmla="*/ 2147483647 w 58"/>
                    <a:gd name="T47" fmla="*/ 2147483647 h 34"/>
                    <a:gd name="T48" fmla="*/ 2147483647 w 58"/>
                    <a:gd name="T49" fmla="*/ 2147483647 h 34"/>
                    <a:gd name="T50" fmla="*/ 2147483647 w 58"/>
                    <a:gd name="T51" fmla="*/ 2147483647 h 34"/>
                    <a:gd name="T52" fmla="*/ 2147483647 w 58"/>
                    <a:gd name="T53" fmla="*/ 2147483647 h 34"/>
                    <a:gd name="T54" fmla="*/ 2147483647 w 58"/>
                    <a:gd name="T55" fmla="*/ 2147483647 h 34"/>
                    <a:gd name="T56" fmla="*/ 2147483647 w 58"/>
                    <a:gd name="T57" fmla="*/ 2147483647 h 34"/>
                    <a:gd name="T58" fmla="*/ 2147483647 w 58"/>
                    <a:gd name="T59" fmla="*/ 2147483647 h 3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58"/>
                    <a:gd name="T91" fmla="*/ 0 h 34"/>
                    <a:gd name="T92" fmla="*/ 58 w 58"/>
                    <a:gd name="T93" fmla="*/ 34 h 34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58" h="34">
                      <a:moveTo>
                        <a:pt x="58" y="34"/>
                      </a:moveTo>
                      <a:lnTo>
                        <a:pt x="52" y="24"/>
                      </a:lnTo>
                      <a:lnTo>
                        <a:pt x="48" y="16"/>
                      </a:lnTo>
                      <a:lnTo>
                        <a:pt x="52" y="16"/>
                      </a:lnTo>
                      <a:lnTo>
                        <a:pt x="54" y="14"/>
                      </a:lnTo>
                      <a:lnTo>
                        <a:pt x="54" y="4"/>
                      </a:lnTo>
                      <a:lnTo>
                        <a:pt x="48" y="6"/>
                      </a:lnTo>
                      <a:lnTo>
                        <a:pt x="44" y="6"/>
                      </a:lnTo>
                      <a:lnTo>
                        <a:pt x="40" y="4"/>
                      </a:lnTo>
                      <a:lnTo>
                        <a:pt x="32" y="0"/>
                      </a:lnTo>
                      <a:lnTo>
                        <a:pt x="24" y="0"/>
                      </a:lnTo>
                      <a:lnTo>
                        <a:pt x="14" y="2"/>
                      </a:lnTo>
                      <a:lnTo>
                        <a:pt x="6" y="6"/>
                      </a:lnTo>
                      <a:lnTo>
                        <a:pt x="2" y="8"/>
                      </a:lnTo>
                      <a:lnTo>
                        <a:pt x="0" y="10"/>
                      </a:lnTo>
                      <a:lnTo>
                        <a:pt x="2" y="16"/>
                      </a:lnTo>
                      <a:lnTo>
                        <a:pt x="6" y="20"/>
                      </a:lnTo>
                      <a:lnTo>
                        <a:pt x="10" y="22"/>
                      </a:lnTo>
                      <a:lnTo>
                        <a:pt x="18" y="24"/>
                      </a:lnTo>
                      <a:lnTo>
                        <a:pt x="26" y="22"/>
                      </a:lnTo>
                      <a:lnTo>
                        <a:pt x="30" y="22"/>
                      </a:lnTo>
                      <a:lnTo>
                        <a:pt x="34" y="24"/>
                      </a:lnTo>
                      <a:lnTo>
                        <a:pt x="36" y="28"/>
                      </a:lnTo>
                      <a:lnTo>
                        <a:pt x="38" y="32"/>
                      </a:lnTo>
                      <a:lnTo>
                        <a:pt x="42" y="34"/>
                      </a:lnTo>
                      <a:lnTo>
                        <a:pt x="44" y="34"/>
                      </a:lnTo>
                      <a:lnTo>
                        <a:pt x="46" y="30"/>
                      </a:lnTo>
                      <a:lnTo>
                        <a:pt x="50" y="30"/>
                      </a:lnTo>
                      <a:lnTo>
                        <a:pt x="54" y="32"/>
                      </a:lnTo>
                      <a:lnTo>
                        <a:pt x="58" y="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3" name="íŝḻíḓê"/>
                <p:cNvSpPr/>
                <p:nvPr/>
              </p:nvSpPr>
              <p:spPr bwMode="auto">
                <a:xfrm>
                  <a:off x="4824380" y="2093934"/>
                  <a:ext cx="148739" cy="86865"/>
                </a:xfrm>
                <a:custGeom>
                  <a:avLst/>
                  <a:gdLst>
                    <a:gd name="T0" fmla="*/ 2147483647 w 86"/>
                    <a:gd name="T1" fmla="*/ 2147483647 h 50"/>
                    <a:gd name="T2" fmla="*/ 2147483647 w 86"/>
                    <a:gd name="T3" fmla="*/ 2147483647 h 50"/>
                    <a:gd name="T4" fmla="*/ 2147483647 w 86"/>
                    <a:gd name="T5" fmla="*/ 2147483647 h 50"/>
                    <a:gd name="T6" fmla="*/ 2147483647 w 86"/>
                    <a:gd name="T7" fmla="*/ 2147483647 h 50"/>
                    <a:gd name="T8" fmla="*/ 2147483647 w 86"/>
                    <a:gd name="T9" fmla="*/ 2147483647 h 50"/>
                    <a:gd name="T10" fmla="*/ 2147483647 w 86"/>
                    <a:gd name="T11" fmla="*/ 2147483647 h 50"/>
                    <a:gd name="T12" fmla="*/ 2147483647 w 86"/>
                    <a:gd name="T13" fmla="*/ 2147483647 h 50"/>
                    <a:gd name="T14" fmla="*/ 2147483647 w 86"/>
                    <a:gd name="T15" fmla="*/ 2147483647 h 50"/>
                    <a:gd name="T16" fmla="*/ 2147483647 w 86"/>
                    <a:gd name="T17" fmla="*/ 2147483647 h 50"/>
                    <a:gd name="T18" fmla="*/ 2147483647 w 86"/>
                    <a:gd name="T19" fmla="*/ 2147483647 h 50"/>
                    <a:gd name="T20" fmla="*/ 2147483647 w 86"/>
                    <a:gd name="T21" fmla="*/ 2147483647 h 50"/>
                    <a:gd name="T22" fmla="*/ 2147483647 w 86"/>
                    <a:gd name="T23" fmla="*/ 2147483647 h 50"/>
                    <a:gd name="T24" fmla="*/ 2147483647 w 86"/>
                    <a:gd name="T25" fmla="*/ 2147483647 h 50"/>
                    <a:gd name="T26" fmla="*/ 2147483647 w 86"/>
                    <a:gd name="T27" fmla="*/ 2147483647 h 50"/>
                    <a:gd name="T28" fmla="*/ 2147483647 w 86"/>
                    <a:gd name="T29" fmla="*/ 2147483647 h 50"/>
                    <a:gd name="T30" fmla="*/ 2147483647 w 86"/>
                    <a:gd name="T31" fmla="*/ 2147483647 h 50"/>
                    <a:gd name="T32" fmla="*/ 2147483647 w 86"/>
                    <a:gd name="T33" fmla="*/ 2147483647 h 50"/>
                    <a:gd name="T34" fmla="*/ 2147483647 w 86"/>
                    <a:gd name="T35" fmla="*/ 0 h 50"/>
                    <a:gd name="T36" fmla="*/ 2147483647 w 86"/>
                    <a:gd name="T37" fmla="*/ 0 h 50"/>
                    <a:gd name="T38" fmla="*/ 2147483647 w 86"/>
                    <a:gd name="T39" fmla="*/ 2147483647 h 50"/>
                    <a:gd name="T40" fmla="*/ 2147483647 w 86"/>
                    <a:gd name="T41" fmla="*/ 2147483647 h 50"/>
                    <a:gd name="T42" fmla="*/ 2147483647 w 86"/>
                    <a:gd name="T43" fmla="*/ 2147483647 h 50"/>
                    <a:gd name="T44" fmla="*/ 2147483647 w 86"/>
                    <a:gd name="T45" fmla="*/ 2147483647 h 50"/>
                    <a:gd name="T46" fmla="*/ 2147483647 w 86"/>
                    <a:gd name="T47" fmla="*/ 2147483647 h 50"/>
                    <a:gd name="T48" fmla="*/ 2147483647 w 86"/>
                    <a:gd name="T49" fmla="*/ 2147483647 h 50"/>
                    <a:gd name="T50" fmla="*/ 2147483647 w 86"/>
                    <a:gd name="T51" fmla="*/ 2147483647 h 50"/>
                    <a:gd name="T52" fmla="*/ 2147483647 w 86"/>
                    <a:gd name="T53" fmla="*/ 2147483647 h 50"/>
                    <a:gd name="T54" fmla="*/ 2147483647 w 86"/>
                    <a:gd name="T55" fmla="*/ 2147483647 h 50"/>
                    <a:gd name="T56" fmla="*/ 2147483647 w 86"/>
                    <a:gd name="T57" fmla="*/ 2147483647 h 50"/>
                    <a:gd name="T58" fmla="*/ 2147483647 w 86"/>
                    <a:gd name="T59" fmla="*/ 2147483647 h 50"/>
                    <a:gd name="T60" fmla="*/ 2147483647 w 86"/>
                    <a:gd name="T61" fmla="*/ 2147483647 h 50"/>
                    <a:gd name="T62" fmla="*/ 2147483647 w 86"/>
                    <a:gd name="T63" fmla="*/ 2147483647 h 50"/>
                    <a:gd name="T64" fmla="*/ 2147483647 w 86"/>
                    <a:gd name="T65" fmla="*/ 2147483647 h 50"/>
                    <a:gd name="T66" fmla="*/ 2147483647 w 86"/>
                    <a:gd name="T67" fmla="*/ 2147483647 h 50"/>
                    <a:gd name="T68" fmla="*/ 2147483647 w 86"/>
                    <a:gd name="T69" fmla="*/ 2147483647 h 50"/>
                    <a:gd name="T70" fmla="*/ 2147483647 w 86"/>
                    <a:gd name="T71" fmla="*/ 2147483647 h 50"/>
                    <a:gd name="T72" fmla="*/ 0 w 86"/>
                    <a:gd name="T73" fmla="*/ 2147483647 h 50"/>
                    <a:gd name="T74" fmla="*/ 2147483647 w 86"/>
                    <a:gd name="T75" fmla="*/ 2147483647 h 50"/>
                    <a:gd name="T76" fmla="*/ 2147483647 w 86"/>
                    <a:gd name="T77" fmla="*/ 2147483647 h 50"/>
                    <a:gd name="T78" fmla="*/ 2147483647 w 86"/>
                    <a:gd name="T79" fmla="*/ 2147483647 h 50"/>
                    <a:gd name="T80" fmla="*/ 2147483647 w 86"/>
                    <a:gd name="T81" fmla="*/ 2147483647 h 50"/>
                    <a:gd name="T82" fmla="*/ 2147483647 w 86"/>
                    <a:gd name="T83" fmla="*/ 2147483647 h 50"/>
                    <a:gd name="T84" fmla="*/ 2147483647 w 86"/>
                    <a:gd name="T85" fmla="*/ 2147483647 h 50"/>
                    <a:gd name="T86" fmla="*/ 2147483647 w 86"/>
                    <a:gd name="T87" fmla="*/ 2147483647 h 50"/>
                    <a:gd name="T88" fmla="*/ 2147483647 w 86"/>
                    <a:gd name="T89" fmla="*/ 2147483647 h 50"/>
                    <a:gd name="T90" fmla="*/ 2147483647 w 86"/>
                    <a:gd name="T91" fmla="*/ 2147483647 h 50"/>
                    <a:gd name="T92" fmla="*/ 2147483647 w 86"/>
                    <a:gd name="T93" fmla="*/ 2147483647 h 50"/>
                    <a:gd name="T94" fmla="*/ 2147483647 w 86"/>
                    <a:gd name="T95" fmla="*/ 2147483647 h 50"/>
                    <a:gd name="T96" fmla="*/ 2147483647 w 86"/>
                    <a:gd name="T97" fmla="*/ 2147483647 h 50"/>
                    <a:gd name="T98" fmla="*/ 2147483647 w 86"/>
                    <a:gd name="T99" fmla="*/ 2147483647 h 50"/>
                    <a:gd name="T100" fmla="*/ 2147483647 w 86"/>
                    <a:gd name="T101" fmla="*/ 2147483647 h 50"/>
                    <a:gd name="T102" fmla="*/ 2147483647 w 86"/>
                    <a:gd name="T103" fmla="*/ 2147483647 h 50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86"/>
                    <a:gd name="T157" fmla="*/ 0 h 50"/>
                    <a:gd name="T158" fmla="*/ 86 w 86"/>
                    <a:gd name="T159" fmla="*/ 50 h 50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86" h="50">
                      <a:moveTo>
                        <a:pt x="68" y="50"/>
                      </a:moveTo>
                      <a:lnTo>
                        <a:pt x="74" y="50"/>
                      </a:lnTo>
                      <a:lnTo>
                        <a:pt x="80" y="48"/>
                      </a:lnTo>
                      <a:lnTo>
                        <a:pt x="84" y="46"/>
                      </a:lnTo>
                      <a:lnTo>
                        <a:pt x="86" y="42"/>
                      </a:lnTo>
                      <a:lnTo>
                        <a:pt x="86" y="38"/>
                      </a:lnTo>
                      <a:lnTo>
                        <a:pt x="84" y="30"/>
                      </a:lnTo>
                      <a:lnTo>
                        <a:pt x="84" y="26"/>
                      </a:lnTo>
                      <a:lnTo>
                        <a:pt x="80" y="12"/>
                      </a:lnTo>
                      <a:lnTo>
                        <a:pt x="76" y="10"/>
                      </a:lnTo>
                      <a:lnTo>
                        <a:pt x="72" y="8"/>
                      </a:lnTo>
                      <a:lnTo>
                        <a:pt x="68" y="8"/>
                      </a:lnTo>
                      <a:lnTo>
                        <a:pt x="66" y="12"/>
                      </a:lnTo>
                      <a:lnTo>
                        <a:pt x="64" y="12"/>
                      </a:lnTo>
                      <a:lnTo>
                        <a:pt x="60" y="10"/>
                      </a:lnTo>
                      <a:lnTo>
                        <a:pt x="58" y="6"/>
                      </a:lnTo>
                      <a:lnTo>
                        <a:pt x="56" y="2"/>
                      </a:lnTo>
                      <a:lnTo>
                        <a:pt x="52" y="0"/>
                      </a:lnTo>
                      <a:lnTo>
                        <a:pt x="48" y="0"/>
                      </a:lnTo>
                      <a:lnTo>
                        <a:pt x="40" y="2"/>
                      </a:lnTo>
                      <a:lnTo>
                        <a:pt x="42" y="4"/>
                      </a:lnTo>
                      <a:lnTo>
                        <a:pt x="44" y="12"/>
                      </a:lnTo>
                      <a:lnTo>
                        <a:pt x="42" y="16"/>
                      </a:lnTo>
                      <a:lnTo>
                        <a:pt x="42" y="18"/>
                      </a:lnTo>
                      <a:lnTo>
                        <a:pt x="38" y="22"/>
                      </a:lnTo>
                      <a:lnTo>
                        <a:pt x="32" y="24"/>
                      </a:lnTo>
                      <a:lnTo>
                        <a:pt x="30" y="24"/>
                      </a:lnTo>
                      <a:lnTo>
                        <a:pt x="28" y="22"/>
                      </a:lnTo>
                      <a:lnTo>
                        <a:pt x="24" y="18"/>
                      </a:lnTo>
                      <a:lnTo>
                        <a:pt x="18" y="12"/>
                      </a:lnTo>
                      <a:lnTo>
                        <a:pt x="16" y="10"/>
                      </a:lnTo>
                      <a:lnTo>
                        <a:pt x="12" y="10"/>
                      </a:lnTo>
                      <a:lnTo>
                        <a:pt x="8" y="10"/>
                      </a:lnTo>
                      <a:lnTo>
                        <a:pt x="6" y="12"/>
                      </a:lnTo>
                      <a:lnTo>
                        <a:pt x="2" y="20"/>
                      </a:lnTo>
                      <a:lnTo>
                        <a:pt x="2" y="26"/>
                      </a:lnTo>
                      <a:lnTo>
                        <a:pt x="0" y="30"/>
                      </a:lnTo>
                      <a:lnTo>
                        <a:pt x="2" y="38"/>
                      </a:lnTo>
                      <a:lnTo>
                        <a:pt x="2" y="36"/>
                      </a:lnTo>
                      <a:lnTo>
                        <a:pt x="4" y="34"/>
                      </a:lnTo>
                      <a:lnTo>
                        <a:pt x="12" y="34"/>
                      </a:lnTo>
                      <a:lnTo>
                        <a:pt x="24" y="34"/>
                      </a:lnTo>
                      <a:lnTo>
                        <a:pt x="28" y="36"/>
                      </a:lnTo>
                      <a:lnTo>
                        <a:pt x="34" y="38"/>
                      </a:lnTo>
                      <a:lnTo>
                        <a:pt x="42" y="36"/>
                      </a:lnTo>
                      <a:lnTo>
                        <a:pt x="50" y="32"/>
                      </a:lnTo>
                      <a:lnTo>
                        <a:pt x="54" y="38"/>
                      </a:lnTo>
                      <a:lnTo>
                        <a:pt x="58" y="40"/>
                      </a:lnTo>
                      <a:lnTo>
                        <a:pt x="58" y="44"/>
                      </a:lnTo>
                      <a:lnTo>
                        <a:pt x="60" y="48"/>
                      </a:lnTo>
                      <a:lnTo>
                        <a:pt x="66" y="50"/>
                      </a:lnTo>
                      <a:lnTo>
                        <a:pt x="68" y="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4" name="îšḻîḋé"/>
                <p:cNvSpPr/>
                <p:nvPr/>
              </p:nvSpPr>
              <p:spPr bwMode="auto">
                <a:xfrm>
                  <a:off x="4824380" y="2148575"/>
                  <a:ext cx="111555" cy="78458"/>
                </a:xfrm>
                <a:custGeom>
                  <a:avLst/>
                  <a:gdLst>
                    <a:gd name="T0" fmla="*/ 2147483647 w 64"/>
                    <a:gd name="T1" fmla="*/ 2147483647 h 48"/>
                    <a:gd name="T2" fmla="*/ 2147483647 w 64"/>
                    <a:gd name="T3" fmla="*/ 2147483647 h 48"/>
                    <a:gd name="T4" fmla="*/ 2147483647 w 64"/>
                    <a:gd name="T5" fmla="*/ 2147483647 h 48"/>
                    <a:gd name="T6" fmla="*/ 2147483647 w 64"/>
                    <a:gd name="T7" fmla="*/ 2147483647 h 48"/>
                    <a:gd name="T8" fmla="*/ 2147483647 w 64"/>
                    <a:gd name="T9" fmla="*/ 2147483647 h 48"/>
                    <a:gd name="T10" fmla="*/ 2147483647 w 64"/>
                    <a:gd name="T11" fmla="*/ 0 h 48"/>
                    <a:gd name="T12" fmla="*/ 2147483647 w 64"/>
                    <a:gd name="T13" fmla="*/ 2147483647 h 48"/>
                    <a:gd name="T14" fmla="*/ 2147483647 w 64"/>
                    <a:gd name="T15" fmla="*/ 2147483647 h 48"/>
                    <a:gd name="T16" fmla="*/ 2147483647 w 64"/>
                    <a:gd name="T17" fmla="*/ 2147483647 h 48"/>
                    <a:gd name="T18" fmla="*/ 2147483647 w 64"/>
                    <a:gd name="T19" fmla="*/ 2147483647 h 48"/>
                    <a:gd name="T20" fmla="*/ 2147483647 w 64"/>
                    <a:gd name="T21" fmla="*/ 2147483647 h 48"/>
                    <a:gd name="T22" fmla="*/ 2147483647 w 64"/>
                    <a:gd name="T23" fmla="*/ 2147483647 h 48"/>
                    <a:gd name="T24" fmla="*/ 2147483647 w 64"/>
                    <a:gd name="T25" fmla="*/ 2147483647 h 48"/>
                    <a:gd name="T26" fmla="*/ 0 w 64"/>
                    <a:gd name="T27" fmla="*/ 2147483647 h 48"/>
                    <a:gd name="T28" fmla="*/ 0 w 64"/>
                    <a:gd name="T29" fmla="*/ 2147483647 h 48"/>
                    <a:gd name="T30" fmla="*/ 2147483647 w 64"/>
                    <a:gd name="T31" fmla="*/ 2147483647 h 48"/>
                    <a:gd name="T32" fmla="*/ 2147483647 w 64"/>
                    <a:gd name="T33" fmla="*/ 2147483647 h 48"/>
                    <a:gd name="T34" fmla="*/ 2147483647 w 64"/>
                    <a:gd name="T35" fmla="*/ 2147483647 h 48"/>
                    <a:gd name="T36" fmla="*/ 2147483647 w 64"/>
                    <a:gd name="T37" fmla="*/ 2147483647 h 48"/>
                    <a:gd name="T38" fmla="*/ 2147483647 w 64"/>
                    <a:gd name="T39" fmla="*/ 2147483647 h 48"/>
                    <a:gd name="T40" fmla="*/ 2147483647 w 64"/>
                    <a:gd name="T41" fmla="*/ 2147483647 h 48"/>
                    <a:gd name="T42" fmla="*/ 2147483647 w 64"/>
                    <a:gd name="T43" fmla="*/ 2147483647 h 48"/>
                    <a:gd name="T44" fmla="*/ 2147483647 w 64"/>
                    <a:gd name="T45" fmla="*/ 2147483647 h 48"/>
                    <a:gd name="T46" fmla="*/ 2147483647 w 64"/>
                    <a:gd name="T47" fmla="*/ 2147483647 h 48"/>
                    <a:gd name="T48" fmla="*/ 2147483647 w 64"/>
                    <a:gd name="T49" fmla="*/ 2147483647 h 48"/>
                    <a:gd name="T50" fmla="*/ 2147483647 w 64"/>
                    <a:gd name="T51" fmla="*/ 2147483647 h 48"/>
                    <a:gd name="T52" fmla="*/ 2147483647 w 64"/>
                    <a:gd name="T53" fmla="*/ 2147483647 h 48"/>
                    <a:gd name="T54" fmla="*/ 2147483647 w 64"/>
                    <a:gd name="T55" fmla="*/ 2147483647 h 48"/>
                    <a:gd name="T56" fmla="*/ 2147483647 w 64"/>
                    <a:gd name="T57" fmla="*/ 2147483647 h 48"/>
                    <a:gd name="T58" fmla="*/ 2147483647 w 64"/>
                    <a:gd name="T59" fmla="*/ 2147483647 h 48"/>
                    <a:gd name="T60" fmla="*/ 2147483647 w 64"/>
                    <a:gd name="T61" fmla="*/ 2147483647 h 48"/>
                    <a:gd name="T62" fmla="*/ 2147483647 w 64"/>
                    <a:gd name="T63" fmla="*/ 2147483647 h 48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64"/>
                    <a:gd name="T97" fmla="*/ 0 h 48"/>
                    <a:gd name="T98" fmla="*/ 64 w 64"/>
                    <a:gd name="T99" fmla="*/ 48 h 48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64" h="48">
                      <a:moveTo>
                        <a:pt x="64" y="18"/>
                      </a:moveTo>
                      <a:lnTo>
                        <a:pt x="60" y="16"/>
                      </a:lnTo>
                      <a:lnTo>
                        <a:pt x="58" y="12"/>
                      </a:lnTo>
                      <a:lnTo>
                        <a:pt x="58" y="8"/>
                      </a:lnTo>
                      <a:lnTo>
                        <a:pt x="54" y="6"/>
                      </a:lnTo>
                      <a:lnTo>
                        <a:pt x="50" y="0"/>
                      </a:lnTo>
                      <a:lnTo>
                        <a:pt x="42" y="4"/>
                      </a:lnTo>
                      <a:lnTo>
                        <a:pt x="34" y="6"/>
                      </a:lnTo>
                      <a:lnTo>
                        <a:pt x="28" y="4"/>
                      </a:lnTo>
                      <a:lnTo>
                        <a:pt x="24" y="2"/>
                      </a:lnTo>
                      <a:lnTo>
                        <a:pt x="12" y="2"/>
                      </a:lnTo>
                      <a:lnTo>
                        <a:pt x="4" y="2"/>
                      </a:lnTo>
                      <a:lnTo>
                        <a:pt x="2" y="4"/>
                      </a:lnTo>
                      <a:lnTo>
                        <a:pt x="0" y="6"/>
                      </a:lnTo>
                      <a:lnTo>
                        <a:pt x="0" y="20"/>
                      </a:lnTo>
                      <a:lnTo>
                        <a:pt x="8" y="20"/>
                      </a:lnTo>
                      <a:lnTo>
                        <a:pt x="16" y="20"/>
                      </a:lnTo>
                      <a:lnTo>
                        <a:pt x="22" y="22"/>
                      </a:lnTo>
                      <a:lnTo>
                        <a:pt x="28" y="24"/>
                      </a:lnTo>
                      <a:lnTo>
                        <a:pt x="26" y="36"/>
                      </a:lnTo>
                      <a:lnTo>
                        <a:pt x="30" y="40"/>
                      </a:lnTo>
                      <a:lnTo>
                        <a:pt x="32" y="40"/>
                      </a:lnTo>
                      <a:lnTo>
                        <a:pt x="34" y="42"/>
                      </a:lnTo>
                      <a:lnTo>
                        <a:pt x="38" y="46"/>
                      </a:lnTo>
                      <a:lnTo>
                        <a:pt x="40" y="48"/>
                      </a:lnTo>
                      <a:lnTo>
                        <a:pt x="44" y="46"/>
                      </a:lnTo>
                      <a:lnTo>
                        <a:pt x="50" y="46"/>
                      </a:lnTo>
                      <a:lnTo>
                        <a:pt x="56" y="34"/>
                      </a:lnTo>
                      <a:lnTo>
                        <a:pt x="58" y="30"/>
                      </a:lnTo>
                      <a:lnTo>
                        <a:pt x="64" y="24"/>
                      </a:lnTo>
                      <a:lnTo>
                        <a:pt x="64" y="20"/>
                      </a:lnTo>
                      <a:lnTo>
                        <a:pt x="64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5" name="îš1íḑé"/>
                <p:cNvSpPr/>
                <p:nvPr/>
              </p:nvSpPr>
              <p:spPr bwMode="auto">
                <a:xfrm>
                  <a:off x="4802344" y="2182200"/>
                  <a:ext cx="71616" cy="26620"/>
                </a:xfrm>
                <a:custGeom>
                  <a:avLst/>
                  <a:gdLst>
                    <a:gd name="T0" fmla="*/ 2147483647 w 40"/>
                    <a:gd name="T1" fmla="*/ 2147483647 h 16"/>
                    <a:gd name="T2" fmla="*/ 2147483647 w 40"/>
                    <a:gd name="T3" fmla="*/ 2147483647 h 16"/>
                    <a:gd name="T4" fmla="*/ 2147483647 w 40"/>
                    <a:gd name="T5" fmla="*/ 2147483647 h 16"/>
                    <a:gd name="T6" fmla="*/ 2147483647 w 40"/>
                    <a:gd name="T7" fmla="*/ 0 h 16"/>
                    <a:gd name="T8" fmla="*/ 2147483647 w 40"/>
                    <a:gd name="T9" fmla="*/ 0 h 16"/>
                    <a:gd name="T10" fmla="*/ 2147483647 w 40"/>
                    <a:gd name="T11" fmla="*/ 0 h 16"/>
                    <a:gd name="T12" fmla="*/ 2147483647 w 40"/>
                    <a:gd name="T13" fmla="*/ 2147483647 h 16"/>
                    <a:gd name="T14" fmla="*/ 2147483647 w 40"/>
                    <a:gd name="T15" fmla="*/ 2147483647 h 16"/>
                    <a:gd name="T16" fmla="*/ 2147483647 w 40"/>
                    <a:gd name="T17" fmla="*/ 2147483647 h 16"/>
                    <a:gd name="T18" fmla="*/ 2147483647 w 40"/>
                    <a:gd name="T19" fmla="*/ 2147483647 h 16"/>
                    <a:gd name="T20" fmla="*/ 0 w 40"/>
                    <a:gd name="T21" fmla="*/ 2147483647 h 16"/>
                    <a:gd name="T22" fmla="*/ 2147483647 w 40"/>
                    <a:gd name="T23" fmla="*/ 2147483647 h 1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0"/>
                    <a:gd name="T37" fmla="*/ 0 h 16"/>
                    <a:gd name="T38" fmla="*/ 40 w 40"/>
                    <a:gd name="T39" fmla="*/ 16 h 1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0" h="16">
                      <a:moveTo>
                        <a:pt x="38" y="16"/>
                      </a:moveTo>
                      <a:lnTo>
                        <a:pt x="40" y="4"/>
                      </a:lnTo>
                      <a:lnTo>
                        <a:pt x="34" y="2"/>
                      </a:lnTo>
                      <a:lnTo>
                        <a:pt x="28" y="0"/>
                      </a:lnTo>
                      <a:lnTo>
                        <a:pt x="20" y="0"/>
                      </a:lnTo>
                      <a:lnTo>
                        <a:pt x="14" y="0"/>
                      </a:lnTo>
                      <a:lnTo>
                        <a:pt x="12" y="6"/>
                      </a:lnTo>
                      <a:lnTo>
                        <a:pt x="8" y="6"/>
                      </a:lnTo>
                      <a:lnTo>
                        <a:pt x="4" y="8"/>
                      </a:lnTo>
                      <a:lnTo>
                        <a:pt x="2" y="12"/>
                      </a:lnTo>
                      <a:lnTo>
                        <a:pt x="0" y="16"/>
                      </a:lnTo>
                      <a:lnTo>
                        <a:pt x="38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6" name="îşľïḋê"/>
                <p:cNvSpPr/>
                <p:nvPr/>
              </p:nvSpPr>
              <p:spPr bwMode="auto">
                <a:xfrm>
                  <a:off x="4098588" y="2580100"/>
                  <a:ext cx="71616" cy="149914"/>
                </a:xfrm>
                <a:custGeom>
                  <a:avLst/>
                  <a:gdLst>
                    <a:gd name="T0" fmla="*/ 2147483647 w 40"/>
                    <a:gd name="T1" fmla="*/ 2147483647 h 90"/>
                    <a:gd name="T2" fmla="*/ 2147483647 w 40"/>
                    <a:gd name="T3" fmla="*/ 2147483647 h 90"/>
                    <a:gd name="T4" fmla="*/ 2147483647 w 40"/>
                    <a:gd name="T5" fmla="*/ 2147483647 h 90"/>
                    <a:gd name="T6" fmla="*/ 2147483647 w 40"/>
                    <a:gd name="T7" fmla="*/ 2147483647 h 90"/>
                    <a:gd name="T8" fmla="*/ 2147483647 w 40"/>
                    <a:gd name="T9" fmla="*/ 2147483647 h 90"/>
                    <a:gd name="T10" fmla="*/ 2147483647 w 40"/>
                    <a:gd name="T11" fmla="*/ 2147483647 h 90"/>
                    <a:gd name="T12" fmla="*/ 2147483647 w 40"/>
                    <a:gd name="T13" fmla="*/ 2147483647 h 90"/>
                    <a:gd name="T14" fmla="*/ 2147483647 w 40"/>
                    <a:gd name="T15" fmla="*/ 2147483647 h 90"/>
                    <a:gd name="T16" fmla="*/ 0 w 40"/>
                    <a:gd name="T17" fmla="*/ 2147483647 h 90"/>
                    <a:gd name="T18" fmla="*/ 0 w 40"/>
                    <a:gd name="T19" fmla="*/ 2147483647 h 90"/>
                    <a:gd name="T20" fmla="*/ 0 w 40"/>
                    <a:gd name="T21" fmla="*/ 2147483647 h 90"/>
                    <a:gd name="T22" fmla="*/ 2147483647 w 40"/>
                    <a:gd name="T23" fmla="*/ 2147483647 h 90"/>
                    <a:gd name="T24" fmla="*/ 2147483647 w 40"/>
                    <a:gd name="T25" fmla="*/ 2147483647 h 90"/>
                    <a:gd name="T26" fmla="*/ 2147483647 w 40"/>
                    <a:gd name="T27" fmla="*/ 2147483647 h 90"/>
                    <a:gd name="T28" fmla="*/ 2147483647 w 40"/>
                    <a:gd name="T29" fmla="*/ 2147483647 h 90"/>
                    <a:gd name="T30" fmla="*/ 2147483647 w 40"/>
                    <a:gd name="T31" fmla="*/ 2147483647 h 90"/>
                    <a:gd name="T32" fmla="*/ 2147483647 w 40"/>
                    <a:gd name="T33" fmla="*/ 2147483647 h 90"/>
                    <a:gd name="T34" fmla="*/ 2147483647 w 40"/>
                    <a:gd name="T35" fmla="*/ 2147483647 h 90"/>
                    <a:gd name="T36" fmla="*/ 2147483647 w 40"/>
                    <a:gd name="T37" fmla="*/ 2147483647 h 90"/>
                    <a:gd name="T38" fmla="*/ 2147483647 w 40"/>
                    <a:gd name="T39" fmla="*/ 2147483647 h 90"/>
                    <a:gd name="T40" fmla="*/ 2147483647 w 40"/>
                    <a:gd name="T41" fmla="*/ 2147483647 h 90"/>
                    <a:gd name="T42" fmla="*/ 2147483647 w 40"/>
                    <a:gd name="T43" fmla="*/ 0 h 90"/>
                    <a:gd name="T44" fmla="*/ 2147483647 w 40"/>
                    <a:gd name="T45" fmla="*/ 2147483647 h 90"/>
                    <a:gd name="T46" fmla="*/ 2147483647 w 40"/>
                    <a:gd name="T47" fmla="*/ 2147483647 h 90"/>
                    <a:gd name="T48" fmla="*/ 2147483647 w 40"/>
                    <a:gd name="T49" fmla="*/ 2147483647 h 90"/>
                    <a:gd name="T50" fmla="*/ 2147483647 w 40"/>
                    <a:gd name="T51" fmla="*/ 2147483647 h 90"/>
                    <a:gd name="T52" fmla="*/ 2147483647 w 40"/>
                    <a:gd name="T53" fmla="*/ 2147483647 h 90"/>
                    <a:gd name="T54" fmla="*/ 2147483647 w 40"/>
                    <a:gd name="T55" fmla="*/ 2147483647 h 90"/>
                    <a:gd name="T56" fmla="*/ 2147483647 w 40"/>
                    <a:gd name="T57" fmla="*/ 2147483647 h 90"/>
                    <a:gd name="T58" fmla="*/ 2147483647 w 40"/>
                    <a:gd name="T59" fmla="*/ 2147483647 h 90"/>
                    <a:gd name="T60" fmla="*/ 2147483647 w 40"/>
                    <a:gd name="T61" fmla="*/ 2147483647 h 90"/>
                    <a:gd name="T62" fmla="*/ 2147483647 w 40"/>
                    <a:gd name="T63" fmla="*/ 2147483647 h 90"/>
                    <a:gd name="T64" fmla="*/ 2147483647 w 40"/>
                    <a:gd name="T65" fmla="*/ 2147483647 h 90"/>
                    <a:gd name="T66" fmla="*/ 2147483647 w 40"/>
                    <a:gd name="T67" fmla="*/ 2147483647 h 90"/>
                    <a:gd name="T68" fmla="*/ 2147483647 w 40"/>
                    <a:gd name="T69" fmla="*/ 2147483647 h 90"/>
                    <a:gd name="T70" fmla="*/ 2147483647 w 40"/>
                    <a:gd name="T71" fmla="*/ 2147483647 h 90"/>
                    <a:gd name="T72" fmla="*/ 2147483647 w 40"/>
                    <a:gd name="T73" fmla="*/ 2147483647 h 90"/>
                    <a:gd name="T74" fmla="*/ 2147483647 w 40"/>
                    <a:gd name="T75" fmla="*/ 2147483647 h 90"/>
                    <a:gd name="T76" fmla="*/ 2147483647 w 40"/>
                    <a:gd name="T77" fmla="*/ 2147483647 h 90"/>
                    <a:gd name="T78" fmla="*/ 2147483647 w 40"/>
                    <a:gd name="T79" fmla="*/ 2147483647 h 90"/>
                    <a:gd name="T80" fmla="*/ 2147483647 w 40"/>
                    <a:gd name="T81" fmla="*/ 2147483647 h 90"/>
                    <a:gd name="T82" fmla="*/ 2147483647 w 40"/>
                    <a:gd name="T83" fmla="*/ 2147483647 h 90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40"/>
                    <a:gd name="T127" fmla="*/ 0 h 90"/>
                    <a:gd name="T128" fmla="*/ 40 w 40"/>
                    <a:gd name="T129" fmla="*/ 90 h 90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40" h="90">
                      <a:moveTo>
                        <a:pt x="24" y="90"/>
                      </a:moveTo>
                      <a:lnTo>
                        <a:pt x="16" y="90"/>
                      </a:lnTo>
                      <a:lnTo>
                        <a:pt x="12" y="90"/>
                      </a:lnTo>
                      <a:lnTo>
                        <a:pt x="8" y="90"/>
                      </a:lnTo>
                      <a:lnTo>
                        <a:pt x="6" y="76"/>
                      </a:lnTo>
                      <a:lnTo>
                        <a:pt x="8" y="66"/>
                      </a:lnTo>
                      <a:lnTo>
                        <a:pt x="6" y="64"/>
                      </a:lnTo>
                      <a:lnTo>
                        <a:pt x="4" y="64"/>
                      </a:lnTo>
                      <a:lnTo>
                        <a:pt x="0" y="62"/>
                      </a:lnTo>
                      <a:lnTo>
                        <a:pt x="0" y="58"/>
                      </a:lnTo>
                      <a:lnTo>
                        <a:pt x="0" y="52"/>
                      </a:lnTo>
                      <a:lnTo>
                        <a:pt x="2" y="48"/>
                      </a:lnTo>
                      <a:lnTo>
                        <a:pt x="6" y="38"/>
                      </a:lnTo>
                      <a:lnTo>
                        <a:pt x="10" y="32"/>
                      </a:lnTo>
                      <a:lnTo>
                        <a:pt x="12" y="26"/>
                      </a:lnTo>
                      <a:lnTo>
                        <a:pt x="12" y="22"/>
                      </a:lnTo>
                      <a:lnTo>
                        <a:pt x="12" y="18"/>
                      </a:lnTo>
                      <a:lnTo>
                        <a:pt x="10" y="16"/>
                      </a:lnTo>
                      <a:lnTo>
                        <a:pt x="8" y="14"/>
                      </a:lnTo>
                      <a:lnTo>
                        <a:pt x="8" y="12"/>
                      </a:lnTo>
                      <a:lnTo>
                        <a:pt x="10" y="6"/>
                      </a:lnTo>
                      <a:lnTo>
                        <a:pt x="12" y="0"/>
                      </a:lnTo>
                      <a:lnTo>
                        <a:pt x="16" y="4"/>
                      </a:lnTo>
                      <a:lnTo>
                        <a:pt x="22" y="6"/>
                      </a:lnTo>
                      <a:lnTo>
                        <a:pt x="36" y="6"/>
                      </a:lnTo>
                      <a:lnTo>
                        <a:pt x="38" y="8"/>
                      </a:lnTo>
                      <a:lnTo>
                        <a:pt x="40" y="12"/>
                      </a:lnTo>
                      <a:lnTo>
                        <a:pt x="38" y="24"/>
                      </a:lnTo>
                      <a:lnTo>
                        <a:pt x="34" y="34"/>
                      </a:lnTo>
                      <a:lnTo>
                        <a:pt x="30" y="40"/>
                      </a:lnTo>
                      <a:lnTo>
                        <a:pt x="28" y="50"/>
                      </a:lnTo>
                      <a:lnTo>
                        <a:pt x="30" y="54"/>
                      </a:lnTo>
                      <a:lnTo>
                        <a:pt x="30" y="60"/>
                      </a:lnTo>
                      <a:lnTo>
                        <a:pt x="30" y="64"/>
                      </a:lnTo>
                      <a:lnTo>
                        <a:pt x="28" y="68"/>
                      </a:lnTo>
                      <a:lnTo>
                        <a:pt x="30" y="70"/>
                      </a:lnTo>
                      <a:lnTo>
                        <a:pt x="32" y="74"/>
                      </a:lnTo>
                      <a:lnTo>
                        <a:pt x="30" y="78"/>
                      </a:lnTo>
                      <a:lnTo>
                        <a:pt x="28" y="80"/>
                      </a:lnTo>
                      <a:lnTo>
                        <a:pt x="26" y="84"/>
                      </a:lnTo>
                      <a:lnTo>
                        <a:pt x="24" y="86"/>
                      </a:lnTo>
                      <a:lnTo>
                        <a:pt x="24" y="9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7" name="işļiďè"/>
                <p:cNvSpPr/>
                <p:nvPr/>
              </p:nvSpPr>
              <p:spPr bwMode="auto">
                <a:xfrm>
                  <a:off x="4110983" y="2528262"/>
                  <a:ext cx="302987" cy="232575"/>
                </a:xfrm>
                <a:custGeom>
                  <a:avLst/>
                  <a:gdLst>
                    <a:gd name="T0" fmla="*/ 2147483647 w 174"/>
                    <a:gd name="T1" fmla="*/ 2147483647 h 140"/>
                    <a:gd name="T2" fmla="*/ 2147483647 w 174"/>
                    <a:gd name="T3" fmla="*/ 2147483647 h 140"/>
                    <a:gd name="T4" fmla="*/ 2147483647 w 174"/>
                    <a:gd name="T5" fmla="*/ 2147483647 h 140"/>
                    <a:gd name="T6" fmla="*/ 2147483647 w 174"/>
                    <a:gd name="T7" fmla="*/ 2147483647 h 140"/>
                    <a:gd name="T8" fmla="*/ 2147483647 w 174"/>
                    <a:gd name="T9" fmla="*/ 2147483647 h 140"/>
                    <a:gd name="T10" fmla="*/ 2147483647 w 174"/>
                    <a:gd name="T11" fmla="*/ 2147483647 h 140"/>
                    <a:gd name="T12" fmla="*/ 2147483647 w 174"/>
                    <a:gd name="T13" fmla="*/ 2147483647 h 140"/>
                    <a:gd name="T14" fmla="*/ 2147483647 w 174"/>
                    <a:gd name="T15" fmla="*/ 2147483647 h 140"/>
                    <a:gd name="T16" fmla="*/ 2147483647 w 174"/>
                    <a:gd name="T17" fmla="*/ 2147483647 h 140"/>
                    <a:gd name="T18" fmla="*/ 2147483647 w 174"/>
                    <a:gd name="T19" fmla="*/ 2147483647 h 140"/>
                    <a:gd name="T20" fmla="*/ 2147483647 w 174"/>
                    <a:gd name="T21" fmla="*/ 2147483647 h 140"/>
                    <a:gd name="T22" fmla="*/ 2147483647 w 174"/>
                    <a:gd name="T23" fmla="*/ 2147483647 h 140"/>
                    <a:gd name="T24" fmla="*/ 2147483647 w 174"/>
                    <a:gd name="T25" fmla="*/ 2147483647 h 140"/>
                    <a:gd name="T26" fmla="*/ 2147483647 w 174"/>
                    <a:gd name="T27" fmla="*/ 2147483647 h 140"/>
                    <a:gd name="T28" fmla="*/ 2147483647 w 174"/>
                    <a:gd name="T29" fmla="*/ 2147483647 h 140"/>
                    <a:gd name="T30" fmla="*/ 2147483647 w 174"/>
                    <a:gd name="T31" fmla="*/ 2147483647 h 140"/>
                    <a:gd name="T32" fmla="*/ 2147483647 w 174"/>
                    <a:gd name="T33" fmla="*/ 2147483647 h 140"/>
                    <a:gd name="T34" fmla="*/ 2147483647 w 174"/>
                    <a:gd name="T35" fmla="*/ 2147483647 h 140"/>
                    <a:gd name="T36" fmla="*/ 2147483647 w 174"/>
                    <a:gd name="T37" fmla="*/ 2147483647 h 140"/>
                    <a:gd name="T38" fmla="*/ 2147483647 w 174"/>
                    <a:gd name="T39" fmla="*/ 2147483647 h 140"/>
                    <a:gd name="T40" fmla="*/ 2147483647 w 174"/>
                    <a:gd name="T41" fmla="*/ 2147483647 h 140"/>
                    <a:gd name="T42" fmla="*/ 2147483647 w 174"/>
                    <a:gd name="T43" fmla="*/ 2147483647 h 140"/>
                    <a:gd name="T44" fmla="*/ 2147483647 w 174"/>
                    <a:gd name="T45" fmla="*/ 2147483647 h 140"/>
                    <a:gd name="T46" fmla="*/ 2147483647 w 174"/>
                    <a:gd name="T47" fmla="*/ 2147483647 h 140"/>
                    <a:gd name="T48" fmla="*/ 2147483647 w 174"/>
                    <a:gd name="T49" fmla="*/ 2147483647 h 140"/>
                    <a:gd name="T50" fmla="*/ 2147483647 w 174"/>
                    <a:gd name="T51" fmla="*/ 2147483647 h 140"/>
                    <a:gd name="T52" fmla="*/ 0 w 174"/>
                    <a:gd name="T53" fmla="*/ 2147483647 h 140"/>
                    <a:gd name="T54" fmla="*/ 0 w 174"/>
                    <a:gd name="T55" fmla="*/ 2147483647 h 140"/>
                    <a:gd name="T56" fmla="*/ 2147483647 w 174"/>
                    <a:gd name="T57" fmla="*/ 2147483647 h 140"/>
                    <a:gd name="T58" fmla="*/ 2147483647 w 174"/>
                    <a:gd name="T59" fmla="*/ 0 h 140"/>
                    <a:gd name="T60" fmla="*/ 2147483647 w 174"/>
                    <a:gd name="T61" fmla="*/ 2147483647 h 140"/>
                    <a:gd name="T62" fmla="*/ 2147483647 w 174"/>
                    <a:gd name="T63" fmla="*/ 2147483647 h 140"/>
                    <a:gd name="T64" fmla="*/ 2147483647 w 174"/>
                    <a:gd name="T65" fmla="*/ 2147483647 h 140"/>
                    <a:gd name="T66" fmla="*/ 2147483647 w 174"/>
                    <a:gd name="T67" fmla="*/ 2147483647 h 140"/>
                    <a:gd name="T68" fmla="*/ 2147483647 w 174"/>
                    <a:gd name="T69" fmla="*/ 2147483647 h 140"/>
                    <a:gd name="T70" fmla="*/ 2147483647 w 174"/>
                    <a:gd name="T71" fmla="*/ 2147483647 h 140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74"/>
                    <a:gd name="T109" fmla="*/ 0 h 140"/>
                    <a:gd name="T110" fmla="*/ 174 w 174"/>
                    <a:gd name="T111" fmla="*/ 140 h 140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74" h="140">
                      <a:moveTo>
                        <a:pt x="174" y="32"/>
                      </a:moveTo>
                      <a:lnTo>
                        <a:pt x="174" y="34"/>
                      </a:lnTo>
                      <a:lnTo>
                        <a:pt x="168" y="38"/>
                      </a:lnTo>
                      <a:lnTo>
                        <a:pt x="164" y="44"/>
                      </a:lnTo>
                      <a:lnTo>
                        <a:pt x="146" y="52"/>
                      </a:lnTo>
                      <a:lnTo>
                        <a:pt x="138" y="56"/>
                      </a:lnTo>
                      <a:lnTo>
                        <a:pt x="134" y="62"/>
                      </a:lnTo>
                      <a:lnTo>
                        <a:pt x="128" y="68"/>
                      </a:lnTo>
                      <a:lnTo>
                        <a:pt x="126" y="80"/>
                      </a:lnTo>
                      <a:lnTo>
                        <a:pt x="128" y="86"/>
                      </a:lnTo>
                      <a:lnTo>
                        <a:pt x="132" y="90"/>
                      </a:lnTo>
                      <a:lnTo>
                        <a:pt x="124" y="96"/>
                      </a:lnTo>
                      <a:lnTo>
                        <a:pt x="112" y="108"/>
                      </a:lnTo>
                      <a:lnTo>
                        <a:pt x="106" y="118"/>
                      </a:lnTo>
                      <a:lnTo>
                        <a:pt x="102" y="122"/>
                      </a:lnTo>
                      <a:lnTo>
                        <a:pt x="102" y="126"/>
                      </a:lnTo>
                      <a:lnTo>
                        <a:pt x="70" y="126"/>
                      </a:lnTo>
                      <a:lnTo>
                        <a:pt x="64" y="128"/>
                      </a:lnTo>
                      <a:lnTo>
                        <a:pt x="62" y="132"/>
                      </a:lnTo>
                      <a:lnTo>
                        <a:pt x="56" y="134"/>
                      </a:lnTo>
                      <a:lnTo>
                        <a:pt x="54" y="136"/>
                      </a:lnTo>
                      <a:lnTo>
                        <a:pt x="50" y="140"/>
                      </a:lnTo>
                      <a:lnTo>
                        <a:pt x="48" y="140"/>
                      </a:lnTo>
                      <a:lnTo>
                        <a:pt x="42" y="140"/>
                      </a:lnTo>
                      <a:lnTo>
                        <a:pt x="38" y="136"/>
                      </a:lnTo>
                      <a:lnTo>
                        <a:pt x="36" y="130"/>
                      </a:lnTo>
                      <a:lnTo>
                        <a:pt x="36" y="124"/>
                      </a:lnTo>
                      <a:lnTo>
                        <a:pt x="34" y="122"/>
                      </a:lnTo>
                      <a:lnTo>
                        <a:pt x="30" y="120"/>
                      </a:lnTo>
                      <a:lnTo>
                        <a:pt x="24" y="120"/>
                      </a:lnTo>
                      <a:lnTo>
                        <a:pt x="18" y="120"/>
                      </a:lnTo>
                      <a:lnTo>
                        <a:pt x="20" y="116"/>
                      </a:lnTo>
                      <a:lnTo>
                        <a:pt x="22" y="112"/>
                      </a:lnTo>
                      <a:lnTo>
                        <a:pt x="24" y="108"/>
                      </a:lnTo>
                      <a:lnTo>
                        <a:pt x="26" y="104"/>
                      </a:lnTo>
                      <a:lnTo>
                        <a:pt x="24" y="100"/>
                      </a:lnTo>
                      <a:lnTo>
                        <a:pt x="22" y="98"/>
                      </a:lnTo>
                      <a:lnTo>
                        <a:pt x="24" y="94"/>
                      </a:lnTo>
                      <a:lnTo>
                        <a:pt x="24" y="90"/>
                      </a:lnTo>
                      <a:lnTo>
                        <a:pt x="24" y="84"/>
                      </a:lnTo>
                      <a:lnTo>
                        <a:pt x="22" y="80"/>
                      </a:lnTo>
                      <a:lnTo>
                        <a:pt x="24" y="70"/>
                      </a:lnTo>
                      <a:lnTo>
                        <a:pt x="28" y="64"/>
                      </a:lnTo>
                      <a:lnTo>
                        <a:pt x="32" y="54"/>
                      </a:lnTo>
                      <a:lnTo>
                        <a:pt x="34" y="42"/>
                      </a:lnTo>
                      <a:lnTo>
                        <a:pt x="32" y="38"/>
                      </a:lnTo>
                      <a:lnTo>
                        <a:pt x="30" y="36"/>
                      </a:lnTo>
                      <a:lnTo>
                        <a:pt x="16" y="36"/>
                      </a:lnTo>
                      <a:lnTo>
                        <a:pt x="10" y="34"/>
                      </a:lnTo>
                      <a:lnTo>
                        <a:pt x="6" y="30"/>
                      </a:lnTo>
                      <a:lnTo>
                        <a:pt x="6" y="26"/>
                      </a:lnTo>
                      <a:lnTo>
                        <a:pt x="4" y="22"/>
                      </a:lnTo>
                      <a:lnTo>
                        <a:pt x="2" y="18"/>
                      </a:lnTo>
                      <a:lnTo>
                        <a:pt x="0" y="16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4" y="8"/>
                      </a:lnTo>
                      <a:lnTo>
                        <a:pt x="12" y="6"/>
                      </a:lnTo>
                      <a:lnTo>
                        <a:pt x="12" y="2"/>
                      </a:lnTo>
                      <a:lnTo>
                        <a:pt x="14" y="0"/>
                      </a:lnTo>
                      <a:lnTo>
                        <a:pt x="20" y="0"/>
                      </a:lnTo>
                      <a:lnTo>
                        <a:pt x="40" y="2"/>
                      </a:lnTo>
                      <a:lnTo>
                        <a:pt x="60" y="4"/>
                      </a:lnTo>
                      <a:lnTo>
                        <a:pt x="80" y="8"/>
                      </a:lnTo>
                      <a:lnTo>
                        <a:pt x="102" y="10"/>
                      </a:lnTo>
                      <a:lnTo>
                        <a:pt x="124" y="16"/>
                      </a:lnTo>
                      <a:lnTo>
                        <a:pt x="136" y="18"/>
                      </a:lnTo>
                      <a:lnTo>
                        <a:pt x="150" y="20"/>
                      </a:lnTo>
                      <a:lnTo>
                        <a:pt x="152" y="20"/>
                      </a:lnTo>
                      <a:lnTo>
                        <a:pt x="154" y="22"/>
                      </a:lnTo>
                      <a:lnTo>
                        <a:pt x="160" y="26"/>
                      </a:lnTo>
                      <a:lnTo>
                        <a:pt x="174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8" name="iSļídê"/>
                <p:cNvSpPr/>
                <p:nvPr/>
              </p:nvSpPr>
              <p:spPr bwMode="auto">
                <a:xfrm>
                  <a:off x="4221160" y="2311097"/>
                  <a:ext cx="312628" cy="271804"/>
                </a:xfrm>
                <a:custGeom>
                  <a:avLst/>
                  <a:gdLst>
                    <a:gd name="T0" fmla="*/ 2147483647 w 178"/>
                    <a:gd name="T1" fmla="*/ 2147483647 h 162"/>
                    <a:gd name="T2" fmla="*/ 2147483647 w 178"/>
                    <a:gd name="T3" fmla="*/ 2147483647 h 162"/>
                    <a:gd name="T4" fmla="*/ 2147483647 w 178"/>
                    <a:gd name="T5" fmla="*/ 2147483647 h 162"/>
                    <a:gd name="T6" fmla="*/ 2147483647 w 178"/>
                    <a:gd name="T7" fmla="*/ 2147483647 h 162"/>
                    <a:gd name="T8" fmla="*/ 2147483647 w 178"/>
                    <a:gd name="T9" fmla="*/ 2147483647 h 162"/>
                    <a:gd name="T10" fmla="*/ 2147483647 w 178"/>
                    <a:gd name="T11" fmla="*/ 2147483647 h 162"/>
                    <a:gd name="T12" fmla="*/ 2147483647 w 178"/>
                    <a:gd name="T13" fmla="*/ 2147483647 h 162"/>
                    <a:gd name="T14" fmla="*/ 2147483647 w 178"/>
                    <a:gd name="T15" fmla="*/ 2147483647 h 162"/>
                    <a:gd name="T16" fmla="*/ 2147483647 w 178"/>
                    <a:gd name="T17" fmla="*/ 2147483647 h 162"/>
                    <a:gd name="T18" fmla="*/ 2147483647 w 178"/>
                    <a:gd name="T19" fmla="*/ 2147483647 h 162"/>
                    <a:gd name="T20" fmla="*/ 2147483647 w 178"/>
                    <a:gd name="T21" fmla="*/ 2147483647 h 162"/>
                    <a:gd name="T22" fmla="*/ 2147483647 w 178"/>
                    <a:gd name="T23" fmla="*/ 2147483647 h 162"/>
                    <a:gd name="T24" fmla="*/ 2147483647 w 178"/>
                    <a:gd name="T25" fmla="*/ 2147483647 h 162"/>
                    <a:gd name="T26" fmla="*/ 2147483647 w 178"/>
                    <a:gd name="T27" fmla="*/ 2147483647 h 162"/>
                    <a:gd name="T28" fmla="*/ 2147483647 w 178"/>
                    <a:gd name="T29" fmla="*/ 2147483647 h 162"/>
                    <a:gd name="T30" fmla="*/ 2147483647 w 178"/>
                    <a:gd name="T31" fmla="*/ 2147483647 h 162"/>
                    <a:gd name="T32" fmla="*/ 2147483647 w 178"/>
                    <a:gd name="T33" fmla="*/ 2147483647 h 162"/>
                    <a:gd name="T34" fmla="*/ 2147483647 w 178"/>
                    <a:gd name="T35" fmla="*/ 2147483647 h 162"/>
                    <a:gd name="T36" fmla="*/ 2147483647 w 178"/>
                    <a:gd name="T37" fmla="*/ 2147483647 h 162"/>
                    <a:gd name="T38" fmla="*/ 2147483647 w 178"/>
                    <a:gd name="T39" fmla="*/ 2147483647 h 162"/>
                    <a:gd name="T40" fmla="*/ 2147483647 w 178"/>
                    <a:gd name="T41" fmla="*/ 2147483647 h 162"/>
                    <a:gd name="T42" fmla="*/ 2147483647 w 178"/>
                    <a:gd name="T43" fmla="*/ 2147483647 h 162"/>
                    <a:gd name="T44" fmla="*/ 2147483647 w 178"/>
                    <a:gd name="T45" fmla="*/ 2147483647 h 162"/>
                    <a:gd name="T46" fmla="*/ 2147483647 w 178"/>
                    <a:gd name="T47" fmla="*/ 2147483647 h 162"/>
                    <a:gd name="T48" fmla="*/ 2147483647 w 178"/>
                    <a:gd name="T49" fmla="*/ 2147483647 h 162"/>
                    <a:gd name="T50" fmla="*/ 2147483647 w 178"/>
                    <a:gd name="T51" fmla="*/ 2147483647 h 162"/>
                    <a:gd name="T52" fmla="*/ 2147483647 w 178"/>
                    <a:gd name="T53" fmla="*/ 2147483647 h 162"/>
                    <a:gd name="T54" fmla="*/ 2147483647 w 178"/>
                    <a:gd name="T55" fmla="*/ 2147483647 h 162"/>
                    <a:gd name="T56" fmla="*/ 2147483647 w 178"/>
                    <a:gd name="T57" fmla="*/ 2147483647 h 162"/>
                    <a:gd name="T58" fmla="*/ 2147483647 w 178"/>
                    <a:gd name="T59" fmla="*/ 2147483647 h 162"/>
                    <a:gd name="T60" fmla="*/ 2147483647 w 178"/>
                    <a:gd name="T61" fmla="*/ 2147483647 h 162"/>
                    <a:gd name="T62" fmla="*/ 2147483647 w 178"/>
                    <a:gd name="T63" fmla="*/ 0 h 162"/>
                    <a:gd name="T64" fmla="*/ 2147483647 w 178"/>
                    <a:gd name="T65" fmla="*/ 2147483647 h 162"/>
                    <a:gd name="T66" fmla="*/ 2147483647 w 178"/>
                    <a:gd name="T67" fmla="*/ 2147483647 h 162"/>
                    <a:gd name="T68" fmla="*/ 2147483647 w 178"/>
                    <a:gd name="T69" fmla="*/ 2147483647 h 162"/>
                    <a:gd name="T70" fmla="*/ 2147483647 w 178"/>
                    <a:gd name="T71" fmla="*/ 2147483647 h 162"/>
                    <a:gd name="T72" fmla="*/ 2147483647 w 178"/>
                    <a:gd name="T73" fmla="*/ 2147483647 h 162"/>
                    <a:gd name="T74" fmla="*/ 2147483647 w 178"/>
                    <a:gd name="T75" fmla="*/ 2147483647 h 162"/>
                    <a:gd name="T76" fmla="*/ 2147483647 w 178"/>
                    <a:gd name="T77" fmla="*/ 2147483647 h 162"/>
                    <a:gd name="T78" fmla="*/ 2147483647 w 178"/>
                    <a:gd name="T79" fmla="*/ 2147483647 h 162"/>
                    <a:gd name="T80" fmla="*/ 2147483647 w 178"/>
                    <a:gd name="T81" fmla="*/ 2147483647 h 162"/>
                    <a:gd name="T82" fmla="*/ 2147483647 w 178"/>
                    <a:gd name="T83" fmla="*/ 2147483647 h 162"/>
                    <a:gd name="T84" fmla="*/ 2147483647 w 178"/>
                    <a:gd name="T85" fmla="*/ 2147483647 h 162"/>
                    <a:gd name="T86" fmla="*/ 2147483647 w 178"/>
                    <a:gd name="T87" fmla="*/ 2147483647 h 162"/>
                    <a:gd name="T88" fmla="*/ 2147483647 w 178"/>
                    <a:gd name="T89" fmla="*/ 2147483647 h 162"/>
                    <a:gd name="T90" fmla="*/ 2147483647 w 178"/>
                    <a:gd name="T91" fmla="*/ 2147483647 h 162"/>
                    <a:gd name="T92" fmla="*/ 2147483647 w 178"/>
                    <a:gd name="T93" fmla="*/ 2147483647 h 162"/>
                    <a:gd name="T94" fmla="*/ 2147483647 w 178"/>
                    <a:gd name="T95" fmla="*/ 2147483647 h 162"/>
                    <a:gd name="T96" fmla="*/ 2147483647 w 178"/>
                    <a:gd name="T97" fmla="*/ 2147483647 h 162"/>
                    <a:gd name="T98" fmla="*/ 2147483647 w 178"/>
                    <a:gd name="T99" fmla="*/ 2147483647 h 162"/>
                    <a:gd name="T100" fmla="*/ 2147483647 w 178"/>
                    <a:gd name="T101" fmla="*/ 2147483647 h 162"/>
                    <a:gd name="T102" fmla="*/ 2147483647 w 178"/>
                    <a:gd name="T103" fmla="*/ 2147483647 h 162"/>
                    <a:gd name="T104" fmla="*/ 2147483647 w 178"/>
                    <a:gd name="T105" fmla="*/ 2147483647 h 16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178"/>
                    <a:gd name="T160" fmla="*/ 0 h 162"/>
                    <a:gd name="T161" fmla="*/ 178 w 178"/>
                    <a:gd name="T162" fmla="*/ 162 h 162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178" h="162">
                      <a:moveTo>
                        <a:pt x="178" y="128"/>
                      </a:moveTo>
                      <a:lnTo>
                        <a:pt x="174" y="128"/>
                      </a:lnTo>
                      <a:lnTo>
                        <a:pt x="168" y="132"/>
                      </a:lnTo>
                      <a:lnTo>
                        <a:pt x="162" y="136"/>
                      </a:lnTo>
                      <a:lnTo>
                        <a:pt x="158" y="140"/>
                      </a:lnTo>
                      <a:lnTo>
                        <a:pt x="154" y="142"/>
                      </a:lnTo>
                      <a:lnTo>
                        <a:pt x="146" y="140"/>
                      </a:lnTo>
                      <a:lnTo>
                        <a:pt x="138" y="138"/>
                      </a:lnTo>
                      <a:lnTo>
                        <a:pt x="132" y="134"/>
                      </a:lnTo>
                      <a:lnTo>
                        <a:pt x="126" y="134"/>
                      </a:lnTo>
                      <a:lnTo>
                        <a:pt x="120" y="134"/>
                      </a:lnTo>
                      <a:lnTo>
                        <a:pt x="114" y="138"/>
                      </a:lnTo>
                      <a:lnTo>
                        <a:pt x="110" y="142"/>
                      </a:lnTo>
                      <a:lnTo>
                        <a:pt x="110" y="150"/>
                      </a:lnTo>
                      <a:lnTo>
                        <a:pt x="110" y="162"/>
                      </a:lnTo>
                      <a:lnTo>
                        <a:pt x="96" y="156"/>
                      </a:lnTo>
                      <a:lnTo>
                        <a:pt x="90" y="152"/>
                      </a:lnTo>
                      <a:lnTo>
                        <a:pt x="88" y="150"/>
                      </a:lnTo>
                      <a:lnTo>
                        <a:pt x="86" y="150"/>
                      </a:lnTo>
                      <a:lnTo>
                        <a:pt x="72" y="148"/>
                      </a:lnTo>
                      <a:lnTo>
                        <a:pt x="60" y="146"/>
                      </a:lnTo>
                      <a:lnTo>
                        <a:pt x="38" y="140"/>
                      </a:lnTo>
                      <a:lnTo>
                        <a:pt x="42" y="138"/>
                      </a:lnTo>
                      <a:lnTo>
                        <a:pt x="44" y="136"/>
                      </a:lnTo>
                      <a:lnTo>
                        <a:pt x="46" y="126"/>
                      </a:lnTo>
                      <a:lnTo>
                        <a:pt x="48" y="114"/>
                      </a:lnTo>
                      <a:lnTo>
                        <a:pt x="48" y="106"/>
                      </a:lnTo>
                      <a:lnTo>
                        <a:pt x="48" y="92"/>
                      </a:lnTo>
                      <a:lnTo>
                        <a:pt x="44" y="80"/>
                      </a:lnTo>
                      <a:lnTo>
                        <a:pt x="38" y="68"/>
                      </a:lnTo>
                      <a:lnTo>
                        <a:pt x="34" y="64"/>
                      </a:lnTo>
                      <a:lnTo>
                        <a:pt x="30" y="62"/>
                      </a:lnTo>
                      <a:lnTo>
                        <a:pt x="12" y="60"/>
                      </a:lnTo>
                      <a:lnTo>
                        <a:pt x="8" y="58"/>
                      </a:lnTo>
                      <a:lnTo>
                        <a:pt x="4" y="54"/>
                      </a:lnTo>
                      <a:lnTo>
                        <a:pt x="2" y="50"/>
                      </a:lnTo>
                      <a:lnTo>
                        <a:pt x="0" y="44"/>
                      </a:lnTo>
                      <a:lnTo>
                        <a:pt x="6" y="42"/>
                      </a:lnTo>
                      <a:lnTo>
                        <a:pt x="12" y="40"/>
                      </a:lnTo>
                      <a:lnTo>
                        <a:pt x="16" y="36"/>
                      </a:lnTo>
                      <a:lnTo>
                        <a:pt x="20" y="36"/>
                      </a:lnTo>
                      <a:lnTo>
                        <a:pt x="24" y="36"/>
                      </a:lnTo>
                      <a:lnTo>
                        <a:pt x="28" y="38"/>
                      </a:lnTo>
                      <a:lnTo>
                        <a:pt x="32" y="40"/>
                      </a:lnTo>
                      <a:lnTo>
                        <a:pt x="38" y="42"/>
                      </a:lnTo>
                      <a:lnTo>
                        <a:pt x="42" y="42"/>
                      </a:lnTo>
                      <a:lnTo>
                        <a:pt x="44" y="40"/>
                      </a:lnTo>
                      <a:lnTo>
                        <a:pt x="44" y="36"/>
                      </a:lnTo>
                      <a:lnTo>
                        <a:pt x="44" y="34"/>
                      </a:lnTo>
                      <a:lnTo>
                        <a:pt x="40" y="32"/>
                      </a:lnTo>
                      <a:lnTo>
                        <a:pt x="40" y="26"/>
                      </a:lnTo>
                      <a:lnTo>
                        <a:pt x="46" y="26"/>
                      </a:lnTo>
                      <a:lnTo>
                        <a:pt x="50" y="28"/>
                      </a:lnTo>
                      <a:lnTo>
                        <a:pt x="56" y="30"/>
                      </a:lnTo>
                      <a:lnTo>
                        <a:pt x="62" y="30"/>
                      </a:lnTo>
                      <a:lnTo>
                        <a:pt x="66" y="30"/>
                      </a:lnTo>
                      <a:lnTo>
                        <a:pt x="66" y="28"/>
                      </a:lnTo>
                      <a:lnTo>
                        <a:pt x="68" y="22"/>
                      </a:lnTo>
                      <a:lnTo>
                        <a:pt x="72" y="18"/>
                      </a:lnTo>
                      <a:lnTo>
                        <a:pt x="80" y="14"/>
                      </a:lnTo>
                      <a:lnTo>
                        <a:pt x="86" y="10"/>
                      </a:lnTo>
                      <a:lnTo>
                        <a:pt x="86" y="6"/>
                      </a:lnTo>
                      <a:lnTo>
                        <a:pt x="88" y="2"/>
                      </a:lnTo>
                      <a:lnTo>
                        <a:pt x="98" y="0"/>
                      </a:lnTo>
                      <a:lnTo>
                        <a:pt x="100" y="4"/>
                      </a:lnTo>
                      <a:lnTo>
                        <a:pt x="106" y="8"/>
                      </a:lnTo>
                      <a:lnTo>
                        <a:pt x="112" y="10"/>
                      </a:lnTo>
                      <a:lnTo>
                        <a:pt x="120" y="12"/>
                      </a:lnTo>
                      <a:lnTo>
                        <a:pt x="120" y="16"/>
                      </a:lnTo>
                      <a:lnTo>
                        <a:pt x="122" y="18"/>
                      </a:lnTo>
                      <a:lnTo>
                        <a:pt x="126" y="20"/>
                      </a:lnTo>
                      <a:lnTo>
                        <a:pt x="130" y="20"/>
                      </a:lnTo>
                      <a:lnTo>
                        <a:pt x="130" y="22"/>
                      </a:lnTo>
                      <a:lnTo>
                        <a:pt x="132" y="22"/>
                      </a:lnTo>
                      <a:lnTo>
                        <a:pt x="136" y="26"/>
                      </a:lnTo>
                      <a:lnTo>
                        <a:pt x="140" y="28"/>
                      </a:lnTo>
                      <a:lnTo>
                        <a:pt x="150" y="28"/>
                      </a:lnTo>
                      <a:lnTo>
                        <a:pt x="154" y="30"/>
                      </a:lnTo>
                      <a:lnTo>
                        <a:pt x="160" y="32"/>
                      </a:lnTo>
                      <a:lnTo>
                        <a:pt x="168" y="34"/>
                      </a:lnTo>
                      <a:lnTo>
                        <a:pt x="176" y="36"/>
                      </a:lnTo>
                      <a:lnTo>
                        <a:pt x="174" y="44"/>
                      </a:lnTo>
                      <a:lnTo>
                        <a:pt x="172" y="54"/>
                      </a:lnTo>
                      <a:lnTo>
                        <a:pt x="168" y="60"/>
                      </a:lnTo>
                      <a:lnTo>
                        <a:pt x="166" y="62"/>
                      </a:lnTo>
                      <a:lnTo>
                        <a:pt x="164" y="64"/>
                      </a:lnTo>
                      <a:lnTo>
                        <a:pt x="162" y="68"/>
                      </a:lnTo>
                      <a:lnTo>
                        <a:pt x="158" y="70"/>
                      </a:lnTo>
                      <a:lnTo>
                        <a:pt x="154" y="74"/>
                      </a:lnTo>
                      <a:lnTo>
                        <a:pt x="150" y="82"/>
                      </a:lnTo>
                      <a:lnTo>
                        <a:pt x="150" y="88"/>
                      </a:lnTo>
                      <a:lnTo>
                        <a:pt x="154" y="88"/>
                      </a:lnTo>
                      <a:lnTo>
                        <a:pt x="154" y="86"/>
                      </a:lnTo>
                      <a:lnTo>
                        <a:pt x="154" y="84"/>
                      </a:lnTo>
                      <a:lnTo>
                        <a:pt x="158" y="86"/>
                      </a:lnTo>
                      <a:lnTo>
                        <a:pt x="160" y="84"/>
                      </a:lnTo>
                      <a:lnTo>
                        <a:pt x="162" y="94"/>
                      </a:lnTo>
                      <a:lnTo>
                        <a:pt x="162" y="96"/>
                      </a:lnTo>
                      <a:lnTo>
                        <a:pt x="164" y="98"/>
                      </a:lnTo>
                      <a:lnTo>
                        <a:pt x="166" y="100"/>
                      </a:lnTo>
                      <a:lnTo>
                        <a:pt x="166" y="102"/>
                      </a:lnTo>
                      <a:lnTo>
                        <a:pt x="158" y="108"/>
                      </a:lnTo>
                      <a:lnTo>
                        <a:pt x="166" y="118"/>
                      </a:lnTo>
                      <a:lnTo>
                        <a:pt x="170" y="124"/>
                      </a:lnTo>
                      <a:lnTo>
                        <a:pt x="176" y="128"/>
                      </a:lnTo>
                      <a:lnTo>
                        <a:pt x="178" y="1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9" name="îŝ1ïḋé"/>
                <p:cNvSpPr/>
                <p:nvPr/>
              </p:nvSpPr>
              <p:spPr bwMode="auto">
                <a:xfrm>
                  <a:off x="4390558" y="2302692"/>
                  <a:ext cx="96405" cy="56043"/>
                </a:xfrm>
                <a:custGeom>
                  <a:avLst/>
                  <a:gdLst>
                    <a:gd name="T0" fmla="*/ 2147483647 w 54"/>
                    <a:gd name="T1" fmla="*/ 2147483647 h 34"/>
                    <a:gd name="T2" fmla="*/ 2147483647 w 54"/>
                    <a:gd name="T3" fmla="*/ 2147483647 h 34"/>
                    <a:gd name="T4" fmla="*/ 2147483647 w 54"/>
                    <a:gd name="T5" fmla="*/ 2147483647 h 34"/>
                    <a:gd name="T6" fmla="*/ 2147483647 w 54"/>
                    <a:gd name="T7" fmla="*/ 2147483647 h 34"/>
                    <a:gd name="T8" fmla="*/ 2147483647 w 54"/>
                    <a:gd name="T9" fmla="*/ 2147483647 h 34"/>
                    <a:gd name="T10" fmla="*/ 2147483647 w 54"/>
                    <a:gd name="T11" fmla="*/ 2147483647 h 34"/>
                    <a:gd name="T12" fmla="*/ 2147483647 w 54"/>
                    <a:gd name="T13" fmla="*/ 2147483647 h 34"/>
                    <a:gd name="T14" fmla="*/ 2147483647 w 54"/>
                    <a:gd name="T15" fmla="*/ 2147483647 h 34"/>
                    <a:gd name="T16" fmla="*/ 2147483647 w 54"/>
                    <a:gd name="T17" fmla="*/ 2147483647 h 34"/>
                    <a:gd name="T18" fmla="*/ 2147483647 w 54"/>
                    <a:gd name="T19" fmla="*/ 2147483647 h 34"/>
                    <a:gd name="T20" fmla="*/ 2147483647 w 54"/>
                    <a:gd name="T21" fmla="*/ 2147483647 h 34"/>
                    <a:gd name="T22" fmla="*/ 2147483647 w 54"/>
                    <a:gd name="T23" fmla="*/ 0 h 34"/>
                    <a:gd name="T24" fmla="*/ 2147483647 w 54"/>
                    <a:gd name="T25" fmla="*/ 2147483647 h 34"/>
                    <a:gd name="T26" fmla="*/ 2147483647 w 54"/>
                    <a:gd name="T27" fmla="*/ 2147483647 h 34"/>
                    <a:gd name="T28" fmla="*/ 2147483647 w 54"/>
                    <a:gd name="T29" fmla="*/ 0 h 34"/>
                    <a:gd name="T30" fmla="*/ 0 w 54"/>
                    <a:gd name="T31" fmla="*/ 2147483647 h 34"/>
                    <a:gd name="T32" fmla="*/ 2147483647 w 54"/>
                    <a:gd name="T33" fmla="*/ 2147483647 h 34"/>
                    <a:gd name="T34" fmla="*/ 2147483647 w 54"/>
                    <a:gd name="T35" fmla="*/ 2147483647 h 34"/>
                    <a:gd name="T36" fmla="*/ 2147483647 w 54"/>
                    <a:gd name="T37" fmla="*/ 2147483647 h 34"/>
                    <a:gd name="T38" fmla="*/ 2147483647 w 54"/>
                    <a:gd name="T39" fmla="*/ 2147483647 h 34"/>
                    <a:gd name="T40" fmla="*/ 2147483647 w 54"/>
                    <a:gd name="T41" fmla="*/ 2147483647 h 34"/>
                    <a:gd name="T42" fmla="*/ 2147483647 w 54"/>
                    <a:gd name="T43" fmla="*/ 2147483647 h 34"/>
                    <a:gd name="T44" fmla="*/ 2147483647 w 54"/>
                    <a:gd name="T45" fmla="*/ 2147483647 h 34"/>
                    <a:gd name="T46" fmla="*/ 2147483647 w 54"/>
                    <a:gd name="T47" fmla="*/ 2147483647 h 34"/>
                    <a:gd name="T48" fmla="*/ 2147483647 w 54"/>
                    <a:gd name="T49" fmla="*/ 2147483647 h 34"/>
                    <a:gd name="T50" fmla="*/ 2147483647 w 54"/>
                    <a:gd name="T51" fmla="*/ 2147483647 h 34"/>
                    <a:gd name="T52" fmla="*/ 2147483647 w 54"/>
                    <a:gd name="T53" fmla="*/ 2147483647 h 34"/>
                    <a:gd name="T54" fmla="*/ 2147483647 w 54"/>
                    <a:gd name="T55" fmla="*/ 2147483647 h 34"/>
                    <a:gd name="T56" fmla="*/ 2147483647 w 54"/>
                    <a:gd name="T57" fmla="*/ 2147483647 h 3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54"/>
                    <a:gd name="T88" fmla="*/ 0 h 34"/>
                    <a:gd name="T89" fmla="*/ 54 w 54"/>
                    <a:gd name="T90" fmla="*/ 34 h 34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54" h="34">
                      <a:moveTo>
                        <a:pt x="46" y="34"/>
                      </a:moveTo>
                      <a:lnTo>
                        <a:pt x="46" y="32"/>
                      </a:lnTo>
                      <a:lnTo>
                        <a:pt x="46" y="30"/>
                      </a:lnTo>
                      <a:lnTo>
                        <a:pt x="44" y="28"/>
                      </a:lnTo>
                      <a:lnTo>
                        <a:pt x="46" y="26"/>
                      </a:lnTo>
                      <a:lnTo>
                        <a:pt x="48" y="22"/>
                      </a:lnTo>
                      <a:lnTo>
                        <a:pt x="52" y="20"/>
                      </a:lnTo>
                      <a:lnTo>
                        <a:pt x="54" y="16"/>
                      </a:lnTo>
                      <a:lnTo>
                        <a:pt x="52" y="12"/>
                      </a:lnTo>
                      <a:lnTo>
                        <a:pt x="50" y="10"/>
                      </a:lnTo>
                      <a:lnTo>
                        <a:pt x="44" y="6"/>
                      </a:lnTo>
                      <a:lnTo>
                        <a:pt x="30" y="0"/>
                      </a:lnTo>
                      <a:lnTo>
                        <a:pt x="16" y="4"/>
                      </a:lnTo>
                      <a:lnTo>
                        <a:pt x="12" y="2"/>
                      </a:lnTo>
                      <a:lnTo>
                        <a:pt x="10" y="0"/>
                      </a:lnTo>
                      <a:lnTo>
                        <a:pt x="0" y="6"/>
                      </a:lnTo>
                      <a:lnTo>
                        <a:pt x="2" y="10"/>
                      </a:lnTo>
                      <a:lnTo>
                        <a:pt x="8" y="14"/>
                      </a:lnTo>
                      <a:lnTo>
                        <a:pt x="14" y="16"/>
                      </a:lnTo>
                      <a:lnTo>
                        <a:pt x="22" y="18"/>
                      </a:lnTo>
                      <a:lnTo>
                        <a:pt x="22" y="22"/>
                      </a:lnTo>
                      <a:lnTo>
                        <a:pt x="24" y="24"/>
                      </a:lnTo>
                      <a:lnTo>
                        <a:pt x="28" y="26"/>
                      </a:lnTo>
                      <a:lnTo>
                        <a:pt x="32" y="26"/>
                      </a:lnTo>
                      <a:lnTo>
                        <a:pt x="32" y="28"/>
                      </a:lnTo>
                      <a:lnTo>
                        <a:pt x="34" y="28"/>
                      </a:lnTo>
                      <a:lnTo>
                        <a:pt x="38" y="32"/>
                      </a:lnTo>
                      <a:lnTo>
                        <a:pt x="42" y="34"/>
                      </a:lnTo>
                      <a:lnTo>
                        <a:pt x="46" y="3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0" name="íṣ1îďe"/>
                <p:cNvSpPr/>
                <p:nvPr/>
              </p:nvSpPr>
              <p:spPr bwMode="auto">
                <a:xfrm>
                  <a:off x="4411216" y="2229837"/>
                  <a:ext cx="85388" cy="84063"/>
                </a:xfrm>
                <a:custGeom>
                  <a:avLst/>
                  <a:gdLst>
                    <a:gd name="T0" fmla="*/ 2147483647 w 50"/>
                    <a:gd name="T1" fmla="*/ 0 h 50"/>
                    <a:gd name="T2" fmla="*/ 2147483647 w 50"/>
                    <a:gd name="T3" fmla="*/ 2147483647 h 50"/>
                    <a:gd name="T4" fmla="*/ 2147483647 w 50"/>
                    <a:gd name="T5" fmla="*/ 2147483647 h 50"/>
                    <a:gd name="T6" fmla="*/ 2147483647 w 50"/>
                    <a:gd name="T7" fmla="*/ 2147483647 h 50"/>
                    <a:gd name="T8" fmla="*/ 2147483647 w 50"/>
                    <a:gd name="T9" fmla="*/ 2147483647 h 50"/>
                    <a:gd name="T10" fmla="*/ 2147483647 w 50"/>
                    <a:gd name="T11" fmla="*/ 2147483647 h 50"/>
                    <a:gd name="T12" fmla="*/ 2147483647 w 50"/>
                    <a:gd name="T13" fmla="*/ 2147483647 h 50"/>
                    <a:gd name="T14" fmla="*/ 2147483647 w 50"/>
                    <a:gd name="T15" fmla="*/ 2147483647 h 50"/>
                    <a:gd name="T16" fmla="*/ 2147483647 w 50"/>
                    <a:gd name="T17" fmla="*/ 2147483647 h 50"/>
                    <a:gd name="T18" fmla="*/ 2147483647 w 50"/>
                    <a:gd name="T19" fmla="*/ 2147483647 h 50"/>
                    <a:gd name="T20" fmla="*/ 2147483647 w 50"/>
                    <a:gd name="T21" fmla="*/ 2147483647 h 50"/>
                    <a:gd name="T22" fmla="*/ 2147483647 w 50"/>
                    <a:gd name="T23" fmla="*/ 2147483647 h 50"/>
                    <a:gd name="T24" fmla="*/ 2147483647 w 50"/>
                    <a:gd name="T25" fmla="*/ 2147483647 h 50"/>
                    <a:gd name="T26" fmla="*/ 2147483647 w 50"/>
                    <a:gd name="T27" fmla="*/ 2147483647 h 50"/>
                    <a:gd name="T28" fmla="*/ 2147483647 w 50"/>
                    <a:gd name="T29" fmla="*/ 2147483647 h 50"/>
                    <a:gd name="T30" fmla="*/ 0 w 50"/>
                    <a:gd name="T31" fmla="*/ 2147483647 h 50"/>
                    <a:gd name="T32" fmla="*/ 2147483647 w 50"/>
                    <a:gd name="T33" fmla="*/ 2147483647 h 50"/>
                    <a:gd name="T34" fmla="*/ 2147483647 w 50"/>
                    <a:gd name="T35" fmla="*/ 2147483647 h 50"/>
                    <a:gd name="T36" fmla="*/ 2147483647 w 50"/>
                    <a:gd name="T37" fmla="*/ 2147483647 h 50"/>
                    <a:gd name="T38" fmla="*/ 2147483647 w 50"/>
                    <a:gd name="T39" fmla="*/ 2147483647 h 50"/>
                    <a:gd name="T40" fmla="*/ 2147483647 w 50"/>
                    <a:gd name="T41" fmla="*/ 2147483647 h 50"/>
                    <a:gd name="T42" fmla="*/ 2147483647 w 50"/>
                    <a:gd name="T43" fmla="*/ 2147483647 h 50"/>
                    <a:gd name="T44" fmla="*/ 2147483647 w 50"/>
                    <a:gd name="T45" fmla="*/ 2147483647 h 50"/>
                    <a:gd name="T46" fmla="*/ 2147483647 w 50"/>
                    <a:gd name="T47" fmla="*/ 2147483647 h 50"/>
                    <a:gd name="T48" fmla="*/ 2147483647 w 50"/>
                    <a:gd name="T49" fmla="*/ 2147483647 h 50"/>
                    <a:gd name="T50" fmla="*/ 2147483647 w 50"/>
                    <a:gd name="T51" fmla="*/ 0 h 50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50"/>
                    <a:gd name="T79" fmla="*/ 0 h 50"/>
                    <a:gd name="T80" fmla="*/ 50 w 50"/>
                    <a:gd name="T81" fmla="*/ 50 h 50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50" h="50">
                      <a:moveTo>
                        <a:pt x="50" y="0"/>
                      </a:moveTo>
                      <a:lnTo>
                        <a:pt x="50" y="10"/>
                      </a:lnTo>
                      <a:lnTo>
                        <a:pt x="48" y="18"/>
                      </a:lnTo>
                      <a:lnTo>
                        <a:pt x="48" y="24"/>
                      </a:lnTo>
                      <a:lnTo>
                        <a:pt x="50" y="24"/>
                      </a:lnTo>
                      <a:lnTo>
                        <a:pt x="46" y="30"/>
                      </a:lnTo>
                      <a:lnTo>
                        <a:pt x="44" y="34"/>
                      </a:lnTo>
                      <a:lnTo>
                        <a:pt x="42" y="38"/>
                      </a:lnTo>
                      <a:lnTo>
                        <a:pt x="40" y="44"/>
                      </a:lnTo>
                      <a:lnTo>
                        <a:pt x="38" y="48"/>
                      </a:lnTo>
                      <a:lnTo>
                        <a:pt x="36" y="50"/>
                      </a:lnTo>
                      <a:lnTo>
                        <a:pt x="26" y="46"/>
                      </a:lnTo>
                      <a:lnTo>
                        <a:pt x="20" y="42"/>
                      </a:lnTo>
                      <a:lnTo>
                        <a:pt x="6" y="46"/>
                      </a:lnTo>
                      <a:lnTo>
                        <a:pt x="2" y="44"/>
                      </a:lnTo>
                      <a:lnTo>
                        <a:pt x="0" y="42"/>
                      </a:lnTo>
                      <a:lnTo>
                        <a:pt x="10" y="36"/>
                      </a:lnTo>
                      <a:lnTo>
                        <a:pt x="14" y="30"/>
                      </a:lnTo>
                      <a:lnTo>
                        <a:pt x="18" y="24"/>
                      </a:lnTo>
                      <a:lnTo>
                        <a:pt x="20" y="18"/>
                      </a:lnTo>
                      <a:lnTo>
                        <a:pt x="22" y="14"/>
                      </a:lnTo>
                      <a:lnTo>
                        <a:pt x="28" y="14"/>
                      </a:lnTo>
                      <a:lnTo>
                        <a:pt x="32" y="6"/>
                      </a:lnTo>
                      <a:lnTo>
                        <a:pt x="38" y="4"/>
                      </a:lnTo>
                      <a:lnTo>
                        <a:pt x="42" y="2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1" name="îŝliďê"/>
                <p:cNvSpPr/>
                <p:nvPr/>
              </p:nvSpPr>
              <p:spPr bwMode="auto">
                <a:xfrm>
                  <a:off x="4526902" y="2114949"/>
                  <a:ext cx="53711" cy="85465"/>
                </a:xfrm>
                <a:custGeom>
                  <a:avLst/>
                  <a:gdLst>
                    <a:gd name="T0" fmla="*/ 2147483647 w 32"/>
                    <a:gd name="T1" fmla="*/ 2147483647 h 52"/>
                    <a:gd name="T2" fmla="*/ 2147483647 w 32"/>
                    <a:gd name="T3" fmla="*/ 2147483647 h 52"/>
                    <a:gd name="T4" fmla="*/ 2147483647 w 32"/>
                    <a:gd name="T5" fmla="*/ 2147483647 h 52"/>
                    <a:gd name="T6" fmla="*/ 2147483647 w 32"/>
                    <a:gd name="T7" fmla="*/ 2147483647 h 52"/>
                    <a:gd name="T8" fmla="*/ 2147483647 w 32"/>
                    <a:gd name="T9" fmla="*/ 2147483647 h 52"/>
                    <a:gd name="T10" fmla="*/ 2147483647 w 32"/>
                    <a:gd name="T11" fmla="*/ 2147483647 h 52"/>
                    <a:gd name="T12" fmla="*/ 2147483647 w 32"/>
                    <a:gd name="T13" fmla="*/ 2147483647 h 52"/>
                    <a:gd name="T14" fmla="*/ 2147483647 w 32"/>
                    <a:gd name="T15" fmla="*/ 2147483647 h 52"/>
                    <a:gd name="T16" fmla="*/ 0 w 32"/>
                    <a:gd name="T17" fmla="*/ 2147483647 h 52"/>
                    <a:gd name="T18" fmla="*/ 2147483647 w 32"/>
                    <a:gd name="T19" fmla="*/ 2147483647 h 52"/>
                    <a:gd name="T20" fmla="*/ 2147483647 w 32"/>
                    <a:gd name="T21" fmla="*/ 2147483647 h 52"/>
                    <a:gd name="T22" fmla="*/ 2147483647 w 32"/>
                    <a:gd name="T23" fmla="*/ 2147483647 h 52"/>
                    <a:gd name="T24" fmla="*/ 2147483647 w 32"/>
                    <a:gd name="T25" fmla="*/ 0 h 52"/>
                    <a:gd name="T26" fmla="*/ 2147483647 w 32"/>
                    <a:gd name="T27" fmla="*/ 2147483647 h 52"/>
                    <a:gd name="T28" fmla="*/ 2147483647 w 32"/>
                    <a:gd name="T29" fmla="*/ 2147483647 h 52"/>
                    <a:gd name="T30" fmla="*/ 2147483647 w 32"/>
                    <a:gd name="T31" fmla="*/ 2147483647 h 52"/>
                    <a:gd name="T32" fmla="*/ 2147483647 w 32"/>
                    <a:gd name="T33" fmla="*/ 2147483647 h 52"/>
                    <a:gd name="T34" fmla="*/ 2147483647 w 32"/>
                    <a:gd name="T35" fmla="*/ 2147483647 h 52"/>
                    <a:gd name="T36" fmla="*/ 2147483647 w 32"/>
                    <a:gd name="T37" fmla="*/ 2147483647 h 52"/>
                    <a:gd name="T38" fmla="*/ 2147483647 w 32"/>
                    <a:gd name="T39" fmla="*/ 2147483647 h 52"/>
                    <a:gd name="T40" fmla="*/ 2147483647 w 32"/>
                    <a:gd name="T41" fmla="*/ 2147483647 h 52"/>
                    <a:gd name="T42" fmla="*/ 2147483647 w 32"/>
                    <a:gd name="T43" fmla="*/ 2147483647 h 52"/>
                    <a:gd name="T44" fmla="*/ 2147483647 w 32"/>
                    <a:gd name="T45" fmla="*/ 2147483647 h 52"/>
                    <a:gd name="T46" fmla="*/ 2147483647 w 32"/>
                    <a:gd name="T47" fmla="*/ 2147483647 h 52"/>
                    <a:gd name="T48" fmla="*/ 2147483647 w 32"/>
                    <a:gd name="T49" fmla="*/ 2147483647 h 5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32"/>
                    <a:gd name="T76" fmla="*/ 0 h 52"/>
                    <a:gd name="T77" fmla="*/ 32 w 32"/>
                    <a:gd name="T78" fmla="*/ 52 h 5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32" h="52">
                      <a:moveTo>
                        <a:pt x="22" y="52"/>
                      </a:moveTo>
                      <a:lnTo>
                        <a:pt x="8" y="52"/>
                      </a:lnTo>
                      <a:lnTo>
                        <a:pt x="10" y="52"/>
                      </a:lnTo>
                      <a:lnTo>
                        <a:pt x="12" y="50"/>
                      </a:lnTo>
                      <a:lnTo>
                        <a:pt x="6" y="50"/>
                      </a:lnTo>
                      <a:lnTo>
                        <a:pt x="6" y="42"/>
                      </a:lnTo>
                      <a:lnTo>
                        <a:pt x="4" y="38"/>
                      </a:lnTo>
                      <a:lnTo>
                        <a:pt x="2" y="32"/>
                      </a:lnTo>
                      <a:lnTo>
                        <a:pt x="0" y="26"/>
                      </a:lnTo>
                      <a:lnTo>
                        <a:pt x="2" y="22"/>
                      </a:lnTo>
                      <a:lnTo>
                        <a:pt x="4" y="18"/>
                      </a:lnTo>
                      <a:lnTo>
                        <a:pt x="12" y="12"/>
                      </a:lnTo>
                      <a:lnTo>
                        <a:pt x="28" y="0"/>
                      </a:lnTo>
                      <a:lnTo>
                        <a:pt x="28" y="14"/>
                      </a:lnTo>
                      <a:lnTo>
                        <a:pt x="26" y="16"/>
                      </a:lnTo>
                      <a:lnTo>
                        <a:pt x="28" y="18"/>
                      </a:lnTo>
                      <a:lnTo>
                        <a:pt x="32" y="20"/>
                      </a:lnTo>
                      <a:lnTo>
                        <a:pt x="30" y="24"/>
                      </a:lnTo>
                      <a:lnTo>
                        <a:pt x="28" y="28"/>
                      </a:lnTo>
                      <a:lnTo>
                        <a:pt x="26" y="28"/>
                      </a:lnTo>
                      <a:lnTo>
                        <a:pt x="22" y="30"/>
                      </a:lnTo>
                      <a:lnTo>
                        <a:pt x="24" y="36"/>
                      </a:lnTo>
                      <a:lnTo>
                        <a:pt x="28" y="40"/>
                      </a:lnTo>
                      <a:lnTo>
                        <a:pt x="22" y="40"/>
                      </a:lnTo>
                      <a:lnTo>
                        <a:pt x="22" y="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2" name="ïṩľiḋê"/>
                <p:cNvSpPr/>
                <p:nvPr/>
              </p:nvSpPr>
              <p:spPr bwMode="auto">
                <a:xfrm>
                  <a:off x="4471814" y="2200414"/>
                  <a:ext cx="223109" cy="218565"/>
                </a:xfrm>
                <a:custGeom>
                  <a:avLst/>
                  <a:gdLst>
                    <a:gd name="T0" fmla="*/ 2147483647 w 127"/>
                    <a:gd name="T1" fmla="*/ 2147483647 h 130"/>
                    <a:gd name="T2" fmla="*/ 2147483647 w 127"/>
                    <a:gd name="T3" fmla="*/ 2147483647 h 130"/>
                    <a:gd name="T4" fmla="*/ 2147483647 w 127"/>
                    <a:gd name="T5" fmla="*/ 2147483647 h 130"/>
                    <a:gd name="T6" fmla="*/ 2147483647 w 127"/>
                    <a:gd name="T7" fmla="*/ 2147483647 h 130"/>
                    <a:gd name="T8" fmla="*/ 2147483647 w 127"/>
                    <a:gd name="T9" fmla="*/ 2147483647 h 130"/>
                    <a:gd name="T10" fmla="*/ 2147483647 w 127"/>
                    <a:gd name="T11" fmla="*/ 2147483647 h 130"/>
                    <a:gd name="T12" fmla="*/ 2147483647 w 127"/>
                    <a:gd name="T13" fmla="*/ 2147483647 h 130"/>
                    <a:gd name="T14" fmla="*/ 2147483647 w 127"/>
                    <a:gd name="T15" fmla="*/ 2147483647 h 130"/>
                    <a:gd name="T16" fmla="*/ 2147483647 w 127"/>
                    <a:gd name="T17" fmla="*/ 2147483647 h 130"/>
                    <a:gd name="T18" fmla="*/ 2147483647 w 127"/>
                    <a:gd name="T19" fmla="*/ 2147483647 h 130"/>
                    <a:gd name="T20" fmla="*/ 2147483647 w 127"/>
                    <a:gd name="T21" fmla="*/ 2147483647 h 130"/>
                    <a:gd name="T22" fmla="*/ 2147483647 w 127"/>
                    <a:gd name="T23" fmla="*/ 2147483647 h 130"/>
                    <a:gd name="T24" fmla="*/ 2147483647 w 127"/>
                    <a:gd name="T25" fmla="*/ 2147483647 h 130"/>
                    <a:gd name="T26" fmla="*/ 2147483647 w 127"/>
                    <a:gd name="T27" fmla="*/ 2147483647 h 130"/>
                    <a:gd name="T28" fmla="*/ 2147483647 w 127"/>
                    <a:gd name="T29" fmla="*/ 2147483647 h 130"/>
                    <a:gd name="T30" fmla="*/ 2147483647 w 127"/>
                    <a:gd name="T31" fmla="*/ 2147483647 h 130"/>
                    <a:gd name="T32" fmla="*/ 2147483647 w 127"/>
                    <a:gd name="T33" fmla="*/ 2147483647 h 130"/>
                    <a:gd name="T34" fmla="*/ 2147483647 w 127"/>
                    <a:gd name="T35" fmla="*/ 2147483647 h 130"/>
                    <a:gd name="T36" fmla="*/ 2147483647 w 127"/>
                    <a:gd name="T37" fmla="*/ 2147483647 h 130"/>
                    <a:gd name="T38" fmla="*/ 2147483647 w 127"/>
                    <a:gd name="T39" fmla="*/ 0 h 130"/>
                    <a:gd name="T40" fmla="*/ 2147483647 w 127"/>
                    <a:gd name="T41" fmla="*/ 2147483647 h 130"/>
                    <a:gd name="T42" fmla="*/ 2147483647 w 127"/>
                    <a:gd name="T43" fmla="*/ 2147483647 h 130"/>
                    <a:gd name="T44" fmla="*/ 2147483647 w 127"/>
                    <a:gd name="T45" fmla="*/ 2147483647 h 130"/>
                    <a:gd name="T46" fmla="*/ 2147483647 w 127"/>
                    <a:gd name="T47" fmla="*/ 2147483647 h 130"/>
                    <a:gd name="T48" fmla="*/ 2147483647 w 127"/>
                    <a:gd name="T49" fmla="*/ 2147483647 h 130"/>
                    <a:gd name="T50" fmla="*/ 2147483647 w 127"/>
                    <a:gd name="T51" fmla="*/ 2147483647 h 130"/>
                    <a:gd name="T52" fmla="*/ 2147483647 w 127"/>
                    <a:gd name="T53" fmla="*/ 2147483647 h 130"/>
                    <a:gd name="T54" fmla="*/ 2147483647 w 127"/>
                    <a:gd name="T55" fmla="*/ 2147483647 h 130"/>
                    <a:gd name="T56" fmla="*/ 2147483647 w 127"/>
                    <a:gd name="T57" fmla="*/ 2147483647 h 130"/>
                    <a:gd name="T58" fmla="*/ 2147483647 w 127"/>
                    <a:gd name="T59" fmla="*/ 2147483647 h 130"/>
                    <a:gd name="T60" fmla="*/ 2147483647 w 127"/>
                    <a:gd name="T61" fmla="*/ 2147483647 h 130"/>
                    <a:gd name="T62" fmla="*/ 0 w 127"/>
                    <a:gd name="T63" fmla="*/ 2147483647 h 130"/>
                    <a:gd name="T64" fmla="*/ 2147483647 w 127"/>
                    <a:gd name="T65" fmla="*/ 2147483647 h 130"/>
                    <a:gd name="T66" fmla="*/ 2147483647 w 127"/>
                    <a:gd name="T67" fmla="*/ 2147483647 h 130"/>
                    <a:gd name="T68" fmla="*/ 2147483647 w 127"/>
                    <a:gd name="T69" fmla="*/ 2147483647 h 130"/>
                    <a:gd name="T70" fmla="*/ 2147483647 w 127"/>
                    <a:gd name="T71" fmla="*/ 2147483647 h 130"/>
                    <a:gd name="T72" fmla="*/ 2147483647 w 127"/>
                    <a:gd name="T73" fmla="*/ 2147483647 h 130"/>
                    <a:gd name="T74" fmla="*/ 2147483647 w 127"/>
                    <a:gd name="T75" fmla="*/ 2147483647 h 130"/>
                    <a:gd name="T76" fmla="*/ 2147483647 w 127"/>
                    <a:gd name="T77" fmla="*/ 2147483647 h 13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27"/>
                    <a:gd name="T118" fmla="*/ 0 h 130"/>
                    <a:gd name="T119" fmla="*/ 127 w 127"/>
                    <a:gd name="T120" fmla="*/ 130 h 130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27" h="130">
                      <a:moveTo>
                        <a:pt x="24" y="128"/>
                      </a:moveTo>
                      <a:lnTo>
                        <a:pt x="22" y="128"/>
                      </a:lnTo>
                      <a:lnTo>
                        <a:pt x="32" y="126"/>
                      </a:lnTo>
                      <a:lnTo>
                        <a:pt x="40" y="126"/>
                      </a:lnTo>
                      <a:lnTo>
                        <a:pt x="48" y="128"/>
                      </a:lnTo>
                      <a:lnTo>
                        <a:pt x="52" y="130"/>
                      </a:lnTo>
                      <a:lnTo>
                        <a:pt x="58" y="130"/>
                      </a:lnTo>
                      <a:lnTo>
                        <a:pt x="62" y="130"/>
                      </a:lnTo>
                      <a:lnTo>
                        <a:pt x="74" y="130"/>
                      </a:lnTo>
                      <a:lnTo>
                        <a:pt x="80" y="130"/>
                      </a:lnTo>
                      <a:lnTo>
                        <a:pt x="88" y="126"/>
                      </a:lnTo>
                      <a:lnTo>
                        <a:pt x="102" y="126"/>
                      </a:lnTo>
                      <a:lnTo>
                        <a:pt x="100" y="122"/>
                      </a:lnTo>
                      <a:lnTo>
                        <a:pt x="102" y="116"/>
                      </a:lnTo>
                      <a:lnTo>
                        <a:pt x="106" y="114"/>
                      </a:lnTo>
                      <a:lnTo>
                        <a:pt x="110" y="110"/>
                      </a:lnTo>
                      <a:lnTo>
                        <a:pt x="114" y="108"/>
                      </a:lnTo>
                      <a:lnTo>
                        <a:pt x="108" y="102"/>
                      </a:lnTo>
                      <a:lnTo>
                        <a:pt x="100" y="96"/>
                      </a:lnTo>
                      <a:lnTo>
                        <a:pt x="92" y="90"/>
                      </a:lnTo>
                      <a:lnTo>
                        <a:pt x="92" y="84"/>
                      </a:lnTo>
                      <a:lnTo>
                        <a:pt x="90" y="80"/>
                      </a:lnTo>
                      <a:lnTo>
                        <a:pt x="119" y="70"/>
                      </a:lnTo>
                      <a:lnTo>
                        <a:pt x="121" y="70"/>
                      </a:lnTo>
                      <a:lnTo>
                        <a:pt x="127" y="70"/>
                      </a:lnTo>
                      <a:lnTo>
                        <a:pt x="127" y="60"/>
                      </a:lnTo>
                      <a:lnTo>
                        <a:pt x="121" y="46"/>
                      </a:lnTo>
                      <a:lnTo>
                        <a:pt x="114" y="34"/>
                      </a:lnTo>
                      <a:lnTo>
                        <a:pt x="114" y="16"/>
                      </a:lnTo>
                      <a:lnTo>
                        <a:pt x="110" y="12"/>
                      </a:lnTo>
                      <a:lnTo>
                        <a:pt x="108" y="8"/>
                      </a:lnTo>
                      <a:lnTo>
                        <a:pt x="102" y="6"/>
                      </a:lnTo>
                      <a:lnTo>
                        <a:pt x="96" y="4"/>
                      </a:lnTo>
                      <a:lnTo>
                        <a:pt x="92" y="4"/>
                      </a:lnTo>
                      <a:lnTo>
                        <a:pt x="86" y="8"/>
                      </a:lnTo>
                      <a:lnTo>
                        <a:pt x="80" y="10"/>
                      </a:lnTo>
                      <a:lnTo>
                        <a:pt x="76" y="16"/>
                      </a:lnTo>
                      <a:lnTo>
                        <a:pt x="70" y="12"/>
                      </a:lnTo>
                      <a:lnTo>
                        <a:pt x="66" y="8"/>
                      </a:lnTo>
                      <a:lnTo>
                        <a:pt x="52" y="0"/>
                      </a:lnTo>
                      <a:lnTo>
                        <a:pt x="38" y="0"/>
                      </a:lnTo>
                      <a:lnTo>
                        <a:pt x="40" y="8"/>
                      </a:lnTo>
                      <a:lnTo>
                        <a:pt x="42" y="12"/>
                      </a:lnTo>
                      <a:lnTo>
                        <a:pt x="50" y="20"/>
                      </a:lnTo>
                      <a:lnTo>
                        <a:pt x="46" y="20"/>
                      </a:lnTo>
                      <a:lnTo>
                        <a:pt x="42" y="16"/>
                      </a:lnTo>
                      <a:lnTo>
                        <a:pt x="38" y="16"/>
                      </a:lnTo>
                      <a:lnTo>
                        <a:pt x="38" y="18"/>
                      </a:lnTo>
                      <a:lnTo>
                        <a:pt x="36" y="20"/>
                      </a:lnTo>
                      <a:lnTo>
                        <a:pt x="34" y="20"/>
                      </a:lnTo>
                      <a:lnTo>
                        <a:pt x="30" y="18"/>
                      </a:lnTo>
                      <a:lnTo>
                        <a:pt x="26" y="18"/>
                      </a:lnTo>
                      <a:lnTo>
                        <a:pt x="22" y="16"/>
                      </a:lnTo>
                      <a:lnTo>
                        <a:pt x="14" y="18"/>
                      </a:lnTo>
                      <a:lnTo>
                        <a:pt x="14" y="28"/>
                      </a:lnTo>
                      <a:lnTo>
                        <a:pt x="12" y="36"/>
                      </a:lnTo>
                      <a:lnTo>
                        <a:pt x="12" y="42"/>
                      </a:lnTo>
                      <a:lnTo>
                        <a:pt x="14" y="42"/>
                      </a:lnTo>
                      <a:lnTo>
                        <a:pt x="10" y="48"/>
                      </a:lnTo>
                      <a:lnTo>
                        <a:pt x="8" y="52"/>
                      </a:lnTo>
                      <a:lnTo>
                        <a:pt x="6" y="56"/>
                      </a:lnTo>
                      <a:lnTo>
                        <a:pt x="4" y="62"/>
                      </a:lnTo>
                      <a:lnTo>
                        <a:pt x="2" y="66"/>
                      </a:lnTo>
                      <a:lnTo>
                        <a:pt x="0" y="68"/>
                      </a:lnTo>
                      <a:lnTo>
                        <a:pt x="4" y="72"/>
                      </a:lnTo>
                      <a:lnTo>
                        <a:pt x="8" y="76"/>
                      </a:lnTo>
                      <a:lnTo>
                        <a:pt x="6" y="78"/>
                      </a:lnTo>
                      <a:lnTo>
                        <a:pt x="6" y="80"/>
                      </a:lnTo>
                      <a:lnTo>
                        <a:pt x="10" y="88"/>
                      </a:lnTo>
                      <a:lnTo>
                        <a:pt x="10" y="92"/>
                      </a:lnTo>
                      <a:lnTo>
                        <a:pt x="10" y="94"/>
                      </a:lnTo>
                      <a:lnTo>
                        <a:pt x="10" y="96"/>
                      </a:lnTo>
                      <a:lnTo>
                        <a:pt x="20" y="98"/>
                      </a:lnTo>
                      <a:lnTo>
                        <a:pt x="24" y="100"/>
                      </a:lnTo>
                      <a:lnTo>
                        <a:pt x="32" y="102"/>
                      </a:lnTo>
                      <a:lnTo>
                        <a:pt x="30" y="112"/>
                      </a:lnTo>
                      <a:lnTo>
                        <a:pt x="28" y="120"/>
                      </a:lnTo>
                      <a:lnTo>
                        <a:pt x="24" y="126"/>
                      </a:lnTo>
                      <a:lnTo>
                        <a:pt x="24" y="1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3" name="íṥ1îḓè"/>
                <p:cNvSpPr/>
                <p:nvPr/>
              </p:nvSpPr>
              <p:spPr bwMode="auto">
                <a:xfrm>
                  <a:off x="4484208" y="2411975"/>
                  <a:ext cx="103291" cy="49037"/>
                </a:xfrm>
                <a:custGeom>
                  <a:avLst/>
                  <a:gdLst>
                    <a:gd name="T0" fmla="*/ 2147483647 w 60"/>
                    <a:gd name="T1" fmla="*/ 2147483647 h 30"/>
                    <a:gd name="T2" fmla="*/ 2147483647 w 60"/>
                    <a:gd name="T3" fmla="*/ 2147483647 h 30"/>
                    <a:gd name="T4" fmla="*/ 2147483647 w 60"/>
                    <a:gd name="T5" fmla="*/ 0 h 30"/>
                    <a:gd name="T6" fmla="*/ 2147483647 w 60"/>
                    <a:gd name="T7" fmla="*/ 0 h 30"/>
                    <a:gd name="T8" fmla="*/ 2147483647 w 60"/>
                    <a:gd name="T9" fmla="*/ 2147483647 h 30"/>
                    <a:gd name="T10" fmla="*/ 2147483647 w 60"/>
                    <a:gd name="T11" fmla="*/ 2147483647 h 30"/>
                    <a:gd name="T12" fmla="*/ 2147483647 w 60"/>
                    <a:gd name="T13" fmla="*/ 0 h 30"/>
                    <a:gd name="T14" fmla="*/ 2147483647 w 60"/>
                    <a:gd name="T15" fmla="*/ 2147483647 h 30"/>
                    <a:gd name="T16" fmla="*/ 2147483647 w 60"/>
                    <a:gd name="T17" fmla="*/ 2147483647 h 30"/>
                    <a:gd name="T18" fmla="*/ 2147483647 w 60"/>
                    <a:gd name="T19" fmla="*/ 2147483647 h 30"/>
                    <a:gd name="T20" fmla="*/ 2147483647 w 60"/>
                    <a:gd name="T21" fmla="*/ 2147483647 h 30"/>
                    <a:gd name="T22" fmla="*/ 2147483647 w 60"/>
                    <a:gd name="T23" fmla="*/ 2147483647 h 30"/>
                    <a:gd name="T24" fmla="*/ 0 w 60"/>
                    <a:gd name="T25" fmla="*/ 2147483647 h 30"/>
                    <a:gd name="T26" fmla="*/ 0 w 60"/>
                    <a:gd name="T27" fmla="*/ 2147483647 h 30"/>
                    <a:gd name="T28" fmla="*/ 2147483647 w 60"/>
                    <a:gd name="T29" fmla="*/ 2147483647 h 30"/>
                    <a:gd name="T30" fmla="*/ 2147483647 w 60"/>
                    <a:gd name="T31" fmla="*/ 2147483647 h 30"/>
                    <a:gd name="T32" fmla="*/ 2147483647 w 60"/>
                    <a:gd name="T33" fmla="*/ 2147483647 h 30"/>
                    <a:gd name="T34" fmla="*/ 2147483647 w 60"/>
                    <a:gd name="T35" fmla="*/ 2147483647 h 30"/>
                    <a:gd name="T36" fmla="*/ 2147483647 w 60"/>
                    <a:gd name="T37" fmla="*/ 2147483647 h 30"/>
                    <a:gd name="T38" fmla="*/ 2147483647 w 60"/>
                    <a:gd name="T39" fmla="*/ 2147483647 h 30"/>
                    <a:gd name="T40" fmla="*/ 2147483647 w 60"/>
                    <a:gd name="T41" fmla="*/ 2147483647 h 30"/>
                    <a:gd name="T42" fmla="*/ 2147483647 w 60"/>
                    <a:gd name="T43" fmla="*/ 2147483647 h 30"/>
                    <a:gd name="T44" fmla="*/ 2147483647 w 60"/>
                    <a:gd name="T45" fmla="*/ 2147483647 h 30"/>
                    <a:gd name="T46" fmla="*/ 2147483647 w 60"/>
                    <a:gd name="T47" fmla="*/ 2147483647 h 30"/>
                    <a:gd name="T48" fmla="*/ 2147483647 w 60"/>
                    <a:gd name="T49" fmla="*/ 2147483647 h 30"/>
                    <a:gd name="T50" fmla="*/ 2147483647 w 60"/>
                    <a:gd name="T51" fmla="*/ 2147483647 h 30"/>
                    <a:gd name="T52" fmla="*/ 2147483647 w 60"/>
                    <a:gd name="T53" fmla="*/ 2147483647 h 30"/>
                    <a:gd name="T54" fmla="*/ 2147483647 w 60"/>
                    <a:gd name="T55" fmla="*/ 2147483647 h 30"/>
                    <a:gd name="T56" fmla="*/ 2147483647 w 60"/>
                    <a:gd name="T57" fmla="*/ 2147483647 h 30"/>
                    <a:gd name="T58" fmla="*/ 2147483647 w 60"/>
                    <a:gd name="T59" fmla="*/ 2147483647 h 30"/>
                    <a:gd name="T60" fmla="*/ 2147483647 w 60"/>
                    <a:gd name="T61" fmla="*/ 2147483647 h 30"/>
                    <a:gd name="T62" fmla="*/ 2147483647 w 60"/>
                    <a:gd name="T63" fmla="*/ 2147483647 h 30"/>
                    <a:gd name="T64" fmla="*/ 2147483647 w 60"/>
                    <a:gd name="T65" fmla="*/ 2147483647 h 30"/>
                    <a:gd name="T66" fmla="*/ 2147483647 w 60"/>
                    <a:gd name="T67" fmla="*/ 2147483647 h 30"/>
                    <a:gd name="T68" fmla="*/ 2147483647 w 60"/>
                    <a:gd name="T69" fmla="*/ 2147483647 h 30"/>
                    <a:gd name="T70" fmla="*/ 2147483647 w 60"/>
                    <a:gd name="T71" fmla="*/ 2147483647 h 30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60"/>
                    <a:gd name="T109" fmla="*/ 0 h 30"/>
                    <a:gd name="T110" fmla="*/ 60 w 60"/>
                    <a:gd name="T111" fmla="*/ 30 h 30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60" h="30">
                      <a:moveTo>
                        <a:pt x="50" y="4"/>
                      </a:moveTo>
                      <a:lnTo>
                        <a:pt x="44" y="2"/>
                      </a:lnTo>
                      <a:lnTo>
                        <a:pt x="34" y="0"/>
                      </a:lnTo>
                      <a:lnTo>
                        <a:pt x="26" y="0"/>
                      </a:lnTo>
                      <a:lnTo>
                        <a:pt x="16" y="2"/>
                      </a:lnTo>
                      <a:lnTo>
                        <a:pt x="18" y="2"/>
                      </a:lnTo>
                      <a:lnTo>
                        <a:pt x="18" y="0"/>
                      </a:lnTo>
                      <a:lnTo>
                        <a:pt x="16" y="2"/>
                      </a:lnTo>
                      <a:lnTo>
                        <a:pt x="14" y="4"/>
                      </a:lnTo>
                      <a:lnTo>
                        <a:pt x="12" y="8"/>
                      </a:lnTo>
                      <a:lnTo>
                        <a:pt x="8" y="10"/>
                      </a:lnTo>
                      <a:lnTo>
                        <a:pt x="4" y="14"/>
                      </a:lnTo>
                      <a:lnTo>
                        <a:pt x="0" y="22"/>
                      </a:lnTo>
                      <a:lnTo>
                        <a:pt x="0" y="28"/>
                      </a:lnTo>
                      <a:lnTo>
                        <a:pt x="4" y="28"/>
                      </a:lnTo>
                      <a:lnTo>
                        <a:pt x="4" y="26"/>
                      </a:lnTo>
                      <a:lnTo>
                        <a:pt x="4" y="24"/>
                      </a:lnTo>
                      <a:lnTo>
                        <a:pt x="8" y="26"/>
                      </a:lnTo>
                      <a:lnTo>
                        <a:pt x="10" y="24"/>
                      </a:lnTo>
                      <a:lnTo>
                        <a:pt x="12" y="30"/>
                      </a:lnTo>
                      <a:lnTo>
                        <a:pt x="26" y="30"/>
                      </a:lnTo>
                      <a:lnTo>
                        <a:pt x="28" y="28"/>
                      </a:lnTo>
                      <a:lnTo>
                        <a:pt x="30" y="26"/>
                      </a:lnTo>
                      <a:lnTo>
                        <a:pt x="32" y="26"/>
                      </a:lnTo>
                      <a:lnTo>
                        <a:pt x="36" y="28"/>
                      </a:lnTo>
                      <a:lnTo>
                        <a:pt x="40" y="30"/>
                      </a:lnTo>
                      <a:lnTo>
                        <a:pt x="44" y="30"/>
                      </a:lnTo>
                      <a:lnTo>
                        <a:pt x="44" y="26"/>
                      </a:lnTo>
                      <a:lnTo>
                        <a:pt x="48" y="24"/>
                      </a:lnTo>
                      <a:lnTo>
                        <a:pt x="54" y="22"/>
                      </a:lnTo>
                      <a:lnTo>
                        <a:pt x="60" y="20"/>
                      </a:lnTo>
                      <a:lnTo>
                        <a:pt x="60" y="14"/>
                      </a:lnTo>
                      <a:lnTo>
                        <a:pt x="58" y="14"/>
                      </a:lnTo>
                      <a:lnTo>
                        <a:pt x="54" y="12"/>
                      </a:lnTo>
                      <a:lnTo>
                        <a:pt x="50" y="8"/>
                      </a:lnTo>
                      <a:lnTo>
                        <a:pt x="50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4" name="i$ḷiḓê"/>
                <p:cNvSpPr/>
                <p:nvPr/>
              </p:nvSpPr>
              <p:spPr bwMode="auto">
                <a:xfrm>
                  <a:off x="4570973" y="2371343"/>
                  <a:ext cx="187301" cy="75657"/>
                </a:xfrm>
                <a:custGeom>
                  <a:avLst/>
                  <a:gdLst>
                    <a:gd name="T0" fmla="*/ 2147483647 w 107"/>
                    <a:gd name="T1" fmla="*/ 2147483647 h 46"/>
                    <a:gd name="T2" fmla="*/ 2147483647 w 107"/>
                    <a:gd name="T3" fmla="*/ 2147483647 h 46"/>
                    <a:gd name="T4" fmla="*/ 2147483647 w 107"/>
                    <a:gd name="T5" fmla="*/ 2147483647 h 46"/>
                    <a:gd name="T6" fmla="*/ 2147483647 w 107"/>
                    <a:gd name="T7" fmla="*/ 2147483647 h 46"/>
                    <a:gd name="T8" fmla="*/ 2147483647 w 107"/>
                    <a:gd name="T9" fmla="*/ 0 h 46"/>
                    <a:gd name="T10" fmla="*/ 2147483647 w 107"/>
                    <a:gd name="T11" fmla="*/ 2147483647 h 46"/>
                    <a:gd name="T12" fmla="*/ 2147483647 w 107"/>
                    <a:gd name="T13" fmla="*/ 2147483647 h 46"/>
                    <a:gd name="T14" fmla="*/ 2147483647 w 107"/>
                    <a:gd name="T15" fmla="*/ 2147483647 h 46"/>
                    <a:gd name="T16" fmla="*/ 2147483647 w 107"/>
                    <a:gd name="T17" fmla="*/ 2147483647 h 46"/>
                    <a:gd name="T18" fmla="*/ 2147483647 w 107"/>
                    <a:gd name="T19" fmla="*/ 2147483647 h 46"/>
                    <a:gd name="T20" fmla="*/ 2147483647 w 107"/>
                    <a:gd name="T21" fmla="*/ 2147483647 h 46"/>
                    <a:gd name="T22" fmla="*/ 2147483647 w 107"/>
                    <a:gd name="T23" fmla="*/ 2147483647 h 46"/>
                    <a:gd name="T24" fmla="*/ 2147483647 w 107"/>
                    <a:gd name="T25" fmla="*/ 2147483647 h 46"/>
                    <a:gd name="T26" fmla="*/ 2147483647 w 107"/>
                    <a:gd name="T27" fmla="*/ 2147483647 h 46"/>
                    <a:gd name="T28" fmla="*/ 2147483647 w 107"/>
                    <a:gd name="T29" fmla="*/ 2147483647 h 46"/>
                    <a:gd name="T30" fmla="*/ 2147483647 w 107"/>
                    <a:gd name="T31" fmla="*/ 2147483647 h 46"/>
                    <a:gd name="T32" fmla="*/ 2147483647 w 107"/>
                    <a:gd name="T33" fmla="*/ 2147483647 h 46"/>
                    <a:gd name="T34" fmla="*/ 2147483647 w 107"/>
                    <a:gd name="T35" fmla="*/ 2147483647 h 46"/>
                    <a:gd name="T36" fmla="*/ 2147483647 w 107"/>
                    <a:gd name="T37" fmla="*/ 2147483647 h 46"/>
                    <a:gd name="T38" fmla="*/ 2147483647 w 107"/>
                    <a:gd name="T39" fmla="*/ 2147483647 h 46"/>
                    <a:gd name="T40" fmla="*/ 2147483647 w 107"/>
                    <a:gd name="T41" fmla="*/ 2147483647 h 46"/>
                    <a:gd name="T42" fmla="*/ 2147483647 w 107"/>
                    <a:gd name="T43" fmla="*/ 2147483647 h 46"/>
                    <a:gd name="T44" fmla="*/ 2147483647 w 107"/>
                    <a:gd name="T45" fmla="*/ 2147483647 h 46"/>
                    <a:gd name="T46" fmla="*/ 2147483647 w 107"/>
                    <a:gd name="T47" fmla="*/ 2147483647 h 46"/>
                    <a:gd name="T48" fmla="*/ 2147483647 w 107"/>
                    <a:gd name="T49" fmla="*/ 2147483647 h 46"/>
                    <a:gd name="T50" fmla="*/ 2147483647 w 107"/>
                    <a:gd name="T51" fmla="*/ 2147483647 h 46"/>
                    <a:gd name="T52" fmla="*/ 2147483647 w 107"/>
                    <a:gd name="T53" fmla="*/ 2147483647 h 46"/>
                    <a:gd name="T54" fmla="*/ 2147483647 w 107"/>
                    <a:gd name="T55" fmla="*/ 2147483647 h 46"/>
                    <a:gd name="T56" fmla="*/ 0 w 107"/>
                    <a:gd name="T57" fmla="*/ 2147483647 h 46"/>
                    <a:gd name="T58" fmla="*/ 0 w 107"/>
                    <a:gd name="T59" fmla="*/ 2147483647 h 46"/>
                    <a:gd name="T60" fmla="*/ 2147483647 w 107"/>
                    <a:gd name="T61" fmla="*/ 2147483647 h 46"/>
                    <a:gd name="T62" fmla="*/ 2147483647 w 107"/>
                    <a:gd name="T63" fmla="*/ 2147483647 h 46"/>
                    <a:gd name="T64" fmla="*/ 2147483647 w 107"/>
                    <a:gd name="T65" fmla="*/ 2147483647 h 46"/>
                    <a:gd name="T66" fmla="*/ 2147483647 w 107"/>
                    <a:gd name="T67" fmla="*/ 2147483647 h 46"/>
                    <a:gd name="T68" fmla="*/ 2147483647 w 107"/>
                    <a:gd name="T69" fmla="*/ 2147483647 h 46"/>
                    <a:gd name="T70" fmla="*/ 2147483647 w 107"/>
                    <a:gd name="T71" fmla="*/ 2147483647 h 46"/>
                    <a:gd name="T72" fmla="*/ 2147483647 w 107"/>
                    <a:gd name="T73" fmla="*/ 2147483647 h 46"/>
                    <a:gd name="T74" fmla="*/ 2147483647 w 107"/>
                    <a:gd name="T75" fmla="*/ 2147483647 h 46"/>
                    <a:gd name="T76" fmla="*/ 2147483647 w 107"/>
                    <a:gd name="T77" fmla="*/ 2147483647 h 46"/>
                    <a:gd name="T78" fmla="*/ 2147483647 w 107"/>
                    <a:gd name="T79" fmla="*/ 2147483647 h 46"/>
                    <a:gd name="T80" fmla="*/ 2147483647 w 107"/>
                    <a:gd name="T81" fmla="*/ 2147483647 h 46"/>
                    <a:gd name="T82" fmla="*/ 2147483647 w 107"/>
                    <a:gd name="T83" fmla="*/ 2147483647 h 4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107"/>
                    <a:gd name="T127" fmla="*/ 0 h 46"/>
                    <a:gd name="T128" fmla="*/ 107 w 107"/>
                    <a:gd name="T129" fmla="*/ 46 h 4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107" h="46">
                      <a:moveTo>
                        <a:pt x="65" y="8"/>
                      </a:moveTo>
                      <a:lnTo>
                        <a:pt x="69" y="6"/>
                      </a:lnTo>
                      <a:lnTo>
                        <a:pt x="71" y="4"/>
                      </a:lnTo>
                      <a:lnTo>
                        <a:pt x="75" y="2"/>
                      </a:lnTo>
                      <a:lnTo>
                        <a:pt x="79" y="0"/>
                      </a:lnTo>
                      <a:lnTo>
                        <a:pt x="85" y="2"/>
                      </a:lnTo>
                      <a:lnTo>
                        <a:pt x="91" y="4"/>
                      </a:lnTo>
                      <a:lnTo>
                        <a:pt x="95" y="6"/>
                      </a:lnTo>
                      <a:lnTo>
                        <a:pt x="101" y="6"/>
                      </a:lnTo>
                      <a:lnTo>
                        <a:pt x="103" y="14"/>
                      </a:lnTo>
                      <a:lnTo>
                        <a:pt x="107" y="18"/>
                      </a:lnTo>
                      <a:lnTo>
                        <a:pt x="101" y="24"/>
                      </a:lnTo>
                      <a:lnTo>
                        <a:pt x="99" y="30"/>
                      </a:lnTo>
                      <a:lnTo>
                        <a:pt x="95" y="38"/>
                      </a:lnTo>
                      <a:lnTo>
                        <a:pt x="93" y="40"/>
                      </a:lnTo>
                      <a:lnTo>
                        <a:pt x="79" y="42"/>
                      </a:lnTo>
                      <a:lnTo>
                        <a:pt x="75" y="44"/>
                      </a:lnTo>
                      <a:lnTo>
                        <a:pt x="73" y="44"/>
                      </a:lnTo>
                      <a:lnTo>
                        <a:pt x="65" y="46"/>
                      </a:lnTo>
                      <a:lnTo>
                        <a:pt x="52" y="44"/>
                      </a:lnTo>
                      <a:lnTo>
                        <a:pt x="42" y="40"/>
                      </a:lnTo>
                      <a:lnTo>
                        <a:pt x="36" y="38"/>
                      </a:lnTo>
                      <a:lnTo>
                        <a:pt x="26" y="36"/>
                      </a:lnTo>
                      <a:lnTo>
                        <a:pt x="22" y="36"/>
                      </a:lnTo>
                      <a:lnTo>
                        <a:pt x="22" y="38"/>
                      </a:lnTo>
                      <a:lnTo>
                        <a:pt x="10" y="38"/>
                      </a:lnTo>
                      <a:lnTo>
                        <a:pt x="8" y="38"/>
                      </a:lnTo>
                      <a:lnTo>
                        <a:pt x="4" y="36"/>
                      </a:lnTo>
                      <a:lnTo>
                        <a:pt x="0" y="32"/>
                      </a:lnTo>
                      <a:lnTo>
                        <a:pt x="0" y="28"/>
                      </a:lnTo>
                      <a:lnTo>
                        <a:pt x="6" y="28"/>
                      </a:lnTo>
                      <a:lnTo>
                        <a:pt x="18" y="28"/>
                      </a:lnTo>
                      <a:lnTo>
                        <a:pt x="24" y="28"/>
                      </a:lnTo>
                      <a:lnTo>
                        <a:pt x="32" y="24"/>
                      </a:lnTo>
                      <a:lnTo>
                        <a:pt x="46" y="24"/>
                      </a:lnTo>
                      <a:lnTo>
                        <a:pt x="44" y="20"/>
                      </a:lnTo>
                      <a:lnTo>
                        <a:pt x="46" y="14"/>
                      </a:lnTo>
                      <a:lnTo>
                        <a:pt x="50" y="12"/>
                      </a:lnTo>
                      <a:lnTo>
                        <a:pt x="54" y="8"/>
                      </a:lnTo>
                      <a:lnTo>
                        <a:pt x="58" y="6"/>
                      </a:lnTo>
                      <a:lnTo>
                        <a:pt x="56" y="6"/>
                      </a:lnTo>
                      <a:lnTo>
                        <a:pt x="6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5" name="îšļîḑé"/>
                <p:cNvSpPr/>
                <p:nvPr/>
              </p:nvSpPr>
              <p:spPr bwMode="auto">
                <a:xfrm>
                  <a:off x="4496603" y="2430188"/>
                  <a:ext cx="323646" cy="273206"/>
                </a:xfrm>
                <a:custGeom>
                  <a:avLst/>
                  <a:gdLst>
                    <a:gd name="T0" fmla="*/ 2147483647 w 185"/>
                    <a:gd name="T1" fmla="*/ 2147483647 h 162"/>
                    <a:gd name="T2" fmla="*/ 0 w 185"/>
                    <a:gd name="T3" fmla="*/ 2147483647 h 162"/>
                    <a:gd name="T4" fmla="*/ 2147483647 w 185"/>
                    <a:gd name="T5" fmla="*/ 2147483647 h 162"/>
                    <a:gd name="T6" fmla="*/ 2147483647 w 185"/>
                    <a:gd name="T7" fmla="*/ 2147483647 h 162"/>
                    <a:gd name="T8" fmla="*/ 2147483647 w 185"/>
                    <a:gd name="T9" fmla="*/ 2147483647 h 162"/>
                    <a:gd name="T10" fmla="*/ 2147483647 w 185"/>
                    <a:gd name="T11" fmla="*/ 2147483647 h 162"/>
                    <a:gd name="T12" fmla="*/ 2147483647 w 185"/>
                    <a:gd name="T13" fmla="*/ 2147483647 h 162"/>
                    <a:gd name="T14" fmla="*/ 2147483647 w 185"/>
                    <a:gd name="T15" fmla="*/ 2147483647 h 162"/>
                    <a:gd name="T16" fmla="*/ 2147483647 w 185"/>
                    <a:gd name="T17" fmla="*/ 2147483647 h 162"/>
                    <a:gd name="T18" fmla="*/ 2147483647 w 185"/>
                    <a:gd name="T19" fmla="*/ 2147483647 h 162"/>
                    <a:gd name="T20" fmla="*/ 2147483647 w 185"/>
                    <a:gd name="T21" fmla="*/ 2147483647 h 162"/>
                    <a:gd name="T22" fmla="*/ 2147483647 w 185"/>
                    <a:gd name="T23" fmla="*/ 0 h 162"/>
                    <a:gd name="T24" fmla="*/ 2147483647 w 185"/>
                    <a:gd name="T25" fmla="*/ 2147483647 h 162"/>
                    <a:gd name="T26" fmla="*/ 2147483647 w 185"/>
                    <a:gd name="T27" fmla="*/ 2147483647 h 162"/>
                    <a:gd name="T28" fmla="*/ 2147483647 w 185"/>
                    <a:gd name="T29" fmla="*/ 2147483647 h 162"/>
                    <a:gd name="T30" fmla="*/ 2147483647 w 185"/>
                    <a:gd name="T31" fmla="*/ 2147483647 h 162"/>
                    <a:gd name="T32" fmla="*/ 2147483647 w 185"/>
                    <a:gd name="T33" fmla="*/ 2147483647 h 162"/>
                    <a:gd name="T34" fmla="*/ 2147483647 w 185"/>
                    <a:gd name="T35" fmla="*/ 2147483647 h 162"/>
                    <a:gd name="T36" fmla="*/ 2147483647 w 185"/>
                    <a:gd name="T37" fmla="*/ 2147483647 h 162"/>
                    <a:gd name="T38" fmla="*/ 2147483647 w 185"/>
                    <a:gd name="T39" fmla="*/ 2147483647 h 162"/>
                    <a:gd name="T40" fmla="*/ 2147483647 w 185"/>
                    <a:gd name="T41" fmla="*/ 2147483647 h 162"/>
                    <a:gd name="T42" fmla="*/ 2147483647 w 185"/>
                    <a:gd name="T43" fmla="*/ 2147483647 h 162"/>
                    <a:gd name="T44" fmla="*/ 2147483647 w 185"/>
                    <a:gd name="T45" fmla="*/ 2147483647 h 162"/>
                    <a:gd name="T46" fmla="*/ 2147483647 w 185"/>
                    <a:gd name="T47" fmla="*/ 2147483647 h 162"/>
                    <a:gd name="T48" fmla="*/ 2147483647 w 185"/>
                    <a:gd name="T49" fmla="*/ 2147483647 h 162"/>
                    <a:gd name="T50" fmla="*/ 2147483647 w 185"/>
                    <a:gd name="T51" fmla="*/ 2147483647 h 162"/>
                    <a:gd name="T52" fmla="*/ 2147483647 w 185"/>
                    <a:gd name="T53" fmla="*/ 2147483647 h 162"/>
                    <a:gd name="T54" fmla="*/ 2147483647 w 185"/>
                    <a:gd name="T55" fmla="*/ 2147483647 h 162"/>
                    <a:gd name="T56" fmla="*/ 2147483647 w 185"/>
                    <a:gd name="T57" fmla="*/ 2147483647 h 162"/>
                    <a:gd name="T58" fmla="*/ 2147483647 w 185"/>
                    <a:gd name="T59" fmla="*/ 2147483647 h 162"/>
                    <a:gd name="T60" fmla="*/ 2147483647 w 185"/>
                    <a:gd name="T61" fmla="*/ 2147483647 h 162"/>
                    <a:gd name="T62" fmla="*/ 2147483647 w 185"/>
                    <a:gd name="T63" fmla="*/ 2147483647 h 162"/>
                    <a:gd name="T64" fmla="*/ 2147483647 w 185"/>
                    <a:gd name="T65" fmla="*/ 2147483647 h 162"/>
                    <a:gd name="T66" fmla="*/ 2147483647 w 185"/>
                    <a:gd name="T67" fmla="*/ 2147483647 h 162"/>
                    <a:gd name="T68" fmla="*/ 2147483647 w 185"/>
                    <a:gd name="T69" fmla="*/ 2147483647 h 162"/>
                    <a:gd name="T70" fmla="*/ 2147483647 w 185"/>
                    <a:gd name="T71" fmla="*/ 2147483647 h 162"/>
                    <a:gd name="T72" fmla="*/ 2147483647 w 185"/>
                    <a:gd name="T73" fmla="*/ 2147483647 h 162"/>
                    <a:gd name="T74" fmla="*/ 2147483647 w 185"/>
                    <a:gd name="T75" fmla="*/ 2147483647 h 162"/>
                    <a:gd name="T76" fmla="*/ 2147483647 w 185"/>
                    <a:gd name="T77" fmla="*/ 2147483647 h 162"/>
                    <a:gd name="T78" fmla="*/ 2147483647 w 185"/>
                    <a:gd name="T79" fmla="*/ 2147483647 h 162"/>
                    <a:gd name="T80" fmla="*/ 2147483647 w 185"/>
                    <a:gd name="T81" fmla="*/ 2147483647 h 162"/>
                    <a:gd name="T82" fmla="*/ 2147483647 w 185"/>
                    <a:gd name="T83" fmla="*/ 2147483647 h 162"/>
                    <a:gd name="T84" fmla="*/ 2147483647 w 185"/>
                    <a:gd name="T85" fmla="*/ 2147483647 h 162"/>
                    <a:gd name="T86" fmla="*/ 2147483647 w 185"/>
                    <a:gd name="T87" fmla="*/ 2147483647 h 162"/>
                    <a:gd name="T88" fmla="*/ 2147483647 w 185"/>
                    <a:gd name="T89" fmla="*/ 2147483647 h 162"/>
                    <a:gd name="T90" fmla="*/ 2147483647 w 185"/>
                    <a:gd name="T91" fmla="*/ 2147483647 h 162"/>
                    <a:gd name="T92" fmla="*/ 2147483647 w 185"/>
                    <a:gd name="T93" fmla="*/ 2147483647 h 162"/>
                    <a:gd name="T94" fmla="*/ 2147483647 w 185"/>
                    <a:gd name="T95" fmla="*/ 2147483647 h 162"/>
                    <a:gd name="T96" fmla="*/ 2147483647 w 185"/>
                    <a:gd name="T97" fmla="*/ 2147483647 h 16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85"/>
                    <a:gd name="T148" fmla="*/ 0 h 162"/>
                    <a:gd name="T149" fmla="*/ 185 w 185"/>
                    <a:gd name="T150" fmla="*/ 162 h 16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85" h="162">
                      <a:moveTo>
                        <a:pt x="18" y="56"/>
                      </a:moveTo>
                      <a:lnTo>
                        <a:pt x="12" y="52"/>
                      </a:lnTo>
                      <a:lnTo>
                        <a:pt x="8" y="46"/>
                      </a:lnTo>
                      <a:lnTo>
                        <a:pt x="0" y="36"/>
                      </a:lnTo>
                      <a:lnTo>
                        <a:pt x="8" y="30"/>
                      </a:lnTo>
                      <a:lnTo>
                        <a:pt x="8" y="28"/>
                      </a:lnTo>
                      <a:lnTo>
                        <a:pt x="6" y="26"/>
                      </a:lnTo>
                      <a:lnTo>
                        <a:pt x="4" y="24"/>
                      </a:lnTo>
                      <a:lnTo>
                        <a:pt x="4" y="22"/>
                      </a:lnTo>
                      <a:lnTo>
                        <a:pt x="4" y="18"/>
                      </a:lnTo>
                      <a:lnTo>
                        <a:pt x="18" y="18"/>
                      </a:lnTo>
                      <a:lnTo>
                        <a:pt x="20" y="16"/>
                      </a:lnTo>
                      <a:lnTo>
                        <a:pt x="22" y="14"/>
                      </a:lnTo>
                      <a:lnTo>
                        <a:pt x="24" y="14"/>
                      </a:lnTo>
                      <a:lnTo>
                        <a:pt x="28" y="16"/>
                      </a:lnTo>
                      <a:lnTo>
                        <a:pt x="32" y="18"/>
                      </a:lnTo>
                      <a:lnTo>
                        <a:pt x="36" y="18"/>
                      </a:lnTo>
                      <a:lnTo>
                        <a:pt x="36" y="14"/>
                      </a:lnTo>
                      <a:lnTo>
                        <a:pt x="40" y="12"/>
                      </a:lnTo>
                      <a:lnTo>
                        <a:pt x="46" y="10"/>
                      </a:lnTo>
                      <a:lnTo>
                        <a:pt x="52" y="8"/>
                      </a:lnTo>
                      <a:lnTo>
                        <a:pt x="52" y="2"/>
                      </a:lnTo>
                      <a:lnTo>
                        <a:pt x="64" y="2"/>
                      </a:lnTo>
                      <a:lnTo>
                        <a:pt x="64" y="0"/>
                      </a:lnTo>
                      <a:lnTo>
                        <a:pt x="68" y="0"/>
                      </a:lnTo>
                      <a:lnTo>
                        <a:pt x="74" y="2"/>
                      </a:lnTo>
                      <a:lnTo>
                        <a:pt x="80" y="2"/>
                      </a:lnTo>
                      <a:lnTo>
                        <a:pt x="94" y="8"/>
                      </a:lnTo>
                      <a:lnTo>
                        <a:pt x="96" y="8"/>
                      </a:lnTo>
                      <a:lnTo>
                        <a:pt x="96" y="16"/>
                      </a:lnTo>
                      <a:lnTo>
                        <a:pt x="88" y="24"/>
                      </a:lnTo>
                      <a:lnTo>
                        <a:pt x="86" y="28"/>
                      </a:lnTo>
                      <a:lnTo>
                        <a:pt x="86" y="32"/>
                      </a:lnTo>
                      <a:lnTo>
                        <a:pt x="84" y="38"/>
                      </a:lnTo>
                      <a:lnTo>
                        <a:pt x="84" y="44"/>
                      </a:lnTo>
                      <a:lnTo>
                        <a:pt x="84" y="48"/>
                      </a:lnTo>
                      <a:lnTo>
                        <a:pt x="88" y="52"/>
                      </a:lnTo>
                      <a:lnTo>
                        <a:pt x="96" y="58"/>
                      </a:lnTo>
                      <a:lnTo>
                        <a:pt x="107" y="62"/>
                      </a:lnTo>
                      <a:lnTo>
                        <a:pt x="109" y="64"/>
                      </a:lnTo>
                      <a:lnTo>
                        <a:pt x="115" y="68"/>
                      </a:lnTo>
                      <a:lnTo>
                        <a:pt x="119" y="72"/>
                      </a:lnTo>
                      <a:lnTo>
                        <a:pt x="121" y="80"/>
                      </a:lnTo>
                      <a:lnTo>
                        <a:pt x="125" y="86"/>
                      </a:lnTo>
                      <a:lnTo>
                        <a:pt x="131" y="90"/>
                      </a:lnTo>
                      <a:lnTo>
                        <a:pt x="135" y="92"/>
                      </a:lnTo>
                      <a:lnTo>
                        <a:pt x="137" y="92"/>
                      </a:lnTo>
                      <a:lnTo>
                        <a:pt x="139" y="90"/>
                      </a:lnTo>
                      <a:lnTo>
                        <a:pt x="141" y="94"/>
                      </a:lnTo>
                      <a:lnTo>
                        <a:pt x="145" y="98"/>
                      </a:lnTo>
                      <a:lnTo>
                        <a:pt x="149" y="102"/>
                      </a:lnTo>
                      <a:lnTo>
                        <a:pt x="161" y="108"/>
                      </a:lnTo>
                      <a:lnTo>
                        <a:pt x="173" y="114"/>
                      </a:lnTo>
                      <a:lnTo>
                        <a:pt x="179" y="120"/>
                      </a:lnTo>
                      <a:lnTo>
                        <a:pt x="185" y="124"/>
                      </a:lnTo>
                      <a:lnTo>
                        <a:pt x="179" y="124"/>
                      </a:lnTo>
                      <a:lnTo>
                        <a:pt x="173" y="124"/>
                      </a:lnTo>
                      <a:lnTo>
                        <a:pt x="169" y="122"/>
                      </a:lnTo>
                      <a:lnTo>
                        <a:pt x="163" y="118"/>
                      </a:lnTo>
                      <a:lnTo>
                        <a:pt x="159" y="118"/>
                      </a:lnTo>
                      <a:lnTo>
                        <a:pt x="153" y="120"/>
                      </a:lnTo>
                      <a:lnTo>
                        <a:pt x="153" y="124"/>
                      </a:lnTo>
                      <a:lnTo>
                        <a:pt x="153" y="126"/>
                      </a:lnTo>
                      <a:lnTo>
                        <a:pt x="155" y="128"/>
                      </a:lnTo>
                      <a:lnTo>
                        <a:pt x="159" y="132"/>
                      </a:lnTo>
                      <a:lnTo>
                        <a:pt x="161" y="136"/>
                      </a:lnTo>
                      <a:lnTo>
                        <a:pt x="163" y="138"/>
                      </a:lnTo>
                      <a:lnTo>
                        <a:pt x="163" y="140"/>
                      </a:lnTo>
                      <a:lnTo>
                        <a:pt x="163" y="144"/>
                      </a:lnTo>
                      <a:lnTo>
                        <a:pt x="161" y="146"/>
                      </a:lnTo>
                      <a:lnTo>
                        <a:pt x="155" y="144"/>
                      </a:lnTo>
                      <a:lnTo>
                        <a:pt x="155" y="152"/>
                      </a:lnTo>
                      <a:lnTo>
                        <a:pt x="155" y="154"/>
                      </a:lnTo>
                      <a:lnTo>
                        <a:pt x="151" y="158"/>
                      </a:lnTo>
                      <a:lnTo>
                        <a:pt x="147" y="162"/>
                      </a:lnTo>
                      <a:lnTo>
                        <a:pt x="141" y="162"/>
                      </a:lnTo>
                      <a:lnTo>
                        <a:pt x="141" y="156"/>
                      </a:lnTo>
                      <a:lnTo>
                        <a:pt x="145" y="152"/>
                      </a:lnTo>
                      <a:lnTo>
                        <a:pt x="147" y="148"/>
                      </a:lnTo>
                      <a:lnTo>
                        <a:pt x="147" y="142"/>
                      </a:lnTo>
                      <a:lnTo>
                        <a:pt x="147" y="136"/>
                      </a:lnTo>
                      <a:lnTo>
                        <a:pt x="145" y="132"/>
                      </a:lnTo>
                      <a:lnTo>
                        <a:pt x="141" y="126"/>
                      </a:lnTo>
                      <a:lnTo>
                        <a:pt x="135" y="124"/>
                      </a:lnTo>
                      <a:lnTo>
                        <a:pt x="129" y="120"/>
                      </a:lnTo>
                      <a:lnTo>
                        <a:pt x="119" y="112"/>
                      </a:lnTo>
                      <a:lnTo>
                        <a:pt x="107" y="104"/>
                      </a:lnTo>
                      <a:lnTo>
                        <a:pt x="84" y="92"/>
                      </a:lnTo>
                      <a:lnTo>
                        <a:pt x="74" y="84"/>
                      </a:lnTo>
                      <a:lnTo>
                        <a:pt x="64" y="74"/>
                      </a:lnTo>
                      <a:lnTo>
                        <a:pt x="56" y="64"/>
                      </a:lnTo>
                      <a:lnTo>
                        <a:pt x="52" y="50"/>
                      </a:lnTo>
                      <a:lnTo>
                        <a:pt x="42" y="48"/>
                      </a:lnTo>
                      <a:lnTo>
                        <a:pt x="36" y="44"/>
                      </a:lnTo>
                      <a:lnTo>
                        <a:pt x="30" y="46"/>
                      </a:lnTo>
                      <a:lnTo>
                        <a:pt x="28" y="50"/>
                      </a:lnTo>
                      <a:lnTo>
                        <a:pt x="24" y="54"/>
                      </a:lnTo>
                      <a:lnTo>
                        <a:pt x="20" y="56"/>
                      </a:lnTo>
                      <a:lnTo>
                        <a:pt x="18" y="5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6" name="îṩ1îḍe"/>
                <p:cNvSpPr/>
                <p:nvPr/>
              </p:nvSpPr>
              <p:spPr bwMode="auto">
                <a:xfrm>
                  <a:off x="4671509" y="2197612"/>
                  <a:ext cx="246522" cy="166726"/>
                </a:xfrm>
                <a:custGeom>
                  <a:avLst/>
                  <a:gdLst>
                    <a:gd name="T0" fmla="*/ 2147483647 w 141"/>
                    <a:gd name="T1" fmla="*/ 2147483647 h 100"/>
                    <a:gd name="T2" fmla="*/ 2147483647 w 141"/>
                    <a:gd name="T3" fmla="*/ 2147483647 h 100"/>
                    <a:gd name="T4" fmla="*/ 2147483647 w 141"/>
                    <a:gd name="T5" fmla="*/ 2147483647 h 100"/>
                    <a:gd name="T6" fmla="*/ 2147483647 w 141"/>
                    <a:gd name="T7" fmla="*/ 2147483647 h 100"/>
                    <a:gd name="T8" fmla="*/ 2147483647 w 141"/>
                    <a:gd name="T9" fmla="*/ 2147483647 h 100"/>
                    <a:gd name="T10" fmla="*/ 2147483647 w 141"/>
                    <a:gd name="T11" fmla="*/ 2147483647 h 100"/>
                    <a:gd name="T12" fmla="*/ 2147483647 w 141"/>
                    <a:gd name="T13" fmla="*/ 2147483647 h 100"/>
                    <a:gd name="T14" fmla="*/ 2147483647 w 141"/>
                    <a:gd name="T15" fmla="*/ 2147483647 h 100"/>
                    <a:gd name="T16" fmla="*/ 2147483647 w 141"/>
                    <a:gd name="T17" fmla="*/ 2147483647 h 100"/>
                    <a:gd name="T18" fmla="*/ 2147483647 w 141"/>
                    <a:gd name="T19" fmla="*/ 2147483647 h 100"/>
                    <a:gd name="T20" fmla="*/ 2147483647 w 141"/>
                    <a:gd name="T21" fmla="*/ 2147483647 h 100"/>
                    <a:gd name="T22" fmla="*/ 2147483647 w 141"/>
                    <a:gd name="T23" fmla="*/ 2147483647 h 100"/>
                    <a:gd name="T24" fmla="*/ 2147483647 w 141"/>
                    <a:gd name="T25" fmla="*/ 2147483647 h 100"/>
                    <a:gd name="T26" fmla="*/ 2147483647 w 141"/>
                    <a:gd name="T27" fmla="*/ 2147483647 h 100"/>
                    <a:gd name="T28" fmla="*/ 2147483647 w 141"/>
                    <a:gd name="T29" fmla="*/ 2147483647 h 100"/>
                    <a:gd name="T30" fmla="*/ 2147483647 w 141"/>
                    <a:gd name="T31" fmla="*/ 2147483647 h 100"/>
                    <a:gd name="T32" fmla="*/ 2147483647 w 141"/>
                    <a:gd name="T33" fmla="*/ 2147483647 h 100"/>
                    <a:gd name="T34" fmla="*/ 2147483647 w 141"/>
                    <a:gd name="T35" fmla="*/ 2147483647 h 100"/>
                    <a:gd name="T36" fmla="*/ 2147483647 w 141"/>
                    <a:gd name="T37" fmla="*/ 2147483647 h 100"/>
                    <a:gd name="T38" fmla="*/ 2147483647 w 141"/>
                    <a:gd name="T39" fmla="*/ 2147483647 h 100"/>
                    <a:gd name="T40" fmla="*/ 2147483647 w 141"/>
                    <a:gd name="T41" fmla="*/ 2147483647 h 100"/>
                    <a:gd name="T42" fmla="*/ 2147483647 w 141"/>
                    <a:gd name="T43" fmla="*/ 2147483647 h 100"/>
                    <a:gd name="T44" fmla="*/ 2147483647 w 141"/>
                    <a:gd name="T45" fmla="*/ 2147483647 h 100"/>
                    <a:gd name="T46" fmla="*/ 2147483647 w 141"/>
                    <a:gd name="T47" fmla="*/ 2147483647 h 100"/>
                    <a:gd name="T48" fmla="*/ 0 w 141"/>
                    <a:gd name="T49" fmla="*/ 2147483647 h 100"/>
                    <a:gd name="T50" fmla="*/ 0 w 141"/>
                    <a:gd name="T51" fmla="*/ 2147483647 h 100"/>
                    <a:gd name="T52" fmla="*/ 2147483647 w 141"/>
                    <a:gd name="T53" fmla="*/ 2147483647 h 100"/>
                    <a:gd name="T54" fmla="*/ 2147483647 w 141"/>
                    <a:gd name="T55" fmla="*/ 2147483647 h 100"/>
                    <a:gd name="T56" fmla="*/ 2147483647 w 141"/>
                    <a:gd name="T57" fmla="*/ 2147483647 h 100"/>
                    <a:gd name="T58" fmla="*/ 2147483647 w 141"/>
                    <a:gd name="T59" fmla="*/ 0 h 100"/>
                    <a:gd name="T60" fmla="*/ 2147483647 w 141"/>
                    <a:gd name="T61" fmla="*/ 0 h 100"/>
                    <a:gd name="T62" fmla="*/ 2147483647 w 141"/>
                    <a:gd name="T63" fmla="*/ 2147483647 h 100"/>
                    <a:gd name="T64" fmla="*/ 2147483647 w 141"/>
                    <a:gd name="T65" fmla="*/ 2147483647 h 100"/>
                    <a:gd name="T66" fmla="*/ 2147483647 w 141"/>
                    <a:gd name="T67" fmla="*/ 2147483647 h 100"/>
                    <a:gd name="T68" fmla="*/ 2147483647 w 141"/>
                    <a:gd name="T69" fmla="*/ 2147483647 h 100"/>
                    <a:gd name="T70" fmla="*/ 2147483647 w 141"/>
                    <a:gd name="T71" fmla="*/ 2147483647 h 100"/>
                    <a:gd name="T72" fmla="*/ 2147483647 w 141"/>
                    <a:gd name="T73" fmla="*/ 2147483647 h 100"/>
                    <a:gd name="T74" fmla="*/ 2147483647 w 141"/>
                    <a:gd name="T75" fmla="*/ 2147483647 h 100"/>
                    <a:gd name="T76" fmla="*/ 2147483647 w 141"/>
                    <a:gd name="T77" fmla="*/ 2147483647 h 100"/>
                    <a:gd name="T78" fmla="*/ 2147483647 w 141"/>
                    <a:gd name="T79" fmla="*/ 2147483647 h 100"/>
                    <a:gd name="T80" fmla="*/ 2147483647 w 141"/>
                    <a:gd name="T81" fmla="*/ 2147483647 h 100"/>
                    <a:gd name="T82" fmla="*/ 2147483647 w 141"/>
                    <a:gd name="T83" fmla="*/ 2147483647 h 100"/>
                    <a:gd name="T84" fmla="*/ 2147483647 w 141"/>
                    <a:gd name="T85" fmla="*/ 2147483647 h 100"/>
                    <a:gd name="T86" fmla="*/ 2147483647 w 141"/>
                    <a:gd name="T87" fmla="*/ 2147483647 h 100"/>
                    <a:gd name="T88" fmla="*/ 2147483647 w 141"/>
                    <a:gd name="T89" fmla="*/ 2147483647 h 100"/>
                    <a:gd name="T90" fmla="*/ 2147483647 w 141"/>
                    <a:gd name="T91" fmla="*/ 2147483647 h 100"/>
                    <a:gd name="T92" fmla="*/ 2147483647 w 141"/>
                    <a:gd name="T93" fmla="*/ 2147483647 h 100"/>
                    <a:gd name="T94" fmla="*/ 2147483647 w 141"/>
                    <a:gd name="T95" fmla="*/ 2147483647 h 100"/>
                    <a:gd name="T96" fmla="*/ 2147483647 w 141"/>
                    <a:gd name="T97" fmla="*/ 2147483647 h 100"/>
                    <a:gd name="T98" fmla="*/ 2147483647 w 141"/>
                    <a:gd name="T99" fmla="*/ 2147483647 h 100"/>
                    <a:gd name="T100" fmla="*/ 2147483647 w 141"/>
                    <a:gd name="T101" fmla="*/ 2147483647 h 100"/>
                    <a:gd name="T102" fmla="*/ 2147483647 w 141"/>
                    <a:gd name="T103" fmla="*/ 2147483647 h 100"/>
                    <a:gd name="T104" fmla="*/ 2147483647 w 141"/>
                    <a:gd name="T105" fmla="*/ 2147483647 h 100"/>
                    <a:gd name="T106" fmla="*/ 2147483647 w 141"/>
                    <a:gd name="T107" fmla="*/ 2147483647 h 100"/>
                    <a:gd name="T108" fmla="*/ 2147483647 w 141"/>
                    <a:gd name="T109" fmla="*/ 2147483647 h 100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141"/>
                    <a:gd name="T166" fmla="*/ 0 h 100"/>
                    <a:gd name="T167" fmla="*/ 141 w 141"/>
                    <a:gd name="T168" fmla="*/ 100 h 100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141" h="100">
                      <a:moveTo>
                        <a:pt x="121" y="100"/>
                      </a:moveTo>
                      <a:lnTo>
                        <a:pt x="117" y="100"/>
                      </a:lnTo>
                      <a:lnTo>
                        <a:pt x="111" y="100"/>
                      </a:lnTo>
                      <a:lnTo>
                        <a:pt x="101" y="98"/>
                      </a:lnTo>
                      <a:lnTo>
                        <a:pt x="91" y="100"/>
                      </a:lnTo>
                      <a:lnTo>
                        <a:pt x="85" y="100"/>
                      </a:lnTo>
                      <a:lnTo>
                        <a:pt x="83" y="100"/>
                      </a:lnTo>
                      <a:lnTo>
                        <a:pt x="81" y="96"/>
                      </a:lnTo>
                      <a:lnTo>
                        <a:pt x="75" y="96"/>
                      </a:lnTo>
                      <a:lnTo>
                        <a:pt x="71" y="96"/>
                      </a:lnTo>
                      <a:lnTo>
                        <a:pt x="69" y="96"/>
                      </a:lnTo>
                      <a:lnTo>
                        <a:pt x="67" y="94"/>
                      </a:lnTo>
                      <a:lnTo>
                        <a:pt x="65" y="88"/>
                      </a:lnTo>
                      <a:lnTo>
                        <a:pt x="61" y="86"/>
                      </a:lnTo>
                      <a:lnTo>
                        <a:pt x="55" y="84"/>
                      </a:lnTo>
                      <a:lnTo>
                        <a:pt x="47" y="82"/>
                      </a:lnTo>
                      <a:lnTo>
                        <a:pt x="43" y="78"/>
                      </a:lnTo>
                      <a:lnTo>
                        <a:pt x="41" y="82"/>
                      </a:lnTo>
                      <a:lnTo>
                        <a:pt x="37" y="82"/>
                      </a:lnTo>
                      <a:lnTo>
                        <a:pt x="35" y="82"/>
                      </a:lnTo>
                      <a:lnTo>
                        <a:pt x="35" y="78"/>
                      </a:lnTo>
                      <a:lnTo>
                        <a:pt x="13" y="72"/>
                      </a:lnTo>
                      <a:lnTo>
                        <a:pt x="13" y="62"/>
                      </a:lnTo>
                      <a:lnTo>
                        <a:pt x="7" y="48"/>
                      </a:lnTo>
                      <a:lnTo>
                        <a:pt x="0" y="36"/>
                      </a:lnTo>
                      <a:lnTo>
                        <a:pt x="0" y="18"/>
                      </a:lnTo>
                      <a:lnTo>
                        <a:pt x="5" y="18"/>
                      </a:lnTo>
                      <a:lnTo>
                        <a:pt x="13" y="16"/>
                      </a:lnTo>
                      <a:lnTo>
                        <a:pt x="25" y="10"/>
                      </a:lnTo>
                      <a:lnTo>
                        <a:pt x="41" y="0"/>
                      </a:lnTo>
                      <a:lnTo>
                        <a:pt x="59" y="0"/>
                      </a:lnTo>
                      <a:lnTo>
                        <a:pt x="61" y="4"/>
                      </a:lnTo>
                      <a:lnTo>
                        <a:pt x="61" y="6"/>
                      </a:lnTo>
                      <a:lnTo>
                        <a:pt x="65" y="8"/>
                      </a:lnTo>
                      <a:lnTo>
                        <a:pt x="75" y="6"/>
                      </a:lnTo>
                      <a:lnTo>
                        <a:pt x="113" y="6"/>
                      </a:lnTo>
                      <a:lnTo>
                        <a:pt x="117" y="10"/>
                      </a:lnTo>
                      <a:lnTo>
                        <a:pt x="119" y="12"/>
                      </a:lnTo>
                      <a:lnTo>
                        <a:pt x="123" y="14"/>
                      </a:lnTo>
                      <a:lnTo>
                        <a:pt x="125" y="16"/>
                      </a:lnTo>
                      <a:lnTo>
                        <a:pt x="129" y="22"/>
                      </a:lnTo>
                      <a:lnTo>
                        <a:pt x="131" y="28"/>
                      </a:lnTo>
                      <a:lnTo>
                        <a:pt x="131" y="34"/>
                      </a:lnTo>
                      <a:lnTo>
                        <a:pt x="135" y="40"/>
                      </a:lnTo>
                      <a:lnTo>
                        <a:pt x="129" y="44"/>
                      </a:lnTo>
                      <a:lnTo>
                        <a:pt x="127" y="46"/>
                      </a:lnTo>
                      <a:lnTo>
                        <a:pt x="125" y="46"/>
                      </a:lnTo>
                      <a:lnTo>
                        <a:pt x="125" y="50"/>
                      </a:lnTo>
                      <a:lnTo>
                        <a:pt x="127" y="54"/>
                      </a:lnTo>
                      <a:lnTo>
                        <a:pt x="133" y="62"/>
                      </a:lnTo>
                      <a:lnTo>
                        <a:pt x="141" y="76"/>
                      </a:lnTo>
                      <a:lnTo>
                        <a:pt x="135" y="80"/>
                      </a:lnTo>
                      <a:lnTo>
                        <a:pt x="131" y="88"/>
                      </a:lnTo>
                      <a:lnTo>
                        <a:pt x="121" y="98"/>
                      </a:lnTo>
                      <a:lnTo>
                        <a:pt x="121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7" name="iş1ïḑé"/>
                <p:cNvSpPr/>
                <p:nvPr/>
              </p:nvSpPr>
              <p:spPr bwMode="auto">
                <a:xfrm>
                  <a:off x="4827135" y="2566090"/>
                  <a:ext cx="49580" cy="86865"/>
                </a:xfrm>
                <a:custGeom>
                  <a:avLst/>
                  <a:gdLst>
                    <a:gd name="T0" fmla="*/ 2147483647 w 28"/>
                    <a:gd name="T1" fmla="*/ 2147483647 h 52"/>
                    <a:gd name="T2" fmla="*/ 2147483647 w 28"/>
                    <a:gd name="T3" fmla="*/ 2147483647 h 52"/>
                    <a:gd name="T4" fmla="*/ 2147483647 w 28"/>
                    <a:gd name="T5" fmla="*/ 2147483647 h 52"/>
                    <a:gd name="T6" fmla="*/ 2147483647 w 28"/>
                    <a:gd name="T7" fmla="*/ 2147483647 h 52"/>
                    <a:gd name="T8" fmla="*/ 2147483647 w 28"/>
                    <a:gd name="T9" fmla="*/ 2147483647 h 52"/>
                    <a:gd name="T10" fmla="*/ 2147483647 w 28"/>
                    <a:gd name="T11" fmla="*/ 2147483647 h 52"/>
                    <a:gd name="T12" fmla="*/ 2147483647 w 28"/>
                    <a:gd name="T13" fmla="*/ 2147483647 h 52"/>
                    <a:gd name="T14" fmla="*/ 2147483647 w 28"/>
                    <a:gd name="T15" fmla="*/ 2147483647 h 52"/>
                    <a:gd name="T16" fmla="*/ 2147483647 w 28"/>
                    <a:gd name="T17" fmla="*/ 2147483647 h 52"/>
                    <a:gd name="T18" fmla="*/ 0 w 28"/>
                    <a:gd name="T19" fmla="*/ 2147483647 h 52"/>
                    <a:gd name="T20" fmla="*/ 2147483647 w 28"/>
                    <a:gd name="T21" fmla="*/ 2147483647 h 52"/>
                    <a:gd name="T22" fmla="*/ 2147483647 w 28"/>
                    <a:gd name="T23" fmla="*/ 2147483647 h 52"/>
                    <a:gd name="T24" fmla="*/ 2147483647 w 28"/>
                    <a:gd name="T25" fmla="*/ 0 h 52"/>
                    <a:gd name="T26" fmla="*/ 2147483647 w 28"/>
                    <a:gd name="T27" fmla="*/ 0 h 52"/>
                    <a:gd name="T28" fmla="*/ 2147483647 w 28"/>
                    <a:gd name="T29" fmla="*/ 0 h 52"/>
                    <a:gd name="T30" fmla="*/ 2147483647 w 28"/>
                    <a:gd name="T31" fmla="*/ 2147483647 h 52"/>
                    <a:gd name="T32" fmla="*/ 2147483647 w 28"/>
                    <a:gd name="T33" fmla="*/ 2147483647 h 52"/>
                    <a:gd name="T34" fmla="*/ 2147483647 w 28"/>
                    <a:gd name="T35" fmla="*/ 2147483647 h 52"/>
                    <a:gd name="T36" fmla="*/ 2147483647 w 28"/>
                    <a:gd name="T37" fmla="*/ 2147483647 h 52"/>
                    <a:gd name="T38" fmla="*/ 2147483647 w 28"/>
                    <a:gd name="T39" fmla="*/ 2147483647 h 52"/>
                    <a:gd name="T40" fmla="*/ 2147483647 w 28"/>
                    <a:gd name="T41" fmla="*/ 2147483647 h 52"/>
                    <a:gd name="T42" fmla="*/ 2147483647 w 28"/>
                    <a:gd name="T43" fmla="*/ 2147483647 h 5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8"/>
                    <a:gd name="T67" fmla="*/ 0 h 52"/>
                    <a:gd name="T68" fmla="*/ 28 w 28"/>
                    <a:gd name="T69" fmla="*/ 52 h 5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8" h="52">
                      <a:moveTo>
                        <a:pt x="28" y="30"/>
                      </a:moveTo>
                      <a:lnTo>
                        <a:pt x="28" y="38"/>
                      </a:lnTo>
                      <a:lnTo>
                        <a:pt x="24" y="42"/>
                      </a:lnTo>
                      <a:lnTo>
                        <a:pt x="20" y="46"/>
                      </a:lnTo>
                      <a:lnTo>
                        <a:pt x="16" y="52"/>
                      </a:lnTo>
                      <a:lnTo>
                        <a:pt x="12" y="46"/>
                      </a:lnTo>
                      <a:lnTo>
                        <a:pt x="8" y="42"/>
                      </a:lnTo>
                      <a:lnTo>
                        <a:pt x="6" y="26"/>
                      </a:lnTo>
                      <a:lnTo>
                        <a:pt x="4" y="16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2" y="2"/>
                      </a:lnTo>
                      <a:lnTo>
                        <a:pt x="18" y="8"/>
                      </a:lnTo>
                      <a:lnTo>
                        <a:pt x="18" y="16"/>
                      </a:lnTo>
                      <a:lnTo>
                        <a:pt x="18" y="22"/>
                      </a:lnTo>
                      <a:lnTo>
                        <a:pt x="22" y="28"/>
                      </a:lnTo>
                      <a:lnTo>
                        <a:pt x="26" y="28"/>
                      </a:lnTo>
                      <a:lnTo>
                        <a:pt x="28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8" name="íṥľiḑê"/>
                <p:cNvSpPr/>
                <p:nvPr/>
              </p:nvSpPr>
              <p:spPr bwMode="auto">
                <a:xfrm>
                  <a:off x="4854680" y="2591308"/>
                  <a:ext cx="165266" cy="163924"/>
                </a:xfrm>
                <a:custGeom>
                  <a:avLst/>
                  <a:gdLst>
                    <a:gd name="T0" fmla="*/ 2147483647 w 94"/>
                    <a:gd name="T1" fmla="*/ 2147483647 h 98"/>
                    <a:gd name="T2" fmla="*/ 2147483647 w 94"/>
                    <a:gd name="T3" fmla="*/ 2147483647 h 98"/>
                    <a:gd name="T4" fmla="*/ 2147483647 w 94"/>
                    <a:gd name="T5" fmla="*/ 2147483647 h 98"/>
                    <a:gd name="T6" fmla="*/ 2147483647 w 94"/>
                    <a:gd name="T7" fmla="*/ 2147483647 h 98"/>
                    <a:gd name="T8" fmla="*/ 2147483647 w 94"/>
                    <a:gd name="T9" fmla="*/ 2147483647 h 98"/>
                    <a:gd name="T10" fmla="*/ 2147483647 w 94"/>
                    <a:gd name="T11" fmla="*/ 2147483647 h 98"/>
                    <a:gd name="T12" fmla="*/ 2147483647 w 94"/>
                    <a:gd name="T13" fmla="*/ 2147483647 h 98"/>
                    <a:gd name="T14" fmla="*/ 2147483647 w 94"/>
                    <a:gd name="T15" fmla="*/ 2147483647 h 98"/>
                    <a:gd name="T16" fmla="*/ 2147483647 w 94"/>
                    <a:gd name="T17" fmla="*/ 2147483647 h 98"/>
                    <a:gd name="T18" fmla="*/ 2147483647 w 94"/>
                    <a:gd name="T19" fmla="*/ 0 h 98"/>
                    <a:gd name="T20" fmla="*/ 2147483647 w 94"/>
                    <a:gd name="T21" fmla="*/ 2147483647 h 98"/>
                    <a:gd name="T22" fmla="*/ 2147483647 w 94"/>
                    <a:gd name="T23" fmla="*/ 2147483647 h 98"/>
                    <a:gd name="T24" fmla="*/ 2147483647 w 94"/>
                    <a:gd name="T25" fmla="*/ 2147483647 h 98"/>
                    <a:gd name="T26" fmla="*/ 2147483647 w 94"/>
                    <a:gd name="T27" fmla="*/ 2147483647 h 98"/>
                    <a:gd name="T28" fmla="*/ 2147483647 w 94"/>
                    <a:gd name="T29" fmla="*/ 2147483647 h 98"/>
                    <a:gd name="T30" fmla="*/ 2147483647 w 94"/>
                    <a:gd name="T31" fmla="*/ 2147483647 h 98"/>
                    <a:gd name="T32" fmla="*/ 2147483647 w 94"/>
                    <a:gd name="T33" fmla="*/ 2147483647 h 98"/>
                    <a:gd name="T34" fmla="*/ 2147483647 w 94"/>
                    <a:gd name="T35" fmla="*/ 2147483647 h 98"/>
                    <a:gd name="T36" fmla="*/ 2147483647 w 94"/>
                    <a:gd name="T37" fmla="*/ 2147483647 h 98"/>
                    <a:gd name="T38" fmla="*/ 2147483647 w 94"/>
                    <a:gd name="T39" fmla="*/ 2147483647 h 98"/>
                    <a:gd name="T40" fmla="*/ 2147483647 w 94"/>
                    <a:gd name="T41" fmla="*/ 2147483647 h 98"/>
                    <a:gd name="T42" fmla="*/ 2147483647 w 94"/>
                    <a:gd name="T43" fmla="*/ 2147483647 h 98"/>
                    <a:gd name="T44" fmla="*/ 2147483647 w 94"/>
                    <a:gd name="T45" fmla="*/ 2147483647 h 98"/>
                    <a:gd name="T46" fmla="*/ 2147483647 w 94"/>
                    <a:gd name="T47" fmla="*/ 2147483647 h 98"/>
                    <a:gd name="T48" fmla="*/ 2147483647 w 94"/>
                    <a:gd name="T49" fmla="*/ 2147483647 h 98"/>
                    <a:gd name="T50" fmla="*/ 2147483647 w 94"/>
                    <a:gd name="T51" fmla="*/ 2147483647 h 98"/>
                    <a:gd name="T52" fmla="*/ 2147483647 w 94"/>
                    <a:gd name="T53" fmla="*/ 2147483647 h 98"/>
                    <a:gd name="T54" fmla="*/ 2147483647 w 94"/>
                    <a:gd name="T55" fmla="*/ 2147483647 h 98"/>
                    <a:gd name="T56" fmla="*/ 2147483647 w 94"/>
                    <a:gd name="T57" fmla="*/ 2147483647 h 98"/>
                    <a:gd name="T58" fmla="*/ 2147483647 w 94"/>
                    <a:gd name="T59" fmla="*/ 2147483647 h 98"/>
                    <a:gd name="T60" fmla="*/ 2147483647 w 94"/>
                    <a:gd name="T61" fmla="*/ 2147483647 h 98"/>
                    <a:gd name="T62" fmla="*/ 2147483647 w 94"/>
                    <a:gd name="T63" fmla="*/ 2147483647 h 98"/>
                    <a:gd name="T64" fmla="*/ 2147483647 w 94"/>
                    <a:gd name="T65" fmla="*/ 2147483647 h 98"/>
                    <a:gd name="T66" fmla="*/ 2147483647 w 94"/>
                    <a:gd name="T67" fmla="*/ 2147483647 h 98"/>
                    <a:gd name="T68" fmla="*/ 2147483647 w 94"/>
                    <a:gd name="T69" fmla="*/ 2147483647 h 98"/>
                    <a:gd name="T70" fmla="*/ 2147483647 w 94"/>
                    <a:gd name="T71" fmla="*/ 2147483647 h 98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94"/>
                    <a:gd name="T109" fmla="*/ 0 h 98"/>
                    <a:gd name="T110" fmla="*/ 94 w 94"/>
                    <a:gd name="T111" fmla="*/ 98 h 98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94" h="98">
                      <a:moveTo>
                        <a:pt x="12" y="14"/>
                      </a:moveTo>
                      <a:lnTo>
                        <a:pt x="20" y="12"/>
                      </a:lnTo>
                      <a:lnTo>
                        <a:pt x="30" y="10"/>
                      </a:lnTo>
                      <a:lnTo>
                        <a:pt x="36" y="8"/>
                      </a:lnTo>
                      <a:lnTo>
                        <a:pt x="38" y="6"/>
                      </a:lnTo>
                      <a:lnTo>
                        <a:pt x="38" y="2"/>
                      </a:lnTo>
                      <a:lnTo>
                        <a:pt x="38" y="4"/>
                      </a:lnTo>
                      <a:lnTo>
                        <a:pt x="42" y="4"/>
                      </a:lnTo>
                      <a:lnTo>
                        <a:pt x="48" y="4"/>
                      </a:lnTo>
                      <a:lnTo>
                        <a:pt x="54" y="2"/>
                      </a:lnTo>
                      <a:lnTo>
                        <a:pt x="60" y="0"/>
                      </a:lnTo>
                      <a:lnTo>
                        <a:pt x="64" y="2"/>
                      </a:lnTo>
                      <a:lnTo>
                        <a:pt x="66" y="4"/>
                      </a:lnTo>
                      <a:lnTo>
                        <a:pt x="70" y="6"/>
                      </a:lnTo>
                      <a:lnTo>
                        <a:pt x="76" y="6"/>
                      </a:lnTo>
                      <a:lnTo>
                        <a:pt x="78" y="6"/>
                      </a:lnTo>
                      <a:lnTo>
                        <a:pt x="80" y="4"/>
                      </a:lnTo>
                      <a:lnTo>
                        <a:pt x="84" y="4"/>
                      </a:lnTo>
                      <a:lnTo>
                        <a:pt x="86" y="0"/>
                      </a:lnTo>
                      <a:lnTo>
                        <a:pt x="88" y="0"/>
                      </a:lnTo>
                      <a:lnTo>
                        <a:pt x="90" y="2"/>
                      </a:lnTo>
                      <a:lnTo>
                        <a:pt x="90" y="4"/>
                      </a:lnTo>
                      <a:lnTo>
                        <a:pt x="94" y="6"/>
                      </a:lnTo>
                      <a:lnTo>
                        <a:pt x="94" y="16"/>
                      </a:lnTo>
                      <a:lnTo>
                        <a:pt x="58" y="16"/>
                      </a:lnTo>
                      <a:lnTo>
                        <a:pt x="60" y="20"/>
                      </a:lnTo>
                      <a:lnTo>
                        <a:pt x="62" y="24"/>
                      </a:lnTo>
                      <a:lnTo>
                        <a:pt x="58" y="24"/>
                      </a:lnTo>
                      <a:lnTo>
                        <a:pt x="56" y="26"/>
                      </a:lnTo>
                      <a:lnTo>
                        <a:pt x="56" y="28"/>
                      </a:lnTo>
                      <a:lnTo>
                        <a:pt x="50" y="28"/>
                      </a:lnTo>
                      <a:lnTo>
                        <a:pt x="46" y="26"/>
                      </a:lnTo>
                      <a:lnTo>
                        <a:pt x="40" y="20"/>
                      </a:lnTo>
                      <a:lnTo>
                        <a:pt x="38" y="22"/>
                      </a:lnTo>
                      <a:lnTo>
                        <a:pt x="38" y="24"/>
                      </a:lnTo>
                      <a:lnTo>
                        <a:pt x="40" y="28"/>
                      </a:lnTo>
                      <a:lnTo>
                        <a:pt x="40" y="32"/>
                      </a:lnTo>
                      <a:lnTo>
                        <a:pt x="44" y="38"/>
                      </a:lnTo>
                      <a:lnTo>
                        <a:pt x="48" y="44"/>
                      </a:lnTo>
                      <a:lnTo>
                        <a:pt x="54" y="48"/>
                      </a:lnTo>
                      <a:lnTo>
                        <a:pt x="66" y="56"/>
                      </a:lnTo>
                      <a:lnTo>
                        <a:pt x="70" y="60"/>
                      </a:lnTo>
                      <a:lnTo>
                        <a:pt x="74" y="64"/>
                      </a:lnTo>
                      <a:lnTo>
                        <a:pt x="66" y="64"/>
                      </a:lnTo>
                      <a:lnTo>
                        <a:pt x="64" y="68"/>
                      </a:lnTo>
                      <a:lnTo>
                        <a:pt x="60" y="68"/>
                      </a:lnTo>
                      <a:lnTo>
                        <a:pt x="56" y="66"/>
                      </a:lnTo>
                      <a:lnTo>
                        <a:pt x="52" y="64"/>
                      </a:lnTo>
                      <a:lnTo>
                        <a:pt x="54" y="70"/>
                      </a:lnTo>
                      <a:lnTo>
                        <a:pt x="58" y="74"/>
                      </a:lnTo>
                      <a:lnTo>
                        <a:pt x="52" y="76"/>
                      </a:lnTo>
                      <a:lnTo>
                        <a:pt x="46" y="74"/>
                      </a:lnTo>
                      <a:lnTo>
                        <a:pt x="48" y="82"/>
                      </a:lnTo>
                      <a:lnTo>
                        <a:pt x="50" y="84"/>
                      </a:lnTo>
                      <a:lnTo>
                        <a:pt x="52" y="90"/>
                      </a:lnTo>
                      <a:lnTo>
                        <a:pt x="54" y="98"/>
                      </a:lnTo>
                      <a:lnTo>
                        <a:pt x="48" y="92"/>
                      </a:lnTo>
                      <a:lnTo>
                        <a:pt x="42" y="90"/>
                      </a:lnTo>
                      <a:lnTo>
                        <a:pt x="38" y="88"/>
                      </a:lnTo>
                      <a:lnTo>
                        <a:pt x="38" y="84"/>
                      </a:lnTo>
                      <a:lnTo>
                        <a:pt x="34" y="84"/>
                      </a:lnTo>
                      <a:lnTo>
                        <a:pt x="30" y="82"/>
                      </a:lnTo>
                      <a:lnTo>
                        <a:pt x="26" y="82"/>
                      </a:lnTo>
                      <a:lnTo>
                        <a:pt x="24" y="78"/>
                      </a:lnTo>
                      <a:lnTo>
                        <a:pt x="20" y="68"/>
                      </a:lnTo>
                      <a:lnTo>
                        <a:pt x="18" y="58"/>
                      </a:lnTo>
                      <a:lnTo>
                        <a:pt x="14" y="48"/>
                      </a:lnTo>
                      <a:lnTo>
                        <a:pt x="12" y="46"/>
                      </a:lnTo>
                      <a:lnTo>
                        <a:pt x="0" y="36"/>
                      </a:lnTo>
                      <a:lnTo>
                        <a:pt x="4" y="30"/>
                      </a:lnTo>
                      <a:lnTo>
                        <a:pt x="8" y="26"/>
                      </a:lnTo>
                      <a:lnTo>
                        <a:pt x="12" y="22"/>
                      </a:lnTo>
                      <a:lnTo>
                        <a:pt x="12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9" name="îṧḻïḓé"/>
                <p:cNvSpPr/>
                <p:nvPr/>
              </p:nvSpPr>
              <p:spPr bwMode="auto">
                <a:xfrm>
                  <a:off x="4747256" y="2346124"/>
                  <a:ext cx="136343" cy="65850"/>
                </a:xfrm>
                <a:custGeom>
                  <a:avLst/>
                  <a:gdLst>
                    <a:gd name="T0" fmla="*/ 2147483647 w 78"/>
                    <a:gd name="T1" fmla="*/ 0 h 40"/>
                    <a:gd name="T2" fmla="*/ 2147483647 w 78"/>
                    <a:gd name="T3" fmla="*/ 2147483647 h 40"/>
                    <a:gd name="T4" fmla="*/ 2147483647 w 78"/>
                    <a:gd name="T5" fmla="*/ 2147483647 h 40"/>
                    <a:gd name="T6" fmla="*/ 2147483647 w 78"/>
                    <a:gd name="T7" fmla="*/ 2147483647 h 40"/>
                    <a:gd name="T8" fmla="*/ 2147483647 w 78"/>
                    <a:gd name="T9" fmla="*/ 2147483647 h 40"/>
                    <a:gd name="T10" fmla="*/ 2147483647 w 78"/>
                    <a:gd name="T11" fmla="*/ 2147483647 h 40"/>
                    <a:gd name="T12" fmla="*/ 2147483647 w 78"/>
                    <a:gd name="T13" fmla="*/ 2147483647 h 40"/>
                    <a:gd name="T14" fmla="*/ 2147483647 w 78"/>
                    <a:gd name="T15" fmla="*/ 2147483647 h 40"/>
                    <a:gd name="T16" fmla="*/ 2147483647 w 78"/>
                    <a:gd name="T17" fmla="*/ 2147483647 h 40"/>
                    <a:gd name="T18" fmla="*/ 2147483647 w 78"/>
                    <a:gd name="T19" fmla="*/ 2147483647 h 40"/>
                    <a:gd name="T20" fmla="*/ 2147483647 w 78"/>
                    <a:gd name="T21" fmla="*/ 2147483647 h 40"/>
                    <a:gd name="T22" fmla="*/ 2147483647 w 78"/>
                    <a:gd name="T23" fmla="*/ 2147483647 h 40"/>
                    <a:gd name="T24" fmla="*/ 2147483647 w 78"/>
                    <a:gd name="T25" fmla="*/ 2147483647 h 40"/>
                    <a:gd name="T26" fmla="*/ 2147483647 w 78"/>
                    <a:gd name="T27" fmla="*/ 2147483647 h 40"/>
                    <a:gd name="T28" fmla="*/ 2147483647 w 78"/>
                    <a:gd name="T29" fmla="*/ 2147483647 h 40"/>
                    <a:gd name="T30" fmla="*/ 2147483647 w 78"/>
                    <a:gd name="T31" fmla="*/ 2147483647 h 40"/>
                    <a:gd name="T32" fmla="*/ 2147483647 w 78"/>
                    <a:gd name="T33" fmla="*/ 2147483647 h 40"/>
                    <a:gd name="T34" fmla="*/ 2147483647 w 78"/>
                    <a:gd name="T35" fmla="*/ 2147483647 h 40"/>
                    <a:gd name="T36" fmla="*/ 2147483647 w 78"/>
                    <a:gd name="T37" fmla="*/ 2147483647 h 40"/>
                    <a:gd name="T38" fmla="*/ 2147483647 w 78"/>
                    <a:gd name="T39" fmla="*/ 2147483647 h 40"/>
                    <a:gd name="T40" fmla="*/ 2147483647 w 78"/>
                    <a:gd name="T41" fmla="*/ 2147483647 h 40"/>
                    <a:gd name="T42" fmla="*/ 2147483647 w 78"/>
                    <a:gd name="T43" fmla="*/ 2147483647 h 40"/>
                    <a:gd name="T44" fmla="*/ 2147483647 w 78"/>
                    <a:gd name="T45" fmla="*/ 2147483647 h 40"/>
                    <a:gd name="T46" fmla="*/ 2147483647 w 78"/>
                    <a:gd name="T47" fmla="*/ 2147483647 h 40"/>
                    <a:gd name="T48" fmla="*/ 2147483647 w 78"/>
                    <a:gd name="T49" fmla="*/ 2147483647 h 40"/>
                    <a:gd name="T50" fmla="*/ 2147483647 w 78"/>
                    <a:gd name="T51" fmla="*/ 2147483647 h 40"/>
                    <a:gd name="T52" fmla="*/ 2147483647 w 78"/>
                    <a:gd name="T53" fmla="*/ 2147483647 h 40"/>
                    <a:gd name="T54" fmla="*/ 0 w 78"/>
                    <a:gd name="T55" fmla="*/ 2147483647 h 40"/>
                    <a:gd name="T56" fmla="*/ 2147483647 w 78"/>
                    <a:gd name="T57" fmla="*/ 2147483647 h 40"/>
                    <a:gd name="T58" fmla="*/ 2147483647 w 78"/>
                    <a:gd name="T59" fmla="*/ 2147483647 h 40"/>
                    <a:gd name="T60" fmla="*/ 2147483647 w 78"/>
                    <a:gd name="T61" fmla="*/ 2147483647 h 40"/>
                    <a:gd name="T62" fmla="*/ 2147483647 w 78"/>
                    <a:gd name="T63" fmla="*/ 2147483647 h 40"/>
                    <a:gd name="T64" fmla="*/ 2147483647 w 78"/>
                    <a:gd name="T65" fmla="*/ 2147483647 h 40"/>
                    <a:gd name="T66" fmla="*/ 2147483647 w 78"/>
                    <a:gd name="T67" fmla="*/ 2147483647 h 40"/>
                    <a:gd name="T68" fmla="*/ 2147483647 w 78"/>
                    <a:gd name="T69" fmla="*/ 0 h 4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78"/>
                    <a:gd name="T106" fmla="*/ 0 h 40"/>
                    <a:gd name="T107" fmla="*/ 78 w 78"/>
                    <a:gd name="T108" fmla="*/ 40 h 40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78" h="40">
                      <a:moveTo>
                        <a:pt x="22" y="0"/>
                      </a:moveTo>
                      <a:lnTo>
                        <a:pt x="24" y="6"/>
                      </a:lnTo>
                      <a:lnTo>
                        <a:pt x="26" y="8"/>
                      </a:lnTo>
                      <a:lnTo>
                        <a:pt x="28" y="8"/>
                      </a:lnTo>
                      <a:lnTo>
                        <a:pt x="32" y="8"/>
                      </a:lnTo>
                      <a:lnTo>
                        <a:pt x="38" y="8"/>
                      </a:lnTo>
                      <a:lnTo>
                        <a:pt x="40" y="12"/>
                      </a:lnTo>
                      <a:lnTo>
                        <a:pt x="42" y="12"/>
                      </a:lnTo>
                      <a:lnTo>
                        <a:pt x="48" y="12"/>
                      </a:lnTo>
                      <a:lnTo>
                        <a:pt x="58" y="10"/>
                      </a:lnTo>
                      <a:lnTo>
                        <a:pt x="68" y="12"/>
                      </a:lnTo>
                      <a:lnTo>
                        <a:pt x="74" y="12"/>
                      </a:lnTo>
                      <a:lnTo>
                        <a:pt x="78" y="12"/>
                      </a:lnTo>
                      <a:lnTo>
                        <a:pt x="78" y="16"/>
                      </a:lnTo>
                      <a:lnTo>
                        <a:pt x="76" y="24"/>
                      </a:lnTo>
                      <a:lnTo>
                        <a:pt x="76" y="26"/>
                      </a:lnTo>
                      <a:lnTo>
                        <a:pt x="72" y="26"/>
                      </a:lnTo>
                      <a:lnTo>
                        <a:pt x="64" y="24"/>
                      </a:lnTo>
                      <a:lnTo>
                        <a:pt x="56" y="24"/>
                      </a:lnTo>
                      <a:lnTo>
                        <a:pt x="52" y="24"/>
                      </a:lnTo>
                      <a:lnTo>
                        <a:pt x="50" y="26"/>
                      </a:lnTo>
                      <a:lnTo>
                        <a:pt x="46" y="30"/>
                      </a:lnTo>
                      <a:lnTo>
                        <a:pt x="36" y="34"/>
                      </a:lnTo>
                      <a:lnTo>
                        <a:pt x="20" y="40"/>
                      </a:lnTo>
                      <a:lnTo>
                        <a:pt x="12" y="38"/>
                      </a:lnTo>
                      <a:lnTo>
                        <a:pt x="6" y="34"/>
                      </a:lnTo>
                      <a:lnTo>
                        <a:pt x="2" y="30"/>
                      </a:lnTo>
                      <a:lnTo>
                        <a:pt x="0" y="22"/>
                      </a:lnTo>
                      <a:lnTo>
                        <a:pt x="6" y="16"/>
                      </a:lnTo>
                      <a:lnTo>
                        <a:pt x="12" y="14"/>
                      </a:lnTo>
                      <a:lnTo>
                        <a:pt x="18" y="12"/>
                      </a:lnTo>
                      <a:lnTo>
                        <a:pt x="18" y="10"/>
                      </a:lnTo>
                      <a:lnTo>
                        <a:pt x="18" y="6"/>
                      </a:lnTo>
                      <a:lnTo>
                        <a:pt x="20" y="6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0" name="íṣḻíḍe"/>
                <p:cNvSpPr/>
                <p:nvPr/>
              </p:nvSpPr>
              <p:spPr bwMode="auto">
                <a:xfrm>
                  <a:off x="4628815" y="2319504"/>
                  <a:ext cx="157003" cy="65850"/>
                </a:xfrm>
                <a:custGeom>
                  <a:avLst/>
                  <a:gdLst>
                    <a:gd name="T0" fmla="*/ 2147483647 w 89"/>
                    <a:gd name="T1" fmla="*/ 2147483647 h 40"/>
                    <a:gd name="T2" fmla="*/ 2147483647 w 89"/>
                    <a:gd name="T3" fmla="*/ 2147483647 h 40"/>
                    <a:gd name="T4" fmla="*/ 2147483647 w 89"/>
                    <a:gd name="T5" fmla="*/ 2147483647 h 40"/>
                    <a:gd name="T6" fmla="*/ 2147483647 w 89"/>
                    <a:gd name="T7" fmla="*/ 2147483647 h 40"/>
                    <a:gd name="T8" fmla="*/ 2147483647 w 89"/>
                    <a:gd name="T9" fmla="*/ 2147483647 h 40"/>
                    <a:gd name="T10" fmla="*/ 2147483647 w 89"/>
                    <a:gd name="T11" fmla="*/ 2147483647 h 40"/>
                    <a:gd name="T12" fmla="*/ 2147483647 w 89"/>
                    <a:gd name="T13" fmla="*/ 2147483647 h 40"/>
                    <a:gd name="T14" fmla="*/ 2147483647 w 89"/>
                    <a:gd name="T15" fmla="*/ 2147483647 h 40"/>
                    <a:gd name="T16" fmla="*/ 2147483647 w 89"/>
                    <a:gd name="T17" fmla="*/ 2147483647 h 40"/>
                    <a:gd name="T18" fmla="*/ 2147483647 w 89"/>
                    <a:gd name="T19" fmla="*/ 0 h 40"/>
                    <a:gd name="T20" fmla="*/ 2147483647 w 89"/>
                    <a:gd name="T21" fmla="*/ 0 h 40"/>
                    <a:gd name="T22" fmla="*/ 2147483647 w 89"/>
                    <a:gd name="T23" fmla="*/ 0 h 40"/>
                    <a:gd name="T24" fmla="*/ 0 w 89"/>
                    <a:gd name="T25" fmla="*/ 2147483647 h 40"/>
                    <a:gd name="T26" fmla="*/ 2147483647 w 89"/>
                    <a:gd name="T27" fmla="*/ 2147483647 h 40"/>
                    <a:gd name="T28" fmla="*/ 2147483647 w 89"/>
                    <a:gd name="T29" fmla="*/ 2147483647 h 40"/>
                    <a:gd name="T30" fmla="*/ 2147483647 w 89"/>
                    <a:gd name="T31" fmla="*/ 2147483647 h 40"/>
                    <a:gd name="T32" fmla="*/ 2147483647 w 89"/>
                    <a:gd name="T33" fmla="*/ 2147483647 h 40"/>
                    <a:gd name="T34" fmla="*/ 2147483647 w 89"/>
                    <a:gd name="T35" fmla="*/ 2147483647 h 40"/>
                    <a:gd name="T36" fmla="*/ 2147483647 w 89"/>
                    <a:gd name="T37" fmla="*/ 2147483647 h 40"/>
                    <a:gd name="T38" fmla="*/ 2147483647 w 89"/>
                    <a:gd name="T39" fmla="*/ 2147483647 h 40"/>
                    <a:gd name="T40" fmla="*/ 2147483647 w 89"/>
                    <a:gd name="T41" fmla="*/ 2147483647 h 40"/>
                    <a:gd name="T42" fmla="*/ 2147483647 w 89"/>
                    <a:gd name="T43" fmla="*/ 2147483647 h 40"/>
                    <a:gd name="T44" fmla="*/ 2147483647 w 89"/>
                    <a:gd name="T45" fmla="*/ 2147483647 h 40"/>
                    <a:gd name="T46" fmla="*/ 2147483647 w 89"/>
                    <a:gd name="T47" fmla="*/ 2147483647 h 40"/>
                    <a:gd name="T48" fmla="*/ 2147483647 w 89"/>
                    <a:gd name="T49" fmla="*/ 2147483647 h 40"/>
                    <a:gd name="T50" fmla="*/ 2147483647 w 89"/>
                    <a:gd name="T51" fmla="*/ 2147483647 h 40"/>
                    <a:gd name="T52" fmla="*/ 2147483647 w 89"/>
                    <a:gd name="T53" fmla="*/ 2147483647 h 40"/>
                    <a:gd name="T54" fmla="*/ 2147483647 w 89"/>
                    <a:gd name="T55" fmla="*/ 2147483647 h 40"/>
                    <a:gd name="T56" fmla="*/ 2147483647 w 89"/>
                    <a:gd name="T57" fmla="*/ 2147483647 h 40"/>
                    <a:gd name="T58" fmla="*/ 2147483647 w 89"/>
                    <a:gd name="T59" fmla="*/ 2147483647 h 40"/>
                    <a:gd name="T60" fmla="*/ 2147483647 w 89"/>
                    <a:gd name="T61" fmla="*/ 2147483647 h 40"/>
                    <a:gd name="T62" fmla="*/ 2147483647 w 89"/>
                    <a:gd name="T63" fmla="*/ 2147483647 h 40"/>
                    <a:gd name="T64" fmla="*/ 2147483647 w 89"/>
                    <a:gd name="T65" fmla="*/ 2147483647 h 40"/>
                    <a:gd name="T66" fmla="*/ 2147483647 w 89"/>
                    <a:gd name="T67" fmla="*/ 2147483647 h 40"/>
                    <a:gd name="T68" fmla="*/ 2147483647 w 89"/>
                    <a:gd name="T69" fmla="*/ 2147483647 h 4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89"/>
                    <a:gd name="T106" fmla="*/ 0 h 40"/>
                    <a:gd name="T107" fmla="*/ 89 w 89"/>
                    <a:gd name="T108" fmla="*/ 40 h 40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89" h="40">
                      <a:moveTo>
                        <a:pt x="89" y="16"/>
                      </a:moveTo>
                      <a:lnTo>
                        <a:pt x="85" y="14"/>
                      </a:lnTo>
                      <a:lnTo>
                        <a:pt x="79" y="12"/>
                      </a:lnTo>
                      <a:lnTo>
                        <a:pt x="71" y="10"/>
                      </a:lnTo>
                      <a:lnTo>
                        <a:pt x="67" y="6"/>
                      </a:lnTo>
                      <a:lnTo>
                        <a:pt x="65" y="10"/>
                      </a:lnTo>
                      <a:lnTo>
                        <a:pt x="61" y="10"/>
                      </a:lnTo>
                      <a:lnTo>
                        <a:pt x="59" y="10"/>
                      </a:lnTo>
                      <a:lnTo>
                        <a:pt x="59" y="6"/>
                      </a:lnTo>
                      <a:lnTo>
                        <a:pt x="37" y="0"/>
                      </a:lnTo>
                      <a:lnTo>
                        <a:pt x="31" y="0"/>
                      </a:lnTo>
                      <a:lnTo>
                        <a:pt x="29" y="0"/>
                      </a:lnTo>
                      <a:lnTo>
                        <a:pt x="0" y="10"/>
                      </a:lnTo>
                      <a:lnTo>
                        <a:pt x="2" y="14"/>
                      </a:lnTo>
                      <a:lnTo>
                        <a:pt x="2" y="20"/>
                      </a:lnTo>
                      <a:lnTo>
                        <a:pt x="10" y="26"/>
                      </a:lnTo>
                      <a:lnTo>
                        <a:pt x="18" y="32"/>
                      </a:lnTo>
                      <a:lnTo>
                        <a:pt x="24" y="38"/>
                      </a:lnTo>
                      <a:lnTo>
                        <a:pt x="31" y="40"/>
                      </a:lnTo>
                      <a:lnTo>
                        <a:pt x="35" y="38"/>
                      </a:lnTo>
                      <a:lnTo>
                        <a:pt x="37" y="36"/>
                      </a:lnTo>
                      <a:lnTo>
                        <a:pt x="41" y="34"/>
                      </a:lnTo>
                      <a:lnTo>
                        <a:pt x="45" y="32"/>
                      </a:lnTo>
                      <a:lnTo>
                        <a:pt x="51" y="34"/>
                      </a:lnTo>
                      <a:lnTo>
                        <a:pt x="55" y="36"/>
                      </a:lnTo>
                      <a:lnTo>
                        <a:pt x="61" y="38"/>
                      </a:lnTo>
                      <a:lnTo>
                        <a:pt x="65" y="38"/>
                      </a:lnTo>
                      <a:lnTo>
                        <a:pt x="67" y="38"/>
                      </a:lnTo>
                      <a:lnTo>
                        <a:pt x="73" y="32"/>
                      </a:lnTo>
                      <a:lnTo>
                        <a:pt x="79" y="30"/>
                      </a:lnTo>
                      <a:lnTo>
                        <a:pt x="85" y="28"/>
                      </a:lnTo>
                      <a:lnTo>
                        <a:pt x="85" y="26"/>
                      </a:lnTo>
                      <a:lnTo>
                        <a:pt x="85" y="22"/>
                      </a:lnTo>
                      <a:lnTo>
                        <a:pt x="87" y="22"/>
                      </a:lnTo>
                      <a:lnTo>
                        <a:pt x="89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1" name="iSḻïḍê"/>
                <p:cNvSpPr/>
                <p:nvPr/>
              </p:nvSpPr>
              <p:spPr bwMode="auto">
                <a:xfrm>
                  <a:off x="4995154" y="2381150"/>
                  <a:ext cx="86765" cy="82662"/>
                </a:xfrm>
                <a:custGeom>
                  <a:avLst/>
                  <a:gdLst>
                    <a:gd name="T0" fmla="*/ 2147483647 w 50"/>
                    <a:gd name="T1" fmla="*/ 2147483647 h 50"/>
                    <a:gd name="T2" fmla="*/ 2147483647 w 50"/>
                    <a:gd name="T3" fmla="*/ 2147483647 h 50"/>
                    <a:gd name="T4" fmla="*/ 2147483647 w 50"/>
                    <a:gd name="T5" fmla="*/ 2147483647 h 50"/>
                    <a:gd name="T6" fmla="*/ 2147483647 w 50"/>
                    <a:gd name="T7" fmla="*/ 2147483647 h 50"/>
                    <a:gd name="T8" fmla="*/ 2147483647 w 50"/>
                    <a:gd name="T9" fmla="*/ 2147483647 h 50"/>
                    <a:gd name="T10" fmla="*/ 0 w 50"/>
                    <a:gd name="T11" fmla="*/ 2147483647 h 50"/>
                    <a:gd name="T12" fmla="*/ 2147483647 w 50"/>
                    <a:gd name="T13" fmla="*/ 0 h 50"/>
                    <a:gd name="T14" fmla="*/ 2147483647 w 50"/>
                    <a:gd name="T15" fmla="*/ 2147483647 h 50"/>
                    <a:gd name="T16" fmla="*/ 2147483647 w 50"/>
                    <a:gd name="T17" fmla="*/ 2147483647 h 50"/>
                    <a:gd name="T18" fmla="*/ 2147483647 w 50"/>
                    <a:gd name="T19" fmla="*/ 2147483647 h 50"/>
                    <a:gd name="T20" fmla="*/ 2147483647 w 50"/>
                    <a:gd name="T21" fmla="*/ 2147483647 h 50"/>
                    <a:gd name="T22" fmla="*/ 2147483647 w 50"/>
                    <a:gd name="T23" fmla="*/ 2147483647 h 50"/>
                    <a:gd name="T24" fmla="*/ 2147483647 w 50"/>
                    <a:gd name="T25" fmla="*/ 2147483647 h 50"/>
                    <a:gd name="T26" fmla="*/ 2147483647 w 50"/>
                    <a:gd name="T27" fmla="*/ 2147483647 h 50"/>
                    <a:gd name="T28" fmla="*/ 2147483647 w 50"/>
                    <a:gd name="T29" fmla="*/ 2147483647 h 50"/>
                    <a:gd name="T30" fmla="*/ 2147483647 w 50"/>
                    <a:gd name="T31" fmla="*/ 2147483647 h 5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50"/>
                    <a:gd name="T49" fmla="*/ 0 h 50"/>
                    <a:gd name="T50" fmla="*/ 50 w 50"/>
                    <a:gd name="T51" fmla="*/ 50 h 50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50" h="50">
                      <a:moveTo>
                        <a:pt x="26" y="50"/>
                      </a:moveTo>
                      <a:lnTo>
                        <a:pt x="22" y="34"/>
                      </a:lnTo>
                      <a:lnTo>
                        <a:pt x="18" y="24"/>
                      </a:lnTo>
                      <a:lnTo>
                        <a:pt x="14" y="16"/>
                      </a:lnTo>
                      <a:lnTo>
                        <a:pt x="8" y="10"/>
                      </a:lnTo>
                      <a:lnTo>
                        <a:pt x="0" y="8"/>
                      </a:lnTo>
                      <a:lnTo>
                        <a:pt x="16" y="0"/>
                      </a:lnTo>
                      <a:lnTo>
                        <a:pt x="24" y="2"/>
                      </a:lnTo>
                      <a:lnTo>
                        <a:pt x="32" y="6"/>
                      </a:lnTo>
                      <a:lnTo>
                        <a:pt x="40" y="18"/>
                      </a:lnTo>
                      <a:lnTo>
                        <a:pt x="44" y="24"/>
                      </a:lnTo>
                      <a:lnTo>
                        <a:pt x="50" y="36"/>
                      </a:lnTo>
                      <a:lnTo>
                        <a:pt x="34" y="34"/>
                      </a:lnTo>
                      <a:lnTo>
                        <a:pt x="34" y="44"/>
                      </a:lnTo>
                      <a:lnTo>
                        <a:pt x="26" y="48"/>
                      </a:lnTo>
                      <a:lnTo>
                        <a:pt x="26" y="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2" name="ïṣlïḍé"/>
                <p:cNvSpPr/>
                <p:nvPr/>
              </p:nvSpPr>
              <p:spPr bwMode="auto">
                <a:xfrm>
                  <a:off x="4733484" y="2385353"/>
                  <a:ext cx="168021" cy="84063"/>
                </a:xfrm>
                <a:custGeom>
                  <a:avLst/>
                  <a:gdLst>
                    <a:gd name="T0" fmla="*/ 2147483647 w 96"/>
                    <a:gd name="T1" fmla="*/ 2147483647 h 50"/>
                    <a:gd name="T2" fmla="*/ 2147483647 w 96"/>
                    <a:gd name="T3" fmla="*/ 2147483647 h 50"/>
                    <a:gd name="T4" fmla="*/ 2147483647 w 96"/>
                    <a:gd name="T5" fmla="*/ 2147483647 h 50"/>
                    <a:gd name="T6" fmla="*/ 2147483647 w 96"/>
                    <a:gd name="T7" fmla="*/ 2147483647 h 50"/>
                    <a:gd name="T8" fmla="*/ 2147483647 w 96"/>
                    <a:gd name="T9" fmla="*/ 2147483647 h 50"/>
                    <a:gd name="T10" fmla="*/ 2147483647 w 96"/>
                    <a:gd name="T11" fmla="*/ 2147483647 h 50"/>
                    <a:gd name="T12" fmla="*/ 2147483647 w 96"/>
                    <a:gd name="T13" fmla="*/ 2147483647 h 50"/>
                    <a:gd name="T14" fmla="*/ 2147483647 w 96"/>
                    <a:gd name="T15" fmla="*/ 2147483647 h 50"/>
                    <a:gd name="T16" fmla="*/ 2147483647 w 96"/>
                    <a:gd name="T17" fmla="*/ 2147483647 h 50"/>
                    <a:gd name="T18" fmla="*/ 2147483647 w 96"/>
                    <a:gd name="T19" fmla="*/ 2147483647 h 50"/>
                    <a:gd name="T20" fmla="*/ 0 w 96"/>
                    <a:gd name="T21" fmla="*/ 2147483647 h 50"/>
                    <a:gd name="T22" fmla="*/ 2147483647 w 96"/>
                    <a:gd name="T23" fmla="*/ 2147483647 h 50"/>
                    <a:gd name="T24" fmla="*/ 2147483647 w 96"/>
                    <a:gd name="T25" fmla="*/ 2147483647 h 50"/>
                    <a:gd name="T26" fmla="*/ 2147483647 w 96"/>
                    <a:gd name="T27" fmla="*/ 2147483647 h 50"/>
                    <a:gd name="T28" fmla="*/ 2147483647 w 96"/>
                    <a:gd name="T29" fmla="*/ 2147483647 h 50"/>
                    <a:gd name="T30" fmla="*/ 2147483647 w 96"/>
                    <a:gd name="T31" fmla="*/ 2147483647 h 50"/>
                    <a:gd name="T32" fmla="*/ 2147483647 w 96"/>
                    <a:gd name="T33" fmla="*/ 2147483647 h 50"/>
                    <a:gd name="T34" fmla="*/ 2147483647 w 96"/>
                    <a:gd name="T35" fmla="*/ 2147483647 h 50"/>
                    <a:gd name="T36" fmla="*/ 2147483647 w 96"/>
                    <a:gd name="T37" fmla="*/ 2147483647 h 50"/>
                    <a:gd name="T38" fmla="*/ 2147483647 w 96"/>
                    <a:gd name="T39" fmla="*/ 2147483647 h 50"/>
                    <a:gd name="T40" fmla="*/ 2147483647 w 96"/>
                    <a:gd name="T41" fmla="*/ 0 h 50"/>
                    <a:gd name="T42" fmla="*/ 2147483647 w 96"/>
                    <a:gd name="T43" fmla="*/ 0 h 50"/>
                    <a:gd name="T44" fmla="*/ 2147483647 w 96"/>
                    <a:gd name="T45" fmla="*/ 0 h 50"/>
                    <a:gd name="T46" fmla="*/ 2147483647 w 96"/>
                    <a:gd name="T47" fmla="*/ 2147483647 h 50"/>
                    <a:gd name="T48" fmla="*/ 2147483647 w 96"/>
                    <a:gd name="T49" fmla="*/ 2147483647 h 50"/>
                    <a:gd name="T50" fmla="*/ 2147483647 w 96"/>
                    <a:gd name="T51" fmla="*/ 2147483647 h 50"/>
                    <a:gd name="T52" fmla="*/ 2147483647 w 96"/>
                    <a:gd name="T53" fmla="*/ 2147483647 h 50"/>
                    <a:gd name="T54" fmla="*/ 2147483647 w 96"/>
                    <a:gd name="T55" fmla="*/ 2147483647 h 50"/>
                    <a:gd name="T56" fmla="*/ 2147483647 w 96"/>
                    <a:gd name="T57" fmla="*/ 2147483647 h 50"/>
                    <a:gd name="T58" fmla="*/ 2147483647 w 96"/>
                    <a:gd name="T59" fmla="*/ 2147483647 h 50"/>
                    <a:gd name="T60" fmla="*/ 2147483647 w 96"/>
                    <a:gd name="T61" fmla="*/ 2147483647 h 50"/>
                    <a:gd name="T62" fmla="*/ 2147483647 w 96"/>
                    <a:gd name="T63" fmla="*/ 2147483647 h 50"/>
                    <a:gd name="T64" fmla="*/ 2147483647 w 96"/>
                    <a:gd name="T65" fmla="*/ 2147483647 h 50"/>
                    <a:gd name="T66" fmla="*/ 2147483647 w 96"/>
                    <a:gd name="T67" fmla="*/ 2147483647 h 50"/>
                    <a:gd name="T68" fmla="*/ 2147483647 w 96"/>
                    <a:gd name="T69" fmla="*/ 2147483647 h 50"/>
                    <a:gd name="T70" fmla="*/ 2147483647 w 96"/>
                    <a:gd name="T71" fmla="*/ 2147483647 h 50"/>
                    <a:gd name="T72" fmla="*/ 2147483647 w 96"/>
                    <a:gd name="T73" fmla="*/ 2147483647 h 50"/>
                    <a:gd name="T74" fmla="*/ 2147483647 w 96"/>
                    <a:gd name="T75" fmla="*/ 2147483647 h 50"/>
                    <a:gd name="T76" fmla="*/ 2147483647 w 96"/>
                    <a:gd name="T77" fmla="*/ 2147483647 h 5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96"/>
                    <a:gd name="T118" fmla="*/ 0 h 50"/>
                    <a:gd name="T119" fmla="*/ 96 w 96"/>
                    <a:gd name="T120" fmla="*/ 50 h 50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96" h="50">
                      <a:moveTo>
                        <a:pt x="58" y="46"/>
                      </a:moveTo>
                      <a:lnTo>
                        <a:pt x="56" y="44"/>
                      </a:lnTo>
                      <a:lnTo>
                        <a:pt x="54" y="42"/>
                      </a:lnTo>
                      <a:lnTo>
                        <a:pt x="44" y="46"/>
                      </a:lnTo>
                      <a:lnTo>
                        <a:pt x="38" y="48"/>
                      </a:lnTo>
                      <a:lnTo>
                        <a:pt x="30" y="50"/>
                      </a:lnTo>
                      <a:lnTo>
                        <a:pt x="26" y="50"/>
                      </a:lnTo>
                      <a:lnTo>
                        <a:pt x="22" y="48"/>
                      </a:lnTo>
                      <a:lnTo>
                        <a:pt x="16" y="44"/>
                      </a:lnTo>
                      <a:lnTo>
                        <a:pt x="8" y="38"/>
                      </a:lnTo>
                      <a:lnTo>
                        <a:pt x="0" y="32"/>
                      </a:lnTo>
                      <a:lnTo>
                        <a:pt x="2" y="30"/>
                      </a:lnTo>
                      <a:lnTo>
                        <a:pt x="6" y="22"/>
                      </a:lnTo>
                      <a:lnTo>
                        <a:pt x="8" y="16"/>
                      </a:lnTo>
                      <a:lnTo>
                        <a:pt x="14" y="10"/>
                      </a:lnTo>
                      <a:lnTo>
                        <a:pt x="20" y="14"/>
                      </a:lnTo>
                      <a:lnTo>
                        <a:pt x="28" y="16"/>
                      </a:lnTo>
                      <a:lnTo>
                        <a:pt x="44" y="10"/>
                      </a:lnTo>
                      <a:lnTo>
                        <a:pt x="54" y="6"/>
                      </a:lnTo>
                      <a:lnTo>
                        <a:pt x="58" y="2"/>
                      </a:lnTo>
                      <a:lnTo>
                        <a:pt x="60" y="0"/>
                      </a:lnTo>
                      <a:lnTo>
                        <a:pt x="64" y="0"/>
                      </a:lnTo>
                      <a:lnTo>
                        <a:pt x="72" y="0"/>
                      </a:lnTo>
                      <a:lnTo>
                        <a:pt x="80" y="2"/>
                      </a:lnTo>
                      <a:lnTo>
                        <a:pt x="84" y="2"/>
                      </a:lnTo>
                      <a:lnTo>
                        <a:pt x="86" y="4"/>
                      </a:lnTo>
                      <a:lnTo>
                        <a:pt x="90" y="6"/>
                      </a:lnTo>
                      <a:lnTo>
                        <a:pt x="96" y="8"/>
                      </a:lnTo>
                      <a:lnTo>
                        <a:pt x="94" y="14"/>
                      </a:lnTo>
                      <a:lnTo>
                        <a:pt x="90" y="16"/>
                      </a:lnTo>
                      <a:lnTo>
                        <a:pt x="86" y="18"/>
                      </a:lnTo>
                      <a:lnTo>
                        <a:pt x="82" y="22"/>
                      </a:lnTo>
                      <a:lnTo>
                        <a:pt x="82" y="30"/>
                      </a:lnTo>
                      <a:lnTo>
                        <a:pt x="80" y="36"/>
                      </a:lnTo>
                      <a:lnTo>
                        <a:pt x="78" y="38"/>
                      </a:lnTo>
                      <a:lnTo>
                        <a:pt x="74" y="42"/>
                      </a:lnTo>
                      <a:lnTo>
                        <a:pt x="68" y="42"/>
                      </a:lnTo>
                      <a:lnTo>
                        <a:pt x="62" y="42"/>
                      </a:lnTo>
                      <a:lnTo>
                        <a:pt x="58" y="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3" name="i$ļiḑe"/>
                <p:cNvSpPr/>
                <p:nvPr/>
              </p:nvSpPr>
              <p:spPr bwMode="auto">
                <a:xfrm>
                  <a:off x="4879469" y="2257857"/>
                  <a:ext cx="454481" cy="247988"/>
                </a:xfrm>
                <a:custGeom>
                  <a:avLst/>
                  <a:gdLst>
                    <a:gd name="T0" fmla="*/ 2147483647 w 260"/>
                    <a:gd name="T1" fmla="*/ 2147483647 h 148"/>
                    <a:gd name="T2" fmla="*/ 2147483647 w 260"/>
                    <a:gd name="T3" fmla="*/ 2147483647 h 148"/>
                    <a:gd name="T4" fmla="*/ 2147483647 w 260"/>
                    <a:gd name="T5" fmla="*/ 2147483647 h 148"/>
                    <a:gd name="T6" fmla="*/ 2147483647 w 260"/>
                    <a:gd name="T7" fmla="*/ 2147483647 h 148"/>
                    <a:gd name="T8" fmla="*/ 2147483647 w 260"/>
                    <a:gd name="T9" fmla="*/ 2147483647 h 148"/>
                    <a:gd name="T10" fmla="*/ 2147483647 w 260"/>
                    <a:gd name="T11" fmla="*/ 2147483647 h 148"/>
                    <a:gd name="T12" fmla="*/ 2147483647 w 260"/>
                    <a:gd name="T13" fmla="*/ 2147483647 h 148"/>
                    <a:gd name="T14" fmla="*/ 2147483647 w 260"/>
                    <a:gd name="T15" fmla="*/ 2147483647 h 148"/>
                    <a:gd name="T16" fmla="*/ 2147483647 w 260"/>
                    <a:gd name="T17" fmla="*/ 2147483647 h 148"/>
                    <a:gd name="T18" fmla="*/ 2147483647 w 260"/>
                    <a:gd name="T19" fmla="*/ 2147483647 h 148"/>
                    <a:gd name="T20" fmla="*/ 2147483647 w 260"/>
                    <a:gd name="T21" fmla="*/ 2147483647 h 148"/>
                    <a:gd name="T22" fmla="*/ 2147483647 w 260"/>
                    <a:gd name="T23" fmla="*/ 2147483647 h 148"/>
                    <a:gd name="T24" fmla="*/ 2147483647 w 260"/>
                    <a:gd name="T25" fmla="*/ 2147483647 h 148"/>
                    <a:gd name="T26" fmla="*/ 2147483647 w 260"/>
                    <a:gd name="T27" fmla="*/ 2147483647 h 148"/>
                    <a:gd name="T28" fmla="*/ 2147483647 w 260"/>
                    <a:gd name="T29" fmla="*/ 2147483647 h 148"/>
                    <a:gd name="T30" fmla="*/ 2147483647 w 260"/>
                    <a:gd name="T31" fmla="*/ 2147483647 h 148"/>
                    <a:gd name="T32" fmla="*/ 2147483647 w 260"/>
                    <a:gd name="T33" fmla="*/ 2147483647 h 148"/>
                    <a:gd name="T34" fmla="*/ 2147483647 w 260"/>
                    <a:gd name="T35" fmla="*/ 2147483647 h 148"/>
                    <a:gd name="T36" fmla="*/ 2147483647 w 260"/>
                    <a:gd name="T37" fmla="*/ 2147483647 h 148"/>
                    <a:gd name="T38" fmla="*/ 2147483647 w 260"/>
                    <a:gd name="T39" fmla="*/ 2147483647 h 148"/>
                    <a:gd name="T40" fmla="*/ 2147483647 w 260"/>
                    <a:gd name="T41" fmla="*/ 2147483647 h 148"/>
                    <a:gd name="T42" fmla="*/ 2147483647 w 260"/>
                    <a:gd name="T43" fmla="*/ 2147483647 h 148"/>
                    <a:gd name="T44" fmla="*/ 2147483647 w 260"/>
                    <a:gd name="T45" fmla="*/ 2147483647 h 148"/>
                    <a:gd name="T46" fmla="*/ 2147483647 w 260"/>
                    <a:gd name="T47" fmla="*/ 2147483647 h 148"/>
                    <a:gd name="T48" fmla="*/ 2147483647 w 260"/>
                    <a:gd name="T49" fmla="*/ 2147483647 h 148"/>
                    <a:gd name="T50" fmla="*/ 2147483647 w 260"/>
                    <a:gd name="T51" fmla="*/ 2147483647 h 148"/>
                    <a:gd name="T52" fmla="*/ 2147483647 w 260"/>
                    <a:gd name="T53" fmla="*/ 2147483647 h 148"/>
                    <a:gd name="T54" fmla="*/ 2147483647 w 260"/>
                    <a:gd name="T55" fmla="*/ 2147483647 h 148"/>
                    <a:gd name="T56" fmla="*/ 2147483647 w 260"/>
                    <a:gd name="T57" fmla="*/ 2147483647 h 148"/>
                    <a:gd name="T58" fmla="*/ 2147483647 w 260"/>
                    <a:gd name="T59" fmla="*/ 2147483647 h 148"/>
                    <a:gd name="T60" fmla="*/ 2147483647 w 260"/>
                    <a:gd name="T61" fmla="*/ 2147483647 h 148"/>
                    <a:gd name="T62" fmla="*/ 2147483647 w 260"/>
                    <a:gd name="T63" fmla="*/ 2147483647 h 148"/>
                    <a:gd name="T64" fmla="*/ 2147483647 w 260"/>
                    <a:gd name="T65" fmla="*/ 2147483647 h 148"/>
                    <a:gd name="T66" fmla="*/ 2147483647 w 260"/>
                    <a:gd name="T67" fmla="*/ 2147483647 h 148"/>
                    <a:gd name="T68" fmla="*/ 2147483647 w 260"/>
                    <a:gd name="T69" fmla="*/ 2147483647 h 148"/>
                    <a:gd name="T70" fmla="*/ 2147483647 w 260"/>
                    <a:gd name="T71" fmla="*/ 2147483647 h 148"/>
                    <a:gd name="T72" fmla="*/ 2147483647 w 260"/>
                    <a:gd name="T73" fmla="*/ 2147483647 h 148"/>
                    <a:gd name="T74" fmla="*/ 2147483647 w 260"/>
                    <a:gd name="T75" fmla="*/ 2147483647 h 148"/>
                    <a:gd name="T76" fmla="*/ 2147483647 w 260"/>
                    <a:gd name="T77" fmla="*/ 2147483647 h 148"/>
                    <a:gd name="T78" fmla="*/ 2147483647 w 260"/>
                    <a:gd name="T79" fmla="*/ 2147483647 h 148"/>
                    <a:gd name="T80" fmla="*/ 2147483647 w 260"/>
                    <a:gd name="T81" fmla="*/ 2147483647 h 148"/>
                    <a:gd name="T82" fmla="*/ 2147483647 w 260"/>
                    <a:gd name="T83" fmla="*/ 2147483647 h 148"/>
                    <a:gd name="T84" fmla="*/ 2147483647 w 260"/>
                    <a:gd name="T85" fmla="*/ 2147483647 h 148"/>
                    <a:gd name="T86" fmla="*/ 2147483647 w 260"/>
                    <a:gd name="T87" fmla="*/ 2147483647 h 148"/>
                    <a:gd name="T88" fmla="*/ 2147483647 w 260"/>
                    <a:gd name="T89" fmla="*/ 2147483647 h 148"/>
                    <a:gd name="T90" fmla="*/ 2147483647 w 260"/>
                    <a:gd name="T91" fmla="*/ 2147483647 h 148"/>
                    <a:gd name="T92" fmla="*/ 2147483647 w 260"/>
                    <a:gd name="T93" fmla="*/ 2147483647 h 148"/>
                    <a:gd name="T94" fmla="*/ 2147483647 w 260"/>
                    <a:gd name="T95" fmla="*/ 2147483647 h 148"/>
                    <a:gd name="T96" fmla="*/ 2147483647 w 260"/>
                    <a:gd name="T97" fmla="*/ 2147483647 h 14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260"/>
                    <a:gd name="T148" fmla="*/ 0 h 148"/>
                    <a:gd name="T149" fmla="*/ 260 w 260"/>
                    <a:gd name="T150" fmla="*/ 148 h 148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260" h="148">
                      <a:moveTo>
                        <a:pt x="66" y="82"/>
                      </a:moveTo>
                      <a:lnTo>
                        <a:pt x="60" y="84"/>
                      </a:lnTo>
                      <a:lnTo>
                        <a:pt x="54" y="88"/>
                      </a:lnTo>
                      <a:lnTo>
                        <a:pt x="44" y="90"/>
                      </a:lnTo>
                      <a:lnTo>
                        <a:pt x="36" y="90"/>
                      </a:lnTo>
                      <a:lnTo>
                        <a:pt x="26" y="88"/>
                      </a:lnTo>
                      <a:lnTo>
                        <a:pt x="18" y="84"/>
                      </a:lnTo>
                      <a:lnTo>
                        <a:pt x="12" y="84"/>
                      </a:lnTo>
                      <a:lnTo>
                        <a:pt x="6" y="82"/>
                      </a:lnTo>
                      <a:lnTo>
                        <a:pt x="2" y="80"/>
                      </a:lnTo>
                      <a:lnTo>
                        <a:pt x="0" y="78"/>
                      </a:lnTo>
                      <a:lnTo>
                        <a:pt x="2" y="66"/>
                      </a:lnTo>
                      <a:lnTo>
                        <a:pt x="2" y="62"/>
                      </a:lnTo>
                      <a:lnTo>
                        <a:pt x="12" y="52"/>
                      </a:lnTo>
                      <a:lnTo>
                        <a:pt x="16" y="44"/>
                      </a:lnTo>
                      <a:lnTo>
                        <a:pt x="22" y="38"/>
                      </a:lnTo>
                      <a:lnTo>
                        <a:pt x="16" y="30"/>
                      </a:lnTo>
                      <a:lnTo>
                        <a:pt x="8" y="20"/>
                      </a:lnTo>
                      <a:lnTo>
                        <a:pt x="6" y="14"/>
                      </a:lnTo>
                      <a:lnTo>
                        <a:pt x="24" y="10"/>
                      </a:lnTo>
                      <a:lnTo>
                        <a:pt x="46" y="10"/>
                      </a:lnTo>
                      <a:lnTo>
                        <a:pt x="64" y="10"/>
                      </a:lnTo>
                      <a:lnTo>
                        <a:pt x="80" y="16"/>
                      </a:lnTo>
                      <a:lnTo>
                        <a:pt x="96" y="14"/>
                      </a:lnTo>
                      <a:lnTo>
                        <a:pt x="112" y="16"/>
                      </a:lnTo>
                      <a:lnTo>
                        <a:pt x="116" y="8"/>
                      </a:lnTo>
                      <a:lnTo>
                        <a:pt x="128" y="6"/>
                      </a:lnTo>
                      <a:lnTo>
                        <a:pt x="138" y="6"/>
                      </a:lnTo>
                      <a:lnTo>
                        <a:pt x="156" y="0"/>
                      </a:lnTo>
                      <a:lnTo>
                        <a:pt x="166" y="8"/>
                      </a:lnTo>
                      <a:lnTo>
                        <a:pt x="166" y="14"/>
                      </a:lnTo>
                      <a:lnTo>
                        <a:pt x="168" y="22"/>
                      </a:lnTo>
                      <a:lnTo>
                        <a:pt x="184" y="24"/>
                      </a:lnTo>
                      <a:lnTo>
                        <a:pt x="186" y="30"/>
                      </a:lnTo>
                      <a:lnTo>
                        <a:pt x="188" y="36"/>
                      </a:lnTo>
                      <a:lnTo>
                        <a:pt x="198" y="36"/>
                      </a:lnTo>
                      <a:lnTo>
                        <a:pt x="202" y="40"/>
                      </a:lnTo>
                      <a:lnTo>
                        <a:pt x="216" y="36"/>
                      </a:lnTo>
                      <a:lnTo>
                        <a:pt x="222" y="44"/>
                      </a:lnTo>
                      <a:lnTo>
                        <a:pt x="234" y="48"/>
                      </a:lnTo>
                      <a:lnTo>
                        <a:pt x="248" y="50"/>
                      </a:lnTo>
                      <a:lnTo>
                        <a:pt x="260" y="56"/>
                      </a:lnTo>
                      <a:lnTo>
                        <a:pt x="260" y="58"/>
                      </a:lnTo>
                      <a:lnTo>
                        <a:pt x="254" y="64"/>
                      </a:lnTo>
                      <a:lnTo>
                        <a:pt x="258" y="72"/>
                      </a:lnTo>
                      <a:lnTo>
                        <a:pt x="260" y="78"/>
                      </a:lnTo>
                      <a:lnTo>
                        <a:pt x="260" y="84"/>
                      </a:lnTo>
                      <a:lnTo>
                        <a:pt x="244" y="84"/>
                      </a:lnTo>
                      <a:lnTo>
                        <a:pt x="240" y="88"/>
                      </a:lnTo>
                      <a:lnTo>
                        <a:pt x="236" y="92"/>
                      </a:lnTo>
                      <a:lnTo>
                        <a:pt x="236" y="100"/>
                      </a:lnTo>
                      <a:lnTo>
                        <a:pt x="226" y="100"/>
                      </a:lnTo>
                      <a:lnTo>
                        <a:pt x="216" y="100"/>
                      </a:lnTo>
                      <a:lnTo>
                        <a:pt x="208" y="106"/>
                      </a:lnTo>
                      <a:lnTo>
                        <a:pt x="204" y="108"/>
                      </a:lnTo>
                      <a:lnTo>
                        <a:pt x="190" y="112"/>
                      </a:lnTo>
                      <a:lnTo>
                        <a:pt x="182" y="116"/>
                      </a:lnTo>
                      <a:lnTo>
                        <a:pt x="184" y="118"/>
                      </a:lnTo>
                      <a:lnTo>
                        <a:pt x="186" y="122"/>
                      </a:lnTo>
                      <a:lnTo>
                        <a:pt x="194" y="128"/>
                      </a:lnTo>
                      <a:lnTo>
                        <a:pt x="204" y="130"/>
                      </a:lnTo>
                      <a:lnTo>
                        <a:pt x="212" y="138"/>
                      </a:lnTo>
                      <a:lnTo>
                        <a:pt x="204" y="138"/>
                      </a:lnTo>
                      <a:lnTo>
                        <a:pt x="200" y="140"/>
                      </a:lnTo>
                      <a:lnTo>
                        <a:pt x="192" y="144"/>
                      </a:lnTo>
                      <a:lnTo>
                        <a:pt x="186" y="146"/>
                      </a:lnTo>
                      <a:lnTo>
                        <a:pt x="176" y="148"/>
                      </a:lnTo>
                      <a:lnTo>
                        <a:pt x="174" y="138"/>
                      </a:lnTo>
                      <a:lnTo>
                        <a:pt x="170" y="134"/>
                      </a:lnTo>
                      <a:lnTo>
                        <a:pt x="160" y="128"/>
                      </a:lnTo>
                      <a:lnTo>
                        <a:pt x="166" y="120"/>
                      </a:lnTo>
                      <a:lnTo>
                        <a:pt x="172" y="118"/>
                      </a:lnTo>
                      <a:lnTo>
                        <a:pt x="164" y="118"/>
                      </a:lnTo>
                      <a:lnTo>
                        <a:pt x="160" y="118"/>
                      </a:lnTo>
                      <a:lnTo>
                        <a:pt x="152" y="116"/>
                      </a:lnTo>
                      <a:lnTo>
                        <a:pt x="146" y="114"/>
                      </a:lnTo>
                      <a:lnTo>
                        <a:pt x="144" y="112"/>
                      </a:lnTo>
                      <a:lnTo>
                        <a:pt x="140" y="108"/>
                      </a:lnTo>
                      <a:lnTo>
                        <a:pt x="132" y="108"/>
                      </a:lnTo>
                      <a:lnTo>
                        <a:pt x="130" y="112"/>
                      </a:lnTo>
                      <a:lnTo>
                        <a:pt x="128" y="116"/>
                      </a:lnTo>
                      <a:lnTo>
                        <a:pt x="124" y="120"/>
                      </a:lnTo>
                      <a:lnTo>
                        <a:pt x="118" y="126"/>
                      </a:lnTo>
                      <a:lnTo>
                        <a:pt x="114" y="128"/>
                      </a:lnTo>
                      <a:lnTo>
                        <a:pt x="110" y="126"/>
                      </a:lnTo>
                      <a:lnTo>
                        <a:pt x="102" y="128"/>
                      </a:lnTo>
                      <a:lnTo>
                        <a:pt x="94" y="132"/>
                      </a:lnTo>
                      <a:lnTo>
                        <a:pt x="92" y="124"/>
                      </a:lnTo>
                      <a:lnTo>
                        <a:pt x="100" y="118"/>
                      </a:lnTo>
                      <a:lnTo>
                        <a:pt x="100" y="108"/>
                      </a:lnTo>
                      <a:lnTo>
                        <a:pt x="106" y="108"/>
                      </a:lnTo>
                      <a:lnTo>
                        <a:pt x="116" y="110"/>
                      </a:lnTo>
                      <a:lnTo>
                        <a:pt x="110" y="98"/>
                      </a:lnTo>
                      <a:lnTo>
                        <a:pt x="106" y="92"/>
                      </a:lnTo>
                      <a:lnTo>
                        <a:pt x="98" y="80"/>
                      </a:lnTo>
                      <a:lnTo>
                        <a:pt x="90" y="76"/>
                      </a:lnTo>
                      <a:lnTo>
                        <a:pt x="82" y="74"/>
                      </a:lnTo>
                      <a:lnTo>
                        <a:pt x="74" y="78"/>
                      </a:lnTo>
                      <a:lnTo>
                        <a:pt x="66" y="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4" name="íṥlïdê"/>
                <p:cNvSpPr/>
                <p:nvPr/>
              </p:nvSpPr>
              <p:spPr bwMode="auto">
                <a:xfrm>
                  <a:off x="4890486" y="2148575"/>
                  <a:ext cx="231372" cy="135904"/>
                </a:xfrm>
                <a:custGeom>
                  <a:avLst/>
                  <a:gdLst>
                    <a:gd name="T0" fmla="*/ 2147483647 w 132"/>
                    <a:gd name="T1" fmla="*/ 2147483647 h 82"/>
                    <a:gd name="T2" fmla="*/ 2147483647 w 132"/>
                    <a:gd name="T3" fmla="*/ 2147483647 h 82"/>
                    <a:gd name="T4" fmla="*/ 2147483647 w 132"/>
                    <a:gd name="T5" fmla="*/ 2147483647 h 82"/>
                    <a:gd name="T6" fmla="*/ 2147483647 w 132"/>
                    <a:gd name="T7" fmla="*/ 2147483647 h 82"/>
                    <a:gd name="T8" fmla="*/ 2147483647 w 132"/>
                    <a:gd name="T9" fmla="*/ 2147483647 h 82"/>
                    <a:gd name="T10" fmla="*/ 2147483647 w 132"/>
                    <a:gd name="T11" fmla="*/ 2147483647 h 82"/>
                    <a:gd name="T12" fmla="*/ 2147483647 w 132"/>
                    <a:gd name="T13" fmla="*/ 2147483647 h 82"/>
                    <a:gd name="T14" fmla="*/ 2147483647 w 132"/>
                    <a:gd name="T15" fmla="*/ 2147483647 h 82"/>
                    <a:gd name="T16" fmla="*/ 2147483647 w 132"/>
                    <a:gd name="T17" fmla="*/ 2147483647 h 82"/>
                    <a:gd name="T18" fmla="*/ 2147483647 w 132"/>
                    <a:gd name="T19" fmla="*/ 2147483647 h 82"/>
                    <a:gd name="T20" fmla="*/ 2147483647 w 132"/>
                    <a:gd name="T21" fmla="*/ 2147483647 h 82"/>
                    <a:gd name="T22" fmla="*/ 2147483647 w 132"/>
                    <a:gd name="T23" fmla="*/ 2147483647 h 82"/>
                    <a:gd name="T24" fmla="*/ 2147483647 w 132"/>
                    <a:gd name="T25" fmla="*/ 2147483647 h 82"/>
                    <a:gd name="T26" fmla="*/ 0 w 132"/>
                    <a:gd name="T27" fmla="*/ 2147483647 h 82"/>
                    <a:gd name="T28" fmla="*/ 0 w 132"/>
                    <a:gd name="T29" fmla="*/ 2147483647 h 82"/>
                    <a:gd name="T30" fmla="*/ 2147483647 w 132"/>
                    <a:gd name="T31" fmla="*/ 2147483647 h 82"/>
                    <a:gd name="T32" fmla="*/ 2147483647 w 132"/>
                    <a:gd name="T33" fmla="*/ 2147483647 h 82"/>
                    <a:gd name="T34" fmla="*/ 2147483647 w 132"/>
                    <a:gd name="T35" fmla="*/ 2147483647 h 82"/>
                    <a:gd name="T36" fmla="*/ 2147483647 w 132"/>
                    <a:gd name="T37" fmla="*/ 2147483647 h 82"/>
                    <a:gd name="T38" fmla="*/ 2147483647 w 132"/>
                    <a:gd name="T39" fmla="*/ 2147483647 h 82"/>
                    <a:gd name="T40" fmla="*/ 2147483647 w 132"/>
                    <a:gd name="T41" fmla="*/ 2147483647 h 82"/>
                    <a:gd name="T42" fmla="*/ 2147483647 w 132"/>
                    <a:gd name="T43" fmla="*/ 2147483647 h 82"/>
                    <a:gd name="T44" fmla="*/ 2147483647 w 132"/>
                    <a:gd name="T45" fmla="*/ 2147483647 h 82"/>
                    <a:gd name="T46" fmla="*/ 2147483647 w 132"/>
                    <a:gd name="T47" fmla="*/ 2147483647 h 82"/>
                    <a:gd name="T48" fmla="*/ 2147483647 w 132"/>
                    <a:gd name="T49" fmla="*/ 2147483647 h 82"/>
                    <a:gd name="T50" fmla="*/ 2147483647 w 132"/>
                    <a:gd name="T51" fmla="*/ 2147483647 h 82"/>
                    <a:gd name="T52" fmla="*/ 2147483647 w 132"/>
                    <a:gd name="T53" fmla="*/ 2147483647 h 82"/>
                    <a:gd name="T54" fmla="*/ 2147483647 w 132"/>
                    <a:gd name="T55" fmla="*/ 2147483647 h 82"/>
                    <a:gd name="T56" fmla="*/ 2147483647 w 132"/>
                    <a:gd name="T57" fmla="*/ 0 h 82"/>
                    <a:gd name="T58" fmla="*/ 2147483647 w 132"/>
                    <a:gd name="T59" fmla="*/ 2147483647 h 82"/>
                    <a:gd name="T60" fmla="*/ 2147483647 w 132"/>
                    <a:gd name="T61" fmla="*/ 2147483647 h 82"/>
                    <a:gd name="T62" fmla="*/ 2147483647 w 132"/>
                    <a:gd name="T63" fmla="*/ 2147483647 h 82"/>
                    <a:gd name="T64" fmla="*/ 2147483647 w 132"/>
                    <a:gd name="T65" fmla="*/ 2147483647 h 82"/>
                    <a:gd name="T66" fmla="*/ 2147483647 w 132"/>
                    <a:gd name="T67" fmla="*/ 2147483647 h 82"/>
                    <a:gd name="T68" fmla="*/ 2147483647 w 132"/>
                    <a:gd name="T69" fmla="*/ 2147483647 h 82"/>
                    <a:gd name="T70" fmla="*/ 2147483647 w 132"/>
                    <a:gd name="T71" fmla="*/ 2147483647 h 82"/>
                    <a:gd name="T72" fmla="*/ 2147483647 w 132"/>
                    <a:gd name="T73" fmla="*/ 2147483647 h 82"/>
                    <a:gd name="T74" fmla="*/ 2147483647 w 132"/>
                    <a:gd name="T75" fmla="*/ 2147483647 h 82"/>
                    <a:gd name="T76" fmla="*/ 2147483647 w 132"/>
                    <a:gd name="T77" fmla="*/ 2147483647 h 82"/>
                    <a:gd name="T78" fmla="*/ 2147483647 w 132"/>
                    <a:gd name="T79" fmla="*/ 2147483647 h 82"/>
                    <a:gd name="T80" fmla="*/ 2147483647 w 132"/>
                    <a:gd name="T81" fmla="*/ 2147483647 h 82"/>
                    <a:gd name="T82" fmla="*/ 2147483647 w 132"/>
                    <a:gd name="T83" fmla="*/ 2147483647 h 82"/>
                    <a:gd name="T84" fmla="*/ 2147483647 w 132"/>
                    <a:gd name="T85" fmla="*/ 2147483647 h 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32"/>
                    <a:gd name="T130" fmla="*/ 0 h 82"/>
                    <a:gd name="T131" fmla="*/ 132 w 132"/>
                    <a:gd name="T132" fmla="*/ 82 h 82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32" h="82">
                      <a:moveTo>
                        <a:pt x="122" y="72"/>
                      </a:moveTo>
                      <a:lnTo>
                        <a:pt x="110" y="74"/>
                      </a:lnTo>
                      <a:lnTo>
                        <a:pt x="106" y="82"/>
                      </a:lnTo>
                      <a:lnTo>
                        <a:pt x="98" y="82"/>
                      </a:lnTo>
                      <a:lnTo>
                        <a:pt x="90" y="80"/>
                      </a:lnTo>
                      <a:lnTo>
                        <a:pt x="80" y="82"/>
                      </a:lnTo>
                      <a:lnTo>
                        <a:pt x="74" y="82"/>
                      </a:lnTo>
                      <a:lnTo>
                        <a:pt x="62" y="78"/>
                      </a:lnTo>
                      <a:lnTo>
                        <a:pt x="58" y="76"/>
                      </a:lnTo>
                      <a:lnTo>
                        <a:pt x="40" y="76"/>
                      </a:lnTo>
                      <a:lnTo>
                        <a:pt x="30" y="76"/>
                      </a:lnTo>
                      <a:lnTo>
                        <a:pt x="22" y="76"/>
                      </a:lnTo>
                      <a:lnTo>
                        <a:pt x="16" y="78"/>
                      </a:lnTo>
                      <a:lnTo>
                        <a:pt x="0" y="80"/>
                      </a:lnTo>
                      <a:lnTo>
                        <a:pt x="0" y="76"/>
                      </a:lnTo>
                      <a:lnTo>
                        <a:pt x="10" y="70"/>
                      </a:lnTo>
                      <a:lnTo>
                        <a:pt x="6" y="64"/>
                      </a:lnTo>
                      <a:lnTo>
                        <a:pt x="4" y="52"/>
                      </a:lnTo>
                      <a:lnTo>
                        <a:pt x="2" y="48"/>
                      </a:lnTo>
                      <a:lnTo>
                        <a:pt x="12" y="46"/>
                      </a:lnTo>
                      <a:lnTo>
                        <a:pt x="18" y="34"/>
                      </a:lnTo>
                      <a:lnTo>
                        <a:pt x="26" y="24"/>
                      </a:lnTo>
                      <a:lnTo>
                        <a:pt x="26" y="18"/>
                      </a:lnTo>
                      <a:lnTo>
                        <a:pt x="30" y="18"/>
                      </a:lnTo>
                      <a:lnTo>
                        <a:pt x="36" y="18"/>
                      </a:lnTo>
                      <a:lnTo>
                        <a:pt x="46" y="14"/>
                      </a:lnTo>
                      <a:lnTo>
                        <a:pt x="48" y="6"/>
                      </a:lnTo>
                      <a:lnTo>
                        <a:pt x="60" y="4"/>
                      </a:lnTo>
                      <a:lnTo>
                        <a:pt x="68" y="0"/>
                      </a:lnTo>
                      <a:lnTo>
                        <a:pt x="76" y="4"/>
                      </a:lnTo>
                      <a:lnTo>
                        <a:pt x="98" y="4"/>
                      </a:lnTo>
                      <a:lnTo>
                        <a:pt x="106" y="16"/>
                      </a:lnTo>
                      <a:lnTo>
                        <a:pt x="106" y="24"/>
                      </a:lnTo>
                      <a:lnTo>
                        <a:pt x="112" y="28"/>
                      </a:lnTo>
                      <a:lnTo>
                        <a:pt x="116" y="34"/>
                      </a:lnTo>
                      <a:lnTo>
                        <a:pt x="120" y="40"/>
                      </a:lnTo>
                      <a:lnTo>
                        <a:pt x="122" y="42"/>
                      </a:lnTo>
                      <a:lnTo>
                        <a:pt x="130" y="44"/>
                      </a:lnTo>
                      <a:lnTo>
                        <a:pt x="132" y="50"/>
                      </a:lnTo>
                      <a:lnTo>
                        <a:pt x="126" y="52"/>
                      </a:lnTo>
                      <a:lnTo>
                        <a:pt x="114" y="54"/>
                      </a:lnTo>
                      <a:lnTo>
                        <a:pt x="118" y="62"/>
                      </a:lnTo>
                      <a:lnTo>
                        <a:pt x="122" y="7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5" name="ïṧḷíḋê"/>
                <p:cNvSpPr/>
                <p:nvPr/>
              </p:nvSpPr>
              <p:spPr bwMode="auto">
                <a:xfrm>
                  <a:off x="4666001" y="2437193"/>
                  <a:ext cx="85388" cy="61646"/>
                </a:xfrm>
                <a:custGeom>
                  <a:avLst/>
                  <a:gdLst>
                    <a:gd name="T0" fmla="*/ 0 w 49"/>
                    <a:gd name="T1" fmla="*/ 2147483647 h 36"/>
                    <a:gd name="T2" fmla="*/ 2147483647 w 49"/>
                    <a:gd name="T3" fmla="*/ 2147483647 h 36"/>
                    <a:gd name="T4" fmla="*/ 2147483647 w 49"/>
                    <a:gd name="T5" fmla="*/ 2147483647 h 36"/>
                    <a:gd name="T6" fmla="*/ 2147483647 w 49"/>
                    <a:gd name="T7" fmla="*/ 2147483647 h 36"/>
                    <a:gd name="T8" fmla="*/ 2147483647 w 49"/>
                    <a:gd name="T9" fmla="*/ 0 h 36"/>
                    <a:gd name="T10" fmla="*/ 2147483647 w 49"/>
                    <a:gd name="T11" fmla="*/ 2147483647 h 36"/>
                    <a:gd name="T12" fmla="*/ 2147483647 w 49"/>
                    <a:gd name="T13" fmla="*/ 2147483647 h 36"/>
                    <a:gd name="T14" fmla="*/ 2147483647 w 49"/>
                    <a:gd name="T15" fmla="*/ 2147483647 h 36"/>
                    <a:gd name="T16" fmla="*/ 2147483647 w 49"/>
                    <a:gd name="T17" fmla="*/ 2147483647 h 36"/>
                    <a:gd name="T18" fmla="*/ 2147483647 w 49"/>
                    <a:gd name="T19" fmla="*/ 2147483647 h 36"/>
                    <a:gd name="T20" fmla="*/ 2147483647 w 49"/>
                    <a:gd name="T21" fmla="*/ 2147483647 h 36"/>
                    <a:gd name="T22" fmla="*/ 2147483647 w 49"/>
                    <a:gd name="T23" fmla="*/ 2147483647 h 36"/>
                    <a:gd name="T24" fmla="*/ 2147483647 w 49"/>
                    <a:gd name="T25" fmla="*/ 2147483647 h 36"/>
                    <a:gd name="T26" fmla="*/ 2147483647 w 49"/>
                    <a:gd name="T27" fmla="*/ 2147483647 h 36"/>
                    <a:gd name="T28" fmla="*/ 2147483647 w 49"/>
                    <a:gd name="T29" fmla="*/ 2147483647 h 36"/>
                    <a:gd name="T30" fmla="*/ 0 w 49"/>
                    <a:gd name="T31" fmla="*/ 2147483647 h 36"/>
                    <a:gd name="T32" fmla="*/ 0 w 49"/>
                    <a:gd name="T33" fmla="*/ 2147483647 h 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49"/>
                    <a:gd name="T52" fmla="*/ 0 h 36"/>
                    <a:gd name="T53" fmla="*/ 49 w 49"/>
                    <a:gd name="T54" fmla="*/ 36 h 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49" h="36">
                      <a:moveTo>
                        <a:pt x="0" y="4"/>
                      </a:moveTo>
                      <a:lnTo>
                        <a:pt x="13" y="6"/>
                      </a:lnTo>
                      <a:lnTo>
                        <a:pt x="21" y="4"/>
                      </a:lnTo>
                      <a:lnTo>
                        <a:pt x="25" y="2"/>
                      </a:lnTo>
                      <a:lnTo>
                        <a:pt x="39" y="0"/>
                      </a:lnTo>
                      <a:lnTo>
                        <a:pt x="49" y="6"/>
                      </a:lnTo>
                      <a:lnTo>
                        <a:pt x="35" y="10"/>
                      </a:lnTo>
                      <a:lnTo>
                        <a:pt x="33" y="16"/>
                      </a:lnTo>
                      <a:lnTo>
                        <a:pt x="29" y="24"/>
                      </a:lnTo>
                      <a:lnTo>
                        <a:pt x="21" y="24"/>
                      </a:lnTo>
                      <a:lnTo>
                        <a:pt x="17" y="28"/>
                      </a:lnTo>
                      <a:lnTo>
                        <a:pt x="15" y="36"/>
                      </a:lnTo>
                      <a:lnTo>
                        <a:pt x="11" y="32"/>
                      </a:lnTo>
                      <a:lnTo>
                        <a:pt x="7" y="26"/>
                      </a:lnTo>
                      <a:lnTo>
                        <a:pt x="4" y="18"/>
                      </a:lnTo>
                      <a:lnTo>
                        <a:pt x="0" y="1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6" name="iṧļïḓé"/>
                <p:cNvSpPr/>
                <p:nvPr/>
              </p:nvSpPr>
              <p:spPr bwMode="auto">
                <a:xfrm>
                  <a:off x="4858811" y="2574496"/>
                  <a:ext cx="61975" cy="39230"/>
                </a:xfrm>
                <a:custGeom>
                  <a:avLst/>
                  <a:gdLst>
                    <a:gd name="T0" fmla="*/ 2147483647 w 36"/>
                    <a:gd name="T1" fmla="*/ 0 h 24"/>
                    <a:gd name="T2" fmla="*/ 2147483647 w 36"/>
                    <a:gd name="T3" fmla="*/ 2147483647 h 24"/>
                    <a:gd name="T4" fmla="*/ 2147483647 w 36"/>
                    <a:gd name="T5" fmla="*/ 2147483647 h 24"/>
                    <a:gd name="T6" fmla="*/ 2147483647 w 36"/>
                    <a:gd name="T7" fmla="*/ 2147483647 h 24"/>
                    <a:gd name="T8" fmla="*/ 2147483647 w 36"/>
                    <a:gd name="T9" fmla="*/ 2147483647 h 24"/>
                    <a:gd name="T10" fmla="*/ 2147483647 w 36"/>
                    <a:gd name="T11" fmla="*/ 2147483647 h 24"/>
                    <a:gd name="T12" fmla="*/ 2147483647 w 36"/>
                    <a:gd name="T13" fmla="*/ 2147483647 h 24"/>
                    <a:gd name="T14" fmla="*/ 0 w 36"/>
                    <a:gd name="T15" fmla="*/ 2147483647 h 24"/>
                    <a:gd name="T16" fmla="*/ 0 w 36"/>
                    <a:gd name="T17" fmla="*/ 2147483647 h 24"/>
                    <a:gd name="T18" fmla="*/ 2147483647 w 36"/>
                    <a:gd name="T19" fmla="*/ 2147483647 h 24"/>
                    <a:gd name="T20" fmla="*/ 2147483647 w 36"/>
                    <a:gd name="T21" fmla="*/ 0 h 24"/>
                    <a:gd name="T22" fmla="*/ 2147483647 w 36"/>
                    <a:gd name="T23" fmla="*/ 0 h 2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36"/>
                    <a:gd name="T37" fmla="*/ 0 h 24"/>
                    <a:gd name="T38" fmla="*/ 36 w 36"/>
                    <a:gd name="T39" fmla="*/ 24 h 24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36" h="24">
                      <a:moveTo>
                        <a:pt x="26" y="0"/>
                      </a:moveTo>
                      <a:lnTo>
                        <a:pt x="36" y="4"/>
                      </a:lnTo>
                      <a:lnTo>
                        <a:pt x="36" y="16"/>
                      </a:lnTo>
                      <a:lnTo>
                        <a:pt x="30" y="20"/>
                      </a:lnTo>
                      <a:lnTo>
                        <a:pt x="10" y="24"/>
                      </a:lnTo>
                      <a:lnTo>
                        <a:pt x="6" y="22"/>
                      </a:lnTo>
                      <a:lnTo>
                        <a:pt x="4" y="22"/>
                      </a:lnTo>
                      <a:lnTo>
                        <a:pt x="0" y="16"/>
                      </a:lnTo>
                      <a:lnTo>
                        <a:pt x="0" y="2"/>
                      </a:lnTo>
                      <a:lnTo>
                        <a:pt x="8" y="2"/>
                      </a:lnTo>
                      <a:lnTo>
                        <a:pt x="1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7" name="ïṣ1îḍê"/>
                <p:cNvSpPr/>
                <p:nvPr/>
              </p:nvSpPr>
              <p:spPr bwMode="auto">
                <a:xfrm>
                  <a:off x="4834021" y="2395161"/>
                  <a:ext cx="247898" cy="133100"/>
                </a:xfrm>
                <a:custGeom>
                  <a:avLst/>
                  <a:gdLst>
                    <a:gd name="T0" fmla="*/ 2147483647 w 142"/>
                    <a:gd name="T1" fmla="*/ 2147483647 h 80"/>
                    <a:gd name="T2" fmla="*/ 2147483647 w 142"/>
                    <a:gd name="T3" fmla="*/ 2147483647 h 80"/>
                    <a:gd name="T4" fmla="*/ 2147483647 w 142"/>
                    <a:gd name="T5" fmla="*/ 2147483647 h 80"/>
                    <a:gd name="T6" fmla="*/ 2147483647 w 142"/>
                    <a:gd name="T7" fmla="*/ 2147483647 h 80"/>
                    <a:gd name="T8" fmla="*/ 2147483647 w 142"/>
                    <a:gd name="T9" fmla="*/ 2147483647 h 80"/>
                    <a:gd name="T10" fmla="*/ 2147483647 w 142"/>
                    <a:gd name="T11" fmla="*/ 2147483647 h 80"/>
                    <a:gd name="T12" fmla="*/ 2147483647 w 142"/>
                    <a:gd name="T13" fmla="*/ 2147483647 h 80"/>
                    <a:gd name="T14" fmla="*/ 2147483647 w 142"/>
                    <a:gd name="T15" fmla="*/ 2147483647 h 80"/>
                    <a:gd name="T16" fmla="*/ 2147483647 w 142"/>
                    <a:gd name="T17" fmla="*/ 2147483647 h 80"/>
                    <a:gd name="T18" fmla="*/ 2147483647 w 142"/>
                    <a:gd name="T19" fmla="*/ 2147483647 h 80"/>
                    <a:gd name="T20" fmla="*/ 2147483647 w 142"/>
                    <a:gd name="T21" fmla="*/ 2147483647 h 80"/>
                    <a:gd name="T22" fmla="*/ 0 w 142"/>
                    <a:gd name="T23" fmla="*/ 2147483647 h 80"/>
                    <a:gd name="T24" fmla="*/ 2147483647 w 142"/>
                    <a:gd name="T25" fmla="*/ 2147483647 h 80"/>
                    <a:gd name="T26" fmla="*/ 2147483647 w 142"/>
                    <a:gd name="T27" fmla="*/ 2147483647 h 80"/>
                    <a:gd name="T28" fmla="*/ 2147483647 w 142"/>
                    <a:gd name="T29" fmla="*/ 2147483647 h 80"/>
                    <a:gd name="T30" fmla="*/ 2147483647 w 142"/>
                    <a:gd name="T31" fmla="*/ 2147483647 h 80"/>
                    <a:gd name="T32" fmla="*/ 2147483647 w 142"/>
                    <a:gd name="T33" fmla="*/ 2147483647 h 80"/>
                    <a:gd name="T34" fmla="*/ 2147483647 w 142"/>
                    <a:gd name="T35" fmla="*/ 2147483647 h 80"/>
                    <a:gd name="T36" fmla="*/ 2147483647 w 142"/>
                    <a:gd name="T37" fmla="*/ 2147483647 h 80"/>
                    <a:gd name="T38" fmla="*/ 2147483647 w 142"/>
                    <a:gd name="T39" fmla="*/ 2147483647 h 80"/>
                    <a:gd name="T40" fmla="*/ 2147483647 w 142"/>
                    <a:gd name="T41" fmla="*/ 2147483647 h 80"/>
                    <a:gd name="T42" fmla="*/ 2147483647 w 142"/>
                    <a:gd name="T43" fmla="*/ 2147483647 h 80"/>
                    <a:gd name="T44" fmla="*/ 2147483647 w 142"/>
                    <a:gd name="T45" fmla="*/ 2147483647 h 80"/>
                    <a:gd name="T46" fmla="*/ 2147483647 w 142"/>
                    <a:gd name="T47" fmla="*/ 2147483647 h 80"/>
                    <a:gd name="T48" fmla="*/ 2147483647 w 142"/>
                    <a:gd name="T49" fmla="*/ 2147483647 h 80"/>
                    <a:gd name="T50" fmla="*/ 2147483647 w 142"/>
                    <a:gd name="T51" fmla="*/ 2147483647 h 80"/>
                    <a:gd name="T52" fmla="*/ 2147483647 w 142"/>
                    <a:gd name="T53" fmla="*/ 2147483647 h 80"/>
                    <a:gd name="T54" fmla="*/ 2147483647 w 142"/>
                    <a:gd name="T55" fmla="*/ 2147483647 h 80"/>
                    <a:gd name="T56" fmla="*/ 2147483647 w 142"/>
                    <a:gd name="T57" fmla="*/ 0 h 80"/>
                    <a:gd name="T58" fmla="*/ 2147483647 w 142"/>
                    <a:gd name="T59" fmla="*/ 2147483647 h 80"/>
                    <a:gd name="T60" fmla="*/ 2147483647 w 142"/>
                    <a:gd name="T61" fmla="*/ 2147483647 h 80"/>
                    <a:gd name="T62" fmla="*/ 2147483647 w 142"/>
                    <a:gd name="T63" fmla="*/ 2147483647 h 80"/>
                    <a:gd name="T64" fmla="*/ 2147483647 w 142"/>
                    <a:gd name="T65" fmla="*/ 2147483647 h 80"/>
                    <a:gd name="T66" fmla="*/ 2147483647 w 142"/>
                    <a:gd name="T67" fmla="*/ 2147483647 h 80"/>
                    <a:gd name="T68" fmla="*/ 2147483647 w 142"/>
                    <a:gd name="T69" fmla="*/ 2147483647 h 80"/>
                    <a:gd name="T70" fmla="*/ 2147483647 w 142"/>
                    <a:gd name="T71" fmla="*/ 2147483647 h 80"/>
                    <a:gd name="T72" fmla="*/ 2147483647 w 142"/>
                    <a:gd name="T73" fmla="*/ 2147483647 h 80"/>
                    <a:gd name="T74" fmla="*/ 2147483647 w 142"/>
                    <a:gd name="T75" fmla="*/ 2147483647 h 80"/>
                    <a:gd name="T76" fmla="*/ 2147483647 w 142"/>
                    <a:gd name="T77" fmla="*/ 2147483647 h 80"/>
                    <a:gd name="T78" fmla="*/ 2147483647 w 142"/>
                    <a:gd name="T79" fmla="*/ 2147483647 h 80"/>
                    <a:gd name="T80" fmla="*/ 2147483647 w 142"/>
                    <a:gd name="T81" fmla="*/ 2147483647 h 80"/>
                    <a:gd name="T82" fmla="*/ 2147483647 w 142"/>
                    <a:gd name="T83" fmla="*/ 2147483647 h 80"/>
                    <a:gd name="T84" fmla="*/ 2147483647 w 142"/>
                    <a:gd name="T85" fmla="*/ 2147483647 h 80"/>
                    <a:gd name="T86" fmla="*/ 2147483647 w 142"/>
                    <a:gd name="T87" fmla="*/ 2147483647 h 80"/>
                    <a:gd name="T88" fmla="*/ 2147483647 w 142"/>
                    <a:gd name="T89" fmla="*/ 2147483647 h 80"/>
                    <a:gd name="T90" fmla="*/ 2147483647 w 142"/>
                    <a:gd name="T91" fmla="*/ 2147483647 h 80"/>
                    <a:gd name="T92" fmla="*/ 2147483647 w 142"/>
                    <a:gd name="T93" fmla="*/ 2147483647 h 80"/>
                    <a:gd name="T94" fmla="*/ 2147483647 w 142"/>
                    <a:gd name="T95" fmla="*/ 2147483647 h 80"/>
                    <a:gd name="T96" fmla="*/ 2147483647 w 142"/>
                    <a:gd name="T97" fmla="*/ 2147483647 h 80"/>
                    <a:gd name="T98" fmla="*/ 2147483647 w 142"/>
                    <a:gd name="T99" fmla="*/ 2147483647 h 80"/>
                    <a:gd name="T100" fmla="*/ 2147483647 w 142"/>
                    <a:gd name="T101" fmla="*/ 2147483647 h 80"/>
                    <a:gd name="T102" fmla="*/ 2147483647 w 142"/>
                    <a:gd name="T103" fmla="*/ 2147483647 h 80"/>
                    <a:gd name="T104" fmla="*/ 2147483647 w 142"/>
                    <a:gd name="T105" fmla="*/ 2147483647 h 80"/>
                    <a:gd name="T106" fmla="*/ 2147483647 w 142"/>
                    <a:gd name="T107" fmla="*/ 2147483647 h 80"/>
                    <a:gd name="T108" fmla="*/ 2147483647 w 142"/>
                    <a:gd name="T109" fmla="*/ 2147483647 h 80"/>
                    <a:gd name="T110" fmla="*/ 2147483647 w 142"/>
                    <a:gd name="T111" fmla="*/ 2147483647 h 80"/>
                    <a:gd name="T112" fmla="*/ 2147483647 w 142"/>
                    <a:gd name="T113" fmla="*/ 2147483647 h 80"/>
                    <a:gd name="T114" fmla="*/ 2147483647 w 142"/>
                    <a:gd name="T115" fmla="*/ 2147483647 h 80"/>
                    <a:gd name="T116" fmla="*/ 2147483647 w 142"/>
                    <a:gd name="T117" fmla="*/ 2147483647 h 80"/>
                    <a:gd name="T118" fmla="*/ 2147483647 w 142"/>
                    <a:gd name="T119" fmla="*/ 2147483647 h 80"/>
                    <a:gd name="T120" fmla="*/ 2147483647 w 142"/>
                    <a:gd name="T121" fmla="*/ 2147483647 h 80"/>
                    <a:gd name="T122" fmla="*/ 2147483647 w 142"/>
                    <a:gd name="T123" fmla="*/ 2147483647 h 80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42"/>
                    <a:gd name="T187" fmla="*/ 0 h 80"/>
                    <a:gd name="T188" fmla="*/ 142 w 142"/>
                    <a:gd name="T189" fmla="*/ 80 h 80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42" h="80">
                      <a:moveTo>
                        <a:pt x="36" y="68"/>
                      </a:moveTo>
                      <a:lnTo>
                        <a:pt x="28" y="64"/>
                      </a:lnTo>
                      <a:lnTo>
                        <a:pt x="26" y="64"/>
                      </a:lnTo>
                      <a:lnTo>
                        <a:pt x="24" y="62"/>
                      </a:lnTo>
                      <a:lnTo>
                        <a:pt x="22" y="58"/>
                      </a:lnTo>
                      <a:lnTo>
                        <a:pt x="20" y="54"/>
                      </a:lnTo>
                      <a:lnTo>
                        <a:pt x="16" y="52"/>
                      </a:lnTo>
                      <a:lnTo>
                        <a:pt x="14" y="52"/>
                      </a:lnTo>
                      <a:lnTo>
                        <a:pt x="14" y="48"/>
                      </a:lnTo>
                      <a:lnTo>
                        <a:pt x="10" y="46"/>
                      </a:lnTo>
                      <a:lnTo>
                        <a:pt x="8" y="40"/>
                      </a:lnTo>
                      <a:lnTo>
                        <a:pt x="0" y="40"/>
                      </a:lnTo>
                      <a:lnTo>
                        <a:pt x="4" y="36"/>
                      </a:lnTo>
                      <a:lnTo>
                        <a:pt x="10" y="36"/>
                      </a:lnTo>
                      <a:lnTo>
                        <a:pt x="16" y="36"/>
                      </a:lnTo>
                      <a:lnTo>
                        <a:pt x="20" y="32"/>
                      </a:lnTo>
                      <a:lnTo>
                        <a:pt x="22" y="30"/>
                      </a:lnTo>
                      <a:lnTo>
                        <a:pt x="24" y="24"/>
                      </a:lnTo>
                      <a:lnTo>
                        <a:pt x="24" y="16"/>
                      </a:lnTo>
                      <a:lnTo>
                        <a:pt x="28" y="12"/>
                      </a:lnTo>
                      <a:lnTo>
                        <a:pt x="32" y="10"/>
                      </a:lnTo>
                      <a:lnTo>
                        <a:pt x="36" y="8"/>
                      </a:lnTo>
                      <a:lnTo>
                        <a:pt x="38" y="2"/>
                      </a:lnTo>
                      <a:lnTo>
                        <a:pt x="56" y="6"/>
                      </a:lnTo>
                      <a:lnTo>
                        <a:pt x="70" y="10"/>
                      </a:lnTo>
                      <a:lnTo>
                        <a:pt x="76" y="8"/>
                      </a:lnTo>
                      <a:lnTo>
                        <a:pt x="80" y="6"/>
                      </a:lnTo>
                      <a:lnTo>
                        <a:pt x="86" y="2"/>
                      </a:lnTo>
                      <a:lnTo>
                        <a:pt x="92" y="0"/>
                      </a:lnTo>
                      <a:lnTo>
                        <a:pt x="100" y="2"/>
                      </a:lnTo>
                      <a:lnTo>
                        <a:pt x="106" y="8"/>
                      </a:lnTo>
                      <a:lnTo>
                        <a:pt x="108" y="12"/>
                      </a:lnTo>
                      <a:lnTo>
                        <a:pt x="112" y="20"/>
                      </a:lnTo>
                      <a:lnTo>
                        <a:pt x="116" y="36"/>
                      </a:lnTo>
                      <a:lnTo>
                        <a:pt x="118" y="44"/>
                      </a:lnTo>
                      <a:lnTo>
                        <a:pt x="120" y="50"/>
                      </a:lnTo>
                      <a:lnTo>
                        <a:pt x="128" y="46"/>
                      </a:lnTo>
                      <a:lnTo>
                        <a:pt x="136" y="44"/>
                      </a:lnTo>
                      <a:lnTo>
                        <a:pt x="140" y="46"/>
                      </a:lnTo>
                      <a:lnTo>
                        <a:pt x="142" y="50"/>
                      </a:lnTo>
                      <a:lnTo>
                        <a:pt x="142" y="54"/>
                      </a:lnTo>
                      <a:lnTo>
                        <a:pt x="140" y="56"/>
                      </a:lnTo>
                      <a:lnTo>
                        <a:pt x="138" y="56"/>
                      </a:lnTo>
                      <a:lnTo>
                        <a:pt x="132" y="56"/>
                      </a:lnTo>
                      <a:lnTo>
                        <a:pt x="130" y="68"/>
                      </a:lnTo>
                      <a:lnTo>
                        <a:pt x="126" y="80"/>
                      </a:lnTo>
                      <a:lnTo>
                        <a:pt x="116" y="74"/>
                      </a:lnTo>
                      <a:lnTo>
                        <a:pt x="110" y="72"/>
                      </a:lnTo>
                      <a:lnTo>
                        <a:pt x="106" y="72"/>
                      </a:lnTo>
                      <a:lnTo>
                        <a:pt x="100" y="74"/>
                      </a:lnTo>
                      <a:lnTo>
                        <a:pt x="96" y="76"/>
                      </a:lnTo>
                      <a:lnTo>
                        <a:pt x="92" y="80"/>
                      </a:lnTo>
                      <a:lnTo>
                        <a:pt x="86" y="80"/>
                      </a:lnTo>
                      <a:lnTo>
                        <a:pt x="64" y="80"/>
                      </a:lnTo>
                      <a:lnTo>
                        <a:pt x="60" y="78"/>
                      </a:lnTo>
                      <a:lnTo>
                        <a:pt x="54" y="78"/>
                      </a:lnTo>
                      <a:lnTo>
                        <a:pt x="50" y="78"/>
                      </a:lnTo>
                      <a:lnTo>
                        <a:pt x="46" y="76"/>
                      </a:lnTo>
                      <a:lnTo>
                        <a:pt x="44" y="76"/>
                      </a:lnTo>
                      <a:lnTo>
                        <a:pt x="42" y="74"/>
                      </a:lnTo>
                      <a:lnTo>
                        <a:pt x="42" y="72"/>
                      </a:lnTo>
                      <a:lnTo>
                        <a:pt x="36" y="6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8" name="îŝľiḑè"/>
                <p:cNvSpPr/>
                <p:nvPr/>
              </p:nvSpPr>
              <p:spPr bwMode="auto">
                <a:xfrm>
                  <a:off x="4799591" y="2451203"/>
                  <a:ext cx="118441" cy="128898"/>
                </a:xfrm>
                <a:custGeom>
                  <a:avLst/>
                  <a:gdLst>
                    <a:gd name="T0" fmla="*/ 2147483647 w 68"/>
                    <a:gd name="T1" fmla="*/ 2147483647 h 76"/>
                    <a:gd name="T2" fmla="*/ 2147483647 w 68"/>
                    <a:gd name="T3" fmla="*/ 2147483647 h 76"/>
                    <a:gd name="T4" fmla="*/ 2147483647 w 68"/>
                    <a:gd name="T5" fmla="*/ 0 h 76"/>
                    <a:gd name="T6" fmla="*/ 2147483647 w 68"/>
                    <a:gd name="T7" fmla="*/ 2147483647 h 76"/>
                    <a:gd name="T8" fmla="*/ 2147483647 w 68"/>
                    <a:gd name="T9" fmla="*/ 2147483647 h 76"/>
                    <a:gd name="T10" fmla="*/ 2147483647 w 68"/>
                    <a:gd name="T11" fmla="*/ 2147483647 h 76"/>
                    <a:gd name="T12" fmla="*/ 2147483647 w 68"/>
                    <a:gd name="T13" fmla="*/ 2147483647 h 76"/>
                    <a:gd name="T14" fmla="*/ 2147483647 w 68"/>
                    <a:gd name="T15" fmla="*/ 2147483647 h 76"/>
                    <a:gd name="T16" fmla="*/ 2147483647 w 68"/>
                    <a:gd name="T17" fmla="*/ 2147483647 h 76"/>
                    <a:gd name="T18" fmla="*/ 2147483647 w 68"/>
                    <a:gd name="T19" fmla="*/ 2147483647 h 76"/>
                    <a:gd name="T20" fmla="*/ 2147483647 w 68"/>
                    <a:gd name="T21" fmla="*/ 2147483647 h 76"/>
                    <a:gd name="T22" fmla="*/ 2147483647 w 68"/>
                    <a:gd name="T23" fmla="*/ 2147483647 h 76"/>
                    <a:gd name="T24" fmla="*/ 2147483647 w 68"/>
                    <a:gd name="T25" fmla="*/ 2147483647 h 76"/>
                    <a:gd name="T26" fmla="*/ 2147483647 w 68"/>
                    <a:gd name="T27" fmla="*/ 2147483647 h 76"/>
                    <a:gd name="T28" fmla="*/ 2147483647 w 68"/>
                    <a:gd name="T29" fmla="*/ 2147483647 h 76"/>
                    <a:gd name="T30" fmla="*/ 2147483647 w 68"/>
                    <a:gd name="T31" fmla="*/ 2147483647 h 76"/>
                    <a:gd name="T32" fmla="*/ 2147483647 w 68"/>
                    <a:gd name="T33" fmla="*/ 2147483647 h 76"/>
                    <a:gd name="T34" fmla="*/ 2147483647 w 68"/>
                    <a:gd name="T35" fmla="*/ 2147483647 h 76"/>
                    <a:gd name="T36" fmla="*/ 2147483647 w 68"/>
                    <a:gd name="T37" fmla="*/ 2147483647 h 76"/>
                    <a:gd name="T38" fmla="*/ 2147483647 w 68"/>
                    <a:gd name="T39" fmla="*/ 2147483647 h 76"/>
                    <a:gd name="T40" fmla="*/ 2147483647 w 68"/>
                    <a:gd name="T41" fmla="*/ 2147483647 h 76"/>
                    <a:gd name="T42" fmla="*/ 2147483647 w 68"/>
                    <a:gd name="T43" fmla="*/ 2147483647 h 76"/>
                    <a:gd name="T44" fmla="*/ 2147483647 w 68"/>
                    <a:gd name="T45" fmla="*/ 2147483647 h 76"/>
                    <a:gd name="T46" fmla="*/ 2147483647 w 68"/>
                    <a:gd name="T47" fmla="*/ 2147483647 h 76"/>
                    <a:gd name="T48" fmla="*/ 2147483647 w 68"/>
                    <a:gd name="T49" fmla="*/ 2147483647 h 76"/>
                    <a:gd name="T50" fmla="*/ 2147483647 w 68"/>
                    <a:gd name="T51" fmla="*/ 2147483647 h 76"/>
                    <a:gd name="T52" fmla="*/ 2147483647 w 68"/>
                    <a:gd name="T53" fmla="*/ 2147483647 h 76"/>
                    <a:gd name="T54" fmla="*/ 2147483647 w 68"/>
                    <a:gd name="T55" fmla="*/ 2147483647 h 76"/>
                    <a:gd name="T56" fmla="*/ 2147483647 w 68"/>
                    <a:gd name="T57" fmla="*/ 2147483647 h 76"/>
                    <a:gd name="T58" fmla="*/ 0 w 68"/>
                    <a:gd name="T59" fmla="*/ 2147483647 h 76"/>
                    <a:gd name="T60" fmla="*/ 2147483647 w 68"/>
                    <a:gd name="T61" fmla="*/ 2147483647 h 76"/>
                    <a:gd name="T62" fmla="*/ 2147483647 w 68"/>
                    <a:gd name="T63" fmla="*/ 2147483647 h 76"/>
                    <a:gd name="T64" fmla="*/ 2147483647 w 68"/>
                    <a:gd name="T65" fmla="*/ 2147483647 h 76"/>
                    <a:gd name="T66" fmla="*/ 2147483647 w 68"/>
                    <a:gd name="T67" fmla="*/ 2147483647 h 76"/>
                    <a:gd name="T68" fmla="*/ 2147483647 w 68"/>
                    <a:gd name="T69" fmla="*/ 2147483647 h 76"/>
                    <a:gd name="T70" fmla="*/ 2147483647 w 68"/>
                    <a:gd name="T71" fmla="*/ 2147483647 h 76"/>
                    <a:gd name="T72" fmla="*/ 2147483647 w 68"/>
                    <a:gd name="T73" fmla="*/ 2147483647 h 7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68"/>
                    <a:gd name="T112" fmla="*/ 0 h 76"/>
                    <a:gd name="T113" fmla="*/ 68 w 68"/>
                    <a:gd name="T114" fmla="*/ 76 h 7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68" h="76">
                      <a:moveTo>
                        <a:pt x="2" y="8"/>
                      </a:moveTo>
                      <a:lnTo>
                        <a:pt x="6" y="6"/>
                      </a:lnTo>
                      <a:lnTo>
                        <a:pt x="16" y="0"/>
                      </a:lnTo>
                      <a:lnTo>
                        <a:pt x="20" y="6"/>
                      </a:lnTo>
                      <a:lnTo>
                        <a:pt x="28" y="6"/>
                      </a:lnTo>
                      <a:lnTo>
                        <a:pt x="30" y="12"/>
                      </a:lnTo>
                      <a:lnTo>
                        <a:pt x="34" y="14"/>
                      </a:lnTo>
                      <a:lnTo>
                        <a:pt x="34" y="18"/>
                      </a:lnTo>
                      <a:lnTo>
                        <a:pt x="36" y="18"/>
                      </a:lnTo>
                      <a:lnTo>
                        <a:pt x="40" y="20"/>
                      </a:lnTo>
                      <a:lnTo>
                        <a:pt x="42" y="28"/>
                      </a:lnTo>
                      <a:lnTo>
                        <a:pt x="48" y="30"/>
                      </a:lnTo>
                      <a:lnTo>
                        <a:pt x="56" y="34"/>
                      </a:lnTo>
                      <a:lnTo>
                        <a:pt x="62" y="38"/>
                      </a:lnTo>
                      <a:lnTo>
                        <a:pt x="62" y="44"/>
                      </a:lnTo>
                      <a:lnTo>
                        <a:pt x="64" y="48"/>
                      </a:lnTo>
                      <a:lnTo>
                        <a:pt x="68" y="56"/>
                      </a:lnTo>
                      <a:lnTo>
                        <a:pt x="64" y="62"/>
                      </a:lnTo>
                      <a:lnTo>
                        <a:pt x="60" y="70"/>
                      </a:lnTo>
                      <a:lnTo>
                        <a:pt x="60" y="74"/>
                      </a:lnTo>
                      <a:lnTo>
                        <a:pt x="46" y="74"/>
                      </a:lnTo>
                      <a:lnTo>
                        <a:pt x="42" y="76"/>
                      </a:lnTo>
                      <a:lnTo>
                        <a:pt x="34" y="76"/>
                      </a:lnTo>
                      <a:lnTo>
                        <a:pt x="26" y="68"/>
                      </a:lnTo>
                      <a:lnTo>
                        <a:pt x="18" y="68"/>
                      </a:lnTo>
                      <a:lnTo>
                        <a:pt x="18" y="70"/>
                      </a:lnTo>
                      <a:lnTo>
                        <a:pt x="16" y="74"/>
                      </a:lnTo>
                      <a:lnTo>
                        <a:pt x="16" y="76"/>
                      </a:lnTo>
                      <a:lnTo>
                        <a:pt x="10" y="66"/>
                      </a:lnTo>
                      <a:lnTo>
                        <a:pt x="0" y="60"/>
                      </a:lnTo>
                      <a:lnTo>
                        <a:pt x="4" y="52"/>
                      </a:lnTo>
                      <a:lnTo>
                        <a:pt x="12" y="50"/>
                      </a:lnTo>
                      <a:lnTo>
                        <a:pt x="14" y="44"/>
                      </a:lnTo>
                      <a:lnTo>
                        <a:pt x="8" y="38"/>
                      </a:lnTo>
                      <a:lnTo>
                        <a:pt x="6" y="28"/>
                      </a:lnTo>
                      <a:lnTo>
                        <a:pt x="8" y="22"/>
                      </a:lnTo>
                      <a:lnTo>
                        <a:pt x="2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9" name="i$ḻîďê"/>
                <p:cNvSpPr/>
                <p:nvPr/>
              </p:nvSpPr>
              <p:spPr bwMode="auto">
                <a:xfrm>
                  <a:off x="4904259" y="2514251"/>
                  <a:ext cx="152871" cy="85465"/>
                </a:xfrm>
                <a:custGeom>
                  <a:avLst/>
                  <a:gdLst>
                    <a:gd name="T0" fmla="*/ 2147483647 w 88"/>
                    <a:gd name="T1" fmla="*/ 2147483647 h 52"/>
                    <a:gd name="T2" fmla="*/ 2147483647 w 88"/>
                    <a:gd name="T3" fmla="*/ 2147483647 h 52"/>
                    <a:gd name="T4" fmla="*/ 2147483647 w 88"/>
                    <a:gd name="T5" fmla="*/ 2147483647 h 52"/>
                    <a:gd name="T6" fmla="*/ 0 w 88"/>
                    <a:gd name="T7" fmla="*/ 2147483647 h 52"/>
                    <a:gd name="T8" fmla="*/ 2147483647 w 88"/>
                    <a:gd name="T9" fmla="*/ 2147483647 h 52"/>
                    <a:gd name="T10" fmla="*/ 2147483647 w 88"/>
                    <a:gd name="T11" fmla="*/ 2147483647 h 52"/>
                    <a:gd name="T12" fmla="*/ 2147483647 w 88"/>
                    <a:gd name="T13" fmla="*/ 2147483647 h 52"/>
                    <a:gd name="T14" fmla="*/ 2147483647 w 88"/>
                    <a:gd name="T15" fmla="*/ 2147483647 h 52"/>
                    <a:gd name="T16" fmla="*/ 2147483647 w 88"/>
                    <a:gd name="T17" fmla="*/ 2147483647 h 52"/>
                    <a:gd name="T18" fmla="*/ 2147483647 w 88"/>
                    <a:gd name="T19" fmla="*/ 2147483647 h 52"/>
                    <a:gd name="T20" fmla="*/ 2147483647 w 88"/>
                    <a:gd name="T21" fmla="*/ 2147483647 h 52"/>
                    <a:gd name="T22" fmla="*/ 2147483647 w 88"/>
                    <a:gd name="T23" fmla="*/ 2147483647 h 52"/>
                    <a:gd name="T24" fmla="*/ 2147483647 w 88"/>
                    <a:gd name="T25" fmla="*/ 2147483647 h 52"/>
                    <a:gd name="T26" fmla="*/ 2147483647 w 88"/>
                    <a:gd name="T27" fmla="*/ 2147483647 h 52"/>
                    <a:gd name="T28" fmla="*/ 2147483647 w 88"/>
                    <a:gd name="T29" fmla="*/ 2147483647 h 52"/>
                    <a:gd name="T30" fmla="*/ 2147483647 w 88"/>
                    <a:gd name="T31" fmla="*/ 2147483647 h 52"/>
                    <a:gd name="T32" fmla="*/ 2147483647 w 88"/>
                    <a:gd name="T33" fmla="*/ 2147483647 h 52"/>
                    <a:gd name="T34" fmla="*/ 2147483647 w 88"/>
                    <a:gd name="T35" fmla="*/ 2147483647 h 52"/>
                    <a:gd name="T36" fmla="*/ 2147483647 w 88"/>
                    <a:gd name="T37" fmla="*/ 2147483647 h 52"/>
                    <a:gd name="T38" fmla="*/ 2147483647 w 88"/>
                    <a:gd name="T39" fmla="*/ 2147483647 h 52"/>
                    <a:gd name="T40" fmla="*/ 2147483647 w 88"/>
                    <a:gd name="T41" fmla="*/ 2147483647 h 52"/>
                    <a:gd name="T42" fmla="*/ 2147483647 w 88"/>
                    <a:gd name="T43" fmla="*/ 0 h 52"/>
                    <a:gd name="T44" fmla="*/ 2147483647 w 88"/>
                    <a:gd name="T45" fmla="*/ 0 h 52"/>
                    <a:gd name="T46" fmla="*/ 2147483647 w 88"/>
                    <a:gd name="T47" fmla="*/ 2147483647 h 52"/>
                    <a:gd name="T48" fmla="*/ 2147483647 w 88"/>
                    <a:gd name="T49" fmla="*/ 2147483647 h 52"/>
                    <a:gd name="T50" fmla="*/ 2147483647 w 88"/>
                    <a:gd name="T51" fmla="*/ 2147483647 h 52"/>
                    <a:gd name="T52" fmla="*/ 2147483647 w 88"/>
                    <a:gd name="T53" fmla="*/ 2147483647 h 52"/>
                    <a:gd name="T54" fmla="*/ 2147483647 w 88"/>
                    <a:gd name="T55" fmla="*/ 2147483647 h 52"/>
                    <a:gd name="T56" fmla="*/ 2147483647 w 88"/>
                    <a:gd name="T57" fmla="*/ 2147483647 h 52"/>
                    <a:gd name="T58" fmla="*/ 2147483647 w 88"/>
                    <a:gd name="T59" fmla="*/ 2147483647 h 52"/>
                    <a:gd name="T60" fmla="*/ 2147483647 w 88"/>
                    <a:gd name="T61" fmla="*/ 2147483647 h 52"/>
                    <a:gd name="T62" fmla="*/ 2147483647 w 88"/>
                    <a:gd name="T63" fmla="*/ 2147483647 h 52"/>
                    <a:gd name="T64" fmla="*/ 2147483647 w 88"/>
                    <a:gd name="T65" fmla="*/ 2147483647 h 52"/>
                    <a:gd name="T66" fmla="*/ 2147483647 w 88"/>
                    <a:gd name="T67" fmla="*/ 2147483647 h 52"/>
                    <a:gd name="T68" fmla="*/ 2147483647 w 88"/>
                    <a:gd name="T69" fmla="*/ 2147483647 h 52"/>
                    <a:gd name="T70" fmla="*/ 2147483647 w 88"/>
                    <a:gd name="T71" fmla="*/ 2147483647 h 52"/>
                    <a:gd name="T72" fmla="*/ 2147483647 w 88"/>
                    <a:gd name="T73" fmla="*/ 2147483647 h 52"/>
                    <a:gd name="T74" fmla="*/ 2147483647 w 88"/>
                    <a:gd name="T75" fmla="*/ 2147483647 h 52"/>
                    <a:gd name="T76" fmla="*/ 2147483647 w 88"/>
                    <a:gd name="T77" fmla="*/ 2147483647 h 52"/>
                    <a:gd name="T78" fmla="*/ 2147483647 w 88"/>
                    <a:gd name="T79" fmla="*/ 2147483647 h 52"/>
                    <a:gd name="T80" fmla="*/ 2147483647 w 88"/>
                    <a:gd name="T81" fmla="*/ 2147483647 h 52"/>
                    <a:gd name="T82" fmla="*/ 2147483647 w 88"/>
                    <a:gd name="T83" fmla="*/ 2147483647 h 52"/>
                    <a:gd name="T84" fmla="*/ 2147483647 w 88"/>
                    <a:gd name="T85" fmla="*/ 2147483647 h 52"/>
                    <a:gd name="T86" fmla="*/ 2147483647 w 88"/>
                    <a:gd name="T87" fmla="*/ 2147483647 h 52"/>
                    <a:gd name="T88" fmla="*/ 2147483647 w 88"/>
                    <a:gd name="T89" fmla="*/ 2147483647 h 52"/>
                    <a:gd name="T90" fmla="*/ 2147483647 w 88"/>
                    <a:gd name="T91" fmla="*/ 2147483647 h 52"/>
                    <a:gd name="T92" fmla="*/ 2147483647 w 88"/>
                    <a:gd name="T93" fmla="*/ 2147483647 h 52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88"/>
                    <a:gd name="T142" fmla="*/ 0 h 52"/>
                    <a:gd name="T143" fmla="*/ 88 w 88"/>
                    <a:gd name="T144" fmla="*/ 52 h 52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88" h="52">
                      <a:moveTo>
                        <a:pt x="10" y="48"/>
                      </a:moveTo>
                      <a:lnTo>
                        <a:pt x="8" y="40"/>
                      </a:lnTo>
                      <a:lnTo>
                        <a:pt x="6" y="38"/>
                      </a:lnTo>
                      <a:lnTo>
                        <a:pt x="0" y="36"/>
                      </a:lnTo>
                      <a:lnTo>
                        <a:pt x="2" y="32"/>
                      </a:lnTo>
                      <a:lnTo>
                        <a:pt x="4" y="24"/>
                      </a:lnTo>
                      <a:lnTo>
                        <a:pt x="8" y="18"/>
                      </a:lnTo>
                      <a:lnTo>
                        <a:pt x="4" y="12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4" y="4"/>
                      </a:lnTo>
                      <a:lnTo>
                        <a:pt x="6" y="4"/>
                      </a:lnTo>
                      <a:lnTo>
                        <a:pt x="10" y="6"/>
                      </a:lnTo>
                      <a:lnTo>
                        <a:pt x="14" y="6"/>
                      </a:lnTo>
                      <a:lnTo>
                        <a:pt x="20" y="6"/>
                      </a:lnTo>
                      <a:lnTo>
                        <a:pt x="24" y="8"/>
                      </a:lnTo>
                      <a:lnTo>
                        <a:pt x="46" y="8"/>
                      </a:lnTo>
                      <a:lnTo>
                        <a:pt x="52" y="8"/>
                      </a:lnTo>
                      <a:lnTo>
                        <a:pt x="56" y="4"/>
                      </a:lnTo>
                      <a:lnTo>
                        <a:pt x="60" y="2"/>
                      </a:lnTo>
                      <a:lnTo>
                        <a:pt x="66" y="0"/>
                      </a:lnTo>
                      <a:lnTo>
                        <a:pt x="70" y="0"/>
                      </a:lnTo>
                      <a:lnTo>
                        <a:pt x="76" y="2"/>
                      </a:lnTo>
                      <a:lnTo>
                        <a:pt x="86" y="8"/>
                      </a:lnTo>
                      <a:lnTo>
                        <a:pt x="84" y="14"/>
                      </a:lnTo>
                      <a:lnTo>
                        <a:pt x="84" y="22"/>
                      </a:lnTo>
                      <a:lnTo>
                        <a:pt x="84" y="30"/>
                      </a:lnTo>
                      <a:lnTo>
                        <a:pt x="88" y="38"/>
                      </a:lnTo>
                      <a:lnTo>
                        <a:pt x="70" y="40"/>
                      </a:lnTo>
                      <a:lnTo>
                        <a:pt x="64" y="42"/>
                      </a:lnTo>
                      <a:lnTo>
                        <a:pt x="62" y="44"/>
                      </a:lnTo>
                      <a:lnTo>
                        <a:pt x="60" y="46"/>
                      </a:lnTo>
                      <a:lnTo>
                        <a:pt x="58" y="46"/>
                      </a:lnTo>
                      <a:lnTo>
                        <a:pt x="56" y="50"/>
                      </a:lnTo>
                      <a:lnTo>
                        <a:pt x="52" y="50"/>
                      </a:lnTo>
                      <a:lnTo>
                        <a:pt x="50" y="52"/>
                      </a:lnTo>
                      <a:lnTo>
                        <a:pt x="48" y="52"/>
                      </a:lnTo>
                      <a:lnTo>
                        <a:pt x="42" y="52"/>
                      </a:lnTo>
                      <a:lnTo>
                        <a:pt x="38" y="50"/>
                      </a:lnTo>
                      <a:lnTo>
                        <a:pt x="36" y="48"/>
                      </a:lnTo>
                      <a:lnTo>
                        <a:pt x="32" y="46"/>
                      </a:lnTo>
                      <a:lnTo>
                        <a:pt x="26" y="48"/>
                      </a:lnTo>
                      <a:lnTo>
                        <a:pt x="20" y="50"/>
                      </a:lnTo>
                      <a:lnTo>
                        <a:pt x="14" y="50"/>
                      </a:lnTo>
                      <a:lnTo>
                        <a:pt x="10" y="50"/>
                      </a:lnTo>
                      <a:lnTo>
                        <a:pt x="10" y="4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0" name="ï$ḻidé"/>
                <p:cNvSpPr/>
                <p:nvPr/>
              </p:nvSpPr>
              <p:spPr bwMode="auto">
                <a:xfrm>
                  <a:off x="4575104" y="2192007"/>
                  <a:ext cx="22036" cy="5604"/>
                </a:xfrm>
                <a:custGeom>
                  <a:avLst/>
                  <a:gdLst>
                    <a:gd name="T0" fmla="*/ 0 w 14"/>
                    <a:gd name="T1" fmla="*/ 2147483647 h 4"/>
                    <a:gd name="T2" fmla="*/ 2147483647 w 14"/>
                    <a:gd name="T3" fmla="*/ 2147483647 h 4"/>
                    <a:gd name="T4" fmla="*/ 2147483647 w 14"/>
                    <a:gd name="T5" fmla="*/ 2147483647 h 4"/>
                    <a:gd name="T6" fmla="*/ 2147483647 w 14"/>
                    <a:gd name="T7" fmla="*/ 2147483647 h 4"/>
                    <a:gd name="T8" fmla="*/ 2147483647 w 14"/>
                    <a:gd name="T9" fmla="*/ 0 h 4"/>
                    <a:gd name="T10" fmla="*/ 2147483647 w 14"/>
                    <a:gd name="T11" fmla="*/ 0 h 4"/>
                    <a:gd name="T12" fmla="*/ 0 w 14"/>
                    <a:gd name="T13" fmla="*/ 2147483647 h 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"/>
                    <a:gd name="T22" fmla="*/ 0 h 4"/>
                    <a:gd name="T23" fmla="*/ 14 w 14"/>
                    <a:gd name="T24" fmla="*/ 4 h 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" h="4">
                      <a:moveTo>
                        <a:pt x="0" y="2"/>
                      </a:moveTo>
                      <a:lnTo>
                        <a:pt x="6" y="4"/>
                      </a:lnTo>
                      <a:lnTo>
                        <a:pt x="8" y="4"/>
                      </a:lnTo>
                      <a:lnTo>
                        <a:pt x="14" y="2"/>
                      </a:ln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1" name="iṩlíḓé"/>
                <p:cNvSpPr/>
                <p:nvPr/>
              </p:nvSpPr>
              <p:spPr bwMode="auto">
                <a:xfrm>
                  <a:off x="4361637" y="2561886"/>
                  <a:ext cx="26167" cy="12610"/>
                </a:xfrm>
                <a:custGeom>
                  <a:avLst/>
                  <a:gdLst>
                    <a:gd name="T0" fmla="*/ 2147483647 w 16"/>
                    <a:gd name="T1" fmla="*/ 2147483647 h 8"/>
                    <a:gd name="T2" fmla="*/ 2147483647 w 16"/>
                    <a:gd name="T3" fmla="*/ 2147483647 h 8"/>
                    <a:gd name="T4" fmla="*/ 2147483647 w 16"/>
                    <a:gd name="T5" fmla="*/ 2147483647 h 8"/>
                    <a:gd name="T6" fmla="*/ 2147483647 w 16"/>
                    <a:gd name="T7" fmla="*/ 2147483647 h 8"/>
                    <a:gd name="T8" fmla="*/ 0 w 16"/>
                    <a:gd name="T9" fmla="*/ 2147483647 h 8"/>
                    <a:gd name="T10" fmla="*/ 0 w 16"/>
                    <a:gd name="T11" fmla="*/ 2147483647 h 8"/>
                    <a:gd name="T12" fmla="*/ 2147483647 w 16"/>
                    <a:gd name="T13" fmla="*/ 0 h 8"/>
                    <a:gd name="T14" fmla="*/ 2147483647 w 16"/>
                    <a:gd name="T15" fmla="*/ 0 h 8"/>
                    <a:gd name="T16" fmla="*/ 2147483647 w 16"/>
                    <a:gd name="T17" fmla="*/ 0 h 8"/>
                    <a:gd name="T18" fmla="*/ 2147483647 w 16"/>
                    <a:gd name="T19" fmla="*/ 2147483647 h 8"/>
                    <a:gd name="T20" fmla="*/ 2147483647 w 16"/>
                    <a:gd name="T21" fmla="*/ 2147483647 h 8"/>
                    <a:gd name="T22" fmla="*/ 2147483647 w 16"/>
                    <a:gd name="T23" fmla="*/ 2147483647 h 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6"/>
                    <a:gd name="T37" fmla="*/ 0 h 8"/>
                    <a:gd name="T38" fmla="*/ 16 w 16"/>
                    <a:gd name="T39" fmla="*/ 8 h 8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6" h="8">
                      <a:moveTo>
                        <a:pt x="14" y="4"/>
                      </a:moveTo>
                      <a:lnTo>
                        <a:pt x="12" y="6"/>
                      </a:lnTo>
                      <a:lnTo>
                        <a:pt x="6" y="8"/>
                      </a:lnTo>
                      <a:lnTo>
                        <a:pt x="2" y="8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10" y="2"/>
                      </a:lnTo>
                      <a:lnTo>
                        <a:pt x="16" y="6"/>
                      </a:lnTo>
                      <a:lnTo>
                        <a:pt x="14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2" name="iśľiḋê"/>
                <p:cNvSpPr/>
                <p:nvPr/>
              </p:nvSpPr>
              <p:spPr bwMode="auto">
                <a:xfrm>
                  <a:off x="4469059" y="2334916"/>
                  <a:ext cx="20657" cy="26620"/>
                </a:xfrm>
                <a:custGeom>
                  <a:avLst/>
                  <a:gdLst>
                    <a:gd name="T0" fmla="*/ 2147483647 w 12"/>
                    <a:gd name="T1" fmla="*/ 0 h 16"/>
                    <a:gd name="T2" fmla="*/ 2147483647 w 12"/>
                    <a:gd name="T3" fmla="*/ 2147483647 h 16"/>
                    <a:gd name="T4" fmla="*/ 2147483647 w 12"/>
                    <a:gd name="T5" fmla="*/ 2147483647 h 16"/>
                    <a:gd name="T6" fmla="*/ 2147483647 w 12"/>
                    <a:gd name="T7" fmla="*/ 2147483647 h 16"/>
                    <a:gd name="T8" fmla="*/ 0 w 12"/>
                    <a:gd name="T9" fmla="*/ 2147483647 h 16"/>
                    <a:gd name="T10" fmla="*/ 2147483647 w 12"/>
                    <a:gd name="T11" fmla="*/ 2147483647 h 16"/>
                    <a:gd name="T12" fmla="*/ 2147483647 w 12"/>
                    <a:gd name="T13" fmla="*/ 2147483647 h 16"/>
                    <a:gd name="T14" fmla="*/ 2147483647 w 12"/>
                    <a:gd name="T15" fmla="*/ 2147483647 h 16"/>
                    <a:gd name="T16" fmla="*/ 2147483647 w 12"/>
                    <a:gd name="T17" fmla="*/ 2147483647 h 16"/>
                    <a:gd name="T18" fmla="*/ 2147483647 w 12"/>
                    <a:gd name="T19" fmla="*/ 2147483647 h 16"/>
                    <a:gd name="T20" fmla="*/ 2147483647 w 12"/>
                    <a:gd name="T21" fmla="*/ 2147483647 h 16"/>
                    <a:gd name="T22" fmla="*/ 2147483647 w 12"/>
                    <a:gd name="T23" fmla="*/ 0 h 1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2"/>
                    <a:gd name="T37" fmla="*/ 0 h 16"/>
                    <a:gd name="T38" fmla="*/ 12 w 12"/>
                    <a:gd name="T39" fmla="*/ 16 h 1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2" h="16">
                      <a:moveTo>
                        <a:pt x="8" y="0"/>
                      </a:moveTo>
                      <a:lnTo>
                        <a:pt x="6" y="2"/>
                      </a:lnTo>
                      <a:lnTo>
                        <a:pt x="4" y="4"/>
                      </a:lnTo>
                      <a:lnTo>
                        <a:pt x="2" y="6"/>
                      </a:lnTo>
                      <a:lnTo>
                        <a:pt x="0" y="8"/>
                      </a:lnTo>
                      <a:lnTo>
                        <a:pt x="2" y="12"/>
                      </a:lnTo>
                      <a:lnTo>
                        <a:pt x="2" y="14"/>
                      </a:lnTo>
                      <a:lnTo>
                        <a:pt x="8" y="14"/>
                      </a:lnTo>
                      <a:lnTo>
                        <a:pt x="12" y="16"/>
                      </a:lnTo>
                      <a:lnTo>
                        <a:pt x="12" y="12"/>
                      </a:lnTo>
                      <a:lnTo>
                        <a:pt x="12" y="8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3" name="iš1íḍè"/>
                <p:cNvSpPr/>
                <p:nvPr/>
              </p:nvSpPr>
              <p:spPr bwMode="auto">
                <a:xfrm>
                  <a:off x="5277483" y="2882728"/>
                  <a:ext cx="579809" cy="497376"/>
                </a:xfrm>
                <a:custGeom>
                  <a:avLst/>
                  <a:gdLst>
                    <a:gd name="T0" fmla="*/ 2147483647 w 332"/>
                    <a:gd name="T1" fmla="*/ 2147483647 h 298"/>
                    <a:gd name="T2" fmla="*/ 2147483647 w 332"/>
                    <a:gd name="T3" fmla="*/ 2147483647 h 298"/>
                    <a:gd name="T4" fmla="*/ 2147483647 w 332"/>
                    <a:gd name="T5" fmla="*/ 2147483647 h 298"/>
                    <a:gd name="T6" fmla="*/ 2147483647 w 332"/>
                    <a:gd name="T7" fmla="*/ 2147483647 h 298"/>
                    <a:gd name="T8" fmla="*/ 2147483647 w 332"/>
                    <a:gd name="T9" fmla="*/ 2147483647 h 298"/>
                    <a:gd name="T10" fmla="*/ 2147483647 w 332"/>
                    <a:gd name="T11" fmla="*/ 2147483647 h 298"/>
                    <a:gd name="T12" fmla="*/ 2147483647 w 332"/>
                    <a:gd name="T13" fmla="*/ 2147483647 h 298"/>
                    <a:gd name="T14" fmla="*/ 2147483647 w 332"/>
                    <a:gd name="T15" fmla="*/ 2147483647 h 298"/>
                    <a:gd name="T16" fmla="*/ 2147483647 w 332"/>
                    <a:gd name="T17" fmla="*/ 2147483647 h 298"/>
                    <a:gd name="T18" fmla="*/ 2147483647 w 332"/>
                    <a:gd name="T19" fmla="*/ 2147483647 h 298"/>
                    <a:gd name="T20" fmla="*/ 2147483647 w 332"/>
                    <a:gd name="T21" fmla="*/ 2147483647 h 298"/>
                    <a:gd name="T22" fmla="*/ 2147483647 w 332"/>
                    <a:gd name="T23" fmla="*/ 2147483647 h 298"/>
                    <a:gd name="T24" fmla="*/ 2147483647 w 332"/>
                    <a:gd name="T25" fmla="*/ 2147483647 h 298"/>
                    <a:gd name="T26" fmla="*/ 2147483647 w 332"/>
                    <a:gd name="T27" fmla="*/ 2147483647 h 298"/>
                    <a:gd name="T28" fmla="*/ 2147483647 w 332"/>
                    <a:gd name="T29" fmla="*/ 2147483647 h 298"/>
                    <a:gd name="T30" fmla="*/ 2147483647 w 332"/>
                    <a:gd name="T31" fmla="*/ 2147483647 h 298"/>
                    <a:gd name="T32" fmla="*/ 2147483647 w 332"/>
                    <a:gd name="T33" fmla="*/ 2147483647 h 298"/>
                    <a:gd name="T34" fmla="*/ 2147483647 w 332"/>
                    <a:gd name="T35" fmla="*/ 2147483647 h 298"/>
                    <a:gd name="T36" fmla="*/ 2147483647 w 332"/>
                    <a:gd name="T37" fmla="*/ 2147483647 h 298"/>
                    <a:gd name="T38" fmla="*/ 2147483647 w 332"/>
                    <a:gd name="T39" fmla="*/ 2147483647 h 298"/>
                    <a:gd name="T40" fmla="*/ 2147483647 w 332"/>
                    <a:gd name="T41" fmla="*/ 2147483647 h 298"/>
                    <a:gd name="T42" fmla="*/ 2147483647 w 332"/>
                    <a:gd name="T43" fmla="*/ 2147483647 h 298"/>
                    <a:gd name="T44" fmla="*/ 2147483647 w 332"/>
                    <a:gd name="T45" fmla="*/ 2147483647 h 298"/>
                    <a:gd name="T46" fmla="*/ 2147483647 w 332"/>
                    <a:gd name="T47" fmla="*/ 2147483647 h 298"/>
                    <a:gd name="T48" fmla="*/ 2147483647 w 332"/>
                    <a:gd name="T49" fmla="*/ 2147483647 h 298"/>
                    <a:gd name="T50" fmla="*/ 2147483647 w 332"/>
                    <a:gd name="T51" fmla="*/ 2147483647 h 298"/>
                    <a:gd name="T52" fmla="*/ 2147483647 w 332"/>
                    <a:gd name="T53" fmla="*/ 2147483647 h 298"/>
                    <a:gd name="T54" fmla="*/ 2147483647 w 332"/>
                    <a:gd name="T55" fmla="*/ 2147483647 h 298"/>
                    <a:gd name="T56" fmla="*/ 2147483647 w 332"/>
                    <a:gd name="T57" fmla="*/ 2147483647 h 298"/>
                    <a:gd name="T58" fmla="*/ 2147483647 w 332"/>
                    <a:gd name="T59" fmla="*/ 2147483647 h 298"/>
                    <a:gd name="T60" fmla="*/ 2147483647 w 332"/>
                    <a:gd name="T61" fmla="*/ 2147483647 h 298"/>
                    <a:gd name="T62" fmla="*/ 2147483647 w 332"/>
                    <a:gd name="T63" fmla="*/ 0 h 298"/>
                    <a:gd name="T64" fmla="*/ 2147483647 w 332"/>
                    <a:gd name="T65" fmla="*/ 2147483647 h 298"/>
                    <a:gd name="T66" fmla="*/ 2147483647 w 332"/>
                    <a:gd name="T67" fmla="*/ 2147483647 h 298"/>
                    <a:gd name="T68" fmla="*/ 2147483647 w 332"/>
                    <a:gd name="T69" fmla="*/ 2147483647 h 298"/>
                    <a:gd name="T70" fmla="*/ 2147483647 w 332"/>
                    <a:gd name="T71" fmla="*/ 2147483647 h 298"/>
                    <a:gd name="T72" fmla="*/ 2147483647 w 332"/>
                    <a:gd name="T73" fmla="*/ 2147483647 h 298"/>
                    <a:gd name="T74" fmla="*/ 2147483647 w 332"/>
                    <a:gd name="T75" fmla="*/ 2147483647 h 298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332"/>
                    <a:gd name="T115" fmla="*/ 0 h 298"/>
                    <a:gd name="T116" fmla="*/ 332 w 332"/>
                    <a:gd name="T117" fmla="*/ 298 h 298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332" h="298">
                      <a:moveTo>
                        <a:pt x="222" y="62"/>
                      </a:moveTo>
                      <a:lnTo>
                        <a:pt x="224" y="72"/>
                      </a:lnTo>
                      <a:lnTo>
                        <a:pt x="226" y="78"/>
                      </a:lnTo>
                      <a:lnTo>
                        <a:pt x="230" y="80"/>
                      </a:lnTo>
                      <a:lnTo>
                        <a:pt x="234" y="84"/>
                      </a:lnTo>
                      <a:lnTo>
                        <a:pt x="236" y="88"/>
                      </a:lnTo>
                      <a:lnTo>
                        <a:pt x="242" y="96"/>
                      </a:lnTo>
                      <a:lnTo>
                        <a:pt x="244" y="102"/>
                      </a:lnTo>
                      <a:lnTo>
                        <a:pt x="248" y="110"/>
                      </a:lnTo>
                      <a:lnTo>
                        <a:pt x="254" y="118"/>
                      </a:lnTo>
                      <a:lnTo>
                        <a:pt x="258" y="126"/>
                      </a:lnTo>
                      <a:lnTo>
                        <a:pt x="260" y="130"/>
                      </a:lnTo>
                      <a:lnTo>
                        <a:pt x="258" y="136"/>
                      </a:lnTo>
                      <a:lnTo>
                        <a:pt x="268" y="144"/>
                      </a:lnTo>
                      <a:lnTo>
                        <a:pt x="280" y="148"/>
                      </a:lnTo>
                      <a:lnTo>
                        <a:pt x="280" y="156"/>
                      </a:lnTo>
                      <a:lnTo>
                        <a:pt x="324" y="158"/>
                      </a:lnTo>
                      <a:lnTo>
                        <a:pt x="332" y="164"/>
                      </a:lnTo>
                      <a:lnTo>
                        <a:pt x="332" y="198"/>
                      </a:lnTo>
                      <a:lnTo>
                        <a:pt x="282" y="242"/>
                      </a:lnTo>
                      <a:lnTo>
                        <a:pt x="234" y="254"/>
                      </a:lnTo>
                      <a:lnTo>
                        <a:pt x="190" y="298"/>
                      </a:lnTo>
                      <a:lnTo>
                        <a:pt x="188" y="276"/>
                      </a:lnTo>
                      <a:lnTo>
                        <a:pt x="168" y="270"/>
                      </a:lnTo>
                      <a:lnTo>
                        <a:pt x="164" y="268"/>
                      </a:lnTo>
                      <a:lnTo>
                        <a:pt x="162" y="270"/>
                      </a:lnTo>
                      <a:lnTo>
                        <a:pt x="156" y="268"/>
                      </a:lnTo>
                      <a:lnTo>
                        <a:pt x="152" y="264"/>
                      </a:lnTo>
                      <a:lnTo>
                        <a:pt x="150" y="266"/>
                      </a:lnTo>
                      <a:lnTo>
                        <a:pt x="148" y="270"/>
                      </a:lnTo>
                      <a:lnTo>
                        <a:pt x="146" y="276"/>
                      </a:lnTo>
                      <a:lnTo>
                        <a:pt x="144" y="280"/>
                      </a:lnTo>
                      <a:lnTo>
                        <a:pt x="142" y="274"/>
                      </a:lnTo>
                      <a:lnTo>
                        <a:pt x="134" y="264"/>
                      </a:lnTo>
                      <a:lnTo>
                        <a:pt x="124" y="254"/>
                      </a:lnTo>
                      <a:lnTo>
                        <a:pt x="118" y="248"/>
                      </a:lnTo>
                      <a:lnTo>
                        <a:pt x="116" y="240"/>
                      </a:lnTo>
                      <a:lnTo>
                        <a:pt x="108" y="228"/>
                      </a:lnTo>
                      <a:lnTo>
                        <a:pt x="102" y="220"/>
                      </a:lnTo>
                      <a:lnTo>
                        <a:pt x="98" y="214"/>
                      </a:lnTo>
                      <a:lnTo>
                        <a:pt x="90" y="210"/>
                      </a:lnTo>
                      <a:lnTo>
                        <a:pt x="82" y="200"/>
                      </a:lnTo>
                      <a:lnTo>
                        <a:pt x="84" y="200"/>
                      </a:lnTo>
                      <a:lnTo>
                        <a:pt x="82" y="200"/>
                      </a:lnTo>
                      <a:lnTo>
                        <a:pt x="76" y="200"/>
                      </a:lnTo>
                      <a:lnTo>
                        <a:pt x="76" y="162"/>
                      </a:lnTo>
                      <a:lnTo>
                        <a:pt x="68" y="152"/>
                      </a:lnTo>
                      <a:lnTo>
                        <a:pt x="58" y="142"/>
                      </a:lnTo>
                      <a:lnTo>
                        <a:pt x="48" y="134"/>
                      </a:lnTo>
                      <a:lnTo>
                        <a:pt x="42" y="124"/>
                      </a:lnTo>
                      <a:lnTo>
                        <a:pt x="24" y="92"/>
                      </a:lnTo>
                      <a:lnTo>
                        <a:pt x="16" y="76"/>
                      </a:lnTo>
                      <a:lnTo>
                        <a:pt x="10" y="72"/>
                      </a:lnTo>
                      <a:lnTo>
                        <a:pt x="4" y="66"/>
                      </a:lnTo>
                      <a:lnTo>
                        <a:pt x="0" y="54"/>
                      </a:lnTo>
                      <a:lnTo>
                        <a:pt x="16" y="56"/>
                      </a:lnTo>
                      <a:lnTo>
                        <a:pt x="20" y="52"/>
                      </a:lnTo>
                      <a:lnTo>
                        <a:pt x="24" y="46"/>
                      </a:lnTo>
                      <a:lnTo>
                        <a:pt x="30" y="42"/>
                      </a:lnTo>
                      <a:lnTo>
                        <a:pt x="34" y="42"/>
                      </a:lnTo>
                      <a:lnTo>
                        <a:pt x="38" y="36"/>
                      </a:lnTo>
                      <a:lnTo>
                        <a:pt x="44" y="36"/>
                      </a:lnTo>
                      <a:lnTo>
                        <a:pt x="32" y="10"/>
                      </a:lnTo>
                      <a:lnTo>
                        <a:pt x="62" y="0"/>
                      </a:lnTo>
                      <a:lnTo>
                        <a:pt x="118" y="24"/>
                      </a:lnTo>
                      <a:lnTo>
                        <a:pt x="122" y="26"/>
                      </a:lnTo>
                      <a:lnTo>
                        <a:pt x="124" y="30"/>
                      </a:lnTo>
                      <a:lnTo>
                        <a:pt x="128" y="32"/>
                      </a:lnTo>
                      <a:lnTo>
                        <a:pt x="134" y="34"/>
                      </a:lnTo>
                      <a:lnTo>
                        <a:pt x="134" y="44"/>
                      </a:lnTo>
                      <a:lnTo>
                        <a:pt x="152" y="54"/>
                      </a:lnTo>
                      <a:lnTo>
                        <a:pt x="180" y="54"/>
                      </a:lnTo>
                      <a:lnTo>
                        <a:pt x="196" y="58"/>
                      </a:lnTo>
                      <a:lnTo>
                        <a:pt x="200" y="60"/>
                      </a:lnTo>
                      <a:lnTo>
                        <a:pt x="204" y="64"/>
                      </a:lnTo>
                      <a:lnTo>
                        <a:pt x="222" y="64"/>
                      </a:lnTo>
                      <a:lnTo>
                        <a:pt x="222" y="6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4" name="íŝlíḋe"/>
                <p:cNvSpPr/>
                <p:nvPr/>
              </p:nvSpPr>
              <p:spPr bwMode="auto">
                <a:xfrm>
                  <a:off x="5200359" y="2769244"/>
                  <a:ext cx="35808" cy="19615"/>
                </a:xfrm>
                <a:custGeom>
                  <a:avLst/>
                  <a:gdLst>
                    <a:gd name="T0" fmla="*/ 2147483647 w 20"/>
                    <a:gd name="T1" fmla="*/ 2147483647 h 12"/>
                    <a:gd name="T2" fmla="*/ 0 w 20"/>
                    <a:gd name="T3" fmla="*/ 2147483647 h 12"/>
                    <a:gd name="T4" fmla="*/ 0 w 20"/>
                    <a:gd name="T5" fmla="*/ 2147483647 h 12"/>
                    <a:gd name="T6" fmla="*/ 2147483647 w 20"/>
                    <a:gd name="T7" fmla="*/ 2147483647 h 12"/>
                    <a:gd name="T8" fmla="*/ 2147483647 w 20"/>
                    <a:gd name="T9" fmla="*/ 2147483647 h 12"/>
                    <a:gd name="T10" fmla="*/ 2147483647 w 20"/>
                    <a:gd name="T11" fmla="*/ 0 h 12"/>
                    <a:gd name="T12" fmla="*/ 2147483647 w 20"/>
                    <a:gd name="T13" fmla="*/ 2147483647 h 12"/>
                    <a:gd name="T14" fmla="*/ 2147483647 w 20"/>
                    <a:gd name="T15" fmla="*/ 2147483647 h 12"/>
                    <a:gd name="T16" fmla="*/ 2147483647 w 20"/>
                    <a:gd name="T17" fmla="*/ 0 h 12"/>
                    <a:gd name="T18" fmla="*/ 2147483647 w 20"/>
                    <a:gd name="T19" fmla="*/ 2147483647 h 12"/>
                    <a:gd name="T20" fmla="*/ 2147483647 w 20"/>
                    <a:gd name="T21" fmla="*/ 2147483647 h 12"/>
                    <a:gd name="T22" fmla="*/ 2147483647 w 20"/>
                    <a:gd name="T23" fmla="*/ 2147483647 h 1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"/>
                    <a:gd name="T37" fmla="*/ 0 h 12"/>
                    <a:gd name="T38" fmla="*/ 20 w 20"/>
                    <a:gd name="T39" fmla="*/ 12 h 1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" h="12">
                      <a:moveTo>
                        <a:pt x="8" y="12"/>
                      </a:move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4" y="4"/>
                      </a:lnTo>
                      <a:lnTo>
                        <a:pt x="6" y="0"/>
                      </a:lnTo>
                      <a:lnTo>
                        <a:pt x="8" y="4"/>
                      </a:lnTo>
                      <a:lnTo>
                        <a:pt x="12" y="4"/>
                      </a:lnTo>
                      <a:lnTo>
                        <a:pt x="20" y="0"/>
                      </a:lnTo>
                      <a:lnTo>
                        <a:pt x="20" y="4"/>
                      </a:lnTo>
                      <a:lnTo>
                        <a:pt x="16" y="8"/>
                      </a:lnTo>
                      <a:lnTo>
                        <a:pt x="8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5" name="ïṥḷïdé"/>
                <p:cNvSpPr/>
                <p:nvPr/>
              </p:nvSpPr>
              <p:spPr bwMode="auto">
                <a:xfrm>
                  <a:off x="5008926" y="2580100"/>
                  <a:ext cx="56466" cy="39230"/>
                </a:xfrm>
                <a:custGeom>
                  <a:avLst/>
                  <a:gdLst>
                    <a:gd name="T0" fmla="*/ 2147483647 w 32"/>
                    <a:gd name="T1" fmla="*/ 0 h 24"/>
                    <a:gd name="T2" fmla="*/ 2147483647 w 32"/>
                    <a:gd name="T3" fmla="*/ 2147483647 h 24"/>
                    <a:gd name="T4" fmla="*/ 2147483647 w 32"/>
                    <a:gd name="T5" fmla="*/ 2147483647 h 24"/>
                    <a:gd name="T6" fmla="*/ 2147483647 w 32"/>
                    <a:gd name="T7" fmla="*/ 2147483647 h 24"/>
                    <a:gd name="T8" fmla="*/ 0 w 32"/>
                    <a:gd name="T9" fmla="*/ 2147483647 h 24"/>
                    <a:gd name="T10" fmla="*/ 2147483647 w 32"/>
                    <a:gd name="T11" fmla="*/ 2147483647 h 24"/>
                    <a:gd name="T12" fmla="*/ 2147483647 w 32"/>
                    <a:gd name="T13" fmla="*/ 2147483647 h 24"/>
                    <a:gd name="T14" fmla="*/ 2147483647 w 32"/>
                    <a:gd name="T15" fmla="*/ 2147483647 h 24"/>
                    <a:gd name="T16" fmla="*/ 2147483647 w 32"/>
                    <a:gd name="T17" fmla="*/ 2147483647 h 24"/>
                    <a:gd name="T18" fmla="*/ 2147483647 w 32"/>
                    <a:gd name="T19" fmla="*/ 2147483647 h 24"/>
                    <a:gd name="T20" fmla="*/ 2147483647 w 32"/>
                    <a:gd name="T21" fmla="*/ 2147483647 h 24"/>
                    <a:gd name="T22" fmla="*/ 2147483647 w 32"/>
                    <a:gd name="T23" fmla="*/ 2147483647 h 24"/>
                    <a:gd name="T24" fmla="*/ 2147483647 w 32"/>
                    <a:gd name="T25" fmla="*/ 2147483647 h 24"/>
                    <a:gd name="T26" fmla="*/ 2147483647 w 32"/>
                    <a:gd name="T27" fmla="*/ 0 h 24"/>
                    <a:gd name="T28" fmla="*/ 2147483647 w 32"/>
                    <a:gd name="T29" fmla="*/ 0 h 2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32"/>
                    <a:gd name="T46" fmla="*/ 0 h 24"/>
                    <a:gd name="T47" fmla="*/ 32 w 32"/>
                    <a:gd name="T48" fmla="*/ 24 h 2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32" h="24">
                      <a:moveTo>
                        <a:pt x="28" y="0"/>
                      </a:moveTo>
                      <a:lnTo>
                        <a:pt x="10" y="2"/>
                      </a:lnTo>
                      <a:lnTo>
                        <a:pt x="4" y="4"/>
                      </a:lnTo>
                      <a:lnTo>
                        <a:pt x="2" y="6"/>
                      </a:lnTo>
                      <a:lnTo>
                        <a:pt x="0" y="8"/>
                      </a:lnTo>
                      <a:lnTo>
                        <a:pt x="2" y="10"/>
                      </a:lnTo>
                      <a:lnTo>
                        <a:pt x="2" y="12"/>
                      </a:lnTo>
                      <a:lnTo>
                        <a:pt x="6" y="14"/>
                      </a:lnTo>
                      <a:lnTo>
                        <a:pt x="6" y="24"/>
                      </a:lnTo>
                      <a:lnTo>
                        <a:pt x="12" y="22"/>
                      </a:lnTo>
                      <a:lnTo>
                        <a:pt x="20" y="18"/>
                      </a:lnTo>
                      <a:lnTo>
                        <a:pt x="32" y="8"/>
                      </a:lnTo>
                      <a:lnTo>
                        <a:pt x="30" y="6"/>
                      </a:lnTo>
                      <a:lnTo>
                        <a:pt x="26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6" name="îṧļîḍe"/>
                <p:cNvSpPr/>
                <p:nvPr/>
              </p:nvSpPr>
              <p:spPr bwMode="auto">
                <a:xfrm>
                  <a:off x="5249939" y="2851906"/>
                  <a:ext cx="38562" cy="106481"/>
                </a:xfrm>
                <a:custGeom>
                  <a:avLst/>
                  <a:gdLst>
                    <a:gd name="T0" fmla="*/ 2147483647 w 22"/>
                    <a:gd name="T1" fmla="*/ 0 h 64"/>
                    <a:gd name="T2" fmla="*/ 2147483647 w 22"/>
                    <a:gd name="T3" fmla="*/ 0 h 64"/>
                    <a:gd name="T4" fmla="*/ 2147483647 w 22"/>
                    <a:gd name="T5" fmla="*/ 2147483647 h 64"/>
                    <a:gd name="T6" fmla="*/ 2147483647 w 22"/>
                    <a:gd name="T7" fmla="*/ 2147483647 h 64"/>
                    <a:gd name="T8" fmla="*/ 2147483647 w 22"/>
                    <a:gd name="T9" fmla="*/ 2147483647 h 64"/>
                    <a:gd name="T10" fmla="*/ 2147483647 w 22"/>
                    <a:gd name="T11" fmla="*/ 2147483647 h 64"/>
                    <a:gd name="T12" fmla="*/ 2147483647 w 22"/>
                    <a:gd name="T13" fmla="*/ 2147483647 h 64"/>
                    <a:gd name="T14" fmla="*/ 2147483647 w 22"/>
                    <a:gd name="T15" fmla="*/ 2147483647 h 64"/>
                    <a:gd name="T16" fmla="*/ 2147483647 w 22"/>
                    <a:gd name="T17" fmla="*/ 2147483647 h 64"/>
                    <a:gd name="T18" fmla="*/ 2147483647 w 22"/>
                    <a:gd name="T19" fmla="*/ 2147483647 h 64"/>
                    <a:gd name="T20" fmla="*/ 0 w 22"/>
                    <a:gd name="T21" fmla="*/ 2147483647 h 64"/>
                    <a:gd name="T22" fmla="*/ 2147483647 w 22"/>
                    <a:gd name="T23" fmla="*/ 2147483647 h 64"/>
                    <a:gd name="T24" fmla="*/ 2147483647 w 22"/>
                    <a:gd name="T25" fmla="*/ 2147483647 h 64"/>
                    <a:gd name="T26" fmla="*/ 2147483647 w 22"/>
                    <a:gd name="T27" fmla="*/ 2147483647 h 64"/>
                    <a:gd name="T28" fmla="*/ 2147483647 w 22"/>
                    <a:gd name="T29" fmla="*/ 0 h 6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2"/>
                    <a:gd name="T46" fmla="*/ 0 h 64"/>
                    <a:gd name="T47" fmla="*/ 22 w 22"/>
                    <a:gd name="T48" fmla="*/ 64 h 6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2" h="64">
                      <a:moveTo>
                        <a:pt x="14" y="0"/>
                      </a:moveTo>
                      <a:lnTo>
                        <a:pt x="20" y="0"/>
                      </a:lnTo>
                      <a:lnTo>
                        <a:pt x="20" y="8"/>
                      </a:lnTo>
                      <a:lnTo>
                        <a:pt x="16" y="8"/>
                      </a:lnTo>
                      <a:lnTo>
                        <a:pt x="12" y="28"/>
                      </a:lnTo>
                      <a:lnTo>
                        <a:pt x="22" y="28"/>
                      </a:lnTo>
                      <a:lnTo>
                        <a:pt x="16" y="64"/>
                      </a:lnTo>
                      <a:lnTo>
                        <a:pt x="10" y="48"/>
                      </a:lnTo>
                      <a:lnTo>
                        <a:pt x="4" y="40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2" y="26"/>
                      </a:lnTo>
                      <a:lnTo>
                        <a:pt x="4" y="20"/>
                      </a:lnTo>
                      <a:lnTo>
                        <a:pt x="10" y="12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7" name="îsḻïdè"/>
                <p:cNvSpPr/>
                <p:nvPr/>
              </p:nvSpPr>
              <p:spPr bwMode="auto">
                <a:xfrm>
                  <a:off x="5284369" y="2724410"/>
                  <a:ext cx="165266" cy="148512"/>
                </a:xfrm>
                <a:custGeom>
                  <a:avLst/>
                  <a:gdLst>
                    <a:gd name="T0" fmla="*/ 0 w 94"/>
                    <a:gd name="T1" fmla="*/ 2147483647 h 88"/>
                    <a:gd name="T2" fmla="*/ 2147483647 w 94"/>
                    <a:gd name="T3" fmla="*/ 2147483647 h 88"/>
                    <a:gd name="T4" fmla="*/ 2147483647 w 94"/>
                    <a:gd name="T5" fmla="*/ 2147483647 h 88"/>
                    <a:gd name="T6" fmla="*/ 2147483647 w 94"/>
                    <a:gd name="T7" fmla="*/ 2147483647 h 88"/>
                    <a:gd name="T8" fmla="*/ 2147483647 w 94"/>
                    <a:gd name="T9" fmla="*/ 2147483647 h 88"/>
                    <a:gd name="T10" fmla="*/ 2147483647 w 94"/>
                    <a:gd name="T11" fmla="*/ 2147483647 h 88"/>
                    <a:gd name="T12" fmla="*/ 2147483647 w 94"/>
                    <a:gd name="T13" fmla="*/ 2147483647 h 88"/>
                    <a:gd name="T14" fmla="*/ 2147483647 w 94"/>
                    <a:gd name="T15" fmla="*/ 2147483647 h 88"/>
                    <a:gd name="T16" fmla="*/ 2147483647 w 94"/>
                    <a:gd name="T17" fmla="*/ 2147483647 h 88"/>
                    <a:gd name="T18" fmla="*/ 2147483647 w 94"/>
                    <a:gd name="T19" fmla="*/ 2147483647 h 88"/>
                    <a:gd name="T20" fmla="*/ 2147483647 w 94"/>
                    <a:gd name="T21" fmla="*/ 2147483647 h 88"/>
                    <a:gd name="T22" fmla="*/ 2147483647 w 94"/>
                    <a:gd name="T23" fmla="*/ 2147483647 h 88"/>
                    <a:gd name="T24" fmla="*/ 2147483647 w 94"/>
                    <a:gd name="T25" fmla="*/ 2147483647 h 88"/>
                    <a:gd name="T26" fmla="*/ 2147483647 w 94"/>
                    <a:gd name="T27" fmla="*/ 2147483647 h 88"/>
                    <a:gd name="T28" fmla="*/ 2147483647 w 94"/>
                    <a:gd name="T29" fmla="*/ 2147483647 h 88"/>
                    <a:gd name="T30" fmla="*/ 2147483647 w 94"/>
                    <a:gd name="T31" fmla="*/ 2147483647 h 88"/>
                    <a:gd name="T32" fmla="*/ 2147483647 w 94"/>
                    <a:gd name="T33" fmla="*/ 0 h 88"/>
                    <a:gd name="T34" fmla="*/ 2147483647 w 94"/>
                    <a:gd name="T35" fmla="*/ 2147483647 h 88"/>
                    <a:gd name="T36" fmla="*/ 2147483647 w 94"/>
                    <a:gd name="T37" fmla="*/ 2147483647 h 88"/>
                    <a:gd name="T38" fmla="*/ 2147483647 w 94"/>
                    <a:gd name="T39" fmla="*/ 2147483647 h 88"/>
                    <a:gd name="T40" fmla="*/ 2147483647 w 94"/>
                    <a:gd name="T41" fmla="*/ 2147483647 h 88"/>
                    <a:gd name="T42" fmla="*/ 2147483647 w 94"/>
                    <a:gd name="T43" fmla="*/ 2147483647 h 88"/>
                    <a:gd name="T44" fmla="*/ 2147483647 w 94"/>
                    <a:gd name="T45" fmla="*/ 2147483647 h 88"/>
                    <a:gd name="T46" fmla="*/ 2147483647 w 94"/>
                    <a:gd name="T47" fmla="*/ 2147483647 h 88"/>
                    <a:gd name="T48" fmla="*/ 2147483647 w 94"/>
                    <a:gd name="T49" fmla="*/ 2147483647 h 88"/>
                    <a:gd name="T50" fmla="*/ 2147483647 w 94"/>
                    <a:gd name="T51" fmla="*/ 2147483647 h 88"/>
                    <a:gd name="T52" fmla="*/ 2147483647 w 94"/>
                    <a:gd name="T53" fmla="*/ 2147483647 h 88"/>
                    <a:gd name="T54" fmla="*/ 2147483647 w 94"/>
                    <a:gd name="T55" fmla="*/ 2147483647 h 88"/>
                    <a:gd name="T56" fmla="*/ 2147483647 w 94"/>
                    <a:gd name="T57" fmla="*/ 2147483647 h 88"/>
                    <a:gd name="T58" fmla="*/ 2147483647 w 94"/>
                    <a:gd name="T59" fmla="*/ 2147483647 h 88"/>
                    <a:gd name="T60" fmla="*/ 2147483647 w 94"/>
                    <a:gd name="T61" fmla="*/ 2147483647 h 88"/>
                    <a:gd name="T62" fmla="*/ 2147483647 w 94"/>
                    <a:gd name="T63" fmla="*/ 2147483647 h 88"/>
                    <a:gd name="T64" fmla="*/ 2147483647 w 94"/>
                    <a:gd name="T65" fmla="*/ 2147483647 h 88"/>
                    <a:gd name="T66" fmla="*/ 2147483647 w 94"/>
                    <a:gd name="T67" fmla="*/ 2147483647 h 88"/>
                    <a:gd name="T68" fmla="*/ 2147483647 w 94"/>
                    <a:gd name="T69" fmla="*/ 2147483647 h 88"/>
                    <a:gd name="T70" fmla="*/ 2147483647 w 94"/>
                    <a:gd name="T71" fmla="*/ 2147483647 h 88"/>
                    <a:gd name="T72" fmla="*/ 2147483647 w 94"/>
                    <a:gd name="T73" fmla="*/ 2147483647 h 88"/>
                    <a:gd name="T74" fmla="*/ 2147483647 w 94"/>
                    <a:gd name="T75" fmla="*/ 2147483647 h 88"/>
                    <a:gd name="T76" fmla="*/ 2147483647 w 94"/>
                    <a:gd name="T77" fmla="*/ 2147483647 h 88"/>
                    <a:gd name="T78" fmla="*/ 2147483647 w 94"/>
                    <a:gd name="T79" fmla="*/ 2147483647 h 88"/>
                    <a:gd name="T80" fmla="*/ 2147483647 w 94"/>
                    <a:gd name="T81" fmla="*/ 2147483647 h 88"/>
                    <a:gd name="T82" fmla="*/ 2147483647 w 94"/>
                    <a:gd name="T83" fmla="*/ 2147483647 h 88"/>
                    <a:gd name="T84" fmla="*/ 2147483647 w 94"/>
                    <a:gd name="T85" fmla="*/ 2147483647 h 88"/>
                    <a:gd name="T86" fmla="*/ 2147483647 w 94"/>
                    <a:gd name="T87" fmla="*/ 2147483647 h 88"/>
                    <a:gd name="T88" fmla="*/ 0 w 94"/>
                    <a:gd name="T89" fmla="*/ 2147483647 h 88"/>
                    <a:gd name="T90" fmla="*/ 0 w 94"/>
                    <a:gd name="T91" fmla="*/ 2147483647 h 8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94"/>
                    <a:gd name="T139" fmla="*/ 0 h 88"/>
                    <a:gd name="T140" fmla="*/ 94 w 94"/>
                    <a:gd name="T141" fmla="*/ 88 h 8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94" h="88">
                      <a:moveTo>
                        <a:pt x="0" y="82"/>
                      </a:moveTo>
                      <a:lnTo>
                        <a:pt x="10" y="84"/>
                      </a:lnTo>
                      <a:lnTo>
                        <a:pt x="14" y="88"/>
                      </a:lnTo>
                      <a:lnTo>
                        <a:pt x="18" y="88"/>
                      </a:lnTo>
                      <a:lnTo>
                        <a:pt x="20" y="88"/>
                      </a:lnTo>
                      <a:lnTo>
                        <a:pt x="80" y="54"/>
                      </a:lnTo>
                      <a:lnTo>
                        <a:pt x="80" y="46"/>
                      </a:lnTo>
                      <a:lnTo>
                        <a:pt x="80" y="40"/>
                      </a:lnTo>
                      <a:lnTo>
                        <a:pt x="82" y="34"/>
                      </a:lnTo>
                      <a:lnTo>
                        <a:pt x="84" y="28"/>
                      </a:lnTo>
                      <a:lnTo>
                        <a:pt x="82" y="26"/>
                      </a:lnTo>
                      <a:lnTo>
                        <a:pt x="80" y="22"/>
                      </a:lnTo>
                      <a:lnTo>
                        <a:pt x="82" y="16"/>
                      </a:lnTo>
                      <a:lnTo>
                        <a:pt x="84" y="14"/>
                      </a:lnTo>
                      <a:lnTo>
                        <a:pt x="88" y="14"/>
                      </a:lnTo>
                      <a:lnTo>
                        <a:pt x="94" y="4"/>
                      </a:lnTo>
                      <a:lnTo>
                        <a:pt x="94" y="0"/>
                      </a:lnTo>
                      <a:lnTo>
                        <a:pt x="86" y="2"/>
                      </a:lnTo>
                      <a:lnTo>
                        <a:pt x="74" y="4"/>
                      </a:lnTo>
                      <a:lnTo>
                        <a:pt x="68" y="2"/>
                      </a:lnTo>
                      <a:lnTo>
                        <a:pt x="66" y="2"/>
                      </a:lnTo>
                      <a:lnTo>
                        <a:pt x="62" y="4"/>
                      </a:lnTo>
                      <a:lnTo>
                        <a:pt x="56" y="8"/>
                      </a:lnTo>
                      <a:lnTo>
                        <a:pt x="52" y="10"/>
                      </a:lnTo>
                      <a:lnTo>
                        <a:pt x="46" y="10"/>
                      </a:lnTo>
                      <a:lnTo>
                        <a:pt x="40" y="8"/>
                      </a:lnTo>
                      <a:lnTo>
                        <a:pt x="36" y="6"/>
                      </a:lnTo>
                      <a:lnTo>
                        <a:pt x="30" y="8"/>
                      </a:lnTo>
                      <a:lnTo>
                        <a:pt x="24" y="10"/>
                      </a:lnTo>
                      <a:lnTo>
                        <a:pt x="16" y="8"/>
                      </a:lnTo>
                      <a:lnTo>
                        <a:pt x="12" y="8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8" y="22"/>
                      </a:lnTo>
                      <a:lnTo>
                        <a:pt x="4" y="24"/>
                      </a:lnTo>
                      <a:lnTo>
                        <a:pt x="4" y="30"/>
                      </a:lnTo>
                      <a:lnTo>
                        <a:pt x="2" y="46"/>
                      </a:lnTo>
                      <a:lnTo>
                        <a:pt x="12" y="50"/>
                      </a:lnTo>
                      <a:lnTo>
                        <a:pt x="10" y="58"/>
                      </a:lnTo>
                      <a:lnTo>
                        <a:pt x="6" y="60"/>
                      </a:lnTo>
                      <a:lnTo>
                        <a:pt x="2" y="60"/>
                      </a:lnTo>
                      <a:lnTo>
                        <a:pt x="4" y="64"/>
                      </a:lnTo>
                      <a:lnTo>
                        <a:pt x="6" y="66"/>
                      </a:lnTo>
                      <a:lnTo>
                        <a:pt x="4" y="72"/>
                      </a:lnTo>
                      <a:lnTo>
                        <a:pt x="0" y="76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8" name="iS1ïḑe"/>
                <p:cNvSpPr/>
                <p:nvPr/>
              </p:nvSpPr>
              <p:spPr bwMode="auto">
                <a:xfrm>
                  <a:off x="5372511" y="2723008"/>
                  <a:ext cx="268558" cy="247988"/>
                </a:xfrm>
                <a:custGeom>
                  <a:avLst/>
                  <a:gdLst>
                    <a:gd name="T0" fmla="*/ 2147483647 w 154"/>
                    <a:gd name="T1" fmla="*/ 2147483647 h 150"/>
                    <a:gd name="T2" fmla="*/ 2147483647 w 154"/>
                    <a:gd name="T3" fmla="*/ 2147483647 h 150"/>
                    <a:gd name="T4" fmla="*/ 2147483647 w 154"/>
                    <a:gd name="T5" fmla="*/ 0 h 150"/>
                    <a:gd name="T6" fmla="*/ 2147483647 w 154"/>
                    <a:gd name="T7" fmla="*/ 2147483647 h 150"/>
                    <a:gd name="T8" fmla="*/ 2147483647 w 154"/>
                    <a:gd name="T9" fmla="*/ 2147483647 h 150"/>
                    <a:gd name="T10" fmla="*/ 2147483647 w 154"/>
                    <a:gd name="T11" fmla="*/ 2147483647 h 150"/>
                    <a:gd name="T12" fmla="*/ 2147483647 w 154"/>
                    <a:gd name="T13" fmla="*/ 2147483647 h 150"/>
                    <a:gd name="T14" fmla="*/ 2147483647 w 154"/>
                    <a:gd name="T15" fmla="*/ 2147483647 h 150"/>
                    <a:gd name="T16" fmla="*/ 2147483647 w 154"/>
                    <a:gd name="T17" fmla="*/ 2147483647 h 150"/>
                    <a:gd name="T18" fmla="*/ 2147483647 w 154"/>
                    <a:gd name="T19" fmla="*/ 2147483647 h 150"/>
                    <a:gd name="T20" fmla="*/ 2147483647 w 154"/>
                    <a:gd name="T21" fmla="*/ 2147483647 h 150"/>
                    <a:gd name="T22" fmla="*/ 2147483647 w 154"/>
                    <a:gd name="T23" fmla="*/ 2147483647 h 150"/>
                    <a:gd name="T24" fmla="*/ 2147483647 w 154"/>
                    <a:gd name="T25" fmla="*/ 2147483647 h 150"/>
                    <a:gd name="T26" fmla="*/ 2147483647 w 154"/>
                    <a:gd name="T27" fmla="*/ 2147483647 h 150"/>
                    <a:gd name="T28" fmla="*/ 2147483647 w 154"/>
                    <a:gd name="T29" fmla="*/ 2147483647 h 150"/>
                    <a:gd name="T30" fmla="*/ 2147483647 w 154"/>
                    <a:gd name="T31" fmla="*/ 2147483647 h 150"/>
                    <a:gd name="T32" fmla="*/ 2147483647 w 154"/>
                    <a:gd name="T33" fmla="*/ 2147483647 h 150"/>
                    <a:gd name="T34" fmla="*/ 2147483647 w 154"/>
                    <a:gd name="T35" fmla="*/ 2147483647 h 150"/>
                    <a:gd name="T36" fmla="*/ 2147483647 w 154"/>
                    <a:gd name="T37" fmla="*/ 2147483647 h 150"/>
                    <a:gd name="T38" fmla="*/ 2147483647 w 154"/>
                    <a:gd name="T39" fmla="*/ 2147483647 h 150"/>
                    <a:gd name="T40" fmla="*/ 2147483647 w 154"/>
                    <a:gd name="T41" fmla="*/ 2147483647 h 150"/>
                    <a:gd name="T42" fmla="*/ 2147483647 w 154"/>
                    <a:gd name="T43" fmla="*/ 2147483647 h 150"/>
                    <a:gd name="T44" fmla="*/ 2147483647 w 154"/>
                    <a:gd name="T45" fmla="*/ 2147483647 h 150"/>
                    <a:gd name="T46" fmla="*/ 2147483647 w 154"/>
                    <a:gd name="T47" fmla="*/ 2147483647 h 150"/>
                    <a:gd name="T48" fmla="*/ 2147483647 w 154"/>
                    <a:gd name="T49" fmla="*/ 2147483647 h 150"/>
                    <a:gd name="T50" fmla="*/ 2147483647 w 154"/>
                    <a:gd name="T51" fmla="*/ 2147483647 h 150"/>
                    <a:gd name="T52" fmla="*/ 2147483647 w 154"/>
                    <a:gd name="T53" fmla="*/ 2147483647 h 150"/>
                    <a:gd name="T54" fmla="*/ 2147483647 w 154"/>
                    <a:gd name="T55" fmla="*/ 2147483647 h 150"/>
                    <a:gd name="T56" fmla="*/ 2147483647 w 154"/>
                    <a:gd name="T57" fmla="*/ 2147483647 h 150"/>
                    <a:gd name="T58" fmla="*/ 2147483647 w 154"/>
                    <a:gd name="T59" fmla="*/ 2147483647 h 150"/>
                    <a:gd name="T60" fmla="*/ 2147483647 w 154"/>
                    <a:gd name="T61" fmla="*/ 2147483647 h 150"/>
                    <a:gd name="T62" fmla="*/ 2147483647 w 154"/>
                    <a:gd name="T63" fmla="*/ 2147483647 h 150"/>
                    <a:gd name="T64" fmla="*/ 2147483647 w 154"/>
                    <a:gd name="T65" fmla="*/ 2147483647 h 150"/>
                    <a:gd name="T66" fmla="*/ 2147483647 w 154"/>
                    <a:gd name="T67" fmla="*/ 2147483647 h 150"/>
                    <a:gd name="T68" fmla="*/ 2147483647 w 154"/>
                    <a:gd name="T69" fmla="*/ 2147483647 h 150"/>
                    <a:gd name="T70" fmla="*/ 2147483647 w 154"/>
                    <a:gd name="T71" fmla="*/ 2147483647 h 150"/>
                    <a:gd name="T72" fmla="*/ 2147483647 w 154"/>
                    <a:gd name="T73" fmla="*/ 2147483647 h 150"/>
                    <a:gd name="T74" fmla="*/ 2147483647 w 154"/>
                    <a:gd name="T75" fmla="*/ 2147483647 h 150"/>
                    <a:gd name="T76" fmla="*/ 2147483647 w 154"/>
                    <a:gd name="T77" fmla="*/ 2147483647 h 150"/>
                    <a:gd name="T78" fmla="*/ 2147483647 w 154"/>
                    <a:gd name="T79" fmla="*/ 2147483647 h 150"/>
                    <a:gd name="T80" fmla="*/ 0 w 154"/>
                    <a:gd name="T81" fmla="*/ 2147483647 h 150"/>
                    <a:gd name="T82" fmla="*/ 2147483647 w 154"/>
                    <a:gd name="T83" fmla="*/ 2147483647 h 150"/>
                    <a:gd name="T84" fmla="*/ 2147483647 w 154"/>
                    <a:gd name="T85" fmla="*/ 2147483647 h 150"/>
                    <a:gd name="T86" fmla="*/ 2147483647 w 154"/>
                    <a:gd name="T87" fmla="*/ 2147483647 h 150"/>
                    <a:gd name="T88" fmla="*/ 2147483647 w 154"/>
                    <a:gd name="T89" fmla="*/ 2147483647 h 150"/>
                    <a:gd name="T90" fmla="*/ 2147483647 w 154"/>
                    <a:gd name="T91" fmla="*/ 2147483647 h 150"/>
                    <a:gd name="T92" fmla="*/ 2147483647 w 154"/>
                    <a:gd name="T93" fmla="*/ 2147483647 h 150"/>
                    <a:gd name="T94" fmla="*/ 2147483647 w 154"/>
                    <a:gd name="T95" fmla="*/ 2147483647 h 150"/>
                    <a:gd name="T96" fmla="*/ 2147483647 w 154"/>
                    <a:gd name="T97" fmla="*/ 2147483647 h 150"/>
                    <a:gd name="T98" fmla="*/ 2147483647 w 154"/>
                    <a:gd name="T99" fmla="*/ 2147483647 h 150"/>
                    <a:gd name="T100" fmla="*/ 2147483647 w 154"/>
                    <a:gd name="T101" fmla="*/ 2147483647 h 150"/>
                    <a:gd name="T102" fmla="*/ 2147483647 w 154"/>
                    <a:gd name="T103" fmla="*/ 2147483647 h 150"/>
                    <a:gd name="T104" fmla="*/ 2147483647 w 154"/>
                    <a:gd name="T105" fmla="*/ 2147483647 h 150"/>
                    <a:gd name="T106" fmla="*/ 2147483647 w 154"/>
                    <a:gd name="T107" fmla="*/ 2147483647 h 150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154"/>
                    <a:gd name="T163" fmla="*/ 0 h 150"/>
                    <a:gd name="T164" fmla="*/ 154 w 154"/>
                    <a:gd name="T165" fmla="*/ 150 h 150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154" h="150">
                      <a:moveTo>
                        <a:pt x="48" y="2"/>
                      </a:moveTo>
                      <a:lnTo>
                        <a:pt x="62" y="2"/>
                      </a:lnTo>
                      <a:lnTo>
                        <a:pt x="66" y="0"/>
                      </a:lnTo>
                      <a:lnTo>
                        <a:pt x="70" y="2"/>
                      </a:lnTo>
                      <a:lnTo>
                        <a:pt x="76" y="2"/>
                      </a:lnTo>
                      <a:lnTo>
                        <a:pt x="80" y="12"/>
                      </a:lnTo>
                      <a:lnTo>
                        <a:pt x="88" y="20"/>
                      </a:lnTo>
                      <a:lnTo>
                        <a:pt x="98" y="24"/>
                      </a:lnTo>
                      <a:lnTo>
                        <a:pt x="108" y="28"/>
                      </a:lnTo>
                      <a:lnTo>
                        <a:pt x="102" y="40"/>
                      </a:lnTo>
                      <a:lnTo>
                        <a:pt x="100" y="48"/>
                      </a:lnTo>
                      <a:lnTo>
                        <a:pt x="98" y="56"/>
                      </a:lnTo>
                      <a:lnTo>
                        <a:pt x="100" y="62"/>
                      </a:lnTo>
                      <a:lnTo>
                        <a:pt x="102" y="68"/>
                      </a:lnTo>
                      <a:lnTo>
                        <a:pt x="108" y="74"/>
                      </a:lnTo>
                      <a:lnTo>
                        <a:pt x="112" y="78"/>
                      </a:lnTo>
                      <a:lnTo>
                        <a:pt x="124" y="86"/>
                      </a:lnTo>
                      <a:lnTo>
                        <a:pt x="132" y="92"/>
                      </a:lnTo>
                      <a:lnTo>
                        <a:pt x="136" y="96"/>
                      </a:lnTo>
                      <a:lnTo>
                        <a:pt x="136" y="102"/>
                      </a:lnTo>
                      <a:lnTo>
                        <a:pt x="138" y="112"/>
                      </a:lnTo>
                      <a:lnTo>
                        <a:pt x="142" y="116"/>
                      </a:lnTo>
                      <a:lnTo>
                        <a:pt x="148" y="122"/>
                      </a:lnTo>
                      <a:lnTo>
                        <a:pt x="152" y="126"/>
                      </a:lnTo>
                      <a:lnTo>
                        <a:pt x="154" y="132"/>
                      </a:lnTo>
                      <a:lnTo>
                        <a:pt x="152" y="134"/>
                      </a:lnTo>
                      <a:lnTo>
                        <a:pt x="148" y="132"/>
                      </a:lnTo>
                      <a:lnTo>
                        <a:pt x="142" y="132"/>
                      </a:lnTo>
                      <a:lnTo>
                        <a:pt x="138" y="132"/>
                      </a:lnTo>
                      <a:lnTo>
                        <a:pt x="134" y="136"/>
                      </a:lnTo>
                      <a:lnTo>
                        <a:pt x="130" y="142"/>
                      </a:lnTo>
                      <a:lnTo>
                        <a:pt x="126" y="150"/>
                      </a:lnTo>
                      <a:lnTo>
                        <a:pt x="98" y="150"/>
                      </a:lnTo>
                      <a:lnTo>
                        <a:pt x="80" y="140"/>
                      </a:lnTo>
                      <a:lnTo>
                        <a:pt x="80" y="130"/>
                      </a:lnTo>
                      <a:lnTo>
                        <a:pt x="74" y="128"/>
                      </a:lnTo>
                      <a:lnTo>
                        <a:pt x="70" y="126"/>
                      </a:lnTo>
                      <a:lnTo>
                        <a:pt x="68" y="122"/>
                      </a:lnTo>
                      <a:lnTo>
                        <a:pt x="64" y="120"/>
                      </a:lnTo>
                      <a:lnTo>
                        <a:pt x="8" y="96"/>
                      </a:lnTo>
                      <a:lnTo>
                        <a:pt x="0" y="74"/>
                      </a:lnTo>
                      <a:lnTo>
                        <a:pt x="30" y="56"/>
                      </a:lnTo>
                      <a:lnTo>
                        <a:pt x="30" y="48"/>
                      </a:lnTo>
                      <a:lnTo>
                        <a:pt x="30" y="42"/>
                      </a:lnTo>
                      <a:lnTo>
                        <a:pt x="32" y="36"/>
                      </a:lnTo>
                      <a:lnTo>
                        <a:pt x="34" y="30"/>
                      </a:lnTo>
                      <a:lnTo>
                        <a:pt x="32" y="28"/>
                      </a:lnTo>
                      <a:lnTo>
                        <a:pt x="30" y="24"/>
                      </a:lnTo>
                      <a:lnTo>
                        <a:pt x="32" y="18"/>
                      </a:lnTo>
                      <a:lnTo>
                        <a:pt x="34" y="16"/>
                      </a:lnTo>
                      <a:lnTo>
                        <a:pt x="38" y="16"/>
                      </a:lnTo>
                      <a:lnTo>
                        <a:pt x="44" y="6"/>
                      </a:lnTo>
                      <a:lnTo>
                        <a:pt x="44" y="2"/>
                      </a:lnTo>
                      <a:lnTo>
                        <a:pt x="48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19" name="ïṩḻíḓè"/>
                <p:cNvSpPr/>
                <p:nvPr/>
              </p:nvSpPr>
              <p:spPr bwMode="auto">
                <a:xfrm>
                  <a:off x="5008926" y="2571695"/>
                  <a:ext cx="486156" cy="193346"/>
                </a:xfrm>
                <a:custGeom>
                  <a:avLst/>
                  <a:gdLst>
                    <a:gd name="T0" fmla="*/ 2147483647 w 278"/>
                    <a:gd name="T1" fmla="*/ 2147483647 h 116"/>
                    <a:gd name="T2" fmla="*/ 2147483647 w 278"/>
                    <a:gd name="T3" fmla="*/ 2147483647 h 116"/>
                    <a:gd name="T4" fmla="*/ 2147483647 w 278"/>
                    <a:gd name="T5" fmla="*/ 2147483647 h 116"/>
                    <a:gd name="T6" fmla="*/ 2147483647 w 278"/>
                    <a:gd name="T7" fmla="*/ 2147483647 h 116"/>
                    <a:gd name="T8" fmla="*/ 2147483647 w 278"/>
                    <a:gd name="T9" fmla="*/ 2147483647 h 116"/>
                    <a:gd name="T10" fmla="*/ 2147483647 w 278"/>
                    <a:gd name="T11" fmla="*/ 2147483647 h 116"/>
                    <a:gd name="T12" fmla="*/ 2147483647 w 278"/>
                    <a:gd name="T13" fmla="*/ 2147483647 h 116"/>
                    <a:gd name="T14" fmla="*/ 2147483647 w 278"/>
                    <a:gd name="T15" fmla="*/ 2147483647 h 116"/>
                    <a:gd name="T16" fmla="*/ 2147483647 w 278"/>
                    <a:gd name="T17" fmla="*/ 2147483647 h 116"/>
                    <a:gd name="T18" fmla="*/ 2147483647 w 278"/>
                    <a:gd name="T19" fmla="*/ 2147483647 h 116"/>
                    <a:gd name="T20" fmla="*/ 2147483647 w 278"/>
                    <a:gd name="T21" fmla="*/ 2147483647 h 116"/>
                    <a:gd name="T22" fmla="*/ 2147483647 w 278"/>
                    <a:gd name="T23" fmla="*/ 2147483647 h 116"/>
                    <a:gd name="T24" fmla="*/ 2147483647 w 278"/>
                    <a:gd name="T25" fmla="*/ 2147483647 h 116"/>
                    <a:gd name="T26" fmla="*/ 2147483647 w 278"/>
                    <a:gd name="T27" fmla="*/ 2147483647 h 116"/>
                    <a:gd name="T28" fmla="*/ 2147483647 w 278"/>
                    <a:gd name="T29" fmla="*/ 2147483647 h 116"/>
                    <a:gd name="T30" fmla="*/ 2147483647 w 278"/>
                    <a:gd name="T31" fmla="*/ 2147483647 h 116"/>
                    <a:gd name="T32" fmla="*/ 2147483647 w 278"/>
                    <a:gd name="T33" fmla="*/ 2147483647 h 116"/>
                    <a:gd name="T34" fmla="*/ 2147483647 w 278"/>
                    <a:gd name="T35" fmla="*/ 2147483647 h 116"/>
                    <a:gd name="T36" fmla="*/ 2147483647 w 278"/>
                    <a:gd name="T37" fmla="*/ 2147483647 h 116"/>
                    <a:gd name="T38" fmla="*/ 2147483647 w 278"/>
                    <a:gd name="T39" fmla="*/ 2147483647 h 116"/>
                    <a:gd name="T40" fmla="*/ 2147483647 w 278"/>
                    <a:gd name="T41" fmla="*/ 2147483647 h 116"/>
                    <a:gd name="T42" fmla="*/ 2147483647 w 278"/>
                    <a:gd name="T43" fmla="*/ 2147483647 h 116"/>
                    <a:gd name="T44" fmla="*/ 2147483647 w 278"/>
                    <a:gd name="T45" fmla="*/ 0 h 116"/>
                    <a:gd name="T46" fmla="*/ 2147483647 w 278"/>
                    <a:gd name="T47" fmla="*/ 2147483647 h 116"/>
                    <a:gd name="T48" fmla="*/ 2147483647 w 278"/>
                    <a:gd name="T49" fmla="*/ 2147483647 h 116"/>
                    <a:gd name="T50" fmla="*/ 2147483647 w 278"/>
                    <a:gd name="T51" fmla="*/ 2147483647 h 116"/>
                    <a:gd name="T52" fmla="*/ 2147483647 w 278"/>
                    <a:gd name="T53" fmla="*/ 2147483647 h 116"/>
                    <a:gd name="T54" fmla="*/ 2147483647 w 278"/>
                    <a:gd name="T55" fmla="*/ 2147483647 h 116"/>
                    <a:gd name="T56" fmla="*/ 2147483647 w 278"/>
                    <a:gd name="T57" fmla="*/ 2147483647 h 116"/>
                    <a:gd name="T58" fmla="*/ 2147483647 w 278"/>
                    <a:gd name="T59" fmla="*/ 2147483647 h 116"/>
                    <a:gd name="T60" fmla="*/ 2147483647 w 278"/>
                    <a:gd name="T61" fmla="*/ 2147483647 h 116"/>
                    <a:gd name="T62" fmla="*/ 0 w 278"/>
                    <a:gd name="T63" fmla="*/ 2147483647 h 116"/>
                    <a:gd name="T64" fmla="*/ 2147483647 w 278"/>
                    <a:gd name="T65" fmla="*/ 2147483647 h 116"/>
                    <a:gd name="T66" fmla="*/ 2147483647 w 278"/>
                    <a:gd name="T67" fmla="*/ 2147483647 h 116"/>
                    <a:gd name="T68" fmla="*/ 2147483647 w 278"/>
                    <a:gd name="T69" fmla="*/ 2147483647 h 116"/>
                    <a:gd name="T70" fmla="*/ 2147483647 w 278"/>
                    <a:gd name="T71" fmla="*/ 2147483647 h 116"/>
                    <a:gd name="T72" fmla="*/ 2147483647 w 278"/>
                    <a:gd name="T73" fmla="*/ 2147483647 h 116"/>
                    <a:gd name="T74" fmla="*/ 2147483647 w 278"/>
                    <a:gd name="T75" fmla="*/ 2147483647 h 116"/>
                    <a:gd name="T76" fmla="*/ 2147483647 w 278"/>
                    <a:gd name="T77" fmla="*/ 2147483647 h 116"/>
                    <a:gd name="T78" fmla="*/ 2147483647 w 278"/>
                    <a:gd name="T79" fmla="*/ 2147483647 h 116"/>
                    <a:gd name="T80" fmla="*/ 2147483647 w 278"/>
                    <a:gd name="T81" fmla="*/ 2147483647 h 116"/>
                    <a:gd name="T82" fmla="*/ 2147483647 w 278"/>
                    <a:gd name="T83" fmla="*/ 2147483647 h 116"/>
                    <a:gd name="T84" fmla="*/ 2147483647 w 278"/>
                    <a:gd name="T85" fmla="*/ 2147483647 h 116"/>
                    <a:gd name="T86" fmla="*/ 2147483647 w 278"/>
                    <a:gd name="T87" fmla="*/ 2147483647 h 116"/>
                    <a:gd name="T88" fmla="*/ 2147483647 w 278"/>
                    <a:gd name="T89" fmla="*/ 2147483647 h 116"/>
                    <a:gd name="T90" fmla="*/ 2147483647 w 278"/>
                    <a:gd name="T91" fmla="*/ 2147483647 h 116"/>
                    <a:gd name="T92" fmla="*/ 2147483647 w 278"/>
                    <a:gd name="T93" fmla="*/ 2147483647 h 116"/>
                    <a:gd name="T94" fmla="*/ 2147483647 w 278"/>
                    <a:gd name="T95" fmla="*/ 2147483647 h 116"/>
                    <a:gd name="T96" fmla="*/ 2147483647 w 278"/>
                    <a:gd name="T97" fmla="*/ 2147483647 h 116"/>
                    <a:gd name="T98" fmla="*/ 2147483647 w 278"/>
                    <a:gd name="T99" fmla="*/ 2147483647 h 116"/>
                    <a:gd name="T100" fmla="*/ 2147483647 w 278"/>
                    <a:gd name="T101" fmla="*/ 2147483647 h 116"/>
                    <a:gd name="T102" fmla="*/ 2147483647 w 278"/>
                    <a:gd name="T103" fmla="*/ 2147483647 h 116"/>
                    <a:gd name="T104" fmla="*/ 2147483647 w 278"/>
                    <a:gd name="T105" fmla="*/ 2147483647 h 116"/>
                    <a:gd name="T106" fmla="*/ 2147483647 w 278"/>
                    <a:gd name="T107" fmla="*/ 2147483647 h 116"/>
                    <a:gd name="T108" fmla="*/ 2147483647 w 278"/>
                    <a:gd name="T109" fmla="*/ 2147483647 h 116"/>
                    <a:gd name="T110" fmla="*/ 2147483647 w 278"/>
                    <a:gd name="T111" fmla="*/ 2147483647 h 11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278"/>
                    <a:gd name="T169" fmla="*/ 0 h 116"/>
                    <a:gd name="T170" fmla="*/ 278 w 278"/>
                    <a:gd name="T171" fmla="*/ 116 h 11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278" h="116">
                      <a:moveTo>
                        <a:pt x="166" y="114"/>
                      </a:moveTo>
                      <a:lnTo>
                        <a:pt x="166" y="96"/>
                      </a:lnTo>
                      <a:lnTo>
                        <a:pt x="170" y="96"/>
                      </a:lnTo>
                      <a:lnTo>
                        <a:pt x="170" y="100"/>
                      </a:lnTo>
                      <a:lnTo>
                        <a:pt x="174" y="100"/>
                      </a:lnTo>
                      <a:lnTo>
                        <a:pt x="182" y="102"/>
                      </a:lnTo>
                      <a:lnTo>
                        <a:pt x="188" y="100"/>
                      </a:lnTo>
                      <a:lnTo>
                        <a:pt x="194" y="98"/>
                      </a:lnTo>
                      <a:lnTo>
                        <a:pt x="198" y="100"/>
                      </a:lnTo>
                      <a:lnTo>
                        <a:pt x="204" y="102"/>
                      </a:lnTo>
                      <a:lnTo>
                        <a:pt x="210" y="102"/>
                      </a:lnTo>
                      <a:lnTo>
                        <a:pt x="214" y="100"/>
                      </a:lnTo>
                      <a:lnTo>
                        <a:pt x="220" y="96"/>
                      </a:lnTo>
                      <a:lnTo>
                        <a:pt x="224" y="94"/>
                      </a:lnTo>
                      <a:lnTo>
                        <a:pt x="226" y="94"/>
                      </a:lnTo>
                      <a:lnTo>
                        <a:pt x="232" y="96"/>
                      </a:lnTo>
                      <a:lnTo>
                        <a:pt x="244" y="94"/>
                      </a:lnTo>
                      <a:lnTo>
                        <a:pt x="252" y="92"/>
                      </a:lnTo>
                      <a:lnTo>
                        <a:pt x="256" y="92"/>
                      </a:lnTo>
                      <a:lnTo>
                        <a:pt x="270" y="92"/>
                      </a:lnTo>
                      <a:lnTo>
                        <a:pt x="274" y="90"/>
                      </a:lnTo>
                      <a:lnTo>
                        <a:pt x="278" y="90"/>
                      </a:lnTo>
                      <a:lnTo>
                        <a:pt x="276" y="80"/>
                      </a:lnTo>
                      <a:lnTo>
                        <a:pt x="274" y="70"/>
                      </a:lnTo>
                      <a:lnTo>
                        <a:pt x="272" y="62"/>
                      </a:lnTo>
                      <a:lnTo>
                        <a:pt x="270" y="52"/>
                      </a:lnTo>
                      <a:lnTo>
                        <a:pt x="272" y="52"/>
                      </a:lnTo>
                      <a:lnTo>
                        <a:pt x="274" y="44"/>
                      </a:lnTo>
                      <a:lnTo>
                        <a:pt x="274" y="40"/>
                      </a:lnTo>
                      <a:lnTo>
                        <a:pt x="268" y="36"/>
                      </a:lnTo>
                      <a:lnTo>
                        <a:pt x="260" y="36"/>
                      </a:lnTo>
                      <a:lnTo>
                        <a:pt x="260" y="32"/>
                      </a:lnTo>
                      <a:lnTo>
                        <a:pt x="260" y="28"/>
                      </a:lnTo>
                      <a:lnTo>
                        <a:pt x="258" y="20"/>
                      </a:lnTo>
                      <a:lnTo>
                        <a:pt x="256" y="14"/>
                      </a:lnTo>
                      <a:lnTo>
                        <a:pt x="252" y="10"/>
                      </a:lnTo>
                      <a:lnTo>
                        <a:pt x="242" y="8"/>
                      </a:lnTo>
                      <a:lnTo>
                        <a:pt x="226" y="10"/>
                      </a:lnTo>
                      <a:lnTo>
                        <a:pt x="210" y="12"/>
                      </a:lnTo>
                      <a:lnTo>
                        <a:pt x="194" y="16"/>
                      </a:lnTo>
                      <a:lnTo>
                        <a:pt x="176" y="18"/>
                      </a:lnTo>
                      <a:lnTo>
                        <a:pt x="170" y="18"/>
                      </a:lnTo>
                      <a:lnTo>
                        <a:pt x="162" y="14"/>
                      </a:lnTo>
                      <a:lnTo>
                        <a:pt x="148" y="10"/>
                      </a:lnTo>
                      <a:lnTo>
                        <a:pt x="134" y="2"/>
                      </a:lnTo>
                      <a:lnTo>
                        <a:pt x="124" y="0"/>
                      </a:lnTo>
                      <a:lnTo>
                        <a:pt x="114" y="0"/>
                      </a:lnTo>
                      <a:lnTo>
                        <a:pt x="102" y="2"/>
                      </a:lnTo>
                      <a:lnTo>
                        <a:pt x="92" y="6"/>
                      </a:lnTo>
                      <a:lnTo>
                        <a:pt x="84" y="12"/>
                      </a:lnTo>
                      <a:lnTo>
                        <a:pt x="76" y="14"/>
                      </a:lnTo>
                      <a:lnTo>
                        <a:pt x="64" y="14"/>
                      </a:lnTo>
                      <a:lnTo>
                        <a:pt x="60" y="14"/>
                      </a:lnTo>
                      <a:lnTo>
                        <a:pt x="60" y="12"/>
                      </a:lnTo>
                      <a:lnTo>
                        <a:pt x="52" y="12"/>
                      </a:lnTo>
                      <a:lnTo>
                        <a:pt x="46" y="12"/>
                      </a:lnTo>
                      <a:lnTo>
                        <a:pt x="34" y="12"/>
                      </a:lnTo>
                      <a:lnTo>
                        <a:pt x="34" y="14"/>
                      </a:lnTo>
                      <a:lnTo>
                        <a:pt x="38" y="18"/>
                      </a:lnTo>
                      <a:lnTo>
                        <a:pt x="44" y="24"/>
                      </a:lnTo>
                      <a:lnTo>
                        <a:pt x="32" y="26"/>
                      </a:lnTo>
                      <a:lnTo>
                        <a:pt x="12" y="28"/>
                      </a:lnTo>
                      <a:lnTo>
                        <a:pt x="6" y="34"/>
                      </a:lnTo>
                      <a:lnTo>
                        <a:pt x="0" y="40"/>
                      </a:lnTo>
                      <a:lnTo>
                        <a:pt x="2" y="40"/>
                      </a:lnTo>
                      <a:lnTo>
                        <a:pt x="4" y="42"/>
                      </a:lnTo>
                      <a:lnTo>
                        <a:pt x="8" y="44"/>
                      </a:lnTo>
                      <a:lnTo>
                        <a:pt x="8" y="46"/>
                      </a:lnTo>
                      <a:lnTo>
                        <a:pt x="10" y="50"/>
                      </a:lnTo>
                      <a:lnTo>
                        <a:pt x="14" y="54"/>
                      </a:lnTo>
                      <a:lnTo>
                        <a:pt x="12" y="58"/>
                      </a:lnTo>
                      <a:lnTo>
                        <a:pt x="10" y="60"/>
                      </a:lnTo>
                      <a:lnTo>
                        <a:pt x="10" y="66"/>
                      </a:lnTo>
                      <a:lnTo>
                        <a:pt x="18" y="66"/>
                      </a:lnTo>
                      <a:lnTo>
                        <a:pt x="18" y="70"/>
                      </a:lnTo>
                      <a:lnTo>
                        <a:pt x="22" y="76"/>
                      </a:lnTo>
                      <a:lnTo>
                        <a:pt x="30" y="84"/>
                      </a:lnTo>
                      <a:lnTo>
                        <a:pt x="30" y="86"/>
                      </a:lnTo>
                      <a:lnTo>
                        <a:pt x="32" y="90"/>
                      </a:lnTo>
                      <a:lnTo>
                        <a:pt x="46" y="96"/>
                      </a:lnTo>
                      <a:lnTo>
                        <a:pt x="60" y="100"/>
                      </a:lnTo>
                      <a:lnTo>
                        <a:pt x="76" y="104"/>
                      </a:lnTo>
                      <a:lnTo>
                        <a:pt x="78" y="100"/>
                      </a:lnTo>
                      <a:lnTo>
                        <a:pt x="78" y="96"/>
                      </a:lnTo>
                      <a:lnTo>
                        <a:pt x="76" y="94"/>
                      </a:lnTo>
                      <a:lnTo>
                        <a:pt x="74" y="94"/>
                      </a:lnTo>
                      <a:lnTo>
                        <a:pt x="78" y="94"/>
                      </a:lnTo>
                      <a:lnTo>
                        <a:pt x="82" y="92"/>
                      </a:lnTo>
                      <a:lnTo>
                        <a:pt x="88" y="92"/>
                      </a:lnTo>
                      <a:lnTo>
                        <a:pt x="90" y="94"/>
                      </a:lnTo>
                      <a:lnTo>
                        <a:pt x="98" y="98"/>
                      </a:lnTo>
                      <a:lnTo>
                        <a:pt x="104" y="106"/>
                      </a:lnTo>
                      <a:lnTo>
                        <a:pt x="108" y="108"/>
                      </a:lnTo>
                      <a:lnTo>
                        <a:pt x="114" y="108"/>
                      </a:lnTo>
                      <a:lnTo>
                        <a:pt x="116" y="108"/>
                      </a:lnTo>
                      <a:lnTo>
                        <a:pt x="120" y="106"/>
                      </a:lnTo>
                      <a:lnTo>
                        <a:pt x="126" y="98"/>
                      </a:lnTo>
                      <a:lnTo>
                        <a:pt x="132" y="94"/>
                      </a:lnTo>
                      <a:lnTo>
                        <a:pt x="134" y="92"/>
                      </a:lnTo>
                      <a:lnTo>
                        <a:pt x="138" y="92"/>
                      </a:lnTo>
                      <a:lnTo>
                        <a:pt x="142" y="92"/>
                      </a:lnTo>
                      <a:lnTo>
                        <a:pt x="142" y="94"/>
                      </a:lnTo>
                      <a:lnTo>
                        <a:pt x="146" y="94"/>
                      </a:lnTo>
                      <a:lnTo>
                        <a:pt x="148" y="96"/>
                      </a:lnTo>
                      <a:lnTo>
                        <a:pt x="152" y="94"/>
                      </a:lnTo>
                      <a:lnTo>
                        <a:pt x="154" y="94"/>
                      </a:lnTo>
                      <a:lnTo>
                        <a:pt x="164" y="94"/>
                      </a:lnTo>
                      <a:lnTo>
                        <a:pt x="162" y="96"/>
                      </a:lnTo>
                      <a:lnTo>
                        <a:pt x="160" y="98"/>
                      </a:lnTo>
                      <a:lnTo>
                        <a:pt x="156" y="98"/>
                      </a:lnTo>
                      <a:lnTo>
                        <a:pt x="158" y="108"/>
                      </a:lnTo>
                      <a:lnTo>
                        <a:pt x="162" y="116"/>
                      </a:lnTo>
                      <a:lnTo>
                        <a:pt x="166" y="1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0" name="íṧliḓe"/>
                <p:cNvSpPr/>
                <p:nvPr/>
              </p:nvSpPr>
              <p:spPr bwMode="auto">
                <a:xfrm>
                  <a:off x="5722324" y="3060663"/>
                  <a:ext cx="26167" cy="39230"/>
                </a:xfrm>
                <a:custGeom>
                  <a:avLst/>
                  <a:gdLst>
                    <a:gd name="T0" fmla="*/ 0 w 16"/>
                    <a:gd name="T1" fmla="*/ 2147483647 h 24"/>
                    <a:gd name="T2" fmla="*/ 2147483647 w 16"/>
                    <a:gd name="T3" fmla="*/ 2147483647 h 24"/>
                    <a:gd name="T4" fmla="*/ 2147483647 w 16"/>
                    <a:gd name="T5" fmla="*/ 2147483647 h 24"/>
                    <a:gd name="T6" fmla="*/ 2147483647 w 16"/>
                    <a:gd name="T7" fmla="*/ 0 h 24"/>
                    <a:gd name="T8" fmla="*/ 2147483647 w 16"/>
                    <a:gd name="T9" fmla="*/ 0 h 24"/>
                    <a:gd name="T10" fmla="*/ 2147483647 w 16"/>
                    <a:gd name="T11" fmla="*/ 2147483647 h 24"/>
                    <a:gd name="T12" fmla="*/ 2147483647 w 16"/>
                    <a:gd name="T13" fmla="*/ 2147483647 h 24"/>
                    <a:gd name="T14" fmla="*/ 2147483647 w 16"/>
                    <a:gd name="T15" fmla="*/ 2147483647 h 24"/>
                    <a:gd name="T16" fmla="*/ 2147483647 w 16"/>
                    <a:gd name="T17" fmla="*/ 2147483647 h 24"/>
                    <a:gd name="T18" fmla="*/ 2147483647 w 16"/>
                    <a:gd name="T19" fmla="*/ 2147483647 h 24"/>
                    <a:gd name="T20" fmla="*/ 2147483647 w 16"/>
                    <a:gd name="T21" fmla="*/ 2147483647 h 24"/>
                    <a:gd name="T22" fmla="*/ 2147483647 w 16"/>
                    <a:gd name="T23" fmla="*/ 2147483647 h 24"/>
                    <a:gd name="T24" fmla="*/ 0 w 16"/>
                    <a:gd name="T25" fmla="*/ 2147483647 h 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6"/>
                    <a:gd name="T40" fmla="*/ 0 h 24"/>
                    <a:gd name="T41" fmla="*/ 16 w 16"/>
                    <a:gd name="T42" fmla="*/ 24 h 2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6" h="24">
                      <a:moveTo>
                        <a:pt x="0" y="12"/>
                      </a:moveTo>
                      <a:lnTo>
                        <a:pt x="2" y="10"/>
                      </a:lnTo>
                      <a:lnTo>
                        <a:pt x="4" y="8"/>
                      </a:lnTo>
                      <a:lnTo>
                        <a:pt x="2" y="0"/>
                      </a:lnTo>
                      <a:lnTo>
                        <a:pt x="10" y="0"/>
                      </a:lnTo>
                      <a:lnTo>
                        <a:pt x="12" y="6"/>
                      </a:lnTo>
                      <a:lnTo>
                        <a:pt x="14" y="10"/>
                      </a:lnTo>
                      <a:lnTo>
                        <a:pt x="16" y="12"/>
                      </a:lnTo>
                      <a:lnTo>
                        <a:pt x="14" y="16"/>
                      </a:lnTo>
                      <a:lnTo>
                        <a:pt x="10" y="20"/>
                      </a:lnTo>
                      <a:lnTo>
                        <a:pt x="6" y="24"/>
                      </a:lnTo>
                      <a:lnTo>
                        <a:pt x="4" y="2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1" name="ïś1ïḍè"/>
                <p:cNvSpPr/>
                <p:nvPr/>
              </p:nvSpPr>
              <p:spPr bwMode="auto">
                <a:xfrm>
                  <a:off x="5770527" y="3088685"/>
                  <a:ext cx="209336" cy="250789"/>
                </a:xfrm>
                <a:custGeom>
                  <a:avLst/>
                  <a:gdLst>
                    <a:gd name="T0" fmla="*/ 2147483647 w 120"/>
                    <a:gd name="T1" fmla="*/ 2147483647 h 150"/>
                    <a:gd name="T2" fmla="*/ 2147483647 w 120"/>
                    <a:gd name="T3" fmla="*/ 2147483647 h 150"/>
                    <a:gd name="T4" fmla="*/ 2147483647 w 120"/>
                    <a:gd name="T5" fmla="*/ 2147483647 h 150"/>
                    <a:gd name="T6" fmla="*/ 2147483647 w 120"/>
                    <a:gd name="T7" fmla="*/ 2147483647 h 150"/>
                    <a:gd name="T8" fmla="*/ 2147483647 w 120"/>
                    <a:gd name="T9" fmla="*/ 2147483647 h 150"/>
                    <a:gd name="T10" fmla="*/ 2147483647 w 120"/>
                    <a:gd name="T11" fmla="*/ 2147483647 h 150"/>
                    <a:gd name="T12" fmla="*/ 2147483647 w 120"/>
                    <a:gd name="T13" fmla="*/ 2147483647 h 150"/>
                    <a:gd name="T14" fmla="*/ 2147483647 w 120"/>
                    <a:gd name="T15" fmla="*/ 2147483647 h 150"/>
                    <a:gd name="T16" fmla="*/ 2147483647 w 120"/>
                    <a:gd name="T17" fmla="*/ 2147483647 h 150"/>
                    <a:gd name="T18" fmla="*/ 2147483647 w 120"/>
                    <a:gd name="T19" fmla="*/ 2147483647 h 150"/>
                    <a:gd name="T20" fmla="*/ 2147483647 w 120"/>
                    <a:gd name="T21" fmla="*/ 2147483647 h 150"/>
                    <a:gd name="T22" fmla="*/ 2147483647 w 120"/>
                    <a:gd name="T23" fmla="*/ 2147483647 h 150"/>
                    <a:gd name="T24" fmla="*/ 2147483647 w 120"/>
                    <a:gd name="T25" fmla="*/ 2147483647 h 150"/>
                    <a:gd name="T26" fmla="*/ 2147483647 w 120"/>
                    <a:gd name="T27" fmla="*/ 2147483647 h 150"/>
                    <a:gd name="T28" fmla="*/ 2147483647 w 120"/>
                    <a:gd name="T29" fmla="*/ 2147483647 h 150"/>
                    <a:gd name="T30" fmla="*/ 2147483647 w 120"/>
                    <a:gd name="T31" fmla="*/ 2147483647 h 150"/>
                    <a:gd name="T32" fmla="*/ 2147483647 w 120"/>
                    <a:gd name="T33" fmla="*/ 2147483647 h 150"/>
                    <a:gd name="T34" fmla="*/ 2147483647 w 120"/>
                    <a:gd name="T35" fmla="*/ 2147483647 h 150"/>
                    <a:gd name="T36" fmla="*/ 2147483647 w 120"/>
                    <a:gd name="T37" fmla="*/ 2147483647 h 150"/>
                    <a:gd name="T38" fmla="*/ 2147483647 w 120"/>
                    <a:gd name="T39" fmla="*/ 2147483647 h 150"/>
                    <a:gd name="T40" fmla="*/ 2147483647 w 120"/>
                    <a:gd name="T41" fmla="*/ 2147483647 h 150"/>
                    <a:gd name="T42" fmla="*/ 2147483647 w 120"/>
                    <a:gd name="T43" fmla="*/ 2147483647 h 150"/>
                    <a:gd name="T44" fmla="*/ 2147483647 w 120"/>
                    <a:gd name="T45" fmla="*/ 2147483647 h 150"/>
                    <a:gd name="T46" fmla="*/ 2147483647 w 120"/>
                    <a:gd name="T47" fmla="*/ 2147483647 h 150"/>
                    <a:gd name="T48" fmla="*/ 2147483647 w 120"/>
                    <a:gd name="T49" fmla="*/ 2147483647 h 150"/>
                    <a:gd name="T50" fmla="*/ 2147483647 w 120"/>
                    <a:gd name="T51" fmla="*/ 2147483647 h 150"/>
                    <a:gd name="T52" fmla="*/ 2147483647 w 120"/>
                    <a:gd name="T53" fmla="*/ 2147483647 h 150"/>
                    <a:gd name="T54" fmla="*/ 2147483647 w 120"/>
                    <a:gd name="T55" fmla="*/ 2147483647 h 150"/>
                    <a:gd name="T56" fmla="*/ 2147483647 w 120"/>
                    <a:gd name="T57" fmla="*/ 2147483647 h 150"/>
                    <a:gd name="T58" fmla="*/ 2147483647 w 120"/>
                    <a:gd name="T59" fmla="*/ 2147483647 h 150"/>
                    <a:gd name="T60" fmla="*/ 2147483647 w 120"/>
                    <a:gd name="T61" fmla="*/ 2147483647 h 150"/>
                    <a:gd name="T62" fmla="*/ 2147483647 w 120"/>
                    <a:gd name="T63" fmla="*/ 2147483647 h 150"/>
                    <a:gd name="T64" fmla="*/ 2147483647 w 120"/>
                    <a:gd name="T65" fmla="*/ 2147483647 h 150"/>
                    <a:gd name="T66" fmla="*/ 0 w 120"/>
                    <a:gd name="T67" fmla="*/ 2147483647 h 150"/>
                    <a:gd name="T68" fmla="*/ 0 w 120"/>
                    <a:gd name="T69" fmla="*/ 2147483647 h 150"/>
                    <a:gd name="T70" fmla="*/ 2147483647 w 120"/>
                    <a:gd name="T71" fmla="*/ 2147483647 h 150"/>
                    <a:gd name="T72" fmla="*/ 2147483647 w 120"/>
                    <a:gd name="T73" fmla="*/ 2147483647 h 150"/>
                    <a:gd name="T74" fmla="*/ 2147483647 w 120"/>
                    <a:gd name="T75" fmla="*/ 2147483647 h 150"/>
                    <a:gd name="T76" fmla="*/ 2147483647 w 120"/>
                    <a:gd name="T77" fmla="*/ 0 h 150"/>
                    <a:gd name="T78" fmla="*/ 2147483647 w 120"/>
                    <a:gd name="T79" fmla="*/ 2147483647 h 150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w 120"/>
                    <a:gd name="T121" fmla="*/ 0 h 150"/>
                    <a:gd name="T122" fmla="*/ 120 w 120"/>
                    <a:gd name="T123" fmla="*/ 150 h 150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T120" t="T121" r="T122" b="T123"/>
                  <a:pathLst>
                    <a:path w="120" h="150">
                      <a:moveTo>
                        <a:pt x="66" y="4"/>
                      </a:moveTo>
                      <a:lnTo>
                        <a:pt x="72" y="12"/>
                      </a:lnTo>
                      <a:lnTo>
                        <a:pt x="76" y="22"/>
                      </a:lnTo>
                      <a:lnTo>
                        <a:pt x="82" y="26"/>
                      </a:lnTo>
                      <a:lnTo>
                        <a:pt x="88" y="28"/>
                      </a:lnTo>
                      <a:lnTo>
                        <a:pt x="102" y="30"/>
                      </a:lnTo>
                      <a:lnTo>
                        <a:pt x="110" y="34"/>
                      </a:lnTo>
                      <a:lnTo>
                        <a:pt x="116" y="38"/>
                      </a:lnTo>
                      <a:lnTo>
                        <a:pt x="118" y="42"/>
                      </a:lnTo>
                      <a:lnTo>
                        <a:pt x="120" y="50"/>
                      </a:lnTo>
                      <a:lnTo>
                        <a:pt x="118" y="58"/>
                      </a:lnTo>
                      <a:lnTo>
                        <a:pt x="116" y="64"/>
                      </a:lnTo>
                      <a:lnTo>
                        <a:pt x="104" y="76"/>
                      </a:lnTo>
                      <a:lnTo>
                        <a:pt x="98" y="82"/>
                      </a:lnTo>
                      <a:lnTo>
                        <a:pt x="94" y="86"/>
                      </a:lnTo>
                      <a:lnTo>
                        <a:pt x="92" y="90"/>
                      </a:lnTo>
                      <a:lnTo>
                        <a:pt x="92" y="98"/>
                      </a:lnTo>
                      <a:lnTo>
                        <a:pt x="92" y="110"/>
                      </a:lnTo>
                      <a:lnTo>
                        <a:pt x="84" y="112"/>
                      </a:lnTo>
                      <a:lnTo>
                        <a:pt x="78" y="110"/>
                      </a:lnTo>
                      <a:lnTo>
                        <a:pt x="78" y="120"/>
                      </a:lnTo>
                      <a:lnTo>
                        <a:pt x="78" y="122"/>
                      </a:lnTo>
                      <a:lnTo>
                        <a:pt x="78" y="126"/>
                      </a:lnTo>
                      <a:lnTo>
                        <a:pt x="72" y="128"/>
                      </a:lnTo>
                      <a:lnTo>
                        <a:pt x="66" y="130"/>
                      </a:lnTo>
                      <a:lnTo>
                        <a:pt x="64" y="132"/>
                      </a:lnTo>
                      <a:lnTo>
                        <a:pt x="62" y="136"/>
                      </a:lnTo>
                      <a:lnTo>
                        <a:pt x="58" y="140"/>
                      </a:lnTo>
                      <a:lnTo>
                        <a:pt x="56" y="144"/>
                      </a:lnTo>
                      <a:lnTo>
                        <a:pt x="44" y="146"/>
                      </a:lnTo>
                      <a:lnTo>
                        <a:pt x="36" y="148"/>
                      </a:lnTo>
                      <a:lnTo>
                        <a:pt x="30" y="148"/>
                      </a:lnTo>
                      <a:lnTo>
                        <a:pt x="20" y="150"/>
                      </a:lnTo>
                      <a:lnTo>
                        <a:pt x="0" y="126"/>
                      </a:lnTo>
                      <a:lnTo>
                        <a:pt x="0" y="118"/>
                      </a:lnTo>
                      <a:lnTo>
                        <a:pt x="50" y="74"/>
                      </a:lnTo>
                      <a:lnTo>
                        <a:pt x="50" y="40"/>
                      </a:lnTo>
                      <a:lnTo>
                        <a:pt x="42" y="34"/>
                      </a:lnTo>
                      <a:lnTo>
                        <a:pt x="66" y="0"/>
                      </a:lnTo>
                      <a:lnTo>
                        <a:pt x="66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2" name="íṣľiḓè"/>
                <p:cNvSpPr/>
                <p:nvPr/>
              </p:nvSpPr>
              <p:spPr bwMode="auto">
                <a:xfrm>
                  <a:off x="5861423" y="3049455"/>
                  <a:ext cx="16526" cy="29422"/>
                </a:xfrm>
                <a:custGeom>
                  <a:avLst/>
                  <a:gdLst>
                    <a:gd name="T0" fmla="*/ 0 w 10"/>
                    <a:gd name="T1" fmla="*/ 2147483647 h 18"/>
                    <a:gd name="T2" fmla="*/ 2147483647 w 10"/>
                    <a:gd name="T3" fmla="*/ 0 h 18"/>
                    <a:gd name="T4" fmla="*/ 2147483647 w 10"/>
                    <a:gd name="T5" fmla="*/ 2147483647 h 18"/>
                    <a:gd name="T6" fmla="*/ 2147483647 w 10"/>
                    <a:gd name="T7" fmla="*/ 2147483647 h 18"/>
                    <a:gd name="T8" fmla="*/ 2147483647 w 10"/>
                    <a:gd name="T9" fmla="*/ 2147483647 h 18"/>
                    <a:gd name="T10" fmla="*/ 2147483647 w 10"/>
                    <a:gd name="T11" fmla="*/ 2147483647 h 18"/>
                    <a:gd name="T12" fmla="*/ 2147483647 w 10"/>
                    <a:gd name="T13" fmla="*/ 2147483647 h 18"/>
                    <a:gd name="T14" fmla="*/ 0 w 10"/>
                    <a:gd name="T15" fmla="*/ 2147483647 h 1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"/>
                    <a:gd name="T25" fmla="*/ 0 h 18"/>
                    <a:gd name="T26" fmla="*/ 10 w 10"/>
                    <a:gd name="T27" fmla="*/ 18 h 1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" h="18">
                      <a:moveTo>
                        <a:pt x="0" y="8"/>
                      </a:moveTo>
                      <a:lnTo>
                        <a:pt x="6" y="0"/>
                      </a:lnTo>
                      <a:lnTo>
                        <a:pt x="10" y="6"/>
                      </a:lnTo>
                      <a:lnTo>
                        <a:pt x="10" y="14"/>
                      </a:lnTo>
                      <a:lnTo>
                        <a:pt x="6" y="18"/>
                      </a:lnTo>
                      <a:lnTo>
                        <a:pt x="4" y="16"/>
                      </a:lnTo>
                      <a:lnTo>
                        <a:pt x="2" y="12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3" name="íṩļïḋe"/>
                <p:cNvSpPr/>
                <p:nvPr/>
              </p:nvSpPr>
              <p:spPr bwMode="auto">
                <a:xfrm>
                  <a:off x="5729210" y="3063466"/>
                  <a:ext cx="155625" cy="81261"/>
                </a:xfrm>
                <a:custGeom>
                  <a:avLst/>
                  <a:gdLst>
                    <a:gd name="T0" fmla="*/ 2147483647 w 90"/>
                    <a:gd name="T1" fmla="*/ 2147483647 h 50"/>
                    <a:gd name="T2" fmla="*/ 2147483647 w 90"/>
                    <a:gd name="T3" fmla="*/ 2147483647 h 50"/>
                    <a:gd name="T4" fmla="*/ 2147483647 w 90"/>
                    <a:gd name="T5" fmla="*/ 2147483647 h 50"/>
                    <a:gd name="T6" fmla="*/ 2147483647 w 90"/>
                    <a:gd name="T7" fmla="*/ 2147483647 h 50"/>
                    <a:gd name="T8" fmla="*/ 2147483647 w 90"/>
                    <a:gd name="T9" fmla="*/ 2147483647 h 50"/>
                    <a:gd name="T10" fmla="*/ 2147483647 w 90"/>
                    <a:gd name="T11" fmla="*/ 2147483647 h 50"/>
                    <a:gd name="T12" fmla="*/ 2147483647 w 90"/>
                    <a:gd name="T13" fmla="*/ 0 h 50"/>
                    <a:gd name="T14" fmla="*/ 2147483647 w 90"/>
                    <a:gd name="T15" fmla="*/ 2147483647 h 50"/>
                    <a:gd name="T16" fmla="*/ 2147483647 w 90"/>
                    <a:gd name="T17" fmla="*/ 2147483647 h 50"/>
                    <a:gd name="T18" fmla="*/ 2147483647 w 90"/>
                    <a:gd name="T19" fmla="*/ 2147483647 h 50"/>
                    <a:gd name="T20" fmla="*/ 2147483647 w 90"/>
                    <a:gd name="T21" fmla="*/ 2147483647 h 50"/>
                    <a:gd name="T22" fmla="*/ 2147483647 w 90"/>
                    <a:gd name="T23" fmla="*/ 2147483647 h 50"/>
                    <a:gd name="T24" fmla="*/ 2147483647 w 90"/>
                    <a:gd name="T25" fmla="*/ 2147483647 h 50"/>
                    <a:gd name="T26" fmla="*/ 2147483647 w 90"/>
                    <a:gd name="T27" fmla="*/ 2147483647 h 50"/>
                    <a:gd name="T28" fmla="*/ 2147483647 w 90"/>
                    <a:gd name="T29" fmla="*/ 2147483647 h 50"/>
                    <a:gd name="T30" fmla="*/ 2147483647 w 90"/>
                    <a:gd name="T31" fmla="*/ 2147483647 h 50"/>
                    <a:gd name="T32" fmla="*/ 0 w 90"/>
                    <a:gd name="T33" fmla="*/ 2147483647 h 50"/>
                    <a:gd name="T34" fmla="*/ 2147483647 w 90"/>
                    <a:gd name="T35" fmla="*/ 2147483647 h 50"/>
                    <a:gd name="T36" fmla="*/ 2147483647 w 90"/>
                    <a:gd name="T37" fmla="*/ 2147483647 h 50"/>
                    <a:gd name="T38" fmla="*/ 2147483647 w 90"/>
                    <a:gd name="T39" fmla="*/ 2147483647 h 50"/>
                    <a:gd name="T40" fmla="*/ 2147483647 w 90"/>
                    <a:gd name="T41" fmla="*/ 2147483647 h 5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0"/>
                    <a:gd name="T64" fmla="*/ 0 h 50"/>
                    <a:gd name="T65" fmla="*/ 90 w 90"/>
                    <a:gd name="T66" fmla="*/ 50 h 50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0" h="50">
                      <a:moveTo>
                        <a:pt x="66" y="50"/>
                      </a:moveTo>
                      <a:lnTo>
                        <a:pt x="90" y="16"/>
                      </a:lnTo>
                      <a:lnTo>
                        <a:pt x="86" y="6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8" y="4"/>
                      </a:lnTo>
                      <a:lnTo>
                        <a:pt x="76" y="0"/>
                      </a:lnTo>
                      <a:lnTo>
                        <a:pt x="66" y="12"/>
                      </a:lnTo>
                      <a:lnTo>
                        <a:pt x="58" y="22"/>
                      </a:lnTo>
                      <a:lnTo>
                        <a:pt x="52" y="28"/>
                      </a:lnTo>
                      <a:lnTo>
                        <a:pt x="44" y="30"/>
                      </a:lnTo>
                      <a:lnTo>
                        <a:pt x="36" y="34"/>
                      </a:lnTo>
                      <a:lnTo>
                        <a:pt x="26" y="34"/>
                      </a:lnTo>
                      <a:lnTo>
                        <a:pt x="20" y="34"/>
                      </a:lnTo>
                      <a:lnTo>
                        <a:pt x="12" y="30"/>
                      </a:lnTo>
                      <a:lnTo>
                        <a:pt x="2" y="22"/>
                      </a:lnTo>
                      <a:lnTo>
                        <a:pt x="0" y="28"/>
                      </a:lnTo>
                      <a:lnTo>
                        <a:pt x="10" y="36"/>
                      </a:lnTo>
                      <a:lnTo>
                        <a:pt x="22" y="40"/>
                      </a:lnTo>
                      <a:lnTo>
                        <a:pt x="22" y="48"/>
                      </a:lnTo>
                      <a:lnTo>
                        <a:pt x="66" y="5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4" name="iṧḻîdé"/>
                <p:cNvSpPr/>
                <p:nvPr/>
              </p:nvSpPr>
              <p:spPr bwMode="auto">
                <a:xfrm>
                  <a:off x="5519874" y="3286233"/>
                  <a:ext cx="286460" cy="176534"/>
                </a:xfrm>
                <a:custGeom>
                  <a:avLst/>
                  <a:gdLst>
                    <a:gd name="T0" fmla="*/ 2147483647 w 164"/>
                    <a:gd name="T1" fmla="*/ 2147483647 h 106"/>
                    <a:gd name="T2" fmla="*/ 2147483647 w 164"/>
                    <a:gd name="T3" fmla="*/ 2147483647 h 106"/>
                    <a:gd name="T4" fmla="*/ 2147483647 w 164"/>
                    <a:gd name="T5" fmla="*/ 0 h 106"/>
                    <a:gd name="T6" fmla="*/ 2147483647 w 164"/>
                    <a:gd name="T7" fmla="*/ 2147483647 h 106"/>
                    <a:gd name="T8" fmla="*/ 2147483647 w 164"/>
                    <a:gd name="T9" fmla="*/ 2147483647 h 106"/>
                    <a:gd name="T10" fmla="*/ 2147483647 w 164"/>
                    <a:gd name="T11" fmla="*/ 2147483647 h 106"/>
                    <a:gd name="T12" fmla="*/ 2147483647 w 164"/>
                    <a:gd name="T13" fmla="*/ 2147483647 h 106"/>
                    <a:gd name="T14" fmla="*/ 2147483647 w 164"/>
                    <a:gd name="T15" fmla="*/ 2147483647 h 106"/>
                    <a:gd name="T16" fmla="*/ 2147483647 w 164"/>
                    <a:gd name="T17" fmla="*/ 2147483647 h 106"/>
                    <a:gd name="T18" fmla="*/ 2147483647 w 164"/>
                    <a:gd name="T19" fmla="*/ 2147483647 h 106"/>
                    <a:gd name="T20" fmla="*/ 2147483647 w 164"/>
                    <a:gd name="T21" fmla="*/ 2147483647 h 106"/>
                    <a:gd name="T22" fmla="*/ 2147483647 w 164"/>
                    <a:gd name="T23" fmla="*/ 2147483647 h 106"/>
                    <a:gd name="T24" fmla="*/ 2147483647 w 164"/>
                    <a:gd name="T25" fmla="*/ 2147483647 h 106"/>
                    <a:gd name="T26" fmla="*/ 2147483647 w 164"/>
                    <a:gd name="T27" fmla="*/ 2147483647 h 106"/>
                    <a:gd name="T28" fmla="*/ 2147483647 w 164"/>
                    <a:gd name="T29" fmla="*/ 2147483647 h 106"/>
                    <a:gd name="T30" fmla="*/ 2147483647 w 164"/>
                    <a:gd name="T31" fmla="*/ 2147483647 h 106"/>
                    <a:gd name="T32" fmla="*/ 0 w 164"/>
                    <a:gd name="T33" fmla="*/ 2147483647 h 106"/>
                    <a:gd name="T34" fmla="*/ 2147483647 w 164"/>
                    <a:gd name="T35" fmla="*/ 2147483647 h 106"/>
                    <a:gd name="T36" fmla="*/ 2147483647 w 164"/>
                    <a:gd name="T37" fmla="*/ 2147483647 h 106"/>
                    <a:gd name="T38" fmla="*/ 2147483647 w 164"/>
                    <a:gd name="T39" fmla="*/ 2147483647 h 106"/>
                    <a:gd name="T40" fmla="*/ 2147483647 w 164"/>
                    <a:gd name="T41" fmla="*/ 2147483647 h 106"/>
                    <a:gd name="T42" fmla="*/ 2147483647 w 164"/>
                    <a:gd name="T43" fmla="*/ 2147483647 h 106"/>
                    <a:gd name="T44" fmla="*/ 2147483647 w 164"/>
                    <a:gd name="T45" fmla="*/ 2147483647 h 106"/>
                    <a:gd name="T46" fmla="*/ 2147483647 w 164"/>
                    <a:gd name="T47" fmla="*/ 2147483647 h 106"/>
                    <a:gd name="T48" fmla="*/ 2147483647 w 164"/>
                    <a:gd name="T49" fmla="*/ 2147483647 h 106"/>
                    <a:gd name="T50" fmla="*/ 2147483647 w 164"/>
                    <a:gd name="T51" fmla="*/ 2147483647 h 106"/>
                    <a:gd name="T52" fmla="*/ 2147483647 w 164"/>
                    <a:gd name="T53" fmla="*/ 2147483647 h 106"/>
                    <a:gd name="T54" fmla="*/ 2147483647 w 164"/>
                    <a:gd name="T55" fmla="*/ 2147483647 h 106"/>
                    <a:gd name="T56" fmla="*/ 2147483647 w 164"/>
                    <a:gd name="T57" fmla="*/ 2147483647 h 106"/>
                    <a:gd name="T58" fmla="*/ 2147483647 w 164"/>
                    <a:gd name="T59" fmla="*/ 2147483647 h 106"/>
                    <a:gd name="T60" fmla="*/ 2147483647 w 164"/>
                    <a:gd name="T61" fmla="*/ 2147483647 h 106"/>
                    <a:gd name="T62" fmla="*/ 2147483647 w 164"/>
                    <a:gd name="T63" fmla="*/ 2147483647 h 106"/>
                    <a:gd name="T64" fmla="*/ 2147483647 w 164"/>
                    <a:gd name="T65" fmla="*/ 2147483647 h 106"/>
                    <a:gd name="T66" fmla="*/ 2147483647 w 164"/>
                    <a:gd name="T67" fmla="*/ 2147483647 h 106"/>
                    <a:gd name="T68" fmla="*/ 2147483647 w 164"/>
                    <a:gd name="T69" fmla="*/ 2147483647 h 106"/>
                    <a:gd name="T70" fmla="*/ 2147483647 w 164"/>
                    <a:gd name="T71" fmla="*/ 2147483647 h 106"/>
                    <a:gd name="T72" fmla="*/ 2147483647 w 164"/>
                    <a:gd name="T73" fmla="*/ 2147483647 h 106"/>
                    <a:gd name="T74" fmla="*/ 2147483647 w 164"/>
                    <a:gd name="T75" fmla="*/ 2147483647 h 106"/>
                    <a:gd name="T76" fmla="*/ 2147483647 w 164"/>
                    <a:gd name="T77" fmla="*/ 2147483647 h 106"/>
                    <a:gd name="T78" fmla="*/ 2147483647 w 164"/>
                    <a:gd name="T79" fmla="*/ 2147483647 h 106"/>
                    <a:gd name="T80" fmla="*/ 2147483647 w 164"/>
                    <a:gd name="T81" fmla="*/ 2147483647 h 10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64"/>
                    <a:gd name="T124" fmla="*/ 0 h 106"/>
                    <a:gd name="T125" fmla="*/ 164 w 164"/>
                    <a:gd name="T126" fmla="*/ 106 h 10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64" h="106">
                      <a:moveTo>
                        <a:pt x="164" y="32"/>
                      </a:moveTo>
                      <a:lnTo>
                        <a:pt x="144" y="8"/>
                      </a:lnTo>
                      <a:lnTo>
                        <a:pt x="144" y="0"/>
                      </a:lnTo>
                      <a:lnTo>
                        <a:pt x="96" y="12"/>
                      </a:lnTo>
                      <a:lnTo>
                        <a:pt x="52" y="56"/>
                      </a:lnTo>
                      <a:lnTo>
                        <a:pt x="50" y="34"/>
                      </a:lnTo>
                      <a:lnTo>
                        <a:pt x="30" y="28"/>
                      </a:lnTo>
                      <a:lnTo>
                        <a:pt x="26" y="26"/>
                      </a:lnTo>
                      <a:lnTo>
                        <a:pt x="24" y="28"/>
                      </a:lnTo>
                      <a:lnTo>
                        <a:pt x="18" y="26"/>
                      </a:lnTo>
                      <a:lnTo>
                        <a:pt x="14" y="22"/>
                      </a:lnTo>
                      <a:lnTo>
                        <a:pt x="12" y="24"/>
                      </a:lnTo>
                      <a:lnTo>
                        <a:pt x="10" y="28"/>
                      </a:lnTo>
                      <a:lnTo>
                        <a:pt x="8" y="34"/>
                      </a:lnTo>
                      <a:lnTo>
                        <a:pt x="6" y="38"/>
                      </a:lnTo>
                      <a:lnTo>
                        <a:pt x="4" y="46"/>
                      </a:lnTo>
                      <a:lnTo>
                        <a:pt x="0" y="54"/>
                      </a:lnTo>
                      <a:lnTo>
                        <a:pt x="10" y="78"/>
                      </a:lnTo>
                      <a:lnTo>
                        <a:pt x="14" y="92"/>
                      </a:lnTo>
                      <a:lnTo>
                        <a:pt x="14" y="106"/>
                      </a:lnTo>
                      <a:lnTo>
                        <a:pt x="20" y="106"/>
                      </a:lnTo>
                      <a:lnTo>
                        <a:pt x="30" y="106"/>
                      </a:lnTo>
                      <a:lnTo>
                        <a:pt x="40" y="102"/>
                      </a:lnTo>
                      <a:lnTo>
                        <a:pt x="44" y="98"/>
                      </a:lnTo>
                      <a:lnTo>
                        <a:pt x="52" y="94"/>
                      </a:lnTo>
                      <a:lnTo>
                        <a:pt x="66" y="90"/>
                      </a:lnTo>
                      <a:lnTo>
                        <a:pt x="76" y="88"/>
                      </a:lnTo>
                      <a:lnTo>
                        <a:pt x="86" y="84"/>
                      </a:lnTo>
                      <a:lnTo>
                        <a:pt x="96" y="82"/>
                      </a:lnTo>
                      <a:lnTo>
                        <a:pt x="100" y="78"/>
                      </a:lnTo>
                      <a:lnTo>
                        <a:pt x="104" y="76"/>
                      </a:lnTo>
                      <a:lnTo>
                        <a:pt x="106" y="70"/>
                      </a:lnTo>
                      <a:lnTo>
                        <a:pt x="112" y="68"/>
                      </a:lnTo>
                      <a:lnTo>
                        <a:pt x="130" y="64"/>
                      </a:lnTo>
                      <a:lnTo>
                        <a:pt x="140" y="60"/>
                      </a:lnTo>
                      <a:lnTo>
                        <a:pt x="150" y="54"/>
                      </a:lnTo>
                      <a:lnTo>
                        <a:pt x="152" y="50"/>
                      </a:lnTo>
                      <a:lnTo>
                        <a:pt x="154" y="44"/>
                      </a:lnTo>
                      <a:lnTo>
                        <a:pt x="158" y="36"/>
                      </a:lnTo>
                      <a:lnTo>
                        <a:pt x="160" y="34"/>
                      </a:lnTo>
                      <a:lnTo>
                        <a:pt x="164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5" name="îs1ídé"/>
                <p:cNvSpPr/>
                <p:nvPr/>
              </p:nvSpPr>
              <p:spPr bwMode="auto">
                <a:xfrm>
                  <a:off x="5591489" y="2941573"/>
                  <a:ext cx="72993" cy="46234"/>
                </a:xfrm>
                <a:custGeom>
                  <a:avLst/>
                  <a:gdLst>
                    <a:gd name="T0" fmla="*/ 2147483647 w 42"/>
                    <a:gd name="T1" fmla="*/ 2147483647 h 28"/>
                    <a:gd name="T2" fmla="*/ 2147483647 w 42"/>
                    <a:gd name="T3" fmla="*/ 2147483647 h 28"/>
                    <a:gd name="T4" fmla="*/ 2147483647 w 42"/>
                    <a:gd name="T5" fmla="*/ 2147483647 h 28"/>
                    <a:gd name="T6" fmla="*/ 2147483647 w 42"/>
                    <a:gd name="T7" fmla="*/ 2147483647 h 28"/>
                    <a:gd name="T8" fmla="*/ 0 w 42"/>
                    <a:gd name="T9" fmla="*/ 2147483647 h 28"/>
                    <a:gd name="T10" fmla="*/ 2147483647 w 42"/>
                    <a:gd name="T11" fmla="*/ 2147483647 h 28"/>
                    <a:gd name="T12" fmla="*/ 2147483647 w 42"/>
                    <a:gd name="T13" fmla="*/ 2147483647 h 28"/>
                    <a:gd name="T14" fmla="*/ 2147483647 w 42"/>
                    <a:gd name="T15" fmla="*/ 0 h 28"/>
                    <a:gd name="T16" fmla="*/ 2147483647 w 42"/>
                    <a:gd name="T17" fmla="*/ 0 h 28"/>
                    <a:gd name="T18" fmla="*/ 2147483647 w 42"/>
                    <a:gd name="T19" fmla="*/ 0 h 28"/>
                    <a:gd name="T20" fmla="*/ 2147483647 w 42"/>
                    <a:gd name="T21" fmla="*/ 2147483647 h 28"/>
                    <a:gd name="T22" fmla="*/ 2147483647 w 42"/>
                    <a:gd name="T23" fmla="*/ 0 h 28"/>
                    <a:gd name="T24" fmla="*/ 2147483647 w 42"/>
                    <a:gd name="T25" fmla="*/ 2147483647 h 28"/>
                    <a:gd name="T26" fmla="*/ 2147483647 w 42"/>
                    <a:gd name="T27" fmla="*/ 2147483647 h 28"/>
                    <a:gd name="T28" fmla="*/ 2147483647 w 42"/>
                    <a:gd name="T29" fmla="*/ 2147483647 h 28"/>
                    <a:gd name="T30" fmla="*/ 2147483647 w 42"/>
                    <a:gd name="T31" fmla="*/ 2147483647 h 28"/>
                    <a:gd name="T32" fmla="*/ 2147483647 w 42"/>
                    <a:gd name="T33" fmla="*/ 2147483647 h 28"/>
                    <a:gd name="T34" fmla="*/ 2147483647 w 42"/>
                    <a:gd name="T35" fmla="*/ 2147483647 h 28"/>
                    <a:gd name="T36" fmla="*/ 2147483647 w 42"/>
                    <a:gd name="T37" fmla="*/ 2147483647 h 28"/>
                    <a:gd name="T38" fmla="*/ 2147483647 w 42"/>
                    <a:gd name="T39" fmla="*/ 2147483647 h 2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2"/>
                    <a:gd name="T61" fmla="*/ 0 h 28"/>
                    <a:gd name="T62" fmla="*/ 42 w 42"/>
                    <a:gd name="T63" fmla="*/ 28 h 28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2" h="28">
                      <a:moveTo>
                        <a:pt x="42" y="28"/>
                      </a:moveTo>
                      <a:lnTo>
                        <a:pt x="24" y="28"/>
                      </a:lnTo>
                      <a:lnTo>
                        <a:pt x="20" y="24"/>
                      </a:lnTo>
                      <a:lnTo>
                        <a:pt x="16" y="22"/>
                      </a:lnTo>
                      <a:lnTo>
                        <a:pt x="0" y="18"/>
                      </a:lnTo>
                      <a:lnTo>
                        <a:pt x="4" y="10"/>
                      </a:lnTo>
                      <a:lnTo>
                        <a:pt x="8" y="4"/>
                      </a:lnTo>
                      <a:lnTo>
                        <a:pt x="12" y="0"/>
                      </a:lnTo>
                      <a:lnTo>
                        <a:pt x="18" y="0"/>
                      </a:lnTo>
                      <a:lnTo>
                        <a:pt x="22" y="0"/>
                      </a:lnTo>
                      <a:lnTo>
                        <a:pt x="26" y="2"/>
                      </a:lnTo>
                      <a:lnTo>
                        <a:pt x="28" y="0"/>
                      </a:lnTo>
                      <a:lnTo>
                        <a:pt x="30" y="2"/>
                      </a:lnTo>
                      <a:lnTo>
                        <a:pt x="24" y="4"/>
                      </a:lnTo>
                      <a:lnTo>
                        <a:pt x="26" y="10"/>
                      </a:lnTo>
                      <a:lnTo>
                        <a:pt x="28" y="14"/>
                      </a:lnTo>
                      <a:lnTo>
                        <a:pt x="38" y="20"/>
                      </a:lnTo>
                      <a:lnTo>
                        <a:pt x="40" y="24"/>
                      </a:lnTo>
                      <a:lnTo>
                        <a:pt x="42" y="26"/>
                      </a:lnTo>
                      <a:lnTo>
                        <a:pt x="42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6" name="ïṡľïdé"/>
                <p:cNvSpPr/>
                <p:nvPr/>
              </p:nvSpPr>
              <p:spPr bwMode="auto">
                <a:xfrm>
                  <a:off x="5481312" y="2638945"/>
                  <a:ext cx="579809" cy="441333"/>
                </a:xfrm>
                <a:custGeom>
                  <a:avLst/>
                  <a:gdLst>
                    <a:gd name="T0" fmla="*/ 2147483647 w 332"/>
                    <a:gd name="T1" fmla="*/ 2147483647 h 266"/>
                    <a:gd name="T2" fmla="*/ 2147483647 w 332"/>
                    <a:gd name="T3" fmla="*/ 2147483647 h 266"/>
                    <a:gd name="T4" fmla="*/ 2147483647 w 332"/>
                    <a:gd name="T5" fmla="*/ 2147483647 h 266"/>
                    <a:gd name="T6" fmla="*/ 2147483647 w 332"/>
                    <a:gd name="T7" fmla="*/ 2147483647 h 266"/>
                    <a:gd name="T8" fmla="*/ 2147483647 w 332"/>
                    <a:gd name="T9" fmla="*/ 2147483647 h 266"/>
                    <a:gd name="T10" fmla="*/ 2147483647 w 332"/>
                    <a:gd name="T11" fmla="*/ 2147483647 h 266"/>
                    <a:gd name="T12" fmla="*/ 2147483647 w 332"/>
                    <a:gd name="T13" fmla="*/ 2147483647 h 266"/>
                    <a:gd name="T14" fmla="*/ 2147483647 w 332"/>
                    <a:gd name="T15" fmla="*/ 2147483647 h 266"/>
                    <a:gd name="T16" fmla="*/ 2147483647 w 332"/>
                    <a:gd name="T17" fmla="*/ 2147483647 h 266"/>
                    <a:gd name="T18" fmla="*/ 2147483647 w 332"/>
                    <a:gd name="T19" fmla="*/ 2147483647 h 266"/>
                    <a:gd name="T20" fmla="*/ 2147483647 w 332"/>
                    <a:gd name="T21" fmla="*/ 2147483647 h 266"/>
                    <a:gd name="T22" fmla="*/ 2147483647 w 332"/>
                    <a:gd name="T23" fmla="*/ 2147483647 h 266"/>
                    <a:gd name="T24" fmla="*/ 2147483647 w 332"/>
                    <a:gd name="T25" fmla="*/ 2147483647 h 266"/>
                    <a:gd name="T26" fmla="*/ 2147483647 w 332"/>
                    <a:gd name="T27" fmla="*/ 2147483647 h 266"/>
                    <a:gd name="T28" fmla="*/ 2147483647 w 332"/>
                    <a:gd name="T29" fmla="*/ 2147483647 h 266"/>
                    <a:gd name="T30" fmla="*/ 2147483647 w 332"/>
                    <a:gd name="T31" fmla="*/ 2147483647 h 266"/>
                    <a:gd name="T32" fmla="*/ 2147483647 w 332"/>
                    <a:gd name="T33" fmla="*/ 2147483647 h 266"/>
                    <a:gd name="T34" fmla="*/ 2147483647 w 332"/>
                    <a:gd name="T35" fmla="*/ 2147483647 h 266"/>
                    <a:gd name="T36" fmla="*/ 2147483647 w 332"/>
                    <a:gd name="T37" fmla="*/ 2147483647 h 266"/>
                    <a:gd name="T38" fmla="*/ 2147483647 w 332"/>
                    <a:gd name="T39" fmla="*/ 2147483647 h 266"/>
                    <a:gd name="T40" fmla="*/ 2147483647 w 332"/>
                    <a:gd name="T41" fmla="*/ 2147483647 h 266"/>
                    <a:gd name="T42" fmla="*/ 2147483647 w 332"/>
                    <a:gd name="T43" fmla="*/ 2147483647 h 266"/>
                    <a:gd name="T44" fmla="*/ 2147483647 w 332"/>
                    <a:gd name="T45" fmla="*/ 2147483647 h 266"/>
                    <a:gd name="T46" fmla="*/ 2147483647 w 332"/>
                    <a:gd name="T47" fmla="*/ 2147483647 h 266"/>
                    <a:gd name="T48" fmla="*/ 2147483647 w 332"/>
                    <a:gd name="T49" fmla="*/ 2147483647 h 266"/>
                    <a:gd name="T50" fmla="*/ 2147483647 w 332"/>
                    <a:gd name="T51" fmla="*/ 2147483647 h 266"/>
                    <a:gd name="T52" fmla="*/ 2147483647 w 332"/>
                    <a:gd name="T53" fmla="*/ 2147483647 h 266"/>
                    <a:gd name="T54" fmla="*/ 2147483647 w 332"/>
                    <a:gd name="T55" fmla="*/ 2147483647 h 266"/>
                    <a:gd name="T56" fmla="*/ 2147483647 w 332"/>
                    <a:gd name="T57" fmla="*/ 2147483647 h 266"/>
                    <a:gd name="T58" fmla="*/ 2147483647 w 332"/>
                    <a:gd name="T59" fmla="*/ 2147483647 h 266"/>
                    <a:gd name="T60" fmla="*/ 2147483647 w 332"/>
                    <a:gd name="T61" fmla="*/ 2147483647 h 266"/>
                    <a:gd name="T62" fmla="*/ 2147483647 w 332"/>
                    <a:gd name="T63" fmla="*/ 2147483647 h 266"/>
                    <a:gd name="T64" fmla="*/ 2147483647 w 332"/>
                    <a:gd name="T65" fmla="*/ 0 h 266"/>
                    <a:gd name="T66" fmla="*/ 0 w 332"/>
                    <a:gd name="T67" fmla="*/ 2147483647 h 266"/>
                    <a:gd name="T68" fmla="*/ 2147483647 w 332"/>
                    <a:gd name="T69" fmla="*/ 2147483647 h 266"/>
                    <a:gd name="T70" fmla="*/ 2147483647 w 332"/>
                    <a:gd name="T71" fmla="*/ 2147483647 h 266"/>
                    <a:gd name="T72" fmla="*/ 2147483647 w 332"/>
                    <a:gd name="T73" fmla="*/ 2147483647 h 266"/>
                    <a:gd name="T74" fmla="*/ 2147483647 w 332"/>
                    <a:gd name="T75" fmla="*/ 2147483647 h 266"/>
                    <a:gd name="T76" fmla="*/ 2147483647 w 332"/>
                    <a:gd name="T77" fmla="*/ 2147483647 h 266"/>
                    <a:gd name="T78" fmla="*/ 2147483647 w 332"/>
                    <a:gd name="T79" fmla="*/ 2147483647 h 266"/>
                    <a:gd name="T80" fmla="*/ 2147483647 w 332"/>
                    <a:gd name="T81" fmla="*/ 2147483647 h 266"/>
                    <a:gd name="T82" fmla="*/ 2147483647 w 332"/>
                    <a:gd name="T83" fmla="*/ 2147483647 h 26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332"/>
                    <a:gd name="T127" fmla="*/ 0 h 266"/>
                    <a:gd name="T128" fmla="*/ 332 w 332"/>
                    <a:gd name="T129" fmla="*/ 266 h 26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332" h="266">
                      <a:moveTo>
                        <a:pt x="94" y="184"/>
                      </a:moveTo>
                      <a:lnTo>
                        <a:pt x="98" y="180"/>
                      </a:lnTo>
                      <a:lnTo>
                        <a:pt x="100" y="172"/>
                      </a:lnTo>
                      <a:lnTo>
                        <a:pt x="112" y="180"/>
                      </a:lnTo>
                      <a:lnTo>
                        <a:pt x="122" y="190"/>
                      </a:lnTo>
                      <a:lnTo>
                        <a:pt x="144" y="212"/>
                      </a:lnTo>
                      <a:lnTo>
                        <a:pt x="154" y="222"/>
                      </a:lnTo>
                      <a:lnTo>
                        <a:pt x="166" y="230"/>
                      </a:lnTo>
                      <a:lnTo>
                        <a:pt x="180" y="238"/>
                      </a:lnTo>
                      <a:lnTo>
                        <a:pt x="188" y="238"/>
                      </a:lnTo>
                      <a:lnTo>
                        <a:pt x="198" y="240"/>
                      </a:lnTo>
                      <a:lnTo>
                        <a:pt x="206" y="238"/>
                      </a:lnTo>
                      <a:lnTo>
                        <a:pt x="214" y="234"/>
                      </a:lnTo>
                      <a:lnTo>
                        <a:pt x="222" y="230"/>
                      </a:lnTo>
                      <a:lnTo>
                        <a:pt x="228" y="228"/>
                      </a:lnTo>
                      <a:lnTo>
                        <a:pt x="234" y="228"/>
                      </a:lnTo>
                      <a:lnTo>
                        <a:pt x="236" y="230"/>
                      </a:lnTo>
                      <a:lnTo>
                        <a:pt x="236" y="234"/>
                      </a:lnTo>
                      <a:lnTo>
                        <a:pt x="238" y="240"/>
                      </a:lnTo>
                      <a:lnTo>
                        <a:pt x="236" y="246"/>
                      </a:lnTo>
                      <a:lnTo>
                        <a:pt x="240" y="248"/>
                      </a:lnTo>
                      <a:lnTo>
                        <a:pt x="246" y="252"/>
                      </a:lnTo>
                      <a:lnTo>
                        <a:pt x="262" y="258"/>
                      </a:lnTo>
                      <a:lnTo>
                        <a:pt x="282" y="264"/>
                      </a:lnTo>
                      <a:lnTo>
                        <a:pt x="294" y="266"/>
                      </a:lnTo>
                      <a:lnTo>
                        <a:pt x="302" y="266"/>
                      </a:lnTo>
                      <a:lnTo>
                        <a:pt x="308" y="266"/>
                      </a:lnTo>
                      <a:lnTo>
                        <a:pt x="308" y="258"/>
                      </a:lnTo>
                      <a:lnTo>
                        <a:pt x="310" y="254"/>
                      </a:lnTo>
                      <a:lnTo>
                        <a:pt x="312" y="248"/>
                      </a:lnTo>
                      <a:lnTo>
                        <a:pt x="316" y="246"/>
                      </a:lnTo>
                      <a:lnTo>
                        <a:pt x="326" y="240"/>
                      </a:lnTo>
                      <a:lnTo>
                        <a:pt x="330" y="238"/>
                      </a:lnTo>
                      <a:lnTo>
                        <a:pt x="332" y="234"/>
                      </a:lnTo>
                      <a:lnTo>
                        <a:pt x="328" y="230"/>
                      </a:lnTo>
                      <a:lnTo>
                        <a:pt x="322" y="226"/>
                      </a:lnTo>
                      <a:lnTo>
                        <a:pt x="320" y="218"/>
                      </a:lnTo>
                      <a:lnTo>
                        <a:pt x="318" y="212"/>
                      </a:lnTo>
                      <a:lnTo>
                        <a:pt x="314" y="210"/>
                      </a:lnTo>
                      <a:lnTo>
                        <a:pt x="310" y="210"/>
                      </a:lnTo>
                      <a:lnTo>
                        <a:pt x="304" y="204"/>
                      </a:lnTo>
                      <a:lnTo>
                        <a:pt x="298" y="196"/>
                      </a:lnTo>
                      <a:lnTo>
                        <a:pt x="292" y="192"/>
                      </a:lnTo>
                      <a:lnTo>
                        <a:pt x="286" y="190"/>
                      </a:lnTo>
                      <a:lnTo>
                        <a:pt x="282" y="186"/>
                      </a:lnTo>
                      <a:lnTo>
                        <a:pt x="282" y="182"/>
                      </a:lnTo>
                      <a:lnTo>
                        <a:pt x="284" y="178"/>
                      </a:lnTo>
                      <a:lnTo>
                        <a:pt x="288" y="172"/>
                      </a:lnTo>
                      <a:lnTo>
                        <a:pt x="294" y="164"/>
                      </a:lnTo>
                      <a:lnTo>
                        <a:pt x="296" y="162"/>
                      </a:lnTo>
                      <a:lnTo>
                        <a:pt x="296" y="158"/>
                      </a:lnTo>
                      <a:lnTo>
                        <a:pt x="288" y="156"/>
                      </a:lnTo>
                      <a:lnTo>
                        <a:pt x="282" y="152"/>
                      </a:lnTo>
                      <a:lnTo>
                        <a:pt x="280" y="148"/>
                      </a:lnTo>
                      <a:lnTo>
                        <a:pt x="278" y="142"/>
                      </a:lnTo>
                      <a:lnTo>
                        <a:pt x="274" y="130"/>
                      </a:lnTo>
                      <a:lnTo>
                        <a:pt x="270" y="118"/>
                      </a:lnTo>
                      <a:lnTo>
                        <a:pt x="270" y="110"/>
                      </a:lnTo>
                      <a:lnTo>
                        <a:pt x="270" y="104"/>
                      </a:lnTo>
                      <a:lnTo>
                        <a:pt x="272" y="94"/>
                      </a:lnTo>
                      <a:lnTo>
                        <a:pt x="274" y="84"/>
                      </a:lnTo>
                      <a:lnTo>
                        <a:pt x="274" y="76"/>
                      </a:lnTo>
                      <a:lnTo>
                        <a:pt x="274" y="72"/>
                      </a:lnTo>
                      <a:lnTo>
                        <a:pt x="272" y="68"/>
                      </a:lnTo>
                      <a:lnTo>
                        <a:pt x="268" y="64"/>
                      </a:lnTo>
                      <a:lnTo>
                        <a:pt x="264" y="62"/>
                      </a:lnTo>
                      <a:lnTo>
                        <a:pt x="256" y="60"/>
                      </a:lnTo>
                      <a:lnTo>
                        <a:pt x="250" y="56"/>
                      </a:lnTo>
                      <a:lnTo>
                        <a:pt x="226" y="40"/>
                      </a:lnTo>
                      <a:lnTo>
                        <a:pt x="210" y="32"/>
                      </a:lnTo>
                      <a:lnTo>
                        <a:pt x="200" y="28"/>
                      </a:lnTo>
                      <a:lnTo>
                        <a:pt x="194" y="28"/>
                      </a:lnTo>
                      <a:lnTo>
                        <a:pt x="184" y="30"/>
                      </a:lnTo>
                      <a:lnTo>
                        <a:pt x="174" y="32"/>
                      </a:lnTo>
                      <a:lnTo>
                        <a:pt x="162" y="42"/>
                      </a:lnTo>
                      <a:lnTo>
                        <a:pt x="156" y="46"/>
                      </a:lnTo>
                      <a:lnTo>
                        <a:pt x="148" y="50"/>
                      </a:lnTo>
                      <a:lnTo>
                        <a:pt x="140" y="54"/>
                      </a:lnTo>
                      <a:lnTo>
                        <a:pt x="126" y="54"/>
                      </a:lnTo>
                      <a:lnTo>
                        <a:pt x="112" y="52"/>
                      </a:lnTo>
                      <a:lnTo>
                        <a:pt x="94" y="46"/>
                      </a:lnTo>
                      <a:lnTo>
                        <a:pt x="88" y="40"/>
                      </a:lnTo>
                      <a:lnTo>
                        <a:pt x="82" y="34"/>
                      </a:lnTo>
                      <a:lnTo>
                        <a:pt x="78" y="30"/>
                      </a:lnTo>
                      <a:lnTo>
                        <a:pt x="76" y="26"/>
                      </a:lnTo>
                      <a:lnTo>
                        <a:pt x="68" y="22"/>
                      </a:lnTo>
                      <a:lnTo>
                        <a:pt x="64" y="18"/>
                      </a:lnTo>
                      <a:lnTo>
                        <a:pt x="64" y="12"/>
                      </a:lnTo>
                      <a:lnTo>
                        <a:pt x="62" y="4"/>
                      </a:lnTo>
                      <a:lnTo>
                        <a:pt x="54" y="4"/>
                      </a:lnTo>
                      <a:lnTo>
                        <a:pt x="44" y="14"/>
                      </a:lnTo>
                      <a:lnTo>
                        <a:pt x="36" y="20"/>
                      </a:lnTo>
                      <a:lnTo>
                        <a:pt x="32" y="20"/>
                      </a:lnTo>
                      <a:lnTo>
                        <a:pt x="28" y="22"/>
                      </a:lnTo>
                      <a:lnTo>
                        <a:pt x="24" y="22"/>
                      </a:lnTo>
                      <a:lnTo>
                        <a:pt x="18" y="18"/>
                      </a:lnTo>
                      <a:lnTo>
                        <a:pt x="14" y="12"/>
                      </a:lnTo>
                      <a:lnTo>
                        <a:pt x="8" y="4"/>
                      </a:lnTo>
                      <a:lnTo>
                        <a:pt x="4" y="0"/>
                      </a:lnTo>
                      <a:lnTo>
                        <a:pt x="4" y="4"/>
                      </a:lnTo>
                      <a:lnTo>
                        <a:pt x="2" y="12"/>
                      </a:lnTo>
                      <a:lnTo>
                        <a:pt x="0" y="12"/>
                      </a:lnTo>
                      <a:lnTo>
                        <a:pt x="2" y="22"/>
                      </a:lnTo>
                      <a:lnTo>
                        <a:pt x="4" y="30"/>
                      </a:lnTo>
                      <a:lnTo>
                        <a:pt x="6" y="40"/>
                      </a:lnTo>
                      <a:lnTo>
                        <a:pt x="8" y="52"/>
                      </a:lnTo>
                      <a:lnTo>
                        <a:pt x="14" y="52"/>
                      </a:lnTo>
                      <a:lnTo>
                        <a:pt x="18" y="62"/>
                      </a:lnTo>
                      <a:lnTo>
                        <a:pt x="26" y="70"/>
                      </a:lnTo>
                      <a:lnTo>
                        <a:pt x="36" y="74"/>
                      </a:lnTo>
                      <a:lnTo>
                        <a:pt x="46" y="78"/>
                      </a:lnTo>
                      <a:lnTo>
                        <a:pt x="40" y="90"/>
                      </a:lnTo>
                      <a:lnTo>
                        <a:pt x="38" y="98"/>
                      </a:lnTo>
                      <a:lnTo>
                        <a:pt x="36" y="106"/>
                      </a:lnTo>
                      <a:lnTo>
                        <a:pt x="38" y="112"/>
                      </a:lnTo>
                      <a:lnTo>
                        <a:pt x="40" y="118"/>
                      </a:lnTo>
                      <a:lnTo>
                        <a:pt x="46" y="124"/>
                      </a:lnTo>
                      <a:lnTo>
                        <a:pt x="50" y="128"/>
                      </a:lnTo>
                      <a:lnTo>
                        <a:pt x="62" y="136"/>
                      </a:lnTo>
                      <a:lnTo>
                        <a:pt x="70" y="142"/>
                      </a:lnTo>
                      <a:lnTo>
                        <a:pt x="74" y="146"/>
                      </a:lnTo>
                      <a:lnTo>
                        <a:pt x="74" y="152"/>
                      </a:lnTo>
                      <a:lnTo>
                        <a:pt x="76" y="162"/>
                      </a:lnTo>
                      <a:lnTo>
                        <a:pt x="80" y="166"/>
                      </a:lnTo>
                      <a:lnTo>
                        <a:pt x="86" y="172"/>
                      </a:lnTo>
                      <a:lnTo>
                        <a:pt x="90" y="176"/>
                      </a:lnTo>
                      <a:lnTo>
                        <a:pt x="92" y="182"/>
                      </a:lnTo>
                      <a:lnTo>
                        <a:pt x="94" y="18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7" name="iSļîḑê"/>
                <p:cNvSpPr/>
                <p:nvPr/>
              </p:nvSpPr>
              <p:spPr bwMode="auto">
                <a:xfrm>
                  <a:off x="5277483" y="2844901"/>
                  <a:ext cx="107423" cy="131700"/>
                </a:xfrm>
                <a:custGeom>
                  <a:avLst/>
                  <a:gdLst>
                    <a:gd name="T0" fmla="*/ 0 w 62"/>
                    <a:gd name="T1" fmla="*/ 2147483647 h 78"/>
                    <a:gd name="T2" fmla="*/ 2147483647 w 62"/>
                    <a:gd name="T3" fmla="*/ 2147483647 h 78"/>
                    <a:gd name="T4" fmla="*/ 2147483647 w 62"/>
                    <a:gd name="T5" fmla="*/ 2147483647 h 78"/>
                    <a:gd name="T6" fmla="*/ 2147483647 w 62"/>
                    <a:gd name="T7" fmla="*/ 2147483647 h 78"/>
                    <a:gd name="T8" fmla="*/ 2147483647 w 62"/>
                    <a:gd name="T9" fmla="*/ 2147483647 h 78"/>
                    <a:gd name="T10" fmla="*/ 2147483647 w 62"/>
                    <a:gd name="T11" fmla="*/ 2147483647 h 78"/>
                    <a:gd name="T12" fmla="*/ 2147483647 w 62"/>
                    <a:gd name="T13" fmla="*/ 2147483647 h 78"/>
                    <a:gd name="T14" fmla="*/ 2147483647 w 62"/>
                    <a:gd name="T15" fmla="*/ 2147483647 h 78"/>
                    <a:gd name="T16" fmla="*/ 2147483647 w 62"/>
                    <a:gd name="T17" fmla="*/ 2147483647 h 78"/>
                    <a:gd name="T18" fmla="*/ 2147483647 w 62"/>
                    <a:gd name="T19" fmla="*/ 2147483647 h 78"/>
                    <a:gd name="T20" fmla="*/ 2147483647 w 62"/>
                    <a:gd name="T21" fmla="*/ 0 h 78"/>
                    <a:gd name="T22" fmla="*/ 2147483647 w 62"/>
                    <a:gd name="T23" fmla="*/ 2147483647 h 78"/>
                    <a:gd name="T24" fmla="*/ 2147483647 w 62"/>
                    <a:gd name="T25" fmla="*/ 2147483647 h 78"/>
                    <a:gd name="T26" fmla="*/ 2147483647 w 62"/>
                    <a:gd name="T27" fmla="*/ 2147483647 h 78"/>
                    <a:gd name="T28" fmla="*/ 2147483647 w 62"/>
                    <a:gd name="T29" fmla="*/ 2147483647 h 78"/>
                    <a:gd name="T30" fmla="*/ 2147483647 w 62"/>
                    <a:gd name="T31" fmla="*/ 2147483647 h 78"/>
                    <a:gd name="T32" fmla="*/ 2147483647 w 62"/>
                    <a:gd name="T33" fmla="*/ 2147483647 h 78"/>
                    <a:gd name="T34" fmla="*/ 2147483647 w 62"/>
                    <a:gd name="T35" fmla="*/ 2147483647 h 78"/>
                    <a:gd name="T36" fmla="*/ 2147483647 w 62"/>
                    <a:gd name="T37" fmla="*/ 2147483647 h 78"/>
                    <a:gd name="T38" fmla="*/ 0 w 62"/>
                    <a:gd name="T39" fmla="*/ 2147483647 h 78"/>
                    <a:gd name="T40" fmla="*/ 0 w 62"/>
                    <a:gd name="T41" fmla="*/ 2147483647 h 78"/>
                    <a:gd name="T42" fmla="*/ 0 w 62"/>
                    <a:gd name="T43" fmla="*/ 2147483647 h 78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62"/>
                    <a:gd name="T67" fmla="*/ 0 h 78"/>
                    <a:gd name="T68" fmla="*/ 62 w 62"/>
                    <a:gd name="T69" fmla="*/ 78 h 78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62" h="78">
                      <a:moveTo>
                        <a:pt x="0" y="76"/>
                      </a:moveTo>
                      <a:lnTo>
                        <a:pt x="16" y="78"/>
                      </a:lnTo>
                      <a:lnTo>
                        <a:pt x="20" y="74"/>
                      </a:lnTo>
                      <a:lnTo>
                        <a:pt x="24" y="68"/>
                      </a:lnTo>
                      <a:lnTo>
                        <a:pt x="30" y="64"/>
                      </a:lnTo>
                      <a:lnTo>
                        <a:pt x="34" y="64"/>
                      </a:lnTo>
                      <a:lnTo>
                        <a:pt x="38" y="58"/>
                      </a:lnTo>
                      <a:lnTo>
                        <a:pt x="44" y="58"/>
                      </a:lnTo>
                      <a:lnTo>
                        <a:pt x="32" y="32"/>
                      </a:lnTo>
                      <a:lnTo>
                        <a:pt x="62" y="22"/>
                      </a:lnTo>
                      <a:lnTo>
                        <a:pt x="54" y="0"/>
                      </a:lnTo>
                      <a:lnTo>
                        <a:pt x="24" y="16"/>
                      </a:lnTo>
                      <a:lnTo>
                        <a:pt x="22" y="16"/>
                      </a:lnTo>
                      <a:lnTo>
                        <a:pt x="18" y="16"/>
                      </a:lnTo>
                      <a:lnTo>
                        <a:pt x="14" y="12"/>
                      </a:lnTo>
                      <a:lnTo>
                        <a:pt x="4" y="10"/>
                      </a:lnTo>
                      <a:lnTo>
                        <a:pt x="4" y="12"/>
                      </a:lnTo>
                      <a:lnTo>
                        <a:pt x="4" y="32"/>
                      </a:lnTo>
                      <a:lnTo>
                        <a:pt x="6" y="32"/>
                      </a:lnTo>
                      <a:lnTo>
                        <a:pt x="0" y="68"/>
                      </a:lnTo>
                      <a:lnTo>
                        <a:pt x="0" y="72"/>
                      </a:lnTo>
                      <a:lnTo>
                        <a:pt x="0" y="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8" name="ïŝḷîde"/>
                <p:cNvSpPr/>
                <p:nvPr/>
              </p:nvSpPr>
              <p:spPr bwMode="auto">
                <a:xfrm>
                  <a:off x="5274729" y="2801468"/>
                  <a:ext cx="30299" cy="50438"/>
                </a:xfrm>
                <a:custGeom>
                  <a:avLst/>
                  <a:gdLst>
                    <a:gd name="T0" fmla="*/ 0 w 18"/>
                    <a:gd name="T1" fmla="*/ 2147483647 h 30"/>
                    <a:gd name="T2" fmla="*/ 2147483647 w 18"/>
                    <a:gd name="T3" fmla="*/ 0 h 30"/>
                    <a:gd name="T4" fmla="*/ 2147483647 w 18"/>
                    <a:gd name="T5" fmla="*/ 2147483647 h 30"/>
                    <a:gd name="T6" fmla="*/ 2147483647 w 18"/>
                    <a:gd name="T7" fmla="*/ 2147483647 h 30"/>
                    <a:gd name="T8" fmla="*/ 2147483647 w 18"/>
                    <a:gd name="T9" fmla="*/ 2147483647 h 30"/>
                    <a:gd name="T10" fmla="*/ 2147483647 w 18"/>
                    <a:gd name="T11" fmla="*/ 2147483647 h 30"/>
                    <a:gd name="T12" fmla="*/ 2147483647 w 18"/>
                    <a:gd name="T13" fmla="*/ 2147483647 h 30"/>
                    <a:gd name="T14" fmla="*/ 2147483647 w 18"/>
                    <a:gd name="T15" fmla="*/ 2147483647 h 30"/>
                    <a:gd name="T16" fmla="*/ 2147483647 w 18"/>
                    <a:gd name="T17" fmla="*/ 2147483647 h 30"/>
                    <a:gd name="T18" fmla="*/ 2147483647 w 18"/>
                    <a:gd name="T19" fmla="*/ 2147483647 h 30"/>
                    <a:gd name="T20" fmla="*/ 0 w 18"/>
                    <a:gd name="T21" fmla="*/ 2147483647 h 3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8"/>
                    <a:gd name="T34" fmla="*/ 0 h 30"/>
                    <a:gd name="T35" fmla="*/ 18 w 18"/>
                    <a:gd name="T36" fmla="*/ 30 h 3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8" h="30">
                      <a:moveTo>
                        <a:pt x="0" y="30"/>
                      </a:moveTo>
                      <a:lnTo>
                        <a:pt x="8" y="0"/>
                      </a:lnTo>
                      <a:lnTo>
                        <a:pt x="18" y="4"/>
                      </a:lnTo>
                      <a:lnTo>
                        <a:pt x="16" y="12"/>
                      </a:lnTo>
                      <a:lnTo>
                        <a:pt x="12" y="14"/>
                      </a:lnTo>
                      <a:lnTo>
                        <a:pt x="8" y="14"/>
                      </a:lnTo>
                      <a:lnTo>
                        <a:pt x="10" y="18"/>
                      </a:lnTo>
                      <a:lnTo>
                        <a:pt x="12" y="20"/>
                      </a:lnTo>
                      <a:lnTo>
                        <a:pt x="10" y="26"/>
                      </a:lnTo>
                      <a:lnTo>
                        <a:pt x="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29" name="îṣļïdê"/>
                <p:cNvSpPr/>
                <p:nvPr/>
              </p:nvSpPr>
              <p:spPr bwMode="auto">
                <a:xfrm>
                  <a:off x="5271974" y="2865917"/>
                  <a:ext cx="16526" cy="33626"/>
                </a:xfrm>
                <a:custGeom>
                  <a:avLst/>
                  <a:gdLst>
                    <a:gd name="T0" fmla="*/ 2147483647 w 10"/>
                    <a:gd name="T1" fmla="*/ 2147483647 h 20"/>
                    <a:gd name="T2" fmla="*/ 2147483647 w 10"/>
                    <a:gd name="T3" fmla="*/ 0 h 20"/>
                    <a:gd name="T4" fmla="*/ 2147483647 w 10"/>
                    <a:gd name="T5" fmla="*/ 0 h 20"/>
                    <a:gd name="T6" fmla="*/ 0 w 10"/>
                    <a:gd name="T7" fmla="*/ 2147483647 h 20"/>
                    <a:gd name="T8" fmla="*/ 2147483647 w 10"/>
                    <a:gd name="T9" fmla="*/ 2147483647 h 20"/>
                    <a:gd name="T10" fmla="*/ 2147483647 w 10"/>
                    <a:gd name="T11" fmla="*/ 2147483647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"/>
                    <a:gd name="T19" fmla="*/ 0 h 20"/>
                    <a:gd name="T20" fmla="*/ 10 w 10"/>
                    <a:gd name="T21" fmla="*/ 20 h 2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" h="20">
                      <a:moveTo>
                        <a:pt x="8" y="20"/>
                      </a:move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0" y="20"/>
                      </a:lnTo>
                      <a:lnTo>
                        <a:pt x="10" y="20"/>
                      </a:lnTo>
                      <a:lnTo>
                        <a:pt x="8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0" name="i$líḋè"/>
                <p:cNvSpPr/>
                <p:nvPr/>
              </p:nvSpPr>
              <p:spPr bwMode="auto">
                <a:xfrm>
                  <a:off x="5316046" y="1788502"/>
                  <a:ext cx="46826" cy="25219"/>
                </a:xfrm>
                <a:custGeom>
                  <a:avLst/>
                  <a:gdLst>
                    <a:gd name="T0" fmla="*/ 2147483647 w 26"/>
                    <a:gd name="T1" fmla="*/ 2147483647 h 16"/>
                    <a:gd name="T2" fmla="*/ 2147483647 w 26"/>
                    <a:gd name="T3" fmla="*/ 2147483647 h 16"/>
                    <a:gd name="T4" fmla="*/ 2147483647 w 26"/>
                    <a:gd name="T5" fmla="*/ 2147483647 h 16"/>
                    <a:gd name="T6" fmla="*/ 2147483647 w 26"/>
                    <a:gd name="T7" fmla="*/ 2147483647 h 16"/>
                    <a:gd name="T8" fmla="*/ 2147483647 w 26"/>
                    <a:gd name="T9" fmla="*/ 2147483647 h 16"/>
                    <a:gd name="T10" fmla="*/ 2147483647 w 26"/>
                    <a:gd name="T11" fmla="*/ 2147483647 h 16"/>
                    <a:gd name="T12" fmla="*/ 0 w 26"/>
                    <a:gd name="T13" fmla="*/ 2147483647 h 16"/>
                    <a:gd name="T14" fmla="*/ 2147483647 w 26"/>
                    <a:gd name="T15" fmla="*/ 0 h 16"/>
                    <a:gd name="T16" fmla="*/ 2147483647 w 26"/>
                    <a:gd name="T17" fmla="*/ 2147483647 h 16"/>
                    <a:gd name="T18" fmla="*/ 2147483647 w 26"/>
                    <a:gd name="T19" fmla="*/ 2147483647 h 16"/>
                    <a:gd name="T20" fmla="*/ 2147483647 w 26"/>
                    <a:gd name="T21" fmla="*/ 2147483647 h 16"/>
                    <a:gd name="T22" fmla="*/ 2147483647 w 26"/>
                    <a:gd name="T23" fmla="*/ 2147483647 h 1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6"/>
                    <a:gd name="T37" fmla="*/ 0 h 16"/>
                    <a:gd name="T38" fmla="*/ 26 w 26"/>
                    <a:gd name="T39" fmla="*/ 16 h 1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6" h="16">
                      <a:moveTo>
                        <a:pt x="26" y="10"/>
                      </a:moveTo>
                      <a:lnTo>
                        <a:pt x="20" y="14"/>
                      </a:lnTo>
                      <a:lnTo>
                        <a:pt x="14" y="16"/>
                      </a:lnTo>
                      <a:lnTo>
                        <a:pt x="8" y="16"/>
                      </a:lnTo>
                      <a:lnTo>
                        <a:pt x="4" y="12"/>
                      </a:lnTo>
                      <a:lnTo>
                        <a:pt x="2" y="8"/>
                      </a:lnTo>
                      <a:lnTo>
                        <a:pt x="0" y="2"/>
                      </a:lnTo>
                      <a:lnTo>
                        <a:pt x="8" y="0"/>
                      </a:lnTo>
                      <a:lnTo>
                        <a:pt x="12" y="2"/>
                      </a:lnTo>
                      <a:lnTo>
                        <a:pt x="16" y="2"/>
                      </a:lnTo>
                      <a:lnTo>
                        <a:pt x="20" y="4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1" name="ísļîḋè"/>
                <p:cNvSpPr/>
                <p:nvPr/>
              </p:nvSpPr>
              <p:spPr bwMode="auto">
                <a:xfrm>
                  <a:off x="5351853" y="1607766"/>
                  <a:ext cx="254785" cy="155517"/>
                </a:xfrm>
                <a:custGeom>
                  <a:avLst/>
                  <a:gdLst>
                    <a:gd name="T0" fmla="*/ 2147483647 w 146"/>
                    <a:gd name="T1" fmla="*/ 2147483647 h 94"/>
                    <a:gd name="T2" fmla="*/ 2147483647 w 146"/>
                    <a:gd name="T3" fmla="*/ 2147483647 h 94"/>
                    <a:gd name="T4" fmla="*/ 2147483647 w 146"/>
                    <a:gd name="T5" fmla="*/ 2147483647 h 94"/>
                    <a:gd name="T6" fmla="*/ 2147483647 w 146"/>
                    <a:gd name="T7" fmla="*/ 2147483647 h 94"/>
                    <a:gd name="T8" fmla="*/ 2147483647 w 146"/>
                    <a:gd name="T9" fmla="*/ 2147483647 h 94"/>
                    <a:gd name="T10" fmla="*/ 2147483647 w 146"/>
                    <a:gd name="T11" fmla="*/ 2147483647 h 94"/>
                    <a:gd name="T12" fmla="*/ 2147483647 w 146"/>
                    <a:gd name="T13" fmla="*/ 2147483647 h 94"/>
                    <a:gd name="T14" fmla="*/ 0 w 146"/>
                    <a:gd name="T15" fmla="*/ 2147483647 h 94"/>
                    <a:gd name="T16" fmla="*/ 0 w 146"/>
                    <a:gd name="T17" fmla="*/ 2147483647 h 94"/>
                    <a:gd name="T18" fmla="*/ 2147483647 w 146"/>
                    <a:gd name="T19" fmla="*/ 2147483647 h 94"/>
                    <a:gd name="T20" fmla="*/ 2147483647 w 146"/>
                    <a:gd name="T21" fmla="*/ 2147483647 h 94"/>
                    <a:gd name="T22" fmla="*/ 2147483647 w 146"/>
                    <a:gd name="T23" fmla="*/ 2147483647 h 94"/>
                    <a:gd name="T24" fmla="*/ 2147483647 w 146"/>
                    <a:gd name="T25" fmla="*/ 2147483647 h 94"/>
                    <a:gd name="T26" fmla="*/ 2147483647 w 146"/>
                    <a:gd name="T27" fmla="*/ 2147483647 h 94"/>
                    <a:gd name="T28" fmla="*/ 2147483647 w 146"/>
                    <a:gd name="T29" fmla="*/ 2147483647 h 94"/>
                    <a:gd name="T30" fmla="*/ 2147483647 w 146"/>
                    <a:gd name="T31" fmla="*/ 2147483647 h 94"/>
                    <a:gd name="T32" fmla="*/ 2147483647 w 146"/>
                    <a:gd name="T33" fmla="*/ 2147483647 h 94"/>
                    <a:gd name="T34" fmla="*/ 2147483647 w 146"/>
                    <a:gd name="T35" fmla="*/ 2147483647 h 94"/>
                    <a:gd name="T36" fmla="*/ 2147483647 w 146"/>
                    <a:gd name="T37" fmla="*/ 2147483647 h 94"/>
                    <a:gd name="T38" fmla="*/ 2147483647 w 146"/>
                    <a:gd name="T39" fmla="*/ 2147483647 h 94"/>
                    <a:gd name="T40" fmla="*/ 2147483647 w 146"/>
                    <a:gd name="T41" fmla="*/ 2147483647 h 94"/>
                    <a:gd name="T42" fmla="*/ 2147483647 w 146"/>
                    <a:gd name="T43" fmla="*/ 2147483647 h 94"/>
                    <a:gd name="T44" fmla="*/ 2147483647 w 146"/>
                    <a:gd name="T45" fmla="*/ 2147483647 h 94"/>
                    <a:gd name="T46" fmla="*/ 2147483647 w 146"/>
                    <a:gd name="T47" fmla="*/ 0 h 94"/>
                    <a:gd name="T48" fmla="*/ 2147483647 w 146"/>
                    <a:gd name="T49" fmla="*/ 0 h 94"/>
                    <a:gd name="T50" fmla="*/ 2147483647 w 146"/>
                    <a:gd name="T51" fmla="*/ 0 h 94"/>
                    <a:gd name="T52" fmla="*/ 2147483647 w 146"/>
                    <a:gd name="T53" fmla="*/ 2147483647 h 94"/>
                    <a:gd name="T54" fmla="*/ 2147483647 w 146"/>
                    <a:gd name="T55" fmla="*/ 2147483647 h 94"/>
                    <a:gd name="T56" fmla="*/ 2147483647 w 146"/>
                    <a:gd name="T57" fmla="*/ 2147483647 h 94"/>
                    <a:gd name="T58" fmla="*/ 2147483647 w 146"/>
                    <a:gd name="T59" fmla="*/ 2147483647 h 94"/>
                    <a:gd name="T60" fmla="*/ 2147483647 w 146"/>
                    <a:gd name="T61" fmla="*/ 2147483647 h 94"/>
                    <a:gd name="T62" fmla="*/ 2147483647 w 146"/>
                    <a:gd name="T63" fmla="*/ 2147483647 h 94"/>
                    <a:gd name="T64" fmla="*/ 2147483647 w 146"/>
                    <a:gd name="T65" fmla="*/ 2147483647 h 94"/>
                    <a:gd name="T66" fmla="*/ 2147483647 w 146"/>
                    <a:gd name="T67" fmla="*/ 2147483647 h 94"/>
                    <a:gd name="T68" fmla="*/ 2147483647 w 146"/>
                    <a:gd name="T69" fmla="*/ 2147483647 h 94"/>
                    <a:gd name="T70" fmla="*/ 2147483647 w 146"/>
                    <a:gd name="T71" fmla="*/ 2147483647 h 94"/>
                    <a:gd name="T72" fmla="*/ 2147483647 w 146"/>
                    <a:gd name="T73" fmla="*/ 2147483647 h 94"/>
                    <a:gd name="T74" fmla="*/ 2147483647 w 146"/>
                    <a:gd name="T75" fmla="*/ 2147483647 h 94"/>
                    <a:gd name="T76" fmla="*/ 2147483647 w 146"/>
                    <a:gd name="T77" fmla="*/ 2147483647 h 94"/>
                    <a:gd name="T78" fmla="*/ 2147483647 w 146"/>
                    <a:gd name="T79" fmla="*/ 2147483647 h 94"/>
                    <a:gd name="T80" fmla="*/ 2147483647 w 146"/>
                    <a:gd name="T81" fmla="*/ 2147483647 h 94"/>
                    <a:gd name="T82" fmla="*/ 2147483647 w 146"/>
                    <a:gd name="T83" fmla="*/ 2147483647 h 94"/>
                    <a:gd name="T84" fmla="*/ 2147483647 w 146"/>
                    <a:gd name="T85" fmla="*/ 2147483647 h 94"/>
                    <a:gd name="T86" fmla="*/ 2147483647 w 146"/>
                    <a:gd name="T87" fmla="*/ 2147483647 h 94"/>
                    <a:gd name="T88" fmla="*/ 2147483647 w 146"/>
                    <a:gd name="T89" fmla="*/ 2147483647 h 94"/>
                    <a:gd name="T90" fmla="*/ 2147483647 w 146"/>
                    <a:gd name="T91" fmla="*/ 2147483647 h 94"/>
                    <a:gd name="T92" fmla="*/ 2147483647 w 146"/>
                    <a:gd name="T93" fmla="*/ 2147483647 h 94"/>
                    <a:gd name="T94" fmla="*/ 2147483647 w 146"/>
                    <a:gd name="T95" fmla="*/ 2147483647 h 94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46"/>
                    <a:gd name="T145" fmla="*/ 0 h 94"/>
                    <a:gd name="T146" fmla="*/ 146 w 146"/>
                    <a:gd name="T147" fmla="*/ 94 h 94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46" h="94">
                      <a:moveTo>
                        <a:pt x="38" y="94"/>
                      </a:moveTo>
                      <a:lnTo>
                        <a:pt x="34" y="92"/>
                      </a:lnTo>
                      <a:lnTo>
                        <a:pt x="30" y="86"/>
                      </a:lnTo>
                      <a:lnTo>
                        <a:pt x="24" y="76"/>
                      </a:lnTo>
                      <a:lnTo>
                        <a:pt x="16" y="76"/>
                      </a:lnTo>
                      <a:lnTo>
                        <a:pt x="8" y="76"/>
                      </a:lnTo>
                      <a:lnTo>
                        <a:pt x="4" y="74"/>
                      </a:lnTo>
                      <a:lnTo>
                        <a:pt x="0" y="72"/>
                      </a:lnTo>
                      <a:lnTo>
                        <a:pt x="0" y="70"/>
                      </a:lnTo>
                      <a:lnTo>
                        <a:pt x="4" y="68"/>
                      </a:lnTo>
                      <a:lnTo>
                        <a:pt x="6" y="66"/>
                      </a:lnTo>
                      <a:lnTo>
                        <a:pt x="10" y="60"/>
                      </a:lnTo>
                      <a:lnTo>
                        <a:pt x="12" y="54"/>
                      </a:lnTo>
                      <a:lnTo>
                        <a:pt x="16" y="54"/>
                      </a:lnTo>
                      <a:lnTo>
                        <a:pt x="22" y="52"/>
                      </a:lnTo>
                      <a:lnTo>
                        <a:pt x="24" y="42"/>
                      </a:lnTo>
                      <a:lnTo>
                        <a:pt x="26" y="34"/>
                      </a:lnTo>
                      <a:lnTo>
                        <a:pt x="30" y="28"/>
                      </a:lnTo>
                      <a:lnTo>
                        <a:pt x="36" y="22"/>
                      </a:lnTo>
                      <a:lnTo>
                        <a:pt x="52" y="16"/>
                      </a:lnTo>
                      <a:lnTo>
                        <a:pt x="68" y="10"/>
                      </a:lnTo>
                      <a:lnTo>
                        <a:pt x="100" y="10"/>
                      </a:lnTo>
                      <a:lnTo>
                        <a:pt x="114" y="2"/>
                      </a:lnTo>
                      <a:lnTo>
                        <a:pt x="122" y="0"/>
                      </a:lnTo>
                      <a:lnTo>
                        <a:pt x="132" y="0"/>
                      </a:lnTo>
                      <a:lnTo>
                        <a:pt x="140" y="0"/>
                      </a:lnTo>
                      <a:lnTo>
                        <a:pt x="146" y="2"/>
                      </a:lnTo>
                      <a:lnTo>
                        <a:pt x="146" y="6"/>
                      </a:lnTo>
                      <a:lnTo>
                        <a:pt x="144" y="10"/>
                      </a:lnTo>
                      <a:lnTo>
                        <a:pt x="138" y="12"/>
                      </a:lnTo>
                      <a:lnTo>
                        <a:pt x="124" y="16"/>
                      </a:lnTo>
                      <a:lnTo>
                        <a:pt x="86" y="26"/>
                      </a:lnTo>
                      <a:lnTo>
                        <a:pt x="70" y="32"/>
                      </a:lnTo>
                      <a:lnTo>
                        <a:pt x="56" y="40"/>
                      </a:lnTo>
                      <a:lnTo>
                        <a:pt x="52" y="44"/>
                      </a:lnTo>
                      <a:lnTo>
                        <a:pt x="46" y="50"/>
                      </a:lnTo>
                      <a:lnTo>
                        <a:pt x="42" y="56"/>
                      </a:lnTo>
                      <a:lnTo>
                        <a:pt x="40" y="62"/>
                      </a:lnTo>
                      <a:lnTo>
                        <a:pt x="42" y="70"/>
                      </a:lnTo>
                      <a:lnTo>
                        <a:pt x="46" y="74"/>
                      </a:lnTo>
                      <a:lnTo>
                        <a:pt x="50" y="78"/>
                      </a:lnTo>
                      <a:lnTo>
                        <a:pt x="56" y="80"/>
                      </a:lnTo>
                      <a:lnTo>
                        <a:pt x="68" y="86"/>
                      </a:lnTo>
                      <a:lnTo>
                        <a:pt x="74" y="88"/>
                      </a:lnTo>
                      <a:lnTo>
                        <a:pt x="78" y="92"/>
                      </a:lnTo>
                      <a:lnTo>
                        <a:pt x="68" y="92"/>
                      </a:lnTo>
                      <a:lnTo>
                        <a:pt x="58" y="92"/>
                      </a:lnTo>
                      <a:lnTo>
                        <a:pt x="38" y="9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2" name="ïŝľïḑe"/>
                <p:cNvSpPr/>
                <p:nvPr/>
              </p:nvSpPr>
              <p:spPr bwMode="auto">
                <a:xfrm>
                  <a:off x="5931661" y="1520900"/>
                  <a:ext cx="184547" cy="49037"/>
                </a:xfrm>
                <a:custGeom>
                  <a:avLst/>
                  <a:gdLst>
                    <a:gd name="T0" fmla="*/ 2147483647 w 106"/>
                    <a:gd name="T1" fmla="*/ 2147483647 h 30"/>
                    <a:gd name="T2" fmla="*/ 2147483647 w 106"/>
                    <a:gd name="T3" fmla="*/ 2147483647 h 30"/>
                    <a:gd name="T4" fmla="*/ 2147483647 w 106"/>
                    <a:gd name="T5" fmla="*/ 2147483647 h 30"/>
                    <a:gd name="T6" fmla="*/ 2147483647 w 106"/>
                    <a:gd name="T7" fmla="*/ 2147483647 h 30"/>
                    <a:gd name="T8" fmla="*/ 2147483647 w 106"/>
                    <a:gd name="T9" fmla="*/ 2147483647 h 30"/>
                    <a:gd name="T10" fmla="*/ 2147483647 w 106"/>
                    <a:gd name="T11" fmla="*/ 2147483647 h 30"/>
                    <a:gd name="T12" fmla="*/ 2147483647 w 106"/>
                    <a:gd name="T13" fmla="*/ 2147483647 h 30"/>
                    <a:gd name="T14" fmla="*/ 2147483647 w 106"/>
                    <a:gd name="T15" fmla="*/ 2147483647 h 30"/>
                    <a:gd name="T16" fmla="*/ 2147483647 w 106"/>
                    <a:gd name="T17" fmla="*/ 2147483647 h 30"/>
                    <a:gd name="T18" fmla="*/ 2147483647 w 106"/>
                    <a:gd name="T19" fmla="*/ 2147483647 h 30"/>
                    <a:gd name="T20" fmla="*/ 2147483647 w 106"/>
                    <a:gd name="T21" fmla="*/ 2147483647 h 30"/>
                    <a:gd name="T22" fmla="*/ 2147483647 w 106"/>
                    <a:gd name="T23" fmla="*/ 2147483647 h 30"/>
                    <a:gd name="T24" fmla="*/ 2147483647 w 106"/>
                    <a:gd name="T25" fmla="*/ 2147483647 h 30"/>
                    <a:gd name="T26" fmla="*/ 2147483647 w 106"/>
                    <a:gd name="T27" fmla="*/ 2147483647 h 30"/>
                    <a:gd name="T28" fmla="*/ 2147483647 w 106"/>
                    <a:gd name="T29" fmla="*/ 2147483647 h 30"/>
                    <a:gd name="T30" fmla="*/ 2147483647 w 106"/>
                    <a:gd name="T31" fmla="*/ 2147483647 h 30"/>
                    <a:gd name="T32" fmla="*/ 0 w 106"/>
                    <a:gd name="T33" fmla="*/ 2147483647 h 30"/>
                    <a:gd name="T34" fmla="*/ 2147483647 w 106"/>
                    <a:gd name="T35" fmla="*/ 2147483647 h 30"/>
                    <a:gd name="T36" fmla="*/ 2147483647 w 106"/>
                    <a:gd name="T37" fmla="*/ 2147483647 h 30"/>
                    <a:gd name="T38" fmla="*/ 2147483647 w 106"/>
                    <a:gd name="T39" fmla="*/ 0 h 30"/>
                    <a:gd name="T40" fmla="*/ 2147483647 w 106"/>
                    <a:gd name="T41" fmla="*/ 0 h 30"/>
                    <a:gd name="T42" fmla="*/ 2147483647 w 106"/>
                    <a:gd name="T43" fmla="*/ 0 h 30"/>
                    <a:gd name="T44" fmla="*/ 2147483647 w 106"/>
                    <a:gd name="T45" fmla="*/ 2147483647 h 30"/>
                    <a:gd name="T46" fmla="*/ 2147483647 w 106"/>
                    <a:gd name="T47" fmla="*/ 2147483647 h 30"/>
                    <a:gd name="T48" fmla="*/ 2147483647 w 106"/>
                    <a:gd name="T49" fmla="*/ 2147483647 h 30"/>
                    <a:gd name="T50" fmla="*/ 2147483647 w 106"/>
                    <a:gd name="T51" fmla="*/ 2147483647 h 30"/>
                    <a:gd name="T52" fmla="*/ 2147483647 w 106"/>
                    <a:gd name="T53" fmla="*/ 2147483647 h 30"/>
                    <a:gd name="T54" fmla="*/ 2147483647 w 106"/>
                    <a:gd name="T55" fmla="*/ 2147483647 h 30"/>
                    <a:gd name="T56" fmla="*/ 2147483647 w 106"/>
                    <a:gd name="T57" fmla="*/ 2147483647 h 30"/>
                    <a:gd name="T58" fmla="*/ 2147483647 w 106"/>
                    <a:gd name="T59" fmla="*/ 2147483647 h 30"/>
                    <a:gd name="T60" fmla="*/ 2147483647 w 106"/>
                    <a:gd name="T61" fmla="*/ 2147483647 h 30"/>
                    <a:gd name="T62" fmla="*/ 2147483647 w 106"/>
                    <a:gd name="T63" fmla="*/ 2147483647 h 30"/>
                    <a:gd name="T64" fmla="*/ 2147483647 w 106"/>
                    <a:gd name="T65" fmla="*/ 2147483647 h 30"/>
                    <a:gd name="T66" fmla="*/ 2147483647 w 106"/>
                    <a:gd name="T67" fmla="*/ 2147483647 h 30"/>
                    <a:gd name="T68" fmla="*/ 2147483647 w 106"/>
                    <a:gd name="T69" fmla="*/ 2147483647 h 30"/>
                    <a:gd name="T70" fmla="*/ 2147483647 w 106"/>
                    <a:gd name="T71" fmla="*/ 2147483647 h 30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6"/>
                    <a:gd name="T109" fmla="*/ 0 h 30"/>
                    <a:gd name="T110" fmla="*/ 106 w 106"/>
                    <a:gd name="T111" fmla="*/ 30 h 30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6" h="30">
                      <a:moveTo>
                        <a:pt x="106" y="26"/>
                      </a:moveTo>
                      <a:lnTo>
                        <a:pt x="98" y="28"/>
                      </a:lnTo>
                      <a:lnTo>
                        <a:pt x="92" y="28"/>
                      </a:lnTo>
                      <a:lnTo>
                        <a:pt x="82" y="26"/>
                      </a:lnTo>
                      <a:lnTo>
                        <a:pt x="80" y="28"/>
                      </a:lnTo>
                      <a:lnTo>
                        <a:pt x="78" y="30"/>
                      </a:lnTo>
                      <a:lnTo>
                        <a:pt x="64" y="28"/>
                      </a:lnTo>
                      <a:lnTo>
                        <a:pt x="50" y="24"/>
                      </a:lnTo>
                      <a:lnTo>
                        <a:pt x="44" y="22"/>
                      </a:lnTo>
                      <a:lnTo>
                        <a:pt x="38" y="18"/>
                      </a:lnTo>
                      <a:lnTo>
                        <a:pt x="36" y="14"/>
                      </a:lnTo>
                      <a:lnTo>
                        <a:pt x="36" y="10"/>
                      </a:lnTo>
                      <a:lnTo>
                        <a:pt x="20" y="10"/>
                      </a:lnTo>
                      <a:lnTo>
                        <a:pt x="10" y="10"/>
                      </a:lnTo>
                      <a:lnTo>
                        <a:pt x="4" y="8"/>
                      </a:lnTo>
                      <a:lnTo>
                        <a:pt x="2" y="6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4" y="2"/>
                      </a:lnTo>
                      <a:lnTo>
                        <a:pt x="12" y="0"/>
                      </a:lnTo>
                      <a:lnTo>
                        <a:pt x="24" y="0"/>
                      </a:lnTo>
                      <a:lnTo>
                        <a:pt x="34" y="0"/>
                      </a:lnTo>
                      <a:lnTo>
                        <a:pt x="44" y="2"/>
                      </a:lnTo>
                      <a:lnTo>
                        <a:pt x="52" y="4"/>
                      </a:lnTo>
                      <a:lnTo>
                        <a:pt x="54" y="8"/>
                      </a:lnTo>
                      <a:lnTo>
                        <a:pt x="54" y="10"/>
                      </a:lnTo>
                      <a:lnTo>
                        <a:pt x="48" y="10"/>
                      </a:lnTo>
                      <a:lnTo>
                        <a:pt x="60" y="12"/>
                      </a:lnTo>
                      <a:lnTo>
                        <a:pt x="66" y="14"/>
                      </a:lnTo>
                      <a:lnTo>
                        <a:pt x="70" y="14"/>
                      </a:lnTo>
                      <a:lnTo>
                        <a:pt x="74" y="14"/>
                      </a:lnTo>
                      <a:lnTo>
                        <a:pt x="78" y="12"/>
                      </a:lnTo>
                      <a:lnTo>
                        <a:pt x="86" y="14"/>
                      </a:lnTo>
                      <a:lnTo>
                        <a:pt x="92" y="16"/>
                      </a:lnTo>
                      <a:lnTo>
                        <a:pt x="102" y="26"/>
                      </a:lnTo>
                      <a:lnTo>
                        <a:pt x="106" y="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3" name="îṥliďè"/>
                <p:cNvSpPr/>
                <p:nvPr/>
              </p:nvSpPr>
              <p:spPr bwMode="auto">
                <a:xfrm>
                  <a:off x="6132734" y="1554526"/>
                  <a:ext cx="92273" cy="36427"/>
                </a:xfrm>
                <a:custGeom>
                  <a:avLst/>
                  <a:gdLst>
                    <a:gd name="T0" fmla="*/ 2147483647 w 52"/>
                    <a:gd name="T1" fmla="*/ 2147483647 h 22"/>
                    <a:gd name="T2" fmla="*/ 2147483647 w 52"/>
                    <a:gd name="T3" fmla="*/ 2147483647 h 22"/>
                    <a:gd name="T4" fmla="*/ 2147483647 w 52"/>
                    <a:gd name="T5" fmla="*/ 2147483647 h 22"/>
                    <a:gd name="T6" fmla="*/ 0 w 52"/>
                    <a:gd name="T7" fmla="*/ 2147483647 h 22"/>
                    <a:gd name="T8" fmla="*/ 0 w 52"/>
                    <a:gd name="T9" fmla="*/ 2147483647 h 22"/>
                    <a:gd name="T10" fmla="*/ 2147483647 w 52"/>
                    <a:gd name="T11" fmla="*/ 2147483647 h 22"/>
                    <a:gd name="T12" fmla="*/ 2147483647 w 52"/>
                    <a:gd name="T13" fmla="*/ 0 h 22"/>
                    <a:gd name="T14" fmla="*/ 2147483647 w 52"/>
                    <a:gd name="T15" fmla="*/ 0 h 22"/>
                    <a:gd name="T16" fmla="*/ 2147483647 w 52"/>
                    <a:gd name="T17" fmla="*/ 2147483647 h 22"/>
                    <a:gd name="T18" fmla="*/ 2147483647 w 52"/>
                    <a:gd name="T19" fmla="*/ 2147483647 h 22"/>
                    <a:gd name="T20" fmla="*/ 2147483647 w 52"/>
                    <a:gd name="T21" fmla="*/ 2147483647 h 22"/>
                    <a:gd name="T22" fmla="*/ 2147483647 w 52"/>
                    <a:gd name="T23" fmla="*/ 2147483647 h 22"/>
                    <a:gd name="T24" fmla="*/ 2147483647 w 52"/>
                    <a:gd name="T25" fmla="*/ 2147483647 h 22"/>
                    <a:gd name="T26" fmla="*/ 2147483647 w 52"/>
                    <a:gd name="T27" fmla="*/ 2147483647 h 22"/>
                    <a:gd name="T28" fmla="*/ 2147483647 w 52"/>
                    <a:gd name="T29" fmla="*/ 2147483647 h 22"/>
                    <a:gd name="T30" fmla="*/ 2147483647 w 52"/>
                    <a:gd name="T31" fmla="*/ 2147483647 h 22"/>
                    <a:gd name="T32" fmla="*/ 2147483647 w 52"/>
                    <a:gd name="T33" fmla="*/ 2147483647 h 22"/>
                    <a:gd name="T34" fmla="*/ 2147483647 w 52"/>
                    <a:gd name="T35" fmla="*/ 2147483647 h 2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52"/>
                    <a:gd name="T55" fmla="*/ 0 h 22"/>
                    <a:gd name="T56" fmla="*/ 52 w 52"/>
                    <a:gd name="T57" fmla="*/ 22 h 22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52" h="22">
                      <a:moveTo>
                        <a:pt x="6" y="22"/>
                      </a:moveTo>
                      <a:lnTo>
                        <a:pt x="4" y="22"/>
                      </a:lnTo>
                      <a:lnTo>
                        <a:pt x="2" y="20"/>
                      </a:lnTo>
                      <a:lnTo>
                        <a:pt x="0" y="18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6" y="0"/>
                      </a:lnTo>
                      <a:lnTo>
                        <a:pt x="14" y="0"/>
                      </a:lnTo>
                      <a:lnTo>
                        <a:pt x="20" y="4"/>
                      </a:lnTo>
                      <a:lnTo>
                        <a:pt x="32" y="6"/>
                      </a:lnTo>
                      <a:lnTo>
                        <a:pt x="52" y="10"/>
                      </a:lnTo>
                      <a:lnTo>
                        <a:pt x="50" y="14"/>
                      </a:lnTo>
                      <a:lnTo>
                        <a:pt x="46" y="16"/>
                      </a:lnTo>
                      <a:lnTo>
                        <a:pt x="40" y="18"/>
                      </a:lnTo>
                      <a:lnTo>
                        <a:pt x="28" y="18"/>
                      </a:lnTo>
                      <a:lnTo>
                        <a:pt x="20" y="20"/>
                      </a:lnTo>
                      <a:lnTo>
                        <a:pt x="14" y="22"/>
                      </a:lnTo>
                      <a:lnTo>
                        <a:pt x="6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4" name="ïS1ïḑé"/>
                <p:cNvSpPr/>
                <p:nvPr/>
              </p:nvSpPr>
              <p:spPr bwMode="auto">
                <a:xfrm>
                  <a:off x="6908108" y="1624580"/>
                  <a:ext cx="162512" cy="28021"/>
                </a:xfrm>
                <a:custGeom>
                  <a:avLst/>
                  <a:gdLst>
                    <a:gd name="T0" fmla="*/ 2147483647 w 92"/>
                    <a:gd name="T1" fmla="*/ 2147483647 h 18"/>
                    <a:gd name="T2" fmla="*/ 2147483647 w 92"/>
                    <a:gd name="T3" fmla="*/ 2147483647 h 18"/>
                    <a:gd name="T4" fmla="*/ 2147483647 w 92"/>
                    <a:gd name="T5" fmla="*/ 2147483647 h 18"/>
                    <a:gd name="T6" fmla="*/ 2147483647 w 92"/>
                    <a:gd name="T7" fmla="*/ 2147483647 h 18"/>
                    <a:gd name="T8" fmla="*/ 2147483647 w 92"/>
                    <a:gd name="T9" fmla="*/ 2147483647 h 18"/>
                    <a:gd name="T10" fmla="*/ 2147483647 w 92"/>
                    <a:gd name="T11" fmla="*/ 2147483647 h 18"/>
                    <a:gd name="T12" fmla="*/ 2147483647 w 92"/>
                    <a:gd name="T13" fmla="*/ 2147483647 h 18"/>
                    <a:gd name="T14" fmla="*/ 0 w 92"/>
                    <a:gd name="T15" fmla="*/ 2147483647 h 18"/>
                    <a:gd name="T16" fmla="*/ 0 w 92"/>
                    <a:gd name="T17" fmla="*/ 2147483647 h 18"/>
                    <a:gd name="T18" fmla="*/ 0 w 92"/>
                    <a:gd name="T19" fmla="*/ 2147483647 h 18"/>
                    <a:gd name="T20" fmla="*/ 2147483647 w 92"/>
                    <a:gd name="T21" fmla="*/ 2147483647 h 18"/>
                    <a:gd name="T22" fmla="*/ 2147483647 w 92"/>
                    <a:gd name="T23" fmla="*/ 0 h 18"/>
                    <a:gd name="T24" fmla="*/ 2147483647 w 92"/>
                    <a:gd name="T25" fmla="*/ 0 h 18"/>
                    <a:gd name="T26" fmla="*/ 2147483647 w 92"/>
                    <a:gd name="T27" fmla="*/ 2147483647 h 18"/>
                    <a:gd name="T28" fmla="*/ 2147483647 w 92"/>
                    <a:gd name="T29" fmla="*/ 2147483647 h 18"/>
                    <a:gd name="T30" fmla="*/ 2147483647 w 92"/>
                    <a:gd name="T31" fmla="*/ 2147483647 h 18"/>
                    <a:gd name="T32" fmla="*/ 2147483647 w 92"/>
                    <a:gd name="T33" fmla="*/ 2147483647 h 18"/>
                    <a:gd name="T34" fmla="*/ 2147483647 w 92"/>
                    <a:gd name="T35" fmla="*/ 2147483647 h 18"/>
                    <a:gd name="T36" fmla="*/ 2147483647 w 92"/>
                    <a:gd name="T37" fmla="*/ 2147483647 h 18"/>
                    <a:gd name="T38" fmla="*/ 2147483647 w 92"/>
                    <a:gd name="T39" fmla="*/ 2147483647 h 18"/>
                    <a:gd name="T40" fmla="*/ 2147483647 w 92"/>
                    <a:gd name="T41" fmla="*/ 2147483647 h 18"/>
                    <a:gd name="T42" fmla="*/ 2147483647 w 92"/>
                    <a:gd name="T43" fmla="*/ 2147483647 h 18"/>
                    <a:gd name="T44" fmla="*/ 2147483647 w 92"/>
                    <a:gd name="T45" fmla="*/ 2147483647 h 18"/>
                    <a:gd name="T46" fmla="*/ 2147483647 w 92"/>
                    <a:gd name="T47" fmla="*/ 2147483647 h 18"/>
                    <a:gd name="T48" fmla="*/ 2147483647 w 92"/>
                    <a:gd name="T49" fmla="*/ 2147483647 h 18"/>
                    <a:gd name="T50" fmla="*/ 2147483647 w 92"/>
                    <a:gd name="T51" fmla="*/ 2147483647 h 18"/>
                    <a:gd name="T52" fmla="*/ 2147483647 w 92"/>
                    <a:gd name="T53" fmla="*/ 2147483647 h 18"/>
                    <a:gd name="T54" fmla="*/ 2147483647 w 92"/>
                    <a:gd name="T55" fmla="*/ 2147483647 h 18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92"/>
                    <a:gd name="T85" fmla="*/ 0 h 18"/>
                    <a:gd name="T86" fmla="*/ 92 w 92"/>
                    <a:gd name="T87" fmla="*/ 18 h 18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92" h="18">
                      <a:moveTo>
                        <a:pt x="72" y="12"/>
                      </a:moveTo>
                      <a:lnTo>
                        <a:pt x="72" y="18"/>
                      </a:lnTo>
                      <a:lnTo>
                        <a:pt x="38" y="18"/>
                      </a:lnTo>
                      <a:lnTo>
                        <a:pt x="28" y="18"/>
                      </a:lnTo>
                      <a:lnTo>
                        <a:pt x="14" y="18"/>
                      </a:lnTo>
                      <a:lnTo>
                        <a:pt x="10" y="16"/>
                      </a:lnTo>
                      <a:lnTo>
                        <a:pt x="4" y="12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4" y="2"/>
                      </a:lnTo>
                      <a:lnTo>
                        <a:pt x="10" y="0"/>
                      </a:lnTo>
                      <a:lnTo>
                        <a:pt x="14" y="0"/>
                      </a:lnTo>
                      <a:lnTo>
                        <a:pt x="20" y="4"/>
                      </a:lnTo>
                      <a:lnTo>
                        <a:pt x="26" y="6"/>
                      </a:lnTo>
                      <a:lnTo>
                        <a:pt x="32" y="6"/>
                      </a:lnTo>
                      <a:lnTo>
                        <a:pt x="36" y="6"/>
                      </a:lnTo>
                      <a:lnTo>
                        <a:pt x="36" y="4"/>
                      </a:lnTo>
                      <a:lnTo>
                        <a:pt x="38" y="2"/>
                      </a:lnTo>
                      <a:lnTo>
                        <a:pt x="40" y="2"/>
                      </a:lnTo>
                      <a:lnTo>
                        <a:pt x="54" y="2"/>
                      </a:lnTo>
                      <a:lnTo>
                        <a:pt x="68" y="4"/>
                      </a:lnTo>
                      <a:lnTo>
                        <a:pt x="84" y="6"/>
                      </a:lnTo>
                      <a:lnTo>
                        <a:pt x="90" y="8"/>
                      </a:lnTo>
                      <a:lnTo>
                        <a:pt x="92" y="12"/>
                      </a:lnTo>
                      <a:lnTo>
                        <a:pt x="82" y="16"/>
                      </a:lnTo>
                      <a:lnTo>
                        <a:pt x="76" y="16"/>
                      </a:lnTo>
                      <a:lnTo>
                        <a:pt x="72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5" name="išlîḑê"/>
                <p:cNvSpPr/>
                <p:nvPr/>
              </p:nvSpPr>
              <p:spPr bwMode="auto">
                <a:xfrm>
                  <a:off x="7095408" y="1635788"/>
                  <a:ext cx="90897" cy="25219"/>
                </a:xfrm>
                <a:custGeom>
                  <a:avLst/>
                  <a:gdLst>
                    <a:gd name="T0" fmla="*/ 2147483647 w 52"/>
                    <a:gd name="T1" fmla="*/ 2147483647 h 16"/>
                    <a:gd name="T2" fmla="*/ 2147483647 w 52"/>
                    <a:gd name="T3" fmla="*/ 2147483647 h 16"/>
                    <a:gd name="T4" fmla="*/ 2147483647 w 52"/>
                    <a:gd name="T5" fmla="*/ 2147483647 h 16"/>
                    <a:gd name="T6" fmla="*/ 2147483647 w 52"/>
                    <a:gd name="T7" fmla="*/ 2147483647 h 16"/>
                    <a:gd name="T8" fmla="*/ 2147483647 w 52"/>
                    <a:gd name="T9" fmla="*/ 2147483647 h 16"/>
                    <a:gd name="T10" fmla="*/ 0 w 52"/>
                    <a:gd name="T11" fmla="*/ 0 h 16"/>
                    <a:gd name="T12" fmla="*/ 2147483647 w 52"/>
                    <a:gd name="T13" fmla="*/ 0 h 16"/>
                    <a:gd name="T14" fmla="*/ 2147483647 w 52"/>
                    <a:gd name="T15" fmla="*/ 2147483647 h 16"/>
                    <a:gd name="T16" fmla="*/ 2147483647 w 52"/>
                    <a:gd name="T17" fmla="*/ 2147483647 h 16"/>
                    <a:gd name="T18" fmla="*/ 2147483647 w 52"/>
                    <a:gd name="T19" fmla="*/ 2147483647 h 16"/>
                    <a:gd name="T20" fmla="*/ 2147483647 w 52"/>
                    <a:gd name="T21" fmla="*/ 2147483647 h 16"/>
                    <a:gd name="T22" fmla="*/ 2147483647 w 52"/>
                    <a:gd name="T23" fmla="*/ 2147483647 h 16"/>
                    <a:gd name="T24" fmla="*/ 2147483647 w 52"/>
                    <a:gd name="T25" fmla="*/ 2147483647 h 16"/>
                    <a:gd name="T26" fmla="*/ 2147483647 w 52"/>
                    <a:gd name="T27" fmla="*/ 2147483647 h 1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52"/>
                    <a:gd name="T43" fmla="*/ 0 h 16"/>
                    <a:gd name="T44" fmla="*/ 52 w 52"/>
                    <a:gd name="T45" fmla="*/ 16 h 1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52" h="16">
                      <a:moveTo>
                        <a:pt x="42" y="16"/>
                      </a:moveTo>
                      <a:lnTo>
                        <a:pt x="32" y="16"/>
                      </a:lnTo>
                      <a:lnTo>
                        <a:pt x="18" y="12"/>
                      </a:lnTo>
                      <a:lnTo>
                        <a:pt x="6" y="8"/>
                      </a:lnTo>
                      <a:lnTo>
                        <a:pt x="2" y="4"/>
                      </a:ln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18" y="4"/>
                      </a:lnTo>
                      <a:lnTo>
                        <a:pt x="30" y="4"/>
                      </a:lnTo>
                      <a:lnTo>
                        <a:pt x="42" y="6"/>
                      </a:lnTo>
                      <a:lnTo>
                        <a:pt x="46" y="6"/>
                      </a:lnTo>
                      <a:lnTo>
                        <a:pt x="52" y="8"/>
                      </a:lnTo>
                      <a:lnTo>
                        <a:pt x="48" y="14"/>
                      </a:lnTo>
                      <a:lnTo>
                        <a:pt x="42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6" name="íŝḷidè"/>
                <p:cNvSpPr/>
                <p:nvPr/>
              </p:nvSpPr>
              <p:spPr bwMode="auto">
                <a:xfrm>
                  <a:off x="7903833" y="1732460"/>
                  <a:ext cx="66106" cy="25219"/>
                </a:xfrm>
                <a:custGeom>
                  <a:avLst/>
                  <a:gdLst>
                    <a:gd name="T0" fmla="*/ 2147483647 w 38"/>
                    <a:gd name="T1" fmla="*/ 2147483647 h 14"/>
                    <a:gd name="T2" fmla="*/ 2147483647 w 38"/>
                    <a:gd name="T3" fmla="*/ 2147483647 h 14"/>
                    <a:gd name="T4" fmla="*/ 2147483647 w 38"/>
                    <a:gd name="T5" fmla="*/ 2147483647 h 14"/>
                    <a:gd name="T6" fmla="*/ 2147483647 w 38"/>
                    <a:gd name="T7" fmla="*/ 2147483647 h 14"/>
                    <a:gd name="T8" fmla="*/ 2147483647 w 38"/>
                    <a:gd name="T9" fmla="*/ 2147483647 h 14"/>
                    <a:gd name="T10" fmla="*/ 0 w 38"/>
                    <a:gd name="T11" fmla="*/ 2147483647 h 14"/>
                    <a:gd name="T12" fmla="*/ 2147483647 w 38"/>
                    <a:gd name="T13" fmla="*/ 2147483647 h 14"/>
                    <a:gd name="T14" fmla="*/ 2147483647 w 38"/>
                    <a:gd name="T15" fmla="*/ 2147483647 h 14"/>
                    <a:gd name="T16" fmla="*/ 2147483647 w 38"/>
                    <a:gd name="T17" fmla="*/ 0 h 14"/>
                    <a:gd name="T18" fmla="*/ 2147483647 w 38"/>
                    <a:gd name="T19" fmla="*/ 0 h 14"/>
                    <a:gd name="T20" fmla="*/ 2147483647 w 38"/>
                    <a:gd name="T21" fmla="*/ 2147483647 h 14"/>
                    <a:gd name="T22" fmla="*/ 2147483647 w 38"/>
                    <a:gd name="T23" fmla="*/ 2147483647 h 14"/>
                    <a:gd name="T24" fmla="*/ 2147483647 w 38"/>
                    <a:gd name="T25" fmla="*/ 2147483647 h 14"/>
                    <a:gd name="T26" fmla="*/ 2147483647 w 38"/>
                    <a:gd name="T27" fmla="*/ 2147483647 h 1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8"/>
                    <a:gd name="T43" fmla="*/ 0 h 14"/>
                    <a:gd name="T44" fmla="*/ 38 w 38"/>
                    <a:gd name="T45" fmla="*/ 14 h 1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8" h="14">
                      <a:moveTo>
                        <a:pt x="18" y="10"/>
                      </a:moveTo>
                      <a:lnTo>
                        <a:pt x="14" y="12"/>
                      </a:lnTo>
                      <a:lnTo>
                        <a:pt x="10" y="14"/>
                      </a:lnTo>
                      <a:lnTo>
                        <a:pt x="6" y="14"/>
                      </a:lnTo>
                      <a:lnTo>
                        <a:pt x="2" y="12"/>
                      </a:lnTo>
                      <a:lnTo>
                        <a:pt x="0" y="8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4" y="0"/>
                      </a:lnTo>
                      <a:lnTo>
                        <a:pt x="22" y="0"/>
                      </a:lnTo>
                      <a:lnTo>
                        <a:pt x="28" y="4"/>
                      </a:lnTo>
                      <a:lnTo>
                        <a:pt x="38" y="10"/>
                      </a:lnTo>
                      <a:lnTo>
                        <a:pt x="28" y="12"/>
                      </a:lnTo>
                      <a:lnTo>
                        <a:pt x="18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7" name="ísľíḓè"/>
                <p:cNvSpPr/>
                <p:nvPr/>
              </p:nvSpPr>
              <p:spPr bwMode="auto">
                <a:xfrm>
                  <a:off x="7719287" y="2214425"/>
                  <a:ext cx="209336" cy="245185"/>
                </a:xfrm>
                <a:custGeom>
                  <a:avLst/>
                  <a:gdLst>
                    <a:gd name="T0" fmla="*/ 0 w 120"/>
                    <a:gd name="T1" fmla="*/ 0 h 146"/>
                    <a:gd name="T2" fmla="*/ 2147483647 w 120"/>
                    <a:gd name="T3" fmla="*/ 2147483647 h 146"/>
                    <a:gd name="T4" fmla="*/ 2147483647 w 120"/>
                    <a:gd name="T5" fmla="*/ 2147483647 h 146"/>
                    <a:gd name="T6" fmla="*/ 2147483647 w 120"/>
                    <a:gd name="T7" fmla="*/ 2147483647 h 146"/>
                    <a:gd name="T8" fmla="*/ 2147483647 w 120"/>
                    <a:gd name="T9" fmla="*/ 2147483647 h 146"/>
                    <a:gd name="T10" fmla="*/ 2147483647 w 120"/>
                    <a:gd name="T11" fmla="*/ 2147483647 h 146"/>
                    <a:gd name="T12" fmla="*/ 2147483647 w 120"/>
                    <a:gd name="T13" fmla="*/ 2147483647 h 146"/>
                    <a:gd name="T14" fmla="*/ 2147483647 w 120"/>
                    <a:gd name="T15" fmla="*/ 2147483647 h 146"/>
                    <a:gd name="T16" fmla="*/ 2147483647 w 120"/>
                    <a:gd name="T17" fmla="*/ 2147483647 h 146"/>
                    <a:gd name="T18" fmla="*/ 2147483647 w 120"/>
                    <a:gd name="T19" fmla="*/ 2147483647 h 146"/>
                    <a:gd name="T20" fmla="*/ 2147483647 w 120"/>
                    <a:gd name="T21" fmla="*/ 2147483647 h 146"/>
                    <a:gd name="T22" fmla="*/ 2147483647 w 120"/>
                    <a:gd name="T23" fmla="*/ 2147483647 h 146"/>
                    <a:gd name="T24" fmla="*/ 2147483647 w 120"/>
                    <a:gd name="T25" fmla="*/ 2147483647 h 146"/>
                    <a:gd name="T26" fmla="*/ 2147483647 w 120"/>
                    <a:gd name="T27" fmla="*/ 2147483647 h 146"/>
                    <a:gd name="T28" fmla="*/ 2147483647 w 120"/>
                    <a:gd name="T29" fmla="*/ 2147483647 h 146"/>
                    <a:gd name="T30" fmla="*/ 2147483647 w 120"/>
                    <a:gd name="T31" fmla="*/ 2147483647 h 146"/>
                    <a:gd name="T32" fmla="*/ 2147483647 w 120"/>
                    <a:gd name="T33" fmla="*/ 2147483647 h 146"/>
                    <a:gd name="T34" fmla="*/ 2147483647 w 120"/>
                    <a:gd name="T35" fmla="*/ 2147483647 h 146"/>
                    <a:gd name="T36" fmla="*/ 2147483647 w 120"/>
                    <a:gd name="T37" fmla="*/ 2147483647 h 146"/>
                    <a:gd name="T38" fmla="*/ 2147483647 w 120"/>
                    <a:gd name="T39" fmla="*/ 2147483647 h 146"/>
                    <a:gd name="T40" fmla="*/ 2147483647 w 120"/>
                    <a:gd name="T41" fmla="*/ 2147483647 h 146"/>
                    <a:gd name="T42" fmla="*/ 2147483647 w 120"/>
                    <a:gd name="T43" fmla="*/ 2147483647 h 146"/>
                    <a:gd name="T44" fmla="*/ 2147483647 w 120"/>
                    <a:gd name="T45" fmla="*/ 2147483647 h 146"/>
                    <a:gd name="T46" fmla="*/ 2147483647 w 120"/>
                    <a:gd name="T47" fmla="*/ 2147483647 h 146"/>
                    <a:gd name="T48" fmla="*/ 2147483647 w 120"/>
                    <a:gd name="T49" fmla="*/ 2147483647 h 146"/>
                    <a:gd name="T50" fmla="*/ 2147483647 w 120"/>
                    <a:gd name="T51" fmla="*/ 2147483647 h 146"/>
                    <a:gd name="T52" fmla="*/ 2147483647 w 120"/>
                    <a:gd name="T53" fmla="*/ 2147483647 h 146"/>
                    <a:gd name="T54" fmla="*/ 2147483647 w 120"/>
                    <a:gd name="T55" fmla="*/ 2147483647 h 146"/>
                    <a:gd name="T56" fmla="*/ 2147483647 w 120"/>
                    <a:gd name="T57" fmla="*/ 2147483647 h 146"/>
                    <a:gd name="T58" fmla="*/ 2147483647 w 120"/>
                    <a:gd name="T59" fmla="*/ 2147483647 h 146"/>
                    <a:gd name="T60" fmla="*/ 2147483647 w 120"/>
                    <a:gd name="T61" fmla="*/ 2147483647 h 146"/>
                    <a:gd name="T62" fmla="*/ 0 w 120"/>
                    <a:gd name="T63" fmla="*/ 0 h 14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120"/>
                    <a:gd name="T97" fmla="*/ 0 h 146"/>
                    <a:gd name="T98" fmla="*/ 120 w 120"/>
                    <a:gd name="T99" fmla="*/ 146 h 14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120" h="146">
                      <a:moveTo>
                        <a:pt x="0" y="0"/>
                      </a:moveTo>
                      <a:lnTo>
                        <a:pt x="98" y="90"/>
                      </a:lnTo>
                      <a:lnTo>
                        <a:pt x="94" y="90"/>
                      </a:lnTo>
                      <a:lnTo>
                        <a:pt x="92" y="90"/>
                      </a:lnTo>
                      <a:lnTo>
                        <a:pt x="88" y="88"/>
                      </a:lnTo>
                      <a:lnTo>
                        <a:pt x="82" y="86"/>
                      </a:lnTo>
                      <a:lnTo>
                        <a:pt x="78" y="88"/>
                      </a:lnTo>
                      <a:lnTo>
                        <a:pt x="76" y="90"/>
                      </a:lnTo>
                      <a:lnTo>
                        <a:pt x="78" y="98"/>
                      </a:lnTo>
                      <a:lnTo>
                        <a:pt x="82" y="106"/>
                      </a:lnTo>
                      <a:lnTo>
                        <a:pt x="88" y="114"/>
                      </a:lnTo>
                      <a:lnTo>
                        <a:pt x="92" y="118"/>
                      </a:lnTo>
                      <a:lnTo>
                        <a:pt x="108" y="130"/>
                      </a:lnTo>
                      <a:lnTo>
                        <a:pt x="120" y="138"/>
                      </a:lnTo>
                      <a:lnTo>
                        <a:pt x="112" y="138"/>
                      </a:lnTo>
                      <a:lnTo>
                        <a:pt x="108" y="136"/>
                      </a:lnTo>
                      <a:lnTo>
                        <a:pt x="102" y="134"/>
                      </a:lnTo>
                      <a:lnTo>
                        <a:pt x="102" y="146"/>
                      </a:lnTo>
                      <a:lnTo>
                        <a:pt x="94" y="140"/>
                      </a:lnTo>
                      <a:lnTo>
                        <a:pt x="88" y="130"/>
                      </a:lnTo>
                      <a:lnTo>
                        <a:pt x="76" y="114"/>
                      </a:lnTo>
                      <a:lnTo>
                        <a:pt x="66" y="94"/>
                      </a:lnTo>
                      <a:lnTo>
                        <a:pt x="54" y="76"/>
                      </a:lnTo>
                      <a:lnTo>
                        <a:pt x="44" y="62"/>
                      </a:lnTo>
                      <a:lnTo>
                        <a:pt x="34" y="50"/>
                      </a:lnTo>
                      <a:lnTo>
                        <a:pt x="24" y="42"/>
                      </a:lnTo>
                      <a:lnTo>
                        <a:pt x="12" y="36"/>
                      </a:lnTo>
                      <a:lnTo>
                        <a:pt x="10" y="32"/>
                      </a:lnTo>
                      <a:lnTo>
                        <a:pt x="6" y="28"/>
                      </a:lnTo>
                      <a:lnTo>
                        <a:pt x="4" y="22"/>
                      </a:lnTo>
                      <a:lnTo>
                        <a:pt x="2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8" name="ïṧḻíḋé"/>
                <p:cNvSpPr/>
                <p:nvPr/>
              </p:nvSpPr>
              <p:spPr bwMode="auto">
                <a:xfrm>
                  <a:off x="5697534" y="2561886"/>
                  <a:ext cx="402147" cy="215763"/>
                </a:xfrm>
                <a:custGeom>
                  <a:avLst/>
                  <a:gdLst>
                    <a:gd name="T0" fmla="*/ 2147483647 w 230"/>
                    <a:gd name="T1" fmla="*/ 2147483647 h 130"/>
                    <a:gd name="T2" fmla="*/ 2147483647 w 230"/>
                    <a:gd name="T3" fmla="*/ 2147483647 h 130"/>
                    <a:gd name="T4" fmla="*/ 2147483647 w 230"/>
                    <a:gd name="T5" fmla="*/ 2147483647 h 130"/>
                    <a:gd name="T6" fmla="*/ 2147483647 w 230"/>
                    <a:gd name="T7" fmla="*/ 2147483647 h 130"/>
                    <a:gd name="T8" fmla="*/ 2147483647 w 230"/>
                    <a:gd name="T9" fmla="*/ 2147483647 h 130"/>
                    <a:gd name="T10" fmla="*/ 2147483647 w 230"/>
                    <a:gd name="T11" fmla="*/ 2147483647 h 130"/>
                    <a:gd name="T12" fmla="*/ 2147483647 w 230"/>
                    <a:gd name="T13" fmla="*/ 2147483647 h 130"/>
                    <a:gd name="T14" fmla="*/ 2147483647 w 230"/>
                    <a:gd name="T15" fmla="*/ 2147483647 h 130"/>
                    <a:gd name="T16" fmla="*/ 2147483647 w 230"/>
                    <a:gd name="T17" fmla="*/ 2147483647 h 130"/>
                    <a:gd name="T18" fmla="*/ 2147483647 w 230"/>
                    <a:gd name="T19" fmla="*/ 2147483647 h 130"/>
                    <a:gd name="T20" fmla="*/ 2147483647 w 230"/>
                    <a:gd name="T21" fmla="*/ 2147483647 h 130"/>
                    <a:gd name="T22" fmla="*/ 2147483647 w 230"/>
                    <a:gd name="T23" fmla="*/ 2147483647 h 130"/>
                    <a:gd name="T24" fmla="*/ 2147483647 w 230"/>
                    <a:gd name="T25" fmla="*/ 2147483647 h 130"/>
                    <a:gd name="T26" fmla="*/ 2147483647 w 230"/>
                    <a:gd name="T27" fmla="*/ 2147483647 h 130"/>
                    <a:gd name="T28" fmla="*/ 2147483647 w 230"/>
                    <a:gd name="T29" fmla="*/ 2147483647 h 130"/>
                    <a:gd name="T30" fmla="*/ 2147483647 w 230"/>
                    <a:gd name="T31" fmla="*/ 2147483647 h 130"/>
                    <a:gd name="T32" fmla="*/ 2147483647 w 230"/>
                    <a:gd name="T33" fmla="*/ 2147483647 h 130"/>
                    <a:gd name="T34" fmla="*/ 2147483647 w 230"/>
                    <a:gd name="T35" fmla="*/ 2147483647 h 130"/>
                    <a:gd name="T36" fmla="*/ 2147483647 w 230"/>
                    <a:gd name="T37" fmla="*/ 2147483647 h 130"/>
                    <a:gd name="T38" fmla="*/ 2147483647 w 230"/>
                    <a:gd name="T39" fmla="*/ 2147483647 h 130"/>
                    <a:gd name="T40" fmla="*/ 2147483647 w 230"/>
                    <a:gd name="T41" fmla="*/ 2147483647 h 130"/>
                    <a:gd name="T42" fmla="*/ 2147483647 w 230"/>
                    <a:gd name="T43" fmla="*/ 2147483647 h 130"/>
                    <a:gd name="T44" fmla="*/ 2147483647 w 230"/>
                    <a:gd name="T45" fmla="*/ 2147483647 h 130"/>
                    <a:gd name="T46" fmla="*/ 2147483647 w 230"/>
                    <a:gd name="T47" fmla="*/ 2147483647 h 130"/>
                    <a:gd name="T48" fmla="*/ 2147483647 w 230"/>
                    <a:gd name="T49" fmla="*/ 2147483647 h 130"/>
                    <a:gd name="T50" fmla="*/ 2147483647 w 230"/>
                    <a:gd name="T51" fmla="*/ 2147483647 h 130"/>
                    <a:gd name="T52" fmla="*/ 2147483647 w 230"/>
                    <a:gd name="T53" fmla="*/ 2147483647 h 130"/>
                    <a:gd name="T54" fmla="*/ 0 w 230"/>
                    <a:gd name="T55" fmla="*/ 2147483647 h 130"/>
                    <a:gd name="T56" fmla="*/ 2147483647 w 230"/>
                    <a:gd name="T57" fmla="*/ 2147483647 h 130"/>
                    <a:gd name="T58" fmla="*/ 2147483647 w 230"/>
                    <a:gd name="T59" fmla="*/ 2147483647 h 130"/>
                    <a:gd name="T60" fmla="*/ 2147483647 w 230"/>
                    <a:gd name="T61" fmla="*/ 2147483647 h 130"/>
                    <a:gd name="T62" fmla="*/ 2147483647 w 230"/>
                    <a:gd name="T63" fmla="*/ 2147483647 h 130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30"/>
                    <a:gd name="T97" fmla="*/ 0 h 130"/>
                    <a:gd name="T98" fmla="*/ 230 w 230"/>
                    <a:gd name="T99" fmla="*/ 130 h 130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30" h="130">
                      <a:moveTo>
                        <a:pt x="6" y="6"/>
                      </a:moveTo>
                      <a:lnTo>
                        <a:pt x="18" y="6"/>
                      </a:lnTo>
                      <a:lnTo>
                        <a:pt x="28" y="10"/>
                      </a:lnTo>
                      <a:lnTo>
                        <a:pt x="42" y="22"/>
                      </a:lnTo>
                      <a:lnTo>
                        <a:pt x="50" y="22"/>
                      </a:lnTo>
                      <a:lnTo>
                        <a:pt x="66" y="24"/>
                      </a:lnTo>
                      <a:lnTo>
                        <a:pt x="66" y="14"/>
                      </a:lnTo>
                      <a:lnTo>
                        <a:pt x="78" y="4"/>
                      </a:lnTo>
                      <a:lnTo>
                        <a:pt x="88" y="0"/>
                      </a:lnTo>
                      <a:lnTo>
                        <a:pt x="104" y="6"/>
                      </a:lnTo>
                      <a:lnTo>
                        <a:pt x="110" y="12"/>
                      </a:lnTo>
                      <a:lnTo>
                        <a:pt x="112" y="18"/>
                      </a:lnTo>
                      <a:lnTo>
                        <a:pt x="114" y="22"/>
                      </a:lnTo>
                      <a:lnTo>
                        <a:pt x="114" y="26"/>
                      </a:lnTo>
                      <a:lnTo>
                        <a:pt x="120" y="28"/>
                      </a:lnTo>
                      <a:lnTo>
                        <a:pt x="130" y="28"/>
                      </a:lnTo>
                      <a:lnTo>
                        <a:pt x="140" y="28"/>
                      </a:lnTo>
                      <a:lnTo>
                        <a:pt x="146" y="38"/>
                      </a:lnTo>
                      <a:lnTo>
                        <a:pt x="158" y="52"/>
                      </a:lnTo>
                      <a:lnTo>
                        <a:pt x="170" y="60"/>
                      </a:lnTo>
                      <a:lnTo>
                        <a:pt x="180" y="68"/>
                      </a:lnTo>
                      <a:lnTo>
                        <a:pt x="192" y="70"/>
                      </a:lnTo>
                      <a:lnTo>
                        <a:pt x="204" y="80"/>
                      </a:lnTo>
                      <a:lnTo>
                        <a:pt x="216" y="84"/>
                      </a:lnTo>
                      <a:lnTo>
                        <a:pt x="222" y="86"/>
                      </a:lnTo>
                      <a:lnTo>
                        <a:pt x="226" y="86"/>
                      </a:lnTo>
                      <a:lnTo>
                        <a:pt x="228" y="88"/>
                      </a:lnTo>
                      <a:lnTo>
                        <a:pt x="230" y="96"/>
                      </a:lnTo>
                      <a:lnTo>
                        <a:pt x="230" y="100"/>
                      </a:lnTo>
                      <a:lnTo>
                        <a:pt x="220" y="100"/>
                      </a:lnTo>
                      <a:lnTo>
                        <a:pt x="212" y="96"/>
                      </a:lnTo>
                      <a:lnTo>
                        <a:pt x="206" y="92"/>
                      </a:lnTo>
                      <a:lnTo>
                        <a:pt x="196" y="108"/>
                      </a:lnTo>
                      <a:lnTo>
                        <a:pt x="186" y="122"/>
                      </a:lnTo>
                      <a:lnTo>
                        <a:pt x="178" y="128"/>
                      </a:lnTo>
                      <a:lnTo>
                        <a:pt x="170" y="130"/>
                      </a:lnTo>
                      <a:lnTo>
                        <a:pt x="160" y="128"/>
                      </a:lnTo>
                      <a:lnTo>
                        <a:pt x="150" y="128"/>
                      </a:lnTo>
                      <a:lnTo>
                        <a:pt x="150" y="120"/>
                      </a:lnTo>
                      <a:lnTo>
                        <a:pt x="148" y="112"/>
                      </a:lnTo>
                      <a:lnTo>
                        <a:pt x="140" y="108"/>
                      </a:lnTo>
                      <a:lnTo>
                        <a:pt x="132" y="106"/>
                      </a:lnTo>
                      <a:lnTo>
                        <a:pt x="122" y="100"/>
                      </a:lnTo>
                      <a:lnTo>
                        <a:pt x="108" y="92"/>
                      </a:lnTo>
                      <a:lnTo>
                        <a:pt x="92" y="80"/>
                      </a:lnTo>
                      <a:lnTo>
                        <a:pt x="78" y="74"/>
                      </a:lnTo>
                      <a:lnTo>
                        <a:pt x="66" y="76"/>
                      </a:lnTo>
                      <a:lnTo>
                        <a:pt x="54" y="76"/>
                      </a:lnTo>
                      <a:lnTo>
                        <a:pt x="46" y="82"/>
                      </a:lnTo>
                      <a:lnTo>
                        <a:pt x="30" y="92"/>
                      </a:lnTo>
                      <a:lnTo>
                        <a:pt x="28" y="80"/>
                      </a:lnTo>
                      <a:lnTo>
                        <a:pt x="24" y="68"/>
                      </a:lnTo>
                      <a:lnTo>
                        <a:pt x="18" y="62"/>
                      </a:lnTo>
                      <a:lnTo>
                        <a:pt x="8" y="52"/>
                      </a:lnTo>
                      <a:lnTo>
                        <a:pt x="0" y="42"/>
                      </a:lnTo>
                      <a:lnTo>
                        <a:pt x="0" y="36"/>
                      </a:lnTo>
                      <a:lnTo>
                        <a:pt x="2" y="28"/>
                      </a:lnTo>
                      <a:lnTo>
                        <a:pt x="8" y="30"/>
                      </a:lnTo>
                      <a:lnTo>
                        <a:pt x="12" y="36"/>
                      </a:lnTo>
                      <a:lnTo>
                        <a:pt x="22" y="36"/>
                      </a:lnTo>
                      <a:lnTo>
                        <a:pt x="24" y="32"/>
                      </a:lnTo>
                      <a:lnTo>
                        <a:pt x="22" y="22"/>
                      </a:lnTo>
                      <a:lnTo>
                        <a:pt x="18" y="16"/>
                      </a:lnTo>
                      <a:lnTo>
                        <a:pt x="10" y="10"/>
                      </a:lnTo>
                      <a:lnTo>
                        <a:pt x="6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39" name="î$lïḑe"/>
                <p:cNvSpPr/>
                <p:nvPr/>
              </p:nvSpPr>
              <p:spPr bwMode="auto">
                <a:xfrm>
                  <a:off x="6164410" y="2545074"/>
                  <a:ext cx="221732" cy="120491"/>
                </a:xfrm>
                <a:custGeom>
                  <a:avLst/>
                  <a:gdLst>
                    <a:gd name="T0" fmla="*/ 2147483647 w 126"/>
                    <a:gd name="T1" fmla="*/ 2147483647 h 72"/>
                    <a:gd name="T2" fmla="*/ 2147483647 w 126"/>
                    <a:gd name="T3" fmla="*/ 2147483647 h 72"/>
                    <a:gd name="T4" fmla="*/ 2147483647 w 126"/>
                    <a:gd name="T5" fmla="*/ 2147483647 h 72"/>
                    <a:gd name="T6" fmla="*/ 2147483647 w 126"/>
                    <a:gd name="T7" fmla="*/ 2147483647 h 72"/>
                    <a:gd name="T8" fmla="*/ 2147483647 w 126"/>
                    <a:gd name="T9" fmla="*/ 2147483647 h 72"/>
                    <a:gd name="T10" fmla="*/ 2147483647 w 126"/>
                    <a:gd name="T11" fmla="*/ 2147483647 h 72"/>
                    <a:gd name="T12" fmla="*/ 2147483647 w 126"/>
                    <a:gd name="T13" fmla="*/ 2147483647 h 72"/>
                    <a:gd name="T14" fmla="*/ 2147483647 w 126"/>
                    <a:gd name="T15" fmla="*/ 2147483647 h 72"/>
                    <a:gd name="T16" fmla="*/ 2147483647 w 126"/>
                    <a:gd name="T17" fmla="*/ 2147483647 h 72"/>
                    <a:gd name="T18" fmla="*/ 0 w 126"/>
                    <a:gd name="T19" fmla="*/ 2147483647 h 72"/>
                    <a:gd name="T20" fmla="*/ 2147483647 w 126"/>
                    <a:gd name="T21" fmla="*/ 2147483647 h 72"/>
                    <a:gd name="T22" fmla="*/ 2147483647 w 126"/>
                    <a:gd name="T23" fmla="*/ 2147483647 h 72"/>
                    <a:gd name="T24" fmla="*/ 2147483647 w 126"/>
                    <a:gd name="T25" fmla="*/ 2147483647 h 72"/>
                    <a:gd name="T26" fmla="*/ 2147483647 w 126"/>
                    <a:gd name="T27" fmla="*/ 2147483647 h 72"/>
                    <a:gd name="T28" fmla="*/ 2147483647 w 126"/>
                    <a:gd name="T29" fmla="*/ 2147483647 h 72"/>
                    <a:gd name="T30" fmla="*/ 2147483647 w 126"/>
                    <a:gd name="T31" fmla="*/ 2147483647 h 72"/>
                    <a:gd name="T32" fmla="*/ 2147483647 w 126"/>
                    <a:gd name="T33" fmla="*/ 2147483647 h 72"/>
                    <a:gd name="T34" fmla="*/ 2147483647 w 126"/>
                    <a:gd name="T35" fmla="*/ 2147483647 h 72"/>
                    <a:gd name="T36" fmla="*/ 2147483647 w 126"/>
                    <a:gd name="T37" fmla="*/ 0 h 72"/>
                    <a:gd name="T38" fmla="*/ 2147483647 w 126"/>
                    <a:gd name="T39" fmla="*/ 2147483647 h 72"/>
                    <a:gd name="T40" fmla="*/ 2147483647 w 126"/>
                    <a:gd name="T41" fmla="*/ 2147483647 h 72"/>
                    <a:gd name="T42" fmla="*/ 2147483647 w 126"/>
                    <a:gd name="T43" fmla="*/ 2147483647 h 72"/>
                    <a:gd name="T44" fmla="*/ 2147483647 w 126"/>
                    <a:gd name="T45" fmla="*/ 2147483647 h 72"/>
                    <a:gd name="T46" fmla="*/ 2147483647 w 126"/>
                    <a:gd name="T47" fmla="*/ 2147483647 h 72"/>
                    <a:gd name="T48" fmla="*/ 2147483647 w 126"/>
                    <a:gd name="T49" fmla="*/ 2147483647 h 72"/>
                    <a:gd name="T50" fmla="*/ 2147483647 w 126"/>
                    <a:gd name="T51" fmla="*/ 2147483647 h 72"/>
                    <a:gd name="T52" fmla="*/ 2147483647 w 126"/>
                    <a:gd name="T53" fmla="*/ 2147483647 h 72"/>
                    <a:gd name="T54" fmla="*/ 2147483647 w 126"/>
                    <a:gd name="T55" fmla="*/ 2147483647 h 72"/>
                    <a:gd name="T56" fmla="*/ 2147483647 w 126"/>
                    <a:gd name="T57" fmla="*/ 2147483647 h 72"/>
                    <a:gd name="T58" fmla="*/ 2147483647 w 126"/>
                    <a:gd name="T59" fmla="*/ 2147483647 h 72"/>
                    <a:gd name="T60" fmla="*/ 2147483647 w 126"/>
                    <a:gd name="T61" fmla="*/ 2147483647 h 72"/>
                    <a:gd name="T62" fmla="*/ 2147483647 w 126"/>
                    <a:gd name="T63" fmla="*/ 2147483647 h 72"/>
                    <a:gd name="T64" fmla="*/ 2147483647 w 126"/>
                    <a:gd name="T65" fmla="*/ 2147483647 h 72"/>
                    <a:gd name="T66" fmla="*/ 2147483647 w 126"/>
                    <a:gd name="T67" fmla="*/ 2147483647 h 72"/>
                    <a:gd name="T68" fmla="*/ 2147483647 w 126"/>
                    <a:gd name="T69" fmla="*/ 2147483647 h 72"/>
                    <a:gd name="T70" fmla="*/ 2147483647 w 126"/>
                    <a:gd name="T71" fmla="*/ 2147483647 h 72"/>
                    <a:gd name="T72" fmla="*/ 2147483647 w 126"/>
                    <a:gd name="T73" fmla="*/ 2147483647 h 72"/>
                    <a:gd name="T74" fmla="*/ 2147483647 w 126"/>
                    <a:gd name="T75" fmla="*/ 2147483647 h 72"/>
                    <a:gd name="T76" fmla="*/ 2147483647 w 126"/>
                    <a:gd name="T77" fmla="*/ 2147483647 h 72"/>
                    <a:gd name="T78" fmla="*/ 2147483647 w 126"/>
                    <a:gd name="T79" fmla="*/ 2147483647 h 72"/>
                    <a:gd name="T80" fmla="*/ 2147483647 w 126"/>
                    <a:gd name="T81" fmla="*/ 2147483647 h 72"/>
                    <a:gd name="T82" fmla="*/ 2147483647 w 126"/>
                    <a:gd name="T83" fmla="*/ 2147483647 h 72"/>
                    <a:gd name="T84" fmla="*/ 2147483647 w 126"/>
                    <a:gd name="T85" fmla="*/ 2147483647 h 72"/>
                    <a:gd name="T86" fmla="*/ 2147483647 w 126"/>
                    <a:gd name="T87" fmla="*/ 2147483647 h 72"/>
                    <a:gd name="T88" fmla="*/ 2147483647 w 126"/>
                    <a:gd name="T89" fmla="*/ 2147483647 h 72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126"/>
                    <a:gd name="T136" fmla="*/ 0 h 72"/>
                    <a:gd name="T137" fmla="*/ 126 w 126"/>
                    <a:gd name="T138" fmla="*/ 72 h 72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126" h="72">
                      <a:moveTo>
                        <a:pt x="12" y="60"/>
                      </a:moveTo>
                      <a:lnTo>
                        <a:pt x="20" y="58"/>
                      </a:lnTo>
                      <a:lnTo>
                        <a:pt x="28" y="56"/>
                      </a:lnTo>
                      <a:lnTo>
                        <a:pt x="36" y="52"/>
                      </a:lnTo>
                      <a:lnTo>
                        <a:pt x="42" y="44"/>
                      </a:lnTo>
                      <a:lnTo>
                        <a:pt x="32" y="40"/>
                      </a:lnTo>
                      <a:lnTo>
                        <a:pt x="20" y="32"/>
                      </a:lnTo>
                      <a:lnTo>
                        <a:pt x="16" y="36"/>
                      </a:lnTo>
                      <a:lnTo>
                        <a:pt x="6" y="34"/>
                      </a:lnTo>
                      <a:lnTo>
                        <a:pt x="0" y="32"/>
                      </a:lnTo>
                      <a:lnTo>
                        <a:pt x="2" y="28"/>
                      </a:lnTo>
                      <a:lnTo>
                        <a:pt x="6" y="20"/>
                      </a:lnTo>
                      <a:lnTo>
                        <a:pt x="6" y="8"/>
                      </a:lnTo>
                      <a:lnTo>
                        <a:pt x="18" y="6"/>
                      </a:lnTo>
                      <a:lnTo>
                        <a:pt x="24" y="8"/>
                      </a:lnTo>
                      <a:lnTo>
                        <a:pt x="30" y="10"/>
                      </a:lnTo>
                      <a:lnTo>
                        <a:pt x="38" y="12"/>
                      </a:lnTo>
                      <a:lnTo>
                        <a:pt x="38" y="4"/>
                      </a:lnTo>
                      <a:lnTo>
                        <a:pt x="48" y="0"/>
                      </a:lnTo>
                      <a:lnTo>
                        <a:pt x="56" y="2"/>
                      </a:lnTo>
                      <a:lnTo>
                        <a:pt x="62" y="4"/>
                      </a:lnTo>
                      <a:lnTo>
                        <a:pt x="68" y="6"/>
                      </a:lnTo>
                      <a:lnTo>
                        <a:pt x="86" y="6"/>
                      </a:lnTo>
                      <a:lnTo>
                        <a:pt x="100" y="6"/>
                      </a:lnTo>
                      <a:lnTo>
                        <a:pt x="112" y="6"/>
                      </a:lnTo>
                      <a:lnTo>
                        <a:pt x="126" y="12"/>
                      </a:lnTo>
                      <a:lnTo>
                        <a:pt x="122" y="18"/>
                      </a:lnTo>
                      <a:lnTo>
                        <a:pt x="118" y="24"/>
                      </a:lnTo>
                      <a:lnTo>
                        <a:pt x="114" y="30"/>
                      </a:lnTo>
                      <a:lnTo>
                        <a:pt x="106" y="36"/>
                      </a:lnTo>
                      <a:lnTo>
                        <a:pt x="100" y="42"/>
                      </a:lnTo>
                      <a:lnTo>
                        <a:pt x="88" y="50"/>
                      </a:lnTo>
                      <a:lnTo>
                        <a:pt x="76" y="52"/>
                      </a:lnTo>
                      <a:lnTo>
                        <a:pt x="68" y="52"/>
                      </a:lnTo>
                      <a:lnTo>
                        <a:pt x="60" y="56"/>
                      </a:lnTo>
                      <a:lnTo>
                        <a:pt x="56" y="58"/>
                      </a:lnTo>
                      <a:lnTo>
                        <a:pt x="50" y="64"/>
                      </a:lnTo>
                      <a:lnTo>
                        <a:pt x="50" y="68"/>
                      </a:lnTo>
                      <a:lnTo>
                        <a:pt x="44" y="72"/>
                      </a:lnTo>
                      <a:lnTo>
                        <a:pt x="38" y="72"/>
                      </a:lnTo>
                      <a:lnTo>
                        <a:pt x="30" y="72"/>
                      </a:lnTo>
                      <a:lnTo>
                        <a:pt x="24" y="70"/>
                      </a:lnTo>
                      <a:lnTo>
                        <a:pt x="18" y="70"/>
                      </a:lnTo>
                      <a:lnTo>
                        <a:pt x="10" y="70"/>
                      </a:lnTo>
                      <a:lnTo>
                        <a:pt x="12" y="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0" name="íŝļiḑè"/>
                <p:cNvSpPr/>
                <p:nvPr/>
              </p:nvSpPr>
              <p:spPr bwMode="auto">
                <a:xfrm>
                  <a:off x="5766394" y="2472219"/>
                  <a:ext cx="471007" cy="257794"/>
                </a:xfrm>
                <a:custGeom>
                  <a:avLst/>
                  <a:gdLst>
                    <a:gd name="T0" fmla="*/ 0 w 270"/>
                    <a:gd name="T1" fmla="*/ 2147483647 h 154"/>
                    <a:gd name="T2" fmla="*/ 2147483647 w 270"/>
                    <a:gd name="T3" fmla="*/ 2147483647 h 154"/>
                    <a:gd name="T4" fmla="*/ 2147483647 w 270"/>
                    <a:gd name="T5" fmla="*/ 2147483647 h 154"/>
                    <a:gd name="T6" fmla="*/ 2147483647 w 270"/>
                    <a:gd name="T7" fmla="*/ 2147483647 h 154"/>
                    <a:gd name="T8" fmla="*/ 2147483647 w 270"/>
                    <a:gd name="T9" fmla="*/ 2147483647 h 154"/>
                    <a:gd name="T10" fmla="*/ 2147483647 w 270"/>
                    <a:gd name="T11" fmla="*/ 2147483647 h 154"/>
                    <a:gd name="T12" fmla="*/ 2147483647 w 270"/>
                    <a:gd name="T13" fmla="*/ 2147483647 h 154"/>
                    <a:gd name="T14" fmla="*/ 2147483647 w 270"/>
                    <a:gd name="T15" fmla="*/ 2147483647 h 154"/>
                    <a:gd name="T16" fmla="*/ 2147483647 w 270"/>
                    <a:gd name="T17" fmla="*/ 2147483647 h 154"/>
                    <a:gd name="T18" fmla="*/ 2147483647 w 270"/>
                    <a:gd name="T19" fmla="*/ 2147483647 h 154"/>
                    <a:gd name="T20" fmla="*/ 2147483647 w 270"/>
                    <a:gd name="T21" fmla="*/ 2147483647 h 154"/>
                    <a:gd name="T22" fmla="*/ 2147483647 w 270"/>
                    <a:gd name="T23" fmla="*/ 2147483647 h 154"/>
                    <a:gd name="T24" fmla="*/ 2147483647 w 270"/>
                    <a:gd name="T25" fmla="*/ 2147483647 h 154"/>
                    <a:gd name="T26" fmla="*/ 2147483647 w 270"/>
                    <a:gd name="T27" fmla="*/ 2147483647 h 154"/>
                    <a:gd name="T28" fmla="*/ 2147483647 w 270"/>
                    <a:gd name="T29" fmla="*/ 2147483647 h 154"/>
                    <a:gd name="T30" fmla="*/ 2147483647 w 270"/>
                    <a:gd name="T31" fmla="*/ 2147483647 h 154"/>
                    <a:gd name="T32" fmla="*/ 2147483647 w 270"/>
                    <a:gd name="T33" fmla="*/ 2147483647 h 154"/>
                    <a:gd name="T34" fmla="*/ 2147483647 w 270"/>
                    <a:gd name="T35" fmla="*/ 2147483647 h 154"/>
                    <a:gd name="T36" fmla="*/ 2147483647 w 270"/>
                    <a:gd name="T37" fmla="*/ 2147483647 h 154"/>
                    <a:gd name="T38" fmla="*/ 2147483647 w 270"/>
                    <a:gd name="T39" fmla="*/ 2147483647 h 154"/>
                    <a:gd name="T40" fmla="*/ 2147483647 w 270"/>
                    <a:gd name="T41" fmla="*/ 2147483647 h 154"/>
                    <a:gd name="T42" fmla="*/ 2147483647 w 270"/>
                    <a:gd name="T43" fmla="*/ 2147483647 h 154"/>
                    <a:gd name="T44" fmla="*/ 2147483647 w 270"/>
                    <a:gd name="T45" fmla="*/ 2147483647 h 154"/>
                    <a:gd name="T46" fmla="*/ 2147483647 w 270"/>
                    <a:gd name="T47" fmla="*/ 2147483647 h 154"/>
                    <a:gd name="T48" fmla="*/ 2147483647 w 270"/>
                    <a:gd name="T49" fmla="*/ 2147483647 h 154"/>
                    <a:gd name="T50" fmla="*/ 2147483647 w 270"/>
                    <a:gd name="T51" fmla="*/ 2147483647 h 154"/>
                    <a:gd name="T52" fmla="*/ 2147483647 w 270"/>
                    <a:gd name="T53" fmla="*/ 2147483647 h 154"/>
                    <a:gd name="T54" fmla="*/ 2147483647 w 270"/>
                    <a:gd name="T55" fmla="*/ 2147483647 h 154"/>
                    <a:gd name="T56" fmla="*/ 2147483647 w 270"/>
                    <a:gd name="T57" fmla="*/ 2147483647 h 154"/>
                    <a:gd name="T58" fmla="*/ 2147483647 w 270"/>
                    <a:gd name="T59" fmla="*/ 2147483647 h 154"/>
                    <a:gd name="T60" fmla="*/ 2147483647 w 270"/>
                    <a:gd name="T61" fmla="*/ 2147483647 h 154"/>
                    <a:gd name="T62" fmla="*/ 2147483647 w 270"/>
                    <a:gd name="T63" fmla="*/ 2147483647 h 154"/>
                    <a:gd name="T64" fmla="*/ 2147483647 w 270"/>
                    <a:gd name="T65" fmla="*/ 2147483647 h 154"/>
                    <a:gd name="T66" fmla="*/ 2147483647 w 270"/>
                    <a:gd name="T67" fmla="*/ 2147483647 h 154"/>
                    <a:gd name="T68" fmla="*/ 2147483647 w 270"/>
                    <a:gd name="T69" fmla="*/ 2147483647 h 154"/>
                    <a:gd name="T70" fmla="*/ 2147483647 w 270"/>
                    <a:gd name="T71" fmla="*/ 2147483647 h 154"/>
                    <a:gd name="T72" fmla="*/ 2147483647 w 270"/>
                    <a:gd name="T73" fmla="*/ 2147483647 h 154"/>
                    <a:gd name="T74" fmla="*/ 2147483647 w 270"/>
                    <a:gd name="T75" fmla="*/ 2147483647 h 154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70"/>
                    <a:gd name="T115" fmla="*/ 0 h 154"/>
                    <a:gd name="T116" fmla="*/ 270 w 270"/>
                    <a:gd name="T117" fmla="*/ 154 h 154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70" h="154">
                      <a:moveTo>
                        <a:pt x="10" y="76"/>
                      </a:moveTo>
                      <a:lnTo>
                        <a:pt x="0" y="10"/>
                      </a:lnTo>
                      <a:lnTo>
                        <a:pt x="34" y="0"/>
                      </a:lnTo>
                      <a:lnTo>
                        <a:pt x="74" y="18"/>
                      </a:lnTo>
                      <a:lnTo>
                        <a:pt x="92" y="40"/>
                      </a:lnTo>
                      <a:lnTo>
                        <a:pt x="110" y="38"/>
                      </a:lnTo>
                      <a:lnTo>
                        <a:pt x="124" y="36"/>
                      </a:lnTo>
                      <a:lnTo>
                        <a:pt x="136" y="36"/>
                      </a:lnTo>
                      <a:lnTo>
                        <a:pt x="146" y="44"/>
                      </a:lnTo>
                      <a:lnTo>
                        <a:pt x="152" y="50"/>
                      </a:lnTo>
                      <a:lnTo>
                        <a:pt x="158" y="56"/>
                      </a:lnTo>
                      <a:lnTo>
                        <a:pt x="160" y="62"/>
                      </a:lnTo>
                      <a:lnTo>
                        <a:pt x="162" y="66"/>
                      </a:lnTo>
                      <a:lnTo>
                        <a:pt x="170" y="68"/>
                      </a:lnTo>
                      <a:lnTo>
                        <a:pt x="174" y="82"/>
                      </a:lnTo>
                      <a:lnTo>
                        <a:pt x="194" y="82"/>
                      </a:lnTo>
                      <a:lnTo>
                        <a:pt x="196" y="90"/>
                      </a:lnTo>
                      <a:lnTo>
                        <a:pt x="202" y="92"/>
                      </a:lnTo>
                      <a:lnTo>
                        <a:pt x="208" y="82"/>
                      </a:lnTo>
                      <a:lnTo>
                        <a:pt x="214" y="74"/>
                      </a:lnTo>
                      <a:lnTo>
                        <a:pt x="218" y="72"/>
                      </a:lnTo>
                      <a:lnTo>
                        <a:pt x="228" y="64"/>
                      </a:lnTo>
                      <a:lnTo>
                        <a:pt x="234" y="64"/>
                      </a:lnTo>
                      <a:lnTo>
                        <a:pt x="230" y="72"/>
                      </a:lnTo>
                      <a:lnTo>
                        <a:pt x="228" y="76"/>
                      </a:lnTo>
                      <a:lnTo>
                        <a:pt x="232" y="78"/>
                      </a:lnTo>
                      <a:lnTo>
                        <a:pt x="234" y="78"/>
                      </a:lnTo>
                      <a:lnTo>
                        <a:pt x="244" y="80"/>
                      </a:lnTo>
                      <a:lnTo>
                        <a:pt x="248" y="76"/>
                      </a:lnTo>
                      <a:lnTo>
                        <a:pt x="260" y="84"/>
                      </a:lnTo>
                      <a:lnTo>
                        <a:pt x="270" y="88"/>
                      </a:lnTo>
                      <a:lnTo>
                        <a:pt x="264" y="96"/>
                      </a:lnTo>
                      <a:lnTo>
                        <a:pt x="254" y="100"/>
                      </a:lnTo>
                      <a:lnTo>
                        <a:pt x="240" y="104"/>
                      </a:lnTo>
                      <a:lnTo>
                        <a:pt x="234" y="102"/>
                      </a:lnTo>
                      <a:lnTo>
                        <a:pt x="226" y="102"/>
                      </a:lnTo>
                      <a:lnTo>
                        <a:pt x="238" y="96"/>
                      </a:lnTo>
                      <a:lnTo>
                        <a:pt x="238" y="92"/>
                      </a:lnTo>
                      <a:lnTo>
                        <a:pt x="230" y="86"/>
                      </a:lnTo>
                      <a:lnTo>
                        <a:pt x="226" y="92"/>
                      </a:lnTo>
                      <a:lnTo>
                        <a:pt x="216" y="90"/>
                      </a:lnTo>
                      <a:lnTo>
                        <a:pt x="216" y="100"/>
                      </a:lnTo>
                      <a:lnTo>
                        <a:pt x="210" y="102"/>
                      </a:lnTo>
                      <a:lnTo>
                        <a:pt x="208" y="112"/>
                      </a:lnTo>
                      <a:lnTo>
                        <a:pt x="194" y="112"/>
                      </a:lnTo>
                      <a:lnTo>
                        <a:pt x="194" y="118"/>
                      </a:lnTo>
                      <a:lnTo>
                        <a:pt x="196" y="120"/>
                      </a:lnTo>
                      <a:lnTo>
                        <a:pt x="200" y="124"/>
                      </a:lnTo>
                      <a:lnTo>
                        <a:pt x="206" y="128"/>
                      </a:lnTo>
                      <a:lnTo>
                        <a:pt x="210" y="132"/>
                      </a:lnTo>
                      <a:lnTo>
                        <a:pt x="210" y="142"/>
                      </a:lnTo>
                      <a:lnTo>
                        <a:pt x="206" y="152"/>
                      </a:lnTo>
                      <a:lnTo>
                        <a:pt x="200" y="154"/>
                      </a:lnTo>
                      <a:lnTo>
                        <a:pt x="190" y="152"/>
                      </a:lnTo>
                      <a:lnTo>
                        <a:pt x="188" y="142"/>
                      </a:lnTo>
                      <a:lnTo>
                        <a:pt x="182" y="138"/>
                      </a:lnTo>
                      <a:lnTo>
                        <a:pt x="176" y="138"/>
                      </a:lnTo>
                      <a:lnTo>
                        <a:pt x="164" y="134"/>
                      </a:lnTo>
                      <a:lnTo>
                        <a:pt x="152" y="124"/>
                      </a:lnTo>
                      <a:lnTo>
                        <a:pt x="140" y="122"/>
                      </a:lnTo>
                      <a:lnTo>
                        <a:pt x="130" y="114"/>
                      </a:lnTo>
                      <a:lnTo>
                        <a:pt x="118" y="106"/>
                      </a:lnTo>
                      <a:lnTo>
                        <a:pt x="110" y="96"/>
                      </a:lnTo>
                      <a:lnTo>
                        <a:pt x="104" y="88"/>
                      </a:lnTo>
                      <a:lnTo>
                        <a:pt x="100" y="82"/>
                      </a:lnTo>
                      <a:lnTo>
                        <a:pt x="80" y="82"/>
                      </a:lnTo>
                      <a:lnTo>
                        <a:pt x="74" y="80"/>
                      </a:lnTo>
                      <a:lnTo>
                        <a:pt x="72" y="72"/>
                      </a:lnTo>
                      <a:lnTo>
                        <a:pt x="70" y="66"/>
                      </a:lnTo>
                      <a:lnTo>
                        <a:pt x="64" y="60"/>
                      </a:lnTo>
                      <a:lnTo>
                        <a:pt x="48" y="54"/>
                      </a:lnTo>
                      <a:lnTo>
                        <a:pt x="38" y="58"/>
                      </a:lnTo>
                      <a:lnTo>
                        <a:pt x="26" y="68"/>
                      </a:lnTo>
                      <a:lnTo>
                        <a:pt x="26" y="74"/>
                      </a:lnTo>
                      <a:lnTo>
                        <a:pt x="26" y="78"/>
                      </a:lnTo>
                      <a:lnTo>
                        <a:pt x="10" y="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1" name="iś1îḍê"/>
                <p:cNvSpPr/>
                <p:nvPr/>
              </p:nvSpPr>
              <p:spPr bwMode="auto">
                <a:xfrm>
                  <a:off x="5500592" y="2175195"/>
                  <a:ext cx="997104" cy="449739"/>
                </a:xfrm>
                <a:custGeom>
                  <a:avLst/>
                  <a:gdLst>
                    <a:gd name="T0" fmla="*/ 2147483647 w 570"/>
                    <a:gd name="T1" fmla="*/ 2147483647 h 270"/>
                    <a:gd name="T2" fmla="*/ 2147483647 w 570"/>
                    <a:gd name="T3" fmla="*/ 2147483647 h 270"/>
                    <a:gd name="T4" fmla="*/ 2147483647 w 570"/>
                    <a:gd name="T5" fmla="*/ 2147483647 h 270"/>
                    <a:gd name="T6" fmla="*/ 2147483647 w 570"/>
                    <a:gd name="T7" fmla="*/ 2147483647 h 270"/>
                    <a:gd name="T8" fmla="*/ 2147483647 w 570"/>
                    <a:gd name="T9" fmla="*/ 2147483647 h 270"/>
                    <a:gd name="T10" fmla="*/ 2147483647 w 570"/>
                    <a:gd name="T11" fmla="*/ 2147483647 h 270"/>
                    <a:gd name="T12" fmla="*/ 2147483647 w 570"/>
                    <a:gd name="T13" fmla="*/ 2147483647 h 270"/>
                    <a:gd name="T14" fmla="*/ 2147483647 w 570"/>
                    <a:gd name="T15" fmla="*/ 2147483647 h 270"/>
                    <a:gd name="T16" fmla="*/ 2147483647 w 570"/>
                    <a:gd name="T17" fmla="*/ 2147483647 h 270"/>
                    <a:gd name="T18" fmla="*/ 2147483647 w 570"/>
                    <a:gd name="T19" fmla="*/ 2147483647 h 270"/>
                    <a:gd name="T20" fmla="*/ 0 w 570"/>
                    <a:gd name="T21" fmla="*/ 2147483647 h 270"/>
                    <a:gd name="T22" fmla="*/ 2147483647 w 570"/>
                    <a:gd name="T23" fmla="*/ 2147483647 h 270"/>
                    <a:gd name="T24" fmla="*/ 2147483647 w 570"/>
                    <a:gd name="T25" fmla="*/ 2147483647 h 270"/>
                    <a:gd name="T26" fmla="*/ 2147483647 w 570"/>
                    <a:gd name="T27" fmla="*/ 2147483647 h 270"/>
                    <a:gd name="T28" fmla="*/ 2147483647 w 570"/>
                    <a:gd name="T29" fmla="*/ 2147483647 h 270"/>
                    <a:gd name="T30" fmla="*/ 2147483647 w 570"/>
                    <a:gd name="T31" fmla="*/ 2147483647 h 270"/>
                    <a:gd name="T32" fmla="*/ 2147483647 w 570"/>
                    <a:gd name="T33" fmla="*/ 2147483647 h 270"/>
                    <a:gd name="T34" fmla="*/ 2147483647 w 570"/>
                    <a:gd name="T35" fmla="*/ 2147483647 h 270"/>
                    <a:gd name="T36" fmla="*/ 2147483647 w 570"/>
                    <a:gd name="T37" fmla="*/ 2147483647 h 270"/>
                    <a:gd name="T38" fmla="*/ 2147483647 w 570"/>
                    <a:gd name="T39" fmla="*/ 2147483647 h 270"/>
                    <a:gd name="T40" fmla="*/ 2147483647 w 570"/>
                    <a:gd name="T41" fmla="*/ 2147483647 h 270"/>
                    <a:gd name="T42" fmla="*/ 2147483647 w 570"/>
                    <a:gd name="T43" fmla="*/ 2147483647 h 270"/>
                    <a:gd name="T44" fmla="*/ 2147483647 w 570"/>
                    <a:gd name="T45" fmla="*/ 2147483647 h 270"/>
                    <a:gd name="T46" fmla="*/ 2147483647 w 570"/>
                    <a:gd name="T47" fmla="*/ 2147483647 h 270"/>
                    <a:gd name="T48" fmla="*/ 2147483647 w 570"/>
                    <a:gd name="T49" fmla="*/ 2147483647 h 270"/>
                    <a:gd name="T50" fmla="*/ 2147483647 w 570"/>
                    <a:gd name="T51" fmla="*/ 2147483647 h 270"/>
                    <a:gd name="T52" fmla="*/ 2147483647 w 570"/>
                    <a:gd name="T53" fmla="*/ 2147483647 h 270"/>
                    <a:gd name="T54" fmla="*/ 2147483647 w 570"/>
                    <a:gd name="T55" fmla="*/ 2147483647 h 270"/>
                    <a:gd name="T56" fmla="*/ 2147483647 w 570"/>
                    <a:gd name="T57" fmla="*/ 2147483647 h 270"/>
                    <a:gd name="T58" fmla="*/ 2147483647 w 570"/>
                    <a:gd name="T59" fmla="*/ 2147483647 h 270"/>
                    <a:gd name="T60" fmla="*/ 2147483647 w 570"/>
                    <a:gd name="T61" fmla="*/ 2147483647 h 270"/>
                    <a:gd name="T62" fmla="*/ 2147483647 w 570"/>
                    <a:gd name="T63" fmla="*/ 2147483647 h 270"/>
                    <a:gd name="T64" fmla="*/ 2147483647 w 570"/>
                    <a:gd name="T65" fmla="*/ 2147483647 h 270"/>
                    <a:gd name="T66" fmla="*/ 2147483647 w 570"/>
                    <a:gd name="T67" fmla="*/ 2147483647 h 270"/>
                    <a:gd name="T68" fmla="*/ 2147483647 w 570"/>
                    <a:gd name="T69" fmla="*/ 2147483647 h 270"/>
                    <a:gd name="T70" fmla="*/ 2147483647 w 570"/>
                    <a:gd name="T71" fmla="*/ 2147483647 h 270"/>
                    <a:gd name="T72" fmla="*/ 2147483647 w 570"/>
                    <a:gd name="T73" fmla="*/ 2147483647 h 270"/>
                    <a:gd name="T74" fmla="*/ 2147483647 w 570"/>
                    <a:gd name="T75" fmla="*/ 2147483647 h 270"/>
                    <a:gd name="T76" fmla="*/ 2147483647 w 570"/>
                    <a:gd name="T77" fmla="*/ 2147483647 h 270"/>
                    <a:gd name="T78" fmla="*/ 2147483647 w 570"/>
                    <a:gd name="T79" fmla="*/ 2147483647 h 270"/>
                    <a:gd name="T80" fmla="*/ 2147483647 w 570"/>
                    <a:gd name="T81" fmla="*/ 2147483647 h 270"/>
                    <a:gd name="T82" fmla="*/ 2147483647 w 570"/>
                    <a:gd name="T83" fmla="*/ 2147483647 h 270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570"/>
                    <a:gd name="T127" fmla="*/ 0 h 270"/>
                    <a:gd name="T128" fmla="*/ 570 w 570"/>
                    <a:gd name="T129" fmla="*/ 270 h 270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570" h="270">
                      <a:moveTo>
                        <a:pt x="118" y="238"/>
                      </a:moveTo>
                      <a:lnTo>
                        <a:pt x="110" y="240"/>
                      </a:lnTo>
                      <a:lnTo>
                        <a:pt x="108" y="248"/>
                      </a:lnTo>
                      <a:lnTo>
                        <a:pt x="108" y="252"/>
                      </a:lnTo>
                      <a:lnTo>
                        <a:pt x="104" y="248"/>
                      </a:lnTo>
                      <a:lnTo>
                        <a:pt x="102" y="236"/>
                      </a:lnTo>
                      <a:lnTo>
                        <a:pt x="102" y="230"/>
                      </a:lnTo>
                      <a:lnTo>
                        <a:pt x="92" y="224"/>
                      </a:lnTo>
                      <a:lnTo>
                        <a:pt x="84" y="222"/>
                      </a:lnTo>
                      <a:lnTo>
                        <a:pt x="72" y="210"/>
                      </a:lnTo>
                      <a:lnTo>
                        <a:pt x="62" y="200"/>
                      </a:lnTo>
                      <a:lnTo>
                        <a:pt x="58" y="194"/>
                      </a:lnTo>
                      <a:lnTo>
                        <a:pt x="64" y="194"/>
                      </a:lnTo>
                      <a:lnTo>
                        <a:pt x="76" y="196"/>
                      </a:lnTo>
                      <a:lnTo>
                        <a:pt x="70" y="184"/>
                      </a:lnTo>
                      <a:lnTo>
                        <a:pt x="82" y="182"/>
                      </a:lnTo>
                      <a:lnTo>
                        <a:pt x="94" y="182"/>
                      </a:lnTo>
                      <a:lnTo>
                        <a:pt x="92" y="168"/>
                      </a:lnTo>
                      <a:lnTo>
                        <a:pt x="92" y="158"/>
                      </a:lnTo>
                      <a:lnTo>
                        <a:pt x="88" y="152"/>
                      </a:lnTo>
                      <a:lnTo>
                        <a:pt x="80" y="152"/>
                      </a:lnTo>
                      <a:lnTo>
                        <a:pt x="74" y="156"/>
                      </a:lnTo>
                      <a:lnTo>
                        <a:pt x="70" y="154"/>
                      </a:lnTo>
                      <a:lnTo>
                        <a:pt x="64" y="152"/>
                      </a:lnTo>
                      <a:lnTo>
                        <a:pt x="52" y="152"/>
                      </a:lnTo>
                      <a:lnTo>
                        <a:pt x="42" y="162"/>
                      </a:lnTo>
                      <a:lnTo>
                        <a:pt x="36" y="152"/>
                      </a:lnTo>
                      <a:lnTo>
                        <a:pt x="24" y="136"/>
                      </a:lnTo>
                      <a:lnTo>
                        <a:pt x="10" y="136"/>
                      </a:lnTo>
                      <a:lnTo>
                        <a:pt x="10" y="126"/>
                      </a:lnTo>
                      <a:lnTo>
                        <a:pt x="4" y="128"/>
                      </a:lnTo>
                      <a:lnTo>
                        <a:pt x="0" y="128"/>
                      </a:lnTo>
                      <a:lnTo>
                        <a:pt x="0" y="126"/>
                      </a:lnTo>
                      <a:lnTo>
                        <a:pt x="0" y="110"/>
                      </a:lnTo>
                      <a:lnTo>
                        <a:pt x="0" y="96"/>
                      </a:lnTo>
                      <a:lnTo>
                        <a:pt x="10" y="88"/>
                      </a:lnTo>
                      <a:lnTo>
                        <a:pt x="18" y="98"/>
                      </a:lnTo>
                      <a:lnTo>
                        <a:pt x="26" y="94"/>
                      </a:lnTo>
                      <a:lnTo>
                        <a:pt x="24" y="82"/>
                      </a:lnTo>
                      <a:lnTo>
                        <a:pt x="48" y="62"/>
                      </a:lnTo>
                      <a:lnTo>
                        <a:pt x="68" y="66"/>
                      </a:lnTo>
                      <a:lnTo>
                        <a:pt x="86" y="72"/>
                      </a:lnTo>
                      <a:lnTo>
                        <a:pt x="102" y="84"/>
                      </a:lnTo>
                      <a:lnTo>
                        <a:pt x="110" y="82"/>
                      </a:lnTo>
                      <a:lnTo>
                        <a:pt x="122" y="86"/>
                      </a:lnTo>
                      <a:lnTo>
                        <a:pt x="128" y="78"/>
                      </a:lnTo>
                      <a:lnTo>
                        <a:pt x="160" y="78"/>
                      </a:lnTo>
                      <a:lnTo>
                        <a:pt x="170" y="86"/>
                      </a:lnTo>
                      <a:lnTo>
                        <a:pt x="176" y="86"/>
                      </a:lnTo>
                      <a:lnTo>
                        <a:pt x="186" y="84"/>
                      </a:lnTo>
                      <a:lnTo>
                        <a:pt x="202" y="84"/>
                      </a:lnTo>
                      <a:lnTo>
                        <a:pt x="204" y="70"/>
                      </a:lnTo>
                      <a:lnTo>
                        <a:pt x="180" y="62"/>
                      </a:lnTo>
                      <a:lnTo>
                        <a:pt x="184" y="56"/>
                      </a:lnTo>
                      <a:lnTo>
                        <a:pt x="186" y="44"/>
                      </a:lnTo>
                      <a:lnTo>
                        <a:pt x="200" y="42"/>
                      </a:lnTo>
                      <a:lnTo>
                        <a:pt x="188" y="36"/>
                      </a:lnTo>
                      <a:lnTo>
                        <a:pt x="182" y="26"/>
                      </a:lnTo>
                      <a:lnTo>
                        <a:pt x="204" y="24"/>
                      </a:lnTo>
                      <a:lnTo>
                        <a:pt x="270" y="10"/>
                      </a:lnTo>
                      <a:lnTo>
                        <a:pt x="280" y="0"/>
                      </a:lnTo>
                      <a:lnTo>
                        <a:pt x="308" y="4"/>
                      </a:lnTo>
                      <a:lnTo>
                        <a:pt x="320" y="22"/>
                      </a:lnTo>
                      <a:lnTo>
                        <a:pt x="354" y="26"/>
                      </a:lnTo>
                      <a:lnTo>
                        <a:pt x="352" y="32"/>
                      </a:lnTo>
                      <a:lnTo>
                        <a:pt x="370" y="32"/>
                      </a:lnTo>
                      <a:lnTo>
                        <a:pt x="388" y="18"/>
                      </a:lnTo>
                      <a:lnTo>
                        <a:pt x="396" y="18"/>
                      </a:lnTo>
                      <a:lnTo>
                        <a:pt x="396" y="28"/>
                      </a:lnTo>
                      <a:lnTo>
                        <a:pt x="412" y="34"/>
                      </a:lnTo>
                      <a:lnTo>
                        <a:pt x="464" y="82"/>
                      </a:lnTo>
                      <a:lnTo>
                        <a:pt x="472" y="84"/>
                      </a:lnTo>
                      <a:lnTo>
                        <a:pt x="472" y="74"/>
                      </a:lnTo>
                      <a:lnTo>
                        <a:pt x="484" y="76"/>
                      </a:lnTo>
                      <a:lnTo>
                        <a:pt x="486" y="84"/>
                      </a:lnTo>
                      <a:lnTo>
                        <a:pt x="506" y="86"/>
                      </a:lnTo>
                      <a:lnTo>
                        <a:pt x="510" y="78"/>
                      </a:lnTo>
                      <a:lnTo>
                        <a:pt x="534" y="94"/>
                      </a:lnTo>
                      <a:lnTo>
                        <a:pt x="550" y="104"/>
                      </a:lnTo>
                      <a:lnTo>
                        <a:pt x="570" y="108"/>
                      </a:lnTo>
                      <a:lnTo>
                        <a:pt x="564" y="112"/>
                      </a:lnTo>
                      <a:lnTo>
                        <a:pt x="562" y="116"/>
                      </a:lnTo>
                      <a:lnTo>
                        <a:pt x="558" y="120"/>
                      </a:lnTo>
                      <a:lnTo>
                        <a:pt x="544" y="130"/>
                      </a:lnTo>
                      <a:lnTo>
                        <a:pt x="556" y="144"/>
                      </a:lnTo>
                      <a:lnTo>
                        <a:pt x="548" y="152"/>
                      </a:lnTo>
                      <a:lnTo>
                        <a:pt x="540" y="154"/>
                      </a:lnTo>
                      <a:lnTo>
                        <a:pt x="532" y="152"/>
                      </a:lnTo>
                      <a:lnTo>
                        <a:pt x="518" y="148"/>
                      </a:lnTo>
                      <a:lnTo>
                        <a:pt x="522" y="160"/>
                      </a:lnTo>
                      <a:lnTo>
                        <a:pt x="522" y="176"/>
                      </a:lnTo>
                      <a:lnTo>
                        <a:pt x="520" y="184"/>
                      </a:lnTo>
                      <a:lnTo>
                        <a:pt x="510" y="186"/>
                      </a:lnTo>
                      <a:lnTo>
                        <a:pt x="498" y="182"/>
                      </a:lnTo>
                      <a:lnTo>
                        <a:pt x="500" y="190"/>
                      </a:lnTo>
                      <a:lnTo>
                        <a:pt x="510" y="210"/>
                      </a:lnTo>
                      <a:lnTo>
                        <a:pt x="512" y="224"/>
                      </a:lnTo>
                      <a:lnTo>
                        <a:pt x="506" y="234"/>
                      </a:lnTo>
                      <a:lnTo>
                        <a:pt x="492" y="228"/>
                      </a:lnTo>
                      <a:lnTo>
                        <a:pt x="480" y="228"/>
                      </a:lnTo>
                      <a:lnTo>
                        <a:pt x="460" y="228"/>
                      </a:lnTo>
                      <a:lnTo>
                        <a:pt x="448" y="228"/>
                      </a:lnTo>
                      <a:lnTo>
                        <a:pt x="428" y="222"/>
                      </a:lnTo>
                      <a:lnTo>
                        <a:pt x="418" y="226"/>
                      </a:lnTo>
                      <a:lnTo>
                        <a:pt x="418" y="234"/>
                      </a:lnTo>
                      <a:lnTo>
                        <a:pt x="398" y="228"/>
                      </a:lnTo>
                      <a:lnTo>
                        <a:pt x="386" y="230"/>
                      </a:lnTo>
                      <a:lnTo>
                        <a:pt x="386" y="242"/>
                      </a:lnTo>
                      <a:lnTo>
                        <a:pt x="380" y="242"/>
                      </a:lnTo>
                      <a:lnTo>
                        <a:pt x="360" y="260"/>
                      </a:lnTo>
                      <a:lnTo>
                        <a:pt x="358" y="264"/>
                      </a:lnTo>
                      <a:lnTo>
                        <a:pt x="354" y="270"/>
                      </a:lnTo>
                      <a:lnTo>
                        <a:pt x="348" y="268"/>
                      </a:lnTo>
                      <a:lnTo>
                        <a:pt x="346" y="260"/>
                      </a:lnTo>
                      <a:lnTo>
                        <a:pt x="326" y="260"/>
                      </a:lnTo>
                      <a:lnTo>
                        <a:pt x="322" y="246"/>
                      </a:lnTo>
                      <a:lnTo>
                        <a:pt x="314" y="244"/>
                      </a:lnTo>
                      <a:lnTo>
                        <a:pt x="310" y="234"/>
                      </a:lnTo>
                      <a:lnTo>
                        <a:pt x="288" y="214"/>
                      </a:lnTo>
                      <a:lnTo>
                        <a:pt x="244" y="218"/>
                      </a:lnTo>
                      <a:lnTo>
                        <a:pt x="226" y="196"/>
                      </a:lnTo>
                      <a:lnTo>
                        <a:pt x="186" y="178"/>
                      </a:lnTo>
                      <a:lnTo>
                        <a:pt x="152" y="188"/>
                      </a:lnTo>
                      <a:lnTo>
                        <a:pt x="162" y="254"/>
                      </a:lnTo>
                      <a:lnTo>
                        <a:pt x="154" y="254"/>
                      </a:lnTo>
                      <a:lnTo>
                        <a:pt x="140" y="242"/>
                      </a:lnTo>
                      <a:lnTo>
                        <a:pt x="130" y="238"/>
                      </a:lnTo>
                      <a:lnTo>
                        <a:pt x="118" y="2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2" name="íṥļîḑé"/>
                <p:cNvSpPr/>
                <p:nvPr/>
              </p:nvSpPr>
              <p:spPr bwMode="auto">
                <a:xfrm>
                  <a:off x="5500592" y="2652955"/>
                  <a:ext cx="41317" cy="22417"/>
                </a:xfrm>
                <a:custGeom>
                  <a:avLst/>
                  <a:gdLst>
                    <a:gd name="T0" fmla="*/ 0 w 24"/>
                    <a:gd name="T1" fmla="*/ 2147483647 h 14"/>
                    <a:gd name="T2" fmla="*/ 2147483647 w 24"/>
                    <a:gd name="T3" fmla="*/ 0 h 14"/>
                    <a:gd name="T4" fmla="*/ 2147483647 w 24"/>
                    <a:gd name="T5" fmla="*/ 2147483647 h 14"/>
                    <a:gd name="T6" fmla="*/ 2147483647 w 24"/>
                    <a:gd name="T7" fmla="*/ 2147483647 h 14"/>
                    <a:gd name="T8" fmla="*/ 2147483647 w 24"/>
                    <a:gd name="T9" fmla="*/ 2147483647 h 14"/>
                    <a:gd name="T10" fmla="*/ 2147483647 w 24"/>
                    <a:gd name="T11" fmla="*/ 2147483647 h 14"/>
                    <a:gd name="T12" fmla="*/ 2147483647 w 24"/>
                    <a:gd name="T13" fmla="*/ 2147483647 h 14"/>
                    <a:gd name="T14" fmla="*/ 0 w 24"/>
                    <a:gd name="T15" fmla="*/ 2147483647 h 1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4"/>
                    <a:gd name="T25" fmla="*/ 0 h 14"/>
                    <a:gd name="T26" fmla="*/ 24 w 24"/>
                    <a:gd name="T27" fmla="*/ 14 h 1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4" h="14">
                      <a:moveTo>
                        <a:pt x="0" y="2"/>
                      </a:moveTo>
                      <a:lnTo>
                        <a:pt x="8" y="0"/>
                      </a:lnTo>
                      <a:lnTo>
                        <a:pt x="18" y="8"/>
                      </a:lnTo>
                      <a:lnTo>
                        <a:pt x="24" y="12"/>
                      </a:lnTo>
                      <a:lnTo>
                        <a:pt x="16" y="14"/>
                      </a:lnTo>
                      <a:lnTo>
                        <a:pt x="12" y="14"/>
                      </a:lnTo>
                      <a:lnTo>
                        <a:pt x="6" y="1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3" name="ïṣľîďê"/>
                <p:cNvSpPr/>
                <p:nvPr/>
              </p:nvSpPr>
              <p:spPr bwMode="auto">
                <a:xfrm>
                  <a:off x="4920784" y="1590953"/>
                  <a:ext cx="3437531" cy="1008761"/>
                </a:xfrm>
                <a:custGeom>
                  <a:avLst/>
                  <a:gdLst>
                    <a:gd name="T0" fmla="*/ 2147483647 w 1968"/>
                    <a:gd name="T1" fmla="*/ 2147483647 h 606"/>
                    <a:gd name="T2" fmla="*/ 2147483647 w 1968"/>
                    <a:gd name="T3" fmla="*/ 2147483647 h 606"/>
                    <a:gd name="T4" fmla="*/ 2147483647 w 1968"/>
                    <a:gd name="T5" fmla="*/ 2147483647 h 606"/>
                    <a:gd name="T6" fmla="*/ 2147483647 w 1968"/>
                    <a:gd name="T7" fmla="*/ 2147483647 h 606"/>
                    <a:gd name="T8" fmla="*/ 2147483647 w 1968"/>
                    <a:gd name="T9" fmla="*/ 2147483647 h 606"/>
                    <a:gd name="T10" fmla="*/ 2147483647 w 1968"/>
                    <a:gd name="T11" fmla="*/ 2147483647 h 606"/>
                    <a:gd name="T12" fmla="*/ 2147483647 w 1968"/>
                    <a:gd name="T13" fmla="*/ 2147483647 h 606"/>
                    <a:gd name="T14" fmla="*/ 2147483647 w 1968"/>
                    <a:gd name="T15" fmla="*/ 2147483647 h 606"/>
                    <a:gd name="T16" fmla="*/ 2147483647 w 1968"/>
                    <a:gd name="T17" fmla="*/ 2147483647 h 606"/>
                    <a:gd name="T18" fmla="*/ 2147483647 w 1968"/>
                    <a:gd name="T19" fmla="*/ 2147483647 h 606"/>
                    <a:gd name="T20" fmla="*/ 2147483647 w 1968"/>
                    <a:gd name="T21" fmla="*/ 2147483647 h 606"/>
                    <a:gd name="T22" fmla="*/ 2147483647 w 1968"/>
                    <a:gd name="T23" fmla="*/ 2147483647 h 606"/>
                    <a:gd name="T24" fmla="*/ 2147483647 w 1968"/>
                    <a:gd name="T25" fmla="*/ 2147483647 h 606"/>
                    <a:gd name="T26" fmla="*/ 2147483647 w 1968"/>
                    <a:gd name="T27" fmla="*/ 2147483647 h 606"/>
                    <a:gd name="T28" fmla="*/ 2147483647 w 1968"/>
                    <a:gd name="T29" fmla="*/ 2147483647 h 606"/>
                    <a:gd name="T30" fmla="*/ 2147483647 w 1968"/>
                    <a:gd name="T31" fmla="*/ 2147483647 h 606"/>
                    <a:gd name="T32" fmla="*/ 2147483647 w 1968"/>
                    <a:gd name="T33" fmla="*/ 2147483647 h 606"/>
                    <a:gd name="T34" fmla="*/ 2147483647 w 1968"/>
                    <a:gd name="T35" fmla="*/ 2147483647 h 606"/>
                    <a:gd name="T36" fmla="*/ 2147483647 w 1968"/>
                    <a:gd name="T37" fmla="*/ 2147483647 h 606"/>
                    <a:gd name="T38" fmla="*/ 2147483647 w 1968"/>
                    <a:gd name="T39" fmla="*/ 2147483647 h 606"/>
                    <a:gd name="T40" fmla="*/ 2147483647 w 1968"/>
                    <a:gd name="T41" fmla="*/ 2147483647 h 606"/>
                    <a:gd name="T42" fmla="*/ 2147483647 w 1968"/>
                    <a:gd name="T43" fmla="*/ 2147483647 h 606"/>
                    <a:gd name="T44" fmla="*/ 2147483647 w 1968"/>
                    <a:gd name="T45" fmla="*/ 2147483647 h 606"/>
                    <a:gd name="T46" fmla="*/ 2147483647 w 1968"/>
                    <a:gd name="T47" fmla="*/ 2147483647 h 606"/>
                    <a:gd name="T48" fmla="*/ 2147483647 w 1968"/>
                    <a:gd name="T49" fmla="*/ 2147483647 h 606"/>
                    <a:gd name="T50" fmla="*/ 2147483647 w 1968"/>
                    <a:gd name="T51" fmla="*/ 2147483647 h 606"/>
                    <a:gd name="T52" fmla="*/ 2147483647 w 1968"/>
                    <a:gd name="T53" fmla="*/ 2147483647 h 606"/>
                    <a:gd name="T54" fmla="*/ 2147483647 w 1968"/>
                    <a:gd name="T55" fmla="*/ 2147483647 h 606"/>
                    <a:gd name="T56" fmla="*/ 2147483647 w 1968"/>
                    <a:gd name="T57" fmla="*/ 2147483647 h 606"/>
                    <a:gd name="T58" fmla="*/ 2147483647 w 1968"/>
                    <a:gd name="T59" fmla="*/ 2147483647 h 606"/>
                    <a:gd name="T60" fmla="*/ 2147483647 w 1968"/>
                    <a:gd name="T61" fmla="*/ 0 h 606"/>
                    <a:gd name="T62" fmla="*/ 2147483647 w 1968"/>
                    <a:gd name="T63" fmla="*/ 2147483647 h 606"/>
                    <a:gd name="T64" fmla="*/ 2147483647 w 1968"/>
                    <a:gd name="T65" fmla="*/ 2147483647 h 606"/>
                    <a:gd name="T66" fmla="*/ 2147483647 w 1968"/>
                    <a:gd name="T67" fmla="*/ 2147483647 h 606"/>
                    <a:gd name="T68" fmla="*/ 2147483647 w 1968"/>
                    <a:gd name="T69" fmla="*/ 2147483647 h 606"/>
                    <a:gd name="T70" fmla="*/ 2147483647 w 1968"/>
                    <a:gd name="T71" fmla="*/ 2147483647 h 606"/>
                    <a:gd name="T72" fmla="*/ 2147483647 w 1968"/>
                    <a:gd name="T73" fmla="*/ 2147483647 h 606"/>
                    <a:gd name="T74" fmla="*/ 2147483647 w 1968"/>
                    <a:gd name="T75" fmla="*/ 2147483647 h 606"/>
                    <a:gd name="T76" fmla="*/ 2147483647 w 1968"/>
                    <a:gd name="T77" fmla="*/ 2147483647 h 606"/>
                    <a:gd name="T78" fmla="*/ 2147483647 w 1968"/>
                    <a:gd name="T79" fmla="*/ 2147483647 h 606"/>
                    <a:gd name="T80" fmla="*/ 2147483647 w 1968"/>
                    <a:gd name="T81" fmla="*/ 2147483647 h 606"/>
                    <a:gd name="T82" fmla="*/ 2147483647 w 1968"/>
                    <a:gd name="T83" fmla="*/ 2147483647 h 606"/>
                    <a:gd name="T84" fmla="*/ 2147483647 w 1968"/>
                    <a:gd name="T85" fmla="*/ 2147483647 h 606"/>
                    <a:gd name="T86" fmla="*/ 2147483647 w 1968"/>
                    <a:gd name="T87" fmla="*/ 2147483647 h 606"/>
                    <a:gd name="T88" fmla="*/ 2147483647 w 1968"/>
                    <a:gd name="T89" fmla="*/ 2147483647 h 606"/>
                    <a:gd name="T90" fmla="*/ 2147483647 w 1968"/>
                    <a:gd name="T91" fmla="*/ 2147483647 h 606"/>
                    <a:gd name="T92" fmla="*/ 2147483647 w 1968"/>
                    <a:gd name="T93" fmla="*/ 2147483647 h 606"/>
                    <a:gd name="T94" fmla="*/ 2147483647 w 1968"/>
                    <a:gd name="T95" fmla="*/ 2147483647 h 606"/>
                    <a:gd name="T96" fmla="*/ 2147483647 w 1968"/>
                    <a:gd name="T97" fmla="*/ 2147483647 h 606"/>
                    <a:gd name="T98" fmla="*/ 2147483647 w 1968"/>
                    <a:gd name="T99" fmla="*/ 2147483647 h 606"/>
                    <a:gd name="T100" fmla="*/ 2147483647 w 1968"/>
                    <a:gd name="T101" fmla="*/ 2147483647 h 606"/>
                    <a:gd name="T102" fmla="*/ 2147483647 w 1968"/>
                    <a:gd name="T103" fmla="*/ 2147483647 h 606"/>
                    <a:gd name="T104" fmla="*/ 2147483647 w 1968"/>
                    <a:gd name="T105" fmla="*/ 2147483647 h 606"/>
                    <a:gd name="T106" fmla="*/ 2147483647 w 1968"/>
                    <a:gd name="T107" fmla="*/ 2147483647 h 606"/>
                    <a:gd name="T108" fmla="*/ 2147483647 w 1968"/>
                    <a:gd name="T109" fmla="*/ 2147483647 h 606"/>
                    <a:gd name="T110" fmla="*/ 2147483647 w 1968"/>
                    <a:gd name="T111" fmla="*/ 2147483647 h 606"/>
                    <a:gd name="T112" fmla="*/ 2147483647 w 1968"/>
                    <a:gd name="T113" fmla="*/ 2147483647 h 606"/>
                    <a:gd name="T114" fmla="*/ 2147483647 w 1968"/>
                    <a:gd name="T115" fmla="*/ 2147483647 h 606"/>
                    <a:gd name="T116" fmla="*/ 2147483647 w 1968"/>
                    <a:gd name="T117" fmla="*/ 2147483647 h 606"/>
                    <a:gd name="T118" fmla="*/ 2147483647 w 1968"/>
                    <a:gd name="T119" fmla="*/ 2147483647 h 60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1968"/>
                    <a:gd name="T181" fmla="*/ 0 h 606"/>
                    <a:gd name="T182" fmla="*/ 1968 w 1968"/>
                    <a:gd name="T183" fmla="*/ 606 h 60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1968" h="606">
                      <a:moveTo>
                        <a:pt x="902" y="458"/>
                      </a:moveTo>
                      <a:lnTo>
                        <a:pt x="912" y="448"/>
                      </a:lnTo>
                      <a:lnTo>
                        <a:pt x="924" y="440"/>
                      </a:lnTo>
                      <a:lnTo>
                        <a:pt x="936" y="436"/>
                      </a:lnTo>
                      <a:lnTo>
                        <a:pt x="950" y="434"/>
                      </a:lnTo>
                      <a:lnTo>
                        <a:pt x="958" y="436"/>
                      </a:lnTo>
                      <a:lnTo>
                        <a:pt x="964" y="436"/>
                      </a:lnTo>
                      <a:lnTo>
                        <a:pt x="982" y="442"/>
                      </a:lnTo>
                      <a:lnTo>
                        <a:pt x="1000" y="448"/>
                      </a:lnTo>
                      <a:lnTo>
                        <a:pt x="1010" y="450"/>
                      </a:lnTo>
                      <a:lnTo>
                        <a:pt x="1020" y="450"/>
                      </a:lnTo>
                      <a:lnTo>
                        <a:pt x="1026" y="450"/>
                      </a:lnTo>
                      <a:lnTo>
                        <a:pt x="1030" y="448"/>
                      </a:lnTo>
                      <a:lnTo>
                        <a:pt x="1034" y="446"/>
                      </a:lnTo>
                      <a:lnTo>
                        <a:pt x="1036" y="442"/>
                      </a:lnTo>
                      <a:lnTo>
                        <a:pt x="1036" y="438"/>
                      </a:lnTo>
                      <a:lnTo>
                        <a:pt x="1034" y="436"/>
                      </a:lnTo>
                      <a:lnTo>
                        <a:pt x="1028" y="430"/>
                      </a:lnTo>
                      <a:lnTo>
                        <a:pt x="1024" y="424"/>
                      </a:lnTo>
                      <a:lnTo>
                        <a:pt x="1022" y="420"/>
                      </a:lnTo>
                      <a:lnTo>
                        <a:pt x="1020" y="416"/>
                      </a:lnTo>
                      <a:lnTo>
                        <a:pt x="1022" y="414"/>
                      </a:lnTo>
                      <a:lnTo>
                        <a:pt x="1024" y="414"/>
                      </a:lnTo>
                      <a:lnTo>
                        <a:pt x="1030" y="412"/>
                      </a:lnTo>
                      <a:lnTo>
                        <a:pt x="1048" y="412"/>
                      </a:lnTo>
                      <a:lnTo>
                        <a:pt x="1066" y="416"/>
                      </a:lnTo>
                      <a:lnTo>
                        <a:pt x="1076" y="420"/>
                      </a:lnTo>
                      <a:lnTo>
                        <a:pt x="1082" y="426"/>
                      </a:lnTo>
                      <a:lnTo>
                        <a:pt x="1088" y="434"/>
                      </a:lnTo>
                      <a:lnTo>
                        <a:pt x="1092" y="436"/>
                      </a:lnTo>
                      <a:lnTo>
                        <a:pt x="1094" y="438"/>
                      </a:lnTo>
                      <a:lnTo>
                        <a:pt x="1100" y="440"/>
                      </a:lnTo>
                      <a:lnTo>
                        <a:pt x="1108" y="438"/>
                      </a:lnTo>
                      <a:lnTo>
                        <a:pt x="1122" y="436"/>
                      </a:lnTo>
                      <a:lnTo>
                        <a:pt x="1136" y="438"/>
                      </a:lnTo>
                      <a:lnTo>
                        <a:pt x="1148" y="440"/>
                      </a:lnTo>
                      <a:lnTo>
                        <a:pt x="1160" y="446"/>
                      </a:lnTo>
                      <a:lnTo>
                        <a:pt x="1186" y="458"/>
                      </a:lnTo>
                      <a:lnTo>
                        <a:pt x="1200" y="460"/>
                      </a:lnTo>
                      <a:lnTo>
                        <a:pt x="1214" y="462"/>
                      </a:lnTo>
                      <a:lnTo>
                        <a:pt x="1222" y="462"/>
                      </a:lnTo>
                      <a:lnTo>
                        <a:pt x="1230" y="460"/>
                      </a:lnTo>
                      <a:lnTo>
                        <a:pt x="1240" y="452"/>
                      </a:lnTo>
                      <a:lnTo>
                        <a:pt x="1252" y="444"/>
                      </a:lnTo>
                      <a:lnTo>
                        <a:pt x="1258" y="442"/>
                      </a:lnTo>
                      <a:lnTo>
                        <a:pt x="1264" y="442"/>
                      </a:lnTo>
                      <a:lnTo>
                        <a:pt x="1272" y="442"/>
                      </a:lnTo>
                      <a:lnTo>
                        <a:pt x="1284" y="446"/>
                      </a:lnTo>
                      <a:lnTo>
                        <a:pt x="1306" y="454"/>
                      </a:lnTo>
                      <a:lnTo>
                        <a:pt x="1314" y="454"/>
                      </a:lnTo>
                      <a:lnTo>
                        <a:pt x="1324" y="452"/>
                      </a:lnTo>
                      <a:lnTo>
                        <a:pt x="1326" y="450"/>
                      </a:lnTo>
                      <a:lnTo>
                        <a:pt x="1328" y="446"/>
                      </a:lnTo>
                      <a:lnTo>
                        <a:pt x="1328" y="442"/>
                      </a:lnTo>
                      <a:lnTo>
                        <a:pt x="1328" y="436"/>
                      </a:lnTo>
                      <a:lnTo>
                        <a:pt x="1326" y="426"/>
                      </a:lnTo>
                      <a:lnTo>
                        <a:pt x="1324" y="416"/>
                      </a:lnTo>
                      <a:lnTo>
                        <a:pt x="1318" y="410"/>
                      </a:lnTo>
                      <a:lnTo>
                        <a:pt x="1314" y="406"/>
                      </a:lnTo>
                      <a:lnTo>
                        <a:pt x="1312" y="404"/>
                      </a:lnTo>
                      <a:lnTo>
                        <a:pt x="1312" y="398"/>
                      </a:lnTo>
                      <a:lnTo>
                        <a:pt x="1314" y="394"/>
                      </a:lnTo>
                      <a:lnTo>
                        <a:pt x="1318" y="390"/>
                      </a:lnTo>
                      <a:lnTo>
                        <a:pt x="1324" y="388"/>
                      </a:lnTo>
                      <a:lnTo>
                        <a:pt x="1334" y="386"/>
                      </a:lnTo>
                      <a:lnTo>
                        <a:pt x="1346" y="386"/>
                      </a:lnTo>
                      <a:lnTo>
                        <a:pt x="1368" y="388"/>
                      </a:lnTo>
                      <a:lnTo>
                        <a:pt x="1384" y="394"/>
                      </a:lnTo>
                      <a:lnTo>
                        <a:pt x="1396" y="402"/>
                      </a:lnTo>
                      <a:lnTo>
                        <a:pt x="1408" y="410"/>
                      </a:lnTo>
                      <a:lnTo>
                        <a:pt x="1430" y="432"/>
                      </a:lnTo>
                      <a:lnTo>
                        <a:pt x="1442" y="440"/>
                      </a:lnTo>
                      <a:lnTo>
                        <a:pt x="1452" y="448"/>
                      </a:lnTo>
                      <a:lnTo>
                        <a:pt x="1466" y="454"/>
                      </a:lnTo>
                      <a:lnTo>
                        <a:pt x="1480" y="458"/>
                      </a:lnTo>
                      <a:lnTo>
                        <a:pt x="1494" y="462"/>
                      </a:lnTo>
                      <a:lnTo>
                        <a:pt x="1506" y="466"/>
                      </a:lnTo>
                      <a:lnTo>
                        <a:pt x="1512" y="474"/>
                      </a:lnTo>
                      <a:lnTo>
                        <a:pt x="1518" y="482"/>
                      </a:lnTo>
                      <a:lnTo>
                        <a:pt x="1526" y="488"/>
                      </a:lnTo>
                      <a:lnTo>
                        <a:pt x="1532" y="490"/>
                      </a:lnTo>
                      <a:lnTo>
                        <a:pt x="1536" y="490"/>
                      </a:lnTo>
                      <a:lnTo>
                        <a:pt x="1548" y="488"/>
                      </a:lnTo>
                      <a:lnTo>
                        <a:pt x="1554" y="484"/>
                      </a:lnTo>
                      <a:lnTo>
                        <a:pt x="1560" y="478"/>
                      </a:lnTo>
                      <a:lnTo>
                        <a:pt x="1568" y="472"/>
                      </a:lnTo>
                      <a:lnTo>
                        <a:pt x="1576" y="486"/>
                      </a:lnTo>
                      <a:lnTo>
                        <a:pt x="1580" y="496"/>
                      </a:lnTo>
                      <a:lnTo>
                        <a:pt x="1582" y="510"/>
                      </a:lnTo>
                      <a:lnTo>
                        <a:pt x="1582" y="522"/>
                      </a:lnTo>
                      <a:lnTo>
                        <a:pt x="1582" y="528"/>
                      </a:lnTo>
                      <a:lnTo>
                        <a:pt x="1582" y="538"/>
                      </a:lnTo>
                      <a:lnTo>
                        <a:pt x="1574" y="532"/>
                      </a:lnTo>
                      <a:lnTo>
                        <a:pt x="1562" y="528"/>
                      </a:lnTo>
                      <a:lnTo>
                        <a:pt x="1562" y="544"/>
                      </a:lnTo>
                      <a:lnTo>
                        <a:pt x="1570" y="550"/>
                      </a:lnTo>
                      <a:lnTo>
                        <a:pt x="1576" y="558"/>
                      </a:lnTo>
                      <a:lnTo>
                        <a:pt x="1584" y="580"/>
                      </a:lnTo>
                      <a:lnTo>
                        <a:pt x="1590" y="576"/>
                      </a:lnTo>
                      <a:lnTo>
                        <a:pt x="1600" y="574"/>
                      </a:lnTo>
                      <a:lnTo>
                        <a:pt x="1612" y="576"/>
                      </a:lnTo>
                      <a:lnTo>
                        <a:pt x="1618" y="576"/>
                      </a:lnTo>
                      <a:lnTo>
                        <a:pt x="1624" y="574"/>
                      </a:lnTo>
                      <a:lnTo>
                        <a:pt x="1630" y="574"/>
                      </a:lnTo>
                      <a:lnTo>
                        <a:pt x="1634" y="570"/>
                      </a:lnTo>
                      <a:lnTo>
                        <a:pt x="1640" y="558"/>
                      </a:lnTo>
                      <a:lnTo>
                        <a:pt x="1640" y="546"/>
                      </a:lnTo>
                      <a:lnTo>
                        <a:pt x="1642" y="532"/>
                      </a:lnTo>
                      <a:lnTo>
                        <a:pt x="1642" y="518"/>
                      </a:lnTo>
                      <a:lnTo>
                        <a:pt x="1642" y="494"/>
                      </a:lnTo>
                      <a:lnTo>
                        <a:pt x="1640" y="476"/>
                      </a:lnTo>
                      <a:lnTo>
                        <a:pt x="1636" y="458"/>
                      </a:lnTo>
                      <a:lnTo>
                        <a:pt x="1628" y="436"/>
                      </a:lnTo>
                      <a:lnTo>
                        <a:pt x="1616" y="418"/>
                      </a:lnTo>
                      <a:lnTo>
                        <a:pt x="1604" y="402"/>
                      </a:lnTo>
                      <a:lnTo>
                        <a:pt x="1588" y="386"/>
                      </a:lnTo>
                      <a:lnTo>
                        <a:pt x="1580" y="382"/>
                      </a:lnTo>
                      <a:lnTo>
                        <a:pt x="1572" y="380"/>
                      </a:lnTo>
                      <a:lnTo>
                        <a:pt x="1562" y="376"/>
                      </a:lnTo>
                      <a:lnTo>
                        <a:pt x="1554" y="376"/>
                      </a:lnTo>
                      <a:lnTo>
                        <a:pt x="1550" y="376"/>
                      </a:lnTo>
                      <a:lnTo>
                        <a:pt x="1548" y="376"/>
                      </a:lnTo>
                      <a:lnTo>
                        <a:pt x="1544" y="382"/>
                      </a:lnTo>
                      <a:lnTo>
                        <a:pt x="1534" y="378"/>
                      </a:lnTo>
                      <a:lnTo>
                        <a:pt x="1530" y="370"/>
                      </a:lnTo>
                      <a:lnTo>
                        <a:pt x="1524" y="362"/>
                      </a:lnTo>
                      <a:lnTo>
                        <a:pt x="1516" y="354"/>
                      </a:lnTo>
                      <a:lnTo>
                        <a:pt x="1510" y="358"/>
                      </a:lnTo>
                      <a:lnTo>
                        <a:pt x="1502" y="362"/>
                      </a:lnTo>
                      <a:lnTo>
                        <a:pt x="1492" y="366"/>
                      </a:lnTo>
                      <a:lnTo>
                        <a:pt x="1492" y="354"/>
                      </a:lnTo>
                      <a:lnTo>
                        <a:pt x="1494" y="354"/>
                      </a:lnTo>
                      <a:lnTo>
                        <a:pt x="1496" y="350"/>
                      </a:lnTo>
                      <a:lnTo>
                        <a:pt x="1502" y="344"/>
                      </a:lnTo>
                      <a:lnTo>
                        <a:pt x="1504" y="340"/>
                      </a:lnTo>
                      <a:lnTo>
                        <a:pt x="1504" y="334"/>
                      </a:lnTo>
                      <a:lnTo>
                        <a:pt x="1504" y="324"/>
                      </a:lnTo>
                      <a:lnTo>
                        <a:pt x="1506" y="312"/>
                      </a:lnTo>
                      <a:lnTo>
                        <a:pt x="1506" y="308"/>
                      </a:lnTo>
                      <a:lnTo>
                        <a:pt x="1508" y="302"/>
                      </a:lnTo>
                      <a:lnTo>
                        <a:pt x="1516" y="296"/>
                      </a:lnTo>
                      <a:lnTo>
                        <a:pt x="1524" y="290"/>
                      </a:lnTo>
                      <a:lnTo>
                        <a:pt x="1534" y="286"/>
                      </a:lnTo>
                      <a:lnTo>
                        <a:pt x="1546" y="284"/>
                      </a:lnTo>
                      <a:lnTo>
                        <a:pt x="1570" y="286"/>
                      </a:lnTo>
                      <a:lnTo>
                        <a:pt x="1592" y="286"/>
                      </a:lnTo>
                      <a:lnTo>
                        <a:pt x="1610" y="288"/>
                      </a:lnTo>
                      <a:lnTo>
                        <a:pt x="1624" y="292"/>
                      </a:lnTo>
                      <a:lnTo>
                        <a:pt x="1636" y="296"/>
                      </a:lnTo>
                      <a:lnTo>
                        <a:pt x="1648" y="298"/>
                      </a:lnTo>
                      <a:lnTo>
                        <a:pt x="1656" y="296"/>
                      </a:lnTo>
                      <a:lnTo>
                        <a:pt x="1662" y="294"/>
                      </a:lnTo>
                      <a:lnTo>
                        <a:pt x="1668" y="290"/>
                      </a:lnTo>
                      <a:lnTo>
                        <a:pt x="1670" y="286"/>
                      </a:lnTo>
                      <a:lnTo>
                        <a:pt x="1666" y="284"/>
                      </a:lnTo>
                      <a:lnTo>
                        <a:pt x="1660" y="278"/>
                      </a:lnTo>
                      <a:lnTo>
                        <a:pt x="1656" y="272"/>
                      </a:lnTo>
                      <a:lnTo>
                        <a:pt x="1654" y="262"/>
                      </a:lnTo>
                      <a:lnTo>
                        <a:pt x="1654" y="254"/>
                      </a:lnTo>
                      <a:lnTo>
                        <a:pt x="1656" y="252"/>
                      </a:lnTo>
                      <a:lnTo>
                        <a:pt x="1658" y="248"/>
                      </a:lnTo>
                      <a:lnTo>
                        <a:pt x="1662" y="246"/>
                      </a:lnTo>
                      <a:lnTo>
                        <a:pt x="1668" y="246"/>
                      </a:lnTo>
                      <a:lnTo>
                        <a:pt x="1682" y="246"/>
                      </a:lnTo>
                      <a:lnTo>
                        <a:pt x="1694" y="250"/>
                      </a:lnTo>
                      <a:lnTo>
                        <a:pt x="1704" y="256"/>
                      </a:lnTo>
                      <a:lnTo>
                        <a:pt x="1714" y="262"/>
                      </a:lnTo>
                      <a:lnTo>
                        <a:pt x="1722" y="264"/>
                      </a:lnTo>
                      <a:lnTo>
                        <a:pt x="1722" y="256"/>
                      </a:lnTo>
                      <a:lnTo>
                        <a:pt x="1722" y="250"/>
                      </a:lnTo>
                      <a:lnTo>
                        <a:pt x="1724" y="244"/>
                      </a:lnTo>
                      <a:lnTo>
                        <a:pt x="1722" y="230"/>
                      </a:lnTo>
                      <a:lnTo>
                        <a:pt x="1738" y="230"/>
                      </a:lnTo>
                      <a:lnTo>
                        <a:pt x="1740" y="240"/>
                      </a:lnTo>
                      <a:lnTo>
                        <a:pt x="1744" y="246"/>
                      </a:lnTo>
                      <a:lnTo>
                        <a:pt x="1750" y="254"/>
                      </a:lnTo>
                      <a:lnTo>
                        <a:pt x="1754" y="260"/>
                      </a:lnTo>
                      <a:lnTo>
                        <a:pt x="1748" y="270"/>
                      </a:lnTo>
                      <a:lnTo>
                        <a:pt x="1740" y="284"/>
                      </a:lnTo>
                      <a:lnTo>
                        <a:pt x="1734" y="300"/>
                      </a:lnTo>
                      <a:lnTo>
                        <a:pt x="1732" y="314"/>
                      </a:lnTo>
                      <a:lnTo>
                        <a:pt x="1732" y="322"/>
                      </a:lnTo>
                      <a:lnTo>
                        <a:pt x="1736" y="330"/>
                      </a:lnTo>
                      <a:lnTo>
                        <a:pt x="1740" y="338"/>
                      </a:lnTo>
                      <a:lnTo>
                        <a:pt x="1746" y="346"/>
                      </a:lnTo>
                      <a:lnTo>
                        <a:pt x="1760" y="362"/>
                      </a:lnTo>
                      <a:lnTo>
                        <a:pt x="1776" y="378"/>
                      </a:lnTo>
                      <a:lnTo>
                        <a:pt x="1814" y="406"/>
                      </a:lnTo>
                      <a:lnTo>
                        <a:pt x="1830" y="420"/>
                      </a:lnTo>
                      <a:lnTo>
                        <a:pt x="1840" y="434"/>
                      </a:lnTo>
                      <a:lnTo>
                        <a:pt x="1846" y="424"/>
                      </a:lnTo>
                      <a:lnTo>
                        <a:pt x="1848" y="416"/>
                      </a:lnTo>
                      <a:lnTo>
                        <a:pt x="1846" y="410"/>
                      </a:lnTo>
                      <a:lnTo>
                        <a:pt x="1840" y="404"/>
                      </a:lnTo>
                      <a:lnTo>
                        <a:pt x="1838" y="400"/>
                      </a:lnTo>
                      <a:lnTo>
                        <a:pt x="1840" y="398"/>
                      </a:lnTo>
                      <a:lnTo>
                        <a:pt x="1844" y="394"/>
                      </a:lnTo>
                      <a:lnTo>
                        <a:pt x="1850" y="390"/>
                      </a:lnTo>
                      <a:lnTo>
                        <a:pt x="1842" y="384"/>
                      </a:lnTo>
                      <a:lnTo>
                        <a:pt x="1838" y="382"/>
                      </a:lnTo>
                      <a:lnTo>
                        <a:pt x="1838" y="376"/>
                      </a:lnTo>
                      <a:lnTo>
                        <a:pt x="1838" y="372"/>
                      </a:lnTo>
                      <a:lnTo>
                        <a:pt x="1840" y="368"/>
                      </a:lnTo>
                      <a:lnTo>
                        <a:pt x="1850" y="366"/>
                      </a:lnTo>
                      <a:lnTo>
                        <a:pt x="1850" y="364"/>
                      </a:lnTo>
                      <a:lnTo>
                        <a:pt x="1852" y="362"/>
                      </a:lnTo>
                      <a:lnTo>
                        <a:pt x="1852" y="358"/>
                      </a:lnTo>
                      <a:lnTo>
                        <a:pt x="1850" y="356"/>
                      </a:lnTo>
                      <a:lnTo>
                        <a:pt x="1846" y="354"/>
                      </a:lnTo>
                      <a:lnTo>
                        <a:pt x="1838" y="354"/>
                      </a:lnTo>
                      <a:lnTo>
                        <a:pt x="1828" y="354"/>
                      </a:lnTo>
                      <a:lnTo>
                        <a:pt x="1840" y="338"/>
                      </a:lnTo>
                      <a:lnTo>
                        <a:pt x="1828" y="328"/>
                      </a:lnTo>
                      <a:lnTo>
                        <a:pt x="1806" y="316"/>
                      </a:lnTo>
                      <a:lnTo>
                        <a:pt x="1798" y="308"/>
                      </a:lnTo>
                      <a:lnTo>
                        <a:pt x="1790" y="302"/>
                      </a:lnTo>
                      <a:lnTo>
                        <a:pt x="1784" y="296"/>
                      </a:lnTo>
                      <a:lnTo>
                        <a:pt x="1782" y="290"/>
                      </a:lnTo>
                      <a:lnTo>
                        <a:pt x="1784" y="282"/>
                      </a:lnTo>
                      <a:lnTo>
                        <a:pt x="1786" y="274"/>
                      </a:lnTo>
                      <a:lnTo>
                        <a:pt x="1792" y="270"/>
                      </a:lnTo>
                      <a:lnTo>
                        <a:pt x="1796" y="268"/>
                      </a:lnTo>
                      <a:lnTo>
                        <a:pt x="1828" y="268"/>
                      </a:lnTo>
                      <a:lnTo>
                        <a:pt x="1838" y="266"/>
                      </a:lnTo>
                      <a:lnTo>
                        <a:pt x="1850" y="262"/>
                      </a:lnTo>
                      <a:lnTo>
                        <a:pt x="1858" y="258"/>
                      </a:lnTo>
                      <a:lnTo>
                        <a:pt x="1868" y="252"/>
                      </a:lnTo>
                      <a:lnTo>
                        <a:pt x="1888" y="240"/>
                      </a:lnTo>
                      <a:lnTo>
                        <a:pt x="1898" y="234"/>
                      </a:lnTo>
                      <a:lnTo>
                        <a:pt x="1912" y="228"/>
                      </a:lnTo>
                      <a:lnTo>
                        <a:pt x="1906" y="218"/>
                      </a:lnTo>
                      <a:lnTo>
                        <a:pt x="1900" y="214"/>
                      </a:lnTo>
                      <a:lnTo>
                        <a:pt x="1892" y="210"/>
                      </a:lnTo>
                      <a:lnTo>
                        <a:pt x="1884" y="208"/>
                      </a:lnTo>
                      <a:lnTo>
                        <a:pt x="1864" y="206"/>
                      </a:lnTo>
                      <a:lnTo>
                        <a:pt x="1856" y="204"/>
                      </a:lnTo>
                      <a:lnTo>
                        <a:pt x="1846" y="198"/>
                      </a:lnTo>
                      <a:lnTo>
                        <a:pt x="1858" y="194"/>
                      </a:lnTo>
                      <a:lnTo>
                        <a:pt x="1868" y="190"/>
                      </a:lnTo>
                      <a:lnTo>
                        <a:pt x="1862" y="184"/>
                      </a:lnTo>
                      <a:lnTo>
                        <a:pt x="1858" y="178"/>
                      </a:lnTo>
                      <a:lnTo>
                        <a:pt x="1868" y="176"/>
                      </a:lnTo>
                      <a:lnTo>
                        <a:pt x="1882" y="180"/>
                      </a:lnTo>
                      <a:lnTo>
                        <a:pt x="1912" y="188"/>
                      </a:lnTo>
                      <a:lnTo>
                        <a:pt x="1940" y="194"/>
                      </a:lnTo>
                      <a:lnTo>
                        <a:pt x="1950" y="198"/>
                      </a:lnTo>
                      <a:lnTo>
                        <a:pt x="1962" y="198"/>
                      </a:lnTo>
                      <a:lnTo>
                        <a:pt x="1966" y="198"/>
                      </a:lnTo>
                      <a:lnTo>
                        <a:pt x="1968" y="196"/>
                      </a:lnTo>
                      <a:lnTo>
                        <a:pt x="1968" y="194"/>
                      </a:lnTo>
                      <a:lnTo>
                        <a:pt x="1968" y="190"/>
                      </a:lnTo>
                      <a:lnTo>
                        <a:pt x="1968" y="188"/>
                      </a:lnTo>
                      <a:lnTo>
                        <a:pt x="1962" y="182"/>
                      </a:lnTo>
                      <a:lnTo>
                        <a:pt x="1960" y="178"/>
                      </a:lnTo>
                      <a:lnTo>
                        <a:pt x="1956" y="174"/>
                      </a:lnTo>
                      <a:lnTo>
                        <a:pt x="1940" y="166"/>
                      </a:lnTo>
                      <a:lnTo>
                        <a:pt x="1924" y="164"/>
                      </a:lnTo>
                      <a:lnTo>
                        <a:pt x="1906" y="162"/>
                      </a:lnTo>
                      <a:lnTo>
                        <a:pt x="1896" y="162"/>
                      </a:lnTo>
                      <a:lnTo>
                        <a:pt x="1892" y="162"/>
                      </a:lnTo>
                      <a:lnTo>
                        <a:pt x="1888" y="164"/>
                      </a:lnTo>
                      <a:lnTo>
                        <a:pt x="1868" y="152"/>
                      </a:lnTo>
                      <a:lnTo>
                        <a:pt x="1844" y="142"/>
                      </a:lnTo>
                      <a:lnTo>
                        <a:pt x="1818" y="134"/>
                      </a:lnTo>
                      <a:lnTo>
                        <a:pt x="1788" y="126"/>
                      </a:lnTo>
                      <a:lnTo>
                        <a:pt x="1760" y="122"/>
                      </a:lnTo>
                      <a:lnTo>
                        <a:pt x="1730" y="118"/>
                      </a:lnTo>
                      <a:lnTo>
                        <a:pt x="1700" y="114"/>
                      </a:lnTo>
                      <a:lnTo>
                        <a:pt x="1674" y="114"/>
                      </a:lnTo>
                      <a:lnTo>
                        <a:pt x="1668" y="112"/>
                      </a:lnTo>
                      <a:lnTo>
                        <a:pt x="1656" y="110"/>
                      </a:lnTo>
                      <a:lnTo>
                        <a:pt x="1652" y="110"/>
                      </a:lnTo>
                      <a:lnTo>
                        <a:pt x="1650" y="114"/>
                      </a:lnTo>
                      <a:lnTo>
                        <a:pt x="1652" y="120"/>
                      </a:lnTo>
                      <a:lnTo>
                        <a:pt x="1660" y="130"/>
                      </a:lnTo>
                      <a:lnTo>
                        <a:pt x="1644" y="130"/>
                      </a:lnTo>
                      <a:lnTo>
                        <a:pt x="1636" y="124"/>
                      </a:lnTo>
                      <a:lnTo>
                        <a:pt x="1622" y="120"/>
                      </a:lnTo>
                      <a:lnTo>
                        <a:pt x="1610" y="118"/>
                      </a:lnTo>
                      <a:lnTo>
                        <a:pt x="1594" y="118"/>
                      </a:lnTo>
                      <a:lnTo>
                        <a:pt x="1562" y="120"/>
                      </a:lnTo>
                      <a:lnTo>
                        <a:pt x="1548" y="120"/>
                      </a:lnTo>
                      <a:lnTo>
                        <a:pt x="1534" y="118"/>
                      </a:lnTo>
                      <a:lnTo>
                        <a:pt x="1526" y="116"/>
                      </a:lnTo>
                      <a:lnTo>
                        <a:pt x="1520" y="112"/>
                      </a:lnTo>
                      <a:lnTo>
                        <a:pt x="1514" y="108"/>
                      </a:lnTo>
                      <a:lnTo>
                        <a:pt x="1508" y="102"/>
                      </a:lnTo>
                      <a:lnTo>
                        <a:pt x="1500" y="98"/>
                      </a:lnTo>
                      <a:lnTo>
                        <a:pt x="1480" y="96"/>
                      </a:lnTo>
                      <a:lnTo>
                        <a:pt x="1454" y="96"/>
                      </a:lnTo>
                      <a:lnTo>
                        <a:pt x="1418" y="100"/>
                      </a:lnTo>
                      <a:lnTo>
                        <a:pt x="1406" y="100"/>
                      </a:lnTo>
                      <a:lnTo>
                        <a:pt x="1394" y="96"/>
                      </a:lnTo>
                      <a:lnTo>
                        <a:pt x="1388" y="90"/>
                      </a:lnTo>
                      <a:lnTo>
                        <a:pt x="1378" y="84"/>
                      </a:lnTo>
                      <a:lnTo>
                        <a:pt x="1364" y="72"/>
                      </a:lnTo>
                      <a:lnTo>
                        <a:pt x="1354" y="68"/>
                      </a:lnTo>
                      <a:lnTo>
                        <a:pt x="1344" y="66"/>
                      </a:lnTo>
                      <a:lnTo>
                        <a:pt x="1340" y="68"/>
                      </a:lnTo>
                      <a:lnTo>
                        <a:pt x="1336" y="70"/>
                      </a:lnTo>
                      <a:lnTo>
                        <a:pt x="1334" y="78"/>
                      </a:lnTo>
                      <a:lnTo>
                        <a:pt x="1328" y="78"/>
                      </a:lnTo>
                      <a:lnTo>
                        <a:pt x="1312" y="80"/>
                      </a:lnTo>
                      <a:lnTo>
                        <a:pt x="1304" y="78"/>
                      </a:lnTo>
                      <a:lnTo>
                        <a:pt x="1292" y="76"/>
                      </a:lnTo>
                      <a:lnTo>
                        <a:pt x="1280" y="72"/>
                      </a:lnTo>
                      <a:lnTo>
                        <a:pt x="1266" y="66"/>
                      </a:lnTo>
                      <a:lnTo>
                        <a:pt x="1260" y="64"/>
                      </a:lnTo>
                      <a:lnTo>
                        <a:pt x="1256" y="64"/>
                      </a:lnTo>
                      <a:lnTo>
                        <a:pt x="1250" y="68"/>
                      </a:lnTo>
                      <a:lnTo>
                        <a:pt x="1246" y="74"/>
                      </a:lnTo>
                      <a:lnTo>
                        <a:pt x="1240" y="82"/>
                      </a:lnTo>
                      <a:lnTo>
                        <a:pt x="1236" y="88"/>
                      </a:lnTo>
                      <a:lnTo>
                        <a:pt x="1232" y="90"/>
                      </a:lnTo>
                      <a:lnTo>
                        <a:pt x="1224" y="94"/>
                      </a:lnTo>
                      <a:lnTo>
                        <a:pt x="1212" y="96"/>
                      </a:lnTo>
                      <a:lnTo>
                        <a:pt x="1190" y="98"/>
                      </a:lnTo>
                      <a:lnTo>
                        <a:pt x="1148" y="96"/>
                      </a:lnTo>
                      <a:lnTo>
                        <a:pt x="1136" y="94"/>
                      </a:lnTo>
                      <a:lnTo>
                        <a:pt x="1124" y="90"/>
                      </a:lnTo>
                      <a:lnTo>
                        <a:pt x="1114" y="84"/>
                      </a:lnTo>
                      <a:lnTo>
                        <a:pt x="1104" y="80"/>
                      </a:lnTo>
                      <a:lnTo>
                        <a:pt x="1094" y="72"/>
                      </a:lnTo>
                      <a:lnTo>
                        <a:pt x="1082" y="66"/>
                      </a:lnTo>
                      <a:lnTo>
                        <a:pt x="1066" y="62"/>
                      </a:lnTo>
                      <a:lnTo>
                        <a:pt x="1048" y="60"/>
                      </a:lnTo>
                      <a:lnTo>
                        <a:pt x="1038" y="58"/>
                      </a:lnTo>
                      <a:lnTo>
                        <a:pt x="1018" y="56"/>
                      </a:lnTo>
                      <a:lnTo>
                        <a:pt x="980" y="54"/>
                      </a:lnTo>
                      <a:lnTo>
                        <a:pt x="924" y="56"/>
                      </a:lnTo>
                      <a:lnTo>
                        <a:pt x="898" y="54"/>
                      </a:lnTo>
                      <a:lnTo>
                        <a:pt x="868" y="54"/>
                      </a:lnTo>
                      <a:lnTo>
                        <a:pt x="880" y="46"/>
                      </a:lnTo>
                      <a:lnTo>
                        <a:pt x="886" y="40"/>
                      </a:lnTo>
                      <a:lnTo>
                        <a:pt x="890" y="34"/>
                      </a:lnTo>
                      <a:lnTo>
                        <a:pt x="876" y="26"/>
                      </a:lnTo>
                      <a:lnTo>
                        <a:pt x="852" y="20"/>
                      </a:lnTo>
                      <a:lnTo>
                        <a:pt x="828" y="12"/>
                      </a:lnTo>
                      <a:lnTo>
                        <a:pt x="800" y="4"/>
                      </a:lnTo>
                      <a:lnTo>
                        <a:pt x="774" y="2"/>
                      </a:lnTo>
                      <a:lnTo>
                        <a:pt x="764" y="0"/>
                      </a:lnTo>
                      <a:lnTo>
                        <a:pt x="752" y="2"/>
                      </a:lnTo>
                      <a:lnTo>
                        <a:pt x="742" y="4"/>
                      </a:lnTo>
                      <a:lnTo>
                        <a:pt x="736" y="8"/>
                      </a:lnTo>
                      <a:lnTo>
                        <a:pt x="732" y="14"/>
                      </a:lnTo>
                      <a:lnTo>
                        <a:pt x="728" y="22"/>
                      </a:lnTo>
                      <a:lnTo>
                        <a:pt x="712" y="20"/>
                      </a:lnTo>
                      <a:lnTo>
                        <a:pt x="692" y="18"/>
                      </a:lnTo>
                      <a:lnTo>
                        <a:pt x="668" y="20"/>
                      </a:lnTo>
                      <a:lnTo>
                        <a:pt x="642" y="26"/>
                      </a:lnTo>
                      <a:lnTo>
                        <a:pt x="630" y="28"/>
                      </a:lnTo>
                      <a:lnTo>
                        <a:pt x="618" y="32"/>
                      </a:lnTo>
                      <a:lnTo>
                        <a:pt x="608" y="38"/>
                      </a:lnTo>
                      <a:lnTo>
                        <a:pt x="602" y="46"/>
                      </a:lnTo>
                      <a:lnTo>
                        <a:pt x="608" y="46"/>
                      </a:lnTo>
                      <a:lnTo>
                        <a:pt x="618" y="52"/>
                      </a:lnTo>
                      <a:lnTo>
                        <a:pt x="606" y="54"/>
                      </a:lnTo>
                      <a:lnTo>
                        <a:pt x="596" y="54"/>
                      </a:lnTo>
                      <a:lnTo>
                        <a:pt x="578" y="54"/>
                      </a:lnTo>
                      <a:lnTo>
                        <a:pt x="564" y="56"/>
                      </a:lnTo>
                      <a:lnTo>
                        <a:pt x="574" y="74"/>
                      </a:lnTo>
                      <a:lnTo>
                        <a:pt x="562" y="74"/>
                      </a:lnTo>
                      <a:lnTo>
                        <a:pt x="552" y="76"/>
                      </a:lnTo>
                      <a:lnTo>
                        <a:pt x="548" y="80"/>
                      </a:lnTo>
                      <a:lnTo>
                        <a:pt x="548" y="82"/>
                      </a:lnTo>
                      <a:lnTo>
                        <a:pt x="546" y="86"/>
                      </a:lnTo>
                      <a:lnTo>
                        <a:pt x="548" y="90"/>
                      </a:lnTo>
                      <a:lnTo>
                        <a:pt x="548" y="96"/>
                      </a:lnTo>
                      <a:lnTo>
                        <a:pt x="542" y="94"/>
                      </a:lnTo>
                      <a:lnTo>
                        <a:pt x="536" y="90"/>
                      </a:lnTo>
                      <a:lnTo>
                        <a:pt x="524" y="82"/>
                      </a:lnTo>
                      <a:lnTo>
                        <a:pt x="516" y="74"/>
                      </a:lnTo>
                      <a:lnTo>
                        <a:pt x="510" y="72"/>
                      </a:lnTo>
                      <a:lnTo>
                        <a:pt x="502" y="68"/>
                      </a:lnTo>
                      <a:lnTo>
                        <a:pt x="502" y="72"/>
                      </a:lnTo>
                      <a:lnTo>
                        <a:pt x="500" y="80"/>
                      </a:lnTo>
                      <a:lnTo>
                        <a:pt x="502" y="84"/>
                      </a:lnTo>
                      <a:lnTo>
                        <a:pt x="506" y="90"/>
                      </a:lnTo>
                      <a:lnTo>
                        <a:pt x="514" y="96"/>
                      </a:lnTo>
                      <a:lnTo>
                        <a:pt x="522" y="102"/>
                      </a:lnTo>
                      <a:lnTo>
                        <a:pt x="522" y="124"/>
                      </a:lnTo>
                      <a:lnTo>
                        <a:pt x="512" y="116"/>
                      </a:lnTo>
                      <a:lnTo>
                        <a:pt x="504" y="108"/>
                      </a:lnTo>
                      <a:lnTo>
                        <a:pt x="492" y="88"/>
                      </a:lnTo>
                      <a:lnTo>
                        <a:pt x="486" y="82"/>
                      </a:lnTo>
                      <a:lnTo>
                        <a:pt x="478" y="74"/>
                      </a:lnTo>
                      <a:lnTo>
                        <a:pt x="466" y="68"/>
                      </a:lnTo>
                      <a:lnTo>
                        <a:pt x="450" y="66"/>
                      </a:lnTo>
                      <a:lnTo>
                        <a:pt x="442" y="68"/>
                      </a:lnTo>
                      <a:lnTo>
                        <a:pt x="438" y="72"/>
                      </a:lnTo>
                      <a:lnTo>
                        <a:pt x="434" y="80"/>
                      </a:lnTo>
                      <a:lnTo>
                        <a:pt x="434" y="88"/>
                      </a:lnTo>
                      <a:lnTo>
                        <a:pt x="434" y="94"/>
                      </a:lnTo>
                      <a:lnTo>
                        <a:pt x="438" y="102"/>
                      </a:lnTo>
                      <a:lnTo>
                        <a:pt x="440" y="108"/>
                      </a:lnTo>
                      <a:lnTo>
                        <a:pt x="446" y="114"/>
                      </a:lnTo>
                      <a:lnTo>
                        <a:pt x="454" y="120"/>
                      </a:lnTo>
                      <a:lnTo>
                        <a:pt x="462" y="126"/>
                      </a:lnTo>
                      <a:lnTo>
                        <a:pt x="468" y="128"/>
                      </a:lnTo>
                      <a:lnTo>
                        <a:pt x="478" y="130"/>
                      </a:lnTo>
                      <a:lnTo>
                        <a:pt x="468" y="136"/>
                      </a:lnTo>
                      <a:lnTo>
                        <a:pt x="460" y="136"/>
                      </a:lnTo>
                      <a:lnTo>
                        <a:pt x="450" y="134"/>
                      </a:lnTo>
                      <a:lnTo>
                        <a:pt x="440" y="132"/>
                      </a:lnTo>
                      <a:lnTo>
                        <a:pt x="420" y="122"/>
                      </a:lnTo>
                      <a:lnTo>
                        <a:pt x="410" y="118"/>
                      </a:lnTo>
                      <a:lnTo>
                        <a:pt x="400" y="116"/>
                      </a:lnTo>
                      <a:lnTo>
                        <a:pt x="366" y="116"/>
                      </a:lnTo>
                      <a:lnTo>
                        <a:pt x="368" y="120"/>
                      </a:lnTo>
                      <a:lnTo>
                        <a:pt x="370" y="130"/>
                      </a:lnTo>
                      <a:lnTo>
                        <a:pt x="370" y="134"/>
                      </a:lnTo>
                      <a:lnTo>
                        <a:pt x="368" y="134"/>
                      </a:lnTo>
                      <a:lnTo>
                        <a:pt x="362" y="132"/>
                      </a:lnTo>
                      <a:lnTo>
                        <a:pt x="356" y="124"/>
                      </a:lnTo>
                      <a:lnTo>
                        <a:pt x="350" y="122"/>
                      </a:lnTo>
                      <a:lnTo>
                        <a:pt x="346" y="122"/>
                      </a:lnTo>
                      <a:lnTo>
                        <a:pt x="340" y="124"/>
                      </a:lnTo>
                      <a:lnTo>
                        <a:pt x="334" y="128"/>
                      </a:lnTo>
                      <a:lnTo>
                        <a:pt x="322" y="136"/>
                      </a:lnTo>
                      <a:lnTo>
                        <a:pt x="314" y="136"/>
                      </a:lnTo>
                      <a:lnTo>
                        <a:pt x="306" y="138"/>
                      </a:lnTo>
                      <a:lnTo>
                        <a:pt x="302" y="136"/>
                      </a:lnTo>
                      <a:lnTo>
                        <a:pt x="302" y="134"/>
                      </a:lnTo>
                      <a:lnTo>
                        <a:pt x="298" y="132"/>
                      </a:lnTo>
                      <a:lnTo>
                        <a:pt x="290" y="130"/>
                      </a:lnTo>
                      <a:lnTo>
                        <a:pt x="280" y="132"/>
                      </a:lnTo>
                      <a:lnTo>
                        <a:pt x="270" y="134"/>
                      </a:lnTo>
                      <a:lnTo>
                        <a:pt x="260" y="136"/>
                      </a:lnTo>
                      <a:lnTo>
                        <a:pt x="250" y="142"/>
                      </a:lnTo>
                      <a:lnTo>
                        <a:pt x="236" y="152"/>
                      </a:lnTo>
                      <a:lnTo>
                        <a:pt x="222" y="164"/>
                      </a:lnTo>
                      <a:lnTo>
                        <a:pt x="218" y="158"/>
                      </a:lnTo>
                      <a:lnTo>
                        <a:pt x="216" y="152"/>
                      </a:lnTo>
                      <a:lnTo>
                        <a:pt x="214" y="144"/>
                      </a:lnTo>
                      <a:lnTo>
                        <a:pt x="214" y="136"/>
                      </a:lnTo>
                      <a:lnTo>
                        <a:pt x="192" y="136"/>
                      </a:lnTo>
                      <a:lnTo>
                        <a:pt x="192" y="144"/>
                      </a:lnTo>
                      <a:lnTo>
                        <a:pt x="194" y="150"/>
                      </a:lnTo>
                      <a:lnTo>
                        <a:pt x="196" y="158"/>
                      </a:lnTo>
                      <a:lnTo>
                        <a:pt x="198" y="166"/>
                      </a:lnTo>
                      <a:lnTo>
                        <a:pt x="190" y="166"/>
                      </a:lnTo>
                      <a:lnTo>
                        <a:pt x="180" y="168"/>
                      </a:lnTo>
                      <a:lnTo>
                        <a:pt x="172" y="172"/>
                      </a:lnTo>
                      <a:lnTo>
                        <a:pt x="166" y="176"/>
                      </a:lnTo>
                      <a:lnTo>
                        <a:pt x="158" y="186"/>
                      </a:lnTo>
                      <a:lnTo>
                        <a:pt x="148" y="196"/>
                      </a:lnTo>
                      <a:lnTo>
                        <a:pt x="132" y="190"/>
                      </a:lnTo>
                      <a:lnTo>
                        <a:pt x="118" y="190"/>
                      </a:lnTo>
                      <a:lnTo>
                        <a:pt x="126" y="198"/>
                      </a:lnTo>
                      <a:lnTo>
                        <a:pt x="130" y="206"/>
                      </a:lnTo>
                      <a:lnTo>
                        <a:pt x="132" y="210"/>
                      </a:lnTo>
                      <a:lnTo>
                        <a:pt x="118" y="210"/>
                      </a:lnTo>
                      <a:lnTo>
                        <a:pt x="110" y="208"/>
                      </a:lnTo>
                      <a:lnTo>
                        <a:pt x="102" y="202"/>
                      </a:lnTo>
                      <a:lnTo>
                        <a:pt x="94" y="196"/>
                      </a:lnTo>
                      <a:lnTo>
                        <a:pt x="84" y="180"/>
                      </a:lnTo>
                      <a:lnTo>
                        <a:pt x="76" y="166"/>
                      </a:lnTo>
                      <a:lnTo>
                        <a:pt x="84" y="166"/>
                      </a:lnTo>
                      <a:lnTo>
                        <a:pt x="96" y="170"/>
                      </a:lnTo>
                      <a:lnTo>
                        <a:pt x="110" y="172"/>
                      </a:lnTo>
                      <a:lnTo>
                        <a:pt x="124" y="174"/>
                      </a:lnTo>
                      <a:lnTo>
                        <a:pt x="134" y="172"/>
                      </a:lnTo>
                      <a:lnTo>
                        <a:pt x="142" y="170"/>
                      </a:lnTo>
                      <a:lnTo>
                        <a:pt x="158" y="164"/>
                      </a:lnTo>
                      <a:lnTo>
                        <a:pt x="156" y="158"/>
                      </a:lnTo>
                      <a:lnTo>
                        <a:pt x="150" y="152"/>
                      </a:lnTo>
                      <a:lnTo>
                        <a:pt x="144" y="146"/>
                      </a:lnTo>
                      <a:lnTo>
                        <a:pt x="138" y="142"/>
                      </a:lnTo>
                      <a:lnTo>
                        <a:pt x="120" y="136"/>
                      </a:lnTo>
                      <a:lnTo>
                        <a:pt x="100" y="132"/>
                      </a:lnTo>
                      <a:lnTo>
                        <a:pt x="56" y="124"/>
                      </a:lnTo>
                      <a:lnTo>
                        <a:pt x="36" y="118"/>
                      </a:lnTo>
                      <a:lnTo>
                        <a:pt x="28" y="114"/>
                      </a:lnTo>
                      <a:lnTo>
                        <a:pt x="24" y="110"/>
                      </a:lnTo>
                      <a:lnTo>
                        <a:pt x="24" y="122"/>
                      </a:lnTo>
                      <a:lnTo>
                        <a:pt x="8" y="126"/>
                      </a:lnTo>
                      <a:lnTo>
                        <a:pt x="2" y="130"/>
                      </a:lnTo>
                      <a:lnTo>
                        <a:pt x="0" y="134"/>
                      </a:lnTo>
                      <a:lnTo>
                        <a:pt x="0" y="136"/>
                      </a:lnTo>
                      <a:lnTo>
                        <a:pt x="0" y="140"/>
                      </a:lnTo>
                      <a:lnTo>
                        <a:pt x="2" y="142"/>
                      </a:lnTo>
                      <a:lnTo>
                        <a:pt x="10" y="144"/>
                      </a:lnTo>
                      <a:lnTo>
                        <a:pt x="18" y="146"/>
                      </a:lnTo>
                      <a:lnTo>
                        <a:pt x="20" y="148"/>
                      </a:lnTo>
                      <a:lnTo>
                        <a:pt x="20" y="150"/>
                      </a:lnTo>
                      <a:lnTo>
                        <a:pt x="20" y="154"/>
                      </a:lnTo>
                      <a:lnTo>
                        <a:pt x="18" y="158"/>
                      </a:lnTo>
                      <a:lnTo>
                        <a:pt x="14" y="160"/>
                      </a:lnTo>
                      <a:lnTo>
                        <a:pt x="14" y="164"/>
                      </a:lnTo>
                      <a:lnTo>
                        <a:pt x="16" y="166"/>
                      </a:lnTo>
                      <a:lnTo>
                        <a:pt x="18" y="164"/>
                      </a:lnTo>
                      <a:lnTo>
                        <a:pt x="24" y="164"/>
                      </a:lnTo>
                      <a:lnTo>
                        <a:pt x="24" y="174"/>
                      </a:lnTo>
                      <a:lnTo>
                        <a:pt x="28" y="186"/>
                      </a:lnTo>
                      <a:lnTo>
                        <a:pt x="30" y="192"/>
                      </a:lnTo>
                      <a:lnTo>
                        <a:pt x="32" y="196"/>
                      </a:lnTo>
                      <a:lnTo>
                        <a:pt x="36" y="198"/>
                      </a:lnTo>
                      <a:lnTo>
                        <a:pt x="36" y="202"/>
                      </a:lnTo>
                      <a:lnTo>
                        <a:pt x="38" y="208"/>
                      </a:lnTo>
                      <a:lnTo>
                        <a:pt x="40" y="212"/>
                      </a:lnTo>
                      <a:lnTo>
                        <a:pt x="40" y="218"/>
                      </a:lnTo>
                      <a:lnTo>
                        <a:pt x="50" y="222"/>
                      </a:lnTo>
                      <a:lnTo>
                        <a:pt x="56" y="228"/>
                      </a:lnTo>
                      <a:lnTo>
                        <a:pt x="56" y="240"/>
                      </a:lnTo>
                      <a:lnTo>
                        <a:pt x="46" y="242"/>
                      </a:lnTo>
                      <a:lnTo>
                        <a:pt x="38" y="246"/>
                      </a:lnTo>
                      <a:lnTo>
                        <a:pt x="28" y="260"/>
                      </a:lnTo>
                      <a:lnTo>
                        <a:pt x="32" y="266"/>
                      </a:lnTo>
                      <a:lnTo>
                        <a:pt x="36" y="268"/>
                      </a:lnTo>
                      <a:lnTo>
                        <a:pt x="40" y="270"/>
                      </a:lnTo>
                      <a:lnTo>
                        <a:pt x="34" y="276"/>
                      </a:lnTo>
                      <a:lnTo>
                        <a:pt x="26" y="282"/>
                      </a:lnTo>
                      <a:lnTo>
                        <a:pt x="20" y="284"/>
                      </a:lnTo>
                      <a:lnTo>
                        <a:pt x="20" y="294"/>
                      </a:lnTo>
                      <a:lnTo>
                        <a:pt x="18" y="296"/>
                      </a:lnTo>
                      <a:lnTo>
                        <a:pt x="14" y="296"/>
                      </a:lnTo>
                      <a:lnTo>
                        <a:pt x="16" y="300"/>
                      </a:lnTo>
                      <a:lnTo>
                        <a:pt x="24" y="314"/>
                      </a:lnTo>
                      <a:lnTo>
                        <a:pt x="26" y="320"/>
                      </a:lnTo>
                      <a:lnTo>
                        <a:pt x="28" y="330"/>
                      </a:lnTo>
                      <a:lnTo>
                        <a:pt x="30" y="338"/>
                      </a:lnTo>
                      <a:lnTo>
                        <a:pt x="30" y="340"/>
                      </a:lnTo>
                      <a:lnTo>
                        <a:pt x="32" y="340"/>
                      </a:lnTo>
                      <a:lnTo>
                        <a:pt x="34" y="340"/>
                      </a:lnTo>
                      <a:lnTo>
                        <a:pt x="42" y="338"/>
                      </a:lnTo>
                      <a:lnTo>
                        <a:pt x="50" y="334"/>
                      </a:lnTo>
                      <a:lnTo>
                        <a:pt x="58" y="338"/>
                      </a:lnTo>
                      <a:lnTo>
                        <a:pt x="68" y="338"/>
                      </a:lnTo>
                      <a:lnTo>
                        <a:pt x="80" y="338"/>
                      </a:lnTo>
                      <a:lnTo>
                        <a:pt x="88" y="350"/>
                      </a:lnTo>
                      <a:lnTo>
                        <a:pt x="88" y="358"/>
                      </a:lnTo>
                      <a:lnTo>
                        <a:pt x="94" y="362"/>
                      </a:lnTo>
                      <a:lnTo>
                        <a:pt x="100" y="372"/>
                      </a:lnTo>
                      <a:lnTo>
                        <a:pt x="104" y="376"/>
                      </a:lnTo>
                      <a:lnTo>
                        <a:pt x="108" y="376"/>
                      </a:lnTo>
                      <a:lnTo>
                        <a:pt x="112" y="378"/>
                      </a:lnTo>
                      <a:lnTo>
                        <a:pt x="112" y="376"/>
                      </a:lnTo>
                      <a:lnTo>
                        <a:pt x="114" y="384"/>
                      </a:lnTo>
                      <a:lnTo>
                        <a:pt x="110" y="386"/>
                      </a:lnTo>
                      <a:lnTo>
                        <a:pt x="96" y="390"/>
                      </a:lnTo>
                      <a:lnTo>
                        <a:pt x="104" y="406"/>
                      </a:lnTo>
                      <a:lnTo>
                        <a:pt x="112" y="406"/>
                      </a:lnTo>
                      <a:lnTo>
                        <a:pt x="132" y="400"/>
                      </a:lnTo>
                      <a:lnTo>
                        <a:pt x="142" y="408"/>
                      </a:lnTo>
                      <a:lnTo>
                        <a:pt x="142" y="414"/>
                      </a:lnTo>
                      <a:lnTo>
                        <a:pt x="144" y="422"/>
                      </a:lnTo>
                      <a:lnTo>
                        <a:pt x="160" y="424"/>
                      </a:lnTo>
                      <a:lnTo>
                        <a:pt x="164" y="436"/>
                      </a:lnTo>
                      <a:lnTo>
                        <a:pt x="174" y="436"/>
                      </a:lnTo>
                      <a:lnTo>
                        <a:pt x="178" y="440"/>
                      </a:lnTo>
                      <a:lnTo>
                        <a:pt x="192" y="436"/>
                      </a:lnTo>
                      <a:lnTo>
                        <a:pt x="198" y="444"/>
                      </a:lnTo>
                      <a:lnTo>
                        <a:pt x="210" y="448"/>
                      </a:lnTo>
                      <a:lnTo>
                        <a:pt x="214" y="448"/>
                      </a:lnTo>
                      <a:lnTo>
                        <a:pt x="222" y="450"/>
                      </a:lnTo>
                      <a:lnTo>
                        <a:pt x="228" y="452"/>
                      </a:lnTo>
                      <a:lnTo>
                        <a:pt x="234" y="454"/>
                      </a:lnTo>
                      <a:lnTo>
                        <a:pt x="236" y="456"/>
                      </a:lnTo>
                      <a:lnTo>
                        <a:pt x="236" y="458"/>
                      </a:lnTo>
                      <a:lnTo>
                        <a:pt x="234" y="460"/>
                      </a:lnTo>
                      <a:lnTo>
                        <a:pt x="230" y="464"/>
                      </a:lnTo>
                      <a:lnTo>
                        <a:pt x="234" y="472"/>
                      </a:lnTo>
                      <a:lnTo>
                        <a:pt x="236" y="480"/>
                      </a:lnTo>
                      <a:lnTo>
                        <a:pt x="236" y="484"/>
                      </a:lnTo>
                      <a:lnTo>
                        <a:pt x="220" y="484"/>
                      </a:lnTo>
                      <a:lnTo>
                        <a:pt x="212" y="492"/>
                      </a:lnTo>
                      <a:lnTo>
                        <a:pt x="212" y="500"/>
                      </a:lnTo>
                      <a:lnTo>
                        <a:pt x="216" y="500"/>
                      </a:lnTo>
                      <a:lnTo>
                        <a:pt x="224" y="500"/>
                      </a:lnTo>
                      <a:lnTo>
                        <a:pt x="206" y="510"/>
                      </a:lnTo>
                      <a:lnTo>
                        <a:pt x="214" y="518"/>
                      </a:lnTo>
                      <a:lnTo>
                        <a:pt x="206" y="520"/>
                      </a:lnTo>
                      <a:lnTo>
                        <a:pt x="206" y="532"/>
                      </a:lnTo>
                      <a:lnTo>
                        <a:pt x="192" y="534"/>
                      </a:lnTo>
                      <a:lnTo>
                        <a:pt x="198" y="536"/>
                      </a:lnTo>
                      <a:lnTo>
                        <a:pt x="202" y="540"/>
                      </a:lnTo>
                      <a:lnTo>
                        <a:pt x="208" y="544"/>
                      </a:lnTo>
                      <a:lnTo>
                        <a:pt x="216" y="548"/>
                      </a:lnTo>
                      <a:lnTo>
                        <a:pt x="242" y="562"/>
                      </a:lnTo>
                      <a:lnTo>
                        <a:pt x="250" y="564"/>
                      </a:lnTo>
                      <a:lnTo>
                        <a:pt x="260" y="564"/>
                      </a:lnTo>
                      <a:lnTo>
                        <a:pt x="272" y="568"/>
                      </a:lnTo>
                      <a:lnTo>
                        <a:pt x="284" y="570"/>
                      </a:lnTo>
                      <a:lnTo>
                        <a:pt x="294" y="572"/>
                      </a:lnTo>
                      <a:lnTo>
                        <a:pt x="304" y="578"/>
                      </a:lnTo>
                      <a:lnTo>
                        <a:pt x="318" y="578"/>
                      </a:lnTo>
                      <a:lnTo>
                        <a:pt x="334" y="584"/>
                      </a:lnTo>
                      <a:lnTo>
                        <a:pt x="340" y="592"/>
                      </a:lnTo>
                      <a:lnTo>
                        <a:pt x="350" y="594"/>
                      </a:lnTo>
                      <a:lnTo>
                        <a:pt x="354" y="598"/>
                      </a:lnTo>
                      <a:lnTo>
                        <a:pt x="356" y="600"/>
                      </a:lnTo>
                      <a:lnTo>
                        <a:pt x="358" y="602"/>
                      </a:lnTo>
                      <a:lnTo>
                        <a:pt x="362" y="604"/>
                      </a:lnTo>
                      <a:lnTo>
                        <a:pt x="364" y="606"/>
                      </a:lnTo>
                      <a:lnTo>
                        <a:pt x="370" y="606"/>
                      </a:lnTo>
                      <a:lnTo>
                        <a:pt x="376" y="600"/>
                      </a:lnTo>
                      <a:lnTo>
                        <a:pt x="380" y="596"/>
                      </a:lnTo>
                      <a:lnTo>
                        <a:pt x="372" y="582"/>
                      </a:lnTo>
                      <a:lnTo>
                        <a:pt x="362" y="568"/>
                      </a:lnTo>
                      <a:lnTo>
                        <a:pt x="352" y="558"/>
                      </a:lnTo>
                      <a:lnTo>
                        <a:pt x="350" y="556"/>
                      </a:lnTo>
                      <a:lnTo>
                        <a:pt x="342" y="544"/>
                      </a:lnTo>
                      <a:lnTo>
                        <a:pt x="344" y="542"/>
                      </a:lnTo>
                      <a:lnTo>
                        <a:pt x="348" y="530"/>
                      </a:lnTo>
                      <a:lnTo>
                        <a:pt x="350" y="526"/>
                      </a:lnTo>
                      <a:lnTo>
                        <a:pt x="354" y="526"/>
                      </a:lnTo>
                      <a:lnTo>
                        <a:pt x="358" y="524"/>
                      </a:lnTo>
                      <a:lnTo>
                        <a:pt x="366" y="518"/>
                      </a:lnTo>
                      <a:lnTo>
                        <a:pt x="374" y="512"/>
                      </a:lnTo>
                      <a:lnTo>
                        <a:pt x="370" y="506"/>
                      </a:lnTo>
                      <a:lnTo>
                        <a:pt x="366" y="498"/>
                      </a:lnTo>
                      <a:lnTo>
                        <a:pt x="358" y="486"/>
                      </a:lnTo>
                      <a:lnTo>
                        <a:pt x="342" y="486"/>
                      </a:lnTo>
                      <a:lnTo>
                        <a:pt x="342" y="476"/>
                      </a:lnTo>
                      <a:lnTo>
                        <a:pt x="336" y="478"/>
                      </a:lnTo>
                      <a:lnTo>
                        <a:pt x="332" y="478"/>
                      </a:lnTo>
                      <a:lnTo>
                        <a:pt x="332" y="476"/>
                      </a:lnTo>
                      <a:lnTo>
                        <a:pt x="332" y="474"/>
                      </a:lnTo>
                      <a:lnTo>
                        <a:pt x="332" y="464"/>
                      </a:lnTo>
                      <a:lnTo>
                        <a:pt x="332" y="462"/>
                      </a:lnTo>
                      <a:lnTo>
                        <a:pt x="332" y="446"/>
                      </a:lnTo>
                      <a:lnTo>
                        <a:pt x="342" y="436"/>
                      </a:lnTo>
                      <a:lnTo>
                        <a:pt x="350" y="448"/>
                      </a:lnTo>
                      <a:lnTo>
                        <a:pt x="358" y="444"/>
                      </a:lnTo>
                      <a:lnTo>
                        <a:pt x="356" y="432"/>
                      </a:lnTo>
                      <a:lnTo>
                        <a:pt x="380" y="412"/>
                      </a:lnTo>
                      <a:lnTo>
                        <a:pt x="402" y="416"/>
                      </a:lnTo>
                      <a:lnTo>
                        <a:pt x="418" y="422"/>
                      </a:lnTo>
                      <a:lnTo>
                        <a:pt x="434" y="434"/>
                      </a:lnTo>
                      <a:lnTo>
                        <a:pt x="442" y="432"/>
                      </a:lnTo>
                      <a:lnTo>
                        <a:pt x="454" y="436"/>
                      </a:lnTo>
                      <a:lnTo>
                        <a:pt x="460" y="428"/>
                      </a:lnTo>
                      <a:lnTo>
                        <a:pt x="492" y="428"/>
                      </a:lnTo>
                      <a:lnTo>
                        <a:pt x="502" y="436"/>
                      </a:lnTo>
                      <a:lnTo>
                        <a:pt x="534" y="434"/>
                      </a:lnTo>
                      <a:lnTo>
                        <a:pt x="536" y="420"/>
                      </a:lnTo>
                      <a:lnTo>
                        <a:pt x="512" y="412"/>
                      </a:lnTo>
                      <a:lnTo>
                        <a:pt x="516" y="406"/>
                      </a:lnTo>
                      <a:lnTo>
                        <a:pt x="518" y="394"/>
                      </a:lnTo>
                      <a:lnTo>
                        <a:pt x="532" y="392"/>
                      </a:lnTo>
                      <a:lnTo>
                        <a:pt x="520" y="386"/>
                      </a:lnTo>
                      <a:lnTo>
                        <a:pt x="514" y="376"/>
                      </a:lnTo>
                      <a:lnTo>
                        <a:pt x="534" y="376"/>
                      </a:lnTo>
                      <a:lnTo>
                        <a:pt x="602" y="360"/>
                      </a:lnTo>
                      <a:lnTo>
                        <a:pt x="612" y="350"/>
                      </a:lnTo>
                      <a:lnTo>
                        <a:pt x="640" y="354"/>
                      </a:lnTo>
                      <a:lnTo>
                        <a:pt x="652" y="372"/>
                      </a:lnTo>
                      <a:lnTo>
                        <a:pt x="684" y="376"/>
                      </a:lnTo>
                      <a:lnTo>
                        <a:pt x="684" y="382"/>
                      </a:lnTo>
                      <a:lnTo>
                        <a:pt x="702" y="382"/>
                      </a:lnTo>
                      <a:lnTo>
                        <a:pt x="720" y="368"/>
                      </a:lnTo>
                      <a:lnTo>
                        <a:pt x="728" y="368"/>
                      </a:lnTo>
                      <a:lnTo>
                        <a:pt x="728" y="378"/>
                      </a:lnTo>
                      <a:lnTo>
                        <a:pt x="744" y="384"/>
                      </a:lnTo>
                      <a:lnTo>
                        <a:pt x="796" y="432"/>
                      </a:lnTo>
                      <a:lnTo>
                        <a:pt x="804" y="434"/>
                      </a:lnTo>
                      <a:lnTo>
                        <a:pt x="804" y="424"/>
                      </a:lnTo>
                      <a:lnTo>
                        <a:pt x="816" y="426"/>
                      </a:lnTo>
                      <a:lnTo>
                        <a:pt x="818" y="434"/>
                      </a:lnTo>
                      <a:lnTo>
                        <a:pt x="836" y="436"/>
                      </a:lnTo>
                      <a:lnTo>
                        <a:pt x="842" y="428"/>
                      </a:lnTo>
                      <a:lnTo>
                        <a:pt x="866" y="446"/>
                      </a:lnTo>
                      <a:lnTo>
                        <a:pt x="884" y="454"/>
                      </a:lnTo>
                      <a:lnTo>
                        <a:pt x="902" y="45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4" name="îŝļîďè"/>
                <p:cNvSpPr/>
                <p:nvPr/>
              </p:nvSpPr>
              <p:spPr bwMode="auto">
                <a:xfrm>
                  <a:off x="6105190" y="2613726"/>
                  <a:ext cx="196942" cy="116288"/>
                </a:xfrm>
                <a:custGeom>
                  <a:avLst/>
                  <a:gdLst>
                    <a:gd name="T0" fmla="*/ 0 w 112"/>
                    <a:gd name="T1" fmla="*/ 2147483647 h 68"/>
                    <a:gd name="T2" fmla="*/ 2147483647 w 112"/>
                    <a:gd name="T3" fmla="*/ 2147483647 h 68"/>
                    <a:gd name="T4" fmla="*/ 2147483647 w 112"/>
                    <a:gd name="T5" fmla="*/ 2147483647 h 68"/>
                    <a:gd name="T6" fmla="*/ 2147483647 w 112"/>
                    <a:gd name="T7" fmla="*/ 2147483647 h 68"/>
                    <a:gd name="T8" fmla="*/ 2147483647 w 112"/>
                    <a:gd name="T9" fmla="*/ 2147483647 h 68"/>
                    <a:gd name="T10" fmla="*/ 2147483647 w 112"/>
                    <a:gd name="T11" fmla="*/ 2147483647 h 68"/>
                    <a:gd name="T12" fmla="*/ 2147483647 w 112"/>
                    <a:gd name="T13" fmla="*/ 0 h 68"/>
                    <a:gd name="T14" fmla="*/ 2147483647 w 112"/>
                    <a:gd name="T15" fmla="*/ 2147483647 h 68"/>
                    <a:gd name="T16" fmla="*/ 2147483647 w 112"/>
                    <a:gd name="T17" fmla="*/ 2147483647 h 68"/>
                    <a:gd name="T18" fmla="*/ 2147483647 w 112"/>
                    <a:gd name="T19" fmla="*/ 2147483647 h 68"/>
                    <a:gd name="T20" fmla="*/ 2147483647 w 112"/>
                    <a:gd name="T21" fmla="*/ 2147483647 h 68"/>
                    <a:gd name="T22" fmla="*/ 2147483647 w 112"/>
                    <a:gd name="T23" fmla="*/ 2147483647 h 68"/>
                    <a:gd name="T24" fmla="*/ 2147483647 w 112"/>
                    <a:gd name="T25" fmla="*/ 2147483647 h 68"/>
                    <a:gd name="T26" fmla="*/ 2147483647 w 112"/>
                    <a:gd name="T27" fmla="*/ 2147483647 h 68"/>
                    <a:gd name="T28" fmla="*/ 2147483647 w 112"/>
                    <a:gd name="T29" fmla="*/ 2147483647 h 68"/>
                    <a:gd name="T30" fmla="*/ 2147483647 w 112"/>
                    <a:gd name="T31" fmla="*/ 2147483647 h 68"/>
                    <a:gd name="T32" fmla="*/ 2147483647 w 112"/>
                    <a:gd name="T33" fmla="*/ 2147483647 h 68"/>
                    <a:gd name="T34" fmla="*/ 2147483647 w 112"/>
                    <a:gd name="T35" fmla="*/ 2147483647 h 68"/>
                    <a:gd name="T36" fmla="*/ 2147483647 w 112"/>
                    <a:gd name="T37" fmla="*/ 2147483647 h 68"/>
                    <a:gd name="T38" fmla="*/ 2147483647 w 112"/>
                    <a:gd name="T39" fmla="*/ 2147483647 h 68"/>
                    <a:gd name="T40" fmla="*/ 2147483647 w 112"/>
                    <a:gd name="T41" fmla="*/ 2147483647 h 68"/>
                    <a:gd name="T42" fmla="*/ 2147483647 w 112"/>
                    <a:gd name="T43" fmla="*/ 2147483647 h 68"/>
                    <a:gd name="T44" fmla="*/ 2147483647 w 112"/>
                    <a:gd name="T45" fmla="*/ 2147483647 h 68"/>
                    <a:gd name="T46" fmla="*/ 2147483647 w 112"/>
                    <a:gd name="T47" fmla="*/ 2147483647 h 68"/>
                    <a:gd name="T48" fmla="*/ 2147483647 w 112"/>
                    <a:gd name="T49" fmla="*/ 2147483647 h 68"/>
                    <a:gd name="T50" fmla="*/ 2147483647 w 112"/>
                    <a:gd name="T51" fmla="*/ 2147483647 h 68"/>
                    <a:gd name="T52" fmla="*/ 2147483647 w 112"/>
                    <a:gd name="T53" fmla="*/ 2147483647 h 68"/>
                    <a:gd name="T54" fmla="*/ 2147483647 w 112"/>
                    <a:gd name="T55" fmla="*/ 2147483647 h 68"/>
                    <a:gd name="T56" fmla="*/ 2147483647 w 112"/>
                    <a:gd name="T57" fmla="*/ 2147483647 h 68"/>
                    <a:gd name="T58" fmla="*/ 2147483647 w 112"/>
                    <a:gd name="T59" fmla="*/ 2147483647 h 68"/>
                    <a:gd name="T60" fmla="*/ 2147483647 w 112"/>
                    <a:gd name="T61" fmla="*/ 2147483647 h 68"/>
                    <a:gd name="T62" fmla="*/ 2147483647 w 112"/>
                    <a:gd name="T63" fmla="*/ 2147483647 h 68"/>
                    <a:gd name="T64" fmla="*/ 2147483647 w 112"/>
                    <a:gd name="T65" fmla="*/ 2147483647 h 68"/>
                    <a:gd name="T66" fmla="*/ 2147483647 w 112"/>
                    <a:gd name="T67" fmla="*/ 2147483647 h 68"/>
                    <a:gd name="T68" fmla="*/ 2147483647 w 112"/>
                    <a:gd name="T69" fmla="*/ 2147483647 h 68"/>
                    <a:gd name="T70" fmla="*/ 2147483647 w 112"/>
                    <a:gd name="T71" fmla="*/ 2147483647 h 68"/>
                    <a:gd name="T72" fmla="*/ 2147483647 w 112"/>
                    <a:gd name="T73" fmla="*/ 2147483647 h 68"/>
                    <a:gd name="T74" fmla="*/ 2147483647 w 112"/>
                    <a:gd name="T75" fmla="*/ 2147483647 h 68"/>
                    <a:gd name="T76" fmla="*/ 2147483647 w 112"/>
                    <a:gd name="T77" fmla="*/ 2147483647 h 68"/>
                    <a:gd name="T78" fmla="*/ 2147483647 w 112"/>
                    <a:gd name="T79" fmla="*/ 2147483647 h 68"/>
                    <a:gd name="T80" fmla="*/ 2147483647 w 112"/>
                    <a:gd name="T81" fmla="*/ 2147483647 h 68"/>
                    <a:gd name="T82" fmla="*/ 2147483647 w 112"/>
                    <a:gd name="T83" fmla="*/ 2147483647 h 68"/>
                    <a:gd name="T84" fmla="*/ 2147483647 w 112"/>
                    <a:gd name="T85" fmla="*/ 2147483647 h 68"/>
                    <a:gd name="T86" fmla="*/ 2147483647 w 112"/>
                    <a:gd name="T87" fmla="*/ 2147483647 h 68"/>
                    <a:gd name="T88" fmla="*/ 2147483647 w 112"/>
                    <a:gd name="T89" fmla="*/ 2147483647 h 68"/>
                    <a:gd name="T90" fmla="*/ 2147483647 w 112"/>
                    <a:gd name="T91" fmla="*/ 2147483647 h 68"/>
                    <a:gd name="T92" fmla="*/ 0 w 112"/>
                    <a:gd name="T93" fmla="*/ 2147483647 h 68"/>
                    <a:gd name="T94" fmla="*/ 0 w 112"/>
                    <a:gd name="T95" fmla="*/ 2147483647 h 6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12"/>
                    <a:gd name="T145" fmla="*/ 0 h 68"/>
                    <a:gd name="T146" fmla="*/ 112 w 112"/>
                    <a:gd name="T147" fmla="*/ 68 h 68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12" h="68">
                      <a:moveTo>
                        <a:pt x="0" y="26"/>
                      </a:moveTo>
                      <a:lnTo>
                        <a:pt x="14" y="26"/>
                      </a:lnTo>
                      <a:lnTo>
                        <a:pt x="16" y="16"/>
                      </a:lnTo>
                      <a:lnTo>
                        <a:pt x="22" y="14"/>
                      </a:lnTo>
                      <a:lnTo>
                        <a:pt x="22" y="4"/>
                      </a:lnTo>
                      <a:lnTo>
                        <a:pt x="32" y="6"/>
                      </a:lnTo>
                      <a:lnTo>
                        <a:pt x="36" y="0"/>
                      </a:lnTo>
                      <a:lnTo>
                        <a:pt x="44" y="6"/>
                      </a:lnTo>
                      <a:lnTo>
                        <a:pt x="44" y="10"/>
                      </a:lnTo>
                      <a:lnTo>
                        <a:pt x="36" y="14"/>
                      </a:lnTo>
                      <a:lnTo>
                        <a:pt x="32" y="16"/>
                      </a:lnTo>
                      <a:lnTo>
                        <a:pt x="40" y="16"/>
                      </a:lnTo>
                      <a:lnTo>
                        <a:pt x="46" y="18"/>
                      </a:lnTo>
                      <a:lnTo>
                        <a:pt x="44" y="28"/>
                      </a:lnTo>
                      <a:lnTo>
                        <a:pt x="58" y="28"/>
                      </a:lnTo>
                      <a:lnTo>
                        <a:pt x="64" y="30"/>
                      </a:lnTo>
                      <a:lnTo>
                        <a:pt x="78" y="30"/>
                      </a:lnTo>
                      <a:lnTo>
                        <a:pt x="84" y="26"/>
                      </a:lnTo>
                      <a:lnTo>
                        <a:pt x="84" y="30"/>
                      </a:lnTo>
                      <a:lnTo>
                        <a:pt x="88" y="32"/>
                      </a:lnTo>
                      <a:lnTo>
                        <a:pt x="98" y="38"/>
                      </a:lnTo>
                      <a:lnTo>
                        <a:pt x="102" y="44"/>
                      </a:lnTo>
                      <a:lnTo>
                        <a:pt x="108" y="48"/>
                      </a:lnTo>
                      <a:lnTo>
                        <a:pt x="112" y="58"/>
                      </a:lnTo>
                      <a:lnTo>
                        <a:pt x="106" y="60"/>
                      </a:lnTo>
                      <a:lnTo>
                        <a:pt x="98" y="62"/>
                      </a:lnTo>
                      <a:lnTo>
                        <a:pt x="90" y="64"/>
                      </a:lnTo>
                      <a:lnTo>
                        <a:pt x="82" y="66"/>
                      </a:lnTo>
                      <a:lnTo>
                        <a:pt x="76" y="68"/>
                      </a:lnTo>
                      <a:lnTo>
                        <a:pt x="74" y="68"/>
                      </a:lnTo>
                      <a:lnTo>
                        <a:pt x="70" y="68"/>
                      </a:lnTo>
                      <a:lnTo>
                        <a:pt x="66" y="64"/>
                      </a:lnTo>
                      <a:lnTo>
                        <a:pt x="60" y="58"/>
                      </a:lnTo>
                      <a:lnTo>
                        <a:pt x="58" y="50"/>
                      </a:lnTo>
                      <a:lnTo>
                        <a:pt x="54" y="40"/>
                      </a:lnTo>
                      <a:lnTo>
                        <a:pt x="48" y="40"/>
                      </a:lnTo>
                      <a:lnTo>
                        <a:pt x="44" y="46"/>
                      </a:lnTo>
                      <a:lnTo>
                        <a:pt x="40" y="50"/>
                      </a:lnTo>
                      <a:lnTo>
                        <a:pt x="34" y="56"/>
                      </a:lnTo>
                      <a:lnTo>
                        <a:pt x="30" y="60"/>
                      </a:lnTo>
                      <a:lnTo>
                        <a:pt x="20" y="66"/>
                      </a:lnTo>
                      <a:lnTo>
                        <a:pt x="12" y="66"/>
                      </a:lnTo>
                      <a:lnTo>
                        <a:pt x="16" y="56"/>
                      </a:lnTo>
                      <a:lnTo>
                        <a:pt x="16" y="46"/>
                      </a:lnTo>
                      <a:lnTo>
                        <a:pt x="12" y="42"/>
                      </a:lnTo>
                      <a:lnTo>
                        <a:pt x="6" y="38"/>
                      </a:lnTo>
                      <a:lnTo>
                        <a:pt x="0" y="32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5" name="îṥlîḓè"/>
                <p:cNvSpPr/>
                <p:nvPr/>
              </p:nvSpPr>
              <p:spPr bwMode="auto">
                <a:xfrm>
                  <a:off x="5343590" y="2528262"/>
                  <a:ext cx="192810" cy="77058"/>
                </a:xfrm>
                <a:custGeom>
                  <a:avLst/>
                  <a:gdLst>
                    <a:gd name="T0" fmla="*/ 2147483647 w 110"/>
                    <a:gd name="T1" fmla="*/ 2147483647 h 46"/>
                    <a:gd name="T2" fmla="*/ 2147483647 w 110"/>
                    <a:gd name="T3" fmla="*/ 2147483647 h 46"/>
                    <a:gd name="T4" fmla="*/ 2147483647 w 110"/>
                    <a:gd name="T5" fmla="*/ 2147483647 h 46"/>
                    <a:gd name="T6" fmla="*/ 2147483647 w 110"/>
                    <a:gd name="T7" fmla="*/ 2147483647 h 46"/>
                    <a:gd name="T8" fmla="*/ 2147483647 w 110"/>
                    <a:gd name="T9" fmla="*/ 2147483647 h 46"/>
                    <a:gd name="T10" fmla="*/ 2147483647 w 110"/>
                    <a:gd name="T11" fmla="*/ 2147483647 h 46"/>
                    <a:gd name="T12" fmla="*/ 2147483647 w 110"/>
                    <a:gd name="T13" fmla="*/ 2147483647 h 46"/>
                    <a:gd name="T14" fmla="*/ 2147483647 w 110"/>
                    <a:gd name="T15" fmla="*/ 2147483647 h 46"/>
                    <a:gd name="T16" fmla="*/ 2147483647 w 110"/>
                    <a:gd name="T17" fmla="*/ 2147483647 h 46"/>
                    <a:gd name="T18" fmla="*/ 2147483647 w 110"/>
                    <a:gd name="T19" fmla="*/ 2147483647 h 46"/>
                    <a:gd name="T20" fmla="*/ 2147483647 w 110"/>
                    <a:gd name="T21" fmla="*/ 2147483647 h 46"/>
                    <a:gd name="T22" fmla="*/ 2147483647 w 110"/>
                    <a:gd name="T23" fmla="*/ 2147483647 h 46"/>
                    <a:gd name="T24" fmla="*/ 2147483647 w 110"/>
                    <a:gd name="T25" fmla="*/ 2147483647 h 46"/>
                    <a:gd name="T26" fmla="*/ 2147483647 w 110"/>
                    <a:gd name="T27" fmla="*/ 2147483647 h 46"/>
                    <a:gd name="T28" fmla="*/ 2147483647 w 110"/>
                    <a:gd name="T29" fmla="*/ 2147483647 h 46"/>
                    <a:gd name="T30" fmla="*/ 2147483647 w 110"/>
                    <a:gd name="T31" fmla="*/ 2147483647 h 46"/>
                    <a:gd name="T32" fmla="*/ 2147483647 w 110"/>
                    <a:gd name="T33" fmla="*/ 2147483647 h 46"/>
                    <a:gd name="T34" fmla="*/ 2147483647 w 110"/>
                    <a:gd name="T35" fmla="*/ 2147483647 h 46"/>
                    <a:gd name="T36" fmla="*/ 2147483647 w 110"/>
                    <a:gd name="T37" fmla="*/ 2147483647 h 46"/>
                    <a:gd name="T38" fmla="*/ 2147483647 w 110"/>
                    <a:gd name="T39" fmla="*/ 2147483647 h 46"/>
                    <a:gd name="T40" fmla="*/ 2147483647 w 110"/>
                    <a:gd name="T41" fmla="*/ 2147483647 h 46"/>
                    <a:gd name="T42" fmla="*/ 2147483647 w 110"/>
                    <a:gd name="T43" fmla="*/ 2147483647 h 46"/>
                    <a:gd name="T44" fmla="*/ 2147483647 w 110"/>
                    <a:gd name="T45" fmla="*/ 2147483647 h 46"/>
                    <a:gd name="T46" fmla="*/ 2147483647 w 110"/>
                    <a:gd name="T47" fmla="*/ 2147483647 h 46"/>
                    <a:gd name="T48" fmla="*/ 0 w 110"/>
                    <a:gd name="T49" fmla="*/ 0 h 46"/>
                    <a:gd name="T50" fmla="*/ 2147483647 w 110"/>
                    <a:gd name="T51" fmla="*/ 2147483647 h 46"/>
                    <a:gd name="T52" fmla="*/ 2147483647 w 110"/>
                    <a:gd name="T53" fmla="*/ 2147483647 h 46"/>
                    <a:gd name="T54" fmla="*/ 2147483647 w 110"/>
                    <a:gd name="T55" fmla="*/ 2147483647 h 46"/>
                    <a:gd name="T56" fmla="*/ 2147483647 w 110"/>
                    <a:gd name="T57" fmla="*/ 2147483647 h 46"/>
                    <a:gd name="T58" fmla="*/ 2147483647 w 110"/>
                    <a:gd name="T59" fmla="*/ 2147483647 h 46"/>
                    <a:gd name="T60" fmla="*/ 2147483647 w 110"/>
                    <a:gd name="T61" fmla="*/ 2147483647 h 46"/>
                    <a:gd name="T62" fmla="*/ 2147483647 w 110"/>
                    <a:gd name="T63" fmla="*/ 2147483647 h 46"/>
                    <a:gd name="T64" fmla="*/ 2147483647 w 110"/>
                    <a:gd name="T65" fmla="*/ 2147483647 h 46"/>
                    <a:gd name="T66" fmla="*/ 2147483647 w 110"/>
                    <a:gd name="T67" fmla="*/ 2147483647 h 46"/>
                    <a:gd name="T68" fmla="*/ 2147483647 w 110"/>
                    <a:gd name="T69" fmla="*/ 2147483647 h 46"/>
                    <a:gd name="T70" fmla="*/ 2147483647 w 110"/>
                    <a:gd name="T71" fmla="*/ 2147483647 h 4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10"/>
                    <a:gd name="T109" fmla="*/ 0 h 46"/>
                    <a:gd name="T110" fmla="*/ 110 w 110"/>
                    <a:gd name="T111" fmla="*/ 46 h 4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10" h="46">
                      <a:moveTo>
                        <a:pt x="36" y="36"/>
                      </a:moveTo>
                      <a:lnTo>
                        <a:pt x="44" y="34"/>
                      </a:lnTo>
                      <a:lnTo>
                        <a:pt x="50" y="34"/>
                      </a:lnTo>
                      <a:lnTo>
                        <a:pt x="60" y="36"/>
                      </a:lnTo>
                      <a:lnTo>
                        <a:pt x="64" y="40"/>
                      </a:lnTo>
                      <a:lnTo>
                        <a:pt x="66" y="42"/>
                      </a:lnTo>
                      <a:lnTo>
                        <a:pt x="66" y="44"/>
                      </a:lnTo>
                      <a:lnTo>
                        <a:pt x="78" y="44"/>
                      </a:lnTo>
                      <a:lnTo>
                        <a:pt x="86" y="44"/>
                      </a:lnTo>
                      <a:lnTo>
                        <a:pt x="88" y="38"/>
                      </a:lnTo>
                      <a:lnTo>
                        <a:pt x="96" y="42"/>
                      </a:lnTo>
                      <a:lnTo>
                        <a:pt x="100" y="46"/>
                      </a:lnTo>
                      <a:lnTo>
                        <a:pt x="110" y="46"/>
                      </a:lnTo>
                      <a:lnTo>
                        <a:pt x="106" y="40"/>
                      </a:lnTo>
                      <a:lnTo>
                        <a:pt x="104" y="36"/>
                      </a:lnTo>
                      <a:lnTo>
                        <a:pt x="108" y="32"/>
                      </a:lnTo>
                      <a:lnTo>
                        <a:pt x="98" y="30"/>
                      </a:lnTo>
                      <a:lnTo>
                        <a:pt x="92" y="22"/>
                      </a:lnTo>
                      <a:lnTo>
                        <a:pt x="76" y="16"/>
                      </a:lnTo>
                      <a:lnTo>
                        <a:pt x="62" y="16"/>
                      </a:lnTo>
                      <a:lnTo>
                        <a:pt x="52" y="10"/>
                      </a:lnTo>
                      <a:lnTo>
                        <a:pt x="40" y="8"/>
                      </a:lnTo>
                      <a:lnTo>
                        <a:pt x="30" y="6"/>
                      </a:lnTo>
                      <a:lnTo>
                        <a:pt x="18" y="2"/>
                      </a:lnTo>
                      <a:lnTo>
                        <a:pt x="0" y="0"/>
                      </a:lnTo>
                      <a:lnTo>
                        <a:pt x="6" y="4"/>
                      </a:lnTo>
                      <a:lnTo>
                        <a:pt x="12" y="8"/>
                      </a:lnTo>
                      <a:lnTo>
                        <a:pt x="20" y="12"/>
                      </a:lnTo>
                      <a:lnTo>
                        <a:pt x="24" y="14"/>
                      </a:lnTo>
                      <a:lnTo>
                        <a:pt x="30" y="16"/>
                      </a:lnTo>
                      <a:lnTo>
                        <a:pt x="32" y="20"/>
                      </a:lnTo>
                      <a:lnTo>
                        <a:pt x="34" y="24"/>
                      </a:lnTo>
                      <a:lnTo>
                        <a:pt x="34" y="26"/>
                      </a:lnTo>
                      <a:lnTo>
                        <a:pt x="36" y="30"/>
                      </a:lnTo>
                      <a:lnTo>
                        <a:pt x="36" y="32"/>
                      </a:lnTo>
                      <a:lnTo>
                        <a:pt x="36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6" name="ïṡļiḋè"/>
                <p:cNvSpPr/>
                <p:nvPr/>
              </p:nvSpPr>
              <p:spPr bwMode="auto">
                <a:xfrm>
                  <a:off x="5459276" y="2599715"/>
                  <a:ext cx="89519" cy="71454"/>
                </a:xfrm>
                <a:custGeom>
                  <a:avLst/>
                  <a:gdLst>
                    <a:gd name="T0" fmla="*/ 0 w 52"/>
                    <a:gd name="T1" fmla="*/ 0 h 42"/>
                    <a:gd name="T2" fmla="*/ 2147483647 w 52"/>
                    <a:gd name="T3" fmla="*/ 0 h 42"/>
                    <a:gd name="T4" fmla="*/ 2147483647 w 52"/>
                    <a:gd name="T5" fmla="*/ 2147483647 h 42"/>
                    <a:gd name="T6" fmla="*/ 2147483647 w 52"/>
                    <a:gd name="T7" fmla="*/ 2147483647 h 42"/>
                    <a:gd name="T8" fmla="*/ 2147483647 w 52"/>
                    <a:gd name="T9" fmla="*/ 2147483647 h 42"/>
                    <a:gd name="T10" fmla="*/ 2147483647 w 52"/>
                    <a:gd name="T11" fmla="*/ 2147483647 h 42"/>
                    <a:gd name="T12" fmla="*/ 2147483647 w 52"/>
                    <a:gd name="T13" fmla="*/ 2147483647 h 42"/>
                    <a:gd name="T14" fmla="*/ 2147483647 w 52"/>
                    <a:gd name="T15" fmla="*/ 2147483647 h 42"/>
                    <a:gd name="T16" fmla="*/ 2147483647 w 52"/>
                    <a:gd name="T17" fmla="*/ 2147483647 h 42"/>
                    <a:gd name="T18" fmla="*/ 2147483647 w 52"/>
                    <a:gd name="T19" fmla="*/ 2147483647 h 42"/>
                    <a:gd name="T20" fmla="*/ 2147483647 w 52"/>
                    <a:gd name="T21" fmla="*/ 2147483647 h 42"/>
                    <a:gd name="T22" fmla="*/ 2147483647 w 52"/>
                    <a:gd name="T23" fmla="*/ 2147483647 h 42"/>
                    <a:gd name="T24" fmla="*/ 2147483647 w 52"/>
                    <a:gd name="T25" fmla="*/ 2147483647 h 42"/>
                    <a:gd name="T26" fmla="*/ 2147483647 w 52"/>
                    <a:gd name="T27" fmla="*/ 2147483647 h 42"/>
                    <a:gd name="T28" fmla="*/ 2147483647 w 52"/>
                    <a:gd name="T29" fmla="*/ 2147483647 h 42"/>
                    <a:gd name="T30" fmla="*/ 2147483647 w 52"/>
                    <a:gd name="T31" fmla="*/ 2147483647 h 42"/>
                    <a:gd name="T32" fmla="*/ 2147483647 w 52"/>
                    <a:gd name="T33" fmla="*/ 2147483647 h 42"/>
                    <a:gd name="T34" fmla="*/ 2147483647 w 52"/>
                    <a:gd name="T35" fmla="*/ 2147483647 h 42"/>
                    <a:gd name="T36" fmla="*/ 2147483647 w 52"/>
                    <a:gd name="T37" fmla="*/ 2147483647 h 42"/>
                    <a:gd name="T38" fmla="*/ 2147483647 w 52"/>
                    <a:gd name="T39" fmla="*/ 2147483647 h 42"/>
                    <a:gd name="T40" fmla="*/ 0 w 52"/>
                    <a:gd name="T41" fmla="*/ 0 h 4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2"/>
                    <a:gd name="T64" fmla="*/ 0 h 42"/>
                    <a:gd name="T65" fmla="*/ 52 w 52"/>
                    <a:gd name="T66" fmla="*/ 42 h 4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2" h="42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26" y="6"/>
                      </a:lnTo>
                      <a:lnTo>
                        <a:pt x="28" y="6"/>
                      </a:lnTo>
                      <a:lnTo>
                        <a:pt x="30" y="10"/>
                      </a:lnTo>
                      <a:lnTo>
                        <a:pt x="32" y="16"/>
                      </a:lnTo>
                      <a:lnTo>
                        <a:pt x="38" y="22"/>
                      </a:lnTo>
                      <a:lnTo>
                        <a:pt x="40" y="22"/>
                      </a:lnTo>
                      <a:lnTo>
                        <a:pt x="48" y="26"/>
                      </a:lnTo>
                      <a:lnTo>
                        <a:pt x="52" y="38"/>
                      </a:lnTo>
                      <a:lnTo>
                        <a:pt x="48" y="42"/>
                      </a:lnTo>
                      <a:lnTo>
                        <a:pt x="42" y="38"/>
                      </a:lnTo>
                      <a:lnTo>
                        <a:pt x="38" y="34"/>
                      </a:lnTo>
                      <a:lnTo>
                        <a:pt x="32" y="30"/>
                      </a:lnTo>
                      <a:lnTo>
                        <a:pt x="24" y="32"/>
                      </a:lnTo>
                      <a:lnTo>
                        <a:pt x="20" y="26"/>
                      </a:lnTo>
                      <a:lnTo>
                        <a:pt x="16" y="22"/>
                      </a:lnTo>
                      <a:lnTo>
                        <a:pt x="12" y="20"/>
                      </a:lnTo>
                      <a:lnTo>
                        <a:pt x="2" y="18"/>
                      </a:lnTo>
                      <a:lnTo>
                        <a:pt x="2" y="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7" name="islidê"/>
                <p:cNvSpPr/>
                <p:nvPr/>
              </p:nvSpPr>
              <p:spPr bwMode="auto">
                <a:xfrm>
                  <a:off x="5495084" y="2582903"/>
                  <a:ext cx="134967" cy="98074"/>
                </a:xfrm>
                <a:custGeom>
                  <a:avLst/>
                  <a:gdLst>
                    <a:gd name="T0" fmla="*/ 2147483647 w 78"/>
                    <a:gd name="T1" fmla="*/ 2147483647 h 60"/>
                    <a:gd name="T2" fmla="*/ 2147483647 w 78"/>
                    <a:gd name="T3" fmla="*/ 2147483647 h 60"/>
                    <a:gd name="T4" fmla="*/ 2147483647 w 78"/>
                    <a:gd name="T5" fmla="*/ 2147483647 h 60"/>
                    <a:gd name="T6" fmla="*/ 2147483647 w 78"/>
                    <a:gd name="T7" fmla="*/ 2147483647 h 60"/>
                    <a:gd name="T8" fmla="*/ 2147483647 w 78"/>
                    <a:gd name="T9" fmla="*/ 2147483647 h 60"/>
                    <a:gd name="T10" fmla="*/ 2147483647 w 78"/>
                    <a:gd name="T11" fmla="*/ 2147483647 h 60"/>
                    <a:gd name="T12" fmla="*/ 2147483647 w 78"/>
                    <a:gd name="T13" fmla="*/ 0 h 60"/>
                    <a:gd name="T14" fmla="*/ 2147483647 w 78"/>
                    <a:gd name="T15" fmla="*/ 2147483647 h 60"/>
                    <a:gd name="T16" fmla="*/ 2147483647 w 78"/>
                    <a:gd name="T17" fmla="*/ 2147483647 h 60"/>
                    <a:gd name="T18" fmla="*/ 2147483647 w 78"/>
                    <a:gd name="T19" fmla="*/ 2147483647 h 60"/>
                    <a:gd name="T20" fmla="*/ 2147483647 w 78"/>
                    <a:gd name="T21" fmla="*/ 2147483647 h 60"/>
                    <a:gd name="T22" fmla="*/ 2147483647 w 78"/>
                    <a:gd name="T23" fmla="*/ 2147483647 h 60"/>
                    <a:gd name="T24" fmla="*/ 2147483647 w 78"/>
                    <a:gd name="T25" fmla="*/ 2147483647 h 60"/>
                    <a:gd name="T26" fmla="*/ 2147483647 w 78"/>
                    <a:gd name="T27" fmla="*/ 2147483647 h 60"/>
                    <a:gd name="T28" fmla="*/ 0 w 78"/>
                    <a:gd name="T29" fmla="*/ 2147483647 h 60"/>
                    <a:gd name="T30" fmla="*/ 2147483647 w 78"/>
                    <a:gd name="T31" fmla="*/ 2147483647 h 60"/>
                    <a:gd name="T32" fmla="*/ 2147483647 w 78"/>
                    <a:gd name="T33" fmla="*/ 2147483647 h 60"/>
                    <a:gd name="T34" fmla="*/ 2147483647 w 78"/>
                    <a:gd name="T35" fmla="*/ 2147483647 h 60"/>
                    <a:gd name="T36" fmla="*/ 2147483647 w 78"/>
                    <a:gd name="T37" fmla="*/ 2147483647 h 60"/>
                    <a:gd name="T38" fmla="*/ 2147483647 w 78"/>
                    <a:gd name="T39" fmla="*/ 2147483647 h 60"/>
                    <a:gd name="T40" fmla="*/ 2147483647 w 78"/>
                    <a:gd name="T41" fmla="*/ 2147483647 h 60"/>
                    <a:gd name="T42" fmla="*/ 2147483647 w 78"/>
                    <a:gd name="T43" fmla="*/ 2147483647 h 60"/>
                    <a:gd name="T44" fmla="*/ 2147483647 w 78"/>
                    <a:gd name="T45" fmla="*/ 2147483647 h 60"/>
                    <a:gd name="T46" fmla="*/ 2147483647 w 78"/>
                    <a:gd name="T47" fmla="*/ 2147483647 h 60"/>
                    <a:gd name="T48" fmla="*/ 2147483647 w 78"/>
                    <a:gd name="T49" fmla="*/ 2147483647 h 60"/>
                    <a:gd name="T50" fmla="*/ 2147483647 w 78"/>
                    <a:gd name="T51" fmla="*/ 2147483647 h 60"/>
                    <a:gd name="T52" fmla="*/ 2147483647 w 78"/>
                    <a:gd name="T53" fmla="*/ 2147483647 h 60"/>
                    <a:gd name="T54" fmla="*/ 2147483647 w 78"/>
                    <a:gd name="T55" fmla="*/ 2147483647 h 60"/>
                    <a:gd name="T56" fmla="*/ 2147483647 w 78"/>
                    <a:gd name="T57" fmla="*/ 2147483647 h 60"/>
                    <a:gd name="T58" fmla="*/ 2147483647 w 78"/>
                    <a:gd name="T59" fmla="*/ 2147483647 h 60"/>
                    <a:gd name="T60" fmla="*/ 2147483647 w 78"/>
                    <a:gd name="T61" fmla="*/ 2147483647 h 60"/>
                    <a:gd name="T62" fmla="*/ 2147483647 w 78"/>
                    <a:gd name="T63" fmla="*/ 2147483647 h 60"/>
                    <a:gd name="T64" fmla="*/ 2147483647 w 78"/>
                    <a:gd name="T65" fmla="*/ 2147483647 h 60"/>
                    <a:gd name="T66" fmla="*/ 2147483647 w 78"/>
                    <a:gd name="T67" fmla="*/ 2147483647 h 60"/>
                    <a:gd name="T68" fmla="*/ 2147483647 w 78"/>
                    <a:gd name="T69" fmla="*/ 2147483647 h 60"/>
                    <a:gd name="T70" fmla="*/ 2147483647 w 78"/>
                    <a:gd name="T71" fmla="*/ 2147483647 h 60"/>
                    <a:gd name="T72" fmla="*/ 2147483647 w 78"/>
                    <a:gd name="T73" fmla="*/ 2147483647 h 60"/>
                    <a:gd name="T74" fmla="*/ 2147483647 w 78"/>
                    <a:gd name="T75" fmla="*/ 2147483647 h 60"/>
                    <a:gd name="T76" fmla="*/ 2147483647 w 78"/>
                    <a:gd name="T77" fmla="*/ 2147483647 h 60"/>
                    <a:gd name="T78" fmla="*/ 2147483647 w 78"/>
                    <a:gd name="T79" fmla="*/ 2147483647 h 60"/>
                    <a:gd name="T80" fmla="*/ 2147483647 w 78"/>
                    <a:gd name="T81" fmla="*/ 2147483647 h 6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78"/>
                    <a:gd name="T124" fmla="*/ 0 h 60"/>
                    <a:gd name="T125" fmla="*/ 78 w 78"/>
                    <a:gd name="T126" fmla="*/ 60 h 6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78" h="60">
                      <a:moveTo>
                        <a:pt x="52" y="2"/>
                      </a:moveTo>
                      <a:lnTo>
                        <a:pt x="48" y="6"/>
                      </a:lnTo>
                      <a:lnTo>
                        <a:pt x="42" y="12"/>
                      </a:lnTo>
                      <a:lnTo>
                        <a:pt x="36" y="12"/>
                      </a:lnTo>
                      <a:lnTo>
                        <a:pt x="32" y="8"/>
                      </a:lnTo>
                      <a:lnTo>
                        <a:pt x="28" y="6"/>
                      </a:lnTo>
                      <a:lnTo>
                        <a:pt x="22" y="0"/>
                      </a:lnTo>
                      <a:lnTo>
                        <a:pt x="18" y="4"/>
                      </a:lnTo>
                      <a:lnTo>
                        <a:pt x="20" y="8"/>
                      </a:lnTo>
                      <a:lnTo>
                        <a:pt x="24" y="14"/>
                      </a:lnTo>
                      <a:lnTo>
                        <a:pt x="20" y="14"/>
                      </a:lnTo>
                      <a:lnTo>
                        <a:pt x="14" y="14"/>
                      </a:lnTo>
                      <a:lnTo>
                        <a:pt x="10" y="10"/>
                      </a:lnTo>
                      <a:lnTo>
                        <a:pt x="2" y="6"/>
                      </a:lnTo>
                      <a:lnTo>
                        <a:pt x="0" y="12"/>
                      </a:lnTo>
                      <a:lnTo>
                        <a:pt x="6" y="18"/>
                      </a:lnTo>
                      <a:lnTo>
                        <a:pt x="8" y="18"/>
                      </a:lnTo>
                      <a:lnTo>
                        <a:pt x="10" y="24"/>
                      </a:lnTo>
                      <a:lnTo>
                        <a:pt x="12" y="28"/>
                      </a:lnTo>
                      <a:lnTo>
                        <a:pt x="14" y="30"/>
                      </a:lnTo>
                      <a:lnTo>
                        <a:pt x="20" y="34"/>
                      </a:lnTo>
                      <a:lnTo>
                        <a:pt x="28" y="38"/>
                      </a:lnTo>
                      <a:lnTo>
                        <a:pt x="32" y="50"/>
                      </a:lnTo>
                      <a:lnTo>
                        <a:pt x="36" y="46"/>
                      </a:lnTo>
                      <a:lnTo>
                        <a:pt x="42" y="42"/>
                      </a:lnTo>
                      <a:lnTo>
                        <a:pt x="46" y="38"/>
                      </a:lnTo>
                      <a:lnTo>
                        <a:pt x="54" y="38"/>
                      </a:lnTo>
                      <a:lnTo>
                        <a:pt x="54" y="44"/>
                      </a:lnTo>
                      <a:lnTo>
                        <a:pt x="56" y="46"/>
                      </a:lnTo>
                      <a:lnTo>
                        <a:pt x="56" y="52"/>
                      </a:lnTo>
                      <a:lnTo>
                        <a:pt x="58" y="54"/>
                      </a:lnTo>
                      <a:lnTo>
                        <a:pt x="60" y="56"/>
                      </a:lnTo>
                      <a:lnTo>
                        <a:pt x="64" y="56"/>
                      </a:lnTo>
                      <a:lnTo>
                        <a:pt x="68" y="60"/>
                      </a:lnTo>
                      <a:lnTo>
                        <a:pt x="72" y="28"/>
                      </a:lnTo>
                      <a:lnTo>
                        <a:pt x="78" y="28"/>
                      </a:lnTo>
                      <a:lnTo>
                        <a:pt x="64" y="18"/>
                      </a:lnTo>
                      <a:lnTo>
                        <a:pt x="62" y="14"/>
                      </a:lnTo>
                      <a:lnTo>
                        <a:pt x="56" y="8"/>
                      </a:lnTo>
                      <a:lnTo>
                        <a:pt x="56" y="6"/>
                      </a:lnTo>
                      <a:lnTo>
                        <a:pt x="52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8" name="işļîdê"/>
                <p:cNvSpPr/>
                <p:nvPr/>
              </p:nvSpPr>
              <p:spPr bwMode="auto">
                <a:xfrm>
                  <a:off x="8283945" y="3934923"/>
                  <a:ext cx="265802" cy="254992"/>
                </a:xfrm>
                <a:custGeom>
                  <a:avLst/>
                  <a:gdLst>
                    <a:gd name="T0" fmla="*/ 2147483647 w 152"/>
                    <a:gd name="T1" fmla="*/ 2147483647 h 154"/>
                    <a:gd name="T2" fmla="*/ 0 w 152"/>
                    <a:gd name="T3" fmla="*/ 2147483647 h 154"/>
                    <a:gd name="T4" fmla="*/ 2147483647 w 152"/>
                    <a:gd name="T5" fmla="*/ 2147483647 h 154"/>
                    <a:gd name="T6" fmla="*/ 2147483647 w 152"/>
                    <a:gd name="T7" fmla="*/ 2147483647 h 154"/>
                    <a:gd name="T8" fmla="*/ 2147483647 w 152"/>
                    <a:gd name="T9" fmla="*/ 2147483647 h 154"/>
                    <a:gd name="T10" fmla="*/ 2147483647 w 152"/>
                    <a:gd name="T11" fmla="*/ 2147483647 h 154"/>
                    <a:gd name="T12" fmla="*/ 2147483647 w 152"/>
                    <a:gd name="T13" fmla="*/ 2147483647 h 154"/>
                    <a:gd name="T14" fmla="*/ 2147483647 w 152"/>
                    <a:gd name="T15" fmla="*/ 2147483647 h 154"/>
                    <a:gd name="T16" fmla="*/ 2147483647 w 152"/>
                    <a:gd name="T17" fmla="*/ 2147483647 h 154"/>
                    <a:gd name="T18" fmla="*/ 2147483647 w 152"/>
                    <a:gd name="T19" fmla="*/ 2147483647 h 154"/>
                    <a:gd name="T20" fmla="*/ 2147483647 w 152"/>
                    <a:gd name="T21" fmla="*/ 2147483647 h 154"/>
                    <a:gd name="T22" fmla="*/ 2147483647 w 152"/>
                    <a:gd name="T23" fmla="*/ 2147483647 h 154"/>
                    <a:gd name="T24" fmla="*/ 2147483647 w 152"/>
                    <a:gd name="T25" fmla="*/ 2147483647 h 154"/>
                    <a:gd name="T26" fmla="*/ 2147483647 w 152"/>
                    <a:gd name="T27" fmla="*/ 2147483647 h 154"/>
                    <a:gd name="T28" fmla="*/ 2147483647 w 152"/>
                    <a:gd name="T29" fmla="*/ 2147483647 h 154"/>
                    <a:gd name="T30" fmla="*/ 2147483647 w 152"/>
                    <a:gd name="T31" fmla="*/ 2147483647 h 154"/>
                    <a:gd name="T32" fmla="*/ 2147483647 w 152"/>
                    <a:gd name="T33" fmla="*/ 2147483647 h 154"/>
                    <a:gd name="T34" fmla="*/ 2147483647 w 152"/>
                    <a:gd name="T35" fmla="*/ 2147483647 h 154"/>
                    <a:gd name="T36" fmla="*/ 2147483647 w 152"/>
                    <a:gd name="T37" fmla="*/ 2147483647 h 154"/>
                    <a:gd name="T38" fmla="*/ 2147483647 w 152"/>
                    <a:gd name="T39" fmla="*/ 2147483647 h 154"/>
                    <a:gd name="T40" fmla="*/ 2147483647 w 152"/>
                    <a:gd name="T41" fmla="*/ 2147483647 h 154"/>
                    <a:gd name="T42" fmla="*/ 2147483647 w 152"/>
                    <a:gd name="T43" fmla="*/ 2147483647 h 154"/>
                    <a:gd name="T44" fmla="*/ 2147483647 w 152"/>
                    <a:gd name="T45" fmla="*/ 2147483647 h 154"/>
                    <a:gd name="T46" fmla="*/ 2147483647 w 152"/>
                    <a:gd name="T47" fmla="*/ 2147483647 h 154"/>
                    <a:gd name="T48" fmla="*/ 2147483647 w 152"/>
                    <a:gd name="T49" fmla="*/ 2147483647 h 154"/>
                    <a:gd name="T50" fmla="*/ 2147483647 w 152"/>
                    <a:gd name="T51" fmla="*/ 2147483647 h 154"/>
                    <a:gd name="T52" fmla="*/ 2147483647 w 152"/>
                    <a:gd name="T53" fmla="*/ 2147483647 h 154"/>
                    <a:gd name="T54" fmla="*/ 2147483647 w 152"/>
                    <a:gd name="T55" fmla="*/ 2147483647 h 154"/>
                    <a:gd name="T56" fmla="*/ 2147483647 w 152"/>
                    <a:gd name="T57" fmla="*/ 2147483647 h 154"/>
                    <a:gd name="T58" fmla="*/ 2147483647 w 152"/>
                    <a:gd name="T59" fmla="*/ 2147483647 h 154"/>
                    <a:gd name="T60" fmla="*/ 2147483647 w 152"/>
                    <a:gd name="T61" fmla="*/ 2147483647 h 154"/>
                    <a:gd name="T62" fmla="*/ 2147483647 w 152"/>
                    <a:gd name="T63" fmla="*/ 2147483647 h 154"/>
                    <a:gd name="T64" fmla="*/ 2147483647 w 152"/>
                    <a:gd name="T65" fmla="*/ 2147483647 h 154"/>
                    <a:gd name="T66" fmla="*/ 2147483647 w 152"/>
                    <a:gd name="T67" fmla="*/ 2147483647 h 154"/>
                    <a:gd name="T68" fmla="*/ 2147483647 w 152"/>
                    <a:gd name="T69" fmla="*/ 2147483647 h 154"/>
                    <a:gd name="T70" fmla="*/ 2147483647 w 152"/>
                    <a:gd name="T71" fmla="*/ 2147483647 h 154"/>
                    <a:gd name="T72" fmla="*/ 2147483647 w 152"/>
                    <a:gd name="T73" fmla="*/ 2147483647 h 154"/>
                    <a:gd name="T74" fmla="*/ 2147483647 w 152"/>
                    <a:gd name="T75" fmla="*/ 0 h 154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152"/>
                    <a:gd name="T115" fmla="*/ 0 h 154"/>
                    <a:gd name="T116" fmla="*/ 152 w 152"/>
                    <a:gd name="T117" fmla="*/ 154 h 154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152" h="154">
                      <a:moveTo>
                        <a:pt x="4" y="0"/>
                      </a:moveTo>
                      <a:lnTo>
                        <a:pt x="4" y="76"/>
                      </a:lnTo>
                      <a:lnTo>
                        <a:pt x="0" y="80"/>
                      </a:lnTo>
                      <a:lnTo>
                        <a:pt x="0" y="84"/>
                      </a:lnTo>
                      <a:lnTo>
                        <a:pt x="4" y="88"/>
                      </a:lnTo>
                      <a:lnTo>
                        <a:pt x="4" y="126"/>
                      </a:lnTo>
                      <a:lnTo>
                        <a:pt x="14" y="130"/>
                      </a:lnTo>
                      <a:lnTo>
                        <a:pt x="24" y="130"/>
                      </a:lnTo>
                      <a:lnTo>
                        <a:pt x="28" y="130"/>
                      </a:lnTo>
                      <a:lnTo>
                        <a:pt x="32" y="126"/>
                      </a:lnTo>
                      <a:lnTo>
                        <a:pt x="36" y="122"/>
                      </a:lnTo>
                      <a:lnTo>
                        <a:pt x="38" y="118"/>
                      </a:lnTo>
                      <a:lnTo>
                        <a:pt x="32" y="118"/>
                      </a:lnTo>
                      <a:lnTo>
                        <a:pt x="42" y="118"/>
                      </a:lnTo>
                      <a:lnTo>
                        <a:pt x="42" y="110"/>
                      </a:lnTo>
                      <a:lnTo>
                        <a:pt x="42" y="104"/>
                      </a:lnTo>
                      <a:lnTo>
                        <a:pt x="46" y="98"/>
                      </a:lnTo>
                      <a:lnTo>
                        <a:pt x="52" y="98"/>
                      </a:lnTo>
                      <a:lnTo>
                        <a:pt x="68" y="98"/>
                      </a:lnTo>
                      <a:lnTo>
                        <a:pt x="82" y="106"/>
                      </a:lnTo>
                      <a:lnTo>
                        <a:pt x="86" y="110"/>
                      </a:lnTo>
                      <a:lnTo>
                        <a:pt x="88" y="114"/>
                      </a:lnTo>
                      <a:lnTo>
                        <a:pt x="90" y="120"/>
                      </a:lnTo>
                      <a:lnTo>
                        <a:pt x="92" y="126"/>
                      </a:lnTo>
                      <a:lnTo>
                        <a:pt x="90" y="124"/>
                      </a:lnTo>
                      <a:lnTo>
                        <a:pt x="92" y="130"/>
                      </a:lnTo>
                      <a:lnTo>
                        <a:pt x="96" y="134"/>
                      </a:lnTo>
                      <a:lnTo>
                        <a:pt x="98" y="138"/>
                      </a:lnTo>
                      <a:lnTo>
                        <a:pt x="104" y="142"/>
                      </a:lnTo>
                      <a:lnTo>
                        <a:pt x="120" y="146"/>
                      </a:lnTo>
                      <a:lnTo>
                        <a:pt x="132" y="150"/>
                      </a:lnTo>
                      <a:lnTo>
                        <a:pt x="136" y="152"/>
                      </a:lnTo>
                      <a:lnTo>
                        <a:pt x="138" y="154"/>
                      </a:lnTo>
                      <a:lnTo>
                        <a:pt x="142" y="154"/>
                      </a:lnTo>
                      <a:lnTo>
                        <a:pt x="148" y="154"/>
                      </a:lnTo>
                      <a:lnTo>
                        <a:pt x="150" y="152"/>
                      </a:lnTo>
                      <a:lnTo>
                        <a:pt x="152" y="150"/>
                      </a:lnTo>
                      <a:lnTo>
                        <a:pt x="150" y="146"/>
                      </a:lnTo>
                      <a:lnTo>
                        <a:pt x="148" y="142"/>
                      </a:lnTo>
                      <a:lnTo>
                        <a:pt x="144" y="138"/>
                      </a:lnTo>
                      <a:lnTo>
                        <a:pt x="142" y="134"/>
                      </a:lnTo>
                      <a:lnTo>
                        <a:pt x="136" y="132"/>
                      </a:lnTo>
                      <a:lnTo>
                        <a:pt x="132" y="130"/>
                      </a:lnTo>
                      <a:lnTo>
                        <a:pt x="130" y="122"/>
                      </a:lnTo>
                      <a:lnTo>
                        <a:pt x="128" y="120"/>
                      </a:lnTo>
                      <a:lnTo>
                        <a:pt x="124" y="118"/>
                      </a:lnTo>
                      <a:lnTo>
                        <a:pt x="122" y="118"/>
                      </a:lnTo>
                      <a:lnTo>
                        <a:pt x="118" y="116"/>
                      </a:lnTo>
                      <a:lnTo>
                        <a:pt x="114" y="108"/>
                      </a:lnTo>
                      <a:lnTo>
                        <a:pt x="112" y="104"/>
                      </a:lnTo>
                      <a:lnTo>
                        <a:pt x="112" y="98"/>
                      </a:lnTo>
                      <a:lnTo>
                        <a:pt x="108" y="98"/>
                      </a:lnTo>
                      <a:lnTo>
                        <a:pt x="102" y="94"/>
                      </a:lnTo>
                      <a:lnTo>
                        <a:pt x="96" y="84"/>
                      </a:lnTo>
                      <a:lnTo>
                        <a:pt x="102" y="84"/>
                      </a:lnTo>
                      <a:lnTo>
                        <a:pt x="112" y="84"/>
                      </a:lnTo>
                      <a:lnTo>
                        <a:pt x="118" y="84"/>
                      </a:lnTo>
                      <a:lnTo>
                        <a:pt x="122" y="82"/>
                      </a:lnTo>
                      <a:lnTo>
                        <a:pt x="124" y="80"/>
                      </a:lnTo>
                      <a:lnTo>
                        <a:pt x="126" y="76"/>
                      </a:lnTo>
                      <a:lnTo>
                        <a:pt x="122" y="74"/>
                      </a:lnTo>
                      <a:lnTo>
                        <a:pt x="116" y="72"/>
                      </a:lnTo>
                      <a:lnTo>
                        <a:pt x="104" y="66"/>
                      </a:lnTo>
                      <a:lnTo>
                        <a:pt x="96" y="62"/>
                      </a:lnTo>
                      <a:lnTo>
                        <a:pt x="94" y="60"/>
                      </a:lnTo>
                      <a:lnTo>
                        <a:pt x="90" y="58"/>
                      </a:lnTo>
                      <a:lnTo>
                        <a:pt x="86" y="58"/>
                      </a:lnTo>
                      <a:lnTo>
                        <a:pt x="82" y="58"/>
                      </a:lnTo>
                      <a:lnTo>
                        <a:pt x="82" y="56"/>
                      </a:lnTo>
                      <a:lnTo>
                        <a:pt x="80" y="52"/>
                      </a:lnTo>
                      <a:lnTo>
                        <a:pt x="80" y="46"/>
                      </a:lnTo>
                      <a:lnTo>
                        <a:pt x="80" y="44"/>
                      </a:lnTo>
                      <a:lnTo>
                        <a:pt x="78" y="38"/>
                      </a:lnTo>
                      <a:lnTo>
                        <a:pt x="56" y="22"/>
                      </a:lnTo>
                      <a:lnTo>
                        <a:pt x="32" y="12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49" name="ïṣḷïḍê"/>
                <p:cNvSpPr/>
                <p:nvPr/>
              </p:nvSpPr>
              <p:spPr bwMode="auto">
                <a:xfrm>
                  <a:off x="7007266" y="3685535"/>
                  <a:ext cx="307120" cy="343260"/>
                </a:xfrm>
                <a:custGeom>
                  <a:avLst/>
                  <a:gdLst>
                    <a:gd name="T0" fmla="*/ 2147483647 w 176"/>
                    <a:gd name="T1" fmla="*/ 2147483647 h 206"/>
                    <a:gd name="T2" fmla="*/ 2147483647 w 176"/>
                    <a:gd name="T3" fmla="*/ 2147483647 h 206"/>
                    <a:gd name="T4" fmla="*/ 2147483647 w 176"/>
                    <a:gd name="T5" fmla="*/ 2147483647 h 206"/>
                    <a:gd name="T6" fmla="*/ 0 w 176"/>
                    <a:gd name="T7" fmla="*/ 2147483647 h 206"/>
                    <a:gd name="T8" fmla="*/ 2147483647 w 176"/>
                    <a:gd name="T9" fmla="*/ 0 h 206"/>
                    <a:gd name="T10" fmla="*/ 2147483647 w 176"/>
                    <a:gd name="T11" fmla="*/ 0 h 206"/>
                    <a:gd name="T12" fmla="*/ 2147483647 w 176"/>
                    <a:gd name="T13" fmla="*/ 2147483647 h 206"/>
                    <a:gd name="T14" fmla="*/ 2147483647 w 176"/>
                    <a:gd name="T15" fmla="*/ 2147483647 h 206"/>
                    <a:gd name="T16" fmla="*/ 2147483647 w 176"/>
                    <a:gd name="T17" fmla="*/ 2147483647 h 206"/>
                    <a:gd name="T18" fmla="*/ 2147483647 w 176"/>
                    <a:gd name="T19" fmla="*/ 2147483647 h 206"/>
                    <a:gd name="T20" fmla="*/ 2147483647 w 176"/>
                    <a:gd name="T21" fmla="*/ 2147483647 h 206"/>
                    <a:gd name="T22" fmla="*/ 2147483647 w 176"/>
                    <a:gd name="T23" fmla="*/ 2147483647 h 206"/>
                    <a:gd name="T24" fmla="*/ 2147483647 w 176"/>
                    <a:gd name="T25" fmla="*/ 2147483647 h 206"/>
                    <a:gd name="T26" fmla="*/ 2147483647 w 176"/>
                    <a:gd name="T27" fmla="*/ 2147483647 h 206"/>
                    <a:gd name="T28" fmla="*/ 2147483647 w 176"/>
                    <a:gd name="T29" fmla="*/ 2147483647 h 206"/>
                    <a:gd name="T30" fmla="*/ 2147483647 w 176"/>
                    <a:gd name="T31" fmla="*/ 2147483647 h 206"/>
                    <a:gd name="T32" fmla="*/ 2147483647 w 176"/>
                    <a:gd name="T33" fmla="*/ 2147483647 h 206"/>
                    <a:gd name="T34" fmla="*/ 2147483647 w 176"/>
                    <a:gd name="T35" fmla="*/ 2147483647 h 206"/>
                    <a:gd name="T36" fmla="*/ 2147483647 w 176"/>
                    <a:gd name="T37" fmla="*/ 2147483647 h 206"/>
                    <a:gd name="T38" fmla="*/ 2147483647 w 176"/>
                    <a:gd name="T39" fmla="*/ 2147483647 h 206"/>
                    <a:gd name="T40" fmla="*/ 2147483647 w 176"/>
                    <a:gd name="T41" fmla="*/ 2147483647 h 206"/>
                    <a:gd name="T42" fmla="*/ 2147483647 w 176"/>
                    <a:gd name="T43" fmla="*/ 2147483647 h 206"/>
                    <a:gd name="T44" fmla="*/ 2147483647 w 176"/>
                    <a:gd name="T45" fmla="*/ 2147483647 h 206"/>
                    <a:gd name="T46" fmla="*/ 2147483647 w 176"/>
                    <a:gd name="T47" fmla="*/ 2147483647 h 206"/>
                    <a:gd name="T48" fmla="*/ 2147483647 w 176"/>
                    <a:gd name="T49" fmla="*/ 2147483647 h 206"/>
                    <a:gd name="T50" fmla="*/ 2147483647 w 176"/>
                    <a:gd name="T51" fmla="*/ 2147483647 h 206"/>
                    <a:gd name="T52" fmla="*/ 2147483647 w 176"/>
                    <a:gd name="T53" fmla="*/ 2147483647 h 206"/>
                    <a:gd name="T54" fmla="*/ 2147483647 w 176"/>
                    <a:gd name="T55" fmla="*/ 2147483647 h 206"/>
                    <a:gd name="T56" fmla="*/ 2147483647 w 176"/>
                    <a:gd name="T57" fmla="*/ 2147483647 h 206"/>
                    <a:gd name="T58" fmla="*/ 2147483647 w 176"/>
                    <a:gd name="T59" fmla="*/ 2147483647 h 206"/>
                    <a:gd name="T60" fmla="*/ 2147483647 w 176"/>
                    <a:gd name="T61" fmla="*/ 2147483647 h 206"/>
                    <a:gd name="T62" fmla="*/ 2147483647 w 176"/>
                    <a:gd name="T63" fmla="*/ 2147483647 h 206"/>
                    <a:gd name="T64" fmla="*/ 2147483647 w 176"/>
                    <a:gd name="T65" fmla="*/ 2147483647 h 206"/>
                    <a:gd name="T66" fmla="*/ 2147483647 w 176"/>
                    <a:gd name="T67" fmla="*/ 2147483647 h 206"/>
                    <a:gd name="T68" fmla="*/ 2147483647 w 176"/>
                    <a:gd name="T69" fmla="*/ 2147483647 h 206"/>
                    <a:gd name="T70" fmla="*/ 2147483647 w 176"/>
                    <a:gd name="T71" fmla="*/ 2147483647 h 206"/>
                    <a:gd name="T72" fmla="*/ 2147483647 w 176"/>
                    <a:gd name="T73" fmla="*/ 2147483647 h 206"/>
                    <a:gd name="T74" fmla="*/ 2147483647 w 176"/>
                    <a:gd name="T75" fmla="*/ 2147483647 h 206"/>
                    <a:gd name="T76" fmla="*/ 2147483647 w 176"/>
                    <a:gd name="T77" fmla="*/ 2147483647 h 206"/>
                    <a:gd name="T78" fmla="*/ 2147483647 w 176"/>
                    <a:gd name="T79" fmla="*/ 2147483647 h 206"/>
                    <a:gd name="T80" fmla="*/ 2147483647 w 176"/>
                    <a:gd name="T81" fmla="*/ 2147483647 h 206"/>
                    <a:gd name="T82" fmla="*/ 2147483647 w 176"/>
                    <a:gd name="T83" fmla="*/ 2147483647 h 206"/>
                    <a:gd name="T84" fmla="*/ 2147483647 w 176"/>
                    <a:gd name="T85" fmla="*/ 2147483647 h 206"/>
                    <a:gd name="T86" fmla="*/ 2147483647 w 176"/>
                    <a:gd name="T87" fmla="*/ 2147483647 h 20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76"/>
                    <a:gd name="T133" fmla="*/ 0 h 206"/>
                    <a:gd name="T134" fmla="*/ 176 w 176"/>
                    <a:gd name="T135" fmla="*/ 206 h 20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76" h="206">
                      <a:moveTo>
                        <a:pt x="42" y="54"/>
                      </a:moveTo>
                      <a:lnTo>
                        <a:pt x="36" y="46"/>
                      </a:lnTo>
                      <a:lnTo>
                        <a:pt x="32" y="38"/>
                      </a:lnTo>
                      <a:lnTo>
                        <a:pt x="22" y="28"/>
                      </a:lnTo>
                      <a:lnTo>
                        <a:pt x="16" y="24"/>
                      </a:lnTo>
                      <a:lnTo>
                        <a:pt x="6" y="14"/>
                      </a:lnTo>
                      <a:lnTo>
                        <a:pt x="2" y="10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0" y="4"/>
                      </a:lnTo>
                      <a:lnTo>
                        <a:pt x="18" y="6"/>
                      </a:lnTo>
                      <a:lnTo>
                        <a:pt x="34" y="6"/>
                      </a:lnTo>
                      <a:lnTo>
                        <a:pt x="36" y="6"/>
                      </a:lnTo>
                      <a:lnTo>
                        <a:pt x="40" y="8"/>
                      </a:lnTo>
                      <a:lnTo>
                        <a:pt x="44" y="14"/>
                      </a:lnTo>
                      <a:lnTo>
                        <a:pt x="48" y="20"/>
                      </a:lnTo>
                      <a:lnTo>
                        <a:pt x="52" y="28"/>
                      </a:lnTo>
                      <a:lnTo>
                        <a:pt x="60" y="32"/>
                      </a:lnTo>
                      <a:lnTo>
                        <a:pt x="62" y="34"/>
                      </a:lnTo>
                      <a:lnTo>
                        <a:pt x="64" y="36"/>
                      </a:lnTo>
                      <a:lnTo>
                        <a:pt x="70" y="38"/>
                      </a:lnTo>
                      <a:lnTo>
                        <a:pt x="74" y="42"/>
                      </a:lnTo>
                      <a:lnTo>
                        <a:pt x="82" y="52"/>
                      </a:lnTo>
                      <a:lnTo>
                        <a:pt x="88" y="58"/>
                      </a:lnTo>
                      <a:lnTo>
                        <a:pt x="90" y="62"/>
                      </a:lnTo>
                      <a:lnTo>
                        <a:pt x="92" y="64"/>
                      </a:lnTo>
                      <a:lnTo>
                        <a:pt x="98" y="62"/>
                      </a:lnTo>
                      <a:lnTo>
                        <a:pt x="100" y="66"/>
                      </a:lnTo>
                      <a:lnTo>
                        <a:pt x="108" y="72"/>
                      </a:lnTo>
                      <a:lnTo>
                        <a:pt x="118" y="80"/>
                      </a:lnTo>
                      <a:lnTo>
                        <a:pt x="120" y="82"/>
                      </a:lnTo>
                      <a:lnTo>
                        <a:pt x="122" y="86"/>
                      </a:lnTo>
                      <a:lnTo>
                        <a:pt x="124" y="84"/>
                      </a:lnTo>
                      <a:lnTo>
                        <a:pt x="128" y="82"/>
                      </a:lnTo>
                      <a:lnTo>
                        <a:pt x="128" y="86"/>
                      </a:lnTo>
                      <a:lnTo>
                        <a:pt x="126" y="90"/>
                      </a:lnTo>
                      <a:lnTo>
                        <a:pt x="124" y="94"/>
                      </a:lnTo>
                      <a:lnTo>
                        <a:pt x="140" y="94"/>
                      </a:lnTo>
                      <a:lnTo>
                        <a:pt x="140" y="102"/>
                      </a:lnTo>
                      <a:lnTo>
                        <a:pt x="136" y="114"/>
                      </a:lnTo>
                      <a:lnTo>
                        <a:pt x="138" y="118"/>
                      </a:lnTo>
                      <a:lnTo>
                        <a:pt x="142" y="120"/>
                      </a:lnTo>
                      <a:lnTo>
                        <a:pt x="146" y="122"/>
                      </a:lnTo>
                      <a:lnTo>
                        <a:pt x="152" y="122"/>
                      </a:lnTo>
                      <a:lnTo>
                        <a:pt x="152" y="134"/>
                      </a:lnTo>
                      <a:lnTo>
                        <a:pt x="152" y="136"/>
                      </a:lnTo>
                      <a:lnTo>
                        <a:pt x="152" y="138"/>
                      </a:lnTo>
                      <a:lnTo>
                        <a:pt x="156" y="138"/>
                      </a:lnTo>
                      <a:lnTo>
                        <a:pt x="158" y="138"/>
                      </a:lnTo>
                      <a:lnTo>
                        <a:pt x="160" y="140"/>
                      </a:lnTo>
                      <a:lnTo>
                        <a:pt x="162" y="144"/>
                      </a:lnTo>
                      <a:lnTo>
                        <a:pt x="172" y="150"/>
                      </a:lnTo>
                      <a:lnTo>
                        <a:pt x="174" y="152"/>
                      </a:lnTo>
                      <a:lnTo>
                        <a:pt x="176" y="158"/>
                      </a:lnTo>
                      <a:lnTo>
                        <a:pt x="174" y="192"/>
                      </a:lnTo>
                      <a:lnTo>
                        <a:pt x="174" y="204"/>
                      </a:lnTo>
                      <a:lnTo>
                        <a:pt x="170" y="206"/>
                      </a:lnTo>
                      <a:lnTo>
                        <a:pt x="164" y="206"/>
                      </a:lnTo>
                      <a:lnTo>
                        <a:pt x="160" y="204"/>
                      </a:lnTo>
                      <a:lnTo>
                        <a:pt x="154" y="206"/>
                      </a:lnTo>
                      <a:lnTo>
                        <a:pt x="152" y="206"/>
                      </a:lnTo>
                      <a:lnTo>
                        <a:pt x="148" y="206"/>
                      </a:lnTo>
                      <a:lnTo>
                        <a:pt x="146" y="204"/>
                      </a:lnTo>
                      <a:lnTo>
                        <a:pt x="144" y="198"/>
                      </a:lnTo>
                      <a:lnTo>
                        <a:pt x="140" y="192"/>
                      </a:lnTo>
                      <a:lnTo>
                        <a:pt x="132" y="186"/>
                      </a:lnTo>
                      <a:lnTo>
                        <a:pt x="124" y="180"/>
                      </a:lnTo>
                      <a:lnTo>
                        <a:pt x="118" y="176"/>
                      </a:lnTo>
                      <a:lnTo>
                        <a:pt x="112" y="168"/>
                      </a:lnTo>
                      <a:lnTo>
                        <a:pt x="104" y="160"/>
                      </a:lnTo>
                      <a:lnTo>
                        <a:pt x="98" y="150"/>
                      </a:lnTo>
                      <a:lnTo>
                        <a:pt x="96" y="144"/>
                      </a:lnTo>
                      <a:lnTo>
                        <a:pt x="94" y="138"/>
                      </a:lnTo>
                      <a:lnTo>
                        <a:pt x="88" y="126"/>
                      </a:lnTo>
                      <a:lnTo>
                        <a:pt x="82" y="114"/>
                      </a:lnTo>
                      <a:lnTo>
                        <a:pt x="76" y="104"/>
                      </a:lnTo>
                      <a:lnTo>
                        <a:pt x="66" y="94"/>
                      </a:lnTo>
                      <a:lnTo>
                        <a:pt x="64" y="88"/>
                      </a:lnTo>
                      <a:lnTo>
                        <a:pt x="64" y="82"/>
                      </a:lnTo>
                      <a:lnTo>
                        <a:pt x="62" y="76"/>
                      </a:lnTo>
                      <a:lnTo>
                        <a:pt x="60" y="70"/>
                      </a:lnTo>
                      <a:lnTo>
                        <a:pt x="54" y="66"/>
                      </a:lnTo>
                      <a:lnTo>
                        <a:pt x="48" y="62"/>
                      </a:lnTo>
                      <a:lnTo>
                        <a:pt x="42" y="58"/>
                      </a:lnTo>
                      <a:lnTo>
                        <a:pt x="40" y="54"/>
                      </a:lnTo>
                      <a:lnTo>
                        <a:pt x="42" y="5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0" name="ïṥľïdê"/>
                <p:cNvSpPr/>
                <p:nvPr/>
              </p:nvSpPr>
              <p:spPr bwMode="auto">
                <a:xfrm>
                  <a:off x="7401151" y="3735973"/>
                  <a:ext cx="279576" cy="243783"/>
                </a:xfrm>
                <a:custGeom>
                  <a:avLst/>
                  <a:gdLst>
                    <a:gd name="T0" fmla="*/ 2147483647 w 160"/>
                    <a:gd name="T1" fmla="*/ 2147483647 h 146"/>
                    <a:gd name="T2" fmla="*/ 2147483647 w 160"/>
                    <a:gd name="T3" fmla="*/ 0 h 146"/>
                    <a:gd name="T4" fmla="*/ 2147483647 w 160"/>
                    <a:gd name="T5" fmla="*/ 2147483647 h 146"/>
                    <a:gd name="T6" fmla="*/ 2147483647 w 160"/>
                    <a:gd name="T7" fmla="*/ 2147483647 h 146"/>
                    <a:gd name="T8" fmla="*/ 2147483647 w 160"/>
                    <a:gd name="T9" fmla="*/ 2147483647 h 146"/>
                    <a:gd name="T10" fmla="*/ 2147483647 w 160"/>
                    <a:gd name="T11" fmla="*/ 2147483647 h 146"/>
                    <a:gd name="T12" fmla="*/ 2147483647 w 160"/>
                    <a:gd name="T13" fmla="*/ 2147483647 h 146"/>
                    <a:gd name="T14" fmla="*/ 2147483647 w 160"/>
                    <a:gd name="T15" fmla="*/ 2147483647 h 146"/>
                    <a:gd name="T16" fmla="*/ 2147483647 w 160"/>
                    <a:gd name="T17" fmla="*/ 2147483647 h 146"/>
                    <a:gd name="T18" fmla="*/ 2147483647 w 160"/>
                    <a:gd name="T19" fmla="*/ 2147483647 h 146"/>
                    <a:gd name="T20" fmla="*/ 2147483647 w 160"/>
                    <a:gd name="T21" fmla="*/ 2147483647 h 146"/>
                    <a:gd name="T22" fmla="*/ 2147483647 w 160"/>
                    <a:gd name="T23" fmla="*/ 2147483647 h 146"/>
                    <a:gd name="T24" fmla="*/ 2147483647 w 160"/>
                    <a:gd name="T25" fmla="*/ 2147483647 h 146"/>
                    <a:gd name="T26" fmla="*/ 2147483647 w 160"/>
                    <a:gd name="T27" fmla="*/ 2147483647 h 146"/>
                    <a:gd name="T28" fmla="*/ 2147483647 w 160"/>
                    <a:gd name="T29" fmla="*/ 2147483647 h 146"/>
                    <a:gd name="T30" fmla="*/ 2147483647 w 160"/>
                    <a:gd name="T31" fmla="*/ 2147483647 h 146"/>
                    <a:gd name="T32" fmla="*/ 0 w 160"/>
                    <a:gd name="T33" fmla="*/ 2147483647 h 146"/>
                    <a:gd name="T34" fmla="*/ 2147483647 w 160"/>
                    <a:gd name="T35" fmla="*/ 2147483647 h 146"/>
                    <a:gd name="T36" fmla="*/ 2147483647 w 160"/>
                    <a:gd name="T37" fmla="*/ 2147483647 h 146"/>
                    <a:gd name="T38" fmla="*/ 2147483647 w 160"/>
                    <a:gd name="T39" fmla="*/ 2147483647 h 146"/>
                    <a:gd name="T40" fmla="*/ 2147483647 w 160"/>
                    <a:gd name="T41" fmla="*/ 2147483647 h 146"/>
                    <a:gd name="T42" fmla="*/ 2147483647 w 160"/>
                    <a:gd name="T43" fmla="*/ 2147483647 h 146"/>
                    <a:gd name="T44" fmla="*/ 2147483647 w 160"/>
                    <a:gd name="T45" fmla="*/ 2147483647 h 146"/>
                    <a:gd name="T46" fmla="*/ 2147483647 w 160"/>
                    <a:gd name="T47" fmla="*/ 2147483647 h 146"/>
                    <a:gd name="T48" fmla="*/ 2147483647 w 160"/>
                    <a:gd name="T49" fmla="*/ 2147483647 h 146"/>
                    <a:gd name="T50" fmla="*/ 2147483647 w 160"/>
                    <a:gd name="T51" fmla="*/ 2147483647 h 146"/>
                    <a:gd name="T52" fmla="*/ 2147483647 w 160"/>
                    <a:gd name="T53" fmla="*/ 2147483647 h 146"/>
                    <a:gd name="T54" fmla="*/ 2147483647 w 160"/>
                    <a:gd name="T55" fmla="*/ 2147483647 h 146"/>
                    <a:gd name="T56" fmla="*/ 2147483647 w 160"/>
                    <a:gd name="T57" fmla="*/ 2147483647 h 146"/>
                    <a:gd name="T58" fmla="*/ 2147483647 w 160"/>
                    <a:gd name="T59" fmla="*/ 2147483647 h 146"/>
                    <a:gd name="T60" fmla="*/ 2147483647 w 160"/>
                    <a:gd name="T61" fmla="*/ 2147483647 h 146"/>
                    <a:gd name="T62" fmla="*/ 2147483647 w 160"/>
                    <a:gd name="T63" fmla="*/ 2147483647 h 146"/>
                    <a:gd name="T64" fmla="*/ 2147483647 w 160"/>
                    <a:gd name="T65" fmla="*/ 2147483647 h 146"/>
                    <a:gd name="T66" fmla="*/ 2147483647 w 160"/>
                    <a:gd name="T67" fmla="*/ 2147483647 h 146"/>
                    <a:gd name="T68" fmla="*/ 2147483647 w 160"/>
                    <a:gd name="T69" fmla="*/ 2147483647 h 146"/>
                    <a:gd name="T70" fmla="*/ 2147483647 w 160"/>
                    <a:gd name="T71" fmla="*/ 2147483647 h 146"/>
                    <a:gd name="T72" fmla="*/ 2147483647 w 160"/>
                    <a:gd name="T73" fmla="*/ 2147483647 h 146"/>
                    <a:gd name="T74" fmla="*/ 2147483647 w 160"/>
                    <a:gd name="T75" fmla="*/ 2147483647 h 146"/>
                    <a:gd name="T76" fmla="*/ 2147483647 w 160"/>
                    <a:gd name="T77" fmla="*/ 2147483647 h 146"/>
                    <a:gd name="T78" fmla="*/ 2147483647 w 160"/>
                    <a:gd name="T79" fmla="*/ 2147483647 h 146"/>
                    <a:gd name="T80" fmla="*/ 2147483647 w 160"/>
                    <a:gd name="T81" fmla="*/ 2147483647 h 146"/>
                    <a:gd name="T82" fmla="*/ 2147483647 w 160"/>
                    <a:gd name="T83" fmla="*/ 2147483647 h 146"/>
                    <a:gd name="T84" fmla="*/ 2147483647 w 160"/>
                    <a:gd name="T85" fmla="*/ 2147483647 h 146"/>
                    <a:gd name="T86" fmla="*/ 2147483647 w 160"/>
                    <a:gd name="T87" fmla="*/ 2147483647 h 146"/>
                    <a:gd name="T88" fmla="*/ 2147483647 w 160"/>
                    <a:gd name="T89" fmla="*/ 2147483647 h 146"/>
                    <a:gd name="T90" fmla="*/ 2147483647 w 160"/>
                    <a:gd name="T91" fmla="*/ 2147483647 h 146"/>
                    <a:gd name="T92" fmla="*/ 2147483647 w 160"/>
                    <a:gd name="T93" fmla="*/ 2147483647 h 146"/>
                    <a:gd name="T94" fmla="*/ 2147483647 w 160"/>
                    <a:gd name="T95" fmla="*/ 2147483647 h 146"/>
                    <a:gd name="T96" fmla="*/ 2147483647 w 160"/>
                    <a:gd name="T97" fmla="*/ 2147483647 h 146"/>
                    <a:gd name="T98" fmla="*/ 2147483647 w 160"/>
                    <a:gd name="T99" fmla="*/ 2147483647 h 146"/>
                    <a:gd name="T100" fmla="*/ 2147483647 w 160"/>
                    <a:gd name="T101" fmla="*/ 2147483647 h 146"/>
                    <a:gd name="T102" fmla="*/ 2147483647 w 160"/>
                    <a:gd name="T103" fmla="*/ 2147483647 h 14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60"/>
                    <a:gd name="T157" fmla="*/ 0 h 146"/>
                    <a:gd name="T158" fmla="*/ 160 w 160"/>
                    <a:gd name="T159" fmla="*/ 146 h 14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60" h="146">
                      <a:moveTo>
                        <a:pt x="136" y="4"/>
                      </a:moveTo>
                      <a:lnTo>
                        <a:pt x="126" y="2"/>
                      </a:lnTo>
                      <a:lnTo>
                        <a:pt x="120" y="0"/>
                      </a:lnTo>
                      <a:lnTo>
                        <a:pt x="114" y="0"/>
                      </a:lnTo>
                      <a:lnTo>
                        <a:pt x="108" y="0"/>
                      </a:lnTo>
                      <a:lnTo>
                        <a:pt x="102" y="4"/>
                      </a:lnTo>
                      <a:lnTo>
                        <a:pt x="96" y="8"/>
                      </a:lnTo>
                      <a:lnTo>
                        <a:pt x="92" y="14"/>
                      </a:lnTo>
                      <a:lnTo>
                        <a:pt x="88" y="26"/>
                      </a:lnTo>
                      <a:lnTo>
                        <a:pt x="84" y="40"/>
                      </a:lnTo>
                      <a:lnTo>
                        <a:pt x="84" y="48"/>
                      </a:lnTo>
                      <a:lnTo>
                        <a:pt x="82" y="52"/>
                      </a:lnTo>
                      <a:lnTo>
                        <a:pt x="78" y="52"/>
                      </a:lnTo>
                      <a:lnTo>
                        <a:pt x="74" y="50"/>
                      </a:lnTo>
                      <a:lnTo>
                        <a:pt x="70" y="48"/>
                      </a:lnTo>
                      <a:lnTo>
                        <a:pt x="66" y="44"/>
                      </a:lnTo>
                      <a:lnTo>
                        <a:pt x="62" y="42"/>
                      </a:lnTo>
                      <a:lnTo>
                        <a:pt x="58" y="42"/>
                      </a:lnTo>
                      <a:lnTo>
                        <a:pt x="56" y="44"/>
                      </a:lnTo>
                      <a:lnTo>
                        <a:pt x="50" y="50"/>
                      </a:lnTo>
                      <a:lnTo>
                        <a:pt x="42" y="52"/>
                      </a:lnTo>
                      <a:lnTo>
                        <a:pt x="40" y="54"/>
                      </a:lnTo>
                      <a:lnTo>
                        <a:pt x="34" y="56"/>
                      </a:lnTo>
                      <a:lnTo>
                        <a:pt x="28" y="54"/>
                      </a:lnTo>
                      <a:lnTo>
                        <a:pt x="22" y="52"/>
                      </a:lnTo>
                      <a:lnTo>
                        <a:pt x="16" y="50"/>
                      </a:lnTo>
                      <a:lnTo>
                        <a:pt x="14" y="48"/>
                      </a:lnTo>
                      <a:lnTo>
                        <a:pt x="14" y="46"/>
                      </a:lnTo>
                      <a:lnTo>
                        <a:pt x="14" y="36"/>
                      </a:lnTo>
                      <a:lnTo>
                        <a:pt x="14" y="34"/>
                      </a:lnTo>
                      <a:lnTo>
                        <a:pt x="8" y="38"/>
                      </a:lnTo>
                      <a:lnTo>
                        <a:pt x="4" y="44"/>
                      </a:lnTo>
                      <a:lnTo>
                        <a:pt x="2" y="52"/>
                      </a:lnTo>
                      <a:lnTo>
                        <a:pt x="0" y="60"/>
                      </a:lnTo>
                      <a:lnTo>
                        <a:pt x="2" y="66"/>
                      </a:lnTo>
                      <a:lnTo>
                        <a:pt x="4" y="72"/>
                      </a:lnTo>
                      <a:lnTo>
                        <a:pt x="4" y="74"/>
                      </a:lnTo>
                      <a:lnTo>
                        <a:pt x="2" y="78"/>
                      </a:lnTo>
                      <a:lnTo>
                        <a:pt x="4" y="82"/>
                      </a:lnTo>
                      <a:lnTo>
                        <a:pt x="8" y="86"/>
                      </a:lnTo>
                      <a:lnTo>
                        <a:pt x="10" y="86"/>
                      </a:lnTo>
                      <a:lnTo>
                        <a:pt x="10" y="92"/>
                      </a:lnTo>
                      <a:lnTo>
                        <a:pt x="16" y="94"/>
                      </a:lnTo>
                      <a:lnTo>
                        <a:pt x="18" y="96"/>
                      </a:lnTo>
                      <a:lnTo>
                        <a:pt x="18" y="98"/>
                      </a:lnTo>
                      <a:lnTo>
                        <a:pt x="18" y="102"/>
                      </a:lnTo>
                      <a:lnTo>
                        <a:pt x="16" y="106"/>
                      </a:lnTo>
                      <a:lnTo>
                        <a:pt x="16" y="108"/>
                      </a:lnTo>
                      <a:lnTo>
                        <a:pt x="18" y="112"/>
                      </a:lnTo>
                      <a:lnTo>
                        <a:pt x="18" y="110"/>
                      </a:lnTo>
                      <a:lnTo>
                        <a:pt x="18" y="116"/>
                      </a:lnTo>
                      <a:lnTo>
                        <a:pt x="20" y="120"/>
                      </a:lnTo>
                      <a:lnTo>
                        <a:pt x="24" y="124"/>
                      </a:lnTo>
                      <a:lnTo>
                        <a:pt x="28" y="126"/>
                      </a:lnTo>
                      <a:lnTo>
                        <a:pt x="34" y="126"/>
                      </a:lnTo>
                      <a:lnTo>
                        <a:pt x="42" y="128"/>
                      </a:lnTo>
                      <a:lnTo>
                        <a:pt x="46" y="130"/>
                      </a:lnTo>
                      <a:lnTo>
                        <a:pt x="44" y="134"/>
                      </a:lnTo>
                      <a:lnTo>
                        <a:pt x="48" y="134"/>
                      </a:lnTo>
                      <a:lnTo>
                        <a:pt x="54" y="134"/>
                      </a:lnTo>
                      <a:lnTo>
                        <a:pt x="56" y="132"/>
                      </a:lnTo>
                      <a:lnTo>
                        <a:pt x="62" y="130"/>
                      </a:lnTo>
                      <a:lnTo>
                        <a:pt x="66" y="130"/>
                      </a:lnTo>
                      <a:lnTo>
                        <a:pt x="72" y="130"/>
                      </a:lnTo>
                      <a:lnTo>
                        <a:pt x="78" y="132"/>
                      </a:lnTo>
                      <a:lnTo>
                        <a:pt x="82" y="134"/>
                      </a:lnTo>
                      <a:lnTo>
                        <a:pt x="88" y="134"/>
                      </a:lnTo>
                      <a:lnTo>
                        <a:pt x="88" y="140"/>
                      </a:lnTo>
                      <a:lnTo>
                        <a:pt x="88" y="144"/>
                      </a:lnTo>
                      <a:lnTo>
                        <a:pt x="88" y="146"/>
                      </a:lnTo>
                      <a:lnTo>
                        <a:pt x="90" y="146"/>
                      </a:lnTo>
                      <a:lnTo>
                        <a:pt x="98" y="144"/>
                      </a:lnTo>
                      <a:lnTo>
                        <a:pt x="106" y="142"/>
                      </a:lnTo>
                      <a:lnTo>
                        <a:pt x="112" y="138"/>
                      </a:lnTo>
                      <a:lnTo>
                        <a:pt x="120" y="138"/>
                      </a:lnTo>
                      <a:lnTo>
                        <a:pt x="120" y="134"/>
                      </a:lnTo>
                      <a:lnTo>
                        <a:pt x="118" y="134"/>
                      </a:lnTo>
                      <a:lnTo>
                        <a:pt x="116" y="130"/>
                      </a:lnTo>
                      <a:lnTo>
                        <a:pt x="116" y="126"/>
                      </a:lnTo>
                      <a:lnTo>
                        <a:pt x="118" y="124"/>
                      </a:lnTo>
                      <a:lnTo>
                        <a:pt x="122" y="120"/>
                      </a:lnTo>
                      <a:lnTo>
                        <a:pt x="122" y="114"/>
                      </a:lnTo>
                      <a:lnTo>
                        <a:pt x="122" y="108"/>
                      </a:lnTo>
                      <a:lnTo>
                        <a:pt x="120" y="106"/>
                      </a:lnTo>
                      <a:lnTo>
                        <a:pt x="122" y="100"/>
                      </a:lnTo>
                      <a:lnTo>
                        <a:pt x="126" y="94"/>
                      </a:lnTo>
                      <a:lnTo>
                        <a:pt x="132" y="92"/>
                      </a:lnTo>
                      <a:lnTo>
                        <a:pt x="136" y="82"/>
                      </a:lnTo>
                      <a:lnTo>
                        <a:pt x="138" y="72"/>
                      </a:lnTo>
                      <a:lnTo>
                        <a:pt x="142" y="60"/>
                      </a:lnTo>
                      <a:lnTo>
                        <a:pt x="144" y="58"/>
                      </a:lnTo>
                      <a:lnTo>
                        <a:pt x="148" y="56"/>
                      </a:lnTo>
                      <a:lnTo>
                        <a:pt x="154" y="56"/>
                      </a:lnTo>
                      <a:lnTo>
                        <a:pt x="160" y="56"/>
                      </a:lnTo>
                      <a:lnTo>
                        <a:pt x="160" y="52"/>
                      </a:lnTo>
                      <a:lnTo>
                        <a:pt x="150" y="46"/>
                      </a:lnTo>
                      <a:lnTo>
                        <a:pt x="146" y="40"/>
                      </a:lnTo>
                      <a:lnTo>
                        <a:pt x="144" y="34"/>
                      </a:lnTo>
                      <a:lnTo>
                        <a:pt x="146" y="32"/>
                      </a:lnTo>
                      <a:lnTo>
                        <a:pt x="148" y="28"/>
                      </a:lnTo>
                      <a:lnTo>
                        <a:pt x="142" y="26"/>
                      </a:lnTo>
                      <a:lnTo>
                        <a:pt x="138" y="22"/>
                      </a:lnTo>
                      <a:lnTo>
                        <a:pt x="138" y="14"/>
                      </a:lnTo>
                      <a:lnTo>
                        <a:pt x="136" y="8"/>
                      </a:lnTo>
                      <a:lnTo>
                        <a:pt x="136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1" name="îṧḷiḓe"/>
                <p:cNvSpPr/>
                <p:nvPr/>
              </p:nvSpPr>
              <p:spPr bwMode="auto">
                <a:xfrm>
                  <a:off x="7397018" y="4189916"/>
                  <a:ext cx="1111414" cy="861650"/>
                </a:xfrm>
                <a:custGeom>
                  <a:avLst/>
                  <a:gdLst>
                    <a:gd name="T0" fmla="*/ 2147483647 w 636"/>
                    <a:gd name="T1" fmla="*/ 2147483647 h 516"/>
                    <a:gd name="T2" fmla="*/ 2147483647 w 636"/>
                    <a:gd name="T3" fmla="*/ 2147483647 h 516"/>
                    <a:gd name="T4" fmla="*/ 2147483647 w 636"/>
                    <a:gd name="T5" fmla="*/ 2147483647 h 516"/>
                    <a:gd name="T6" fmla="*/ 2147483647 w 636"/>
                    <a:gd name="T7" fmla="*/ 2147483647 h 516"/>
                    <a:gd name="T8" fmla="*/ 2147483647 w 636"/>
                    <a:gd name="T9" fmla="*/ 2147483647 h 516"/>
                    <a:gd name="T10" fmla="*/ 2147483647 w 636"/>
                    <a:gd name="T11" fmla="*/ 2147483647 h 516"/>
                    <a:gd name="T12" fmla="*/ 2147483647 w 636"/>
                    <a:gd name="T13" fmla="*/ 2147483647 h 516"/>
                    <a:gd name="T14" fmla="*/ 2147483647 w 636"/>
                    <a:gd name="T15" fmla="*/ 2147483647 h 516"/>
                    <a:gd name="T16" fmla="*/ 2147483647 w 636"/>
                    <a:gd name="T17" fmla="*/ 2147483647 h 516"/>
                    <a:gd name="T18" fmla="*/ 2147483647 w 636"/>
                    <a:gd name="T19" fmla="*/ 2147483647 h 516"/>
                    <a:gd name="T20" fmla="*/ 2147483647 w 636"/>
                    <a:gd name="T21" fmla="*/ 2147483647 h 516"/>
                    <a:gd name="T22" fmla="*/ 2147483647 w 636"/>
                    <a:gd name="T23" fmla="*/ 2147483647 h 516"/>
                    <a:gd name="T24" fmla="*/ 2147483647 w 636"/>
                    <a:gd name="T25" fmla="*/ 2147483647 h 516"/>
                    <a:gd name="T26" fmla="*/ 2147483647 w 636"/>
                    <a:gd name="T27" fmla="*/ 2147483647 h 516"/>
                    <a:gd name="T28" fmla="*/ 2147483647 w 636"/>
                    <a:gd name="T29" fmla="*/ 2147483647 h 516"/>
                    <a:gd name="T30" fmla="*/ 2147483647 w 636"/>
                    <a:gd name="T31" fmla="*/ 2147483647 h 516"/>
                    <a:gd name="T32" fmla="*/ 2147483647 w 636"/>
                    <a:gd name="T33" fmla="*/ 2147483647 h 516"/>
                    <a:gd name="T34" fmla="*/ 2147483647 w 636"/>
                    <a:gd name="T35" fmla="*/ 2147483647 h 516"/>
                    <a:gd name="T36" fmla="*/ 2147483647 w 636"/>
                    <a:gd name="T37" fmla="*/ 2147483647 h 516"/>
                    <a:gd name="T38" fmla="*/ 2147483647 w 636"/>
                    <a:gd name="T39" fmla="*/ 2147483647 h 516"/>
                    <a:gd name="T40" fmla="*/ 2147483647 w 636"/>
                    <a:gd name="T41" fmla="*/ 2147483647 h 516"/>
                    <a:gd name="T42" fmla="*/ 2147483647 w 636"/>
                    <a:gd name="T43" fmla="*/ 0 h 516"/>
                    <a:gd name="T44" fmla="*/ 2147483647 w 636"/>
                    <a:gd name="T45" fmla="*/ 2147483647 h 516"/>
                    <a:gd name="T46" fmla="*/ 2147483647 w 636"/>
                    <a:gd name="T47" fmla="*/ 2147483647 h 516"/>
                    <a:gd name="T48" fmla="*/ 2147483647 w 636"/>
                    <a:gd name="T49" fmla="*/ 2147483647 h 516"/>
                    <a:gd name="T50" fmla="*/ 2147483647 w 636"/>
                    <a:gd name="T51" fmla="*/ 2147483647 h 516"/>
                    <a:gd name="T52" fmla="*/ 2147483647 w 636"/>
                    <a:gd name="T53" fmla="*/ 2147483647 h 516"/>
                    <a:gd name="T54" fmla="*/ 2147483647 w 636"/>
                    <a:gd name="T55" fmla="*/ 2147483647 h 516"/>
                    <a:gd name="T56" fmla="*/ 2147483647 w 636"/>
                    <a:gd name="T57" fmla="*/ 2147483647 h 516"/>
                    <a:gd name="T58" fmla="*/ 2147483647 w 636"/>
                    <a:gd name="T59" fmla="*/ 2147483647 h 516"/>
                    <a:gd name="T60" fmla="*/ 2147483647 w 636"/>
                    <a:gd name="T61" fmla="*/ 2147483647 h 516"/>
                    <a:gd name="T62" fmla="*/ 2147483647 w 636"/>
                    <a:gd name="T63" fmla="*/ 2147483647 h 516"/>
                    <a:gd name="T64" fmla="*/ 2147483647 w 636"/>
                    <a:gd name="T65" fmla="*/ 2147483647 h 516"/>
                    <a:gd name="T66" fmla="*/ 2147483647 w 636"/>
                    <a:gd name="T67" fmla="*/ 2147483647 h 516"/>
                    <a:gd name="T68" fmla="*/ 2147483647 w 636"/>
                    <a:gd name="T69" fmla="*/ 2147483647 h 516"/>
                    <a:gd name="T70" fmla="*/ 2147483647 w 636"/>
                    <a:gd name="T71" fmla="*/ 2147483647 h 516"/>
                    <a:gd name="T72" fmla="*/ 2147483647 w 636"/>
                    <a:gd name="T73" fmla="*/ 2147483647 h 516"/>
                    <a:gd name="T74" fmla="*/ 2147483647 w 636"/>
                    <a:gd name="T75" fmla="*/ 2147483647 h 516"/>
                    <a:gd name="T76" fmla="*/ 2147483647 w 636"/>
                    <a:gd name="T77" fmla="*/ 2147483647 h 516"/>
                    <a:gd name="T78" fmla="*/ 2147483647 w 636"/>
                    <a:gd name="T79" fmla="*/ 2147483647 h 516"/>
                    <a:gd name="T80" fmla="*/ 2147483647 w 636"/>
                    <a:gd name="T81" fmla="*/ 2147483647 h 516"/>
                    <a:gd name="T82" fmla="*/ 2147483647 w 636"/>
                    <a:gd name="T83" fmla="*/ 2147483647 h 516"/>
                    <a:gd name="T84" fmla="*/ 2147483647 w 636"/>
                    <a:gd name="T85" fmla="*/ 2147483647 h 516"/>
                    <a:gd name="T86" fmla="*/ 2147483647 w 636"/>
                    <a:gd name="T87" fmla="*/ 2147483647 h 516"/>
                    <a:gd name="T88" fmla="*/ 2147483647 w 636"/>
                    <a:gd name="T89" fmla="*/ 2147483647 h 516"/>
                    <a:gd name="T90" fmla="*/ 2147483647 w 636"/>
                    <a:gd name="T91" fmla="*/ 2147483647 h 516"/>
                    <a:gd name="T92" fmla="*/ 2147483647 w 636"/>
                    <a:gd name="T93" fmla="*/ 2147483647 h 516"/>
                    <a:gd name="T94" fmla="*/ 2147483647 w 636"/>
                    <a:gd name="T95" fmla="*/ 2147483647 h 516"/>
                    <a:gd name="T96" fmla="*/ 2147483647 w 636"/>
                    <a:gd name="T97" fmla="*/ 2147483647 h 516"/>
                    <a:gd name="T98" fmla="*/ 2147483647 w 636"/>
                    <a:gd name="T99" fmla="*/ 2147483647 h 516"/>
                    <a:gd name="T100" fmla="*/ 0 w 636"/>
                    <a:gd name="T101" fmla="*/ 2147483647 h 516"/>
                    <a:gd name="T102" fmla="*/ 2147483647 w 636"/>
                    <a:gd name="T103" fmla="*/ 2147483647 h 516"/>
                    <a:gd name="T104" fmla="*/ 2147483647 w 636"/>
                    <a:gd name="T105" fmla="*/ 2147483647 h 516"/>
                    <a:gd name="T106" fmla="*/ 2147483647 w 636"/>
                    <a:gd name="T107" fmla="*/ 2147483647 h 516"/>
                    <a:gd name="T108" fmla="*/ 2147483647 w 636"/>
                    <a:gd name="T109" fmla="*/ 2147483647 h 516"/>
                    <a:gd name="T110" fmla="*/ 2147483647 w 636"/>
                    <a:gd name="T111" fmla="*/ 2147483647 h 516"/>
                    <a:gd name="T112" fmla="*/ 2147483647 w 636"/>
                    <a:gd name="T113" fmla="*/ 2147483647 h 516"/>
                    <a:gd name="T114" fmla="*/ 2147483647 w 636"/>
                    <a:gd name="T115" fmla="*/ 2147483647 h 516"/>
                    <a:gd name="T116" fmla="*/ 2147483647 w 636"/>
                    <a:gd name="T117" fmla="*/ 2147483647 h 516"/>
                    <a:gd name="T118" fmla="*/ 2147483647 w 636"/>
                    <a:gd name="T119" fmla="*/ 2147483647 h 51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636"/>
                    <a:gd name="T181" fmla="*/ 0 h 516"/>
                    <a:gd name="T182" fmla="*/ 636 w 636"/>
                    <a:gd name="T183" fmla="*/ 516 h 51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636" h="516">
                      <a:moveTo>
                        <a:pt x="180" y="138"/>
                      </a:moveTo>
                      <a:lnTo>
                        <a:pt x="186" y="132"/>
                      </a:lnTo>
                      <a:lnTo>
                        <a:pt x="188" y="130"/>
                      </a:lnTo>
                      <a:lnTo>
                        <a:pt x="188" y="124"/>
                      </a:lnTo>
                      <a:lnTo>
                        <a:pt x="190" y="118"/>
                      </a:lnTo>
                      <a:lnTo>
                        <a:pt x="194" y="112"/>
                      </a:lnTo>
                      <a:lnTo>
                        <a:pt x="198" y="108"/>
                      </a:lnTo>
                      <a:lnTo>
                        <a:pt x="202" y="106"/>
                      </a:lnTo>
                      <a:lnTo>
                        <a:pt x="204" y="112"/>
                      </a:lnTo>
                      <a:lnTo>
                        <a:pt x="206" y="114"/>
                      </a:lnTo>
                      <a:lnTo>
                        <a:pt x="210" y="116"/>
                      </a:lnTo>
                      <a:lnTo>
                        <a:pt x="212" y="114"/>
                      </a:lnTo>
                      <a:lnTo>
                        <a:pt x="212" y="112"/>
                      </a:lnTo>
                      <a:lnTo>
                        <a:pt x="214" y="110"/>
                      </a:lnTo>
                      <a:lnTo>
                        <a:pt x="212" y="106"/>
                      </a:lnTo>
                      <a:lnTo>
                        <a:pt x="212" y="100"/>
                      </a:lnTo>
                      <a:lnTo>
                        <a:pt x="220" y="100"/>
                      </a:lnTo>
                      <a:lnTo>
                        <a:pt x="226" y="100"/>
                      </a:lnTo>
                      <a:lnTo>
                        <a:pt x="226" y="92"/>
                      </a:lnTo>
                      <a:lnTo>
                        <a:pt x="230" y="86"/>
                      </a:lnTo>
                      <a:lnTo>
                        <a:pt x="232" y="82"/>
                      </a:lnTo>
                      <a:lnTo>
                        <a:pt x="236" y="80"/>
                      </a:lnTo>
                      <a:lnTo>
                        <a:pt x="240" y="78"/>
                      </a:lnTo>
                      <a:lnTo>
                        <a:pt x="242" y="72"/>
                      </a:lnTo>
                      <a:lnTo>
                        <a:pt x="244" y="68"/>
                      </a:lnTo>
                      <a:lnTo>
                        <a:pt x="248" y="64"/>
                      </a:lnTo>
                      <a:lnTo>
                        <a:pt x="262" y="58"/>
                      </a:lnTo>
                      <a:lnTo>
                        <a:pt x="270" y="56"/>
                      </a:lnTo>
                      <a:lnTo>
                        <a:pt x="276" y="54"/>
                      </a:lnTo>
                      <a:lnTo>
                        <a:pt x="284" y="62"/>
                      </a:lnTo>
                      <a:lnTo>
                        <a:pt x="288" y="66"/>
                      </a:lnTo>
                      <a:lnTo>
                        <a:pt x="288" y="72"/>
                      </a:lnTo>
                      <a:lnTo>
                        <a:pt x="288" y="74"/>
                      </a:lnTo>
                      <a:lnTo>
                        <a:pt x="286" y="76"/>
                      </a:lnTo>
                      <a:lnTo>
                        <a:pt x="290" y="74"/>
                      </a:lnTo>
                      <a:lnTo>
                        <a:pt x="294" y="72"/>
                      </a:lnTo>
                      <a:lnTo>
                        <a:pt x="298" y="74"/>
                      </a:lnTo>
                      <a:lnTo>
                        <a:pt x="302" y="74"/>
                      </a:lnTo>
                      <a:lnTo>
                        <a:pt x="306" y="72"/>
                      </a:lnTo>
                      <a:lnTo>
                        <a:pt x="310" y="70"/>
                      </a:lnTo>
                      <a:lnTo>
                        <a:pt x="308" y="62"/>
                      </a:lnTo>
                      <a:lnTo>
                        <a:pt x="310" y="56"/>
                      </a:lnTo>
                      <a:lnTo>
                        <a:pt x="314" y="54"/>
                      </a:lnTo>
                      <a:lnTo>
                        <a:pt x="320" y="50"/>
                      </a:lnTo>
                      <a:lnTo>
                        <a:pt x="326" y="48"/>
                      </a:lnTo>
                      <a:lnTo>
                        <a:pt x="324" y="44"/>
                      </a:lnTo>
                      <a:lnTo>
                        <a:pt x="322" y="42"/>
                      </a:lnTo>
                      <a:lnTo>
                        <a:pt x="324" y="38"/>
                      </a:lnTo>
                      <a:lnTo>
                        <a:pt x="326" y="34"/>
                      </a:lnTo>
                      <a:lnTo>
                        <a:pt x="334" y="28"/>
                      </a:lnTo>
                      <a:lnTo>
                        <a:pt x="344" y="26"/>
                      </a:lnTo>
                      <a:lnTo>
                        <a:pt x="354" y="26"/>
                      </a:lnTo>
                      <a:lnTo>
                        <a:pt x="358" y="24"/>
                      </a:lnTo>
                      <a:lnTo>
                        <a:pt x="360" y="24"/>
                      </a:lnTo>
                      <a:lnTo>
                        <a:pt x="362" y="20"/>
                      </a:lnTo>
                      <a:lnTo>
                        <a:pt x="364" y="16"/>
                      </a:lnTo>
                      <a:lnTo>
                        <a:pt x="364" y="12"/>
                      </a:lnTo>
                      <a:lnTo>
                        <a:pt x="358" y="10"/>
                      </a:lnTo>
                      <a:lnTo>
                        <a:pt x="358" y="8"/>
                      </a:lnTo>
                      <a:lnTo>
                        <a:pt x="358" y="2"/>
                      </a:lnTo>
                      <a:lnTo>
                        <a:pt x="362" y="2"/>
                      </a:lnTo>
                      <a:lnTo>
                        <a:pt x="364" y="4"/>
                      </a:lnTo>
                      <a:lnTo>
                        <a:pt x="368" y="6"/>
                      </a:lnTo>
                      <a:lnTo>
                        <a:pt x="366" y="10"/>
                      </a:lnTo>
                      <a:lnTo>
                        <a:pt x="368" y="10"/>
                      </a:lnTo>
                      <a:lnTo>
                        <a:pt x="372" y="12"/>
                      </a:lnTo>
                      <a:lnTo>
                        <a:pt x="374" y="12"/>
                      </a:lnTo>
                      <a:lnTo>
                        <a:pt x="384" y="14"/>
                      </a:lnTo>
                      <a:lnTo>
                        <a:pt x="390" y="18"/>
                      </a:lnTo>
                      <a:lnTo>
                        <a:pt x="398" y="22"/>
                      </a:lnTo>
                      <a:lnTo>
                        <a:pt x="408" y="22"/>
                      </a:lnTo>
                      <a:lnTo>
                        <a:pt x="414" y="22"/>
                      </a:lnTo>
                      <a:lnTo>
                        <a:pt x="416" y="18"/>
                      </a:lnTo>
                      <a:lnTo>
                        <a:pt x="418" y="24"/>
                      </a:lnTo>
                      <a:lnTo>
                        <a:pt x="422" y="26"/>
                      </a:lnTo>
                      <a:lnTo>
                        <a:pt x="424" y="22"/>
                      </a:lnTo>
                      <a:lnTo>
                        <a:pt x="424" y="20"/>
                      </a:lnTo>
                      <a:lnTo>
                        <a:pt x="428" y="20"/>
                      </a:lnTo>
                      <a:lnTo>
                        <a:pt x="432" y="22"/>
                      </a:lnTo>
                      <a:lnTo>
                        <a:pt x="434" y="26"/>
                      </a:lnTo>
                      <a:lnTo>
                        <a:pt x="432" y="30"/>
                      </a:lnTo>
                      <a:lnTo>
                        <a:pt x="428" y="36"/>
                      </a:lnTo>
                      <a:lnTo>
                        <a:pt x="422" y="40"/>
                      </a:lnTo>
                      <a:lnTo>
                        <a:pt x="416" y="42"/>
                      </a:lnTo>
                      <a:lnTo>
                        <a:pt x="416" y="48"/>
                      </a:lnTo>
                      <a:lnTo>
                        <a:pt x="416" y="50"/>
                      </a:lnTo>
                      <a:lnTo>
                        <a:pt x="418" y="52"/>
                      </a:lnTo>
                      <a:lnTo>
                        <a:pt x="420" y="54"/>
                      </a:lnTo>
                      <a:lnTo>
                        <a:pt x="422" y="54"/>
                      </a:lnTo>
                      <a:lnTo>
                        <a:pt x="424" y="52"/>
                      </a:lnTo>
                      <a:lnTo>
                        <a:pt x="426" y="54"/>
                      </a:lnTo>
                      <a:lnTo>
                        <a:pt x="428" y="54"/>
                      </a:lnTo>
                      <a:lnTo>
                        <a:pt x="426" y="58"/>
                      </a:lnTo>
                      <a:lnTo>
                        <a:pt x="422" y="60"/>
                      </a:lnTo>
                      <a:lnTo>
                        <a:pt x="420" y="60"/>
                      </a:lnTo>
                      <a:lnTo>
                        <a:pt x="418" y="56"/>
                      </a:lnTo>
                      <a:lnTo>
                        <a:pt x="418" y="54"/>
                      </a:lnTo>
                      <a:lnTo>
                        <a:pt x="410" y="60"/>
                      </a:lnTo>
                      <a:lnTo>
                        <a:pt x="406" y="64"/>
                      </a:lnTo>
                      <a:lnTo>
                        <a:pt x="404" y="70"/>
                      </a:lnTo>
                      <a:lnTo>
                        <a:pt x="404" y="76"/>
                      </a:lnTo>
                      <a:lnTo>
                        <a:pt x="408" y="80"/>
                      </a:lnTo>
                      <a:lnTo>
                        <a:pt x="410" y="84"/>
                      </a:lnTo>
                      <a:lnTo>
                        <a:pt x="414" y="86"/>
                      </a:lnTo>
                      <a:lnTo>
                        <a:pt x="424" y="90"/>
                      </a:lnTo>
                      <a:lnTo>
                        <a:pt x="430" y="92"/>
                      </a:lnTo>
                      <a:lnTo>
                        <a:pt x="434" y="96"/>
                      </a:lnTo>
                      <a:lnTo>
                        <a:pt x="442" y="104"/>
                      </a:lnTo>
                      <a:lnTo>
                        <a:pt x="456" y="108"/>
                      </a:lnTo>
                      <a:lnTo>
                        <a:pt x="458" y="110"/>
                      </a:lnTo>
                      <a:lnTo>
                        <a:pt x="462" y="116"/>
                      </a:lnTo>
                      <a:lnTo>
                        <a:pt x="464" y="120"/>
                      </a:lnTo>
                      <a:lnTo>
                        <a:pt x="466" y="122"/>
                      </a:lnTo>
                      <a:lnTo>
                        <a:pt x="468" y="122"/>
                      </a:lnTo>
                      <a:lnTo>
                        <a:pt x="472" y="122"/>
                      </a:lnTo>
                      <a:lnTo>
                        <a:pt x="476" y="120"/>
                      </a:lnTo>
                      <a:lnTo>
                        <a:pt x="480" y="116"/>
                      </a:lnTo>
                      <a:lnTo>
                        <a:pt x="484" y="110"/>
                      </a:lnTo>
                      <a:lnTo>
                        <a:pt x="486" y="104"/>
                      </a:lnTo>
                      <a:lnTo>
                        <a:pt x="490" y="92"/>
                      </a:lnTo>
                      <a:lnTo>
                        <a:pt x="494" y="84"/>
                      </a:lnTo>
                      <a:lnTo>
                        <a:pt x="498" y="76"/>
                      </a:lnTo>
                      <a:lnTo>
                        <a:pt x="500" y="64"/>
                      </a:lnTo>
                      <a:lnTo>
                        <a:pt x="502" y="52"/>
                      </a:lnTo>
                      <a:lnTo>
                        <a:pt x="504" y="42"/>
                      </a:lnTo>
                      <a:lnTo>
                        <a:pt x="510" y="32"/>
                      </a:lnTo>
                      <a:lnTo>
                        <a:pt x="514" y="24"/>
                      </a:lnTo>
                      <a:lnTo>
                        <a:pt x="520" y="6"/>
                      </a:lnTo>
                      <a:lnTo>
                        <a:pt x="522" y="0"/>
                      </a:lnTo>
                      <a:lnTo>
                        <a:pt x="524" y="0"/>
                      </a:lnTo>
                      <a:lnTo>
                        <a:pt x="528" y="0"/>
                      </a:lnTo>
                      <a:lnTo>
                        <a:pt x="532" y="0"/>
                      </a:lnTo>
                      <a:lnTo>
                        <a:pt x="534" y="4"/>
                      </a:lnTo>
                      <a:lnTo>
                        <a:pt x="532" y="12"/>
                      </a:lnTo>
                      <a:lnTo>
                        <a:pt x="532" y="20"/>
                      </a:lnTo>
                      <a:lnTo>
                        <a:pt x="532" y="26"/>
                      </a:lnTo>
                      <a:lnTo>
                        <a:pt x="536" y="44"/>
                      </a:lnTo>
                      <a:lnTo>
                        <a:pt x="538" y="56"/>
                      </a:lnTo>
                      <a:lnTo>
                        <a:pt x="540" y="60"/>
                      </a:lnTo>
                      <a:lnTo>
                        <a:pt x="542" y="62"/>
                      </a:lnTo>
                      <a:lnTo>
                        <a:pt x="546" y="62"/>
                      </a:lnTo>
                      <a:lnTo>
                        <a:pt x="548" y="60"/>
                      </a:lnTo>
                      <a:lnTo>
                        <a:pt x="552" y="68"/>
                      </a:lnTo>
                      <a:lnTo>
                        <a:pt x="558" y="76"/>
                      </a:lnTo>
                      <a:lnTo>
                        <a:pt x="554" y="82"/>
                      </a:lnTo>
                      <a:lnTo>
                        <a:pt x="556" y="90"/>
                      </a:lnTo>
                      <a:lnTo>
                        <a:pt x="554" y="100"/>
                      </a:lnTo>
                      <a:lnTo>
                        <a:pt x="556" y="106"/>
                      </a:lnTo>
                      <a:lnTo>
                        <a:pt x="558" y="110"/>
                      </a:lnTo>
                      <a:lnTo>
                        <a:pt x="560" y="118"/>
                      </a:lnTo>
                      <a:lnTo>
                        <a:pt x="560" y="124"/>
                      </a:lnTo>
                      <a:lnTo>
                        <a:pt x="562" y="132"/>
                      </a:lnTo>
                      <a:lnTo>
                        <a:pt x="564" y="136"/>
                      </a:lnTo>
                      <a:lnTo>
                        <a:pt x="564" y="144"/>
                      </a:lnTo>
                      <a:lnTo>
                        <a:pt x="564" y="148"/>
                      </a:lnTo>
                      <a:lnTo>
                        <a:pt x="568" y="152"/>
                      </a:lnTo>
                      <a:lnTo>
                        <a:pt x="576" y="158"/>
                      </a:lnTo>
                      <a:lnTo>
                        <a:pt x="584" y="162"/>
                      </a:lnTo>
                      <a:lnTo>
                        <a:pt x="592" y="168"/>
                      </a:lnTo>
                      <a:lnTo>
                        <a:pt x="594" y="174"/>
                      </a:lnTo>
                      <a:lnTo>
                        <a:pt x="594" y="178"/>
                      </a:lnTo>
                      <a:lnTo>
                        <a:pt x="596" y="182"/>
                      </a:lnTo>
                      <a:lnTo>
                        <a:pt x="598" y="186"/>
                      </a:lnTo>
                      <a:lnTo>
                        <a:pt x="598" y="200"/>
                      </a:lnTo>
                      <a:lnTo>
                        <a:pt x="598" y="206"/>
                      </a:lnTo>
                      <a:lnTo>
                        <a:pt x="600" y="208"/>
                      </a:lnTo>
                      <a:lnTo>
                        <a:pt x="602" y="208"/>
                      </a:lnTo>
                      <a:lnTo>
                        <a:pt x="604" y="208"/>
                      </a:lnTo>
                      <a:lnTo>
                        <a:pt x="604" y="206"/>
                      </a:lnTo>
                      <a:lnTo>
                        <a:pt x="612" y="216"/>
                      </a:lnTo>
                      <a:lnTo>
                        <a:pt x="614" y="220"/>
                      </a:lnTo>
                      <a:lnTo>
                        <a:pt x="614" y="228"/>
                      </a:lnTo>
                      <a:lnTo>
                        <a:pt x="616" y="232"/>
                      </a:lnTo>
                      <a:lnTo>
                        <a:pt x="618" y="234"/>
                      </a:lnTo>
                      <a:lnTo>
                        <a:pt x="620" y="236"/>
                      </a:lnTo>
                      <a:lnTo>
                        <a:pt x="622" y="238"/>
                      </a:lnTo>
                      <a:lnTo>
                        <a:pt x="632" y="250"/>
                      </a:lnTo>
                      <a:lnTo>
                        <a:pt x="634" y="258"/>
                      </a:lnTo>
                      <a:lnTo>
                        <a:pt x="636" y="264"/>
                      </a:lnTo>
                      <a:lnTo>
                        <a:pt x="634" y="270"/>
                      </a:lnTo>
                      <a:lnTo>
                        <a:pt x="632" y="276"/>
                      </a:lnTo>
                      <a:lnTo>
                        <a:pt x="630" y="280"/>
                      </a:lnTo>
                      <a:lnTo>
                        <a:pt x="630" y="288"/>
                      </a:lnTo>
                      <a:lnTo>
                        <a:pt x="630" y="300"/>
                      </a:lnTo>
                      <a:lnTo>
                        <a:pt x="630" y="312"/>
                      </a:lnTo>
                      <a:lnTo>
                        <a:pt x="626" y="322"/>
                      </a:lnTo>
                      <a:lnTo>
                        <a:pt x="624" y="328"/>
                      </a:lnTo>
                      <a:lnTo>
                        <a:pt x="620" y="336"/>
                      </a:lnTo>
                      <a:lnTo>
                        <a:pt x="608" y="352"/>
                      </a:lnTo>
                      <a:lnTo>
                        <a:pt x="600" y="370"/>
                      </a:lnTo>
                      <a:lnTo>
                        <a:pt x="598" y="376"/>
                      </a:lnTo>
                      <a:lnTo>
                        <a:pt x="594" y="378"/>
                      </a:lnTo>
                      <a:lnTo>
                        <a:pt x="590" y="382"/>
                      </a:lnTo>
                      <a:lnTo>
                        <a:pt x="586" y="384"/>
                      </a:lnTo>
                      <a:lnTo>
                        <a:pt x="582" y="390"/>
                      </a:lnTo>
                      <a:lnTo>
                        <a:pt x="578" y="394"/>
                      </a:lnTo>
                      <a:lnTo>
                        <a:pt x="566" y="402"/>
                      </a:lnTo>
                      <a:lnTo>
                        <a:pt x="558" y="408"/>
                      </a:lnTo>
                      <a:lnTo>
                        <a:pt x="552" y="416"/>
                      </a:lnTo>
                      <a:lnTo>
                        <a:pt x="548" y="424"/>
                      </a:lnTo>
                      <a:lnTo>
                        <a:pt x="542" y="432"/>
                      </a:lnTo>
                      <a:lnTo>
                        <a:pt x="522" y="454"/>
                      </a:lnTo>
                      <a:lnTo>
                        <a:pt x="510" y="466"/>
                      </a:lnTo>
                      <a:lnTo>
                        <a:pt x="500" y="480"/>
                      </a:lnTo>
                      <a:lnTo>
                        <a:pt x="498" y="482"/>
                      </a:lnTo>
                      <a:lnTo>
                        <a:pt x="496" y="486"/>
                      </a:lnTo>
                      <a:lnTo>
                        <a:pt x="496" y="488"/>
                      </a:lnTo>
                      <a:lnTo>
                        <a:pt x="494" y="490"/>
                      </a:lnTo>
                      <a:lnTo>
                        <a:pt x="484" y="490"/>
                      </a:lnTo>
                      <a:lnTo>
                        <a:pt x="476" y="490"/>
                      </a:lnTo>
                      <a:lnTo>
                        <a:pt x="468" y="492"/>
                      </a:lnTo>
                      <a:lnTo>
                        <a:pt x="462" y="492"/>
                      </a:lnTo>
                      <a:lnTo>
                        <a:pt x="454" y="496"/>
                      </a:lnTo>
                      <a:lnTo>
                        <a:pt x="448" y="500"/>
                      </a:lnTo>
                      <a:lnTo>
                        <a:pt x="442" y="504"/>
                      </a:lnTo>
                      <a:lnTo>
                        <a:pt x="438" y="506"/>
                      </a:lnTo>
                      <a:lnTo>
                        <a:pt x="434" y="508"/>
                      </a:lnTo>
                      <a:lnTo>
                        <a:pt x="432" y="512"/>
                      </a:lnTo>
                      <a:lnTo>
                        <a:pt x="428" y="514"/>
                      </a:lnTo>
                      <a:lnTo>
                        <a:pt x="426" y="516"/>
                      </a:lnTo>
                      <a:lnTo>
                        <a:pt x="420" y="506"/>
                      </a:lnTo>
                      <a:lnTo>
                        <a:pt x="416" y="494"/>
                      </a:lnTo>
                      <a:lnTo>
                        <a:pt x="412" y="494"/>
                      </a:lnTo>
                      <a:lnTo>
                        <a:pt x="410" y="496"/>
                      </a:lnTo>
                      <a:lnTo>
                        <a:pt x="408" y="500"/>
                      </a:lnTo>
                      <a:lnTo>
                        <a:pt x="386" y="514"/>
                      </a:lnTo>
                      <a:lnTo>
                        <a:pt x="380" y="510"/>
                      </a:lnTo>
                      <a:lnTo>
                        <a:pt x="378" y="504"/>
                      </a:lnTo>
                      <a:lnTo>
                        <a:pt x="370" y="504"/>
                      </a:lnTo>
                      <a:lnTo>
                        <a:pt x="364" y="504"/>
                      </a:lnTo>
                      <a:lnTo>
                        <a:pt x="358" y="500"/>
                      </a:lnTo>
                      <a:lnTo>
                        <a:pt x="354" y="494"/>
                      </a:lnTo>
                      <a:lnTo>
                        <a:pt x="348" y="488"/>
                      </a:lnTo>
                      <a:lnTo>
                        <a:pt x="346" y="482"/>
                      </a:lnTo>
                      <a:lnTo>
                        <a:pt x="346" y="478"/>
                      </a:lnTo>
                      <a:lnTo>
                        <a:pt x="350" y="474"/>
                      </a:lnTo>
                      <a:lnTo>
                        <a:pt x="352" y="470"/>
                      </a:lnTo>
                      <a:lnTo>
                        <a:pt x="354" y="464"/>
                      </a:lnTo>
                      <a:lnTo>
                        <a:pt x="352" y="458"/>
                      </a:lnTo>
                      <a:lnTo>
                        <a:pt x="348" y="454"/>
                      </a:lnTo>
                      <a:lnTo>
                        <a:pt x="344" y="452"/>
                      </a:lnTo>
                      <a:lnTo>
                        <a:pt x="340" y="448"/>
                      </a:lnTo>
                      <a:lnTo>
                        <a:pt x="346" y="440"/>
                      </a:lnTo>
                      <a:lnTo>
                        <a:pt x="346" y="436"/>
                      </a:lnTo>
                      <a:lnTo>
                        <a:pt x="348" y="432"/>
                      </a:lnTo>
                      <a:lnTo>
                        <a:pt x="346" y="428"/>
                      </a:lnTo>
                      <a:lnTo>
                        <a:pt x="342" y="428"/>
                      </a:lnTo>
                      <a:lnTo>
                        <a:pt x="340" y="430"/>
                      </a:lnTo>
                      <a:lnTo>
                        <a:pt x="336" y="436"/>
                      </a:lnTo>
                      <a:lnTo>
                        <a:pt x="332" y="442"/>
                      </a:lnTo>
                      <a:lnTo>
                        <a:pt x="330" y="444"/>
                      </a:lnTo>
                      <a:lnTo>
                        <a:pt x="326" y="444"/>
                      </a:lnTo>
                      <a:lnTo>
                        <a:pt x="324" y="444"/>
                      </a:lnTo>
                      <a:lnTo>
                        <a:pt x="322" y="442"/>
                      </a:lnTo>
                      <a:lnTo>
                        <a:pt x="324" y="438"/>
                      </a:lnTo>
                      <a:lnTo>
                        <a:pt x="328" y="438"/>
                      </a:lnTo>
                      <a:lnTo>
                        <a:pt x="332" y="436"/>
                      </a:lnTo>
                      <a:lnTo>
                        <a:pt x="346" y="420"/>
                      </a:lnTo>
                      <a:lnTo>
                        <a:pt x="352" y="412"/>
                      </a:lnTo>
                      <a:lnTo>
                        <a:pt x="356" y="404"/>
                      </a:lnTo>
                      <a:lnTo>
                        <a:pt x="350" y="404"/>
                      </a:lnTo>
                      <a:lnTo>
                        <a:pt x="342" y="404"/>
                      </a:lnTo>
                      <a:lnTo>
                        <a:pt x="340" y="410"/>
                      </a:lnTo>
                      <a:lnTo>
                        <a:pt x="338" y="416"/>
                      </a:lnTo>
                      <a:lnTo>
                        <a:pt x="332" y="416"/>
                      </a:lnTo>
                      <a:lnTo>
                        <a:pt x="326" y="418"/>
                      </a:lnTo>
                      <a:lnTo>
                        <a:pt x="318" y="424"/>
                      </a:lnTo>
                      <a:lnTo>
                        <a:pt x="312" y="432"/>
                      </a:lnTo>
                      <a:lnTo>
                        <a:pt x="310" y="438"/>
                      </a:lnTo>
                      <a:lnTo>
                        <a:pt x="304" y="438"/>
                      </a:lnTo>
                      <a:lnTo>
                        <a:pt x="304" y="436"/>
                      </a:lnTo>
                      <a:lnTo>
                        <a:pt x="304" y="434"/>
                      </a:lnTo>
                      <a:lnTo>
                        <a:pt x="304" y="426"/>
                      </a:lnTo>
                      <a:lnTo>
                        <a:pt x="306" y="418"/>
                      </a:lnTo>
                      <a:lnTo>
                        <a:pt x="304" y="410"/>
                      </a:lnTo>
                      <a:lnTo>
                        <a:pt x="304" y="406"/>
                      </a:lnTo>
                      <a:lnTo>
                        <a:pt x="302" y="400"/>
                      </a:lnTo>
                      <a:lnTo>
                        <a:pt x="300" y="392"/>
                      </a:lnTo>
                      <a:lnTo>
                        <a:pt x="286" y="388"/>
                      </a:lnTo>
                      <a:lnTo>
                        <a:pt x="276" y="384"/>
                      </a:lnTo>
                      <a:lnTo>
                        <a:pt x="270" y="382"/>
                      </a:lnTo>
                      <a:lnTo>
                        <a:pt x="268" y="380"/>
                      </a:lnTo>
                      <a:lnTo>
                        <a:pt x="264" y="378"/>
                      </a:lnTo>
                      <a:lnTo>
                        <a:pt x="232" y="378"/>
                      </a:lnTo>
                      <a:lnTo>
                        <a:pt x="208" y="392"/>
                      </a:lnTo>
                      <a:lnTo>
                        <a:pt x="176" y="392"/>
                      </a:lnTo>
                      <a:lnTo>
                        <a:pt x="164" y="398"/>
                      </a:lnTo>
                      <a:lnTo>
                        <a:pt x="150" y="406"/>
                      </a:lnTo>
                      <a:lnTo>
                        <a:pt x="134" y="416"/>
                      </a:lnTo>
                      <a:lnTo>
                        <a:pt x="122" y="420"/>
                      </a:lnTo>
                      <a:lnTo>
                        <a:pt x="108" y="422"/>
                      </a:lnTo>
                      <a:lnTo>
                        <a:pt x="92" y="422"/>
                      </a:lnTo>
                      <a:lnTo>
                        <a:pt x="84" y="424"/>
                      </a:lnTo>
                      <a:lnTo>
                        <a:pt x="74" y="426"/>
                      </a:lnTo>
                      <a:lnTo>
                        <a:pt x="58" y="432"/>
                      </a:lnTo>
                      <a:lnTo>
                        <a:pt x="42" y="438"/>
                      </a:lnTo>
                      <a:lnTo>
                        <a:pt x="32" y="440"/>
                      </a:lnTo>
                      <a:lnTo>
                        <a:pt x="24" y="440"/>
                      </a:lnTo>
                      <a:lnTo>
                        <a:pt x="18" y="440"/>
                      </a:lnTo>
                      <a:lnTo>
                        <a:pt x="14" y="436"/>
                      </a:lnTo>
                      <a:lnTo>
                        <a:pt x="6" y="430"/>
                      </a:lnTo>
                      <a:lnTo>
                        <a:pt x="4" y="428"/>
                      </a:lnTo>
                      <a:lnTo>
                        <a:pt x="2" y="428"/>
                      </a:lnTo>
                      <a:lnTo>
                        <a:pt x="0" y="426"/>
                      </a:lnTo>
                      <a:lnTo>
                        <a:pt x="0" y="422"/>
                      </a:lnTo>
                      <a:lnTo>
                        <a:pt x="0" y="420"/>
                      </a:lnTo>
                      <a:lnTo>
                        <a:pt x="2" y="416"/>
                      </a:lnTo>
                      <a:lnTo>
                        <a:pt x="4" y="414"/>
                      </a:lnTo>
                      <a:lnTo>
                        <a:pt x="10" y="412"/>
                      </a:lnTo>
                      <a:lnTo>
                        <a:pt x="16" y="408"/>
                      </a:lnTo>
                      <a:lnTo>
                        <a:pt x="24" y="394"/>
                      </a:lnTo>
                      <a:lnTo>
                        <a:pt x="30" y="380"/>
                      </a:lnTo>
                      <a:lnTo>
                        <a:pt x="28" y="376"/>
                      </a:lnTo>
                      <a:lnTo>
                        <a:pt x="26" y="372"/>
                      </a:lnTo>
                      <a:lnTo>
                        <a:pt x="26" y="362"/>
                      </a:lnTo>
                      <a:lnTo>
                        <a:pt x="26" y="328"/>
                      </a:lnTo>
                      <a:lnTo>
                        <a:pt x="26" y="316"/>
                      </a:lnTo>
                      <a:lnTo>
                        <a:pt x="26" y="304"/>
                      </a:lnTo>
                      <a:lnTo>
                        <a:pt x="24" y="296"/>
                      </a:lnTo>
                      <a:lnTo>
                        <a:pt x="20" y="288"/>
                      </a:lnTo>
                      <a:lnTo>
                        <a:pt x="16" y="280"/>
                      </a:lnTo>
                      <a:lnTo>
                        <a:pt x="16" y="276"/>
                      </a:lnTo>
                      <a:lnTo>
                        <a:pt x="20" y="280"/>
                      </a:lnTo>
                      <a:lnTo>
                        <a:pt x="20" y="284"/>
                      </a:lnTo>
                      <a:lnTo>
                        <a:pt x="26" y="284"/>
                      </a:lnTo>
                      <a:lnTo>
                        <a:pt x="24" y="278"/>
                      </a:lnTo>
                      <a:lnTo>
                        <a:pt x="24" y="272"/>
                      </a:lnTo>
                      <a:lnTo>
                        <a:pt x="28" y="276"/>
                      </a:lnTo>
                      <a:lnTo>
                        <a:pt x="28" y="280"/>
                      </a:lnTo>
                      <a:lnTo>
                        <a:pt x="30" y="278"/>
                      </a:lnTo>
                      <a:lnTo>
                        <a:pt x="30" y="276"/>
                      </a:lnTo>
                      <a:lnTo>
                        <a:pt x="32" y="272"/>
                      </a:lnTo>
                      <a:lnTo>
                        <a:pt x="28" y="256"/>
                      </a:lnTo>
                      <a:lnTo>
                        <a:pt x="36" y="236"/>
                      </a:lnTo>
                      <a:lnTo>
                        <a:pt x="38" y="226"/>
                      </a:lnTo>
                      <a:lnTo>
                        <a:pt x="40" y="214"/>
                      </a:lnTo>
                      <a:lnTo>
                        <a:pt x="40" y="208"/>
                      </a:lnTo>
                      <a:lnTo>
                        <a:pt x="44" y="202"/>
                      </a:lnTo>
                      <a:lnTo>
                        <a:pt x="46" y="206"/>
                      </a:lnTo>
                      <a:lnTo>
                        <a:pt x="48" y="208"/>
                      </a:lnTo>
                      <a:lnTo>
                        <a:pt x="48" y="210"/>
                      </a:lnTo>
                      <a:lnTo>
                        <a:pt x="52" y="208"/>
                      </a:lnTo>
                      <a:lnTo>
                        <a:pt x="54" y="206"/>
                      </a:lnTo>
                      <a:lnTo>
                        <a:pt x="56" y="202"/>
                      </a:lnTo>
                      <a:lnTo>
                        <a:pt x="58" y="198"/>
                      </a:lnTo>
                      <a:lnTo>
                        <a:pt x="62" y="196"/>
                      </a:lnTo>
                      <a:lnTo>
                        <a:pt x="70" y="194"/>
                      </a:lnTo>
                      <a:lnTo>
                        <a:pt x="76" y="190"/>
                      </a:lnTo>
                      <a:lnTo>
                        <a:pt x="78" y="188"/>
                      </a:lnTo>
                      <a:lnTo>
                        <a:pt x="82" y="186"/>
                      </a:lnTo>
                      <a:lnTo>
                        <a:pt x="86" y="182"/>
                      </a:lnTo>
                      <a:lnTo>
                        <a:pt x="94" y="178"/>
                      </a:lnTo>
                      <a:lnTo>
                        <a:pt x="102" y="176"/>
                      </a:lnTo>
                      <a:lnTo>
                        <a:pt x="110" y="174"/>
                      </a:lnTo>
                      <a:lnTo>
                        <a:pt x="118" y="172"/>
                      </a:lnTo>
                      <a:lnTo>
                        <a:pt x="128" y="168"/>
                      </a:lnTo>
                      <a:lnTo>
                        <a:pt x="138" y="166"/>
                      </a:lnTo>
                      <a:lnTo>
                        <a:pt x="146" y="166"/>
                      </a:lnTo>
                      <a:lnTo>
                        <a:pt x="156" y="164"/>
                      </a:lnTo>
                      <a:lnTo>
                        <a:pt x="162" y="162"/>
                      </a:lnTo>
                      <a:lnTo>
                        <a:pt x="168" y="152"/>
                      </a:lnTo>
                      <a:lnTo>
                        <a:pt x="180" y="1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2" name="iṧľïḍê"/>
                <p:cNvSpPr/>
                <p:nvPr/>
              </p:nvSpPr>
              <p:spPr bwMode="auto">
                <a:xfrm>
                  <a:off x="7785393" y="4114259"/>
                  <a:ext cx="112932" cy="61646"/>
                </a:xfrm>
                <a:custGeom>
                  <a:avLst/>
                  <a:gdLst>
                    <a:gd name="T0" fmla="*/ 2147483647 w 64"/>
                    <a:gd name="T1" fmla="*/ 0 h 38"/>
                    <a:gd name="T2" fmla="*/ 2147483647 w 64"/>
                    <a:gd name="T3" fmla="*/ 2147483647 h 38"/>
                    <a:gd name="T4" fmla="*/ 2147483647 w 64"/>
                    <a:gd name="T5" fmla="*/ 2147483647 h 38"/>
                    <a:gd name="T6" fmla="*/ 2147483647 w 64"/>
                    <a:gd name="T7" fmla="*/ 2147483647 h 38"/>
                    <a:gd name="T8" fmla="*/ 2147483647 w 64"/>
                    <a:gd name="T9" fmla="*/ 2147483647 h 38"/>
                    <a:gd name="T10" fmla="*/ 2147483647 w 64"/>
                    <a:gd name="T11" fmla="*/ 2147483647 h 38"/>
                    <a:gd name="T12" fmla="*/ 2147483647 w 64"/>
                    <a:gd name="T13" fmla="*/ 2147483647 h 38"/>
                    <a:gd name="T14" fmla="*/ 2147483647 w 64"/>
                    <a:gd name="T15" fmla="*/ 2147483647 h 38"/>
                    <a:gd name="T16" fmla="*/ 2147483647 w 64"/>
                    <a:gd name="T17" fmla="*/ 2147483647 h 38"/>
                    <a:gd name="T18" fmla="*/ 0 w 64"/>
                    <a:gd name="T19" fmla="*/ 2147483647 h 38"/>
                    <a:gd name="T20" fmla="*/ 0 w 64"/>
                    <a:gd name="T21" fmla="*/ 2147483647 h 38"/>
                    <a:gd name="T22" fmla="*/ 0 w 64"/>
                    <a:gd name="T23" fmla="*/ 2147483647 h 38"/>
                    <a:gd name="T24" fmla="*/ 2147483647 w 64"/>
                    <a:gd name="T25" fmla="*/ 2147483647 h 38"/>
                    <a:gd name="T26" fmla="*/ 2147483647 w 64"/>
                    <a:gd name="T27" fmla="*/ 2147483647 h 38"/>
                    <a:gd name="T28" fmla="*/ 2147483647 w 64"/>
                    <a:gd name="T29" fmla="*/ 2147483647 h 38"/>
                    <a:gd name="T30" fmla="*/ 2147483647 w 64"/>
                    <a:gd name="T31" fmla="*/ 2147483647 h 38"/>
                    <a:gd name="T32" fmla="*/ 2147483647 w 64"/>
                    <a:gd name="T33" fmla="*/ 2147483647 h 38"/>
                    <a:gd name="T34" fmla="*/ 2147483647 w 64"/>
                    <a:gd name="T35" fmla="*/ 2147483647 h 38"/>
                    <a:gd name="T36" fmla="*/ 2147483647 w 64"/>
                    <a:gd name="T37" fmla="*/ 2147483647 h 38"/>
                    <a:gd name="T38" fmla="*/ 2147483647 w 64"/>
                    <a:gd name="T39" fmla="*/ 2147483647 h 38"/>
                    <a:gd name="T40" fmla="*/ 2147483647 w 64"/>
                    <a:gd name="T41" fmla="*/ 0 h 38"/>
                    <a:gd name="T42" fmla="*/ 2147483647 w 64"/>
                    <a:gd name="T43" fmla="*/ 0 h 38"/>
                    <a:gd name="T44" fmla="*/ 2147483647 w 64"/>
                    <a:gd name="T45" fmla="*/ 2147483647 h 38"/>
                    <a:gd name="T46" fmla="*/ 2147483647 w 64"/>
                    <a:gd name="T47" fmla="*/ 0 h 38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64"/>
                    <a:gd name="T73" fmla="*/ 0 h 38"/>
                    <a:gd name="T74" fmla="*/ 64 w 64"/>
                    <a:gd name="T75" fmla="*/ 38 h 38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64" h="38">
                      <a:moveTo>
                        <a:pt x="64" y="0"/>
                      </a:moveTo>
                      <a:lnTo>
                        <a:pt x="52" y="10"/>
                      </a:lnTo>
                      <a:lnTo>
                        <a:pt x="36" y="16"/>
                      </a:lnTo>
                      <a:lnTo>
                        <a:pt x="32" y="18"/>
                      </a:lnTo>
                      <a:lnTo>
                        <a:pt x="28" y="20"/>
                      </a:lnTo>
                      <a:lnTo>
                        <a:pt x="22" y="28"/>
                      </a:lnTo>
                      <a:lnTo>
                        <a:pt x="14" y="36"/>
                      </a:lnTo>
                      <a:lnTo>
                        <a:pt x="8" y="38"/>
                      </a:lnTo>
                      <a:lnTo>
                        <a:pt x="2" y="38"/>
                      </a:lnTo>
                      <a:lnTo>
                        <a:pt x="0" y="38"/>
                      </a:lnTo>
                      <a:lnTo>
                        <a:pt x="0" y="34"/>
                      </a:lnTo>
                      <a:lnTo>
                        <a:pt x="0" y="30"/>
                      </a:lnTo>
                      <a:lnTo>
                        <a:pt x="2" y="26"/>
                      </a:lnTo>
                      <a:lnTo>
                        <a:pt x="10" y="20"/>
                      </a:lnTo>
                      <a:lnTo>
                        <a:pt x="26" y="14"/>
                      </a:lnTo>
                      <a:lnTo>
                        <a:pt x="28" y="12"/>
                      </a:lnTo>
                      <a:lnTo>
                        <a:pt x="30" y="8"/>
                      </a:lnTo>
                      <a:lnTo>
                        <a:pt x="32" y="6"/>
                      </a:lnTo>
                      <a:lnTo>
                        <a:pt x="36" y="4"/>
                      </a:lnTo>
                      <a:lnTo>
                        <a:pt x="46" y="2"/>
                      </a:lnTo>
                      <a:lnTo>
                        <a:pt x="54" y="0"/>
                      </a:lnTo>
                      <a:lnTo>
                        <a:pt x="64" y="0"/>
                      </a:lnTo>
                      <a:lnTo>
                        <a:pt x="64" y="2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3" name="íṩḷïḑê"/>
                <p:cNvSpPr/>
                <p:nvPr/>
              </p:nvSpPr>
              <p:spPr bwMode="auto">
                <a:xfrm>
                  <a:off x="7691743" y="4105852"/>
                  <a:ext cx="86765" cy="16812"/>
                </a:xfrm>
                <a:custGeom>
                  <a:avLst/>
                  <a:gdLst>
                    <a:gd name="T0" fmla="*/ 2147483647 w 50"/>
                    <a:gd name="T1" fmla="*/ 2147483647 h 10"/>
                    <a:gd name="T2" fmla="*/ 2147483647 w 50"/>
                    <a:gd name="T3" fmla="*/ 2147483647 h 10"/>
                    <a:gd name="T4" fmla="*/ 2147483647 w 50"/>
                    <a:gd name="T5" fmla="*/ 2147483647 h 10"/>
                    <a:gd name="T6" fmla="*/ 2147483647 w 50"/>
                    <a:gd name="T7" fmla="*/ 2147483647 h 10"/>
                    <a:gd name="T8" fmla="*/ 2147483647 w 50"/>
                    <a:gd name="T9" fmla="*/ 2147483647 h 10"/>
                    <a:gd name="T10" fmla="*/ 2147483647 w 50"/>
                    <a:gd name="T11" fmla="*/ 2147483647 h 10"/>
                    <a:gd name="T12" fmla="*/ 2147483647 w 50"/>
                    <a:gd name="T13" fmla="*/ 2147483647 h 10"/>
                    <a:gd name="T14" fmla="*/ 0 w 50"/>
                    <a:gd name="T15" fmla="*/ 2147483647 h 10"/>
                    <a:gd name="T16" fmla="*/ 2147483647 w 50"/>
                    <a:gd name="T17" fmla="*/ 2147483647 h 10"/>
                    <a:gd name="T18" fmla="*/ 2147483647 w 50"/>
                    <a:gd name="T19" fmla="*/ 0 h 10"/>
                    <a:gd name="T20" fmla="*/ 2147483647 w 50"/>
                    <a:gd name="T21" fmla="*/ 2147483647 h 10"/>
                    <a:gd name="T22" fmla="*/ 2147483647 w 50"/>
                    <a:gd name="T23" fmla="*/ 2147483647 h 10"/>
                    <a:gd name="T24" fmla="*/ 2147483647 w 50"/>
                    <a:gd name="T25" fmla="*/ 2147483647 h 10"/>
                    <a:gd name="T26" fmla="*/ 2147483647 w 50"/>
                    <a:gd name="T27" fmla="*/ 2147483647 h 10"/>
                    <a:gd name="T28" fmla="*/ 2147483647 w 50"/>
                    <a:gd name="T29" fmla="*/ 2147483647 h 10"/>
                    <a:gd name="T30" fmla="*/ 2147483647 w 50"/>
                    <a:gd name="T31" fmla="*/ 2147483647 h 10"/>
                    <a:gd name="T32" fmla="*/ 2147483647 w 50"/>
                    <a:gd name="T33" fmla="*/ 2147483647 h 10"/>
                    <a:gd name="T34" fmla="*/ 2147483647 w 50"/>
                    <a:gd name="T35" fmla="*/ 2147483647 h 10"/>
                    <a:gd name="T36" fmla="*/ 2147483647 w 50"/>
                    <a:gd name="T37" fmla="*/ 2147483647 h 10"/>
                    <a:gd name="T38" fmla="*/ 2147483647 w 50"/>
                    <a:gd name="T39" fmla="*/ 2147483647 h 1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50"/>
                    <a:gd name="T61" fmla="*/ 0 h 10"/>
                    <a:gd name="T62" fmla="*/ 50 w 50"/>
                    <a:gd name="T63" fmla="*/ 10 h 1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50" h="10">
                      <a:moveTo>
                        <a:pt x="40" y="8"/>
                      </a:moveTo>
                      <a:lnTo>
                        <a:pt x="34" y="10"/>
                      </a:lnTo>
                      <a:lnTo>
                        <a:pt x="28" y="10"/>
                      </a:lnTo>
                      <a:lnTo>
                        <a:pt x="22" y="8"/>
                      </a:lnTo>
                      <a:lnTo>
                        <a:pt x="10" y="10"/>
                      </a:lnTo>
                      <a:lnTo>
                        <a:pt x="4" y="10"/>
                      </a:lnTo>
                      <a:lnTo>
                        <a:pt x="2" y="8"/>
                      </a:lnTo>
                      <a:lnTo>
                        <a:pt x="0" y="4"/>
                      </a:lnTo>
                      <a:lnTo>
                        <a:pt x="6" y="2"/>
                      </a:lnTo>
                      <a:lnTo>
                        <a:pt x="12" y="0"/>
                      </a:lnTo>
                      <a:lnTo>
                        <a:pt x="18" y="2"/>
                      </a:lnTo>
                      <a:lnTo>
                        <a:pt x="24" y="4"/>
                      </a:lnTo>
                      <a:lnTo>
                        <a:pt x="28" y="6"/>
                      </a:lnTo>
                      <a:lnTo>
                        <a:pt x="34" y="8"/>
                      </a:lnTo>
                      <a:lnTo>
                        <a:pt x="42" y="6"/>
                      </a:lnTo>
                      <a:lnTo>
                        <a:pt x="50" y="4"/>
                      </a:lnTo>
                      <a:lnTo>
                        <a:pt x="46" y="8"/>
                      </a:lnTo>
                      <a:lnTo>
                        <a:pt x="44" y="10"/>
                      </a:lnTo>
                      <a:lnTo>
                        <a:pt x="38" y="10"/>
                      </a:lnTo>
                      <a:lnTo>
                        <a:pt x="4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4" name="îşļiḑe"/>
                <p:cNvSpPr/>
                <p:nvPr/>
              </p:nvSpPr>
              <p:spPr bwMode="auto">
                <a:xfrm>
                  <a:off x="7295104" y="4040003"/>
                  <a:ext cx="280952" cy="82662"/>
                </a:xfrm>
                <a:custGeom>
                  <a:avLst/>
                  <a:gdLst>
                    <a:gd name="T0" fmla="*/ 2147483647 w 162"/>
                    <a:gd name="T1" fmla="*/ 2147483647 h 50"/>
                    <a:gd name="T2" fmla="*/ 0 w 162"/>
                    <a:gd name="T3" fmla="*/ 2147483647 h 50"/>
                    <a:gd name="T4" fmla="*/ 2147483647 w 162"/>
                    <a:gd name="T5" fmla="*/ 2147483647 h 50"/>
                    <a:gd name="T6" fmla="*/ 2147483647 w 162"/>
                    <a:gd name="T7" fmla="*/ 2147483647 h 50"/>
                    <a:gd name="T8" fmla="*/ 2147483647 w 162"/>
                    <a:gd name="T9" fmla="*/ 2147483647 h 50"/>
                    <a:gd name="T10" fmla="*/ 2147483647 w 162"/>
                    <a:gd name="T11" fmla="*/ 0 h 50"/>
                    <a:gd name="T12" fmla="*/ 2147483647 w 162"/>
                    <a:gd name="T13" fmla="*/ 2147483647 h 50"/>
                    <a:gd name="T14" fmla="*/ 2147483647 w 162"/>
                    <a:gd name="T15" fmla="*/ 2147483647 h 50"/>
                    <a:gd name="T16" fmla="*/ 2147483647 w 162"/>
                    <a:gd name="T17" fmla="*/ 2147483647 h 50"/>
                    <a:gd name="T18" fmla="*/ 2147483647 w 162"/>
                    <a:gd name="T19" fmla="*/ 2147483647 h 50"/>
                    <a:gd name="T20" fmla="*/ 2147483647 w 162"/>
                    <a:gd name="T21" fmla="*/ 2147483647 h 50"/>
                    <a:gd name="T22" fmla="*/ 2147483647 w 162"/>
                    <a:gd name="T23" fmla="*/ 2147483647 h 50"/>
                    <a:gd name="T24" fmla="*/ 2147483647 w 162"/>
                    <a:gd name="T25" fmla="*/ 2147483647 h 50"/>
                    <a:gd name="T26" fmla="*/ 2147483647 w 162"/>
                    <a:gd name="T27" fmla="*/ 2147483647 h 50"/>
                    <a:gd name="T28" fmla="*/ 2147483647 w 162"/>
                    <a:gd name="T29" fmla="*/ 2147483647 h 50"/>
                    <a:gd name="T30" fmla="*/ 2147483647 w 162"/>
                    <a:gd name="T31" fmla="*/ 2147483647 h 50"/>
                    <a:gd name="T32" fmla="*/ 2147483647 w 162"/>
                    <a:gd name="T33" fmla="*/ 2147483647 h 50"/>
                    <a:gd name="T34" fmla="*/ 2147483647 w 162"/>
                    <a:gd name="T35" fmla="*/ 2147483647 h 50"/>
                    <a:gd name="T36" fmla="*/ 2147483647 w 162"/>
                    <a:gd name="T37" fmla="*/ 2147483647 h 50"/>
                    <a:gd name="T38" fmla="*/ 2147483647 w 162"/>
                    <a:gd name="T39" fmla="*/ 2147483647 h 50"/>
                    <a:gd name="T40" fmla="*/ 2147483647 w 162"/>
                    <a:gd name="T41" fmla="*/ 2147483647 h 50"/>
                    <a:gd name="T42" fmla="*/ 2147483647 w 162"/>
                    <a:gd name="T43" fmla="*/ 2147483647 h 50"/>
                    <a:gd name="T44" fmla="*/ 2147483647 w 162"/>
                    <a:gd name="T45" fmla="*/ 2147483647 h 50"/>
                    <a:gd name="T46" fmla="*/ 2147483647 w 162"/>
                    <a:gd name="T47" fmla="*/ 2147483647 h 50"/>
                    <a:gd name="T48" fmla="*/ 2147483647 w 162"/>
                    <a:gd name="T49" fmla="*/ 2147483647 h 50"/>
                    <a:gd name="T50" fmla="*/ 2147483647 w 162"/>
                    <a:gd name="T51" fmla="*/ 2147483647 h 50"/>
                    <a:gd name="T52" fmla="*/ 2147483647 w 162"/>
                    <a:gd name="T53" fmla="*/ 2147483647 h 50"/>
                    <a:gd name="T54" fmla="*/ 2147483647 w 162"/>
                    <a:gd name="T55" fmla="*/ 2147483647 h 50"/>
                    <a:gd name="T56" fmla="*/ 2147483647 w 162"/>
                    <a:gd name="T57" fmla="*/ 2147483647 h 50"/>
                    <a:gd name="T58" fmla="*/ 2147483647 w 162"/>
                    <a:gd name="T59" fmla="*/ 2147483647 h 50"/>
                    <a:gd name="T60" fmla="*/ 2147483647 w 162"/>
                    <a:gd name="T61" fmla="*/ 2147483647 h 50"/>
                    <a:gd name="T62" fmla="*/ 2147483647 w 162"/>
                    <a:gd name="T63" fmla="*/ 2147483647 h 50"/>
                    <a:gd name="T64" fmla="*/ 2147483647 w 162"/>
                    <a:gd name="T65" fmla="*/ 2147483647 h 50"/>
                    <a:gd name="T66" fmla="*/ 2147483647 w 162"/>
                    <a:gd name="T67" fmla="*/ 2147483647 h 50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62"/>
                    <a:gd name="T103" fmla="*/ 0 h 50"/>
                    <a:gd name="T104" fmla="*/ 162 w 162"/>
                    <a:gd name="T105" fmla="*/ 50 h 50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62" h="50">
                      <a:moveTo>
                        <a:pt x="16" y="16"/>
                      </a:moveTo>
                      <a:lnTo>
                        <a:pt x="8" y="16"/>
                      </a:lnTo>
                      <a:lnTo>
                        <a:pt x="4" y="14"/>
                      </a:lnTo>
                      <a:lnTo>
                        <a:pt x="0" y="12"/>
                      </a:lnTo>
                      <a:lnTo>
                        <a:pt x="4" y="10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0" y="6"/>
                      </a:lnTo>
                      <a:lnTo>
                        <a:pt x="10" y="4"/>
                      </a:lnTo>
                      <a:lnTo>
                        <a:pt x="10" y="2"/>
                      </a:lnTo>
                      <a:lnTo>
                        <a:pt x="12" y="0"/>
                      </a:lnTo>
                      <a:lnTo>
                        <a:pt x="16" y="0"/>
                      </a:lnTo>
                      <a:lnTo>
                        <a:pt x="22" y="2"/>
                      </a:lnTo>
                      <a:lnTo>
                        <a:pt x="36" y="2"/>
                      </a:lnTo>
                      <a:lnTo>
                        <a:pt x="48" y="4"/>
                      </a:lnTo>
                      <a:lnTo>
                        <a:pt x="50" y="6"/>
                      </a:lnTo>
                      <a:lnTo>
                        <a:pt x="52" y="8"/>
                      </a:lnTo>
                      <a:lnTo>
                        <a:pt x="54" y="12"/>
                      </a:lnTo>
                      <a:lnTo>
                        <a:pt x="56" y="14"/>
                      </a:lnTo>
                      <a:lnTo>
                        <a:pt x="62" y="16"/>
                      </a:lnTo>
                      <a:lnTo>
                        <a:pt x="70" y="16"/>
                      </a:lnTo>
                      <a:lnTo>
                        <a:pt x="78" y="14"/>
                      </a:lnTo>
                      <a:lnTo>
                        <a:pt x="84" y="12"/>
                      </a:lnTo>
                      <a:lnTo>
                        <a:pt x="88" y="10"/>
                      </a:lnTo>
                      <a:lnTo>
                        <a:pt x="90" y="8"/>
                      </a:lnTo>
                      <a:lnTo>
                        <a:pt x="92" y="10"/>
                      </a:lnTo>
                      <a:lnTo>
                        <a:pt x="94" y="10"/>
                      </a:lnTo>
                      <a:lnTo>
                        <a:pt x="100" y="12"/>
                      </a:lnTo>
                      <a:lnTo>
                        <a:pt x="102" y="16"/>
                      </a:lnTo>
                      <a:lnTo>
                        <a:pt x="106" y="16"/>
                      </a:lnTo>
                      <a:lnTo>
                        <a:pt x="114" y="18"/>
                      </a:lnTo>
                      <a:lnTo>
                        <a:pt x="118" y="20"/>
                      </a:lnTo>
                      <a:lnTo>
                        <a:pt x="118" y="22"/>
                      </a:lnTo>
                      <a:lnTo>
                        <a:pt x="118" y="30"/>
                      </a:lnTo>
                      <a:lnTo>
                        <a:pt x="124" y="32"/>
                      </a:lnTo>
                      <a:lnTo>
                        <a:pt x="132" y="32"/>
                      </a:lnTo>
                      <a:lnTo>
                        <a:pt x="146" y="34"/>
                      </a:lnTo>
                      <a:lnTo>
                        <a:pt x="150" y="36"/>
                      </a:lnTo>
                      <a:lnTo>
                        <a:pt x="162" y="40"/>
                      </a:lnTo>
                      <a:lnTo>
                        <a:pt x="162" y="42"/>
                      </a:lnTo>
                      <a:lnTo>
                        <a:pt x="160" y="46"/>
                      </a:lnTo>
                      <a:lnTo>
                        <a:pt x="156" y="48"/>
                      </a:lnTo>
                      <a:lnTo>
                        <a:pt x="152" y="48"/>
                      </a:lnTo>
                      <a:lnTo>
                        <a:pt x="150" y="46"/>
                      </a:lnTo>
                      <a:lnTo>
                        <a:pt x="146" y="40"/>
                      </a:lnTo>
                      <a:lnTo>
                        <a:pt x="144" y="46"/>
                      </a:lnTo>
                      <a:lnTo>
                        <a:pt x="144" y="48"/>
                      </a:lnTo>
                      <a:lnTo>
                        <a:pt x="142" y="50"/>
                      </a:lnTo>
                      <a:lnTo>
                        <a:pt x="136" y="48"/>
                      </a:lnTo>
                      <a:lnTo>
                        <a:pt x="130" y="46"/>
                      </a:lnTo>
                      <a:lnTo>
                        <a:pt x="126" y="44"/>
                      </a:lnTo>
                      <a:lnTo>
                        <a:pt x="118" y="42"/>
                      </a:lnTo>
                      <a:lnTo>
                        <a:pt x="92" y="42"/>
                      </a:lnTo>
                      <a:lnTo>
                        <a:pt x="90" y="40"/>
                      </a:lnTo>
                      <a:lnTo>
                        <a:pt x="84" y="40"/>
                      </a:lnTo>
                      <a:lnTo>
                        <a:pt x="82" y="38"/>
                      </a:lnTo>
                      <a:lnTo>
                        <a:pt x="80" y="36"/>
                      </a:lnTo>
                      <a:lnTo>
                        <a:pt x="74" y="34"/>
                      </a:lnTo>
                      <a:lnTo>
                        <a:pt x="64" y="32"/>
                      </a:lnTo>
                      <a:lnTo>
                        <a:pt x="56" y="32"/>
                      </a:lnTo>
                      <a:lnTo>
                        <a:pt x="48" y="32"/>
                      </a:lnTo>
                      <a:lnTo>
                        <a:pt x="40" y="32"/>
                      </a:lnTo>
                      <a:lnTo>
                        <a:pt x="36" y="32"/>
                      </a:lnTo>
                      <a:lnTo>
                        <a:pt x="36" y="30"/>
                      </a:lnTo>
                      <a:lnTo>
                        <a:pt x="32" y="26"/>
                      </a:lnTo>
                      <a:lnTo>
                        <a:pt x="24" y="26"/>
                      </a:lnTo>
                      <a:lnTo>
                        <a:pt x="20" y="26"/>
                      </a:lnTo>
                      <a:lnTo>
                        <a:pt x="18" y="22"/>
                      </a:lnTo>
                      <a:lnTo>
                        <a:pt x="16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5" name="îsḻïḋé"/>
                <p:cNvSpPr/>
                <p:nvPr/>
              </p:nvSpPr>
              <p:spPr bwMode="auto">
                <a:xfrm>
                  <a:off x="7295104" y="3905501"/>
                  <a:ext cx="39939" cy="43433"/>
                </a:xfrm>
                <a:custGeom>
                  <a:avLst/>
                  <a:gdLst>
                    <a:gd name="T0" fmla="*/ 0 w 24"/>
                    <a:gd name="T1" fmla="*/ 2147483647 h 26"/>
                    <a:gd name="T2" fmla="*/ 2147483647 w 24"/>
                    <a:gd name="T3" fmla="*/ 2147483647 h 26"/>
                    <a:gd name="T4" fmla="*/ 2147483647 w 24"/>
                    <a:gd name="T5" fmla="*/ 2147483647 h 26"/>
                    <a:gd name="T6" fmla="*/ 2147483647 w 24"/>
                    <a:gd name="T7" fmla="*/ 0 h 26"/>
                    <a:gd name="T8" fmla="*/ 2147483647 w 24"/>
                    <a:gd name="T9" fmla="*/ 0 h 26"/>
                    <a:gd name="T10" fmla="*/ 2147483647 w 24"/>
                    <a:gd name="T11" fmla="*/ 2147483647 h 26"/>
                    <a:gd name="T12" fmla="*/ 2147483647 w 24"/>
                    <a:gd name="T13" fmla="*/ 2147483647 h 26"/>
                    <a:gd name="T14" fmla="*/ 2147483647 w 24"/>
                    <a:gd name="T15" fmla="*/ 2147483647 h 26"/>
                    <a:gd name="T16" fmla="*/ 2147483647 w 24"/>
                    <a:gd name="T17" fmla="*/ 2147483647 h 26"/>
                    <a:gd name="T18" fmla="*/ 2147483647 w 24"/>
                    <a:gd name="T19" fmla="*/ 2147483647 h 26"/>
                    <a:gd name="T20" fmla="*/ 2147483647 w 24"/>
                    <a:gd name="T21" fmla="*/ 2147483647 h 26"/>
                    <a:gd name="T22" fmla="*/ 2147483647 w 24"/>
                    <a:gd name="T23" fmla="*/ 2147483647 h 26"/>
                    <a:gd name="T24" fmla="*/ 2147483647 w 24"/>
                    <a:gd name="T25" fmla="*/ 2147483647 h 26"/>
                    <a:gd name="T26" fmla="*/ 2147483647 w 24"/>
                    <a:gd name="T27" fmla="*/ 2147483647 h 26"/>
                    <a:gd name="T28" fmla="*/ 2147483647 w 24"/>
                    <a:gd name="T29" fmla="*/ 2147483647 h 26"/>
                    <a:gd name="T30" fmla="*/ 2147483647 w 24"/>
                    <a:gd name="T31" fmla="*/ 2147483647 h 26"/>
                    <a:gd name="T32" fmla="*/ 2147483647 w 24"/>
                    <a:gd name="T33" fmla="*/ 2147483647 h 26"/>
                    <a:gd name="T34" fmla="*/ 2147483647 w 24"/>
                    <a:gd name="T35" fmla="*/ 2147483647 h 26"/>
                    <a:gd name="T36" fmla="*/ 0 w 24"/>
                    <a:gd name="T37" fmla="*/ 2147483647 h 2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4"/>
                    <a:gd name="T58" fmla="*/ 0 h 26"/>
                    <a:gd name="T59" fmla="*/ 24 w 24"/>
                    <a:gd name="T60" fmla="*/ 26 h 2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4" h="26">
                      <a:moveTo>
                        <a:pt x="0" y="6"/>
                      </a:moveTo>
                      <a:lnTo>
                        <a:pt x="4" y="4"/>
                      </a:lnTo>
                      <a:lnTo>
                        <a:pt x="6" y="2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4" y="2"/>
                      </a:lnTo>
                      <a:lnTo>
                        <a:pt x="14" y="6"/>
                      </a:lnTo>
                      <a:lnTo>
                        <a:pt x="18" y="12"/>
                      </a:lnTo>
                      <a:lnTo>
                        <a:pt x="24" y="18"/>
                      </a:lnTo>
                      <a:lnTo>
                        <a:pt x="24" y="24"/>
                      </a:lnTo>
                      <a:lnTo>
                        <a:pt x="22" y="26"/>
                      </a:lnTo>
                      <a:lnTo>
                        <a:pt x="14" y="22"/>
                      </a:lnTo>
                      <a:lnTo>
                        <a:pt x="12" y="18"/>
                      </a:lnTo>
                      <a:lnTo>
                        <a:pt x="10" y="16"/>
                      </a:lnTo>
                      <a:lnTo>
                        <a:pt x="12" y="12"/>
                      </a:lnTo>
                      <a:lnTo>
                        <a:pt x="12" y="10"/>
                      </a:lnTo>
                      <a:lnTo>
                        <a:pt x="6" y="8"/>
                      </a:lnTo>
                      <a:lnTo>
                        <a:pt x="2" y="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6" name="iṡ1íḍe"/>
                <p:cNvSpPr/>
                <p:nvPr/>
              </p:nvSpPr>
              <p:spPr bwMode="auto">
                <a:xfrm>
                  <a:off x="7359833" y="3936324"/>
                  <a:ext cx="20657" cy="16812"/>
                </a:xfrm>
                <a:custGeom>
                  <a:avLst/>
                  <a:gdLst>
                    <a:gd name="T0" fmla="*/ 2147483647 w 12"/>
                    <a:gd name="T1" fmla="*/ 2147483647 h 10"/>
                    <a:gd name="T2" fmla="*/ 2147483647 w 12"/>
                    <a:gd name="T3" fmla="*/ 2147483647 h 10"/>
                    <a:gd name="T4" fmla="*/ 2147483647 w 12"/>
                    <a:gd name="T5" fmla="*/ 2147483647 h 10"/>
                    <a:gd name="T6" fmla="*/ 2147483647 w 12"/>
                    <a:gd name="T7" fmla="*/ 2147483647 h 10"/>
                    <a:gd name="T8" fmla="*/ 2147483647 w 12"/>
                    <a:gd name="T9" fmla="*/ 2147483647 h 10"/>
                    <a:gd name="T10" fmla="*/ 0 w 12"/>
                    <a:gd name="T11" fmla="*/ 2147483647 h 10"/>
                    <a:gd name="T12" fmla="*/ 2147483647 w 12"/>
                    <a:gd name="T13" fmla="*/ 2147483647 h 10"/>
                    <a:gd name="T14" fmla="*/ 2147483647 w 12"/>
                    <a:gd name="T15" fmla="*/ 0 h 10"/>
                    <a:gd name="T16" fmla="*/ 2147483647 w 12"/>
                    <a:gd name="T17" fmla="*/ 2147483647 h 1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2"/>
                    <a:gd name="T28" fmla="*/ 0 h 10"/>
                    <a:gd name="T29" fmla="*/ 12 w 12"/>
                    <a:gd name="T30" fmla="*/ 10 h 1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2" h="10">
                      <a:moveTo>
                        <a:pt x="12" y="2"/>
                      </a:moveTo>
                      <a:lnTo>
                        <a:pt x="10" y="6"/>
                      </a:lnTo>
                      <a:lnTo>
                        <a:pt x="10" y="10"/>
                      </a:lnTo>
                      <a:lnTo>
                        <a:pt x="4" y="10"/>
                      </a:lnTo>
                      <a:lnTo>
                        <a:pt x="2" y="8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4" y="0"/>
                      </a:lnTo>
                      <a:lnTo>
                        <a:pt x="12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7" name="iş1íḍe"/>
                <p:cNvSpPr/>
                <p:nvPr/>
              </p:nvSpPr>
              <p:spPr bwMode="auto">
                <a:xfrm>
                  <a:off x="7107803" y="3887287"/>
                  <a:ext cx="16526" cy="18214"/>
                </a:xfrm>
                <a:custGeom>
                  <a:avLst/>
                  <a:gdLst>
                    <a:gd name="T0" fmla="*/ 2147483647 w 10"/>
                    <a:gd name="T1" fmla="*/ 0 h 12"/>
                    <a:gd name="T2" fmla="*/ 2147483647 w 10"/>
                    <a:gd name="T3" fmla="*/ 2147483647 h 12"/>
                    <a:gd name="T4" fmla="*/ 2147483647 w 10"/>
                    <a:gd name="T5" fmla="*/ 2147483647 h 12"/>
                    <a:gd name="T6" fmla="*/ 2147483647 w 10"/>
                    <a:gd name="T7" fmla="*/ 2147483647 h 12"/>
                    <a:gd name="T8" fmla="*/ 2147483647 w 10"/>
                    <a:gd name="T9" fmla="*/ 2147483647 h 12"/>
                    <a:gd name="T10" fmla="*/ 2147483647 w 10"/>
                    <a:gd name="T11" fmla="*/ 2147483647 h 12"/>
                    <a:gd name="T12" fmla="*/ 2147483647 w 10"/>
                    <a:gd name="T13" fmla="*/ 2147483647 h 12"/>
                    <a:gd name="T14" fmla="*/ 0 w 10"/>
                    <a:gd name="T15" fmla="*/ 2147483647 h 12"/>
                    <a:gd name="T16" fmla="*/ 2147483647 w 10"/>
                    <a:gd name="T17" fmla="*/ 0 h 12"/>
                    <a:gd name="T18" fmla="*/ 2147483647 w 10"/>
                    <a:gd name="T19" fmla="*/ 0 h 12"/>
                    <a:gd name="T20" fmla="*/ 2147483647 w 10"/>
                    <a:gd name="T21" fmla="*/ 0 h 1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0"/>
                    <a:gd name="T34" fmla="*/ 0 h 12"/>
                    <a:gd name="T35" fmla="*/ 10 w 10"/>
                    <a:gd name="T36" fmla="*/ 12 h 1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0" h="12">
                      <a:moveTo>
                        <a:pt x="6" y="0"/>
                      </a:moveTo>
                      <a:lnTo>
                        <a:pt x="6" y="6"/>
                      </a:lnTo>
                      <a:lnTo>
                        <a:pt x="10" y="8"/>
                      </a:lnTo>
                      <a:lnTo>
                        <a:pt x="10" y="12"/>
                      </a:lnTo>
                      <a:lnTo>
                        <a:pt x="6" y="12"/>
                      </a:lnTo>
                      <a:lnTo>
                        <a:pt x="4" y="10"/>
                      </a:lnTo>
                      <a:lnTo>
                        <a:pt x="2" y="8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8" name="îş1ïḋe"/>
                <p:cNvSpPr/>
                <p:nvPr/>
              </p:nvSpPr>
              <p:spPr bwMode="auto">
                <a:xfrm>
                  <a:off x="7070618" y="3813032"/>
                  <a:ext cx="20657" cy="23818"/>
                </a:xfrm>
                <a:custGeom>
                  <a:avLst/>
                  <a:gdLst>
                    <a:gd name="T0" fmla="*/ 2147483647 w 12"/>
                    <a:gd name="T1" fmla="*/ 2147483647 h 14"/>
                    <a:gd name="T2" fmla="*/ 2147483647 w 12"/>
                    <a:gd name="T3" fmla="*/ 2147483647 h 14"/>
                    <a:gd name="T4" fmla="*/ 2147483647 w 12"/>
                    <a:gd name="T5" fmla="*/ 2147483647 h 14"/>
                    <a:gd name="T6" fmla="*/ 2147483647 w 12"/>
                    <a:gd name="T7" fmla="*/ 2147483647 h 14"/>
                    <a:gd name="T8" fmla="*/ 0 w 12"/>
                    <a:gd name="T9" fmla="*/ 2147483647 h 14"/>
                    <a:gd name="T10" fmla="*/ 0 w 12"/>
                    <a:gd name="T11" fmla="*/ 2147483647 h 14"/>
                    <a:gd name="T12" fmla="*/ 0 w 12"/>
                    <a:gd name="T13" fmla="*/ 0 h 14"/>
                    <a:gd name="T14" fmla="*/ 2147483647 w 12"/>
                    <a:gd name="T15" fmla="*/ 2147483647 h 14"/>
                    <a:gd name="T16" fmla="*/ 2147483647 w 12"/>
                    <a:gd name="T17" fmla="*/ 2147483647 h 14"/>
                    <a:gd name="T18" fmla="*/ 2147483647 w 12"/>
                    <a:gd name="T19" fmla="*/ 2147483647 h 1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2"/>
                    <a:gd name="T31" fmla="*/ 0 h 14"/>
                    <a:gd name="T32" fmla="*/ 12 w 12"/>
                    <a:gd name="T33" fmla="*/ 14 h 1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2" h="14">
                      <a:moveTo>
                        <a:pt x="12" y="8"/>
                      </a:moveTo>
                      <a:lnTo>
                        <a:pt x="10" y="12"/>
                      </a:lnTo>
                      <a:lnTo>
                        <a:pt x="8" y="14"/>
                      </a:lnTo>
                      <a:lnTo>
                        <a:pt x="4" y="12"/>
                      </a:lnTo>
                      <a:lnTo>
                        <a:pt x="0" y="8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6" y="4"/>
                      </a:lnTo>
                      <a:lnTo>
                        <a:pt x="10" y="6"/>
                      </a:lnTo>
                      <a:lnTo>
                        <a:pt x="12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59" name="iSḻíde"/>
                <p:cNvSpPr/>
                <p:nvPr/>
              </p:nvSpPr>
              <p:spPr bwMode="auto">
                <a:xfrm>
                  <a:off x="7974072" y="4199724"/>
                  <a:ext cx="35808" cy="16812"/>
                </a:xfrm>
                <a:custGeom>
                  <a:avLst/>
                  <a:gdLst>
                    <a:gd name="T0" fmla="*/ 0 w 20"/>
                    <a:gd name="T1" fmla="*/ 0 h 10"/>
                    <a:gd name="T2" fmla="*/ 0 w 20"/>
                    <a:gd name="T3" fmla="*/ 2147483647 h 10"/>
                    <a:gd name="T4" fmla="*/ 2147483647 w 20"/>
                    <a:gd name="T5" fmla="*/ 2147483647 h 10"/>
                    <a:gd name="T6" fmla="*/ 2147483647 w 20"/>
                    <a:gd name="T7" fmla="*/ 2147483647 h 10"/>
                    <a:gd name="T8" fmla="*/ 2147483647 w 20"/>
                    <a:gd name="T9" fmla="*/ 2147483647 h 10"/>
                    <a:gd name="T10" fmla="*/ 2147483647 w 20"/>
                    <a:gd name="T11" fmla="*/ 2147483647 h 10"/>
                    <a:gd name="T12" fmla="*/ 2147483647 w 20"/>
                    <a:gd name="T13" fmla="*/ 2147483647 h 10"/>
                    <a:gd name="T14" fmla="*/ 2147483647 w 20"/>
                    <a:gd name="T15" fmla="*/ 0 h 10"/>
                    <a:gd name="T16" fmla="*/ 2147483647 w 20"/>
                    <a:gd name="T17" fmla="*/ 0 h 10"/>
                    <a:gd name="T18" fmla="*/ 0 w 20"/>
                    <a:gd name="T19" fmla="*/ 0 h 1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20"/>
                    <a:gd name="T31" fmla="*/ 0 h 10"/>
                    <a:gd name="T32" fmla="*/ 20 w 20"/>
                    <a:gd name="T33" fmla="*/ 10 h 1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0" h="10">
                      <a:moveTo>
                        <a:pt x="0" y="0"/>
                      </a:moveTo>
                      <a:lnTo>
                        <a:pt x="0" y="8"/>
                      </a:lnTo>
                      <a:lnTo>
                        <a:pt x="4" y="10"/>
                      </a:lnTo>
                      <a:lnTo>
                        <a:pt x="10" y="10"/>
                      </a:lnTo>
                      <a:lnTo>
                        <a:pt x="14" y="10"/>
                      </a:lnTo>
                      <a:lnTo>
                        <a:pt x="16" y="6"/>
                      </a:lnTo>
                      <a:lnTo>
                        <a:pt x="20" y="2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0" name="íṩlîḍé"/>
                <p:cNvSpPr/>
                <p:nvPr/>
              </p:nvSpPr>
              <p:spPr bwMode="auto">
                <a:xfrm>
                  <a:off x="8041555" y="5092197"/>
                  <a:ext cx="114309" cy="98074"/>
                </a:xfrm>
                <a:custGeom>
                  <a:avLst/>
                  <a:gdLst>
                    <a:gd name="T0" fmla="*/ 2147483647 w 66"/>
                    <a:gd name="T1" fmla="*/ 2147483647 h 58"/>
                    <a:gd name="T2" fmla="*/ 2147483647 w 66"/>
                    <a:gd name="T3" fmla="*/ 2147483647 h 58"/>
                    <a:gd name="T4" fmla="*/ 2147483647 w 66"/>
                    <a:gd name="T5" fmla="*/ 2147483647 h 58"/>
                    <a:gd name="T6" fmla="*/ 2147483647 w 66"/>
                    <a:gd name="T7" fmla="*/ 2147483647 h 58"/>
                    <a:gd name="T8" fmla="*/ 2147483647 w 66"/>
                    <a:gd name="T9" fmla="*/ 2147483647 h 58"/>
                    <a:gd name="T10" fmla="*/ 2147483647 w 66"/>
                    <a:gd name="T11" fmla="*/ 2147483647 h 58"/>
                    <a:gd name="T12" fmla="*/ 2147483647 w 66"/>
                    <a:gd name="T13" fmla="*/ 2147483647 h 58"/>
                    <a:gd name="T14" fmla="*/ 2147483647 w 66"/>
                    <a:gd name="T15" fmla="*/ 2147483647 h 58"/>
                    <a:gd name="T16" fmla="*/ 2147483647 w 66"/>
                    <a:gd name="T17" fmla="*/ 2147483647 h 58"/>
                    <a:gd name="T18" fmla="*/ 2147483647 w 66"/>
                    <a:gd name="T19" fmla="*/ 2147483647 h 58"/>
                    <a:gd name="T20" fmla="*/ 2147483647 w 66"/>
                    <a:gd name="T21" fmla="*/ 2147483647 h 58"/>
                    <a:gd name="T22" fmla="*/ 2147483647 w 66"/>
                    <a:gd name="T23" fmla="*/ 2147483647 h 58"/>
                    <a:gd name="T24" fmla="*/ 2147483647 w 66"/>
                    <a:gd name="T25" fmla="*/ 2147483647 h 58"/>
                    <a:gd name="T26" fmla="*/ 2147483647 w 66"/>
                    <a:gd name="T27" fmla="*/ 2147483647 h 58"/>
                    <a:gd name="T28" fmla="*/ 2147483647 w 66"/>
                    <a:gd name="T29" fmla="*/ 2147483647 h 58"/>
                    <a:gd name="T30" fmla="*/ 2147483647 w 66"/>
                    <a:gd name="T31" fmla="*/ 2147483647 h 58"/>
                    <a:gd name="T32" fmla="*/ 2147483647 w 66"/>
                    <a:gd name="T33" fmla="*/ 2147483647 h 58"/>
                    <a:gd name="T34" fmla="*/ 2147483647 w 66"/>
                    <a:gd name="T35" fmla="*/ 2147483647 h 58"/>
                    <a:gd name="T36" fmla="*/ 2147483647 w 66"/>
                    <a:gd name="T37" fmla="*/ 2147483647 h 58"/>
                    <a:gd name="T38" fmla="*/ 2147483647 w 66"/>
                    <a:gd name="T39" fmla="*/ 2147483647 h 58"/>
                    <a:gd name="T40" fmla="*/ 2147483647 w 66"/>
                    <a:gd name="T41" fmla="*/ 2147483647 h 58"/>
                    <a:gd name="T42" fmla="*/ 2147483647 w 66"/>
                    <a:gd name="T43" fmla="*/ 2147483647 h 58"/>
                    <a:gd name="T44" fmla="*/ 2147483647 w 66"/>
                    <a:gd name="T45" fmla="*/ 2147483647 h 58"/>
                    <a:gd name="T46" fmla="*/ 2147483647 w 66"/>
                    <a:gd name="T47" fmla="*/ 2147483647 h 58"/>
                    <a:gd name="T48" fmla="*/ 2147483647 w 66"/>
                    <a:gd name="T49" fmla="*/ 2147483647 h 58"/>
                    <a:gd name="T50" fmla="*/ 0 w 66"/>
                    <a:gd name="T51" fmla="*/ 2147483647 h 58"/>
                    <a:gd name="T52" fmla="*/ 0 w 66"/>
                    <a:gd name="T53" fmla="*/ 2147483647 h 58"/>
                    <a:gd name="T54" fmla="*/ 0 w 66"/>
                    <a:gd name="T55" fmla="*/ 2147483647 h 58"/>
                    <a:gd name="T56" fmla="*/ 0 w 66"/>
                    <a:gd name="T57" fmla="*/ 2147483647 h 58"/>
                    <a:gd name="T58" fmla="*/ 2147483647 w 66"/>
                    <a:gd name="T59" fmla="*/ 2147483647 h 58"/>
                    <a:gd name="T60" fmla="*/ 2147483647 w 66"/>
                    <a:gd name="T61" fmla="*/ 2147483647 h 58"/>
                    <a:gd name="T62" fmla="*/ 2147483647 w 66"/>
                    <a:gd name="T63" fmla="*/ 2147483647 h 58"/>
                    <a:gd name="T64" fmla="*/ 2147483647 w 66"/>
                    <a:gd name="T65" fmla="*/ 2147483647 h 58"/>
                    <a:gd name="T66" fmla="*/ 2147483647 w 66"/>
                    <a:gd name="T67" fmla="*/ 2147483647 h 58"/>
                    <a:gd name="T68" fmla="*/ 2147483647 w 66"/>
                    <a:gd name="T69" fmla="*/ 2147483647 h 58"/>
                    <a:gd name="T70" fmla="*/ 2147483647 w 66"/>
                    <a:gd name="T71" fmla="*/ 2147483647 h 58"/>
                    <a:gd name="T72" fmla="*/ 2147483647 w 66"/>
                    <a:gd name="T73" fmla="*/ 0 h 58"/>
                    <a:gd name="T74" fmla="*/ 2147483647 w 66"/>
                    <a:gd name="T75" fmla="*/ 2147483647 h 58"/>
                    <a:gd name="T76" fmla="*/ 2147483647 w 66"/>
                    <a:gd name="T77" fmla="*/ 2147483647 h 5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66"/>
                    <a:gd name="T118" fmla="*/ 0 h 58"/>
                    <a:gd name="T119" fmla="*/ 66 w 66"/>
                    <a:gd name="T120" fmla="*/ 58 h 5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66" h="58">
                      <a:moveTo>
                        <a:pt x="18" y="2"/>
                      </a:moveTo>
                      <a:lnTo>
                        <a:pt x="24" y="8"/>
                      </a:lnTo>
                      <a:lnTo>
                        <a:pt x="28" y="10"/>
                      </a:lnTo>
                      <a:lnTo>
                        <a:pt x="32" y="12"/>
                      </a:lnTo>
                      <a:lnTo>
                        <a:pt x="40" y="12"/>
                      </a:lnTo>
                      <a:lnTo>
                        <a:pt x="46" y="10"/>
                      </a:lnTo>
                      <a:lnTo>
                        <a:pt x="58" y="6"/>
                      </a:lnTo>
                      <a:lnTo>
                        <a:pt x="66" y="6"/>
                      </a:lnTo>
                      <a:lnTo>
                        <a:pt x="66" y="8"/>
                      </a:lnTo>
                      <a:lnTo>
                        <a:pt x="64" y="12"/>
                      </a:lnTo>
                      <a:lnTo>
                        <a:pt x="60" y="16"/>
                      </a:lnTo>
                      <a:lnTo>
                        <a:pt x="56" y="24"/>
                      </a:lnTo>
                      <a:lnTo>
                        <a:pt x="54" y="32"/>
                      </a:lnTo>
                      <a:lnTo>
                        <a:pt x="50" y="34"/>
                      </a:lnTo>
                      <a:lnTo>
                        <a:pt x="46" y="36"/>
                      </a:lnTo>
                      <a:lnTo>
                        <a:pt x="42" y="42"/>
                      </a:lnTo>
                      <a:lnTo>
                        <a:pt x="38" y="48"/>
                      </a:lnTo>
                      <a:lnTo>
                        <a:pt x="34" y="50"/>
                      </a:lnTo>
                      <a:lnTo>
                        <a:pt x="32" y="52"/>
                      </a:lnTo>
                      <a:lnTo>
                        <a:pt x="30" y="50"/>
                      </a:lnTo>
                      <a:lnTo>
                        <a:pt x="28" y="46"/>
                      </a:lnTo>
                      <a:lnTo>
                        <a:pt x="18" y="54"/>
                      </a:lnTo>
                      <a:lnTo>
                        <a:pt x="16" y="56"/>
                      </a:lnTo>
                      <a:lnTo>
                        <a:pt x="10" y="58"/>
                      </a:lnTo>
                      <a:lnTo>
                        <a:pt x="4" y="56"/>
                      </a:lnTo>
                      <a:lnTo>
                        <a:pt x="0" y="52"/>
                      </a:lnTo>
                      <a:lnTo>
                        <a:pt x="0" y="48"/>
                      </a:lnTo>
                      <a:lnTo>
                        <a:pt x="0" y="42"/>
                      </a:lnTo>
                      <a:lnTo>
                        <a:pt x="0" y="38"/>
                      </a:lnTo>
                      <a:lnTo>
                        <a:pt x="2" y="36"/>
                      </a:lnTo>
                      <a:lnTo>
                        <a:pt x="6" y="32"/>
                      </a:lnTo>
                      <a:lnTo>
                        <a:pt x="8" y="32"/>
                      </a:lnTo>
                      <a:lnTo>
                        <a:pt x="8" y="28"/>
                      </a:lnTo>
                      <a:lnTo>
                        <a:pt x="6" y="20"/>
                      </a:lnTo>
                      <a:lnTo>
                        <a:pt x="8" y="16"/>
                      </a:lnTo>
                      <a:lnTo>
                        <a:pt x="12" y="8"/>
                      </a:lnTo>
                      <a:lnTo>
                        <a:pt x="18" y="0"/>
                      </a:lnTo>
                      <a:lnTo>
                        <a:pt x="18" y="4"/>
                      </a:lnTo>
                      <a:lnTo>
                        <a:pt x="18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1" name="íṡļîďe"/>
                <p:cNvSpPr/>
                <p:nvPr/>
              </p:nvSpPr>
              <p:spPr bwMode="auto">
                <a:xfrm>
                  <a:off x="8502922" y="5097802"/>
                  <a:ext cx="319514" cy="189143"/>
                </a:xfrm>
                <a:custGeom>
                  <a:avLst/>
                  <a:gdLst>
                    <a:gd name="T0" fmla="*/ 2147483647 w 184"/>
                    <a:gd name="T1" fmla="*/ 2147483647 h 114"/>
                    <a:gd name="T2" fmla="*/ 2147483647 w 184"/>
                    <a:gd name="T3" fmla="*/ 2147483647 h 114"/>
                    <a:gd name="T4" fmla="*/ 2147483647 w 184"/>
                    <a:gd name="T5" fmla="*/ 2147483647 h 114"/>
                    <a:gd name="T6" fmla="*/ 2147483647 w 184"/>
                    <a:gd name="T7" fmla="*/ 2147483647 h 114"/>
                    <a:gd name="T8" fmla="*/ 2147483647 w 184"/>
                    <a:gd name="T9" fmla="*/ 2147483647 h 114"/>
                    <a:gd name="T10" fmla="*/ 2147483647 w 184"/>
                    <a:gd name="T11" fmla="*/ 2147483647 h 114"/>
                    <a:gd name="T12" fmla="*/ 2147483647 w 184"/>
                    <a:gd name="T13" fmla="*/ 2147483647 h 114"/>
                    <a:gd name="T14" fmla="*/ 2147483647 w 184"/>
                    <a:gd name="T15" fmla="*/ 0 h 114"/>
                    <a:gd name="T16" fmla="*/ 2147483647 w 184"/>
                    <a:gd name="T17" fmla="*/ 2147483647 h 114"/>
                    <a:gd name="T18" fmla="*/ 2147483647 w 184"/>
                    <a:gd name="T19" fmla="*/ 2147483647 h 114"/>
                    <a:gd name="T20" fmla="*/ 2147483647 w 184"/>
                    <a:gd name="T21" fmla="*/ 2147483647 h 114"/>
                    <a:gd name="T22" fmla="*/ 2147483647 w 184"/>
                    <a:gd name="T23" fmla="*/ 2147483647 h 114"/>
                    <a:gd name="T24" fmla="*/ 2147483647 w 184"/>
                    <a:gd name="T25" fmla="*/ 2147483647 h 114"/>
                    <a:gd name="T26" fmla="*/ 2147483647 w 184"/>
                    <a:gd name="T27" fmla="*/ 2147483647 h 114"/>
                    <a:gd name="T28" fmla="*/ 2147483647 w 184"/>
                    <a:gd name="T29" fmla="*/ 2147483647 h 114"/>
                    <a:gd name="T30" fmla="*/ 2147483647 w 184"/>
                    <a:gd name="T31" fmla="*/ 2147483647 h 114"/>
                    <a:gd name="T32" fmla="*/ 2147483647 w 184"/>
                    <a:gd name="T33" fmla="*/ 2147483647 h 114"/>
                    <a:gd name="T34" fmla="*/ 2147483647 w 184"/>
                    <a:gd name="T35" fmla="*/ 2147483647 h 114"/>
                    <a:gd name="T36" fmla="*/ 2147483647 w 184"/>
                    <a:gd name="T37" fmla="*/ 2147483647 h 114"/>
                    <a:gd name="T38" fmla="*/ 2147483647 w 184"/>
                    <a:gd name="T39" fmla="*/ 2147483647 h 114"/>
                    <a:gd name="T40" fmla="*/ 2147483647 w 184"/>
                    <a:gd name="T41" fmla="*/ 2147483647 h 114"/>
                    <a:gd name="T42" fmla="*/ 2147483647 w 184"/>
                    <a:gd name="T43" fmla="*/ 2147483647 h 114"/>
                    <a:gd name="T44" fmla="*/ 2147483647 w 184"/>
                    <a:gd name="T45" fmla="*/ 2147483647 h 114"/>
                    <a:gd name="T46" fmla="*/ 2147483647 w 184"/>
                    <a:gd name="T47" fmla="*/ 2147483647 h 114"/>
                    <a:gd name="T48" fmla="*/ 2147483647 w 184"/>
                    <a:gd name="T49" fmla="*/ 2147483647 h 114"/>
                    <a:gd name="T50" fmla="*/ 2147483647 w 184"/>
                    <a:gd name="T51" fmla="*/ 2147483647 h 114"/>
                    <a:gd name="T52" fmla="*/ 2147483647 w 184"/>
                    <a:gd name="T53" fmla="*/ 2147483647 h 114"/>
                    <a:gd name="T54" fmla="*/ 2147483647 w 184"/>
                    <a:gd name="T55" fmla="*/ 2147483647 h 114"/>
                    <a:gd name="T56" fmla="*/ 2147483647 w 184"/>
                    <a:gd name="T57" fmla="*/ 2147483647 h 114"/>
                    <a:gd name="T58" fmla="*/ 2147483647 w 184"/>
                    <a:gd name="T59" fmla="*/ 2147483647 h 114"/>
                    <a:gd name="T60" fmla="*/ 2147483647 w 184"/>
                    <a:gd name="T61" fmla="*/ 2147483647 h 114"/>
                    <a:gd name="T62" fmla="*/ 2147483647 w 184"/>
                    <a:gd name="T63" fmla="*/ 2147483647 h 114"/>
                    <a:gd name="T64" fmla="*/ 2147483647 w 184"/>
                    <a:gd name="T65" fmla="*/ 2147483647 h 114"/>
                    <a:gd name="T66" fmla="*/ 2147483647 w 184"/>
                    <a:gd name="T67" fmla="*/ 2147483647 h 114"/>
                    <a:gd name="T68" fmla="*/ 2147483647 w 184"/>
                    <a:gd name="T69" fmla="*/ 2147483647 h 114"/>
                    <a:gd name="T70" fmla="*/ 2147483647 w 184"/>
                    <a:gd name="T71" fmla="*/ 2147483647 h 114"/>
                    <a:gd name="T72" fmla="*/ 2147483647 w 184"/>
                    <a:gd name="T73" fmla="*/ 2147483647 h 114"/>
                    <a:gd name="T74" fmla="*/ 2147483647 w 184"/>
                    <a:gd name="T75" fmla="*/ 2147483647 h 114"/>
                    <a:gd name="T76" fmla="*/ 2147483647 w 184"/>
                    <a:gd name="T77" fmla="*/ 2147483647 h 114"/>
                    <a:gd name="T78" fmla="*/ 2147483647 w 184"/>
                    <a:gd name="T79" fmla="*/ 2147483647 h 114"/>
                    <a:gd name="T80" fmla="*/ 2147483647 w 184"/>
                    <a:gd name="T81" fmla="*/ 2147483647 h 114"/>
                    <a:gd name="T82" fmla="*/ 2147483647 w 184"/>
                    <a:gd name="T83" fmla="*/ 2147483647 h 114"/>
                    <a:gd name="T84" fmla="*/ 0 w 184"/>
                    <a:gd name="T85" fmla="*/ 2147483647 h 114"/>
                    <a:gd name="T86" fmla="*/ 0 w 184"/>
                    <a:gd name="T87" fmla="*/ 2147483647 h 114"/>
                    <a:gd name="T88" fmla="*/ 2147483647 w 184"/>
                    <a:gd name="T89" fmla="*/ 2147483647 h 114"/>
                    <a:gd name="T90" fmla="*/ 2147483647 w 184"/>
                    <a:gd name="T91" fmla="*/ 2147483647 h 114"/>
                    <a:gd name="T92" fmla="*/ 2147483647 w 184"/>
                    <a:gd name="T93" fmla="*/ 2147483647 h 114"/>
                    <a:gd name="T94" fmla="*/ 2147483647 w 184"/>
                    <a:gd name="T95" fmla="*/ 2147483647 h 114"/>
                    <a:gd name="T96" fmla="*/ 2147483647 w 184"/>
                    <a:gd name="T97" fmla="*/ 2147483647 h 114"/>
                    <a:gd name="T98" fmla="*/ 2147483647 w 184"/>
                    <a:gd name="T99" fmla="*/ 2147483647 h 114"/>
                    <a:gd name="T100" fmla="*/ 2147483647 w 184"/>
                    <a:gd name="T101" fmla="*/ 2147483647 h 114"/>
                    <a:gd name="T102" fmla="*/ 2147483647 w 184"/>
                    <a:gd name="T103" fmla="*/ 2147483647 h 114"/>
                    <a:gd name="T104" fmla="*/ 2147483647 w 184"/>
                    <a:gd name="T105" fmla="*/ 2147483647 h 114"/>
                    <a:gd name="T106" fmla="*/ 2147483647 w 184"/>
                    <a:gd name="T107" fmla="*/ 2147483647 h 114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184"/>
                    <a:gd name="T163" fmla="*/ 0 h 114"/>
                    <a:gd name="T164" fmla="*/ 184 w 184"/>
                    <a:gd name="T165" fmla="*/ 114 h 114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184" h="114">
                      <a:moveTo>
                        <a:pt x="110" y="42"/>
                      </a:moveTo>
                      <a:lnTo>
                        <a:pt x="120" y="32"/>
                      </a:lnTo>
                      <a:lnTo>
                        <a:pt x="132" y="24"/>
                      </a:lnTo>
                      <a:lnTo>
                        <a:pt x="138" y="22"/>
                      </a:lnTo>
                      <a:lnTo>
                        <a:pt x="144" y="18"/>
                      </a:lnTo>
                      <a:lnTo>
                        <a:pt x="154" y="6"/>
                      </a:lnTo>
                      <a:lnTo>
                        <a:pt x="162" y="2"/>
                      </a:lnTo>
                      <a:lnTo>
                        <a:pt x="166" y="0"/>
                      </a:lnTo>
                      <a:lnTo>
                        <a:pt x="172" y="2"/>
                      </a:lnTo>
                      <a:lnTo>
                        <a:pt x="168" y="6"/>
                      </a:lnTo>
                      <a:lnTo>
                        <a:pt x="166" y="14"/>
                      </a:lnTo>
                      <a:lnTo>
                        <a:pt x="172" y="12"/>
                      </a:lnTo>
                      <a:lnTo>
                        <a:pt x="176" y="10"/>
                      </a:lnTo>
                      <a:lnTo>
                        <a:pt x="184" y="6"/>
                      </a:lnTo>
                      <a:lnTo>
                        <a:pt x="184" y="16"/>
                      </a:lnTo>
                      <a:lnTo>
                        <a:pt x="178" y="18"/>
                      </a:lnTo>
                      <a:lnTo>
                        <a:pt x="176" y="22"/>
                      </a:lnTo>
                      <a:lnTo>
                        <a:pt x="172" y="28"/>
                      </a:lnTo>
                      <a:lnTo>
                        <a:pt x="168" y="32"/>
                      </a:lnTo>
                      <a:lnTo>
                        <a:pt x="164" y="34"/>
                      </a:lnTo>
                      <a:lnTo>
                        <a:pt x="158" y="36"/>
                      </a:lnTo>
                      <a:lnTo>
                        <a:pt x="140" y="46"/>
                      </a:lnTo>
                      <a:lnTo>
                        <a:pt x="132" y="52"/>
                      </a:lnTo>
                      <a:lnTo>
                        <a:pt x="130" y="54"/>
                      </a:lnTo>
                      <a:lnTo>
                        <a:pt x="128" y="56"/>
                      </a:lnTo>
                      <a:lnTo>
                        <a:pt x="128" y="60"/>
                      </a:lnTo>
                      <a:lnTo>
                        <a:pt x="122" y="64"/>
                      </a:lnTo>
                      <a:lnTo>
                        <a:pt x="114" y="64"/>
                      </a:lnTo>
                      <a:lnTo>
                        <a:pt x="102" y="66"/>
                      </a:lnTo>
                      <a:lnTo>
                        <a:pt x="94" y="70"/>
                      </a:lnTo>
                      <a:lnTo>
                        <a:pt x="86" y="78"/>
                      </a:lnTo>
                      <a:lnTo>
                        <a:pt x="74" y="90"/>
                      </a:lnTo>
                      <a:lnTo>
                        <a:pt x="70" y="94"/>
                      </a:lnTo>
                      <a:lnTo>
                        <a:pt x="66" y="98"/>
                      </a:lnTo>
                      <a:lnTo>
                        <a:pt x="54" y="100"/>
                      </a:lnTo>
                      <a:lnTo>
                        <a:pt x="50" y="104"/>
                      </a:lnTo>
                      <a:lnTo>
                        <a:pt x="42" y="110"/>
                      </a:lnTo>
                      <a:lnTo>
                        <a:pt x="36" y="112"/>
                      </a:lnTo>
                      <a:lnTo>
                        <a:pt x="28" y="114"/>
                      </a:lnTo>
                      <a:lnTo>
                        <a:pt x="20" y="112"/>
                      </a:lnTo>
                      <a:lnTo>
                        <a:pt x="10" y="108"/>
                      </a:lnTo>
                      <a:lnTo>
                        <a:pt x="2" y="102"/>
                      </a:lnTo>
                      <a:lnTo>
                        <a:pt x="0" y="100"/>
                      </a:lnTo>
                      <a:lnTo>
                        <a:pt x="0" y="96"/>
                      </a:lnTo>
                      <a:lnTo>
                        <a:pt x="8" y="90"/>
                      </a:lnTo>
                      <a:lnTo>
                        <a:pt x="20" y="84"/>
                      </a:lnTo>
                      <a:lnTo>
                        <a:pt x="30" y="78"/>
                      </a:lnTo>
                      <a:lnTo>
                        <a:pt x="40" y="72"/>
                      </a:lnTo>
                      <a:lnTo>
                        <a:pt x="62" y="60"/>
                      </a:lnTo>
                      <a:lnTo>
                        <a:pt x="68" y="58"/>
                      </a:lnTo>
                      <a:lnTo>
                        <a:pt x="72" y="58"/>
                      </a:lnTo>
                      <a:lnTo>
                        <a:pt x="82" y="58"/>
                      </a:lnTo>
                      <a:lnTo>
                        <a:pt x="96" y="52"/>
                      </a:lnTo>
                      <a:lnTo>
                        <a:pt x="110" y="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2" name="ïS1îḓé"/>
                <p:cNvSpPr/>
                <p:nvPr/>
              </p:nvSpPr>
              <p:spPr bwMode="auto">
                <a:xfrm>
                  <a:off x="8830700" y="4914262"/>
                  <a:ext cx="183170" cy="219967"/>
                </a:xfrm>
                <a:custGeom>
                  <a:avLst/>
                  <a:gdLst>
                    <a:gd name="T0" fmla="*/ 2147483647 w 106"/>
                    <a:gd name="T1" fmla="*/ 2147483647 h 132"/>
                    <a:gd name="T2" fmla="*/ 0 w 106"/>
                    <a:gd name="T3" fmla="*/ 2147483647 h 132"/>
                    <a:gd name="T4" fmla="*/ 2147483647 w 106"/>
                    <a:gd name="T5" fmla="*/ 2147483647 h 132"/>
                    <a:gd name="T6" fmla="*/ 2147483647 w 106"/>
                    <a:gd name="T7" fmla="*/ 2147483647 h 132"/>
                    <a:gd name="T8" fmla="*/ 2147483647 w 106"/>
                    <a:gd name="T9" fmla="*/ 2147483647 h 132"/>
                    <a:gd name="T10" fmla="*/ 2147483647 w 106"/>
                    <a:gd name="T11" fmla="*/ 2147483647 h 132"/>
                    <a:gd name="T12" fmla="*/ 2147483647 w 106"/>
                    <a:gd name="T13" fmla="*/ 2147483647 h 132"/>
                    <a:gd name="T14" fmla="*/ 2147483647 w 106"/>
                    <a:gd name="T15" fmla="*/ 2147483647 h 132"/>
                    <a:gd name="T16" fmla="*/ 2147483647 w 106"/>
                    <a:gd name="T17" fmla="*/ 2147483647 h 132"/>
                    <a:gd name="T18" fmla="*/ 2147483647 w 106"/>
                    <a:gd name="T19" fmla="*/ 2147483647 h 132"/>
                    <a:gd name="T20" fmla="*/ 2147483647 w 106"/>
                    <a:gd name="T21" fmla="*/ 2147483647 h 132"/>
                    <a:gd name="T22" fmla="*/ 2147483647 w 106"/>
                    <a:gd name="T23" fmla="*/ 2147483647 h 132"/>
                    <a:gd name="T24" fmla="*/ 2147483647 w 106"/>
                    <a:gd name="T25" fmla="*/ 2147483647 h 132"/>
                    <a:gd name="T26" fmla="*/ 2147483647 w 106"/>
                    <a:gd name="T27" fmla="*/ 2147483647 h 132"/>
                    <a:gd name="T28" fmla="*/ 2147483647 w 106"/>
                    <a:gd name="T29" fmla="*/ 2147483647 h 132"/>
                    <a:gd name="T30" fmla="*/ 2147483647 w 106"/>
                    <a:gd name="T31" fmla="*/ 2147483647 h 132"/>
                    <a:gd name="T32" fmla="*/ 2147483647 w 106"/>
                    <a:gd name="T33" fmla="*/ 2147483647 h 132"/>
                    <a:gd name="T34" fmla="*/ 2147483647 w 106"/>
                    <a:gd name="T35" fmla="*/ 0 h 132"/>
                    <a:gd name="T36" fmla="*/ 2147483647 w 106"/>
                    <a:gd name="T37" fmla="*/ 2147483647 h 132"/>
                    <a:gd name="T38" fmla="*/ 2147483647 w 106"/>
                    <a:gd name="T39" fmla="*/ 2147483647 h 132"/>
                    <a:gd name="T40" fmla="*/ 2147483647 w 106"/>
                    <a:gd name="T41" fmla="*/ 2147483647 h 132"/>
                    <a:gd name="T42" fmla="*/ 2147483647 w 106"/>
                    <a:gd name="T43" fmla="*/ 2147483647 h 132"/>
                    <a:gd name="T44" fmla="*/ 2147483647 w 106"/>
                    <a:gd name="T45" fmla="*/ 2147483647 h 132"/>
                    <a:gd name="T46" fmla="*/ 2147483647 w 106"/>
                    <a:gd name="T47" fmla="*/ 2147483647 h 132"/>
                    <a:gd name="T48" fmla="*/ 2147483647 w 106"/>
                    <a:gd name="T49" fmla="*/ 2147483647 h 132"/>
                    <a:gd name="T50" fmla="*/ 2147483647 w 106"/>
                    <a:gd name="T51" fmla="*/ 2147483647 h 132"/>
                    <a:gd name="T52" fmla="*/ 2147483647 w 106"/>
                    <a:gd name="T53" fmla="*/ 2147483647 h 132"/>
                    <a:gd name="T54" fmla="*/ 2147483647 w 106"/>
                    <a:gd name="T55" fmla="*/ 2147483647 h 132"/>
                    <a:gd name="T56" fmla="*/ 2147483647 w 106"/>
                    <a:gd name="T57" fmla="*/ 2147483647 h 132"/>
                    <a:gd name="T58" fmla="*/ 2147483647 w 106"/>
                    <a:gd name="T59" fmla="*/ 2147483647 h 132"/>
                    <a:gd name="T60" fmla="*/ 2147483647 w 106"/>
                    <a:gd name="T61" fmla="*/ 2147483647 h 132"/>
                    <a:gd name="T62" fmla="*/ 2147483647 w 106"/>
                    <a:gd name="T63" fmla="*/ 2147483647 h 132"/>
                    <a:gd name="T64" fmla="*/ 2147483647 w 106"/>
                    <a:gd name="T65" fmla="*/ 2147483647 h 132"/>
                    <a:gd name="T66" fmla="*/ 2147483647 w 106"/>
                    <a:gd name="T67" fmla="*/ 2147483647 h 132"/>
                    <a:gd name="T68" fmla="*/ 2147483647 w 106"/>
                    <a:gd name="T69" fmla="*/ 2147483647 h 132"/>
                    <a:gd name="T70" fmla="*/ 2147483647 w 106"/>
                    <a:gd name="T71" fmla="*/ 2147483647 h 132"/>
                    <a:gd name="T72" fmla="*/ 2147483647 w 106"/>
                    <a:gd name="T73" fmla="*/ 2147483647 h 132"/>
                    <a:gd name="T74" fmla="*/ 2147483647 w 106"/>
                    <a:gd name="T75" fmla="*/ 2147483647 h 132"/>
                    <a:gd name="T76" fmla="*/ 2147483647 w 106"/>
                    <a:gd name="T77" fmla="*/ 2147483647 h 132"/>
                    <a:gd name="T78" fmla="*/ 2147483647 w 106"/>
                    <a:gd name="T79" fmla="*/ 2147483647 h 132"/>
                    <a:gd name="T80" fmla="*/ 2147483647 w 106"/>
                    <a:gd name="T81" fmla="*/ 2147483647 h 132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06"/>
                    <a:gd name="T124" fmla="*/ 0 h 132"/>
                    <a:gd name="T125" fmla="*/ 106 w 106"/>
                    <a:gd name="T126" fmla="*/ 132 h 132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06" h="132">
                      <a:moveTo>
                        <a:pt x="6" y="132"/>
                      </a:moveTo>
                      <a:lnTo>
                        <a:pt x="2" y="130"/>
                      </a:lnTo>
                      <a:lnTo>
                        <a:pt x="0" y="126"/>
                      </a:lnTo>
                      <a:lnTo>
                        <a:pt x="0" y="122"/>
                      </a:lnTo>
                      <a:lnTo>
                        <a:pt x="2" y="120"/>
                      </a:lnTo>
                      <a:lnTo>
                        <a:pt x="6" y="120"/>
                      </a:lnTo>
                      <a:lnTo>
                        <a:pt x="12" y="116"/>
                      </a:lnTo>
                      <a:lnTo>
                        <a:pt x="18" y="114"/>
                      </a:lnTo>
                      <a:lnTo>
                        <a:pt x="22" y="110"/>
                      </a:lnTo>
                      <a:lnTo>
                        <a:pt x="24" y="104"/>
                      </a:lnTo>
                      <a:lnTo>
                        <a:pt x="16" y="98"/>
                      </a:lnTo>
                      <a:lnTo>
                        <a:pt x="12" y="94"/>
                      </a:lnTo>
                      <a:lnTo>
                        <a:pt x="12" y="90"/>
                      </a:lnTo>
                      <a:lnTo>
                        <a:pt x="14" y="86"/>
                      </a:lnTo>
                      <a:lnTo>
                        <a:pt x="16" y="84"/>
                      </a:lnTo>
                      <a:lnTo>
                        <a:pt x="18" y="84"/>
                      </a:lnTo>
                      <a:lnTo>
                        <a:pt x="20" y="84"/>
                      </a:lnTo>
                      <a:lnTo>
                        <a:pt x="26" y="84"/>
                      </a:lnTo>
                      <a:lnTo>
                        <a:pt x="30" y="82"/>
                      </a:lnTo>
                      <a:lnTo>
                        <a:pt x="34" y="78"/>
                      </a:lnTo>
                      <a:lnTo>
                        <a:pt x="40" y="70"/>
                      </a:lnTo>
                      <a:lnTo>
                        <a:pt x="44" y="68"/>
                      </a:lnTo>
                      <a:lnTo>
                        <a:pt x="48" y="62"/>
                      </a:lnTo>
                      <a:lnTo>
                        <a:pt x="52" y="54"/>
                      </a:lnTo>
                      <a:lnTo>
                        <a:pt x="54" y="44"/>
                      </a:lnTo>
                      <a:lnTo>
                        <a:pt x="58" y="34"/>
                      </a:lnTo>
                      <a:lnTo>
                        <a:pt x="54" y="32"/>
                      </a:lnTo>
                      <a:lnTo>
                        <a:pt x="52" y="30"/>
                      </a:lnTo>
                      <a:lnTo>
                        <a:pt x="52" y="24"/>
                      </a:lnTo>
                      <a:lnTo>
                        <a:pt x="52" y="22"/>
                      </a:lnTo>
                      <a:lnTo>
                        <a:pt x="54" y="20"/>
                      </a:lnTo>
                      <a:lnTo>
                        <a:pt x="52" y="16"/>
                      </a:lnTo>
                      <a:lnTo>
                        <a:pt x="52" y="14"/>
                      </a:lnTo>
                      <a:lnTo>
                        <a:pt x="54" y="4"/>
                      </a:lnTo>
                      <a:lnTo>
                        <a:pt x="56" y="2"/>
                      </a:lnTo>
                      <a:lnTo>
                        <a:pt x="58" y="0"/>
                      </a:lnTo>
                      <a:lnTo>
                        <a:pt x="60" y="4"/>
                      </a:lnTo>
                      <a:lnTo>
                        <a:pt x="64" y="8"/>
                      </a:lnTo>
                      <a:lnTo>
                        <a:pt x="68" y="14"/>
                      </a:lnTo>
                      <a:lnTo>
                        <a:pt x="70" y="20"/>
                      </a:lnTo>
                      <a:lnTo>
                        <a:pt x="70" y="24"/>
                      </a:lnTo>
                      <a:lnTo>
                        <a:pt x="68" y="26"/>
                      </a:lnTo>
                      <a:lnTo>
                        <a:pt x="64" y="28"/>
                      </a:lnTo>
                      <a:lnTo>
                        <a:pt x="62" y="30"/>
                      </a:lnTo>
                      <a:lnTo>
                        <a:pt x="62" y="34"/>
                      </a:lnTo>
                      <a:lnTo>
                        <a:pt x="60" y="38"/>
                      </a:lnTo>
                      <a:lnTo>
                        <a:pt x="58" y="44"/>
                      </a:lnTo>
                      <a:lnTo>
                        <a:pt x="60" y="46"/>
                      </a:lnTo>
                      <a:lnTo>
                        <a:pt x="62" y="48"/>
                      </a:lnTo>
                      <a:lnTo>
                        <a:pt x="66" y="46"/>
                      </a:lnTo>
                      <a:lnTo>
                        <a:pt x="68" y="44"/>
                      </a:lnTo>
                      <a:lnTo>
                        <a:pt x="74" y="38"/>
                      </a:lnTo>
                      <a:lnTo>
                        <a:pt x="74" y="40"/>
                      </a:lnTo>
                      <a:lnTo>
                        <a:pt x="74" y="44"/>
                      </a:lnTo>
                      <a:lnTo>
                        <a:pt x="72" y="48"/>
                      </a:lnTo>
                      <a:lnTo>
                        <a:pt x="70" y="52"/>
                      </a:lnTo>
                      <a:lnTo>
                        <a:pt x="70" y="56"/>
                      </a:lnTo>
                      <a:lnTo>
                        <a:pt x="72" y="60"/>
                      </a:lnTo>
                      <a:lnTo>
                        <a:pt x="76" y="62"/>
                      </a:lnTo>
                      <a:lnTo>
                        <a:pt x="78" y="64"/>
                      </a:lnTo>
                      <a:lnTo>
                        <a:pt x="84" y="62"/>
                      </a:lnTo>
                      <a:lnTo>
                        <a:pt x="88" y="60"/>
                      </a:lnTo>
                      <a:lnTo>
                        <a:pt x="92" y="58"/>
                      </a:lnTo>
                      <a:lnTo>
                        <a:pt x="96" y="56"/>
                      </a:lnTo>
                      <a:lnTo>
                        <a:pt x="102" y="58"/>
                      </a:lnTo>
                      <a:lnTo>
                        <a:pt x="104" y="60"/>
                      </a:lnTo>
                      <a:lnTo>
                        <a:pt x="106" y="62"/>
                      </a:lnTo>
                      <a:lnTo>
                        <a:pt x="104" y="64"/>
                      </a:lnTo>
                      <a:lnTo>
                        <a:pt x="102" y="68"/>
                      </a:lnTo>
                      <a:lnTo>
                        <a:pt x="96" y="70"/>
                      </a:lnTo>
                      <a:lnTo>
                        <a:pt x="80" y="86"/>
                      </a:lnTo>
                      <a:lnTo>
                        <a:pt x="76" y="88"/>
                      </a:lnTo>
                      <a:lnTo>
                        <a:pt x="72" y="86"/>
                      </a:lnTo>
                      <a:lnTo>
                        <a:pt x="68" y="86"/>
                      </a:lnTo>
                      <a:lnTo>
                        <a:pt x="64" y="86"/>
                      </a:lnTo>
                      <a:lnTo>
                        <a:pt x="58" y="92"/>
                      </a:lnTo>
                      <a:lnTo>
                        <a:pt x="54" y="98"/>
                      </a:lnTo>
                      <a:lnTo>
                        <a:pt x="44" y="108"/>
                      </a:lnTo>
                      <a:lnTo>
                        <a:pt x="30" y="118"/>
                      </a:lnTo>
                      <a:lnTo>
                        <a:pt x="18" y="128"/>
                      </a:lnTo>
                      <a:lnTo>
                        <a:pt x="12" y="130"/>
                      </a:lnTo>
                      <a:lnTo>
                        <a:pt x="6" y="1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3" name="ïśļíḓé"/>
                <p:cNvSpPr/>
                <p:nvPr/>
              </p:nvSpPr>
              <p:spPr bwMode="auto">
                <a:xfrm>
                  <a:off x="8863753" y="4477133"/>
                  <a:ext cx="67484" cy="74256"/>
                </a:xfrm>
                <a:custGeom>
                  <a:avLst/>
                  <a:gdLst>
                    <a:gd name="T0" fmla="*/ 2147483647 w 38"/>
                    <a:gd name="T1" fmla="*/ 2147483647 h 44"/>
                    <a:gd name="T2" fmla="*/ 2147483647 w 38"/>
                    <a:gd name="T3" fmla="*/ 2147483647 h 44"/>
                    <a:gd name="T4" fmla="*/ 2147483647 w 38"/>
                    <a:gd name="T5" fmla="*/ 2147483647 h 44"/>
                    <a:gd name="T6" fmla="*/ 2147483647 w 38"/>
                    <a:gd name="T7" fmla="*/ 2147483647 h 44"/>
                    <a:gd name="T8" fmla="*/ 2147483647 w 38"/>
                    <a:gd name="T9" fmla="*/ 2147483647 h 44"/>
                    <a:gd name="T10" fmla="*/ 2147483647 w 38"/>
                    <a:gd name="T11" fmla="*/ 2147483647 h 44"/>
                    <a:gd name="T12" fmla="*/ 0 w 38"/>
                    <a:gd name="T13" fmla="*/ 2147483647 h 44"/>
                    <a:gd name="T14" fmla="*/ 0 w 38"/>
                    <a:gd name="T15" fmla="*/ 0 h 44"/>
                    <a:gd name="T16" fmla="*/ 2147483647 w 38"/>
                    <a:gd name="T17" fmla="*/ 2147483647 h 44"/>
                    <a:gd name="T18" fmla="*/ 2147483647 w 38"/>
                    <a:gd name="T19" fmla="*/ 2147483647 h 44"/>
                    <a:gd name="T20" fmla="*/ 2147483647 w 38"/>
                    <a:gd name="T21" fmla="*/ 2147483647 h 44"/>
                    <a:gd name="T22" fmla="*/ 2147483647 w 38"/>
                    <a:gd name="T23" fmla="*/ 2147483647 h 44"/>
                    <a:gd name="T24" fmla="*/ 2147483647 w 38"/>
                    <a:gd name="T25" fmla="*/ 2147483647 h 44"/>
                    <a:gd name="T26" fmla="*/ 2147483647 w 38"/>
                    <a:gd name="T27" fmla="*/ 2147483647 h 44"/>
                    <a:gd name="T28" fmla="*/ 2147483647 w 38"/>
                    <a:gd name="T29" fmla="*/ 2147483647 h 44"/>
                    <a:gd name="T30" fmla="*/ 2147483647 w 38"/>
                    <a:gd name="T31" fmla="*/ 2147483647 h 44"/>
                    <a:gd name="T32" fmla="*/ 2147483647 w 38"/>
                    <a:gd name="T33" fmla="*/ 2147483647 h 4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8"/>
                    <a:gd name="T52" fmla="*/ 0 h 44"/>
                    <a:gd name="T53" fmla="*/ 38 w 38"/>
                    <a:gd name="T54" fmla="*/ 44 h 4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8" h="44">
                      <a:moveTo>
                        <a:pt x="38" y="42"/>
                      </a:moveTo>
                      <a:lnTo>
                        <a:pt x="36" y="44"/>
                      </a:lnTo>
                      <a:lnTo>
                        <a:pt x="32" y="42"/>
                      </a:lnTo>
                      <a:lnTo>
                        <a:pt x="26" y="40"/>
                      </a:lnTo>
                      <a:lnTo>
                        <a:pt x="14" y="32"/>
                      </a:lnTo>
                      <a:lnTo>
                        <a:pt x="6" y="20"/>
                      </a:lnTo>
                      <a:lnTo>
                        <a:pt x="0" y="12"/>
                      </a:lnTo>
                      <a:lnTo>
                        <a:pt x="0" y="0"/>
                      </a:lnTo>
                      <a:lnTo>
                        <a:pt x="8" y="4"/>
                      </a:lnTo>
                      <a:lnTo>
                        <a:pt x="12" y="10"/>
                      </a:lnTo>
                      <a:lnTo>
                        <a:pt x="16" y="16"/>
                      </a:lnTo>
                      <a:lnTo>
                        <a:pt x="20" y="22"/>
                      </a:lnTo>
                      <a:lnTo>
                        <a:pt x="24" y="24"/>
                      </a:lnTo>
                      <a:lnTo>
                        <a:pt x="28" y="26"/>
                      </a:lnTo>
                      <a:lnTo>
                        <a:pt x="32" y="28"/>
                      </a:lnTo>
                      <a:lnTo>
                        <a:pt x="34" y="32"/>
                      </a:lnTo>
                      <a:lnTo>
                        <a:pt x="38" y="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4" name="iṧḻïḓe"/>
                <p:cNvSpPr/>
                <p:nvPr/>
              </p:nvSpPr>
              <p:spPr bwMode="auto">
                <a:xfrm>
                  <a:off x="8502922" y="3990966"/>
                  <a:ext cx="110178" cy="63047"/>
                </a:xfrm>
                <a:custGeom>
                  <a:avLst/>
                  <a:gdLst>
                    <a:gd name="T0" fmla="*/ 2147483647 w 64"/>
                    <a:gd name="T1" fmla="*/ 2147483647 h 38"/>
                    <a:gd name="T2" fmla="*/ 2147483647 w 64"/>
                    <a:gd name="T3" fmla="*/ 2147483647 h 38"/>
                    <a:gd name="T4" fmla="*/ 2147483647 w 64"/>
                    <a:gd name="T5" fmla="*/ 2147483647 h 38"/>
                    <a:gd name="T6" fmla="*/ 2147483647 w 64"/>
                    <a:gd name="T7" fmla="*/ 2147483647 h 38"/>
                    <a:gd name="T8" fmla="*/ 2147483647 w 64"/>
                    <a:gd name="T9" fmla="*/ 2147483647 h 38"/>
                    <a:gd name="T10" fmla="*/ 2147483647 w 64"/>
                    <a:gd name="T11" fmla="*/ 2147483647 h 38"/>
                    <a:gd name="T12" fmla="*/ 0 w 64"/>
                    <a:gd name="T13" fmla="*/ 2147483647 h 38"/>
                    <a:gd name="T14" fmla="*/ 0 w 64"/>
                    <a:gd name="T15" fmla="*/ 2147483647 h 38"/>
                    <a:gd name="T16" fmla="*/ 0 w 64"/>
                    <a:gd name="T17" fmla="*/ 2147483647 h 38"/>
                    <a:gd name="T18" fmla="*/ 2147483647 w 64"/>
                    <a:gd name="T19" fmla="*/ 2147483647 h 38"/>
                    <a:gd name="T20" fmla="*/ 2147483647 w 64"/>
                    <a:gd name="T21" fmla="*/ 2147483647 h 38"/>
                    <a:gd name="T22" fmla="*/ 2147483647 w 64"/>
                    <a:gd name="T23" fmla="*/ 2147483647 h 38"/>
                    <a:gd name="T24" fmla="*/ 2147483647 w 64"/>
                    <a:gd name="T25" fmla="*/ 2147483647 h 38"/>
                    <a:gd name="T26" fmla="*/ 2147483647 w 64"/>
                    <a:gd name="T27" fmla="*/ 2147483647 h 38"/>
                    <a:gd name="T28" fmla="*/ 2147483647 w 64"/>
                    <a:gd name="T29" fmla="*/ 2147483647 h 38"/>
                    <a:gd name="T30" fmla="*/ 2147483647 w 64"/>
                    <a:gd name="T31" fmla="*/ 2147483647 h 38"/>
                    <a:gd name="T32" fmla="*/ 2147483647 w 64"/>
                    <a:gd name="T33" fmla="*/ 2147483647 h 38"/>
                    <a:gd name="T34" fmla="*/ 2147483647 w 64"/>
                    <a:gd name="T35" fmla="*/ 2147483647 h 38"/>
                    <a:gd name="T36" fmla="*/ 2147483647 w 64"/>
                    <a:gd name="T37" fmla="*/ 0 h 38"/>
                    <a:gd name="T38" fmla="*/ 2147483647 w 64"/>
                    <a:gd name="T39" fmla="*/ 0 h 38"/>
                    <a:gd name="T40" fmla="*/ 2147483647 w 64"/>
                    <a:gd name="T41" fmla="*/ 2147483647 h 38"/>
                    <a:gd name="T42" fmla="*/ 2147483647 w 64"/>
                    <a:gd name="T43" fmla="*/ 2147483647 h 38"/>
                    <a:gd name="T44" fmla="*/ 2147483647 w 64"/>
                    <a:gd name="T45" fmla="*/ 2147483647 h 38"/>
                    <a:gd name="T46" fmla="*/ 2147483647 w 64"/>
                    <a:gd name="T47" fmla="*/ 2147483647 h 38"/>
                    <a:gd name="T48" fmla="*/ 2147483647 w 64"/>
                    <a:gd name="T49" fmla="*/ 2147483647 h 38"/>
                    <a:gd name="T50" fmla="*/ 2147483647 w 64"/>
                    <a:gd name="T51" fmla="*/ 2147483647 h 38"/>
                    <a:gd name="T52" fmla="*/ 2147483647 w 64"/>
                    <a:gd name="T53" fmla="*/ 2147483647 h 38"/>
                    <a:gd name="T54" fmla="*/ 2147483647 w 64"/>
                    <a:gd name="T55" fmla="*/ 2147483647 h 38"/>
                    <a:gd name="T56" fmla="*/ 2147483647 w 64"/>
                    <a:gd name="T57" fmla="*/ 2147483647 h 38"/>
                    <a:gd name="T58" fmla="*/ 2147483647 w 64"/>
                    <a:gd name="T59" fmla="*/ 2147483647 h 38"/>
                    <a:gd name="T60" fmla="*/ 2147483647 w 64"/>
                    <a:gd name="T61" fmla="*/ 2147483647 h 38"/>
                    <a:gd name="T62" fmla="*/ 2147483647 w 64"/>
                    <a:gd name="T63" fmla="*/ 2147483647 h 38"/>
                    <a:gd name="T64" fmla="*/ 2147483647 w 64"/>
                    <a:gd name="T65" fmla="*/ 2147483647 h 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4"/>
                    <a:gd name="T100" fmla="*/ 0 h 38"/>
                    <a:gd name="T101" fmla="*/ 64 w 64"/>
                    <a:gd name="T102" fmla="*/ 38 h 38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4" h="38">
                      <a:moveTo>
                        <a:pt x="36" y="38"/>
                      </a:moveTo>
                      <a:lnTo>
                        <a:pt x="34" y="38"/>
                      </a:lnTo>
                      <a:lnTo>
                        <a:pt x="30" y="38"/>
                      </a:lnTo>
                      <a:lnTo>
                        <a:pt x="22" y="38"/>
                      </a:lnTo>
                      <a:lnTo>
                        <a:pt x="10" y="36"/>
                      </a:lnTo>
                      <a:lnTo>
                        <a:pt x="2" y="32"/>
                      </a:lnTo>
                      <a:lnTo>
                        <a:pt x="0" y="28"/>
                      </a:lnTo>
                      <a:lnTo>
                        <a:pt x="0" y="26"/>
                      </a:lnTo>
                      <a:lnTo>
                        <a:pt x="0" y="24"/>
                      </a:lnTo>
                      <a:lnTo>
                        <a:pt x="2" y="22"/>
                      </a:lnTo>
                      <a:lnTo>
                        <a:pt x="24" y="22"/>
                      </a:lnTo>
                      <a:lnTo>
                        <a:pt x="28" y="24"/>
                      </a:lnTo>
                      <a:lnTo>
                        <a:pt x="30" y="24"/>
                      </a:lnTo>
                      <a:lnTo>
                        <a:pt x="38" y="22"/>
                      </a:lnTo>
                      <a:lnTo>
                        <a:pt x="42" y="18"/>
                      </a:lnTo>
                      <a:lnTo>
                        <a:pt x="46" y="14"/>
                      </a:lnTo>
                      <a:lnTo>
                        <a:pt x="52" y="10"/>
                      </a:lnTo>
                      <a:lnTo>
                        <a:pt x="52" y="4"/>
                      </a:lnTo>
                      <a:lnTo>
                        <a:pt x="52" y="0"/>
                      </a:lnTo>
                      <a:lnTo>
                        <a:pt x="54" y="0"/>
                      </a:lnTo>
                      <a:lnTo>
                        <a:pt x="56" y="2"/>
                      </a:lnTo>
                      <a:lnTo>
                        <a:pt x="60" y="4"/>
                      </a:lnTo>
                      <a:lnTo>
                        <a:pt x="62" y="8"/>
                      </a:lnTo>
                      <a:lnTo>
                        <a:pt x="64" y="10"/>
                      </a:lnTo>
                      <a:lnTo>
                        <a:pt x="62" y="12"/>
                      </a:lnTo>
                      <a:lnTo>
                        <a:pt x="60" y="16"/>
                      </a:lnTo>
                      <a:lnTo>
                        <a:pt x="58" y="18"/>
                      </a:lnTo>
                      <a:lnTo>
                        <a:pt x="58" y="20"/>
                      </a:lnTo>
                      <a:lnTo>
                        <a:pt x="54" y="26"/>
                      </a:lnTo>
                      <a:lnTo>
                        <a:pt x="46" y="32"/>
                      </a:lnTo>
                      <a:lnTo>
                        <a:pt x="40" y="36"/>
                      </a:lnTo>
                      <a:lnTo>
                        <a:pt x="34" y="38"/>
                      </a:lnTo>
                      <a:lnTo>
                        <a:pt x="36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5" name="îṣlïdê"/>
                <p:cNvSpPr/>
                <p:nvPr/>
              </p:nvSpPr>
              <p:spPr bwMode="auto">
                <a:xfrm>
                  <a:off x="8099398" y="4027394"/>
                  <a:ext cx="20657" cy="26620"/>
                </a:xfrm>
                <a:custGeom>
                  <a:avLst/>
                  <a:gdLst>
                    <a:gd name="T0" fmla="*/ 2147483647 w 12"/>
                    <a:gd name="T1" fmla="*/ 2147483647 h 16"/>
                    <a:gd name="T2" fmla="*/ 2147483647 w 12"/>
                    <a:gd name="T3" fmla="*/ 2147483647 h 16"/>
                    <a:gd name="T4" fmla="*/ 2147483647 w 12"/>
                    <a:gd name="T5" fmla="*/ 2147483647 h 16"/>
                    <a:gd name="T6" fmla="*/ 2147483647 w 12"/>
                    <a:gd name="T7" fmla="*/ 2147483647 h 16"/>
                    <a:gd name="T8" fmla="*/ 2147483647 w 12"/>
                    <a:gd name="T9" fmla="*/ 2147483647 h 16"/>
                    <a:gd name="T10" fmla="*/ 0 w 12"/>
                    <a:gd name="T11" fmla="*/ 2147483647 h 16"/>
                    <a:gd name="T12" fmla="*/ 2147483647 w 12"/>
                    <a:gd name="T13" fmla="*/ 2147483647 h 16"/>
                    <a:gd name="T14" fmla="*/ 2147483647 w 12"/>
                    <a:gd name="T15" fmla="*/ 0 h 16"/>
                    <a:gd name="T16" fmla="*/ 2147483647 w 12"/>
                    <a:gd name="T17" fmla="*/ 2147483647 h 16"/>
                    <a:gd name="T18" fmla="*/ 2147483647 w 12"/>
                    <a:gd name="T19" fmla="*/ 2147483647 h 16"/>
                    <a:gd name="T20" fmla="*/ 2147483647 w 12"/>
                    <a:gd name="T21" fmla="*/ 2147483647 h 1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"/>
                    <a:gd name="T34" fmla="*/ 0 h 16"/>
                    <a:gd name="T35" fmla="*/ 12 w 12"/>
                    <a:gd name="T36" fmla="*/ 16 h 1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" h="16">
                      <a:moveTo>
                        <a:pt x="12" y="10"/>
                      </a:moveTo>
                      <a:lnTo>
                        <a:pt x="12" y="14"/>
                      </a:lnTo>
                      <a:lnTo>
                        <a:pt x="12" y="16"/>
                      </a:lnTo>
                      <a:lnTo>
                        <a:pt x="6" y="16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2" y="4"/>
                      </a:lnTo>
                      <a:lnTo>
                        <a:pt x="8" y="0"/>
                      </a:lnTo>
                      <a:lnTo>
                        <a:pt x="10" y="6"/>
                      </a:lnTo>
                      <a:lnTo>
                        <a:pt x="10" y="8"/>
                      </a:lnTo>
                      <a:lnTo>
                        <a:pt x="12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6" name="iṩľîde"/>
                <p:cNvSpPr/>
                <p:nvPr/>
              </p:nvSpPr>
              <p:spPr bwMode="auto">
                <a:xfrm>
                  <a:off x="8009879" y="4077832"/>
                  <a:ext cx="20657" cy="30822"/>
                </a:xfrm>
                <a:custGeom>
                  <a:avLst/>
                  <a:gdLst>
                    <a:gd name="T0" fmla="*/ 2147483647 w 12"/>
                    <a:gd name="T1" fmla="*/ 2147483647 h 20"/>
                    <a:gd name="T2" fmla="*/ 2147483647 w 12"/>
                    <a:gd name="T3" fmla="*/ 2147483647 h 20"/>
                    <a:gd name="T4" fmla="*/ 2147483647 w 12"/>
                    <a:gd name="T5" fmla="*/ 0 h 20"/>
                    <a:gd name="T6" fmla="*/ 2147483647 w 12"/>
                    <a:gd name="T7" fmla="*/ 2147483647 h 20"/>
                    <a:gd name="T8" fmla="*/ 2147483647 w 12"/>
                    <a:gd name="T9" fmla="*/ 2147483647 h 20"/>
                    <a:gd name="T10" fmla="*/ 2147483647 w 12"/>
                    <a:gd name="T11" fmla="*/ 2147483647 h 20"/>
                    <a:gd name="T12" fmla="*/ 2147483647 w 12"/>
                    <a:gd name="T13" fmla="*/ 2147483647 h 20"/>
                    <a:gd name="T14" fmla="*/ 0 w 12"/>
                    <a:gd name="T15" fmla="*/ 2147483647 h 20"/>
                    <a:gd name="T16" fmla="*/ 0 w 12"/>
                    <a:gd name="T17" fmla="*/ 2147483647 h 20"/>
                    <a:gd name="T18" fmla="*/ 2147483647 w 12"/>
                    <a:gd name="T19" fmla="*/ 2147483647 h 20"/>
                    <a:gd name="T20" fmla="*/ 2147483647 w 12"/>
                    <a:gd name="T21" fmla="*/ 2147483647 h 20"/>
                    <a:gd name="T22" fmla="*/ 2147483647 w 12"/>
                    <a:gd name="T23" fmla="*/ 2147483647 h 2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2"/>
                    <a:gd name="T37" fmla="*/ 0 h 20"/>
                    <a:gd name="T38" fmla="*/ 12 w 12"/>
                    <a:gd name="T39" fmla="*/ 20 h 20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2" h="20">
                      <a:moveTo>
                        <a:pt x="6" y="2"/>
                      </a:move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10" y="2"/>
                      </a:lnTo>
                      <a:lnTo>
                        <a:pt x="12" y="4"/>
                      </a:lnTo>
                      <a:lnTo>
                        <a:pt x="10" y="6"/>
                      </a:lnTo>
                      <a:lnTo>
                        <a:pt x="8" y="12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2" y="6"/>
                      </a:lnTo>
                      <a:lnTo>
                        <a:pt x="4" y="4"/>
                      </a:lnTo>
                      <a:lnTo>
                        <a:pt x="6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7" name="îš1iďe"/>
                <p:cNvSpPr/>
                <p:nvPr/>
              </p:nvSpPr>
              <p:spPr bwMode="auto">
                <a:xfrm>
                  <a:off x="7928624" y="3943330"/>
                  <a:ext cx="88142" cy="36427"/>
                </a:xfrm>
                <a:custGeom>
                  <a:avLst/>
                  <a:gdLst>
                    <a:gd name="T0" fmla="*/ 2147483647 w 50"/>
                    <a:gd name="T1" fmla="*/ 2147483647 h 22"/>
                    <a:gd name="T2" fmla="*/ 2147483647 w 50"/>
                    <a:gd name="T3" fmla="*/ 2147483647 h 22"/>
                    <a:gd name="T4" fmla="*/ 2147483647 w 50"/>
                    <a:gd name="T5" fmla="*/ 2147483647 h 22"/>
                    <a:gd name="T6" fmla="*/ 2147483647 w 50"/>
                    <a:gd name="T7" fmla="*/ 2147483647 h 22"/>
                    <a:gd name="T8" fmla="*/ 2147483647 w 50"/>
                    <a:gd name="T9" fmla="*/ 2147483647 h 22"/>
                    <a:gd name="T10" fmla="*/ 2147483647 w 50"/>
                    <a:gd name="T11" fmla="*/ 2147483647 h 22"/>
                    <a:gd name="T12" fmla="*/ 2147483647 w 50"/>
                    <a:gd name="T13" fmla="*/ 2147483647 h 22"/>
                    <a:gd name="T14" fmla="*/ 2147483647 w 50"/>
                    <a:gd name="T15" fmla="*/ 2147483647 h 22"/>
                    <a:gd name="T16" fmla="*/ 2147483647 w 50"/>
                    <a:gd name="T17" fmla="*/ 2147483647 h 22"/>
                    <a:gd name="T18" fmla="*/ 0 w 50"/>
                    <a:gd name="T19" fmla="*/ 2147483647 h 22"/>
                    <a:gd name="T20" fmla="*/ 2147483647 w 50"/>
                    <a:gd name="T21" fmla="*/ 2147483647 h 22"/>
                    <a:gd name="T22" fmla="*/ 2147483647 w 50"/>
                    <a:gd name="T23" fmla="*/ 2147483647 h 22"/>
                    <a:gd name="T24" fmla="*/ 2147483647 w 50"/>
                    <a:gd name="T25" fmla="*/ 2147483647 h 22"/>
                    <a:gd name="T26" fmla="*/ 2147483647 w 50"/>
                    <a:gd name="T27" fmla="*/ 2147483647 h 22"/>
                    <a:gd name="T28" fmla="*/ 2147483647 w 50"/>
                    <a:gd name="T29" fmla="*/ 0 h 22"/>
                    <a:gd name="T30" fmla="*/ 2147483647 w 50"/>
                    <a:gd name="T31" fmla="*/ 2147483647 h 22"/>
                    <a:gd name="T32" fmla="*/ 2147483647 w 50"/>
                    <a:gd name="T33" fmla="*/ 2147483647 h 22"/>
                    <a:gd name="T34" fmla="*/ 2147483647 w 50"/>
                    <a:gd name="T35" fmla="*/ 0 h 22"/>
                    <a:gd name="T36" fmla="*/ 2147483647 w 50"/>
                    <a:gd name="T37" fmla="*/ 2147483647 h 22"/>
                    <a:gd name="T38" fmla="*/ 2147483647 w 50"/>
                    <a:gd name="T39" fmla="*/ 2147483647 h 22"/>
                    <a:gd name="T40" fmla="*/ 2147483647 w 50"/>
                    <a:gd name="T41" fmla="*/ 2147483647 h 22"/>
                    <a:gd name="T42" fmla="*/ 2147483647 w 50"/>
                    <a:gd name="T43" fmla="*/ 2147483647 h 22"/>
                    <a:gd name="T44" fmla="*/ 2147483647 w 50"/>
                    <a:gd name="T45" fmla="*/ 2147483647 h 22"/>
                    <a:gd name="T46" fmla="*/ 2147483647 w 50"/>
                    <a:gd name="T47" fmla="*/ 2147483647 h 22"/>
                    <a:gd name="T48" fmla="*/ 2147483647 w 50"/>
                    <a:gd name="T49" fmla="*/ 2147483647 h 2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50"/>
                    <a:gd name="T76" fmla="*/ 0 h 22"/>
                    <a:gd name="T77" fmla="*/ 50 w 50"/>
                    <a:gd name="T78" fmla="*/ 22 h 2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50" h="22">
                      <a:moveTo>
                        <a:pt x="42" y="22"/>
                      </a:moveTo>
                      <a:lnTo>
                        <a:pt x="40" y="20"/>
                      </a:lnTo>
                      <a:lnTo>
                        <a:pt x="38" y="16"/>
                      </a:lnTo>
                      <a:lnTo>
                        <a:pt x="34" y="14"/>
                      </a:lnTo>
                      <a:lnTo>
                        <a:pt x="30" y="14"/>
                      </a:lnTo>
                      <a:lnTo>
                        <a:pt x="24" y="12"/>
                      </a:lnTo>
                      <a:lnTo>
                        <a:pt x="16" y="12"/>
                      </a:lnTo>
                      <a:lnTo>
                        <a:pt x="10" y="12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8" y="4"/>
                      </a:lnTo>
                      <a:lnTo>
                        <a:pt x="14" y="4"/>
                      </a:lnTo>
                      <a:lnTo>
                        <a:pt x="18" y="2"/>
                      </a:lnTo>
                      <a:lnTo>
                        <a:pt x="24" y="2"/>
                      </a:lnTo>
                      <a:lnTo>
                        <a:pt x="28" y="0"/>
                      </a:lnTo>
                      <a:lnTo>
                        <a:pt x="28" y="2"/>
                      </a:lnTo>
                      <a:lnTo>
                        <a:pt x="30" y="2"/>
                      </a:lnTo>
                      <a:lnTo>
                        <a:pt x="34" y="0"/>
                      </a:lnTo>
                      <a:lnTo>
                        <a:pt x="38" y="2"/>
                      </a:lnTo>
                      <a:lnTo>
                        <a:pt x="44" y="6"/>
                      </a:lnTo>
                      <a:lnTo>
                        <a:pt x="48" y="10"/>
                      </a:lnTo>
                      <a:lnTo>
                        <a:pt x="50" y="16"/>
                      </a:lnTo>
                      <a:lnTo>
                        <a:pt x="48" y="18"/>
                      </a:lnTo>
                      <a:lnTo>
                        <a:pt x="46" y="20"/>
                      </a:lnTo>
                      <a:lnTo>
                        <a:pt x="42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8" name="ïṥlíḑê"/>
                <p:cNvSpPr/>
                <p:nvPr/>
              </p:nvSpPr>
              <p:spPr bwMode="auto">
                <a:xfrm>
                  <a:off x="7925869" y="3800422"/>
                  <a:ext cx="34431" cy="70053"/>
                </a:xfrm>
                <a:custGeom>
                  <a:avLst/>
                  <a:gdLst>
                    <a:gd name="T0" fmla="*/ 2147483647 w 20"/>
                    <a:gd name="T1" fmla="*/ 2147483647 h 42"/>
                    <a:gd name="T2" fmla="*/ 2147483647 w 20"/>
                    <a:gd name="T3" fmla="*/ 2147483647 h 42"/>
                    <a:gd name="T4" fmla="*/ 2147483647 w 20"/>
                    <a:gd name="T5" fmla="*/ 2147483647 h 42"/>
                    <a:gd name="T6" fmla="*/ 0 w 20"/>
                    <a:gd name="T7" fmla="*/ 2147483647 h 42"/>
                    <a:gd name="T8" fmla="*/ 2147483647 w 20"/>
                    <a:gd name="T9" fmla="*/ 2147483647 h 42"/>
                    <a:gd name="T10" fmla="*/ 0 w 20"/>
                    <a:gd name="T11" fmla="*/ 0 h 42"/>
                    <a:gd name="T12" fmla="*/ 2147483647 w 20"/>
                    <a:gd name="T13" fmla="*/ 0 h 42"/>
                    <a:gd name="T14" fmla="*/ 2147483647 w 20"/>
                    <a:gd name="T15" fmla="*/ 2147483647 h 42"/>
                    <a:gd name="T16" fmla="*/ 2147483647 w 20"/>
                    <a:gd name="T17" fmla="*/ 2147483647 h 42"/>
                    <a:gd name="T18" fmla="*/ 2147483647 w 20"/>
                    <a:gd name="T19" fmla="*/ 2147483647 h 42"/>
                    <a:gd name="T20" fmla="*/ 2147483647 w 20"/>
                    <a:gd name="T21" fmla="*/ 2147483647 h 42"/>
                    <a:gd name="T22" fmla="*/ 2147483647 w 20"/>
                    <a:gd name="T23" fmla="*/ 2147483647 h 42"/>
                    <a:gd name="T24" fmla="*/ 2147483647 w 20"/>
                    <a:gd name="T25" fmla="*/ 2147483647 h 42"/>
                    <a:gd name="T26" fmla="*/ 2147483647 w 20"/>
                    <a:gd name="T27" fmla="*/ 2147483647 h 42"/>
                    <a:gd name="T28" fmla="*/ 2147483647 w 20"/>
                    <a:gd name="T29" fmla="*/ 2147483647 h 42"/>
                    <a:gd name="T30" fmla="*/ 2147483647 w 20"/>
                    <a:gd name="T31" fmla="*/ 2147483647 h 42"/>
                    <a:gd name="T32" fmla="*/ 2147483647 w 20"/>
                    <a:gd name="T33" fmla="*/ 2147483647 h 42"/>
                    <a:gd name="T34" fmla="*/ 2147483647 w 20"/>
                    <a:gd name="T35" fmla="*/ 2147483647 h 42"/>
                    <a:gd name="T36" fmla="*/ 2147483647 w 20"/>
                    <a:gd name="T37" fmla="*/ 2147483647 h 42"/>
                    <a:gd name="T38" fmla="*/ 2147483647 w 20"/>
                    <a:gd name="T39" fmla="*/ 2147483647 h 42"/>
                    <a:gd name="T40" fmla="*/ 2147483647 w 20"/>
                    <a:gd name="T41" fmla="*/ 2147483647 h 42"/>
                    <a:gd name="T42" fmla="*/ 2147483647 w 20"/>
                    <a:gd name="T43" fmla="*/ 2147483647 h 42"/>
                    <a:gd name="T44" fmla="*/ 2147483647 w 20"/>
                    <a:gd name="T45" fmla="*/ 2147483647 h 42"/>
                    <a:gd name="T46" fmla="*/ 2147483647 w 20"/>
                    <a:gd name="T47" fmla="*/ 2147483647 h 42"/>
                    <a:gd name="T48" fmla="*/ 2147483647 w 20"/>
                    <a:gd name="T49" fmla="*/ 2147483647 h 42"/>
                    <a:gd name="T50" fmla="*/ 2147483647 w 20"/>
                    <a:gd name="T51" fmla="*/ 2147483647 h 42"/>
                    <a:gd name="T52" fmla="*/ 2147483647 w 20"/>
                    <a:gd name="T53" fmla="*/ 2147483647 h 42"/>
                    <a:gd name="T54" fmla="*/ 2147483647 w 20"/>
                    <a:gd name="T55" fmla="*/ 2147483647 h 42"/>
                    <a:gd name="T56" fmla="*/ 2147483647 w 20"/>
                    <a:gd name="T57" fmla="*/ 2147483647 h 42"/>
                    <a:gd name="T58" fmla="*/ 2147483647 w 20"/>
                    <a:gd name="T59" fmla="*/ 2147483647 h 42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20"/>
                    <a:gd name="T91" fmla="*/ 0 h 42"/>
                    <a:gd name="T92" fmla="*/ 20 w 20"/>
                    <a:gd name="T93" fmla="*/ 42 h 42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20" h="42">
                      <a:moveTo>
                        <a:pt x="2" y="22"/>
                      </a:moveTo>
                      <a:lnTo>
                        <a:pt x="2" y="18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2" y="4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6" y="8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8" y="8"/>
                      </a:lnTo>
                      <a:lnTo>
                        <a:pt x="16" y="8"/>
                      </a:lnTo>
                      <a:lnTo>
                        <a:pt x="16" y="12"/>
                      </a:lnTo>
                      <a:lnTo>
                        <a:pt x="16" y="14"/>
                      </a:lnTo>
                      <a:lnTo>
                        <a:pt x="14" y="16"/>
                      </a:lnTo>
                      <a:lnTo>
                        <a:pt x="12" y="18"/>
                      </a:lnTo>
                      <a:lnTo>
                        <a:pt x="12" y="22"/>
                      </a:lnTo>
                      <a:lnTo>
                        <a:pt x="20" y="32"/>
                      </a:lnTo>
                      <a:lnTo>
                        <a:pt x="16" y="32"/>
                      </a:lnTo>
                      <a:lnTo>
                        <a:pt x="14" y="30"/>
                      </a:lnTo>
                      <a:lnTo>
                        <a:pt x="12" y="28"/>
                      </a:lnTo>
                      <a:lnTo>
                        <a:pt x="8" y="28"/>
                      </a:lnTo>
                      <a:lnTo>
                        <a:pt x="6" y="28"/>
                      </a:lnTo>
                      <a:lnTo>
                        <a:pt x="4" y="30"/>
                      </a:lnTo>
                      <a:lnTo>
                        <a:pt x="4" y="34"/>
                      </a:lnTo>
                      <a:lnTo>
                        <a:pt x="4" y="38"/>
                      </a:lnTo>
                      <a:lnTo>
                        <a:pt x="6" y="42"/>
                      </a:lnTo>
                      <a:lnTo>
                        <a:pt x="2" y="40"/>
                      </a:lnTo>
                      <a:lnTo>
                        <a:pt x="2" y="34"/>
                      </a:lnTo>
                      <a:lnTo>
                        <a:pt x="2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69" name="îşḷîḑé"/>
                <p:cNvSpPr/>
                <p:nvPr/>
              </p:nvSpPr>
              <p:spPr bwMode="auto">
                <a:xfrm>
                  <a:off x="7881799" y="3953137"/>
                  <a:ext cx="28921" cy="26620"/>
                </a:xfrm>
                <a:custGeom>
                  <a:avLst/>
                  <a:gdLst>
                    <a:gd name="T0" fmla="*/ 2147483647 w 18"/>
                    <a:gd name="T1" fmla="*/ 2147483647 h 16"/>
                    <a:gd name="T2" fmla="*/ 2147483647 w 18"/>
                    <a:gd name="T3" fmla="*/ 2147483647 h 16"/>
                    <a:gd name="T4" fmla="*/ 2147483647 w 18"/>
                    <a:gd name="T5" fmla="*/ 2147483647 h 16"/>
                    <a:gd name="T6" fmla="*/ 2147483647 w 18"/>
                    <a:gd name="T7" fmla="*/ 2147483647 h 16"/>
                    <a:gd name="T8" fmla="*/ 2147483647 w 18"/>
                    <a:gd name="T9" fmla="*/ 2147483647 h 16"/>
                    <a:gd name="T10" fmla="*/ 2147483647 w 18"/>
                    <a:gd name="T11" fmla="*/ 2147483647 h 16"/>
                    <a:gd name="T12" fmla="*/ 2147483647 w 18"/>
                    <a:gd name="T13" fmla="*/ 2147483647 h 16"/>
                    <a:gd name="T14" fmla="*/ 0 w 18"/>
                    <a:gd name="T15" fmla="*/ 2147483647 h 16"/>
                    <a:gd name="T16" fmla="*/ 0 w 18"/>
                    <a:gd name="T17" fmla="*/ 2147483647 h 16"/>
                    <a:gd name="T18" fmla="*/ 2147483647 w 18"/>
                    <a:gd name="T19" fmla="*/ 0 h 16"/>
                    <a:gd name="T20" fmla="*/ 2147483647 w 18"/>
                    <a:gd name="T21" fmla="*/ 2147483647 h 16"/>
                    <a:gd name="T22" fmla="*/ 2147483647 w 18"/>
                    <a:gd name="T23" fmla="*/ 2147483647 h 1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8"/>
                    <a:gd name="T37" fmla="*/ 0 h 16"/>
                    <a:gd name="T38" fmla="*/ 18 w 18"/>
                    <a:gd name="T39" fmla="*/ 16 h 1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8" h="16">
                      <a:moveTo>
                        <a:pt x="16" y="4"/>
                      </a:moveTo>
                      <a:lnTo>
                        <a:pt x="18" y="6"/>
                      </a:lnTo>
                      <a:lnTo>
                        <a:pt x="18" y="10"/>
                      </a:lnTo>
                      <a:lnTo>
                        <a:pt x="18" y="12"/>
                      </a:lnTo>
                      <a:lnTo>
                        <a:pt x="16" y="14"/>
                      </a:lnTo>
                      <a:lnTo>
                        <a:pt x="10" y="16"/>
                      </a:lnTo>
                      <a:lnTo>
                        <a:pt x="2" y="12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10" y="0"/>
                      </a:lnTo>
                      <a:lnTo>
                        <a:pt x="18" y="4"/>
                      </a:lnTo>
                      <a:lnTo>
                        <a:pt x="16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0" name="ïṥḷíde"/>
                <p:cNvSpPr/>
                <p:nvPr/>
              </p:nvSpPr>
              <p:spPr bwMode="auto">
                <a:xfrm>
                  <a:off x="7587074" y="4104452"/>
                  <a:ext cx="88142" cy="26620"/>
                </a:xfrm>
                <a:custGeom>
                  <a:avLst/>
                  <a:gdLst>
                    <a:gd name="T0" fmla="*/ 2147483647 w 50"/>
                    <a:gd name="T1" fmla="*/ 2147483647 h 16"/>
                    <a:gd name="T2" fmla="*/ 2147483647 w 50"/>
                    <a:gd name="T3" fmla="*/ 2147483647 h 16"/>
                    <a:gd name="T4" fmla="*/ 2147483647 w 50"/>
                    <a:gd name="T5" fmla="*/ 2147483647 h 16"/>
                    <a:gd name="T6" fmla="*/ 2147483647 w 50"/>
                    <a:gd name="T7" fmla="*/ 2147483647 h 16"/>
                    <a:gd name="T8" fmla="*/ 2147483647 w 50"/>
                    <a:gd name="T9" fmla="*/ 2147483647 h 16"/>
                    <a:gd name="T10" fmla="*/ 2147483647 w 50"/>
                    <a:gd name="T11" fmla="*/ 2147483647 h 16"/>
                    <a:gd name="T12" fmla="*/ 2147483647 w 50"/>
                    <a:gd name="T13" fmla="*/ 2147483647 h 16"/>
                    <a:gd name="T14" fmla="*/ 2147483647 w 50"/>
                    <a:gd name="T15" fmla="*/ 2147483647 h 16"/>
                    <a:gd name="T16" fmla="*/ 2147483647 w 50"/>
                    <a:gd name="T17" fmla="*/ 2147483647 h 16"/>
                    <a:gd name="T18" fmla="*/ 2147483647 w 50"/>
                    <a:gd name="T19" fmla="*/ 2147483647 h 16"/>
                    <a:gd name="T20" fmla="*/ 2147483647 w 50"/>
                    <a:gd name="T21" fmla="*/ 2147483647 h 16"/>
                    <a:gd name="T22" fmla="*/ 2147483647 w 50"/>
                    <a:gd name="T23" fmla="*/ 2147483647 h 16"/>
                    <a:gd name="T24" fmla="*/ 2147483647 w 50"/>
                    <a:gd name="T25" fmla="*/ 2147483647 h 16"/>
                    <a:gd name="T26" fmla="*/ 0 w 50"/>
                    <a:gd name="T27" fmla="*/ 2147483647 h 16"/>
                    <a:gd name="T28" fmla="*/ 2147483647 w 50"/>
                    <a:gd name="T29" fmla="*/ 2147483647 h 16"/>
                    <a:gd name="T30" fmla="*/ 2147483647 w 50"/>
                    <a:gd name="T31" fmla="*/ 2147483647 h 16"/>
                    <a:gd name="T32" fmla="*/ 2147483647 w 50"/>
                    <a:gd name="T33" fmla="*/ 2147483647 h 16"/>
                    <a:gd name="T34" fmla="*/ 2147483647 w 50"/>
                    <a:gd name="T35" fmla="*/ 2147483647 h 16"/>
                    <a:gd name="T36" fmla="*/ 2147483647 w 50"/>
                    <a:gd name="T37" fmla="*/ 2147483647 h 16"/>
                    <a:gd name="T38" fmla="*/ 2147483647 w 50"/>
                    <a:gd name="T39" fmla="*/ 2147483647 h 16"/>
                    <a:gd name="T40" fmla="*/ 2147483647 w 50"/>
                    <a:gd name="T41" fmla="*/ 2147483647 h 16"/>
                    <a:gd name="T42" fmla="*/ 2147483647 w 50"/>
                    <a:gd name="T43" fmla="*/ 2147483647 h 16"/>
                    <a:gd name="T44" fmla="*/ 2147483647 w 50"/>
                    <a:gd name="T45" fmla="*/ 2147483647 h 16"/>
                    <a:gd name="T46" fmla="*/ 2147483647 w 50"/>
                    <a:gd name="T47" fmla="*/ 2147483647 h 16"/>
                    <a:gd name="T48" fmla="*/ 2147483647 w 50"/>
                    <a:gd name="T49" fmla="*/ 0 h 16"/>
                    <a:gd name="T50" fmla="*/ 2147483647 w 50"/>
                    <a:gd name="T51" fmla="*/ 2147483647 h 16"/>
                    <a:gd name="T52" fmla="*/ 2147483647 w 50"/>
                    <a:gd name="T53" fmla="*/ 2147483647 h 16"/>
                    <a:gd name="T54" fmla="*/ 2147483647 w 50"/>
                    <a:gd name="T55" fmla="*/ 2147483647 h 1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w 50"/>
                    <a:gd name="T85" fmla="*/ 0 h 16"/>
                    <a:gd name="T86" fmla="*/ 50 w 50"/>
                    <a:gd name="T87" fmla="*/ 16 h 1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T84" t="T85" r="T86" b="T87"/>
                  <a:pathLst>
                    <a:path w="50" h="16">
                      <a:moveTo>
                        <a:pt x="50" y="12"/>
                      </a:moveTo>
                      <a:lnTo>
                        <a:pt x="48" y="12"/>
                      </a:lnTo>
                      <a:lnTo>
                        <a:pt x="42" y="12"/>
                      </a:lnTo>
                      <a:lnTo>
                        <a:pt x="38" y="10"/>
                      </a:lnTo>
                      <a:lnTo>
                        <a:pt x="34" y="14"/>
                      </a:lnTo>
                      <a:lnTo>
                        <a:pt x="30" y="16"/>
                      </a:lnTo>
                      <a:lnTo>
                        <a:pt x="20" y="16"/>
                      </a:lnTo>
                      <a:lnTo>
                        <a:pt x="16" y="16"/>
                      </a:lnTo>
                      <a:lnTo>
                        <a:pt x="14" y="14"/>
                      </a:lnTo>
                      <a:lnTo>
                        <a:pt x="12" y="10"/>
                      </a:lnTo>
                      <a:lnTo>
                        <a:pt x="8" y="12"/>
                      </a:lnTo>
                      <a:lnTo>
                        <a:pt x="6" y="14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2" y="6"/>
                      </a:lnTo>
                      <a:lnTo>
                        <a:pt x="6" y="4"/>
                      </a:lnTo>
                      <a:lnTo>
                        <a:pt x="10" y="2"/>
                      </a:lnTo>
                      <a:lnTo>
                        <a:pt x="14" y="2"/>
                      </a:lnTo>
                      <a:lnTo>
                        <a:pt x="14" y="6"/>
                      </a:lnTo>
                      <a:lnTo>
                        <a:pt x="32" y="10"/>
                      </a:lnTo>
                      <a:lnTo>
                        <a:pt x="38" y="10"/>
                      </a:lnTo>
                      <a:lnTo>
                        <a:pt x="34" y="6"/>
                      </a:lnTo>
                      <a:lnTo>
                        <a:pt x="32" y="4"/>
                      </a:lnTo>
                      <a:lnTo>
                        <a:pt x="34" y="2"/>
                      </a:lnTo>
                      <a:lnTo>
                        <a:pt x="38" y="0"/>
                      </a:lnTo>
                      <a:lnTo>
                        <a:pt x="42" y="4"/>
                      </a:lnTo>
                      <a:lnTo>
                        <a:pt x="50" y="8"/>
                      </a:lnTo>
                      <a:lnTo>
                        <a:pt x="5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1" name="ïş1iḑè"/>
                <p:cNvSpPr/>
                <p:nvPr/>
              </p:nvSpPr>
              <p:spPr bwMode="auto">
                <a:xfrm>
                  <a:off x="7759226" y="3556637"/>
                  <a:ext cx="132212" cy="128898"/>
                </a:xfrm>
                <a:custGeom>
                  <a:avLst/>
                  <a:gdLst>
                    <a:gd name="T0" fmla="*/ 2147483647 w 76"/>
                    <a:gd name="T1" fmla="*/ 2147483647 h 78"/>
                    <a:gd name="T2" fmla="*/ 2147483647 w 76"/>
                    <a:gd name="T3" fmla="*/ 2147483647 h 78"/>
                    <a:gd name="T4" fmla="*/ 2147483647 w 76"/>
                    <a:gd name="T5" fmla="*/ 2147483647 h 78"/>
                    <a:gd name="T6" fmla="*/ 2147483647 w 76"/>
                    <a:gd name="T7" fmla="*/ 2147483647 h 78"/>
                    <a:gd name="T8" fmla="*/ 2147483647 w 76"/>
                    <a:gd name="T9" fmla="*/ 2147483647 h 78"/>
                    <a:gd name="T10" fmla="*/ 2147483647 w 76"/>
                    <a:gd name="T11" fmla="*/ 2147483647 h 78"/>
                    <a:gd name="T12" fmla="*/ 2147483647 w 76"/>
                    <a:gd name="T13" fmla="*/ 2147483647 h 78"/>
                    <a:gd name="T14" fmla="*/ 2147483647 w 76"/>
                    <a:gd name="T15" fmla="*/ 2147483647 h 78"/>
                    <a:gd name="T16" fmla="*/ 2147483647 w 76"/>
                    <a:gd name="T17" fmla="*/ 2147483647 h 78"/>
                    <a:gd name="T18" fmla="*/ 2147483647 w 76"/>
                    <a:gd name="T19" fmla="*/ 2147483647 h 78"/>
                    <a:gd name="T20" fmla="*/ 2147483647 w 76"/>
                    <a:gd name="T21" fmla="*/ 2147483647 h 78"/>
                    <a:gd name="T22" fmla="*/ 2147483647 w 76"/>
                    <a:gd name="T23" fmla="*/ 2147483647 h 78"/>
                    <a:gd name="T24" fmla="*/ 2147483647 w 76"/>
                    <a:gd name="T25" fmla="*/ 2147483647 h 78"/>
                    <a:gd name="T26" fmla="*/ 2147483647 w 76"/>
                    <a:gd name="T27" fmla="*/ 2147483647 h 78"/>
                    <a:gd name="T28" fmla="*/ 2147483647 w 76"/>
                    <a:gd name="T29" fmla="*/ 2147483647 h 78"/>
                    <a:gd name="T30" fmla="*/ 2147483647 w 76"/>
                    <a:gd name="T31" fmla="*/ 2147483647 h 78"/>
                    <a:gd name="T32" fmla="*/ 0 w 76"/>
                    <a:gd name="T33" fmla="*/ 2147483647 h 78"/>
                    <a:gd name="T34" fmla="*/ 2147483647 w 76"/>
                    <a:gd name="T35" fmla="*/ 2147483647 h 78"/>
                    <a:gd name="T36" fmla="*/ 0 w 76"/>
                    <a:gd name="T37" fmla="*/ 2147483647 h 78"/>
                    <a:gd name="T38" fmla="*/ 2147483647 w 76"/>
                    <a:gd name="T39" fmla="*/ 2147483647 h 78"/>
                    <a:gd name="T40" fmla="*/ 2147483647 w 76"/>
                    <a:gd name="T41" fmla="*/ 2147483647 h 78"/>
                    <a:gd name="T42" fmla="*/ 2147483647 w 76"/>
                    <a:gd name="T43" fmla="*/ 2147483647 h 78"/>
                    <a:gd name="T44" fmla="*/ 2147483647 w 76"/>
                    <a:gd name="T45" fmla="*/ 2147483647 h 78"/>
                    <a:gd name="T46" fmla="*/ 2147483647 w 76"/>
                    <a:gd name="T47" fmla="*/ 2147483647 h 78"/>
                    <a:gd name="T48" fmla="*/ 2147483647 w 76"/>
                    <a:gd name="T49" fmla="*/ 2147483647 h 78"/>
                    <a:gd name="T50" fmla="*/ 2147483647 w 76"/>
                    <a:gd name="T51" fmla="*/ 2147483647 h 78"/>
                    <a:gd name="T52" fmla="*/ 2147483647 w 76"/>
                    <a:gd name="T53" fmla="*/ 2147483647 h 78"/>
                    <a:gd name="T54" fmla="*/ 2147483647 w 76"/>
                    <a:gd name="T55" fmla="*/ 2147483647 h 78"/>
                    <a:gd name="T56" fmla="*/ 2147483647 w 76"/>
                    <a:gd name="T57" fmla="*/ 0 h 78"/>
                    <a:gd name="T58" fmla="*/ 2147483647 w 76"/>
                    <a:gd name="T59" fmla="*/ 2147483647 h 78"/>
                    <a:gd name="T60" fmla="*/ 2147483647 w 76"/>
                    <a:gd name="T61" fmla="*/ 2147483647 h 78"/>
                    <a:gd name="T62" fmla="*/ 2147483647 w 76"/>
                    <a:gd name="T63" fmla="*/ 2147483647 h 78"/>
                    <a:gd name="T64" fmla="*/ 2147483647 w 76"/>
                    <a:gd name="T65" fmla="*/ 2147483647 h 78"/>
                    <a:gd name="T66" fmla="*/ 2147483647 w 76"/>
                    <a:gd name="T67" fmla="*/ 2147483647 h 78"/>
                    <a:gd name="T68" fmla="*/ 2147483647 w 76"/>
                    <a:gd name="T69" fmla="*/ 2147483647 h 7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76"/>
                    <a:gd name="T106" fmla="*/ 0 h 78"/>
                    <a:gd name="T107" fmla="*/ 76 w 76"/>
                    <a:gd name="T108" fmla="*/ 78 h 78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76" h="78">
                      <a:moveTo>
                        <a:pt x="64" y="56"/>
                      </a:moveTo>
                      <a:lnTo>
                        <a:pt x="60" y="52"/>
                      </a:lnTo>
                      <a:lnTo>
                        <a:pt x="56" y="54"/>
                      </a:lnTo>
                      <a:lnTo>
                        <a:pt x="54" y="58"/>
                      </a:lnTo>
                      <a:lnTo>
                        <a:pt x="56" y="62"/>
                      </a:lnTo>
                      <a:lnTo>
                        <a:pt x="58" y="64"/>
                      </a:lnTo>
                      <a:lnTo>
                        <a:pt x="60" y="68"/>
                      </a:lnTo>
                      <a:lnTo>
                        <a:pt x="62" y="72"/>
                      </a:lnTo>
                      <a:lnTo>
                        <a:pt x="60" y="78"/>
                      </a:lnTo>
                      <a:lnTo>
                        <a:pt x="58" y="78"/>
                      </a:lnTo>
                      <a:lnTo>
                        <a:pt x="54" y="78"/>
                      </a:lnTo>
                      <a:lnTo>
                        <a:pt x="52" y="78"/>
                      </a:lnTo>
                      <a:lnTo>
                        <a:pt x="52" y="74"/>
                      </a:lnTo>
                      <a:lnTo>
                        <a:pt x="48" y="76"/>
                      </a:lnTo>
                      <a:lnTo>
                        <a:pt x="46" y="76"/>
                      </a:lnTo>
                      <a:lnTo>
                        <a:pt x="42" y="74"/>
                      </a:lnTo>
                      <a:lnTo>
                        <a:pt x="36" y="70"/>
                      </a:lnTo>
                      <a:lnTo>
                        <a:pt x="34" y="62"/>
                      </a:lnTo>
                      <a:lnTo>
                        <a:pt x="32" y="54"/>
                      </a:lnTo>
                      <a:lnTo>
                        <a:pt x="34" y="52"/>
                      </a:lnTo>
                      <a:lnTo>
                        <a:pt x="36" y="50"/>
                      </a:lnTo>
                      <a:lnTo>
                        <a:pt x="32" y="44"/>
                      </a:lnTo>
                      <a:lnTo>
                        <a:pt x="24" y="44"/>
                      </a:lnTo>
                      <a:lnTo>
                        <a:pt x="24" y="48"/>
                      </a:lnTo>
                      <a:lnTo>
                        <a:pt x="20" y="48"/>
                      </a:lnTo>
                      <a:lnTo>
                        <a:pt x="18" y="46"/>
                      </a:lnTo>
                      <a:lnTo>
                        <a:pt x="16" y="48"/>
                      </a:lnTo>
                      <a:lnTo>
                        <a:pt x="12" y="44"/>
                      </a:lnTo>
                      <a:lnTo>
                        <a:pt x="10" y="50"/>
                      </a:lnTo>
                      <a:lnTo>
                        <a:pt x="8" y="56"/>
                      </a:lnTo>
                      <a:lnTo>
                        <a:pt x="6" y="64"/>
                      </a:lnTo>
                      <a:lnTo>
                        <a:pt x="4" y="66"/>
                      </a:lnTo>
                      <a:lnTo>
                        <a:pt x="2" y="68"/>
                      </a:lnTo>
                      <a:lnTo>
                        <a:pt x="0" y="66"/>
                      </a:lnTo>
                      <a:lnTo>
                        <a:pt x="0" y="62"/>
                      </a:lnTo>
                      <a:lnTo>
                        <a:pt x="2" y="54"/>
                      </a:lnTo>
                      <a:lnTo>
                        <a:pt x="0" y="50"/>
                      </a:lnTo>
                      <a:lnTo>
                        <a:pt x="0" y="42"/>
                      </a:lnTo>
                      <a:lnTo>
                        <a:pt x="2" y="34"/>
                      </a:lnTo>
                      <a:lnTo>
                        <a:pt x="6" y="34"/>
                      </a:lnTo>
                      <a:lnTo>
                        <a:pt x="10" y="32"/>
                      </a:lnTo>
                      <a:lnTo>
                        <a:pt x="14" y="28"/>
                      </a:lnTo>
                      <a:lnTo>
                        <a:pt x="16" y="24"/>
                      </a:lnTo>
                      <a:lnTo>
                        <a:pt x="18" y="24"/>
                      </a:lnTo>
                      <a:lnTo>
                        <a:pt x="20" y="22"/>
                      </a:lnTo>
                      <a:lnTo>
                        <a:pt x="26" y="24"/>
                      </a:lnTo>
                      <a:lnTo>
                        <a:pt x="28" y="26"/>
                      </a:lnTo>
                      <a:lnTo>
                        <a:pt x="30" y="28"/>
                      </a:lnTo>
                      <a:lnTo>
                        <a:pt x="32" y="30"/>
                      </a:lnTo>
                      <a:lnTo>
                        <a:pt x="36" y="30"/>
                      </a:lnTo>
                      <a:lnTo>
                        <a:pt x="36" y="26"/>
                      </a:lnTo>
                      <a:lnTo>
                        <a:pt x="40" y="24"/>
                      </a:lnTo>
                      <a:lnTo>
                        <a:pt x="42" y="20"/>
                      </a:lnTo>
                      <a:lnTo>
                        <a:pt x="44" y="18"/>
                      </a:lnTo>
                      <a:lnTo>
                        <a:pt x="48" y="16"/>
                      </a:lnTo>
                      <a:lnTo>
                        <a:pt x="52" y="14"/>
                      </a:lnTo>
                      <a:lnTo>
                        <a:pt x="52" y="6"/>
                      </a:lnTo>
                      <a:lnTo>
                        <a:pt x="54" y="0"/>
                      </a:lnTo>
                      <a:lnTo>
                        <a:pt x="58" y="2"/>
                      </a:lnTo>
                      <a:lnTo>
                        <a:pt x="62" y="6"/>
                      </a:lnTo>
                      <a:lnTo>
                        <a:pt x="68" y="14"/>
                      </a:lnTo>
                      <a:lnTo>
                        <a:pt x="70" y="26"/>
                      </a:lnTo>
                      <a:lnTo>
                        <a:pt x="76" y="50"/>
                      </a:lnTo>
                      <a:lnTo>
                        <a:pt x="74" y="52"/>
                      </a:lnTo>
                      <a:lnTo>
                        <a:pt x="72" y="56"/>
                      </a:lnTo>
                      <a:lnTo>
                        <a:pt x="70" y="62"/>
                      </a:lnTo>
                      <a:lnTo>
                        <a:pt x="70" y="68"/>
                      </a:lnTo>
                      <a:lnTo>
                        <a:pt x="68" y="66"/>
                      </a:lnTo>
                      <a:lnTo>
                        <a:pt x="66" y="60"/>
                      </a:lnTo>
                      <a:lnTo>
                        <a:pt x="62" y="52"/>
                      </a:lnTo>
                      <a:lnTo>
                        <a:pt x="64" y="5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2" name="iślîḓê"/>
                <p:cNvSpPr/>
                <p:nvPr/>
              </p:nvSpPr>
              <p:spPr bwMode="auto">
                <a:xfrm>
                  <a:off x="7622882" y="3527215"/>
                  <a:ext cx="68861" cy="70053"/>
                </a:xfrm>
                <a:custGeom>
                  <a:avLst/>
                  <a:gdLst>
                    <a:gd name="T0" fmla="*/ 2147483647 w 38"/>
                    <a:gd name="T1" fmla="*/ 2147483647 h 42"/>
                    <a:gd name="T2" fmla="*/ 0 w 38"/>
                    <a:gd name="T3" fmla="*/ 2147483647 h 42"/>
                    <a:gd name="T4" fmla="*/ 2147483647 w 38"/>
                    <a:gd name="T5" fmla="*/ 2147483647 h 42"/>
                    <a:gd name="T6" fmla="*/ 2147483647 w 38"/>
                    <a:gd name="T7" fmla="*/ 2147483647 h 42"/>
                    <a:gd name="T8" fmla="*/ 2147483647 w 38"/>
                    <a:gd name="T9" fmla="*/ 2147483647 h 42"/>
                    <a:gd name="T10" fmla="*/ 2147483647 w 38"/>
                    <a:gd name="T11" fmla="*/ 2147483647 h 42"/>
                    <a:gd name="T12" fmla="*/ 2147483647 w 38"/>
                    <a:gd name="T13" fmla="*/ 2147483647 h 42"/>
                    <a:gd name="T14" fmla="*/ 2147483647 w 38"/>
                    <a:gd name="T15" fmla="*/ 2147483647 h 42"/>
                    <a:gd name="T16" fmla="*/ 2147483647 w 38"/>
                    <a:gd name="T17" fmla="*/ 0 h 42"/>
                    <a:gd name="T18" fmla="*/ 2147483647 w 38"/>
                    <a:gd name="T19" fmla="*/ 2147483647 h 42"/>
                    <a:gd name="T20" fmla="*/ 2147483647 w 38"/>
                    <a:gd name="T21" fmla="*/ 2147483647 h 42"/>
                    <a:gd name="T22" fmla="*/ 2147483647 w 38"/>
                    <a:gd name="T23" fmla="*/ 2147483647 h 42"/>
                    <a:gd name="T24" fmla="*/ 2147483647 w 38"/>
                    <a:gd name="T25" fmla="*/ 2147483647 h 42"/>
                    <a:gd name="T26" fmla="*/ 2147483647 w 38"/>
                    <a:gd name="T27" fmla="*/ 2147483647 h 42"/>
                    <a:gd name="T28" fmla="*/ 2147483647 w 38"/>
                    <a:gd name="T29" fmla="*/ 2147483647 h 42"/>
                    <a:gd name="T30" fmla="*/ 2147483647 w 38"/>
                    <a:gd name="T31" fmla="*/ 2147483647 h 42"/>
                    <a:gd name="T32" fmla="*/ 2147483647 w 38"/>
                    <a:gd name="T33" fmla="*/ 2147483647 h 42"/>
                    <a:gd name="T34" fmla="*/ 2147483647 w 38"/>
                    <a:gd name="T35" fmla="*/ 2147483647 h 42"/>
                    <a:gd name="T36" fmla="*/ 2147483647 w 38"/>
                    <a:gd name="T37" fmla="*/ 2147483647 h 42"/>
                    <a:gd name="T38" fmla="*/ 2147483647 w 38"/>
                    <a:gd name="T39" fmla="*/ 2147483647 h 42"/>
                    <a:gd name="T40" fmla="*/ 2147483647 w 38"/>
                    <a:gd name="T41" fmla="*/ 2147483647 h 42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8"/>
                    <a:gd name="T64" fmla="*/ 0 h 42"/>
                    <a:gd name="T65" fmla="*/ 38 w 38"/>
                    <a:gd name="T66" fmla="*/ 42 h 42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8" h="42">
                      <a:moveTo>
                        <a:pt x="4" y="42"/>
                      </a:moveTo>
                      <a:lnTo>
                        <a:pt x="0" y="42"/>
                      </a:lnTo>
                      <a:lnTo>
                        <a:pt x="2" y="38"/>
                      </a:lnTo>
                      <a:lnTo>
                        <a:pt x="6" y="34"/>
                      </a:lnTo>
                      <a:lnTo>
                        <a:pt x="14" y="24"/>
                      </a:lnTo>
                      <a:lnTo>
                        <a:pt x="24" y="16"/>
                      </a:lnTo>
                      <a:lnTo>
                        <a:pt x="30" y="8"/>
                      </a:lnTo>
                      <a:lnTo>
                        <a:pt x="32" y="4"/>
                      </a:lnTo>
                      <a:lnTo>
                        <a:pt x="34" y="0"/>
                      </a:lnTo>
                      <a:lnTo>
                        <a:pt x="34" y="4"/>
                      </a:lnTo>
                      <a:lnTo>
                        <a:pt x="36" y="6"/>
                      </a:lnTo>
                      <a:lnTo>
                        <a:pt x="38" y="10"/>
                      </a:lnTo>
                      <a:lnTo>
                        <a:pt x="36" y="12"/>
                      </a:lnTo>
                      <a:lnTo>
                        <a:pt x="32" y="14"/>
                      </a:lnTo>
                      <a:lnTo>
                        <a:pt x="32" y="16"/>
                      </a:lnTo>
                      <a:lnTo>
                        <a:pt x="30" y="18"/>
                      </a:lnTo>
                      <a:lnTo>
                        <a:pt x="22" y="18"/>
                      </a:lnTo>
                      <a:lnTo>
                        <a:pt x="20" y="28"/>
                      </a:lnTo>
                      <a:lnTo>
                        <a:pt x="14" y="36"/>
                      </a:lnTo>
                      <a:lnTo>
                        <a:pt x="10" y="40"/>
                      </a:lnTo>
                      <a:lnTo>
                        <a:pt x="4" y="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3" name="îşḷîďe"/>
                <p:cNvSpPr/>
                <p:nvPr/>
              </p:nvSpPr>
              <p:spPr bwMode="auto">
                <a:xfrm>
                  <a:off x="7675216" y="3294640"/>
                  <a:ext cx="128081" cy="180736"/>
                </a:xfrm>
                <a:custGeom>
                  <a:avLst/>
                  <a:gdLst>
                    <a:gd name="T0" fmla="*/ 2147483647 w 74"/>
                    <a:gd name="T1" fmla="*/ 2147483647 h 110"/>
                    <a:gd name="T2" fmla="*/ 2147483647 w 74"/>
                    <a:gd name="T3" fmla="*/ 2147483647 h 110"/>
                    <a:gd name="T4" fmla="*/ 2147483647 w 74"/>
                    <a:gd name="T5" fmla="*/ 2147483647 h 110"/>
                    <a:gd name="T6" fmla="*/ 2147483647 w 74"/>
                    <a:gd name="T7" fmla="*/ 0 h 110"/>
                    <a:gd name="T8" fmla="*/ 2147483647 w 74"/>
                    <a:gd name="T9" fmla="*/ 2147483647 h 110"/>
                    <a:gd name="T10" fmla="*/ 2147483647 w 74"/>
                    <a:gd name="T11" fmla="*/ 2147483647 h 110"/>
                    <a:gd name="T12" fmla="*/ 2147483647 w 74"/>
                    <a:gd name="T13" fmla="*/ 2147483647 h 110"/>
                    <a:gd name="T14" fmla="*/ 2147483647 w 74"/>
                    <a:gd name="T15" fmla="*/ 2147483647 h 110"/>
                    <a:gd name="T16" fmla="*/ 2147483647 w 74"/>
                    <a:gd name="T17" fmla="*/ 2147483647 h 110"/>
                    <a:gd name="T18" fmla="*/ 2147483647 w 74"/>
                    <a:gd name="T19" fmla="*/ 2147483647 h 110"/>
                    <a:gd name="T20" fmla="*/ 2147483647 w 74"/>
                    <a:gd name="T21" fmla="*/ 2147483647 h 110"/>
                    <a:gd name="T22" fmla="*/ 2147483647 w 74"/>
                    <a:gd name="T23" fmla="*/ 2147483647 h 110"/>
                    <a:gd name="T24" fmla="*/ 2147483647 w 74"/>
                    <a:gd name="T25" fmla="*/ 2147483647 h 110"/>
                    <a:gd name="T26" fmla="*/ 2147483647 w 74"/>
                    <a:gd name="T27" fmla="*/ 2147483647 h 110"/>
                    <a:gd name="T28" fmla="*/ 2147483647 w 74"/>
                    <a:gd name="T29" fmla="*/ 2147483647 h 110"/>
                    <a:gd name="T30" fmla="*/ 2147483647 w 74"/>
                    <a:gd name="T31" fmla="*/ 2147483647 h 110"/>
                    <a:gd name="T32" fmla="*/ 2147483647 w 74"/>
                    <a:gd name="T33" fmla="*/ 2147483647 h 110"/>
                    <a:gd name="T34" fmla="*/ 2147483647 w 74"/>
                    <a:gd name="T35" fmla="*/ 2147483647 h 110"/>
                    <a:gd name="T36" fmla="*/ 2147483647 w 74"/>
                    <a:gd name="T37" fmla="*/ 2147483647 h 110"/>
                    <a:gd name="T38" fmla="*/ 2147483647 w 74"/>
                    <a:gd name="T39" fmla="*/ 2147483647 h 110"/>
                    <a:gd name="T40" fmla="*/ 2147483647 w 74"/>
                    <a:gd name="T41" fmla="*/ 2147483647 h 110"/>
                    <a:gd name="T42" fmla="*/ 2147483647 w 74"/>
                    <a:gd name="T43" fmla="*/ 2147483647 h 110"/>
                    <a:gd name="T44" fmla="*/ 2147483647 w 74"/>
                    <a:gd name="T45" fmla="*/ 2147483647 h 110"/>
                    <a:gd name="T46" fmla="*/ 2147483647 w 74"/>
                    <a:gd name="T47" fmla="*/ 2147483647 h 110"/>
                    <a:gd name="T48" fmla="*/ 2147483647 w 74"/>
                    <a:gd name="T49" fmla="*/ 2147483647 h 110"/>
                    <a:gd name="T50" fmla="*/ 2147483647 w 74"/>
                    <a:gd name="T51" fmla="*/ 2147483647 h 110"/>
                    <a:gd name="T52" fmla="*/ 2147483647 w 74"/>
                    <a:gd name="T53" fmla="*/ 2147483647 h 110"/>
                    <a:gd name="T54" fmla="*/ 2147483647 w 74"/>
                    <a:gd name="T55" fmla="*/ 2147483647 h 110"/>
                    <a:gd name="T56" fmla="*/ 2147483647 w 74"/>
                    <a:gd name="T57" fmla="*/ 2147483647 h 110"/>
                    <a:gd name="T58" fmla="*/ 2147483647 w 74"/>
                    <a:gd name="T59" fmla="*/ 2147483647 h 110"/>
                    <a:gd name="T60" fmla="*/ 2147483647 w 74"/>
                    <a:gd name="T61" fmla="*/ 2147483647 h 110"/>
                    <a:gd name="T62" fmla="*/ 2147483647 w 74"/>
                    <a:gd name="T63" fmla="*/ 2147483647 h 110"/>
                    <a:gd name="T64" fmla="*/ 2147483647 w 74"/>
                    <a:gd name="T65" fmla="*/ 2147483647 h 110"/>
                    <a:gd name="T66" fmla="*/ 2147483647 w 74"/>
                    <a:gd name="T67" fmla="*/ 2147483647 h 110"/>
                    <a:gd name="T68" fmla="*/ 2147483647 w 74"/>
                    <a:gd name="T69" fmla="*/ 2147483647 h 110"/>
                    <a:gd name="T70" fmla="*/ 2147483647 w 74"/>
                    <a:gd name="T71" fmla="*/ 2147483647 h 110"/>
                    <a:gd name="T72" fmla="*/ 2147483647 w 74"/>
                    <a:gd name="T73" fmla="*/ 2147483647 h 110"/>
                    <a:gd name="T74" fmla="*/ 0 w 74"/>
                    <a:gd name="T75" fmla="*/ 2147483647 h 110"/>
                    <a:gd name="T76" fmla="*/ 2147483647 w 74"/>
                    <a:gd name="T77" fmla="*/ 2147483647 h 1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74"/>
                    <a:gd name="T118" fmla="*/ 0 h 110"/>
                    <a:gd name="T119" fmla="*/ 74 w 74"/>
                    <a:gd name="T120" fmla="*/ 110 h 110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74" h="110">
                      <a:moveTo>
                        <a:pt x="4" y="46"/>
                      </a:moveTo>
                      <a:lnTo>
                        <a:pt x="8" y="38"/>
                      </a:lnTo>
                      <a:lnTo>
                        <a:pt x="8" y="30"/>
                      </a:lnTo>
                      <a:lnTo>
                        <a:pt x="6" y="20"/>
                      </a:lnTo>
                      <a:lnTo>
                        <a:pt x="4" y="12"/>
                      </a:lnTo>
                      <a:lnTo>
                        <a:pt x="6" y="4"/>
                      </a:lnTo>
                      <a:lnTo>
                        <a:pt x="8" y="2"/>
                      </a:lnTo>
                      <a:lnTo>
                        <a:pt x="10" y="0"/>
                      </a:lnTo>
                      <a:lnTo>
                        <a:pt x="12" y="2"/>
                      </a:lnTo>
                      <a:lnTo>
                        <a:pt x="14" y="6"/>
                      </a:lnTo>
                      <a:lnTo>
                        <a:pt x="16" y="10"/>
                      </a:lnTo>
                      <a:lnTo>
                        <a:pt x="20" y="10"/>
                      </a:lnTo>
                      <a:lnTo>
                        <a:pt x="22" y="10"/>
                      </a:lnTo>
                      <a:lnTo>
                        <a:pt x="24" y="8"/>
                      </a:lnTo>
                      <a:lnTo>
                        <a:pt x="28" y="4"/>
                      </a:lnTo>
                      <a:lnTo>
                        <a:pt x="28" y="8"/>
                      </a:lnTo>
                      <a:lnTo>
                        <a:pt x="30" y="12"/>
                      </a:lnTo>
                      <a:lnTo>
                        <a:pt x="32" y="18"/>
                      </a:lnTo>
                      <a:lnTo>
                        <a:pt x="34" y="22"/>
                      </a:lnTo>
                      <a:lnTo>
                        <a:pt x="36" y="30"/>
                      </a:lnTo>
                      <a:lnTo>
                        <a:pt x="36" y="36"/>
                      </a:lnTo>
                      <a:lnTo>
                        <a:pt x="36" y="44"/>
                      </a:lnTo>
                      <a:lnTo>
                        <a:pt x="32" y="48"/>
                      </a:lnTo>
                      <a:lnTo>
                        <a:pt x="28" y="54"/>
                      </a:lnTo>
                      <a:lnTo>
                        <a:pt x="26" y="62"/>
                      </a:lnTo>
                      <a:lnTo>
                        <a:pt x="28" y="70"/>
                      </a:lnTo>
                      <a:lnTo>
                        <a:pt x="32" y="76"/>
                      </a:lnTo>
                      <a:lnTo>
                        <a:pt x="36" y="82"/>
                      </a:lnTo>
                      <a:lnTo>
                        <a:pt x="40" y="86"/>
                      </a:lnTo>
                      <a:lnTo>
                        <a:pt x="40" y="84"/>
                      </a:lnTo>
                      <a:lnTo>
                        <a:pt x="42" y="80"/>
                      </a:lnTo>
                      <a:lnTo>
                        <a:pt x="46" y="80"/>
                      </a:lnTo>
                      <a:lnTo>
                        <a:pt x="50" y="82"/>
                      </a:lnTo>
                      <a:lnTo>
                        <a:pt x="54" y="86"/>
                      </a:lnTo>
                      <a:lnTo>
                        <a:pt x="56" y="90"/>
                      </a:lnTo>
                      <a:lnTo>
                        <a:pt x="60" y="92"/>
                      </a:lnTo>
                      <a:lnTo>
                        <a:pt x="62" y="90"/>
                      </a:lnTo>
                      <a:lnTo>
                        <a:pt x="64" y="88"/>
                      </a:lnTo>
                      <a:lnTo>
                        <a:pt x="66" y="90"/>
                      </a:lnTo>
                      <a:lnTo>
                        <a:pt x="64" y="94"/>
                      </a:lnTo>
                      <a:lnTo>
                        <a:pt x="64" y="96"/>
                      </a:lnTo>
                      <a:lnTo>
                        <a:pt x="64" y="98"/>
                      </a:lnTo>
                      <a:lnTo>
                        <a:pt x="66" y="96"/>
                      </a:lnTo>
                      <a:lnTo>
                        <a:pt x="68" y="100"/>
                      </a:lnTo>
                      <a:lnTo>
                        <a:pt x="74" y="102"/>
                      </a:lnTo>
                      <a:lnTo>
                        <a:pt x="74" y="106"/>
                      </a:lnTo>
                      <a:lnTo>
                        <a:pt x="74" y="110"/>
                      </a:lnTo>
                      <a:lnTo>
                        <a:pt x="72" y="110"/>
                      </a:lnTo>
                      <a:lnTo>
                        <a:pt x="70" y="108"/>
                      </a:lnTo>
                      <a:lnTo>
                        <a:pt x="68" y="106"/>
                      </a:lnTo>
                      <a:lnTo>
                        <a:pt x="64" y="100"/>
                      </a:lnTo>
                      <a:lnTo>
                        <a:pt x="60" y="98"/>
                      </a:lnTo>
                      <a:lnTo>
                        <a:pt x="54" y="94"/>
                      </a:lnTo>
                      <a:lnTo>
                        <a:pt x="50" y="90"/>
                      </a:lnTo>
                      <a:lnTo>
                        <a:pt x="48" y="92"/>
                      </a:lnTo>
                      <a:lnTo>
                        <a:pt x="48" y="96"/>
                      </a:lnTo>
                      <a:lnTo>
                        <a:pt x="50" y="100"/>
                      </a:lnTo>
                      <a:lnTo>
                        <a:pt x="44" y="100"/>
                      </a:lnTo>
                      <a:lnTo>
                        <a:pt x="42" y="94"/>
                      </a:lnTo>
                      <a:lnTo>
                        <a:pt x="38" y="90"/>
                      </a:lnTo>
                      <a:lnTo>
                        <a:pt x="34" y="88"/>
                      </a:lnTo>
                      <a:lnTo>
                        <a:pt x="30" y="90"/>
                      </a:lnTo>
                      <a:lnTo>
                        <a:pt x="26" y="92"/>
                      </a:lnTo>
                      <a:lnTo>
                        <a:pt x="22" y="90"/>
                      </a:lnTo>
                      <a:lnTo>
                        <a:pt x="20" y="88"/>
                      </a:lnTo>
                      <a:lnTo>
                        <a:pt x="16" y="84"/>
                      </a:lnTo>
                      <a:lnTo>
                        <a:pt x="18" y="80"/>
                      </a:lnTo>
                      <a:lnTo>
                        <a:pt x="20" y="76"/>
                      </a:lnTo>
                      <a:lnTo>
                        <a:pt x="20" y="72"/>
                      </a:lnTo>
                      <a:lnTo>
                        <a:pt x="16" y="72"/>
                      </a:lnTo>
                      <a:lnTo>
                        <a:pt x="14" y="74"/>
                      </a:lnTo>
                      <a:lnTo>
                        <a:pt x="12" y="74"/>
                      </a:lnTo>
                      <a:lnTo>
                        <a:pt x="6" y="72"/>
                      </a:lnTo>
                      <a:lnTo>
                        <a:pt x="2" y="70"/>
                      </a:lnTo>
                      <a:lnTo>
                        <a:pt x="0" y="66"/>
                      </a:lnTo>
                      <a:lnTo>
                        <a:pt x="0" y="52"/>
                      </a:lnTo>
                      <a:lnTo>
                        <a:pt x="2" y="46"/>
                      </a:lnTo>
                      <a:lnTo>
                        <a:pt x="4" y="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4" name="ïś1íḋe"/>
                <p:cNvSpPr/>
                <p:nvPr/>
              </p:nvSpPr>
              <p:spPr bwMode="auto">
                <a:xfrm>
                  <a:off x="7810183" y="3479580"/>
                  <a:ext cx="41317" cy="68651"/>
                </a:xfrm>
                <a:custGeom>
                  <a:avLst/>
                  <a:gdLst>
                    <a:gd name="T0" fmla="*/ 2147483647 w 24"/>
                    <a:gd name="T1" fmla="*/ 2147483647 h 42"/>
                    <a:gd name="T2" fmla="*/ 2147483647 w 24"/>
                    <a:gd name="T3" fmla="*/ 2147483647 h 42"/>
                    <a:gd name="T4" fmla="*/ 2147483647 w 24"/>
                    <a:gd name="T5" fmla="*/ 2147483647 h 42"/>
                    <a:gd name="T6" fmla="*/ 2147483647 w 24"/>
                    <a:gd name="T7" fmla="*/ 2147483647 h 42"/>
                    <a:gd name="T8" fmla="*/ 2147483647 w 24"/>
                    <a:gd name="T9" fmla="*/ 2147483647 h 42"/>
                    <a:gd name="T10" fmla="*/ 2147483647 w 24"/>
                    <a:gd name="T11" fmla="*/ 2147483647 h 42"/>
                    <a:gd name="T12" fmla="*/ 2147483647 w 24"/>
                    <a:gd name="T13" fmla="*/ 2147483647 h 42"/>
                    <a:gd name="T14" fmla="*/ 2147483647 w 24"/>
                    <a:gd name="T15" fmla="*/ 2147483647 h 42"/>
                    <a:gd name="T16" fmla="*/ 2147483647 w 24"/>
                    <a:gd name="T17" fmla="*/ 2147483647 h 42"/>
                    <a:gd name="T18" fmla="*/ 2147483647 w 24"/>
                    <a:gd name="T19" fmla="*/ 2147483647 h 42"/>
                    <a:gd name="T20" fmla="*/ 2147483647 w 24"/>
                    <a:gd name="T21" fmla="*/ 2147483647 h 42"/>
                    <a:gd name="T22" fmla="*/ 2147483647 w 24"/>
                    <a:gd name="T23" fmla="*/ 2147483647 h 42"/>
                    <a:gd name="T24" fmla="*/ 2147483647 w 24"/>
                    <a:gd name="T25" fmla="*/ 2147483647 h 42"/>
                    <a:gd name="T26" fmla="*/ 2147483647 w 24"/>
                    <a:gd name="T27" fmla="*/ 2147483647 h 42"/>
                    <a:gd name="T28" fmla="*/ 2147483647 w 24"/>
                    <a:gd name="T29" fmla="*/ 2147483647 h 42"/>
                    <a:gd name="T30" fmla="*/ 2147483647 w 24"/>
                    <a:gd name="T31" fmla="*/ 2147483647 h 42"/>
                    <a:gd name="T32" fmla="*/ 2147483647 w 24"/>
                    <a:gd name="T33" fmla="*/ 2147483647 h 42"/>
                    <a:gd name="T34" fmla="*/ 2147483647 w 24"/>
                    <a:gd name="T35" fmla="*/ 2147483647 h 42"/>
                    <a:gd name="T36" fmla="*/ 2147483647 w 24"/>
                    <a:gd name="T37" fmla="*/ 2147483647 h 42"/>
                    <a:gd name="T38" fmla="*/ 2147483647 w 24"/>
                    <a:gd name="T39" fmla="*/ 2147483647 h 42"/>
                    <a:gd name="T40" fmla="*/ 2147483647 w 24"/>
                    <a:gd name="T41" fmla="*/ 2147483647 h 42"/>
                    <a:gd name="T42" fmla="*/ 0 w 24"/>
                    <a:gd name="T43" fmla="*/ 2147483647 h 42"/>
                    <a:gd name="T44" fmla="*/ 2147483647 w 24"/>
                    <a:gd name="T45" fmla="*/ 0 h 42"/>
                    <a:gd name="T46" fmla="*/ 2147483647 w 24"/>
                    <a:gd name="T47" fmla="*/ 0 h 42"/>
                    <a:gd name="T48" fmla="*/ 2147483647 w 24"/>
                    <a:gd name="T49" fmla="*/ 2147483647 h 42"/>
                    <a:gd name="T50" fmla="*/ 2147483647 w 24"/>
                    <a:gd name="T51" fmla="*/ 2147483647 h 42"/>
                    <a:gd name="T52" fmla="*/ 2147483647 w 24"/>
                    <a:gd name="T53" fmla="*/ 2147483647 h 42"/>
                    <a:gd name="T54" fmla="*/ 2147483647 w 24"/>
                    <a:gd name="T55" fmla="*/ 2147483647 h 42"/>
                    <a:gd name="T56" fmla="*/ 2147483647 w 24"/>
                    <a:gd name="T57" fmla="*/ 2147483647 h 42"/>
                    <a:gd name="T58" fmla="*/ 2147483647 w 24"/>
                    <a:gd name="T59" fmla="*/ 2147483647 h 42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24"/>
                    <a:gd name="T91" fmla="*/ 0 h 42"/>
                    <a:gd name="T92" fmla="*/ 24 w 24"/>
                    <a:gd name="T93" fmla="*/ 42 h 42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24" h="42">
                      <a:moveTo>
                        <a:pt x="22" y="28"/>
                      </a:moveTo>
                      <a:lnTo>
                        <a:pt x="14" y="28"/>
                      </a:lnTo>
                      <a:lnTo>
                        <a:pt x="14" y="36"/>
                      </a:lnTo>
                      <a:lnTo>
                        <a:pt x="18" y="40"/>
                      </a:lnTo>
                      <a:lnTo>
                        <a:pt x="18" y="42"/>
                      </a:lnTo>
                      <a:lnTo>
                        <a:pt x="14" y="42"/>
                      </a:lnTo>
                      <a:lnTo>
                        <a:pt x="12" y="42"/>
                      </a:lnTo>
                      <a:lnTo>
                        <a:pt x="10" y="42"/>
                      </a:lnTo>
                      <a:lnTo>
                        <a:pt x="10" y="38"/>
                      </a:lnTo>
                      <a:lnTo>
                        <a:pt x="12" y="36"/>
                      </a:lnTo>
                      <a:lnTo>
                        <a:pt x="12" y="32"/>
                      </a:lnTo>
                      <a:lnTo>
                        <a:pt x="8" y="32"/>
                      </a:lnTo>
                      <a:lnTo>
                        <a:pt x="6" y="30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10" y="22"/>
                      </a:lnTo>
                      <a:lnTo>
                        <a:pt x="12" y="20"/>
                      </a:lnTo>
                      <a:lnTo>
                        <a:pt x="14" y="18"/>
                      </a:lnTo>
                      <a:lnTo>
                        <a:pt x="12" y="14"/>
                      </a:lnTo>
                      <a:lnTo>
                        <a:pt x="6" y="10"/>
                      </a:lnTo>
                      <a:lnTo>
                        <a:pt x="2" y="6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12" y="0"/>
                      </a:lnTo>
                      <a:lnTo>
                        <a:pt x="16" y="2"/>
                      </a:lnTo>
                      <a:lnTo>
                        <a:pt x="16" y="8"/>
                      </a:lnTo>
                      <a:lnTo>
                        <a:pt x="20" y="8"/>
                      </a:lnTo>
                      <a:lnTo>
                        <a:pt x="20" y="16"/>
                      </a:lnTo>
                      <a:lnTo>
                        <a:pt x="24" y="22"/>
                      </a:lnTo>
                      <a:lnTo>
                        <a:pt x="22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5" name="iṥḻïḓé"/>
                <p:cNvSpPr/>
                <p:nvPr/>
              </p:nvSpPr>
              <p:spPr bwMode="auto">
                <a:xfrm>
                  <a:off x="7742699" y="3499195"/>
                  <a:ext cx="39939" cy="47636"/>
                </a:xfrm>
                <a:custGeom>
                  <a:avLst/>
                  <a:gdLst>
                    <a:gd name="T0" fmla="*/ 2147483647 w 22"/>
                    <a:gd name="T1" fmla="*/ 2147483647 h 28"/>
                    <a:gd name="T2" fmla="*/ 2147483647 w 22"/>
                    <a:gd name="T3" fmla="*/ 2147483647 h 28"/>
                    <a:gd name="T4" fmla="*/ 2147483647 w 22"/>
                    <a:gd name="T5" fmla="*/ 2147483647 h 28"/>
                    <a:gd name="T6" fmla="*/ 2147483647 w 22"/>
                    <a:gd name="T7" fmla="*/ 2147483647 h 28"/>
                    <a:gd name="T8" fmla="*/ 2147483647 w 22"/>
                    <a:gd name="T9" fmla="*/ 2147483647 h 28"/>
                    <a:gd name="T10" fmla="*/ 2147483647 w 22"/>
                    <a:gd name="T11" fmla="*/ 2147483647 h 28"/>
                    <a:gd name="T12" fmla="*/ 2147483647 w 22"/>
                    <a:gd name="T13" fmla="*/ 2147483647 h 28"/>
                    <a:gd name="T14" fmla="*/ 2147483647 w 22"/>
                    <a:gd name="T15" fmla="*/ 2147483647 h 28"/>
                    <a:gd name="T16" fmla="*/ 2147483647 w 22"/>
                    <a:gd name="T17" fmla="*/ 2147483647 h 28"/>
                    <a:gd name="T18" fmla="*/ 0 w 22"/>
                    <a:gd name="T19" fmla="*/ 2147483647 h 28"/>
                    <a:gd name="T20" fmla="*/ 2147483647 w 22"/>
                    <a:gd name="T21" fmla="*/ 2147483647 h 28"/>
                    <a:gd name="T22" fmla="*/ 2147483647 w 22"/>
                    <a:gd name="T23" fmla="*/ 0 h 28"/>
                    <a:gd name="T24" fmla="*/ 2147483647 w 22"/>
                    <a:gd name="T25" fmla="*/ 2147483647 h 28"/>
                    <a:gd name="T26" fmla="*/ 2147483647 w 22"/>
                    <a:gd name="T27" fmla="*/ 2147483647 h 2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2"/>
                    <a:gd name="T43" fmla="*/ 0 h 28"/>
                    <a:gd name="T44" fmla="*/ 22 w 22"/>
                    <a:gd name="T45" fmla="*/ 28 h 2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2" h="28">
                      <a:moveTo>
                        <a:pt x="10" y="4"/>
                      </a:moveTo>
                      <a:lnTo>
                        <a:pt x="12" y="4"/>
                      </a:lnTo>
                      <a:lnTo>
                        <a:pt x="14" y="4"/>
                      </a:lnTo>
                      <a:lnTo>
                        <a:pt x="20" y="6"/>
                      </a:lnTo>
                      <a:lnTo>
                        <a:pt x="22" y="10"/>
                      </a:lnTo>
                      <a:lnTo>
                        <a:pt x="20" y="16"/>
                      </a:lnTo>
                      <a:lnTo>
                        <a:pt x="14" y="22"/>
                      </a:lnTo>
                      <a:lnTo>
                        <a:pt x="2" y="28"/>
                      </a:lnTo>
                      <a:lnTo>
                        <a:pt x="2" y="14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4" y="0"/>
                      </a:lnTo>
                      <a:lnTo>
                        <a:pt x="8" y="4"/>
                      </a:lnTo>
                      <a:lnTo>
                        <a:pt x="10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6" name="í$ḷïḋe"/>
                <p:cNvSpPr/>
                <p:nvPr/>
              </p:nvSpPr>
              <p:spPr bwMode="auto">
                <a:xfrm>
                  <a:off x="8679207" y="4023190"/>
                  <a:ext cx="28921" cy="50438"/>
                </a:xfrm>
                <a:custGeom>
                  <a:avLst/>
                  <a:gdLst>
                    <a:gd name="T0" fmla="*/ 2147483647 w 16"/>
                    <a:gd name="T1" fmla="*/ 2147483647 h 30"/>
                    <a:gd name="T2" fmla="*/ 2147483647 w 16"/>
                    <a:gd name="T3" fmla="*/ 2147483647 h 30"/>
                    <a:gd name="T4" fmla="*/ 2147483647 w 16"/>
                    <a:gd name="T5" fmla="*/ 2147483647 h 30"/>
                    <a:gd name="T6" fmla="*/ 2147483647 w 16"/>
                    <a:gd name="T7" fmla="*/ 2147483647 h 30"/>
                    <a:gd name="T8" fmla="*/ 2147483647 w 16"/>
                    <a:gd name="T9" fmla="*/ 2147483647 h 30"/>
                    <a:gd name="T10" fmla="*/ 2147483647 w 16"/>
                    <a:gd name="T11" fmla="*/ 2147483647 h 30"/>
                    <a:gd name="T12" fmla="*/ 2147483647 w 16"/>
                    <a:gd name="T13" fmla="*/ 2147483647 h 30"/>
                    <a:gd name="T14" fmla="*/ 2147483647 w 16"/>
                    <a:gd name="T15" fmla="*/ 2147483647 h 30"/>
                    <a:gd name="T16" fmla="*/ 2147483647 w 16"/>
                    <a:gd name="T17" fmla="*/ 2147483647 h 30"/>
                    <a:gd name="T18" fmla="*/ 0 w 16"/>
                    <a:gd name="T19" fmla="*/ 2147483647 h 30"/>
                    <a:gd name="T20" fmla="*/ 0 w 16"/>
                    <a:gd name="T21" fmla="*/ 0 h 30"/>
                    <a:gd name="T22" fmla="*/ 2147483647 w 16"/>
                    <a:gd name="T23" fmla="*/ 2147483647 h 30"/>
                    <a:gd name="T24" fmla="*/ 2147483647 w 16"/>
                    <a:gd name="T25" fmla="*/ 2147483647 h 30"/>
                    <a:gd name="T26" fmla="*/ 2147483647 w 16"/>
                    <a:gd name="T27" fmla="*/ 2147483647 h 30"/>
                    <a:gd name="T28" fmla="*/ 2147483647 w 16"/>
                    <a:gd name="T29" fmla="*/ 2147483647 h 3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6"/>
                    <a:gd name="T46" fmla="*/ 0 h 30"/>
                    <a:gd name="T47" fmla="*/ 16 w 16"/>
                    <a:gd name="T48" fmla="*/ 30 h 3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6" h="30">
                      <a:moveTo>
                        <a:pt x="16" y="18"/>
                      </a:moveTo>
                      <a:lnTo>
                        <a:pt x="16" y="24"/>
                      </a:lnTo>
                      <a:lnTo>
                        <a:pt x="14" y="28"/>
                      </a:lnTo>
                      <a:lnTo>
                        <a:pt x="12" y="30"/>
                      </a:lnTo>
                      <a:lnTo>
                        <a:pt x="10" y="30"/>
                      </a:lnTo>
                      <a:lnTo>
                        <a:pt x="8" y="30"/>
                      </a:lnTo>
                      <a:lnTo>
                        <a:pt x="6" y="26"/>
                      </a:lnTo>
                      <a:lnTo>
                        <a:pt x="4" y="18"/>
                      </a:lnTo>
                      <a:lnTo>
                        <a:pt x="2" y="12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8" y="12"/>
                      </a:lnTo>
                      <a:lnTo>
                        <a:pt x="10" y="18"/>
                      </a:lnTo>
                      <a:lnTo>
                        <a:pt x="14" y="18"/>
                      </a:lnTo>
                      <a:lnTo>
                        <a:pt x="16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7" name="iš1ïḋè"/>
                <p:cNvSpPr/>
                <p:nvPr/>
              </p:nvSpPr>
              <p:spPr bwMode="auto">
                <a:xfrm>
                  <a:off x="8776988" y="4091842"/>
                  <a:ext cx="38562" cy="29422"/>
                </a:xfrm>
                <a:custGeom>
                  <a:avLst/>
                  <a:gdLst>
                    <a:gd name="T0" fmla="*/ 2147483647 w 22"/>
                    <a:gd name="T1" fmla="*/ 2147483647 h 16"/>
                    <a:gd name="T2" fmla="*/ 2147483647 w 22"/>
                    <a:gd name="T3" fmla="*/ 2147483647 h 16"/>
                    <a:gd name="T4" fmla="*/ 2147483647 w 22"/>
                    <a:gd name="T5" fmla="*/ 2147483647 h 16"/>
                    <a:gd name="T6" fmla="*/ 2147483647 w 22"/>
                    <a:gd name="T7" fmla="*/ 2147483647 h 16"/>
                    <a:gd name="T8" fmla="*/ 2147483647 w 22"/>
                    <a:gd name="T9" fmla="*/ 2147483647 h 16"/>
                    <a:gd name="T10" fmla="*/ 0 w 22"/>
                    <a:gd name="T11" fmla="*/ 2147483647 h 16"/>
                    <a:gd name="T12" fmla="*/ 0 w 22"/>
                    <a:gd name="T13" fmla="*/ 0 h 16"/>
                    <a:gd name="T14" fmla="*/ 2147483647 w 22"/>
                    <a:gd name="T15" fmla="*/ 2147483647 h 16"/>
                    <a:gd name="T16" fmla="*/ 2147483647 w 22"/>
                    <a:gd name="T17" fmla="*/ 2147483647 h 16"/>
                    <a:gd name="T18" fmla="*/ 2147483647 w 22"/>
                    <a:gd name="T19" fmla="*/ 2147483647 h 16"/>
                    <a:gd name="T20" fmla="*/ 2147483647 w 22"/>
                    <a:gd name="T21" fmla="*/ 2147483647 h 1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2"/>
                    <a:gd name="T34" fmla="*/ 0 h 16"/>
                    <a:gd name="T35" fmla="*/ 22 w 22"/>
                    <a:gd name="T36" fmla="*/ 16 h 1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2" h="16">
                      <a:moveTo>
                        <a:pt x="22" y="14"/>
                      </a:moveTo>
                      <a:lnTo>
                        <a:pt x="20" y="16"/>
                      </a:lnTo>
                      <a:lnTo>
                        <a:pt x="18" y="16"/>
                      </a:lnTo>
                      <a:lnTo>
                        <a:pt x="12" y="14"/>
                      </a:lnTo>
                      <a:lnTo>
                        <a:pt x="6" y="10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6" y="2"/>
                      </a:lnTo>
                      <a:lnTo>
                        <a:pt x="12" y="4"/>
                      </a:lnTo>
                      <a:lnTo>
                        <a:pt x="20" y="8"/>
                      </a:lnTo>
                      <a:lnTo>
                        <a:pt x="22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8" name="îslïďé"/>
                <p:cNvSpPr/>
                <p:nvPr/>
              </p:nvSpPr>
              <p:spPr bwMode="auto">
                <a:xfrm>
                  <a:off x="8837586" y="4117060"/>
                  <a:ext cx="23413" cy="40630"/>
                </a:xfrm>
                <a:custGeom>
                  <a:avLst/>
                  <a:gdLst>
                    <a:gd name="T0" fmla="*/ 2147483647 w 14"/>
                    <a:gd name="T1" fmla="*/ 0 h 24"/>
                    <a:gd name="T2" fmla="*/ 2147483647 w 14"/>
                    <a:gd name="T3" fmla="*/ 2147483647 h 24"/>
                    <a:gd name="T4" fmla="*/ 2147483647 w 14"/>
                    <a:gd name="T5" fmla="*/ 2147483647 h 24"/>
                    <a:gd name="T6" fmla="*/ 2147483647 w 14"/>
                    <a:gd name="T7" fmla="*/ 2147483647 h 24"/>
                    <a:gd name="T8" fmla="*/ 2147483647 w 14"/>
                    <a:gd name="T9" fmla="*/ 2147483647 h 24"/>
                    <a:gd name="T10" fmla="*/ 2147483647 w 14"/>
                    <a:gd name="T11" fmla="*/ 2147483647 h 24"/>
                    <a:gd name="T12" fmla="*/ 2147483647 w 14"/>
                    <a:gd name="T13" fmla="*/ 2147483647 h 24"/>
                    <a:gd name="T14" fmla="*/ 2147483647 w 14"/>
                    <a:gd name="T15" fmla="*/ 2147483647 h 24"/>
                    <a:gd name="T16" fmla="*/ 0 w 14"/>
                    <a:gd name="T17" fmla="*/ 2147483647 h 24"/>
                    <a:gd name="T18" fmla="*/ 0 w 14"/>
                    <a:gd name="T19" fmla="*/ 2147483647 h 24"/>
                    <a:gd name="T20" fmla="*/ 0 w 14"/>
                    <a:gd name="T21" fmla="*/ 2147483647 h 24"/>
                    <a:gd name="T22" fmla="*/ 2147483647 w 14"/>
                    <a:gd name="T23" fmla="*/ 2147483647 h 24"/>
                    <a:gd name="T24" fmla="*/ 2147483647 w 14"/>
                    <a:gd name="T25" fmla="*/ 0 h 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4"/>
                    <a:gd name="T40" fmla="*/ 0 h 24"/>
                    <a:gd name="T41" fmla="*/ 14 w 14"/>
                    <a:gd name="T42" fmla="*/ 24 h 2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4" h="24">
                      <a:moveTo>
                        <a:pt x="2" y="0"/>
                      </a:moveTo>
                      <a:lnTo>
                        <a:pt x="6" y="6"/>
                      </a:lnTo>
                      <a:lnTo>
                        <a:pt x="10" y="12"/>
                      </a:lnTo>
                      <a:lnTo>
                        <a:pt x="12" y="18"/>
                      </a:lnTo>
                      <a:lnTo>
                        <a:pt x="14" y="24"/>
                      </a:lnTo>
                      <a:lnTo>
                        <a:pt x="12" y="24"/>
                      </a:lnTo>
                      <a:lnTo>
                        <a:pt x="8" y="22"/>
                      </a:lnTo>
                      <a:lnTo>
                        <a:pt x="2" y="16"/>
                      </a:lnTo>
                      <a:lnTo>
                        <a:pt x="0" y="12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79" name="ïsļîḍé"/>
                <p:cNvSpPr/>
                <p:nvPr/>
              </p:nvSpPr>
              <p:spPr bwMode="auto">
                <a:xfrm>
                  <a:off x="8851358" y="4175905"/>
                  <a:ext cx="30299" cy="16812"/>
                </a:xfrm>
                <a:custGeom>
                  <a:avLst/>
                  <a:gdLst>
                    <a:gd name="T0" fmla="*/ 2147483647 w 18"/>
                    <a:gd name="T1" fmla="*/ 2147483647 h 10"/>
                    <a:gd name="T2" fmla="*/ 2147483647 w 18"/>
                    <a:gd name="T3" fmla="*/ 2147483647 h 10"/>
                    <a:gd name="T4" fmla="*/ 2147483647 w 18"/>
                    <a:gd name="T5" fmla="*/ 2147483647 h 10"/>
                    <a:gd name="T6" fmla="*/ 0 w 18"/>
                    <a:gd name="T7" fmla="*/ 2147483647 h 10"/>
                    <a:gd name="T8" fmla="*/ 0 w 18"/>
                    <a:gd name="T9" fmla="*/ 0 h 10"/>
                    <a:gd name="T10" fmla="*/ 2147483647 w 18"/>
                    <a:gd name="T11" fmla="*/ 0 h 10"/>
                    <a:gd name="T12" fmla="*/ 2147483647 w 18"/>
                    <a:gd name="T13" fmla="*/ 2147483647 h 10"/>
                    <a:gd name="T14" fmla="*/ 2147483647 w 18"/>
                    <a:gd name="T15" fmla="*/ 2147483647 h 10"/>
                    <a:gd name="T16" fmla="*/ 2147483647 w 18"/>
                    <a:gd name="T17" fmla="*/ 2147483647 h 1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8"/>
                    <a:gd name="T28" fmla="*/ 0 h 10"/>
                    <a:gd name="T29" fmla="*/ 18 w 18"/>
                    <a:gd name="T30" fmla="*/ 10 h 1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8" h="10">
                      <a:moveTo>
                        <a:pt x="18" y="10"/>
                      </a:moveTo>
                      <a:lnTo>
                        <a:pt x="10" y="10"/>
                      </a:lnTo>
                      <a:lnTo>
                        <a:pt x="4" y="8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6" y="0"/>
                      </a:lnTo>
                      <a:lnTo>
                        <a:pt x="12" y="4"/>
                      </a:lnTo>
                      <a:lnTo>
                        <a:pt x="16" y="6"/>
                      </a:lnTo>
                      <a:lnTo>
                        <a:pt x="18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0" name="iṥḷïďe"/>
                <p:cNvSpPr/>
                <p:nvPr/>
              </p:nvSpPr>
              <p:spPr bwMode="auto">
                <a:xfrm>
                  <a:off x="8724653" y="4096045"/>
                  <a:ext cx="41317" cy="35026"/>
                </a:xfrm>
                <a:custGeom>
                  <a:avLst/>
                  <a:gdLst>
                    <a:gd name="T0" fmla="*/ 2147483647 w 24"/>
                    <a:gd name="T1" fmla="*/ 0 h 20"/>
                    <a:gd name="T2" fmla="*/ 2147483647 w 24"/>
                    <a:gd name="T3" fmla="*/ 2147483647 h 20"/>
                    <a:gd name="T4" fmla="*/ 2147483647 w 24"/>
                    <a:gd name="T5" fmla="*/ 2147483647 h 20"/>
                    <a:gd name="T6" fmla="*/ 2147483647 w 24"/>
                    <a:gd name="T7" fmla="*/ 2147483647 h 20"/>
                    <a:gd name="T8" fmla="*/ 2147483647 w 24"/>
                    <a:gd name="T9" fmla="*/ 2147483647 h 20"/>
                    <a:gd name="T10" fmla="*/ 2147483647 w 24"/>
                    <a:gd name="T11" fmla="*/ 2147483647 h 20"/>
                    <a:gd name="T12" fmla="*/ 2147483647 w 24"/>
                    <a:gd name="T13" fmla="*/ 2147483647 h 20"/>
                    <a:gd name="T14" fmla="*/ 2147483647 w 24"/>
                    <a:gd name="T15" fmla="*/ 2147483647 h 20"/>
                    <a:gd name="T16" fmla="*/ 2147483647 w 24"/>
                    <a:gd name="T17" fmla="*/ 2147483647 h 20"/>
                    <a:gd name="T18" fmla="*/ 2147483647 w 24"/>
                    <a:gd name="T19" fmla="*/ 2147483647 h 20"/>
                    <a:gd name="T20" fmla="*/ 2147483647 w 24"/>
                    <a:gd name="T21" fmla="*/ 2147483647 h 20"/>
                    <a:gd name="T22" fmla="*/ 2147483647 w 24"/>
                    <a:gd name="T23" fmla="*/ 2147483647 h 20"/>
                    <a:gd name="T24" fmla="*/ 2147483647 w 24"/>
                    <a:gd name="T25" fmla="*/ 2147483647 h 20"/>
                    <a:gd name="T26" fmla="*/ 2147483647 w 24"/>
                    <a:gd name="T27" fmla="*/ 2147483647 h 20"/>
                    <a:gd name="T28" fmla="*/ 2147483647 w 24"/>
                    <a:gd name="T29" fmla="*/ 2147483647 h 20"/>
                    <a:gd name="T30" fmla="*/ 2147483647 w 24"/>
                    <a:gd name="T31" fmla="*/ 2147483647 h 20"/>
                    <a:gd name="T32" fmla="*/ 0 w 24"/>
                    <a:gd name="T33" fmla="*/ 2147483647 h 20"/>
                    <a:gd name="T34" fmla="*/ 0 w 24"/>
                    <a:gd name="T35" fmla="*/ 0 h 20"/>
                    <a:gd name="T36" fmla="*/ 2147483647 w 24"/>
                    <a:gd name="T37" fmla="*/ 0 h 2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24"/>
                    <a:gd name="T58" fmla="*/ 0 h 20"/>
                    <a:gd name="T59" fmla="*/ 24 w 24"/>
                    <a:gd name="T60" fmla="*/ 20 h 20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24" h="20">
                      <a:moveTo>
                        <a:pt x="6" y="0"/>
                      </a:moveTo>
                      <a:lnTo>
                        <a:pt x="6" y="2"/>
                      </a:lnTo>
                      <a:lnTo>
                        <a:pt x="8" y="4"/>
                      </a:lnTo>
                      <a:lnTo>
                        <a:pt x="14" y="8"/>
                      </a:lnTo>
                      <a:lnTo>
                        <a:pt x="20" y="12"/>
                      </a:lnTo>
                      <a:lnTo>
                        <a:pt x="24" y="14"/>
                      </a:lnTo>
                      <a:lnTo>
                        <a:pt x="24" y="16"/>
                      </a:lnTo>
                      <a:lnTo>
                        <a:pt x="22" y="20"/>
                      </a:lnTo>
                      <a:lnTo>
                        <a:pt x="20" y="20"/>
                      </a:lnTo>
                      <a:lnTo>
                        <a:pt x="16" y="18"/>
                      </a:lnTo>
                      <a:lnTo>
                        <a:pt x="14" y="14"/>
                      </a:lnTo>
                      <a:lnTo>
                        <a:pt x="10" y="14"/>
                      </a:lnTo>
                      <a:lnTo>
                        <a:pt x="10" y="12"/>
                      </a:lnTo>
                      <a:lnTo>
                        <a:pt x="8" y="8"/>
                      </a:lnTo>
                      <a:lnTo>
                        <a:pt x="6" y="8"/>
                      </a:lnTo>
                      <a:lnTo>
                        <a:pt x="6" y="4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1" name="íśľïḋé"/>
                <p:cNvSpPr/>
                <p:nvPr/>
              </p:nvSpPr>
              <p:spPr bwMode="auto">
                <a:xfrm>
                  <a:off x="8979439" y="4351038"/>
                  <a:ext cx="22036" cy="18214"/>
                </a:xfrm>
                <a:custGeom>
                  <a:avLst/>
                  <a:gdLst>
                    <a:gd name="T0" fmla="*/ 2147483647 w 12"/>
                    <a:gd name="T1" fmla="*/ 2147483647 h 12"/>
                    <a:gd name="T2" fmla="*/ 2147483647 w 12"/>
                    <a:gd name="T3" fmla="*/ 2147483647 h 12"/>
                    <a:gd name="T4" fmla="*/ 2147483647 w 12"/>
                    <a:gd name="T5" fmla="*/ 2147483647 h 12"/>
                    <a:gd name="T6" fmla="*/ 2147483647 w 12"/>
                    <a:gd name="T7" fmla="*/ 2147483647 h 12"/>
                    <a:gd name="T8" fmla="*/ 2147483647 w 12"/>
                    <a:gd name="T9" fmla="*/ 2147483647 h 12"/>
                    <a:gd name="T10" fmla="*/ 0 w 12"/>
                    <a:gd name="T11" fmla="*/ 0 h 12"/>
                    <a:gd name="T12" fmla="*/ 2147483647 w 12"/>
                    <a:gd name="T13" fmla="*/ 0 h 12"/>
                    <a:gd name="T14" fmla="*/ 2147483647 w 12"/>
                    <a:gd name="T15" fmla="*/ 2147483647 h 12"/>
                    <a:gd name="T16" fmla="*/ 2147483647 w 12"/>
                    <a:gd name="T17" fmla="*/ 2147483647 h 12"/>
                    <a:gd name="T18" fmla="*/ 2147483647 w 12"/>
                    <a:gd name="T19" fmla="*/ 2147483647 h 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2"/>
                    <a:gd name="T31" fmla="*/ 0 h 12"/>
                    <a:gd name="T32" fmla="*/ 12 w 12"/>
                    <a:gd name="T33" fmla="*/ 12 h 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2" h="12">
                      <a:moveTo>
                        <a:pt x="12" y="8"/>
                      </a:moveTo>
                      <a:lnTo>
                        <a:pt x="10" y="10"/>
                      </a:lnTo>
                      <a:lnTo>
                        <a:pt x="8" y="12"/>
                      </a:lnTo>
                      <a:lnTo>
                        <a:pt x="4" y="12"/>
                      </a:lnTo>
                      <a:lnTo>
                        <a:pt x="2" y="8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6" y="2"/>
                      </a:lnTo>
                      <a:lnTo>
                        <a:pt x="10" y="6"/>
                      </a:lnTo>
                      <a:lnTo>
                        <a:pt x="12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2" name="iṥḷïḍe"/>
                <p:cNvSpPr/>
                <p:nvPr/>
              </p:nvSpPr>
              <p:spPr bwMode="auto">
                <a:xfrm>
                  <a:off x="9249374" y="4394470"/>
                  <a:ext cx="42693" cy="25219"/>
                </a:xfrm>
                <a:custGeom>
                  <a:avLst/>
                  <a:gdLst>
                    <a:gd name="T0" fmla="*/ 2147483647 w 24"/>
                    <a:gd name="T1" fmla="*/ 2147483647 h 16"/>
                    <a:gd name="T2" fmla="*/ 2147483647 w 24"/>
                    <a:gd name="T3" fmla="*/ 2147483647 h 16"/>
                    <a:gd name="T4" fmla="*/ 2147483647 w 24"/>
                    <a:gd name="T5" fmla="*/ 2147483647 h 16"/>
                    <a:gd name="T6" fmla="*/ 2147483647 w 24"/>
                    <a:gd name="T7" fmla="*/ 2147483647 h 16"/>
                    <a:gd name="T8" fmla="*/ 2147483647 w 24"/>
                    <a:gd name="T9" fmla="*/ 2147483647 h 16"/>
                    <a:gd name="T10" fmla="*/ 2147483647 w 24"/>
                    <a:gd name="T11" fmla="*/ 2147483647 h 16"/>
                    <a:gd name="T12" fmla="*/ 2147483647 w 24"/>
                    <a:gd name="T13" fmla="*/ 2147483647 h 16"/>
                    <a:gd name="T14" fmla="*/ 0 w 24"/>
                    <a:gd name="T15" fmla="*/ 2147483647 h 16"/>
                    <a:gd name="T16" fmla="*/ 2147483647 w 24"/>
                    <a:gd name="T17" fmla="*/ 2147483647 h 16"/>
                    <a:gd name="T18" fmla="*/ 2147483647 w 24"/>
                    <a:gd name="T19" fmla="*/ 2147483647 h 16"/>
                    <a:gd name="T20" fmla="*/ 2147483647 w 24"/>
                    <a:gd name="T21" fmla="*/ 2147483647 h 16"/>
                    <a:gd name="T22" fmla="*/ 2147483647 w 24"/>
                    <a:gd name="T23" fmla="*/ 0 h 16"/>
                    <a:gd name="T24" fmla="*/ 2147483647 w 24"/>
                    <a:gd name="T25" fmla="*/ 0 h 16"/>
                    <a:gd name="T26" fmla="*/ 2147483647 w 24"/>
                    <a:gd name="T27" fmla="*/ 2147483647 h 16"/>
                    <a:gd name="T28" fmla="*/ 2147483647 w 24"/>
                    <a:gd name="T29" fmla="*/ 2147483647 h 16"/>
                    <a:gd name="T30" fmla="*/ 2147483647 w 24"/>
                    <a:gd name="T31" fmla="*/ 2147483647 h 1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4"/>
                    <a:gd name="T49" fmla="*/ 0 h 16"/>
                    <a:gd name="T50" fmla="*/ 24 w 24"/>
                    <a:gd name="T51" fmla="*/ 16 h 1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4" h="16">
                      <a:moveTo>
                        <a:pt x="24" y="8"/>
                      </a:moveTo>
                      <a:lnTo>
                        <a:pt x="22" y="12"/>
                      </a:lnTo>
                      <a:lnTo>
                        <a:pt x="20" y="14"/>
                      </a:lnTo>
                      <a:lnTo>
                        <a:pt x="16" y="16"/>
                      </a:lnTo>
                      <a:lnTo>
                        <a:pt x="12" y="16"/>
                      </a:lnTo>
                      <a:lnTo>
                        <a:pt x="6" y="14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2" y="8"/>
                      </a:lnTo>
                      <a:lnTo>
                        <a:pt x="4" y="4"/>
                      </a:lnTo>
                      <a:lnTo>
                        <a:pt x="8" y="2"/>
                      </a:lnTo>
                      <a:lnTo>
                        <a:pt x="12" y="0"/>
                      </a:lnTo>
                      <a:lnTo>
                        <a:pt x="16" y="0"/>
                      </a:lnTo>
                      <a:lnTo>
                        <a:pt x="20" y="2"/>
                      </a:lnTo>
                      <a:lnTo>
                        <a:pt x="22" y="4"/>
                      </a:lnTo>
                      <a:lnTo>
                        <a:pt x="24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3" name="iş1îḓe"/>
                <p:cNvSpPr/>
                <p:nvPr/>
              </p:nvSpPr>
              <p:spPr bwMode="auto">
                <a:xfrm>
                  <a:off x="9294821" y="4359444"/>
                  <a:ext cx="48203" cy="25219"/>
                </a:xfrm>
                <a:custGeom>
                  <a:avLst/>
                  <a:gdLst>
                    <a:gd name="T0" fmla="*/ 2147483647 w 28"/>
                    <a:gd name="T1" fmla="*/ 2147483647 h 14"/>
                    <a:gd name="T2" fmla="*/ 2147483647 w 28"/>
                    <a:gd name="T3" fmla="*/ 2147483647 h 14"/>
                    <a:gd name="T4" fmla="*/ 2147483647 w 28"/>
                    <a:gd name="T5" fmla="*/ 2147483647 h 14"/>
                    <a:gd name="T6" fmla="*/ 2147483647 w 28"/>
                    <a:gd name="T7" fmla="*/ 2147483647 h 14"/>
                    <a:gd name="T8" fmla="*/ 2147483647 w 28"/>
                    <a:gd name="T9" fmla="*/ 2147483647 h 14"/>
                    <a:gd name="T10" fmla="*/ 2147483647 w 28"/>
                    <a:gd name="T11" fmla="*/ 2147483647 h 14"/>
                    <a:gd name="T12" fmla="*/ 0 w 28"/>
                    <a:gd name="T13" fmla="*/ 2147483647 h 14"/>
                    <a:gd name="T14" fmla="*/ 0 w 28"/>
                    <a:gd name="T15" fmla="*/ 2147483647 h 14"/>
                    <a:gd name="T16" fmla="*/ 2147483647 w 28"/>
                    <a:gd name="T17" fmla="*/ 2147483647 h 14"/>
                    <a:gd name="T18" fmla="*/ 2147483647 w 28"/>
                    <a:gd name="T19" fmla="*/ 2147483647 h 14"/>
                    <a:gd name="T20" fmla="*/ 2147483647 w 28"/>
                    <a:gd name="T21" fmla="*/ 0 h 14"/>
                    <a:gd name="T22" fmla="*/ 2147483647 w 28"/>
                    <a:gd name="T23" fmla="*/ 0 h 14"/>
                    <a:gd name="T24" fmla="*/ 2147483647 w 28"/>
                    <a:gd name="T25" fmla="*/ 0 h 14"/>
                    <a:gd name="T26" fmla="*/ 2147483647 w 28"/>
                    <a:gd name="T27" fmla="*/ 2147483647 h 14"/>
                    <a:gd name="T28" fmla="*/ 2147483647 w 28"/>
                    <a:gd name="T29" fmla="*/ 2147483647 h 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8"/>
                    <a:gd name="T46" fmla="*/ 0 h 14"/>
                    <a:gd name="T47" fmla="*/ 28 w 28"/>
                    <a:gd name="T48" fmla="*/ 14 h 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8" h="14">
                      <a:moveTo>
                        <a:pt x="26" y="4"/>
                      </a:moveTo>
                      <a:lnTo>
                        <a:pt x="22" y="6"/>
                      </a:lnTo>
                      <a:lnTo>
                        <a:pt x="18" y="10"/>
                      </a:lnTo>
                      <a:lnTo>
                        <a:pt x="10" y="12"/>
                      </a:lnTo>
                      <a:lnTo>
                        <a:pt x="6" y="14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4" y="0"/>
                      </a:lnTo>
                      <a:lnTo>
                        <a:pt x="22" y="0"/>
                      </a:lnTo>
                      <a:lnTo>
                        <a:pt x="26" y="0"/>
                      </a:lnTo>
                      <a:lnTo>
                        <a:pt x="28" y="2"/>
                      </a:lnTo>
                      <a:lnTo>
                        <a:pt x="26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4" name="ï$ļídé"/>
                <p:cNvSpPr/>
                <p:nvPr/>
              </p:nvSpPr>
              <p:spPr bwMode="auto">
                <a:xfrm>
                  <a:off x="7680724" y="3806027"/>
                  <a:ext cx="173529" cy="226972"/>
                </a:xfrm>
                <a:custGeom>
                  <a:avLst/>
                  <a:gdLst>
                    <a:gd name="T0" fmla="*/ 2147483647 w 100"/>
                    <a:gd name="T1" fmla="*/ 2147483647 h 136"/>
                    <a:gd name="T2" fmla="*/ 2147483647 w 100"/>
                    <a:gd name="T3" fmla="*/ 2147483647 h 136"/>
                    <a:gd name="T4" fmla="*/ 2147483647 w 100"/>
                    <a:gd name="T5" fmla="*/ 2147483647 h 136"/>
                    <a:gd name="T6" fmla="*/ 2147483647 w 100"/>
                    <a:gd name="T7" fmla="*/ 2147483647 h 136"/>
                    <a:gd name="T8" fmla="*/ 2147483647 w 100"/>
                    <a:gd name="T9" fmla="*/ 2147483647 h 136"/>
                    <a:gd name="T10" fmla="*/ 2147483647 w 100"/>
                    <a:gd name="T11" fmla="*/ 2147483647 h 136"/>
                    <a:gd name="T12" fmla="*/ 2147483647 w 100"/>
                    <a:gd name="T13" fmla="*/ 2147483647 h 136"/>
                    <a:gd name="T14" fmla="*/ 2147483647 w 100"/>
                    <a:gd name="T15" fmla="*/ 2147483647 h 136"/>
                    <a:gd name="T16" fmla="*/ 2147483647 w 100"/>
                    <a:gd name="T17" fmla="*/ 0 h 136"/>
                    <a:gd name="T18" fmla="*/ 2147483647 w 100"/>
                    <a:gd name="T19" fmla="*/ 2147483647 h 136"/>
                    <a:gd name="T20" fmla="*/ 2147483647 w 100"/>
                    <a:gd name="T21" fmla="*/ 2147483647 h 136"/>
                    <a:gd name="T22" fmla="*/ 2147483647 w 100"/>
                    <a:gd name="T23" fmla="*/ 2147483647 h 136"/>
                    <a:gd name="T24" fmla="*/ 2147483647 w 100"/>
                    <a:gd name="T25" fmla="*/ 2147483647 h 136"/>
                    <a:gd name="T26" fmla="*/ 2147483647 w 100"/>
                    <a:gd name="T27" fmla="*/ 2147483647 h 136"/>
                    <a:gd name="T28" fmla="*/ 2147483647 w 100"/>
                    <a:gd name="T29" fmla="*/ 2147483647 h 136"/>
                    <a:gd name="T30" fmla="*/ 2147483647 w 100"/>
                    <a:gd name="T31" fmla="*/ 2147483647 h 136"/>
                    <a:gd name="T32" fmla="*/ 2147483647 w 100"/>
                    <a:gd name="T33" fmla="*/ 2147483647 h 136"/>
                    <a:gd name="T34" fmla="*/ 2147483647 w 100"/>
                    <a:gd name="T35" fmla="*/ 2147483647 h 136"/>
                    <a:gd name="T36" fmla="*/ 2147483647 w 100"/>
                    <a:gd name="T37" fmla="*/ 2147483647 h 136"/>
                    <a:gd name="T38" fmla="*/ 2147483647 w 100"/>
                    <a:gd name="T39" fmla="*/ 2147483647 h 136"/>
                    <a:gd name="T40" fmla="*/ 2147483647 w 100"/>
                    <a:gd name="T41" fmla="*/ 2147483647 h 136"/>
                    <a:gd name="T42" fmla="*/ 2147483647 w 100"/>
                    <a:gd name="T43" fmla="*/ 2147483647 h 136"/>
                    <a:gd name="T44" fmla="*/ 2147483647 w 100"/>
                    <a:gd name="T45" fmla="*/ 2147483647 h 136"/>
                    <a:gd name="T46" fmla="*/ 2147483647 w 100"/>
                    <a:gd name="T47" fmla="*/ 2147483647 h 136"/>
                    <a:gd name="T48" fmla="*/ 2147483647 w 100"/>
                    <a:gd name="T49" fmla="*/ 2147483647 h 136"/>
                    <a:gd name="T50" fmla="*/ 2147483647 w 100"/>
                    <a:gd name="T51" fmla="*/ 2147483647 h 136"/>
                    <a:gd name="T52" fmla="*/ 2147483647 w 100"/>
                    <a:gd name="T53" fmla="*/ 2147483647 h 136"/>
                    <a:gd name="T54" fmla="*/ 2147483647 w 100"/>
                    <a:gd name="T55" fmla="*/ 2147483647 h 136"/>
                    <a:gd name="T56" fmla="*/ 2147483647 w 100"/>
                    <a:gd name="T57" fmla="*/ 2147483647 h 136"/>
                    <a:gd name="T58" fmla="*/ 2147483647 w 100"/>
                    <a:gd name="T59" fmla="*/ 2147483647 h 136"/>
                    <a:gd name="T60" fmla="*/ 2147483647 w 100"/>
                    <a:gd name="T61" fmla="*/ 2147483647 h 136"/>
                    <a:gd name="T62" fmla="*/ 2147483647 w 100"/>
                    <a:gd name="T63" fmla="*/ 2147483647 h 136"/>
                    <a:gd name="T64" fmla="*/ 2147483647 w 100"/>
                    <a:gd name="T65" fmla="*/ 2147483647 h 136"/>
                    <a:gd name="T66" fmla="*/ 2147483647 w 100"/>
                    <a:gd name="T67" fmla="*/ 2147483647 h 136"/>
                    <a:gd name="T68" fmla="*/ 2147483647 w 100"/>
                    <a:gd name="T69" fmla="*/ 2147483647 h 136"/>
                    <a:gd name="T70" fmla="*/ 2147483647 w 100"/>
                    <a:gd name="T71" fmla="*/ 2147483647 h 136"/>
                    <a:gd name="T72" fmla="*/ 2147483647 w 100"/>
                    <a:gd name="T73" fmla="*/ 2147483647 h 136"/>
                    <a:gd name="T74" fmla="*/ 2147483647 w 100"/>
                    <a:gd name="T75" fmla="*/ 2147483647 h 136"/>
                    <a:gd name="T76" fmla="*/ 2147483647 w 100"/>
                    <a:gd name="T77" fmla="*/ 2147483647 h 136"/>
                    <a:gd name="T78" fmla="*/ 2147483647 w 100"/>
                    <a:gd name="T79" fmla="*/ 2147483647 h 136"/>
                    <a:gd name="T80" fmla="*/ 0 w 100"/>
                    <a:gd name="T81" fmla="*/ 2147483647 h 136"/>
                    <a:gd name="T82" fmla="*/ 2147483647 w 100"/>
                    <a:gd name="T83" fmla="*/ 2147483647 h 136"/>
                    <a:gd name="T84" fmla="*/ 2147483647 w 100"/>
                    <a:gd name="T85" fmla="*/ 2147483647 h 1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00"/>
                    <a:gd name="T130" fmla="*/ 0 h 136"/>
                    <a:gd name="T131" fmla="*/ 100 w 100"/>
                    <a:gd name="T132" fmla="*/ 136 h 1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00" h="136">
                      <a:moveTo>
                        <a:pt x="12" y="46"/>
                      </a:moveTo>
                      <a:lnTo>
                        <a:pt x="12" y="28"/>
                      </a:lnTo>
                      <a:lnTo>
                        <a:pt x="16" y="26"/>
                      </a:lnTo>
                      <a:lnTo>
                        <a:pt x="18" y="22"/>
                      </a:lnTo>
                      <a:lnTo>
                        <a:pt x="24" y="14"/>
                      </a:lnTo>
                      <a:lnTo>
                        <a:pt x="28" y="10"/>
                      </a:lnTo>
                      <a:lnTo>
                        <a:pt x="32" y="8"/>
                      </a:lnTo>
                      <a:lnTo>
                        <a:pt x="34" y="6"/>
                      </a:lnTo>
                      <a:lnTo>
                        <a:pt x="36" y="6"/>
                      </a:lnTo>
                      <a:lnTo>
                        <a:pt x="38" y="8"/>
                      </a:lnTo>
                      <a:lnTo>
                        <a:pt x="42" y="10"/>
                      </a:lnTo>
                      <a:lnTo>
                        <a:pt x="60" y="12"/>
                      </a:lnTo>
                      <a:lnTo>
                        <a:pt x="80" y="14"/>
                      </a:lnTo>
                      <a:lnTo>
                        <a:pt x="84" y="12"/>
                      </a:lnTo>
                      <a:lnTo>
                        <a:pt x="88" y="12"/>
                      </a:lnTo>
                      <a:lnTo>
                        <a:pt x="90" y="8"/>
                      </a:lnTo>
                      <a:lnTo>
                        <a:pt x="94" y="2"/>
                      </a:lnTo>
                      <a:lnTo>
                        <a:pt x="100" y="0"/>
                      </a:lnTo>
                      <a:lnTo>
                        <a:pt x="100" y="6"/>
                      </a:lnTo>
                      <a:lnTo>
                        <a:pt x="90" y="16"/>
                      </a:lnTo>
                      <a:lnTo>
                        <a:pt x="86" y="22"/>
                      </a:lnTo>
                      <a:lnTo>
                        <a:pt x="82" y="24"/>
                      </a:lnTo>
                      <a:lnTo>
                        <a:pt x="76" y="24"/>
                      </a:lnTo>
                      <a:lnTo>
                        <a:pt x="70" y="24"/>
                      </a:lnTo>
                      <a:lnTo>
                        <a:pt x="64" y="22"/>
                      </a:lnTo>
                      <a:lnTo>
                        <a:pt x="26" y="22"/>
                      </a:lnTo>
                      <a:lnTo>
                        <a:pt x="22" y="24"/>
                      </a:lnTo>
                      <a:lnTo>
                        <a:pt x="22" y="26"/>
                      </a:lnTo>
                      <a:lnTo>
                        <a:pt x="20" y="34"/>
                      </a:lnTo>
                      <a:lnTo>
                        <a:pt x="22" y="38"/>
                      </a:lnTo>
                      <a:lnTo>
                        <a:pt x="24" y="46"/>
                      </a:lnTo>
                      <a:lnTo>
                        <a:pt x="28" y="52"/>
                      </a:lnTo>
                      <a:lnTo>
                        <a:pt x="32" y="54"/>
                      </a:lnTo>
                      <a:lnTo>
                        <a:pt x="34" y="54"/>
                      </a:lnTo>
                      <a:lnTo>
                        <a:pt x="36" y="52"/>
                      </a:lnTo>
                      <a:lnTo>
                        <a:pt x="40" y="50"/>
                      </a:lnTo>
                      <a:lnTo>
                        <a:pt x="46" y="46"/>
                      </a:lnTo>
                      <a:lnTo>
                        <a:pt x="54" y="44"/>
                      </a:lnTo>
                      <a:lnTo>
                        <a:pt x="62" y="42"/>
                      </a:lnTo>
                      <a:lnTo>
                        <a:pt x="68" y="40"/>
                      </a:lnTo>
                      <a:lnTo>
                        <a:pt x="74" y="40"/>
                      </a:lnTo>
                      <a:lnTo>
                        <a:pt x="72" y="42"/>
                      </a:lnTo>
                      <a:lnTo>
                        <a:pt x="68" y="44"/>
                      </a:lnTo>
                      <a:lnTo>
                        <a:pt x="62" y="48"/>
                      </a:lnTo>
                      <a:lnTo>
                        <a:pt x="56" y="50"/>
                      </a:lnTo>
                      <a:lnTo>
                        <a:pt x="50" y="56"/>
                      </a:lnTo>
                      <a:lnTo>
                        <a:pt x="42" y="66"/>
                      </a:lnTo>
                      <a:lnTo>
                        <a:pt x="44" y="66"/>
                      </a:lnTo>
                      <a:lnTo>
                        <a:pt x="46" y="70"/>
                      </a:lnTo>
                      <a:lnTo>
                        <a:pt x="48" y="76"/>
                      </a:lnTo>
                      <a:lnTo>
                        <a:pt x="54" y="84"/>
                      </a:lnTo>
                      <a:lnTo>
                        <a:pt x="54" y="98"/>
                      </a:lnTo>
                      <a:lnTo>
                        <a:pt x="56" y="102"/>
                      </a:lnTo>
                      <a:lnTo>
                        <a:pt x="60" y="104"/>
                      </a:lnTo>
                      <a:lnTo>
                        <a:pt x="64" y="104"/>
                      </a:lnTo>
                      <a:lnTo>
                        <a:pt x="64" y="106"/>
                      </a:lnTo>
                      <a:lnTo>
                        <a:pt x="60" y="110"/>
                      </a:lnTo>
                      <a:lnTo>
                        <a:pt x="54" y="114"/>
                      </a:lnTo>
                      <a:lnTo>
                        <a:pt x="50" y="118"/>
                      </a:lnTo>
                      <a:lnTo>
                        <a:pt x="44" y="118"/>
                      </a:lnTo>
                      <a:lnTo>
                        <a:pt x="32" y="92"/>
                      </a:lnTo>
                      <a:lnTo>
                        <a:pt x="32" y="88"/>
                      </a:lnTo>
                      <a:lnTo>
                        <a:pt x="34" y="84"/>
                      </a:lnTo>
                      <a:lnTo>
                        <a:pt x="32" y="78"/>
                      </a:lnTo>
                      <a:lnTo>
                        <a:pt x="28" y="80"/>
                      </a:lnTo>
                      <a:lnTo>
                        <a:pt x="24" y="78"/>
                      </a:lnTo>
                      <a:lnTo>
                        <a:pt x="22" y="106"/>
                      </a:lnTo>
                      <a:lnTo>
                        <a:pt x="22" y="120"/>
                      </a:lnTo>
                      <a:lnTo>
                        <a:pt x="20" y="126"/>
                      </a:lnTo>
                      <a:lnTo>
                        <a:pt x="18" y="132"/>
                      </a:lnTo>
                      <a:lnTo>
                        <a:pt x="14" y="134"/>
                      </a:lnTo>
                      <a:lnTo>
                        <a:pt x="8" y="136"/>
                      </a:lnTo>
                      <a:lnTo>
                        <a:pt x="6" y="134"/>
                      </a:lnTo>
                      <a:lnTo>
                        <a:pt x="6" y="130"/>
                      </a:lnTo>
                      <a:lnTo>
                        <a:pt x="6" y="120"/>
                      </a:lnTo>
                      <a:lnTo>
                        <a:pt x="6" y="116"/>
                      </a:lnTo>
                      <a:lnTo>
                        <a:pt x="8" y="110"/>
                      </a:lnTo>
                      <a:lnTo>
                        <a:pt x="10" y="102"/>
                      </a:lnTo>
                      <a:lnTo>
                        <a:pt x="10" y="94"/>
                      </a:lnTo>
                      <a:lnTo>
                        <a:pt x="4" y="94"/>
                      </a:lnTo>
                      <a:lnTo>
                        <a:pt x="0" y="92"/>
                      </a:lnTo>
                      <a:lnTo>
                        <a:pt x="0" y="90"/>
                      </a:lnTo>
                      <a:lnTo>
                        <a:pt x="0" y="78"/>
                      </a:lnTo>
                      <a:lnTo>
                        <a:pt x="4" y="66"/>
                      </a:lnTo>
                      <a:lnTo>
                        <a:pt x="8" y="54"/>
                      </a:lnTo>
                      <a:lnTo>
                        <a:pt x="12" y="44"/>
                      </a:lnTo>
                      <a:lnTo>
                        <a:pt x="12" y="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5" name="ïṧḷiďé"/>
                <p:cNvSpPr/>
                <p:nvPr/>
              </p:nvSpPr>
              <p:spPr bwMode="auto">
                <a:xfrm>
                  <a:off x="7427316" y="3642103"/>
                  <a:ext cx="264425" cy="187741"/>
                </a:xfrm>
                <a:custGeom>
                  <a:avLst/>
                  <a:gdLst>
                    <a:gd name="T0" fmla="*/ 2147483647 w 152"/>
                    <a:gd name="T1" fmla="*/ 2147483647 h 112"/>
                    <a:gd name="T2" fmla="*/ 2147483647 w 152"/>
                    <a:gd name="T3" fmla="*/ 2147483647 h 112"/>
                    <a:gd name="T4" fmla="*/ 2147483647 w 152"/>
                    <a:gd name="T5" fmla="*/ 2147483647 h 112"/>
                    <a:gd name="T6" fmla="*/ 2147483647 w 152"/>
                    <a:gd name="T7" fmla="*/ 2147483647 h 112"/>
                    <a:gd name="T8" fmla="*/ 2147483647 w 152"/>
                    <a:gd name="T9" fmla="*/ 2147483647 h 112"/>
                    <a:gd name="T10" fmla="*/ 2147483647 w 152"/>
                    <a:gd name="T11" fmla="*/ 2147483647 h 112"/>
                    <a:gd name="T12" fmla="*/ 2147483647 w 152"/>
                    <a:gd name="T13" fmla="*/ 2147483647 h 112"/>
                    <a:gd name="T14" fmla="*/ 2147483647 w 152"/>
                    <a:gd name="T15" fmla="*/ 2147483647 h 112"/>
                    <a:gd name="T16" fmla="*/ 2147483647 w 152"/>
                    <a:gd name="T17" fmla="*/ 2147483647 h 112"/>
                    <a:gd name="T18" fmla="*/ 2147483647 w 152"/>
                    <a:gd name="T19" fmla="*/ 0 h 112"/>
                    <a:gd name="T20" fmla="*/ 2147483647 w 152"/>
                    <a:gd name="T21" fmla="*/ 2147483647 h 112"/>
                    <a:gd name="T22" fmla="*/ 2147483647 w 152"/>
                    <a:gd name="T23" fmla="*/ 2147483647 h 112"/>
                    <a:gd name="T24" fmla="*/ 2147483647 w 152"/>
                    <a:gd name="T25" fmla="*/ 2147483647 h 112"/>
                    <a:gd name="T26" fmla="*/ 2147483647 w 152"/>
                    <a:gd name="T27" fmla="*/ 2147483647 h 112"/>
                    <a:gd name="T28" fmla="*/ 2147483647 w 152"/>
                    <a:gd name="T29" fmla="*/ 2147483647 h 112"/>
                    <a:gd name="T30" fmla="*/ 2147483647 w 152"/>
                    <a:gd name="T31" fmla="*/ 2147483647 h 112"/>
                    <a:gd name="T32" fmla="*/ 2147483647 w 152"/>
                    <a:gd name="T33" fmla="*/ 2147483647 h 112"/>
                    <a:gd name="T34" fmla="*/ 2147483647 w 152"/>
                    <a:gd name="T35" fmla="*/ 2147483647 h 112"/>
                    <a:gd name="T36" fmla="*/ 2147483647 w 152"/>
                    <a:gd name="T37" fmla="*/ 2147483647 h 112"/>
                    <a:gd name="T38" fmla="*/ 2147483647 w 152"/>
                    <a:gd name="T39" fmla="*/ 2147483647 h 112"/>
                    <a:gd name="T40" fmla="*/ 2147483647 w 152"/>
                    <a:gd name="T41" fmla="*/ 2147483647 h 112"/>
                    <a:gd name="T42" fmla="*/ 2147483647 w 152"/>
                    <a:gd name="T43" fmla="*/ 2147483647 h 112"/>
                    <a:gd name="T44" fmla="*/ 2147483647 w 152"/>
                    <a:gd name="T45" fmla="*/ 2147483647 h 112"/>
                    <a:gd name="T46" fmla="*/ 2147483647 w 152"/>
                    <a:gd name="T47" fmla="*/ 2147483647 h 112"/>
                    <a:gd name="T48" fmla="*/ 2147483647 w 152"/>
                    <a:gd name="T49" fmla="*/ 2147483647 h 112"/>
                    <a:gd name="T50" fmla="*/ 2147483647 w 152"/>
                    <a:gd name="T51" fmla="*/ 2147483647 h 112"/>
                    <a:gd name="T52" fmla="*/ 2147483647 w 152"/>
                    <a:gd name="T53" fmla="*/ 2147483647 h 112"/>
                    <a:gd name="T54" fmla="*/ 2147483647 w 152"/>
                    <a:gd name="T55" fmla="*/ 2147483647 h 112"/>
                    <a:gd name="T56" fmla="*/ 2147483647 w 152"/>
                    <a:gd name="T57" fmla="*/ 2147483647 h 112"/>
                    <a:gd name="T58" fmla="*/ 2147483647 w 152"/>
                    <a:gd name="T59" fmla="*/ 2147483647 h 112"/>
                    <a:gd name="T60" fmla="*/ 2147483647 w 152"/>
                    <a:gd name="T61" fmla="*/ 2147483647 h 112"/>
                    <a:gd name="T62" fmla="*/ 2147483647 w 152"/>
                    <a:gd name="T63" fmla="*/ 2147483647 h 112"/>
                    <a:gd name="T64" fmla="*/ 0 w 152"/>
                    <a:gd name="T65" fmla="*/ 2147483647 h 112"/>
                    <a:gd name="T66" fmla="*/ 0 w 152"/>
                    <a:gd name="T67" fmla="*/ 2147483647 h 112"/>
                    <a:gd name="T68" fmla="*/ 0 w 152"/>
                    <a:gd name="T69" fmla="*/ 2147483647 h 112"/>
                    <a:gd name="T70" fmla="*/ 2147483647 w 152"/>
                    <a:gd name="T71" fmla="*/ 2147483647 h 112"/>
                    <a:gd name="T72" fmla="*/ 2147483647 w 152"/>
                    <a:gd name="T73" fmla="*/ 2147483647 h 112"/>
                    <a:gd name="T74" fmla="*/ 2147483647 w 152"/>
                    <a:gd name="T75" fmla="*/ 2147483647 h 112"/>
                    <a:gd name="T76" fmla="*/ 2147483647 w 152"/>
                    <a:gd name="T77" fmla="*/ 2147483647 h 112"/>
                    <a:gd name="T78" fmla="*/ 2147483647 w 152"/>
                    <a:gd name="T79" fmla="*/ 2147483647 h 112"/>
                    <a:gd name="T80" fmla="*/ 2147483647 w 152"/>
                    <a:gd name="T81" fmla="*/ 2147483647 h 112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52"/>
                    <a:gd name="T124" fmla="*/ 0 h 112"/>
                    <a:gd name="T125" fmla="*/ 152 w 152"/>
                    <a:gd name="T126" fmla="*/ 112 h 112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52" h="112">
                      <a:moveTo>
                        <a:pt x="58" y="58"/>
                      </a:moveTo>
                      <a:lnTo>
                        <a:pt x="68" y="62"/>
                      </a:lnTo>
                      <a:lnTo>
                        <a:pt x="70" y="60"/>
                      </a:lnTo>
                      <a:lnTo>
                        <a:pt x="68" y="58"/>
                      </a:lnTo>
                      <a:lnTo>
                        <a:pt x="68" y="54"/>
                      </a:lnTo>
                      <a:lnTo>
                        <a:pt x="70" y="56"/>
                      </a:lnTo>
                      <a:lnTo>
                        <a:pt x="74" y="58"/>
                      </a:lnTo>
                      <a:lnTo>
                        <a:pt x="74" y="54"/>
                      </a:lnTo>
                      <a:lnTo>
                        <a:pt x="70" y="52"/>
                      </a:lnTo>
                      <a:lnTo>
                        <a:pt x="70" y="48"/>
                      </a:lnTo>
                      <a:lnTo>
                        <a:pt x="68" y="48"/>
                      </a:lnTo>
                      <a:lnTo>
                        <a:pt x="76" y="42"/>
                      </a:lnTo>
                      <a:lnTo>
                        <a:pt x="80" y="40"/>
                      </a:lnTo>
                      <a:lnTo>
                        <a:pt x="86" y="40"/>
                      </a:lnTo>
                      <a:lnTo>
                        <a:pt x="88" y="36"/>
                      </a:lnTo>
                      <a:lnTo>
                        <a:pt x="92" y="26"/>
                      </a:lnTo>
                      <a:lnTo>
                        <a:pt x="98" y="16"/>
                      </a:lnTo>
                      <a:lnTo>
                        <a:pt x="106" y="4"/>
                      </a:lnTo>
                      <a:lnTo>
                        <a:pt x="110" y="0"/>
                      </a:lnTo>
                      <a:lnTo>
                        <a:pt x="114" y="0"/>
                      </a:lnTo>
                      <a:lnTo>
                        <a:pt x="118" y="2"/>
                      </a:lnTo>
                      <a:lnTo>
                        <a:pt x="122" y="8"/>
                      </a:lnTo>
                      <a:lnTo>
                        <a:pt x="124" y="14"/>
                      </a:lnTo>
                      <a:lnTo>
                        <a:pt x="124" y="20"/>
                      </a:lnTo>
                      <a:lnTo>
                        <a:pt x="132" y="22"/>
                      </a:lnTo>
                      <a:lnTo>
                        <a:pt x="138" y="26"/>
                      </a:lnTo>
                      <a:lnTo>
                        <a:pt x="144" y="26"/>
                      </a:lnTo>
                      <a:lnTo>
                        <a:pt x="152" y="28"/>
                      </a:lnTo>
                      <a:lnTo>
                        <a:pt x="152" y="32"/>
                      </a:lnTo>
                      <a:lnTo>
                        <a:pt x="150" y="34"/>
                      </a:lnTo>
                      <a:lnTo>
                        <a:pt x="148" y="36"/>
                      </a:lnTo>
                      <a:lnTo>
                        <a:pt x="140" y="36"/>
                      </a:lnTo>
                      <a:lnTo>
                        <a:pt x="134" y="36"/>
                      </a:lnTo>
                      <a:lnTo>
                        <a:pt x="132" y="38"/>
                      </a:lnTo>
                      <a:lnTo>
                        <a:pt x="130" y="40"/>
                      </a:lnTo>
                      <a:lnTo>
                        <a:pt x="138" y="44"/>
                      </a:lnTo>
                      <a:lnTo>
                        <a:pt x="138" y="46"/>
                      </a:lnTo>
                      <a:lnTo>
                        <a:pt x="132" y="48"/>
                      </a:lnTo>
                      <a:lnTo>
                        <a:pt x="124" y="54"/>
                      </a:lnTo>
                      <a:lnTo>
                        <a:pt x="122" y="60"/>
                      </a:lnTo>
                      <a:lnTo>
                        <a:pt x="112" y="58"/>
                      </a:lnTo>
                      <a:lnTo>
                        <a:pt x="106" y="56"/>
                      </a:lnTo>
                      <a:lnTo>
                        <a:pt x="100" y="56"/>
                      </a:lnTo>
                      <a:lnTo>
                        <a:pt x="94" y="56"/>
                      </a:lnTo>
                      <a:lnTo>
                        <a:pt x="88" y="60"/>
                      </a:lnTo>
                      <a:lnTo>
                        <a:pt x="82" y="64"/>
                      </a:lnTo>
                      <a:lnTo>
                        <a:pt x="78" y="70"/>
                      </a:lnTo>
                      <a:lnTo>
                        <a:pt x="74" y="82"/>
                      </a:lnTo>
                      <a:lnTo>
                        <a:pt x="70" y="96"/>
                      </a:lnTo>
                      <a:lnTo>
                        <a:pt x="70" y="104"/>
                      </a:lnTo>
                      <a:lnTo>
                        <a:pt x="68" y="108"/>
                      </a:lnTo>
                      <a:lnTo>
                        <a:pt x="64" y="108"/>
                      </a:lnTo>
                      <a:lnTo>
                        <a:pt x="60" y="106"/>
                      </a:lnTo>
                      <a:lnTo>
                        <a:pt x="56" y="104"/>
                      </a:lnTo>
                      <a:lnTo>
                        <a:pt x="52" y="100"/>
                      </a:lnTo>
                      <a:lnTo>
                        <a:pt x="48" y="98"/>
                      </a:lnTo>
                      <a:lnTo>
                        <a:pt x="44" y="98"/>
                      </a:lnTo>
                      <a:lnTo>
                        <a:pt x="42" y="100"/>
                      </a:lnTo>
                      <a:lnTo>
                        <a:pt x="36" y="106"/>
                      </a:lnTo>
                      <a:lnTo>
                        <a:pt x="28" y="108"/>
                      </a:lnTo>
                      <a:lnTo>
                        <a:pt x="26" y="110"/>
                      </a:lnTo>
                      <a:lnTo>
                        <a:pt x="20" y="112"/>
                      </a:lnTo>
                      <a:lnTo>
                        <a:pt x="14" y="110"/>
                      </a:lnTo>
                      <a:lnTo>
                        <a:pt x="8" y="108"/>
                      </a:lnTo>
                      <a:lnTo>
                        <a:pt x="2" y="106"/>
                      </a:lnTo>
                      <a:lnTo>
                        <a:pt x="0" y="104"/>
                      </a:lnTo>
                      <a:lnTo>
                        <a:pt x="0" y="102"/>
                      </a:lnTo>
                      <a:lnTo>
                        <a:pt x="0" y="92"/>
                      </a:lnTo>
                      <a:lnTo>
                        <a:pt x="0" y="90"/>
                      </a:lnTo>
                      <a:lnTo>
                        <a:pt x="0" y="94"/>
                      </a:lnTo>
                      <a:lnTo>
                        <a:pt x="2" y="96"/>
                      </a:lnTo>
                      <a:lnTo>
                        <a:pt x="8" y="100"/>
                      </a:lnTo>
                      <a:lnTo>
                        <a:pt x="20" y="100"/>
                      </a:lnTo>
                      <a:lnTo>
                        <a:pt x="20" y="90"/>
                      </a:lnTo>
                      <a:lnTo>
                        <a:pt x="26" y="82"/>
                      </a:lnTo>
                      <a:lnTo>
                        <a:pt x="30" y="78"/>
                      </a:lnTo>
                      <a:lnTo>
                        <a:pt x="34" y="76"/>
                      </a:lnTo>
                      <a:lnTo>
                        <a:pt x="46" y="72"/>
                      </a:lnTo>
                      <a:lnTo>
                        <a:pt x="50" y="70"/>
                      </a:lnTo>
                      <a:lnTo>
                        <a:pt x="54" y="66"/>
                      </a:lnTo>
                      <a:lnTo>
                        <a:pt x="60" y="56"/>
                      </a:lnTo>
                      <a:lnTo>
                        <a:pt x="58" y="5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6" name="iṡḻiḍe"/>
                <p:cNvSpPr/>
                <p:nvPr/>
              </p:nvSpPr>
              <p:spPr bwMode="auto">
                <a:xfrm>
                  <a:off x="7527854" y="3723363"/>
                  <a:ext cx="27544" cy="25219"/>
                </a:xfrm>
                <a:custGeom>
                  <a:avLst/>
                  <a:gdLst>
                    <a:gd name="T0" fmla="*/ 2147483647 w 16"/>
                    <a:gd name="T1" fmla="*/ 0 h 14"/>
                    <a:gd name="T2" fmla="*/ 2147483647 w 16"/>
                    <a:gd name="T3" fmla="*/ 2147483647 h 14"/>
                    <a:gd name="T4" fmla="*/ 2147483647 w 16"/>
                    <a:gd name="T5" fmla="*/ 2147483647 h 14"/>
                    <a:gd name="T6" fmla="*/ 2147483647 w 16"/>
                    <a:gd name="T7" fmla="*/ 2147483647 h 14"/>
                    <a:gd name="T8" fmla="*/ 2147483647 w 16"/>
                    <a:gd name="T9" fmla="*/ 2147483647 h 14"/>
                    <a:gd name="T10" fmla="*/ 2147483647 w 16"/>
                    <a:gd name="T11" fmla="*/ 2147483647 h 14"/>
                    <a:gd name="T12" fmla="*/ 2147483647 w 16"/>
                    <a:gd name="T13" fmla="*/ 2147483647 h 14"/>
                    <a:gd name="T14" fmla="*/ 2147483647 w 16"/>
                    <a:gd name="T15" fmla="*/ 2147483647 h 14"/>
                    <a:gd name="T16" fmla="*/ 2147483647 w 16"/>
                    <a:gd name="T17" fmla="*/ 2147483647 h 14"/>
                    <a:gd name="T18" fmla="*/ 0 w 16"/>
                    <a:gd name="T19" fmla="*/ 2147483647 h 14"/>
                    <a:gd name="T20" fmla="*/ 2147483647 w 16"/>
                    <a:gd name="T21" fmla="*/ 0 h 14"/>
                    <a:gd name="T22" fmla="*/ 2147483647 w 16"/>
                    <a:gd name="T23" fmla="*/ 0 h 1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6"/>
                    <a:gd name="T37" fmla="*/ 0 h 14"/>
                    <a:gd name="T38" fmla="*/ 16 w 16"/>
                    <a:gd name="T39" fmla="*/ 14 h 14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6" h="14">
                      <a:moveTo>
                        <a:pt x="12" y="0"/>
                      </a:moveTo>
                      <a:lnTo>
                        <a:pt x="12" y="4"/>
                      </a:lnTo>
                      <a:lnTo>
                        <a:pt x="16" y="6"/>
                      </a:lnTo>
                      <a:lnTo>
                        <a:pt x="16" y="10"/>
                      </a:lnTo>
                      <a:lnTo>
                        <a:pt x="12" y="8"/>
                      </a:lnTo>
                      <a:lnTo>
                        <a:pt x="10" y="6"/>
                      </a:lnTo>
                      <a:lnTo>
                        <a:pt x="10" y="10"/>
                      </a:lnTo>
                      <a:lnTo>
                        <a:pt x="12" y="12"/>
                      </a:lnTo>
                      <a:lnTo>
                        <a:pt x="10" y="14"/>
                      </a:lnTo>
                      <a:lnTo>
                        <a:pt x="0" y="10"/>
                      </a:lnTo>
                      <a:lnTo>
                        <a:pt x="10" y="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7" name="ïšḻîďè"/>
                <p:cNvSpPr/>
                <p:nvPr/>
              </p:nvSpPr>
              <p:spPr bwMode="auto">
                <a:xfrm>
                  <a:off x="8014011" y="3870475"/>
                  <a:ext cx="278197" cy="274608"/>
                </a:xfrm>
                <a:custGeom>
                  <a:avLst/>
                  <a:gdLst>
                    <a:gd name="T0" fmla="*/ 2147483647 w 160"/>
                    <a:gd name="T1" fmla="*/ 2147483647 h 164"/>
                    <a:gd name="T2" fmla="*/ 2147483647 w 160"/>
                    <a:gd name="T3" fmla="*/ 2147483647 h 164"/>
                    <a:gd name="T4" fmla="*/ 2147483647 w 160"/>
                    <a:gd name="T5" fmla="*/ 2147483647 h 164"/>
                    <a:gd name="T6" fmla="*/ 2147483647 w 160"/>
                    <a:gd name="T7" fmla="*/ 2147483647 h 164"/>
                    <a:gd name="T8" fmla="*/ 2147483647 w 160"/>
                    <a:gd name="T9" fmla="*/ 2147483647 h 164"/>
                    <a:gd name="T10" fmla="*/ 2147483647 w 160"/>
                    <a:gd name="T11" fmla="*/ 2147483647 h 164"/>
                    <a:gd name="T12" fmla="*/ 2147483647 w 160"/>
                    <a:gd name="T13" fmla="*/ 2147483647 h 164"/>
                    <a:gd name="T14" fmla="*/ 2147483647 w 160"/>
                    <a:gd name="T15" fmla="*/ 2147483647 h 164"/>
                    <a:gd name="T16" fmla="*/ 2147483647 w 160"/>
                    <a:gd name="T17" fmla="*/ 2147483647 h 164"/>
                    <a:gd name="T18" fmla="*/ 2147483647 w 160"/>
                    <a:gd name="T19" fmla="*/ 2147483647 h 164"/>
                    <a:gd name="T20" fmla="*/ 2147483647 w 160"/>
                    <a:gd name="T21" fmla="*/ 2147483647 h 164"/>
                    <a:gd name="T22" fmla="*/ 2147483647 w 160"/>
                    <a:gd name="T23" fmla="*/ 2147483647 h 164"/>
                    <a:gd name="T24" fmla="*/ 2147483647 w 160"/>
                    <a:gd name="T25" fmla="*/ 2147483647 h 164"/>
                    <a:gd name="T26" fmla="*/ 2147483647 w 160"/>
                    <a:gd name="T27" fmla="*/ 2147483647 h 164"/>
                    <a:gd name="T28" fmla="*/ 2147483647 w 160"/>
                    <a:gd name="T29" fmla="*/ 2147483647 h 164"/>
                    <a:gd name="T30" fmla="*/ 2147483647 w 160"/>
                    <a:gd name="T31" fmla="*/ 2147483647 h 164"/>
                    <a:gd name="T32" fmla="*/ 2147483647 w 160"/>
                    <a:gd name="T33" fmla="*/ 2147483647 h 164"/>
                    <a:gd name="T34" fmla="*/ 2147483647 w 160"/>
                    <a:gd name="T35" fmla="*/ 2147483647 h 164"/>
                    <a:gd name="T36" fmla="*/ 2147483647 w 160"/>
                    <a:gd name="T37" fmla="*/ 2147483647 h 164"/>
                    <a:gd name="T38" fmla="*/ 2147483647 w 160"/>
                    <a:gd name="T39" fmla="*/ 2147483647 h 164"/>
                    <a:gd name="T40" fmla="*/ 2147483647 w 160"/>
                    <a:gd name="T41" fmla="*/ 2147483647 h 164"/>
                    <a:gd name="T42" fmla="*/ 2147483647 w 160"/>
                    <a:gd name="T43" fmla="*/ 2147483647 h 164"/>
                    <a:gd name="T44" fmla="*/ 2147483647 w 160"/>
                    <a:gd name="T45" fmla="*/ 2147483647 h 164"/>
                    <a:gd name="T46" fmla="*/ 2147483647 w 160"/>
                    <a:gd name="T47" fmla="*/ 2147483647 h 164"/>
                    <a:gd name="T48" fmla="*/ 2147483647 w 160"/>
                    <a:gd name="T49" fmla="*/ 2147483647 h 164"/>
                    <a:gd name="T50" fmla="*/ 2147483647 w 160"/>
                    <a:gd name="T51" fmla="*/ 2147483647 h 164"/>
                    <a:gd name="T52" fmla="*/ 2147483647 w 160"/>
                    <a:gd name="T53" fmla="*/ 2147483647 h 164"/>
                    <a:gd name="T54" fmla="*/ 2147483647 w 160"/>
                    <a:gd name="T55" fmla="*/ 2147483647 h 164"/>
                    <a:gd name="T56" fmla="*/ 2147483647 w 160"/>
                    <a:gd name="T57" fmla="*/ 2147483647 h 164"/>
                    <a:gd name="T58" fmla="*/ 2147483647 w 160"/>
                    <a:gd name="T59" fmla="*/ 2147483647 h 164"/>
                    <a:gd name="T60" fmla="*/ 2147483647 w 160"/>
                    <a:gd name="T61" fmla="*/ 2147483647 h 164"/>
                    <a:gd name="T62" fmla="*/ 2147483647 w 160"/>
                    <a:gd name="T63" fmla="*/ 2147483647 h 164"/>
                    <a:gd name="T64" fmla="*/ 0 w 160"/>
                    <a:gd name="T65" fmla="*/ 2147483647 h 164"/>
                    <a:gd name="T66" fmla="*/ 2147483647 w 160"/>
                    <a:gd name="T67" fmla="*/ 2147483647 h 164"/>
                    <a:gd name="T68" fmla="*/ 2147483647 w 160"/>
                    <a:gd name="T69" fmla="*/ 0 h 164"/>
                    <a:gd name="T70" fmla="*/ 2147483647 w 160"/>
                    <a:gd name="T71" fmla="*/ 2147483647 h 164"/>
                    <a:gd name="T72" fmla="*/ 2147483647 w 160"/>
                    <a:gd name="T73" fmla="*/ 2147483647 h 164"/>
                    <a:gd name="T74" fmla="*/ 2147483647 w 160"/>
                    <a:gd name="T75" fmla="*/ 2147483647 h 164"/>
                    <a:gd name="T76" fmla="*/ 2147483647 w 160"/>
                    <a:gd name="T77" fmla="*/ 2147483647 h 164"/>
                    <a:gd name="T78" fmla="*/ 2147483647 w 160"/>
                    <a:gd name="T79" fmla="*/ 2147483647 h 164"/>
                    <a:gd name="T80" fmla="*/ 2147483647 w 160"/>
                    <a:gd name="T81" fmla="*/ 2147483647 h 164"/>
                    <a:gd name="T82" fmla="*/ 2147483647 w 160"/>
                    <a:gd name="T83" fmla="*/ 2147483647 h 164"/>
                    <a:gd name="T84" fmla="*/ 2147483647 w 160"/>
                    <a:gd name="T85" fmla="*/ 2147483647 h 164"/>
                    <a:gd name="T86" fmla="*/ 2147483647 w 160"/>
                    <a:gd name="T87" fmla="*/ 2147483647 h 164"/>
                    <a:gd name="T88" fmla="*/ 2147483647 w 160"/>
                    <a:gd name="T89" fmla="*/ 2147483647 h 164"/>
                    <a:gd name="T90" fmla="*/ 2147483647 w 160"/>
                    <a:gd name="T91" fmla="*/ 2147483647 h 164"/>
                    <a:gd name="T92" fmla="*/ 2147483647 w 160"/>
                    <a:gd name="T93" fmla="*/ 2147483647 h 164"/>
                    <a:gd name="T94" fmla="*/ 2147483647 w 160"/>
                    <a:gd name="T95" fmla="*/ 2147483647 h 164"/>
                    <a:gd name="T96" fmla="*/ 2147483647 w 160"/>
                    <a:gd name="T97" fmla="*/ 2147483647 h 164"/>
                    <a:gd name="T98" fmla="*/ 2147483647 w 160"/>
                    <a:gd name="T99" fmla="*/ 2147483647 h 164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60"/>
                    <a:gd name="T151" fmla="*/ 0 h 164"/>
                    <a:gd name="T152" fmla="*/ 160 w 160"/>
                    <a:gd name="T153" fmla="*/ 164 h 164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60" h="164">
                      <a:moveTo>
                        <a:pt x="160" y="38"/>
                      </a:moveTo>
                      <a:lnTo>
                        <a:pt x="160" y="114"/>
                      </a:lnTo>
                      <a:lnTo>
                        <a:pt x="156" y="118"/>
                      </a:lnTo>
                      <a:lnTo>
                        <a:pt x="156" y="122"/>
                      </a:lnTo>
                      <a:lnTo>
                        <a:pt x="160" y="126"/>
                      </a:lnTo>
                      <a:lnTo>
                        <a:pt x="160" y="164"/>
                      </a:lnTo>
                      <a:lnTo>
                        <a:pt x="154" y="164"/>
                      </a:lnTo>
                      <a:lnTo>
                        <a:pt x="148" y="158"/>
                      </a:lnTo>
                      <a:lnTo>
                        <a:pt x="144" y="152"/>
                      </a:lnTo>
                      <a:lnTo>
                        <a:pt x="144" y="144"/>
                      </a:lnTo>
                      <a:lnTo>
                        <a:pt x="126" y="144"/>
                      </a:lnTo>
                      <a:lnTo>
                        <a:pt x="120" y="148"/>
                      </a:lnTo>
                      <a:lnTo>
                        <a:pt x="112" y="148"/>
                      </a:lnTo>
                      <a:lnTo>
                        <a:pt x="104" y="148"/>
                      </a:lnTo>
                      <a:lnTo>
                        <a:pt x="102" y="146"/>
                      </a:lnTo>
                      <a:lnTo>
                        <a:pt x="102" y="144"/>
                      </a:lnTo>
                      <a:lnTo>
                        <a:pt x="104" y="138"/>
                      </a:lnTo>
                      <a:lnTo>
                        <a:pt x="110" y="134"/>
                      </a:lnTo>
                      <a:lnTo>
                        <a:pt x="116" y="128"/>
                      </a:lnTo>
                      <a:lnTo>
                        <a:pt x="120" y="126"/>
                      </a:lnTo>
                      <a:lnTo>
                        <a:pt x="118" y="118"/>
                      </a:lnTo>
                      <a:lnTo>
                        <a:pt x="118" y="112"/>
                      </a:lnTo>
                      <a:lnTo>
                        <a:pt x="116" y="106"/>
                      </a:lnTo>
                      <a:lnTo>
                        <a:pt x="116" y="100"/>
                      </a:lnTo>
                      <a:lnTo>
                        <a:pt x="112" y="94"/>
                      </a:lnTo>
                      <a:lnTo>
                        <a:pt x="104" y="90"/>
                      </a:lnTo>
                      <a:lnTo>
                        <a:pt x="90" y="84"/>
                      </a:lnTo>
                      <a:lnTo>
                        <a:pt x="74" y="80"/>
                      </a:lnTo>
                      <a:lnTo>
                        <a:pt x="68" y="74"/>
                      </a:lnTo>
                      <a:lnTo>
                        <a:pt x="62" y="70"/>
                      </a:lnTo>
                      <a:lnTo>
                        <a:pt x="58" y="68"/>
                      </a:lnTo>
                      <a:lnTo>
                        <a:pt x="54" y="66"/>
                      </a:lnTo>
                      <a:lnTo>
                        <a:pt x="44" y="66"/>
                      </a:lnTo>
                      <a:lnTo>
                        <a:pt x="46" y="60"/>
                      </a:lnTo>
                      <a:lnTo>
                        <a:pt x="48" y="58"/>
                      </a:lnTo>
                      <a:lnTo>
                        <a:pt x="42" y="66"/>
                      </a:lnTo>
                      <a:lnTo>
                        <a:pt x="38" y="70"/>
                      </a:lnTo>
                      <a:lnTo>
                        <a:pt x="34" y="72"/>
                      </a:lnTo>
                      <a:lnTo>
                        <a:pt x="32" y="72"/>
                      </a:lnTo>
                      <a:lnTo>
                        <a:pt x="32" y="66"/>
                      </a:lnTo>
                      <a:lnTo>
                        <a:pt x="32" y="64"/>
                      </a:lnTo>
                      <a:lnTo>
                        <a:pt x="26" y="54"/>
                      </a:lnTo>
                      <a:lnTo>
                        <a:pt x="24" y="50"/>
                      </a:lnTo>
                      <a:lnTo>
                        <a:pt x="20" y="48"/>
                      </a:lnTo>
                      <a:lnTo>
                        <a:pt x="20" y="44"/>
                      </a:lnTo>
                      <a:lnTo>
                        <a:pt x="20" y="42"/>
                      </a:lnTo>
                      <a:lnTo>
                        <a:pt x="24" y="42"/>
                      </a:lnTo>
                      <a:lnTo>
                        <a:pt x="28" y="42"/>
                      </a:lnTo>
                      <a:lnTo>
                        <a:pt x="32" y="44"/>
                      </a:lnTo>
                      <a:lnTo>
                        <a:pt x="34" y="42"/>
                      </a:lnTo>
                      <a:lnTo>
                        <a:pt x="38" y="38"/>
                      </a:lnTo>
                      <a:lnTo>
                        <a:pt x="46" y="40"/>
                      </a:lnTo>
                      <a:lnTo>
                        <a:pt x="50" y="38"/>
                      </a:lnTo>
                      <a:lnTo>
                        <a:pt x="54" y="36"/>
                      </a:lnTo>
                      <a:lnTo>
                        <a:pt x="50" y="36"/>
                      </a:lnTo>
                      <a:lnTo>
                        <a:pt x="40" y="36"/>
                      </a:lnTo>
                      <a:lnTo>
                        <a:pt x="32" y="38"/>
                      </a:lnTo>
                      <a:lnTo>
                        <a:pt x="26" y="38"/>
                      </a:lnTo>
                      <a:lnTo>
                        <a:pt x="22" y="36"/>
                      </a:lnTo>
                      <a:lnTo>
                        <a:pt x="18" y="32"/>
                      </a:lnTo>
                      <a:lnTo>
                        <a:pt x="18" y="28"/>
                      </a:lnTo>
                      <a:lnTo>
                        <a:pt x="16" y="28"/>
                      </a:lnTo>
                      <a:lnTo>
                        <a:pt x="14" y="26"/>
                      </a:lnTo>
                      <a:lnTo>
                        <a:pt x="6" y="22"/>
                      </a:lnTo>
                      <a:lnTo>
                        <a:pt x="0" y="16"/>
                      </a:lnTo>
                      <a:lnTo>
                        <a:pt x="0" y="12"/>
                      </a:lnTo>
                      <a:lnTo>
                        <a:pt x="6" y="8"/>
                      </a:lnTo>
                      <a:lnTo>
                        <a:pt x="14" y="4"/>
                      </a:lnTo>
                      <a:lnTo>
                        <a:pt x="22" y="0"/>
                      </a:lnTo>
                      <a:lnTo>
                        <a:pt x="30" y="0"/>
                      </a:lnTo>
                      <a:lnTo>
                        <a:pt x="34" y="0"/>
                      </a:lnTo>
                      <a:lnTo>
                        <a:pt x="36" y="2"/>
                      </a:lnTo>
                      <a:lnTo>
                        <a:pt x="44" y="4"/>
                      </a:lnTo>
                      <a:lnTo>
                        <a:pt x="50" y="4"/>
                      </a:lnTo>
                      <a:lnTo>
                        <a:pt x="54" y="10"/>
                      </a:lnTo>
                      <a:lnTo>
                        <a:pt x="56" y="16"/>
                      </a:lnTo>
                      <a:lnTo>
                        <a:pt x="56" y="32"/>
                      </a:lnTo>
                      <a:lnTo>
                        <a:pt x="58" y="38"/>
                      </a:lnTo>
                      <a:lnTo>
                        <a:pt x="60" y="40"/>
                      </a:lnTo>
                      <a:lnTo>
                        <a:pt x="62" y="40"/>
                      </a:lnTo>
                      <a:lnTo>
                        <a:pt x="64" y="48"/>
                      </a:lnTo>
                      <a:lnTo>
                        <a:pt x="66" y="54"/>
                      </a:lnTo>
                      <a:lnTo>
                        <a:pt x="70" y="54"/>
                      </a:lnTo>
                      <a:lnTo>
                        <a:pt x="72" y="54"/>
                      </a:lnTo>
                      <a:lnTo>
                        <a:pt x="76" y="52"/>
                      </a:lnTo>
                      <a:lnTo>
                        <a:pt x="78" y="48"/>
                      </a:lnTo>
                      <a:lnTo>
                        <a:pt x="84" y="42"/>
                      </a:lnTo>
                      <a:lnTo>
                        <a:pt x="88" y="38"/>
                      </a:lnTo>
                      <a:lnTo>
                        <a:pt x="94" y="34"/>
                      </a:lnTo>
                      <a:lnTo>
                        <a:pt x="100" y="28"/>
                      </a:lnTo>
                      <a:lnTo>
                        <a:pt x="106" y="22"/>
                      </a:lnTo>
                      <a:lnTo>
                        <a:pt x="108" y="20"/>
                      </a:lnTo>
                      <a:lnTo>
                        <a:pt x="112" y="18"/>
                      </a:lnTo>
                      <a:lnTo>
                        <a:pt x="116" y="20"/>
                      </a:lnTo>
                      <a:lnTo>
                        <a:pt x="120" y="22"/>
                      </a:lnTo>
                      <a:lnTo>
                        <a:pt x="128" y="26"/>
                      </a:lnTo>
                      <a:lnTo>
                        <a:pt x="136" y="30"/>
                      </a:lnTo>
                      <a:lnTo>
                        <a:pt x="142" y="34"/>
                      </a:lnTo>
                      <a:lnTo>
                        <a:pt x="150" y="36"/>
                      </a:lnTo>
                      <a:lnTo>
                        <a:pt x="16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8" name="ïşḷîḍé"/>
                <p:cNvSpPr/>
                <p:nvPr/>
              </p:nvSpPr>
              <p:spPr bwMode="auto">
                <a:xfrm>
                  <a:off x="7671084" y="4145082"/>
                  <a:ext cx="41317" cy="21015"/>
                </a:xfrm>
                <a:custGeom>
                  <a:avLst/>
                  <a:gdLst>
                    <a:gd name="T0" fmla="*/ 2147483647 w 24"/>
                    <a:gd name="T1" fmla="*/ 2147483647 h 14"/>
                    <a:gd name="T2" fmla="*/ 2147483647 w 24"/>
                    <a:gd name="T3" fmla="*/ 2147483647 h 14"/>
                    <a:gd name="T4" fmla="*/ 0 w 24"/>
                    <a:gd name="T5" fmla="*/ 2147483647 h 14"/>
                    <a:gd name="T6" fmla="*/ 2147483647 w 24"/>
                    <a:gd name="T7" fmla="*/ 0 h 14"/>
                    <a:gd name="T8" fmla="*/ 2147483647 w 24"/>
                    <a:gd name="T9" fmla="*/ 0 h 14"/>
                    <a:gd name="T10" fmla="*/ 2147483647 w 24"/>
                    <a:gd name="T11" fmla="*/ 0 h 14"/>
                    <a:gd name="T12" fmla="*/ 2147483647 w 24"/>
                    <a:gd name="T13" fmla="*/ 0 h 14"/>
                    <a:gd name="T14" fmla="*/ 2147483647 w 24"/>
                    <a:gd name="T15" fmla="*/ 2147483647 h 14"/>
                    <a:gd name="T16" fmla="*/ 2147483647 w 24"/>
                    <a:gd name="T17" fmla="*/ 2147483647 h 14"/>
                    <a:gd name="T18" fmla="*/ 2147483647 w 24"/>
                    <a:gd name="T19" fmla="*/ 2147483647 h 14"/>
                    <a:gd name="T20" fmla="*/ 2147483647 w 24"/>
                    <a:gd name="T21" fmla="*/ 2147483647 h 14"/>
                    <a:gd name="T22" fmla="*/ 2147483647 w 24"/>
                    <a:gd name="T23" fmla="*/ 2147483647 h 14"/>
                    <a:gd name="T24" fmla="*/ 2147483647 w 24"/>
                    <a:gd name="T25" fmla="*/ 2147483647 h 14"/>
                    <a:gd name="T26" fmla="*/ 2147483647 w 24"/>
                    <a:gd name="T27" fmla="*/ 2147483647 h 1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4"/>
                    <a:gd name="T43" fmla="*/ 0 h 14"/>
                    <a:gd name="T44" fmla="*/ 24 w 24"/>
                    <a:gd name="T45" fmla="*/ 14 h 1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4" h="14">
                      <a:moveTo>
                        <a:pt x="16" y="12"/>
                      </a:moveTo>
                      <a:lnTo>
                        <a:pt x="8" y="8"/>
                      </a:lnTo>
                      <a:lnTo>
                        <a:pt x="0" y="2"/>
                      </a:lnTo>
                      <a:lnTo>
                        <a:pt x="4" y="0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6" y="0"/>
                      </a:lnTo>
                      <a:lnTo>
                        <a:pt x="18" y="4"/>
                      </a:lnTo>
                      <a:lnTo>
                        <a:pt x="22" y="4"/>
                      </a:lnTo>
                      <a:lnTo>
                        <a:pt x="24" y="10"/>
                      </a:lnTo>
                      <a:lnTo>
                        <a:pt x="22" y="12"/>
                      </a:lnTo>
                      <a:lnTo>
                        <a:pt x="20" y="14"/>
                      </a:lnTo>
                      <a:lnTo>
                        <a:pt x="18" y="14"/>
                      </a:lnTo>
                      <a:lnTo>
                        <a:pt x="16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89" name="îṡḷîďê"/>
                <p:cNvSpPr/>
                <p:nvPr/>
              </p:nvSpPr>
              <p:spPr bwMode="auto">
                <a:xfrm>
                  <a:off x="7939641" y="4947888"/>
                  <a:ext cx="37185" cy="12610"/>
                </a:xfrm>
                <a:custGeom>
                  <a:avLst/>
                  <a:gdLst>
                    <a:gd name="T0" fmla="*/ 2147483647 w 22"/>
                    <a:gd name="T1" fmla="*/ 2147483647 h 8"/>
                    <a:gd name="T2" fmla="*/ 2147483647 w 22"/>
                    <a:gd name="T3" fmla="*/ 2147483647 h 8"/>
                    <a:gd name="T4" fmla="*/ 2147483647 w 22"/>
                    <a:gd name="T5" fmla="*/ 2147483647 h 8"/>
                    <a:gd name="T6" fmla="*/ 0 w 22"/>
                    <a:gd name="T7" fmla="*/ 2147483647 h 8"/>
                    <a:gd name="T8" fmla="*/ 2147483647 w 22"/>
                    <a:gd name="T9" fmla="*/ 2147483647 h 8"/>
                    <a:gd name="T10" fmla="*/ 2147483647 w 22"/>
                    <a:gd name="T11" fmla="*/ 2147483647 h 8"/>
                    <a:gd name="T12" fmla="*/ 2147483647 w 22"/>
                    <a:gd name="T13" fmla="*/ 2147483647 h 8"/>
                    <a:gd name="T14" fmla="*/ 2147483647 w 22"/>
                    <a:gd name="T15" fmla="*/ 2147483647 h 8"/>
                    <a:gd name="T16" fmla="*/ 2147483647 w 22"/>
                    <a:gd name="T17" fmla="*/ 2147483647 h 8"/>
                    <a:gd name="T18" fmla="*/ 2147483647 w 22"/>
                    <a:gd name="T19" fmla="*/ 0 h 8"/>
                    <a:gd name="T20" fmla="*/ 2147483647 w 22"/>
                    <a:gd name="T21" fmla="*/ 0 h 8"/>
                    <a:gd name="T22" fmla="*/ 2147483647 w 22"/>
                    <a:gd name="T23" fmla="*/ 2147483647 h 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2"/>
                    <a:gd name="T37" fmla="*/ 0 h 8"/>
                    <a:gd name="T38" fmla="*/ 22 w 22"/>
                    <a:gd name="T39" fmla="*/ 8 h 8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2" h="8">
                      <a:moveTo>
                        <a:pt x="8" y="2"/>
                      </a:moveTo>
                      <a:lnTo>
                        <a:pt x="4" y="2"/>
                      </a:lnTo>
                      <a:lnTo>
                        <a:pt x="2" y="4"/>
                      </a:lnTo>
                      <a:lnTo>
                        <a:pt x="0" y="6"/>
                      </a:lnTo>
                      <a:lnTo>
                        <a:pt x="4" y="8"/>
                      </a:lnTo>
                      <a:lnTo>
                        <a:pt x="8" y="8"/>
                      </a:lnTo>
                      <a:lnTo>
                        <a:pt x="12" y="8"/>
                      </a:lnTo>
                      <a:lnTo>
                        <a:pt x="16" y="6"/>
                      </a:lnTo>
                      <a:lnTo>
                        <a:pt x="22" y="2"/>
                      </a:lnTo>
                      <a:lnTo>
                        <a:pt x="20" y="0"/>
                      </a:lnTo>
                      <a:lnTo>
                        <a:pt x="16" y="0"/>
                      </a:lnTo>
                      <a:lnTo>
                        <a:pt x="8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0" name="í$lïďè"/>
                <p:cNvSpPr/>
                <p:nvPr/>
              </p:nvSpPr>
              <p:spPr bwMode="auto">
                <a:xfrm>
                  <a:off x="8586933" y="3946131"/>
                  <a:ext cx="50957" cy="61646"/>
                </a:xfrm>
                <a:custGeom>
                  <a:avLst/>
                  <a:gdLst>
                    <a:gd name="T0" fmla="*/ 2147483647 w 30"/>
                    <a:gd name="T1" fmla="*/ 2147483647 h 36"/>
                    <a:gd name="T2" fmla="*/ 2147483647 w 30"/>
                    <a:gd name="T3" fmla="*/ 2147483647 h 36"/>
                    <a:gd name="T4" fmla="*/ 2147483647 w 30"/>
                    <a:gd name="T5" fmla="*/ 2147483647 h 36"/>
                    <a:gd name="T6" fmla="*/ 2147483647 w 30"/>
                    <a:gd name="T7" fmla="*/ 2147483647 h 36"/>
                    <a:gd name="T8" fmla="*/ 2147483647 w 30"/>
                    <a:gd name="T9" fmla="*/ 2147483647 h 36"/>
                    <a:gd name="T10" fmla="*/ 2147483647 w 30"/>
                    <a:gd name="T11" fmla="*/ 2147483647 h 36"/>
                    <a:gd name="T12" fmla="*/ 2147483647 w 30"/>
                    <a:gd name="T13" fmla="*/ 2147483647 h 36"/>
                    <a:gd name="T14" fmla="*/ 2147483647 w 30"/>
                    <a:gd name="T15" fmla="*/ 2147483647 h 36"/>
                    <a:gd name="T16" fmla="*/ 0 w 30"/>
                    <a:gd name="T17" fmla="*/ 2147483647 h 36"/>
                    <a:gd name="T18" fmla="*/ 0 w 30"/>
                    <a:gd name="T19" fmla="*/ 0 h 36"/>
                    <a:gd name="T20" fmla="*/ 2147483647 w 30"/>
                    <a:gd name="T21" fmla="*/ 2147483647 h 36"/>
                    <a:gd name="T22" fmla="*/ 2147483647 w 30"/>
                    <a:gd name="T23" fmla="*/ 2147483647 h 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30"/>
                    <a:gd name="T37" fmla="*/ 0 h 36"/>
                    <a:gd name="T38" fmla="*/ 30 w 30"/>
                    <a:gd name="T39" fmla="*/ 36 h 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30" h="36">
                      <a:moveTo>
                        <a:pt x="30" y="26"/>
                      </a:moveTo>
                      <a:lnTo>
                        <a:pt x="30" y="36"/>
                      </a:lnTo>
                      <a:lnTo>
                        <a:pt x="26" y="36"/>
                      </a:lnTo>
                      <a:lnTo>
                        <a:pt x="22" y="32"/>
                      </a:lnTo>
                      <a:lnTo>
                        <a:pt x="20" y="26"/>
                      </a:lnTo>
                      <a:lnTo>
                        <a:pt x="18" y="18"/>
                      </a:lnTo>
                      <a:lnTo>
                        <a:pt x="14" y="14"/>
                      </a:lnTo>
                      <a:lnTo>
                        <a:pt x="6" y="8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14" y="12"/>
                      </a:lnTo>
                      <a:lnTo>
                        <a:pt x="30" y="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1" name="ïşļiḑe"/>
                <p:cNvSpPr/>
                <p:nvPr/>
              </p:nvSpPr>
              <p:spPr bwMode="auto">
                <a:xfrm>
                  <a:off x="8144847" y="3876078"/>
                  <a:ext cx="22036" cy="21015"/>
                </a:xfrm>
                <a:custGeom>
                  <a:avLst/>
                  <a:gdLst>
                    <a:gd name="T0" fmla="*/ 2147483647 w 12"/>
                    <a:gd name="T1" fmla="*/ 2147483647 h 12"/>
                    <a:gd name="T2" fmla="*/ 2147483647 w 12"/>
                    <a:gd name="T3" fmla="*/ 2147483647 h 12"/>
                    <a:gd name="T4" fmla="*/ 2147483647 w 12"/>
                    <a:gd name="T5" fmla="*/ 2147483647 h 12"/>
                    <a:gd name="T6" fmla="*/ 2147483647 w 12"/>
                    <a:gd name="T7" fmla="*/ 2147483647 h 12"/>
                    <a:gd name="T8" fmla="*/ 0 w 12"/>
                    <a:gd name="T9" fmla="*/ 2147483647 h 12"/>
                    <a:gd name="T10" fmla="*/ 0 w 12"/>
                    <a:gd name="T11" fmla="*/ 0 h 12"/>
                    <a:gd name="T12" fmla="*/ 2147483647 w 12"/>
                    <a:gd name="T13" fmla="*/ 2147483647 h 12"/>
                    <a:gd name="T14" fmla="*/ 2147483647 w 12"/>
                    <a:gd name="T15" fmla="*/ 2147483647 h 12"/>
                    <a:gd name="T16" fmla="*/ 2147483647 w 12"/>
                    <a:gd name="T17" fmla="*/ 2147483647 h 1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2"/>
                    <a:gd name="T28" fmla="*/ 0 h 12"/>
                    <a:gd name="T29" fmla="*/ 12 w 12"/>
                    <a:gd name="T30" fmla="*/ 12 h 1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2" h="12">
                      <a:moveTo>
                        <a:pt x="12" y="12"/>
                      </a:moveTo>
                      <a:lnTo>
                        <a:pt x="10" y="12"/>
                      </a:lnTo>
                      <a:lnTo>
                        <a:pt x="6" y="12"/>
                      </a:lnTo>
                      <a:lnTo>
                        <a:pt x="4" y="8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4" y="2"/>
                      </a:lnTo>
                      <a:lnTo>
                        <a:pt x="8" y="4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2" name="isļiďê"/>
                <p:cNvSpPr/>
                <p:nvPr/>
              </p:nvSpPr>
              <p:spPr bwMode="auto">
                <a:xfrm>
                  <a:off x="8148978" y="3913907"/>
                  <a:ext cx="24790" cy="5604"/>
                </a:xfrm>
                <a:custGeom>
                  <a:avLst/>
                  <a:gdLst>
                    <a:gd name="T0" fmla="*/ 2147483647 w 14"/>
                    <a:gd name="T1" fmla="*/ 0 h 4"/>
                    <a:gd name="T2" fmla="*/ 2147483647 w 14"/>
                    <a:gd name="T3" fmla="*/ 2147483647 h 4"/>
                    <a:gd name="T4" fmla="*/ 0 w 14"/>
                    <a:gd name="T5" fmla="*/ 2147483647 h 4"/>
                    <a:gd name="T6" fmla="*/ 0 w 14"/>
                    <a:gd name="T7" fmla="*/ 0 h 4"/>
                    <a:gd name="T8" fmla="*/ 2147483647 w 14"/>
                    <a:gd name="T9" fmla="*/ 0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"/>
                    <a:gd name="T16" fmla="*/ 0 h 4"/>
                    <a:gd name="T17" fmla="*/ 14 w 14"/>
                    <a:gd name="T18" fmla="*/ 4 h 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" h="4">
                      <a:moveTo>
                        <a:pt x="14" y="0"/>
                      </a:moveTo>
                      <a:lnTo>
                        <a:pt x="14" y="4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3" name="iṡliḍe"/>
                <p:cNvSpPr/>
                <p:nvPr/>
              </p:nvSpPr>
              <p:spPr bwMode="auto">
                <a:xfrm>
                  <a:off x="8092512" y="4054014"/>
                  <a:ext cx="17904" cy="19615"/>
                </a:xfrm>
                <a:custGeom>
                  <a:avLst/>
                  <a:gdLst>
                    <a:gd name="T0" fmla="*/ 2147483647 w 10"/>
                    <a:gd name="T1" fmla="*/ 2147483647 h 12"/>
                    <a:gd name="T2" fmla="*/ 2147483647 w 10"/>
                    <a:gd name="T3" fmla="*/ 2147483647 h 12"/>
                    <a:gd name="T4" fmla="*/ 2147483647 w 10"/>
                    <a:gd name="T5" fmla="*/ 2147483647 h 12"/>
                    <a:gd name="T6" fmla="*/ 2147483647 w 10"/>
                    <a:gd name="T7" fmla="*/ 2147483647 h 12"/>
                    <a:gd name="T8" fmla="*/ 0 w 10"/>
                    <a:gd name="T9" fmla="*/ 2147483647 h 12"/>
                    <a:gd name="T10" fmla="*/ 0 w 10"/>
                    <a:gd name="T11" fmla="*/ 2147483647 h 12"/>
                    <a:gd name="T12" fmla="*/ 2147483647 w 10"/>
                    <a:gd name="T13" fmla="*/ 0 h 12"/>
                    <a:gd name="T14" fmla="*/ 2147483647 w 10"/>
                    <a:gd name="T15" fmla="*/ 2147483647 h 1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0"/>
                    <a:gd name="T25" fmla="*/ 0 h 12"/>
                    <a:gd name="T26" fmla="*/ 10 w 10"/>
                    <a:gd name="T27" fmla="*/ 12 h 1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0" h="12">
                      <a:moveTo>
                        <a:pt x="10" y="6"/>
                      </a:moveTo>
                      <a:lnTo>
                        <a:pt x="8" y="10"/>
                      </a:lnTo>
                      <a:lnTo>
                        <a:pt x="4" y="12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2" y="0"/>
                      </a:lnTo>
                      <a:lnTo>
                        <a:pt x="10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4" name="ïśľiḍé"/>
                <p:cNvSpPr/>
                <p:nvPr/>
              </p:nvSpPr>
              <p:spPr bwMode="auto">
                <a:xfrm>
                  <a:off x="8000239" y="3859267"/>
                  <a:ext cx="26167" cy="11209"/>
                </a:xfrm>
                <a:custGeom>
                  <a:avLst/>
                  <a:gdLst>
                    <a:gd name="T0" fmla="*/ 2147483647 w 16"/>
                    <a:gd name="T1" fmla="*/ 2147483647 h 6"/>
                    <a:gd name="T2" fmla="*/ 2147483647 w 16"/>
                    <a:gd name="T3" fmla="*/ 2147483647 h 6"/>
                    <a:gd name="T4" fmla="*/ 2147483647 w 16"/>
                    <a:gd name="T5" fmla="*/ 2147483647 h 6"/>
                    <a:gd name="T6" fmla="*/ 0 w 16"/>
                    <a:gd name="T7" fmla="*/ 2147483647 h 6"/>
                    <a:gd name="T8" fmla="*/ 2147483647 w 16"/>
                    <a:gd name="T9" fmla="*/ 2147483647 h 6"/>
                    <a:gd name="T10" fmla="*/ 2147483647 w 16"/>
                    <a:gd name="T11" fmla="*/ 0 h 6"/>
                    <a:gd name="T12" fmla="*/ 2147483647 w 16"/>
                    <a:gd name="T13" fmla="*/ 0 h 6"/>
                    <a:gd name="T14" fmla="*/ 2147483647 w 16"/>
                    <a:gd name="T15" fmla="*/ 2147483647 h 6"/>
                    <a:gd name="T16" fmla="*/ 2147483647 w 16"/>
                    <a:gd name="T17" fmla="*/ 2147483647 h 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6"/>
                    <a:gd name="T28" fmla="*/ 0 h 6"/>
                    <a:gd name="T29" fmla="*/ 16 w 16"/>
                    <a:gd name="T30" fmla="*/ 6 h 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6" h="6">
                      <a:moveTo>
                        <a:pt x="16" y="6"/>
                      </a:moveTo>
                      <a:lnTo>
                        <a:pt x="8" y="6"/>
                      </a:lnTo>
                      <a:lnTo>
                        <a:pt x="4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12" y="0"/>
                      </a:lnTo>
                      <a:lnTo>
                        <a:pt x="14" y="2"/>
                      </a:lnTo>
                      <a:lnTo>
                        <a:pt x="16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5" name="ïṥľiḑe"/>
                <p:cNvSpPr/>
                <p:nvPr/>
              </p:nvSpPr>
              <p:spPr bwMode="auto">
                <a:xfrm>
                  <a:off x="7834973" y="3918111"/>
                  <a:ext cx="16526" cy="5604"/>
                </a:xfrm>
                <a:custGeom>
                  <a:avLst/>
                  <a:gdLst>
                    <a:gd name="T0" fmla="*/ 2147483647 w 10"/>
                    <a:gd name="T1" fmla="*/ 0 h 4"/>
                    <a:gd name="T2" fmla="*/ 2147483647 w 10"/>
                    <a:gd name="T3" fmla="*/ 2147483647 h 4"/>
                    <a:gd name="T4" fmla="*/ 2147483647 w 10"/>
                    <a:gd name="T5" fmla="*/ 2147483647 h 4"/>
                    <a:gd name="T6" fmla="*/ 2147483647 w 10"/>
                    <a:gd name="T7" fmla="*/ 2147483647 h 4"/>
                    <a:gd name="T8" fmla="*/ 0 w 10"/>
                    <a:gd name="T9" fmla="*/ 0 h 4"/>
                    <a:gd name="T10" fmla="*/ 2147483647 w 10"/>
                    <a:gd name="T11" fmla="*/ 0 h 4"/>
                    <a:gd name="T12" fmla="*/ 2147483647 w 10"/>
                    <a:gd name="T13" fmla="*/ 0 h 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"/>
                    <a:gd name="T22" fmla="*/ 0 h 4"/>
                    <a:gd name="T23" fmla="*/ 10 w 10"/>
                    <a:gd name="T24" fmla="*/ 4 h 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" h="4">
                      <a:moveTo>
                        <a:pt x="10" y="0"/>
                      </a:moveTo>
                      <a:lnTo>
                        <a:pt x="8" y="2"/>
                      </a:lnTo>
                      <a:lnTo>
                        <a:pt x="4" y="4"/>
                      </a:lnTo>
                      <a:lnTo>
                        <a:pt x="2" y="2"/>
                      </a:lnTo>
                      <a:lnTo>
                        <a:pt x="0" y="0"/>
                      </a:lnTo>
                      <a:lnTo>
                        <a:pt x="6" y="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6" name="ïSḻíḓê"/>
                <p:cNvSpPr/>
                <p:nvPr/>
              </p:nvSpPr>
              <p:spPr bwMode="auto">
                <a:xfrm>
                  <a:off x="7768867" y="3530018"/>
                  <a:ext cx="31675" cy="56043"/>
                </a:xfrm>
                <a:custGeom>
                  <a:avLst/>
                  <a:gdLst>
                    <a:gd name="T0" fmla="*/ 2147483647 w 18"/>
                    <a:gd name="T1" fmla="*/ 2147483647 h 34"/>
                    <a:gd name="T2" fmla="*/ 2147483647 w 18"/>
                    <a:gd name="T3" fmla="*/ 2147483647 h 34"/>
                    <a:gd name="T4" fmla="*/ 2147483647 w 18"/>
                    <a:gd name="T5" fmla="*/ 2147483647 h 34"/>
                    <a:gd name="T6" fmla="*/ 2147483647 w 18"/>
                    <a:gd name="T7" fmla="*/ 2147483647 h 34"/>
                    <a:gd name="T8" fmla="*/ 2147483647 w 18"/>
                    <a:gd name="T9" fmla="*/ 2147483647 h 34"/>
                    <a:gd name="T10" fmla="*/ 2147483647 w 18"/>
                    <a:gd name="T11" fmla="*/ 2147483647 h 34"/>
                    <a:gd name="T12" fmla="*/ 2147483647 w 18"/>
                    <a:gd name="T13" fmla="*/ 2147483647 h 34"/>
                    <a:gd name="T14" fmla="*/ 2147483647 w 18"/>
                    <a:gd name="T15" fmla="*/ 2147483647 h 34"/>
                    <a:gd name="T16" fmla="*/ 2147483647 w 18"/>
                    <a:gd name="T17" fmla="*/ 2147483647 h 34"/>
                    <a:gd name="T18" fmla="*/ 2147483647 w 18"/>
                    <a:gd name="T19" fmla="*/ 2147483647 h 34"/>
                    <a:gd name="T20" fmla="*/ 2147483647 w 18"/>
                    <a:gd name="T21" fmla="*/ 2147483647 h 34"/>
                    <a:gd name="T22" fmla="*/ 2147483647 w 18"/>
                    <a:gd name="T23" fmla="*/ 2147483647 h 34"/>
                    <a:gd name="T24" fmla="*/ 0 w 18"/>
                    <a:gd name="T25" fmla="*/ 2147483647 h 34"/>
                    <a:gd name="T26" fmla="*/ 2147483647 w 18"/>
                    <a:gd name="T27" fmla="*/ 2147483647 h 34"/>
                    <a:gd name="T28" fmla="*/ 2147483647 w 18"/>
                    <a:gd name="T29" fmla="*/ 2147483647 h 34"/>
                    <a:gd name="T30" fmla="*/ 2147483647 w 18"/>
                    <a:gd name="T31" fmla="*/ 2147483647 h 34"/>
                    <a:gd name="T32" fmla="*/ 2147483647 w 18"/>
                    <a:gd name="T33" fmla="*/ 2147483647 h 34"/>
                    <a:gd name="T34" fmla="*/ 2147483647 w 18"/>
                    <a:gd name="T35" fmla="*/ 0 h 34"/>
                    <a:gd name="T36" fmla="*/ 2147483647 w 18"/>
                    <a:gd name="T37" fmla="*/ 0 h 34"/>
                    <a:gd name="T38" fmla="*/ 2147483647 w 18"/>
                    <a:gd name="T39" fmla="*/ 2147483647 h 34"/>
                    <a:gd name="T40" fmla="*/ 2147483647 w 18"/>
                    <a:gd name="T41" fmla="*/ 2147483647 h 34"/>
                    <a:gd name="T42" fmla="*/ 2147483647 w 18"/>
                    <a:gd name="T43" fmla="*/ 2147483647 h 34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8"/>
                    <a:gd name="T67" fmla="*/ 0 h 34"/>
                    <a:gd name="T68" fmla="*/ 18 w 18"/>
                    <a:gd name="T69" fmla="*/ 34 h 34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8" h="34">
                      <a:moveTo>
                        <a:pt x="18" y="6"/>
                      </a:moveTo>
                      <a:lnTo>
                        <a:pt x="16" y="12"/>
                      </a:lnTo>
                      <a:lnTo>
                        <a:pt x="14" y="14"/>
                      </a:lnTo>
                      <a:lnTo>
                        <a:pt x="12" y="18"/>
                      </a:lnTo>
                      <a:lnTo>
                        <a:pt x="12" y="24"/>
                      </a:lnTo>
                      <a:lnTo>
                        <a:pt x="12" y="26"/>
                      </a:lnTo>
                      <a:lnTo>
                        <a:pt x="12" y="28"/>
                      </a:lnTo>
                      <a:lnTo>
                        <a:pt x="14" y="32"/>
                      </a:lnTo>
                      <a:lnTo>
                        <a:pt x="14" y="34"/>
                      </a:lnTo>
                      <a:lnTo>
                        <a:pt x="10" y="34"/>
                      </a:lnTo>
                      <a:lnTo>
                        <a:pt x="6" y="28"/>
                      </a:lnTo>
                      <a:lnTo>
                        <a:pt x="2" y="24"/>
                      </a:lnTo>
                      <a:lnTo>
                        <a:pt x="0" y="18"/>
                      </a:lnTo>
                      <a:lnTo>
                        <a:pt x="2" y="16"/>
                      </a:lnTo>
                      <a:lnTo>
                        <a:pt x="6" y="16"/>
                      </a:lnTo>
                      <a:lnTo>
                        <a:pt x="6" y="8"/>
                      </a:lnTo>
                      <a:lnTo>
                        <a:pt x="8" y="2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6" y="2"/>
                      </a:lnTo>
                      <a:lnTo>
                        <a:pt x="18" y="4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7" name="ïŝľîḍè"/>
                <p:cNvSpPr/>
                <p:nvPr/>
              </p:nvSpPr>
              <p:spPr bwMode="auto">
                <a:xfrm>
                  <a:off x="7803296" y="3552434"/>
                  <a:ext cx="23413" cy="21015"/>
                </a:xfrm>
                <a:custGeom>
                  <a:avLst/>
                  <a:gdLst>
                    <a:gd name="T0" fmla="*/ 2147483647 w 14"/>
                    <a:gd name="T1" fmla="*/ 0 h 12"/>
                    <a:gd name="T2" fmla="*/ 2147483647 w 14"/>
                    <a:gd name="T3" fmla="*/ 2147483647 h 12"/>
                    <a:gd name="T4" fmla="*/ 2147483647 w 14"/>
                    <a:gd name="T5" fmla="*/ 2147483647 h 12"/>
                    <a:gd name="T6" fmla="*/ 2147483647 w 14"/>
                    <a:gd name="T7" fmla="*/ 2147483647 h 12"/>
                    <a:gd name="T8" fmla="*/ 2147483647 w 14"/>
                    <a:gd name="T9" fmla="*/ 2147483647 h 12"/>
                    <a:gd name="T10" fmla="*/ 2147483647 w 14"/>
                    <a:gd name="T11" fmla="*/ 2147483647 h 12"/>
                    <a:gd name="T12" fmla="*/ 0 w 14"/>
                    <a:gd name="T13" fmla="*/ 2147483647 h 12"/>
                    <a:gd name="T14" fmla="*/ 2147483647 w 14"/>
                    <a:gd name="T15" fmla="*/ 2147483647 h 12"/>
                    <a:gd name="T16" fmla="*/ 2147483647 w 14"/>
                    <a:gd name="T17" fmla="*/ 0 h 12"/>
                    <a:gd name="T18" fmla="*/ 2147483647 w 14"/>
                    <a:gd name="T19" fmla="*/ 0 h 12"/>
                    <a:gd name="T20" fmla="*/ 2147483647 w 14"/>
                    <a:gd name="T21" fmla="*/ 0 h 1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4"/>
                    <a:gd name="T34" fmla="*/ 0 h 12"/>
                    <a:gd name="T35" fmla="*/ 14 w 14"/>
                    <a:gd name="T36" fmla="*/ 12 h 1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4" h="12">
                      <a:moveTo>
                        <a:pt x="14" y="0"/>
                      </a:moveTo>
                      <a:lnTo>
                        <a:pt x="12" y="4"/>
                      </a:lnTo>
                      <a:lnTo>
                        <a:pt x="10" y="8"/>
                      </a:lnTo>
                      <a:lnTo>
                        <a:pt x="8" y="10"/>
                      </a:lnTo>
                      <a:lnTo>
                        <a:pt x="4" y="12"/>
                      </a:lnTo>
                      <a:lnTo>
                        <a:pt x="2" y="10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6" y="0"/>
                      </a:lnTo>
                      <a:lnTo>
                        <a:pt x="10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8" name="ïŝľïḍé"/>
                <p:cNvSpPr/>
                <p:nvPr/>
              </p:nvSpPr>
              <p:spPr bwMode="auto">
                <a:xfrm>
                  <a:off x="7782639" y="3479580"/>
                  <a:ext cx="20657" cy="26620"/>
                </a:xfrm>
                <a:custGeom>
                  <a:avLst/>
                  <a:gdLst>
                    <a:gd name="T0" fmla="*/ 0 w 12"/>
                    <a:gd name="T1" fmla="*/ 2147483647 h 16"/>
                    <a:gd name="T2" fmla="*/ 0 w 12"/>
                    <a:gd name="T3" fmla="*/ 0 h 16"/>
                    <a:gd name="T4" fmla="*/ 2147483647 w 12"/>
                    <a:gd name="T5" fmla="*/ 0 h 16"/>
                    <a:gd name="T6" fmla="*/ 2147483647 w 12"/>
                    <a:gd name="T7" fmla="*/ 2147483647 h 16"/>
                    <a:gd name="T8" fmla="*/ 2147483647 w 12"/>
                    <a:gd name="T9" fmla="*/ 2147483647 h 16"/>
                    <a:gd name="T10" fmla="*/ 2147483647 w 12"/>
                    <a:gd name="T11" fmla="*/ 2147483647 h 16"/>
                    <a:gd name="T12" fmla="*/ 2147483647 w 12"/>
                    <a:gd name="T13" fmla="*/ 2147483647 h 16"/>
                    <a:gd name="T14" fmla="*/ 2147483647 w 12"/>
                    <a:gd name="T15" fmla="*/ 2147483647 h 16"/>
                    <a:gd name="T16" fmla="*/ 2147483647 w 12"/>
                    <a:gd name="T17" fmla="*/ 2147483647 h 16"/>
                    <a:gd name="T18" fmla="*/ 2147483647 w 12"/>
                    <a:gd name="T19" fmla="*/ 2147483647 h 16"/>
                    <a:gd name="T20" fmla="*/ 0 w 12"/>
                    <a:gd name="T21" fmla="*/ 2147483647 h 1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2"/>
                    <a:gd name="T34" fmla="*/ 0 h 16"/>
                    <a:gd name="T35" fmla="*/ 12 w 12"/>
                    <a:gd name="T36" fmla="*/ 16 h 1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2" h="16">
                      <a:moveTo>
                        <a:pt x="0" y="8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6" y="4"/>
                      </a:lnTo>
                      <a:lnTo>
                        <a:pt x="8" y="6"/>
                      </a:lnTo>
                      <a:lnTo>
                        <a:pt x="12" y="10"/>
                      </a:lnTo>
                      <a:lnTo>
                        <a:pt x="12" y="14"/>
                      </a:lnTo>
                      <a:lnTo>
                        <a:pt x="12" y="16"/>
                      </a:lnTo>
                      <a:lnTo>
                        <a:pt x="10" y="14"/>
                      </a:lnTo>
                      <a:lnTo>
                        <a:pt x="6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99" name="îṩḷiďé"/>
                <p:cNvSpPr/>
                <p:nvPr/>
              </p:nvSpPr>
              <p:spPr bwMode="auto">
                <a:xfrm>
                  <a:off x="7697251" y="3451559"/>
                  <a:ext cx="35808" cy="33626"/>
                </a:xfrm>
                <a:custGeom>
                  <a:avLst/>
                  <a:gdLst>
                    <a:gd name="T0" fmla="*/ 2147483647 w 20"/>
                    <a:gd name="T1" fmla="*/ 2147483647 h 20"/>
                    <a:gd name="T2" fmla="*/ 2147483647 w 20"/>
                    <a:gd name="T3" fmla="*/ 2147483647 h 20"/>
                    <a:gd name="T4" fmla="*/ 2147483647 w 20"/>
                    <a:gd name="T5" fmla="*/ 2147483647 h 20"/>
                    <a:gd name="T6" fmla="*/ 0 w 20"/>
                    <a:gd name="T7" fmla="*/ 0 h 20"/>
                    <a:gd name="T8" fmla="*/ 2147483647 w 20"/>
                    <a:gd name="T9" fmla="*/ 0 h 20"/>
                    <a:gd name="T10" fmla="*/ 2147483647 w 20"/>
                    <a:gd name="T11" fmla="*/ 2147483647 h 20"/>
                    <a:gd name="T12" fmla="*/ 2147483647 w 20"/>
                    <a:gd name="T13" fmla="*/ 2147483647 h 20"/>
                    <a:gd name="T14" fmla="*/ 2147483647 w 20"/>
                    <a:gd name="T15" fmla="*/ 2147483647 h 20"/>
                    <a:gd name="T16" fmla="*/ 2147483647 w 20"/>
                    <a:gd name="T17" fmla="*/ 2147483647 h 20"/>
                    <a:gd name="T18" fmla="*/ 2147483647 w 20"/>
                    <a:gd name="T19" fmla="*/ 2147483647 h 20"/>
                    <a:gd name="T20" fmla="*/ 2147483647 w 20"/>
                    <a:gd name="T21" fmla="*/ 2147483647 h 20"/>
                    <a:gd name="T22" fmla="*/ 2147483647 w 20"/>
                    <a:gd name="T23" fmla="*/ 2147483647 h 2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"/>
                    <a:gd name="T37" fmla="*/ 0 h 20"/>
                    <a:gd name="T38" fmla="*/ 20 w 20"/>
                    <a:gd name="T39" fmla="*/ 20 h 20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" h="20">
                      <a:moveTo>
                        <a:pt x="16" y="20"/>
                      </a:moveTo>
                      <a:lnTo>
                        <a:pt x="12" y="16"/>
                      </a:lnTo>
                      <a:lnTo>
                        <a:pt x="6" y="10"/>
                      </a:lnTo>
                      <a:lnTo>
                        <a:pt x="0" y="0"/>
                      </a:lnTo>
                      <a:lnTo>
                        <a:pt x="6" y="0"/>
                      </a:lnTo>
                      <a:lnTo>
                        <a:pt x="14" y="4"/>
                      </a:lnTo>
                      <a:lnTo>
                        <a:pt x="18" y="4"/>
                      </a:lnTo>
                      <a:lnTo>
                        <a:pt x="20" y="8"/>
                      </a:lnTo>
                      <a:lnTo>
                        <a:pt x="20" y="12"/>
                      </a:lnTo>
                      <a:lnTo>
                        <a:pt x="20" y="16"/>
                      </a:lnTo>
                      <a:lnTo>
                        <a:pt x="18" y="20"/>
                      </a:lnTo>
                      <a:lnTo>
                        <a:pt x="16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00" name="iŝļiḋe"/>
                <p:cNvSpPr/>
                <p:nvPr/>
              </p:nvSpPr>
              <p:spPr bwMode="auto">
                <a:xfrm>
                  <a:off x="8724653" y="4063821"/>
                  <a:ext cx="24790" cy="26620"/>
                </a:xfrm>
                <a:custGeom>
                  <a:avLst/>
                  <a:gdLst>
                    <a:gd name="T0" fmla="*/ 2147483647 w 14"/>
                    <a:gd name="T1" fmla="*/ 2147483647 h 16"/>
                    <a:gd name="T2" fmla="*/ 2147483647 w 14"/>
                    <a:gd name="T3" fmla="*/ 2147483647 h 16"/>
                    <a:gd name="T4" fmla="*/ 2147483647 w 14"/>
                    <a:gd name="T5" fmla="*/ 2147483647 h 16"/>
                    <a:gd name="T6" fmla="*/ 2147483647 w 14"/>
                    <a:gd name="T7" fmla="*/ 2147483647 h 16"/>
                    <a:gd name="T8" fmla="*/ 2147483647 w 14"/>
                    <a:gd name="T9" fmla="*/ 2147483647 h 16"/>
                    <a:gd name="T10" fmla="*/ 0 w 14"/>
                    <a:gd name="T11" fmla="*/ 2147483647 h 16"/>
                    <a:gd name="T12" fmla="*/ 0 w 14"/>
                    <a:gd name="T13" fmla="*/ 0 h 16"/>
                    <a:gd name="T14" fmla="*/ 2147483647 w 14"/>
                    <a:gd name="T15" fmla="*/ 2147483647 h 16"/>
                    <a:gd name="T16" fmla="*/ 2147483647 w 14"/>
                    <a:gd name="T17" fmla="*/ 2147483647 h 16"/>
                    <a:gd name="T18" fmla="*/ 2147483647 w 14"/>
                    <a:gd name="T19" fmla="*/ 2147483647 h 1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4"/>
                    <a:gd name="T31" fmla="*/ 0 h 16"/>
                    <a:gd name="T32" fmla="*/ 14 w 14"/>
                    <a:gd name="T33" fmla="*/ 16 h 1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4" h="16">
                      <a:moveTo>
                        <a:pt x="14" y="12"/>
                      </a:moveTo>
                      <a:lnTo>
                        <a:pt x="12" y="14"/>
                      </a:lnTo>
                      <a:lnTo>
                        <a:pt x="10" y="16"/>
                      </a:lnTo>
                      <a:lnTo>
                        <a:pt x="8" y="14"/>
                      </a:lnTo>
                      <a:lnTo>
                        <a:pt x="4" y="12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8" y="4"/>
                      </a:lnTo>
                      <a:lnTo>
                        <a:pt x="12" y="8"/>
                      </a:lnTo>
                      <a:lnTo>
                        <a:pt x="14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01" name="îsļíḋê"/>
                <p:cNvSpPr/>
                <p:nvPr/>
              </p:nvSpPr>
              <p:spPr bwMode="auto">
                <a:xfrm>
                  <a:off x="8803155" y="4147885"/>
                  <a:ext cx="34431" cy="18214"/>
                </a:xfrm>
                <a:custGeom>
                  <a:avLst/>
                  <a:gdLst>
                    <a:gd name="T0" fmla="*/ 2147483647 w 20"/>
                    <a:gd name="T1" fmla="*/ 2147483647 h 12"/>
                    <a:gd name="T2" fmla="*/ 2147483647 w 20"/>
                    <a:gd name="T3" fmla="*/ 2147483647 h 12"/>
                    <a:gd name="T4" fmla="*/ 2147483647 w 20"/>
                    <a:gd name="T5" fmla="*/ 2147483647 h 12"/>
                    <a:gd name="T6" fmla="*/ 2147483647 w 20"/>
                    <a:gd name="T7" fmla="*/ 2147483647 h 12"/>
                    <a:gd name="T8" fmla="*/ 2147483647 w 20"/>
                    <a:gd name="T9" fmla="*/ 2147483647 h 12"/>
                    <a:gd name="T10" fmla="*/ 0 w 20"/>
                    <a:gd name="T11" fmla="*/ 2147483647 h 12"/>
                    <a:gd name="T12" fmla="*/ 0 w 20"/>
                    <a:gd name="T13" fmla="*/ 0 h 12"/>
                    <a:gd name="T14" fmla="*/ 2147483647 w 20"/>
                    <a:gd name="T15" fmla="*/ 0 h 12"/>
                    <a:gd name="T16" fmla="*/ 2147483647 w 20"/>
                    <a:gd name="T17" fmla="*/ 2147483647 h 12"/>
                    <a:gd name="T18" fmla="*/ 2147483647 w 20"/>
                    <a:gd name="T19" fmla="*/ 2147483647 h 12"/>
                    <a:gd name="T20" fmla="*/ 2147483647 w 20"/>
                    <a:gd name="T21" fmla="*/ 2147483647 h 12"/>
                    <a:gd name="T22" fmla="*/ 2147483647 w 20"/>
                    <a:gd name="T23" fmla="*/ 2147483647 h 1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"/>
                    <a:gd name="T37" fmla="*/ 0 h 12"/>
                    <a:gd name="T38" fmla="*/ 20 w 20"/>
                    <a:gd name="T39" fmla="*/ 12 h 12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" h="12">
                      <a:moveTo>
                        <a:pt x="20" y="8"/>
                      </a:moveTo>
                      <a:lnTo>
                        <a:pt x="20" y="12"/>
                      </a:lnTo>
                      <a:lnTo>
                        <a:pt x="16" y="12"/>
                      </a:lnTo>
                      <a:lnTo>
                        <a:pt x="6" y="10"/>
                      </a:lnTo>
                      <a:lnTo>
                        <a:pt x="2" y="6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10" y="2"/>
                      </a:lnTo>
                      <a:lnTo>
                        <a:pt x="18" y="4"/>
                      </a:lnTo>
                      <a:lnTo>
                        <a:pt x="20" y="6"/>
                      </a:lnTo>
                      <a:lnTo>
                        <a:pt x="2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02" name="ïŝḷíḋê"/>
                <p:cNvSpPr/>
                <p:nvPr/>
              </p:nvSpPr>
              <p:spPr bwMode="auto">
                <a:xfrm>
                  <a:off x="8972554" y="4314610"/>
                  <a:ext cx="13772" cy="22417"/>
                </a:xfrm>
                <a:custGeom>
                  <a:avLst/>
                  <a:gdLst>
                    <a:gd name="T0" fmla="*/ 2147483647 w 8"/>
                    <a:gd name="T1" fmla="*/ 0 h 14"/>
                    <a:gd name="T2" fmla="*/ 2147483647 w 8"/>
                    <a:gd name="T3" fmla="*/ 2147483647 h 14"/>
                    <a:gd name="T4" fmla="*/ 2147483647 w 8"/>
                    <a:gd name="T5" fmla="*/ 2147483647 h 14"/>
                    <a:gd name="T6" fmla="*/ 2147483647 w 8"/>
                    <a:gd name="T7" fmla="*/ 2147483647 h 14"/>
                    <a:gd name="T8" fmla="*/ 2147483647 w 8"/>
                    <a:gd name="T9" fmla="*/ 2147483647 h 14"/>
                    <a:gd name="T10" fmla="*/ 2147483647 w 8"/>
                    <a:gd name="T11" fmla="*/ 2147483647 h 14"/>
                    <a:gd name="T12" fmla="*/ 2147483647 w 8"/>
                    <a:gd name="T13" fmla="*/ 2147483647 h 14"/>
                    <a:gd name="T14" fmla="*/ 2147483647 w 8"/>
                    <a:gd name="T15" fmla="*/ 2147483647 h 14"/>
                    <a:gd name="T16" fmla="*/ 0 w 8"/>
                    <a:gd name="T17" fmla="*/ 2147483647 h 14"/>
                    <a:gd name="T18" fmla="*/ 0 w 8"/>
                    <a:gd name="T19" fmla="*/ 2147483647 h 14"/>
                    <a:gd name="T20" fmla="*/ 0 w 8"/>
                    <a:gd name="T21" fmla="*/ 0 h 14"/>
                    <a:gd name="T22" fmla="*/ 2147483647 w 8"/>
                    <a:gd name="T23" fmla="*/ 0 h 1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8"/>
                    <a:gd name="T37" fmla="*/ 0 h 14"/>
                    <a:gd name="T38" fmla="*/ 8 w 8"/>
                    <a:gd name="T39" fmla="*/ 14 h 14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8" h="14">
                      <a:moveTo>
                        <a:pt x="4" y="0"/>
                      </a:moveTo>
                      <a:lnTo>
                        <a:pt x="4" y="4"/>
                      </a:lnTo>
                      <a:lnTo>
                        <a:pt x="6" y="6"/>
                      </a:lnTo>
                      <a:lnTo>
                        <a:pt x="8" y="6"/>
                      </a:lnTo>
                      <a:lnTo>
                        <a:pt x="8" y="8"/>
                      </a:lnTo>
                      <a:lnTo>
                        <a:pt x="6" y="12"/>
                      </a:lnTo>
                      <a:lnTo>
                        <a:pt x="4" y="14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0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303" name="îṡḻiḋé"/>
                <p:cNvSpPr/>
                <p:nvPr/>
              </p:nvSpPr>
              <p:spPr bwMode="auto">
                <a:xfrm>
                  <a:off x="6252552" y="2235441"/>
                  <a:ext cx="1432304" cy="1000355"/>
                </a:xfrm>
                <a:custGeom>
                  <a:avLst/>
                  <a:gdLst>
                    <a:gd name="T0" fmla="*/ 2147483647 w 820"/>
                    <a:gd name="T1" fmla="*/ 2147483647 h 600"/>
                    <a:gd name="T2" fmla="*/ 2147483647 w 820"/>
                    <a:gd name="T3" fmla="*/ 2147483647 h 600"/>
                    <a:gd name="T4" fmla="*/ 2147483647 w 820"/>
                    <a:gd name="T5" fmla="*/ 2147483647 h 600"/>
                    <a:gd name="T6" fmla="*/ 2147483647 w 820"/>
                    <a:gd name="T7" fmla="*/ 2147483647 h 600"/>
                    <a:gd name="T8" fmla="*/ 2147483647 w 820"/>
                    <a:gd name="T9" fmla="*/ 2147483647 h 600"/>
                    <a:gd name="T10" fmla="*/ 2147483647 w 820"/>
                    <a:gd name="T11" fmla="*/ 2147483647 h 600"/>
                    <a:gd name="T12" fmla="*/ 2147483647 w 820"/>
                    <a:gd name="T13" fmla="*/ 2147483647 h 600"/>
                    <a:gd name="T14" fmla="*/ 2147483647 w 820"/>
                    <a:gd name="T15" fmla="*/ 2147483647 h 600"/>
                    <a:gd name="T16" fmla="*/ 2147483647 w 820"/>
                    <a:gd name="T17" fmla="*/ 2147483647 h 600"/>
                    <a:gd name="T18" fmla="*/ 2147483647 w 820"/>
                    <a:gd name="T19" fmla="*/ 2147483647 h 600"/>
                    <a:gd name="T20" fmla="*/ 2147483647 w 820"/>
                    <a:gd name="T21" fmla="*/ 2147483647 h 600"/>
                    <a:gd name="T22" fmla="*/ 2147483647 w 820"/>
                    <a:gd name="T23" fmla="*/ 2147483647 h 600"/>
                    <a:gd name="T24" fmla="*/ 2147483647 w 820"/>
                    <a:gd name="T25" fmla="*/ 2147483647 h 600"/>
                    <a:gd name="T26" fmla="*/ 2147483647 w 820"/>
                    <a:gd name="T27" fmla="*/ 2147483647 h 600"/>
                    <a:gd name="T28" fmla="*/ 2147483647 w 820"/>
                    <a:gd name="T29" fmla="*/ 2147483647 h 600"/>
                    <a:gd name="T30" fmla="*/ 2147483647 w 820"/>
                    <a:gd name="T31" fmla="*/ 2147483647 h 600"/>
                    <a:gd name="T32" fmla="*/ 2147483647 w 820"/>
                    <a:gd name="T33" fmla="*/ 2147483647 h 600"/>
                    <a:gd name="T34" fmla="*/ 2147483647 w 820"/>
                    <a:gd name="T35" fmla="*/ 2147483647 h 600"/>
                    <a:gd name="T36" fmla="*/ 2147483647 w 820"/>
                    <a:gd name="T37" fmla="*/ 2147483647 h 600"/>
                    <a:gd name="T38" fmla="*/ 2147483647 w 820"/>
                    <a:gd name="T39" fmla="*/ 2147483647 h 600"/>
                    <a:gd name="T40" fmla="*/ 2147483647 w 820"/>
                    <a:gd name="T41" fmla="*/ 2147483647 h 600"/>
                    <a:gd name="T42" fmla="*/ 2147483647 w 820"/>
                    <a:gd name="T43" fmla="*/ 2147483647 h 600"/>
                    <a:gd name="T44" fmla="*/ 2147483647 w 820"/>
                    <a:gd name="T45" fmla="*/ 2147483647 h 600"/>
                    <a:gd name="T46" fmla="*/ 2147483647 w 820"/>
                    <a:gd name="T47" fmla="*/ 2147483647 h 600"/>
                    <a:gd name="T48" fmla="*/ 2147483647 w 820"/>
                    <a:gd name="T49" fmla="*/ 2147483647 h 600"/>
                    <a:gd name="T50" fmla="*/ 2147483647 w 820"/>
                    <a:gd name="T51" fmla="*/ 2147483647 h 600"/>
                    <a:gd name="T52" fmla="*/ 2147483647 w 820"/>
                    <a:gd name="T53" fmla="*/ 2147483647 h 600"/>
                    <a:gd name="T54" fmla="*/ 2147483647 w 820"/>
                    <a:gd name="T55" fmla="*/ 2147483647 h 600"/>
                    <a:gd name="T56" fmla="*/ 2147483647 w 820"/>
                    <a:gd name="T57" fmla="*/ 2147483647 h 600"/>
                    <a:gd name="T58" fmla="*/ 2147483647 w 820"/>
                    <a:gd name="T59" fmla="*/ 2147483647 h 600"/>
                    <a:gd name="T60" fmla="*/ 2147483647 w 820"/>
                    <a:gd name="T61" fmla="*/ 2147483647 h 600"/>
                    <a:gd name="T62" fmla="*/ 2147483647 w 820"/>
                    <a:gd name="T63" fmla="*/ 2147483647 h 600"/>
                    <a:gd name="T64" fmla="*/ 2147483647 w 820"/>
                    <a:gd name="T65" fmla="*/ 2147483647 h 600"/>
                    <a:gd name="T66" fmla="*/ 2147483647 w 820"/>
                    <a:gd name="T67" fmla="*/ 2147483647 h 600"/>
                    <a:gd name="T68" fmla="*/ 2147483647 w 820"/>
                    <a:gd name="T69" fmla="*/ 2147483647 h 600"/>
                    <a:gd name="T70" fmla="*/ 2147483647 w 820"/>
                    <a:gd name="T71" fmla="*/ 2147483647 h 600"/>
                    <a:gd name="T72" fmla="*/ 2147483647 w 820"/>
                    <a:gd name="T73" fmla="*/ 2147483647 h 600"/>
                    <a:gd name="T74" fmla="*/ 2147483647 w 820"/>
                    <a:gd name="T75" fmla="*/ 2147483647 h 600"/>
                    <a:gd name="T76" fmla="*/ 2147483647 w 820"/>
                    <a:gd name="T77" fmla="*/ 2147483647 h 600"/>
                    <a:gd name="T78" fmla="*/ 2147483647 w 820"/>
                    <a:gd name="T79" fmla="*/ 2147483647 h 600"/>
                    <a:gd name="T80" fmla="*/ 2147483647 w 820"/>
                    <a:gd name="T81" fmla="*/ 2147483647 h 600"/>
                    <a:gd name="T82" fmla="*/ 2147483647 w 820"/>
                    <a:gd name="T83" fmla="*/ 2147483647 h 600"/>
                    <a:gd name="T84" fmla="*/ 2147483647 w 820"/>
                    <a:gd name="T85" fmla="*/ 2147483647 h 600"/>
                    <a:gd name="T86" fmla="*/ 2147483647 w 820"/>
                    <a:gd name="T87" fmla="*/ 2147483647 h 600"/>
                    <a:gd name="T88" fmla="*/ 0 w 820"/>
                    <a:gd name="T89" fmla="*/ 2147483647 h 600"/>
                    <a:gd name="T90" fmla="*/ 2147483647 w 820"/>
                    <a:gd name="T91" fmla="*/ 2147483647 h 600"/>
                    <a:gd name="T92" fmla="*/ 2147483647 w 820"/>
                    <a:gd name="T93" fmla="*/ 2147483647 h 600"/>
                    <a:gd name="T94" fmla="*/ 2147483647 w 820"/>
                    <a:gd name="T95" fmla="*/ 2147483647 h 600"/>
                    <a:gd name="T96" fmla="*/ 2147483647 w 820"/>
                    <a:gd name="T97" fmla="*/ 2147483647 h 600"/>
                    <a:gd name="T98" fmla="*/ 2147483647 w 820"/>
                    <a:gd name="T99" fmla="*/ 2147483647 h 600"/>
                    <a:gd name="T100" fmla="*/ 2147483647 w 820"/>
                    <a:gd name="T101" fmla="*/ 2147483647 h 600"/>
                    <a:gd name="T102" fmla="*/ 2147483647 w 820"/>
                    <a:gd name="T103" fmla="*/ 2147483647 h 600"/>
                    <a:gd name="T104" fmla="*/ 2147483647 w 820"/>
                    <a:gd name="T105" fmla="*/ 2147483647 h 600"/>
                    <a:gd name="T106" fmla="*/ 2147483647 w 820"/>
                    <a:gd name="T107" fmla="*/ 2147483647 h 600"/>
                    <a:gd name="T108" fmla="*/ 2147483647 w 820"/>
                    <a:gd name="T109" fmla="*/ 2147483647 h 600"/>
                    <a:gd name="T110" fmla="*/ 2147483647 w 820"/>
                    <a:gd name="T111" fmla="*/ 2147483647 h 600"/>
                    <a:gd name="T112" fmla="*/ 2147483647 w 820"/>
                    <a:gd name="T113" fmla="*/ 2147483647 h 600"/>
                    <a:gd name="T114" fmla="*/ 2147483647 w 820"/>
                    <a:gd name="T115" fmla="*/ 2147483647 h 600"/>
                    <a:gd name="T116" fmla="*/ 2147483647 w 820"/>
                    <a:gd name="T117" fmla="*/ 2147483647 h 600"/>
                    <a:gd name="T118" fmla="*/ 2147483647 w 820"/>
                    <a:gd name="T119" fmla="*/ 2147483647 h 60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820"/>
                    <a:gd name="T181" fmla="*/ 0 h 600"/>
                    <a:gd name="T182" fmla="*/ 820 w 820"/>
                    <a:gd name="T183" fmla="*/ 600 h 600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820" h="600">
                      <a:moveTo>
                        <a:pt x="414" y="452"/>
                      </a:moveTo>
                      <a:lnTo>
                        <a:pt x="420" y="452"/>
                      </a:lnTo>
                      <a:lnTo>
                        <a:pt x="424" y="454"/>
                      </a:lnTo>
                      <a:lnTo>
                        <a:pt x="426" y="456"/>
                      </a:lnTo>
                      <a:lnTo>
                        <a:pt x="430" y="462"/>
                      </a:lnTo>
                      <a:lnTo>
                        <a:pt x="430" y="464"/>
                      </a:lnTo>
                      <a:lnTo>
                        <a:pt x="434" y="466"/>
                      </a:lnTo>
                      <a:lnTo>
                        <a:pt x="438" y="466"/>
                      </a:lnTo>
                      <a:lnTo>
                        <a:pt x="440" y="470"/>
                      </a:lnTo>
                      <a:lnTo>
                        <a:pt x="442" y="480"/>
                      </a:lnTo>
                      <a:lnTo>
                        <a:pt x="446" y="496"/>
                      </a:lnTo>
                      <a:lnTo>
                        <a:pt x="444" y="500"/>
                      </a:lnTo>
                      <a:lnTo>
                        <a:pt x="446" y="502"/>
                      </a:lnTo>
                      <a:lnTo>
                        <a:pt x="440" y="504"/>
                      </a:lnTo>
                      <a:lnTo>
                        <a:pt x="436" y="510"/>
                      </a:lnTo>
                      <a:lnTo>
                        <a:pt x="434" y="516"/>
                      </a:lnTo>
                      <a:lnTo>
                        <a:pt x="434" y="520"/>
                      </a:lnTo>
                      <a:lnTo>
                        <a:pt x="436" y="528"/>
                      </a:lnTo>
                      <a:lnTo>
                        <a:pt x="438" y="532"/>
                      </a:lnTo>
                      <a:lnTo>
                        <a:pt x="442" y="534"/>
                      </a:lnTo>
                      <a:lnTo>
                        <a:pt x="448" y="534"/>
                      </a:lnTo>
                      <a:lnTo>
                        <a:pt x="452" y="534"/>
                      </a:lnTo>
                      <a:lnTo>
                        <a:pt x="454" y="536"/>
                      </a:lnTo>
                      <a:lnTo>
                        <a:pt x="456" y="542"/>
                      </a:lnTo>
                      <a:lnTo>
                        <a:pt x="458" y="546"/>
                      </a:lnTo>
                      <a:lnTo>
                        <a:pt x="462" y="548"/>
                      </a:lnTo>
                      <a:lnTo>
                        <a:pt x="466" y="550"/>
                      </a:lnTo>
                      <a:lnTo>
                        <a:pt x="468" y="554"/>
                      </a:lnTo>
                      <a:lnTo>
                        <a:pt x="468" y="558"/>
                      </a:lnTo>
                      <a:lnTo>
                        <a:pt x="466" y="568"/>
                      </a:lnTo>
                      <a:lnTo>
                        <a:pt x="472" y="570"/>
                      </a:lnTo>
                      <a:lnTo>
                        <a:pt x="478" y="574"/>
                      </a:lnTo>
                      <a:lnTo>
                        <a:pt x="484" y="578"/>
                      </a:lnTo>
                      <a:lnTo>
                        <a:pt x="490" y="580"/>
                      </a:lnTo>
                      <a:lnTo>
                        <a:pt x="492" y="582"/>
                      </a:lnTo>
                      <a:lnTo>
                        <a:pt x="496" y="578"/>
                      </a:lnTo>
                      <a:lnTo>
                        <a:pt x="500" y="582"/>
                      </a:lnTo>
                      <a:lnTo>
                        <a:pt x="502" y="582"/>
                      </a:lnTo>
                      <a:lnTo>
                        <a:pt x="506" y="580"/>
                      </a:lnTo>
                      <a:lnTo>
                        <a:pt x="502" y="574"/>
                      </a:lnTo>
                      <a:lnTo>
                        <a:pt x="500" y="568"/>
                      </a:lnTo>
                      <a:lnTo>
                        <a:pt x="500" y="566"/>
                      </a:lnTo>
                      <a:lnTo>
                        <a:pt x="502" y="562"/>
                      </a:lnTo>
                      <a:lnTo>
                        <a:pt x="506" y="560"/>
                      </a:lnTo>
                      <a:lnTo>
                        <a:pt x="518" y="560"/>
                      </a:lnTo>
                      <a:lnTo>
                        <a:pt x="524" y="560"/>
                      </a:lnTo>
                      <a:lnTo>
                        <a:pt x="534" y="558"/>
                      </a:lnTo>
                      <a:lnTo>
                        <a:pt x="542" y="552"/>
                      </a:lnTo>
                      <a:lnTo>
                        <a:pt x="550" y="548"/>
                      </a:lnTo>
                      <a:lnTo>
                        <a:pt x="558" y="546"/>
                      </a:lnTo>
                      <a:lnTo>
                        <a:pt x="564" y="548"/>
                      </a:lnTo>
                      <a:lnTo>
                        <a:pt x="568" y="550"/>
                      </a:lnTo>
                      <a:lnTo>
                        <a:pt x="574" y="552"/>
                      </a:lnTo>
                      <a:lnTo>
                        <a:pt x="578" y="552"/>
                      </a:lnTo>
                      <a:lnTo>
                        <a:pt x="580" y="558"/>
                      </a:lnTo>
                      <a:lnTo>
                        <a:pt x="582" y="562"/>
                      </a:lnTo>
                      <a:lnTo>
                        <a:pt x="590" y="570"/>
                      </a:lnTo>
                      <a:lnTo>
                        <a:pt x="598" y="574"/>
                      </a:lnTo>
                      <a:lnTo>
                        <a:pt x="606" y="576"/>
                      </a:lnTo>
                      <a:lnTo>
                        <a:pt x="620" y="576"/>
                      </a:lnTo>
                      <a:lnTo>
                        <a:pt x="626" y="576"/>
                      </a:lnTo>
                      <a:lnTo>
                        <a:pt x="630" y="578"/>
                      </a:lnTo>
                      <a:lnTo>
                        <a:pt x="638" y="582"/>
                      </a:lnTo>
                      <a:lnTo>
                        <a:pt x="638" y="588"/>
                      </a:lnTo>
                      <a:lnTo>
                        <a:pt x="638" y="594"/>
                      </a:lnTo>
                      <a:lnTo>
                        <a:pt x="640" y="598"/>
                      </a:lnTo>
                      <a:lnTo>
                        <a:pt x="646" y="600"/>
                      </a:lnTo>
                      <a:lnTo>
                        <a:pt x="650" y="596"/>
                      </a:lnTo>
                      <a:lnTo>
                        <a:pt x="648" y="594"/>
                      </a:lnTo>
                      <a:lnTo>
                        <a:pt x="648" y="590"/>
                      </a:lnTo>
                      <a:lnTo>
                        <a:pt x="646" y="584"/>
                      </a:lnTo>
                      <a:lnTo>
                        <a:pt x="662" y="580"/>
                      </a:lnTo>
                      <a:lnTo>
                        <a:pt x="674" y="572"/>
                      </a:lnTo>
                      <a:lnTo>
                        <a:pt x="696" y="558"/>
                      </a:lnTo>
                      <a:lnTo>
                        <a:pt x="696" y="568"/>
                      </a:lnTo>
                      <a:lnTo>
                        <a:pt x="708" y="568"/>
                      </a:lnTo>
                      <a:lnTo>
                        <a:pt x="712" y="562"/>
                      </a:lnTo>
                      <a:lnTo>
                        <a:pt x="714" y="560"/>
                      </a:lnTo>
                      <a:lnTo>
                        <a:pt x="724" y="556"/>
                      </a:lnTo>
                      <a:lnTo>
                        <a:pt x="734" y="554"/>
                      </a:lnTo>
                      <a:lnTo>
                        <a:pt x="738" y="552"/>
                      </a:lnTo>
                      <a:lnTo>
                        <a:pt x="742" y="548"/>
                      </a:lnTo>
                      <a:lnTo>
                        <a:pt x="742" y="550"/>
                      </a:lnTo>
                      <a:lnTo>
                        <a:pt x="746" y="540"/>
                      </a:lnTo>
                      <a:lnTo>
                        <a:pt x="752" y="532"/>
                      </a:lnTo>
                      <a:lnTo>
                        <a:pt x="770" y="518"/>
                      </a:lnTo>
                      <a:lnTo>
                        <a:pt x="772" y="514"/>
                      </a:lnTo>
                      <a:lnTo>
                        <a:pt x="774" y="508"/>
                      </a:lnTo>
                      <a:lnTo>
                        <a:pt x="774" y="498"/>
                      </a:lnTo>
                      <a:lnTo>
                        <a:pt x="774" y="488"/>
                      </a:lnTo>
                      <a:lnTo>
                        <a:pt x="778" y="478"/>
                      </a:lnTo>
                      <a:lnTo>
                        <a:pt x="786" y="466"/>
                      </a:lnTo>
                      <a:lnTo>
                        <a:pt x="792" y="454"/>
                      </a:lnTo>
                      <a:lnTo>
                        <a:pt x="794" y="448"/>
                      </a:lnTo>
                      <a:lnTo>
                        <a:pt x="794" y="442"/>
                      </a:lnTo>
                      <a:lnTo>
                        <a:pt x="792" y="432"/>
                      </a:lnTo>
                      <a:lnTo>
                        <a:pt x="790" y="426"/>
                      </a:lnTo>
                      <a:lnTo>
                        <a:pt x="782" y="420"/>
                      </a:lnTo>
                      <a:lnTo>
                        <a:pt x="772" y="418"/>
                      </a:lnTo>
                      <a:lnTo>
                        <a:pt x="778" y="410"/>
                      </a:lnTo>
                      <a:lnTo>
                        <a:pt x="786" y="406"/>
                      </a:lnTo>
                      <a:lnTo>
                        <a:pt x="778" y="400"/>
                      </a:lnTo>
                      <a:lnTo>
                        <a:pt x="774" y="396"/>
                      </a:lnTo>
                      <a:lnTo>
                        <a:pt x="772" y="392"/>
                      </a:lnTo>
                      <a:lnTo>
                        <a:pt x="776" y="392"/>
                      </a:lnTo>
                      <a:lnTo>
                        <a:pt x="768" y="378"/>
                      </a:lnTo>
                      <a:lnTo>
                        <a:pt x="760" y="366"/>
                      </a:lnTo>
                      <a:lnTo>
                        <a:pt x="750" y="352"/>
                      </a:lnTo>
                      <a:lnTo>
                        <a:pt x="738" y="342"/>
                      </a:lnTo>
                      <a:lnTo>
                        <a:pt x="726" y="338"/>
                      </a:lnTo>
                      <a:lnTo>
                        <a:pt x="720" y="334"/>
                      </a:lnTo>
                      <a:lnTo>
                        <a:pt x="718" y="332"/>
                      </a:lnTo>
                      <a:lnTo>
                        <a:pt x="718" y="328"/>
                      </a:lnTo>
                      <a:lnTo>
                        <a:pt x="718" y="324"/>
                      </a:lnTo>
                      <a:lnTo>
                        <a:pt x="720" y="316"/>
                      </a:lnTo>
                      <a:lnTo>
                        <a:pt x="724" y="312"/>
                      </a:lnTo>
                      <a:lnTo>
                        <a:pt x="728" y="308"/>
                      </a:lnTo>
                      <a:lnTo>
                        <a:pt x="748" y="294"/>
                      </a:lnTo>
                      <a:lnTo>
                        <a:pt x="734" y="286"/>
                      </a:lnTo>
                      <a:lnTo>
                        <a:pt x="726" y="282"/>
                      </a:lnTo>
                      <a:lnTo>
                        <a:pt x="718" y="280"/>
                      </a:lnTo>
                      <a:lnTo>
                        <a:pt x="714" y="282"/>
                      </a:lnTo>
                      <a:lnTo>
                        <a:pt x="710" y="286"/>
                      </a:lnTo>
                      <a:lnTo>
                        <a:pt x="706" y="290"/>
                      </a:lnTo>
                      <a:lnTo>
                        <a:pt x="702" y="290"/>
                      </a:lnTo>
                      <a:lnTo>
                        <a:pt x="662" y="266"/>
                      </a:lnTo>
                      <a:lnTo>
                        <a:pt x="662" y="262"/>
                      </a:lnTo>
                      <a:lnTo>
                        <a:pt x="666" y="260"/>
                      </a:lnTo>
                      <a:lnTo>
                        <a:pt x="670" y="256"/>
                      </a:lnTo>
                      <a:lnTo>
                        <a:pt x="676" y="254"/>
                      </a:lnTo>
                      <a:lnTo>
                        <a:pt x="682" y="250"/>
                      </a:lnTo>
                      <a:lnTo>
                        <a:pt x="686" y="240"/>
                      </a:lnTo>
                      <a:lnTo>
                        <a:pt x="694" y="228"/>
                      </a:lnTo>
                      <a:lnTo>
                        <a:pt x="698" y="224"/>
                      </a:lnTo>
                      <a:lnTo>
                        <a:pt x="704" y="224"/>
                      </a:lnTo>
                      <a:lnTo>
                        <a:pt x="708" y="224"/>
                      </a:lnTo>
                      <a:lnTo>
                        <a:pt x="712" y="228"/>
                      </a:lnTo>
                      <a:lnTo>
                        <a:pt x="714" y="236"/>
                      </a:lnTo>
                      <a:lnTo>
                        <a:pt x="714" y="262"/>
                      </a:lnTo>
                      <a:lnTo>
                        <a:pt x="718" y="262"/>
                      </a:lnTo>
                      <a:lnTo>
                        <a:pt x="724" y="258"/>
                      </a:lnTo>
                      <a:lnTo>
                        <a:pt x="732" y="250"/>
                      </a:lnTo>
                      <a:lnTo>
                        <a:pt x="740" y="242"/>
                      </a:lnTo>
                      <a:lnTo>
                        <a:pt x="742" y="242"/>
                      </a:lnTo>
                      <a:lnTo>
                        <a:pt x="748" y="242"/>
                      </a:lnTo>
                      <a:lnTo>
                        <a:pt x="752" y="234"/>
                      </a:lnTo>
                      <a:lnTo>
                        <a:pt x="760" y="222"/>
                      </a:lnTo>
                      <a:lnTo>
                        <a:pt x="770" y="210"/>
                      </a:lnTo>
                      <a:lnTo>
                        <a:pt x="774" y="212"/>
                      </a:lnTo>
                      <a:lnTo>
                        <a:pt x="780" y="214"/>
                      </a:lnTo>
                      <a:lnTo>
                        <a:pt x="792" y="214"/>
                      </a:lnTo>
                      <a:lnTo>
                        <a:pt x="790" y="208"/>
                      </a:lnTo>
                      <a:lnTo>
                        <a:pt x="792" y="204"/>
                      </a:lnTo>
                      <a:lnTo>
                        <a:pt x="796" y="198"/>
                      </a:lnTo>
                      <a:lnTo>
                        <a:pt x="802" y="188"/>
                      </a:lnTo>
                      <a:lnTo>
                        <a:pt x="806" y="190"/>
                      </a:lnTo>
                      <a:lnTo>
                        <a:pt x="810" y="192"/>
                      </a:lnTo>
                      <a:lnTo>
                        <a:pt x="814" y="190"/>
                      </a:lnTo>
                      <a:lnTo>
                        <a:pt x="818" y="188"/>
                      </a:lnTo>
                      <a:lnTo>
                        <a:pt x="818" y="186"/>
                      </a:lnTo>
                      <a:lnTo>
                        <a:pt x="820" y="188"/>
                      </a:lnTo>
                      <a:lnTo>
                        <a:pt x="814" y="172"/>
                      </a:lnTo>
                      <a:lnTo>
                        <a:pt x="808" y="164"/>
                      </a:lnTo>
                      <a:lnTo>
                        <a:pt x="800" y="158"/>
                      </a:lnTo>
                      <a:lnTo>
                        <a:pt x="800" y="142"/>
                      </a:lnTo>
                      <a:lnTo>
                        <a:pt x="812" y="146"/>
                      </a:lnTo>
                      <a:lnTo>
                        <a:pt x="820" y="152"/>
                      </a:lnTo>
                      <a:lnTo>
                        <a:pt x="820" y="142"/>
                      </a:lnTo>
                      <a:lnTo>
                        <a:pt x="820" y="136"/>
                      </a:lnTo>
                      <a:lnTo>
                        <a:pt x="820" y="124"/>
                      </a:lnTo>
                      <a:lnTo>
                        <a:pt x="818" y="110"/>
                      </a:lnTo>
                      <a:lnTo>
                        <a:pt x="814" y="100"/>
                      </a:lnTo>
                      <a:lnTo>
                        <a:pt x="806" y="86"/>
                      </a:lnTo>
                      <a:lnTo>
                        <a:pt x="798" y="92"/>
                      </a:lnTo>
                      <a:lnTo>
                        <a:pt x="792" y="98"/>
                      </a:lnTo>
                      <a:lnTo>
                        <a:pt x="786" y="102"/>
                      </a:lnTo>
                      <a:lnTo>
                        <a:pt x="774" y="104"/>
                      </a:lnTo>
                      <a:lnTo>
                        <a:pt x="770" y="104"/>
                      </a:lnTo>
                      <a:lnTo>
                        <a:pt x="764" y="102"/>
                      </a:lnTo>
                      <a:lnTo>
                        <a:pt x="756" y="96"/>
                      </a:lnTo>
                      <a:lnTo>
                        <a:pt x="750" y="88"/>
                      </a:lnTo>
                      <a:lnTo>
                        <a:pt x="744" y="80"/>
                      </a:lnTo>
                      <a:lnTo>
                        <a:pt x="732" y="76"/>
                      </a:lnTo>
                      <a:lnTo>
                        <a:pt x="718" y="72"/>
                      </a:lnTo>
                      <a:lnTo>
                        <a:pt x="704" y="68"/>
                      </a:lnTo>
                      <a:lnTo>
                        <a:pt x="690" y="62"/>
                      </a:lnTo>
                      <a:lnTo>
                        <a:pt x="680" y="54"/>
                      </a:lnTo>
                      <a:lnTo>
                        <a:pt x="668" y="46"/>
                      </a:lnTo>
                      <a:lnTo>
                        <a:pt x="646" y="24"/>
                      </a:lnTo>
                      <a:lnTo>
                        <a:pt x="634" y="16"/>
                      </a:lnTo>
                      <a:lnTo>
                        <a:pt x="622" y="8"/>
                      </a:lnTo>
                      <a:lnTo>
                        <a:pt x="606" y="2"/>
                      </a:lnTo>
                      <a:lnTo>
                        <a:pt x="584" y="0"/>
                      </a:lnTo>
                      <a:lnTo>
                        <a:pt x="572" y="0"/>
                      </a:lnTo>
                      <a:lnTo>
                        <a:pt x="562" y="2"/>
                      </a:lnTo>
                      <a:lnTo>
                        <a:pt x="556" y="4"/>
                      </a:lnTo>
                      <a:lnTo>
                        <a:pt x="552" y="8"/>
                      </a:lnTo>
                      <a:lnTo>
                        <a:pt x="550" y="12"/>
                      </a:lnTo>
                      <a:lnTo>
                        <a:pt x="550" y="18"/>
                      </a:lnTo>
                      <a:lnTo>
                        <a:pt x="552" y="20"/>
                      </a:lnTo>
                      <a:lnTo>
                        <a:pt x="556" y="24"/>
                      </a:lnTo>
                      <a:lnTo>
                        <a:pt x="562" y="30"/>
                      </a:lnTo>
                      <a:lnTo>
                        <a:pt x="564" y="40"/>
                      </a:lnTo>
                      <a:lnTo>
                        <a:pt x="566" y="50"/>
                      </a:lnTo>
                      <a:lnTo>
                        <a:pt x="566" y="56"/>
                      </a:lnTo>
                      <a:lnTo>
                        <a:pt x="566" y="62"/>
                      </a:lnTo>
                      <a:lnTo>
                        <a:pt x="562" y="66"/>
                      </a:lnTo>
                      <a:lnTo>
                        <a:pt x="560" y="68"/>
                      </a:lnTo>
                      <a:lnTo>
                        <a:pt x="550" y="68"/>
                      </a:lnTo>
                      <a:lnTo>
                        <a:pt x="536" y="66"/>
                      </a:lnTo>
                      <a:lnTo>
                        <a:pt x="538" y="88"/>
                      </a:lnTo>
                      <a:lnTo>
                        <a:pt x="538" y="94"/>
                      </a:lnTo>
                      <a:lnTo>
                        <a:pt x="542" y="98"/>
                      </a:lnTo>
                      <a:lnTo>
                        <a:pt x="544" y="102"/>
                      </a:lnTo>
                      <a:lnTo>
                        <a:pt x="550" y="102"/>
                      </a:lnTo>
                      <a:lnTo>
                        <a:pt x="568" y="102"/>
                      </a:lnTo>
                      <a:lnTo>
                        <a:pt x="576" y="100"/>
                      </a:lnTo>
                      <a:lnTo>
                        <a:pt x="582" y="98"/>
                      </a:lnTo>
                      <a:lnTo>
                        <a:pt x="592" y="100"/>
                      </a:lnTo>
                      <a:lnTo>
                        <a:pt x="602" y="106"/>
                      </a:lnTo>
                      <a:lnTo>
                        <a:pt x="610" y="112"/>
                      </a:lnTo>
                      <a:lnTo>
                        <a:pt x="616" y="120"/>
                      </a:lnTo>
                      <a:lnTo>
                        <a:pt x="596" y="122"/>
                      </a:lnTo>
                      <a:lnTo>
                        <a:pt x="578" y="124"/>
                      </a:lnTo>
                      <a:lnTo>
                        <a:pt x="576" y="128"/>
                      </a:lnTo>
                      <a:lnTo>
                        <a:pt x="576" y="132"/>
                      </a:lnTo>
                      <a:lnTo>
                        <a:pt x="574" y="134"/>
                      </a:lnTo>
                      <a:lnTo>
                        <a:pt x="574" y="140"/>
                      </a:lnTo>
                      <a:lnTo>
                        <a:pt x="570" y="142"/>
                      </a:lnTo>
                      <a:lnTo>
                        <a:pt x="566" y="142"/>
                      </a:lnTo>
                      <a:lnTo>
                        <a:pt x="556" y="144"/>
                      </a:lnTo>
                      <a:lnTo>
                        <a:pt x="552" y="146"/>
                      </a:lnTo>
                      <a:lnTo>
                        <a:pt x="550" y="150"/>
                      </a:lnTo>
                      <a:lnTo>
                        <a:pt x="544" y="152"/>
                      </a:lnTo>
                      <a:lnTo>
                        <a:pt x="538" y="154"/>
                      </a:lnTo>
                      <a:lnTo>
                        <a:pt x="532" y="154"/>
                      </a:lnTo>
                      <a:lnTo>
                        <a:pt x="528" y="152"/>
                      </a:lnTo>
                      <a:lnTo>
                        <a:pt x="524" y="150"/>
                      </a:lnTo>
                      <a:lnTo>
                        <a:pt x="522" y="150"/>
                      </a:lnTo>
                      <a:lnTo>
                        <a:pt x="518" y="152"/>
                      </a:lnTo>
                      <a:lnTo>
                        <a:pt x="516" y="156"/>
                      </a:lnTo>
                      <a:lnTo>
                        <a:pt x="516" y="160"/>
                      </a:lnTo>
                      <a:lnTo>
                        <a:pt x="518" y="160"/>
                      </a:lnTo>
                      <a:lnTo>
                        <a:pt x="524" y="164"/>
                      </a:lnTo>
                      <a:lnTo>
                        <a:pt x="528" y="166"/>
                      </a:lnTo>
                      <a:lnTo>
                        <a:pt x="530" y="168"/>
                      </a:lnTo>
                      <a:lnTo>
                        <a:pt x="530" y="172"/>
                      </a:lnTo>
                      <a:lnTo>
                        <a:pt x="530" y="176"/>
                      </a:lnTo>
                      <a:lnTo>
                        <a:pt x="526" y="182"/>
                      </a:lnTo>
                      <a:lnTo>
                        <a:pt x="518" y="188"/>
                      </a:lnTo>
                      <a:lnTo>
                        <a:pt x="508" y="194"/>
                      </a:lnTo>
                      <a:lnTo>
                        <a:pt x="496" y="198"/>
                      </a:lnTo>
                      <a:lnTo>
                        <a:pt x="468" y="198"/>
                      </a:lnTo>
                      <a:lnTo>
                        <a:pt x="458" y="206"/>
                      </a:lnTo>
                      <a:lnTo>
                        <a:pt x="452" y="210"/>
                      </a:lnTo>
                      <a:lnTo>
                        <a:pt x="444" y="212"/>
                      </a:lnTo>
                      <a:lnTo>
                        <a:pt x="430" y="210"/>
                      </a:lnTo>
                      <a:lnTo>
                        <a:pt x="414" y="206"/>
                      </a:lnTo>
                      <a:lnTo>
                        <a:pt x="402" y="200"/>
                      </a:lnTo>
                      <a:lnTo>
                        <a:pt x="392" y="194"/>
                      </a:lnTo>
                      <a:lnTo>
                        <a:pt x="348" y="194"/>
                      </a:lnTo>
                      <a:lnTo>
                        <a:pt x="348" y="192"/>
                      </a:lnTo>
                      <a:lnTo>
                        <a:pt x="314" y="192"/>
                      </a:lnTo>
                      <a:lnTo>
                        <a:pt x="306" y="188"/>
                      </a:lnTo>
                      <a:lnTo>
                        <a:pt x="298" y="180"/>
                      </a:lnTo>
                      <a:lnTo>
                        <a:pt x="290" y="172"/>
                      </a:lnTo>
                      <a:lnTo>
                        <a:pt x="280" y="166"/>
                      </a:lnTo>
                      <a:lnTo>
                        <a:pt x="272" y="160"/>
                      </a:lnTo>
                      <a:lnTo>
                        <a:pt x="262" y="160"/>
                      </a:lnTo>
                      <a:lnTo>
                        <a:pt x="252" y="156"/>
                      </a:lnTo>
                      <a:lnTo>
                        <a:pt x="244" y="152"/>
                      </a:lnTo>
                      <a:lnTo>
                        <a:pt x="214" y="152"/>
                      </a:lnTo>
                      <a:lnTo>
                        <a:pt x="210" y="146"/>
                      </a:lnTo>
                      <a:lnTo>
                        <a:pt x="206" y="140"/>
                      </a:lnTo>
                      <a:lnTo>
                        <a:pt x="202" y="126"/>
                      </a:lnTo>
                      <a:lnTo>
                        <a:pt x="198" y="118"/>
                      </a:lnTo>
                      <a:lnTo>
                        <a:pt x="194" y="112"/>
                      </a:lnTo>
                      <a:lnTo>
                        <a:pt x="182" y="104"/>
                      </a:lnTo>
                      <a:lnTo>
                        <a:pt x="174" y="100"/>
                      </a:lnTo>
                      <a:lnTo>
                        <a:pt x="168" y="98"/>
                      </a:lnTo>
                      <a:lnTo>
                        <a:pt x="154" y="92"/>
                      </a:lnTo>
                      <a:lnTo>
                        <a:pt x="146" y="90"/>
                      </a:lnTo>
                      <a:lnTo>
                        <a:pt x="140" y="86"/>
                      </a:lnTo>
                      <a:lnTo>
                        <a:pt x="138" y="82"/>
                      </a:lnTo>
                      <a:lnTo>
                        <a:pt x="134" y="76"/>
                      </a:lnTo>
                      <a:lnTo>
                        <a:pt x="134" y="78"/>
                      </a:lnTo>
                      <a:lnTo>
                        <a:pt x="122" y="86"/>
                      </a:lnTo>
                      <a:lnTo>
                        <a:pt x="114" y="94"/>
                      </a:lnTo>
                      <a:lnTo>
                        <a:pt x="126" y="108"/>
                      </a:lnTo>
                      <a:lnTo>
                        <a:pt x="116" y="116"/>
                      </a:lnTo>
                      <a:lnTo>
                        <a:pt x="110" y="118"/>
                      </a:lnTo>
                      <a:lnTo>
                        <a:pt x="100" y="116"/>
                      </a:lnTo>
                      <a:lnTo>
                        <a:pt x="88" y="112"/>
                      </a:lnTo>
                      <a:lnTo>
                        <a:pt x="92" y="130"/>
                      </a:lnTo>
                      <a:lnTo>
                        <a:pt x="92" y="140"/>
                      </a:lnTo>
                      <a:lnTo>
                        <a:pt x="90" y="148"/>
                      </a:lnTo>
                      <a:lnTo>
                        <a:pt x="86" y="150"/>
                      </a:lnTo>
                      <a:lnTo>
                        <a:pt x="84" y="150"/>
                      </a:lnTo>
                      <a:lnTo>
                        <a:pt x="78" y="150"/>
                      </a:lnTo>
                      <a:lnTo>
                        <a:pt x="68" y="146"/>
                      </a:lnTo>
                      <a:lnTo>
                        <a:pt x="70" y="156"/>
                      </a:lnTo>
                      <a:lnTo>
                        <a:pt x="76" y="164"/>
                      </a:lnTo>
                      <a:lnTo>
                        <a:pt x="80" y="176"/>
                      </a:lnTo>
                      <a:lnTo>
                        <a:pt x="82" y="188"/>
                      </a:lnTo>
                      <a:lnTo>
                        <a:pt x="78" y="194"/>
                      </a:lnTo>
                      <a:lnTo>
                        <a:pt x="74" y="200"/>
                      </a:lnTo>
                      <a:lnTo>
                        <a:pt x="64" y="214"/>
                      </a:lnTo>
                      <a:lnTo>
                        <a:pt x="50" y="228"/>
                      </a:lnTo>
                      <a:lnTo>
                        <a:pt x="38" y="236"/>
                      </a:lnTo>
                      <a:lnTo>
                        <a:pt x="28" y="238"/>
                      </a:lnTo>
                      <a:lnTo>
                        <a:pt x="14" y="240"/>
                      </a:lnTo>
                      <a:lnTo>
                        <a:pt x="8" y="242"/>
                      </a:lnTo>
                      <a:lnTo>
                        <a:pt x="4" y="244"/>
                      </a:lnTo>
                      <a:lnTo>
                        <a:pt x="2" y="248"/>
                      </a:lnTo>
                      <a:lnTo>
                        <a:pt x="0" y="254"/>
                      </a:lnTo>
                      <a:lnTo>
                        <a:pt x="2" y="258"/>
                      </a:lnTo>
                      <a:lnTo>
                        <a:pt x="4" y="262"/>
                      </a:lnTo>
                      <a:lnTo>
                        <a:pt x="14" y="268"/>
                      </a:lnTo>
                      <a:lnTo>
                        <a:pt x="24" y="276"/>
                      </a:lnTo>
                      <a:lnTo>
                        <a:pt x="26" y="280"/>
                      </a:lnTo>
                      <a:lnTo>
                        <a:pt x="26" y="286"/>
                      </a:lnTo>
                      <a:lnTo>
                        <a:pt x="20" y="288"/>
                      </a:lnTo>
                      <a:lnTo>
                        <a:pt x="14" y="290"/>
                      </a:lnTo>
                      <a:lnTo>
                        <a:pt x="18" y="292"/>
                      </a:lnTo>
                      <a:lnTo>
                        <a:pt x="20" y="294"/>
                      </a:lnTo>
                      <a:lnTo>
                        <a:pt x="28" y="296"/>
                      </a:lnTo>
                      <a:lnTo>
                        <a:pt x="28" y="298"/>
                      </a:lnTo>
                      <a:lnTo>
                        <a:pt x="36" y="298"/>
                      </a:lnTo>
                      <a:lnTo>
                        <a:pt x="44" y="302"/>
                      </a:lnTo>
                      <a:lnTo>
                        <a:pt x="50" y="308"/>
                      </a:lnTo>
                      <a:lnTo>
                        <a:pt x="54" y="316"/>
                      </a:lnTo>
                      <a:lnTo>
                        <a:pt x="58" y="320"/>
                      </a:lnTo>
                      <a:lnTo>
                        <a:pt x="62" y="322"/>
                      </a:lnTo>
                      <a:lnTo>
                        <a:pt x="68" y="322"/>
                      </a:lnTo>
                      <a:lnTo>
                        <a:pt x="74" y="324"/>
                      </a:lnTo>
                      <a:lnTo>
                        <a:pt x="78" y="324"/>
                      </a:lnTo>
                      <a:lnTo>
                        <a:pt x="82" y="326"/>
                      </a:lnTo>
                      <a:lnTo>
                        <a:pt x="84" y="326"/>
                      </a:lnTo>
                      <a:lnTo>
                        <a:pt x="86" y="324"/>
                      </a:lnTo>
                      <a:lnTo>
                        <a:pt x="90" y="322"/>
                      </a:lnTo>
                      <a:lnTo>
                        <a:pt x="94" y="320"/>
                      </a:lnTo>
                      <a:lnTo>
                        <a:pt x="100" y="320"/>
                      </a:lnTo>
                      <a:lnTo>
                        <a:pt x="108" y="320"/>
                      </a:lnTo>
                      <a:lnTo>
                        <a:pt x="114" y="324"/>
                      </a:lnTo>
                      <a:lnTo>
                        <a:pt x="116" y="324"/>
                      </a:lnTo>
                      <a:lnTo>
                        <a:pt x="122" y="326"/>
                      </a:lnTo>
                      <a:lnTo>
                        <a:pt x="122" y="332"/>
                      </a:lnTo>
                      <a:lnTo>
                        <a:pt x="120" y="336"/>
                      </a:lnTo>
                      <a:lnTo>
                        <a:pt x="114" y="344"/>
                      </a:lnTo>
                      <a:lnTo>
                        <a:pt x="112" y="352"/>
                      </a:lnTo>
                      <a:lnTo>
                        <a:pt x="110" y="358"/>
                      </a:lnTo>
                      <a:lnTo>
                        <a:pt x="112" y="362"/>
                      </a:lnTo>
                      <a:lnTo>
                        <a:pt x="114" y="368"/>
                      </a:lnTo>
                      <a:lnTo>
                        <a:pt x="122" y="376"/>
                      </a:lnTo>
                      <a:lnTo>
                        <a:pt x="120" y="378"/>
                      </a:lnTo>
                      <a:lnTo>
                        <a:pt x="118" y="378"/>
                      </a:lnTo>
                      <a:lnTo>
                        <a:pt x="112" y="380"/>
                      </a:lnTo>
                      <a:lnTo>
                        <a:pt x="114" y="388"/>
                      </a:lnTo>
                      <a:lnTo>
                        <a:pt x="114" y="392"/>
                      </a:lnTo>
                      <a:lnTo>
                        <a:pt x="116" y="396"/>
                      </a:lnTo>
                      <a:lnTo>
                        <a:pt x="118" y="400"/>
                      </a:lnTo>
                      <a:lnTo>
                        <a:pt x="126" y="404"/>
                      </a:lnTo>
                      <a:lnTo>
                        <a:pt x="136" y="408"/>
                      </a:lnTo>
                      <a:lnTo>
                        <a:pt x="144" y="416"/>
                      </a:lnTo>
                      <a:lnTo>
                        <a:pt x="152" y="424"/>
                      </a:lnTo>
                      <a:lnTo>
                        <a:pt x="158" y="424"/>
                      </a:lnTo>
                      <a:lnTo>
                        <a:pt x="162" y="424"/>
                      </a:lnTo>
                      <a:lnTo>
                        <a:pt x="164" y="422"/>
                      </a:lnTo>
                      <a:lnTo>
                        <a:pt x="166" y="420"/>
                      </a:lnTo>
                      <a:lnTo>
                        <a:pt x="168" y="420"/>
                      </a:lnTo>
                      <a:lnTo>
                        <a:pt x="180" y="428"/>
                      </a:lnTo>
                      <a:lnTo>
                        <a:pt x="190" y="436"/>
                      </a:lnTo>
                      <a:lnTo>
                        <a:pt x="198" y="442"/>
                      </a:lnTo>
                      <a:lnTo>
                        <a:pt x="208" y="446"/>
                      </a:lnTo>
                      <a:lnTo>
                        <a:pt x="220" y="450"/>
                      </a:lnTo>
                      <a:lnTo>
                        <a:pt x="222" y="452"/>
                      </a:lnTo>
                      <a:lnTo>
                        <a:pt x="226" y="456"/>
                      </a:lnTo>
                      <a:lnTo>
                        <a:pt x="230" y="458"/>
                      </a:lnTo>
                      <a:lnTo>
                        <a:pt x="236" y="460"/>
                      </a:lnTo>
                      <a:lnTo>
                        <a:pt x="240" y="460"/>
                      </a:lnTo>
                      <a:lnTo>
                        <a:pt x="242" y="460"/>
                      </a:lnTo>
                      <a:lnTo>
                        <a:pt x="244" y="460"/>
                      </a:lnTo>
                      <a:lnTo>
                        <a:pt x="250" y="464"/>
                      </a:lnTo>
                      <a:lnTo>
                        <a:pt x="256" y="466"/>
                      </a:lnTo>
                      <a:lnTo>
                        <a:pt x="274" y="466"/>
                      </a:lnTo>
                      <a:lnTo>
                        <a:pt x="274" y="468"/>
                      </a:lnTo>
                      <a:lnTo>
                        <a:pt x="274" y="464"/>
                      </a:lnTo>
                      <a:lnTo>
                        <a:pt x="278" y="462"/>
                      </a:lnTo>
                      <a:lnTo>
                        <a:pt x="284" y="460"/>
                      </a:lnTo>
                      <a:lnTo>
                        <a:pt x="288" y="472"/>
                      </a:lnTo>
                      <a:lnTo>
                        <a:pt x="290" y="468"/>
                      </a:lnTo>
                      <a:lnTo>
                        <a:pt x="294" y="462"/>
                      </a:lnTo>
                      <a:lnTo>
                        <a:pt x="298" y="460"/>
                      </a:lnTo>
                      <a:lnTo>
                        <a:pt x="302" y="458"/>
                      </a:lnTo>
                      <a:lnTo>
                        <a:pt x="312" y="460"/>
                      </a:lnTo>
                      <a:lnTo>
                        <a:pt x="322" y="464"/>
                      </a:lnTo>
                      <a:lnTo>
                        <a:pt x="332" y="472"/>
                      </a:lnTo>
                      <a:lnTo>
                        <a:pt x="336" y="478"/>
                      </a:lnTo>
                      <a:lnTo>
                        <a:pt x="336" y="480"/>
                      </a:lnTo>
                      <a:lnTo>
                        <a:pt x="338" y="478"/>
                      </a:lnTo>
                      <a:lnTo>
                        <a:pt x="340" y="470"/>
                      </a:lnTo>
                      <a:lnTo>
                        <a:pt x="344" y="460"/>
                      </a:lnTo>
                      <a:lnTo>
                        <a:pt x="348" y="454"/>
                      </a:lnTo>
                      <a:lnTo>
                        <a:pt x="356" y="446"/>
                      </a:lnTo>
                      <a:lnTo>
                        <a:pt x="362" y="442"/>
                      </a:lnTo>
                      <a:lnTo>
                        <a:pt x="372" y="438"/>
                      </a:lnTo>
                      <a:lnTo>
                        <a:pt x="374" y="440"/>
                      </a:lnTo>
                      <a:lnTo>
                        <a:pt x="376" y="440"/>
                      </a:lnTo>
                      <a:lnTo>
                        <a:pt x="380" y="442"/>
                      </a:lnTo>
                      <a:lnTo>
                        <a:pt x="382" y="440"/>
                      </a:lnTo>
                      <a:lnTo>
                        <a:pt x="386" y="438"/>
                      </a:lnTo>
                      <a:lnTo>
                        <a:pt x="386" y="436"/>
                      </a:lnTo>
                      <a:lnTo>
                        <a:pt x="392" y="436"/>
                      </a:lnTo>
                      <a:lnTo>
                        <a:pt x="400" y="444"/>
                      </a:lnTo>
                      <a:lnTo>
                        <a:pt x="400" y="448"/>
                      </a:lnTo>
                      <a:lnTo>
                        <a:pt x="400" y="450"/>
                      </a:lnTo>
                      <a:lnTo>
                        <a:pt x="404" y="454"/>
                      </a:lnTo>
                      <a:lnTo>
                        <a:pt x="410" y="456"/>
                      </a:lnTo>
                      <a:lnTo>
                        <a:pt x="414" y="456"/>
                      </a:lnTo>
                      <a:lnTo>
                        <a:pt x="414" y="452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  <p:grpSp>
            <p:nvGrpSpPr>
              <p:cNvPr id="40" name="íšlïďè"/>
              <p:cNvGrpSpPr/>
              <p:nvPr/>
            </p:nvGrpSpPr>
            <p:grpSpPr>
              <a:xfrm>
                <a:off x="1489576" y="1175752"/>
                <a:ext cx="3799368" cy="4042773"/>
                <a:chOff x="484774" y="1442442"/>
                <a:chExt cx="3662016" cy="4113505"/>
              </a:xfrm>
              <a:grpFill/>
            </p:grpSpPr>
            <p:sp>
              <p:nvSpPr>
                <p:cNvPr id="41" name="iS1ïḑe"/>
                <p:cNvSpPr/>
                <p:nvPr/>
              </p:nvSpPr>
              <p:spPr bwMode="auto">
                <a:xfrm>
                  <a:off x="1187154" y="1675017"/>
                  <a:ext cx="1844092" cy="899480"/>
                </a:xfrm>
                <a:custGeom>
                  <a:avLst/>
                  <a:gdLst>
                    <a:gd name="T0" fmla="*/ 2147483647 w 1056"/>
                    <a:gd name="T1" fmla="*/ 2147483647 h 540"/>
                    <a:gd name="T2" fmla="*/ 2147483647 w 1056"/>
                    <a:gd name="T3" fmla="*/ 2147483647 h 540"/>
                    <a:gd name="T4" fmla="*/ 2147483647 w 1056"/>
                    <a:gd name="T5" fmla="*/ 2147483647 h 540"/>
                    <a:gd name="T6" fmla="*/ 2147483647 w 1056"/>
                    <a:gd name="T7" fmla="*/ 2147483647 h 540"/>
                    <a:gd name="T8" fmla="*/ 2147483647 w 1056"/>
                    <a:gd name="T9" fmla="*/ 2147483647 h 540"/>
                    <a:gd name="T10" fmla="*/ 2147483647 w 1056"/>
                    <a:gd name="T11" fmla="*/ 2147483647 h 540"/>
                    <a:gd name="T12" fmla="*/ 2147483647 w 1056"/>
                    <a:gd name="T13" fmla="*/ 2147483647 h 540"/>
                    <a:gd name="T14" fmla="*/ 2147483647 w 1056"/>
                    <a:gd name="T15" fmla="*/ 2147483647 h 540"/>
                    <a:gd name="T16" fmla="*/ 2147483647 w 1056"/>
                    <a:gd name="T17" fmla="*/ 2147483647 h 540"/>
                    <a:gd name="T18" fmla="*/ 2147483647 w 1056"/>
                    <a:gd name="T19" fmla="*/ 2147483647 h 540"/>
                    <a:gd name="T20" fmla="*/ 2147483647 w 1056"/>
                    <a:gd name="T21" fmla="*/ 2147483647 h 540"/>
                    <a:gd name="T22" fmla="*/ 2147483647 w 1056"/>
                    <a:gd name="T23" fmla="*/ 2147483647 h 540"/>
                    <a:gd name="T24" fmla="*/ 2147483647 w 1056"/>
                    <a:gd name="T25" fmla="*/ 2147483647 h 540"/>
                    <a:gd name="T26" fmla="*/ 2147483647 w 1056"/>
                    <a:gd name="T27" fmla="*/ 2147483647 h 540"/>
                    <a:gd name="T28" fmla="*/ 2147483647 w 1056"/>
                    <a:gd name="T29" fmla="*/ 2147483647 h 540"/>
                    <a:gd name="T30" fmla="*/ 2147483647 w 1056"/>
                    <a:gd name="T31" fmla="*/ 2147483647 h 540"/>
                    <a:gd name="T32" fmla="*/ 2147483647 w 1056"/>
                    <a:gd name="T33" fmla="*/ 2147483647 h 540"/>
                    <a:gd name="T34" fmla="*/ 2147483647 w 1056"/>
                    <a:gd name="T35" fmla="*/ 2147483647 h 540"/>
                    <a:gd name="T36" fmla="*/ 2147483647 w 1056"/>
                    <a:gd name="T37" fmla="*/ 2147483647 h 540"/>
                    <a:gd name="T38" fmla="*/ 2147483647 w 1056"/>
                    <a:gd name="T39" fmla="*/ 2147483647 h 540"/>
                    <a:gd name="T40" fmla="*/ 2147483647 w 1056"/>
                    <a:gd name="T41" fmla="*/ 2147483647 h 540"/>
                    <a:gd name="T42" fmla="*/ 2147483647 w 1056"/>
                    <a:gd name="T43" fmla="*/ 2147483647 h 540"/>
                    <a:gd name="T44" fmla="*/ 2147483647 w 1056"/>
                    <a:gd name="T45" fmla="*/ 2147483647 h 540"/>
                    <a:gd name="T46" fmla="*/ 2147483647 w 1056"/>
                    <a:gd name="T47" fmla="*/ 2147483647 h 540"/>
                    <a:gd name="T48" fmla="*/ 2147483647 w 1056"/>
                    <a:gd name="T49" fmla="*/ 2147483647 h 540"/>
                    <a:gd name="T50" fmla="*/ 2147483647 w 1056"/>
                    <a:gd name="T51" fmla="*/ 2147483647 h 540"/>
                    <a:gd name="T52" fmla="*/ 2147483647 w 1056"/>
                    <a:gd name="T53" fmla="*/ 2147483647 h 540"/>
                    <a:gd name="T54" fmla="*/ 2147483647 w 1056"/>
                    <a:gd name="T55" fmla="*/ 2147483647 h 540"/>
                    <a:gd name="T56" fmla="*/ 2147483647 w 1056"/>
                    <a:gd name="T57" fmla="*/ 2147483647 h 540"/>
                    <a:gd name="T58" fmla="*/ 2147483647 w 1056"/>
                    <a:gd name="T59" fmla="*/ 2147483647 h 540"/>
                    <a:gd name="T60" fmla="*/ 2147483647 w 1056"/>
                    <a:gd name="T61" fmla="*/ 2147483647 h 540"/>
                    <a:gd name="T62" fmla="*/ 2147483647 w 1056"/>
                    <a:gd name="T63" fmla="*/ 2147483647 h 540"/>
                    <a:gd name="T64" fmla="*/ 2147483647 w 1056"/>
                    <a:gd name="T65" fmla="*/ 2147483647 h 540"/>
                    <a:gd name="T66" fmla="*/ 2147483647 w 1056"/>
                    <a:gd name="T67" fmla="*/ 2147483647 h 540"/>
                    <a:gd name="T68" fmla="*/ 2147483647 w 1056"/>
                    <a:gd name="T69" fmla="*/ 2147483647 h 540"/>
                    <a:gd name="T70" fmla="*/ 2147483647 w 1056"/>
                    <a:gd name="T71" fmla="*/ 2147483647 h 540"/>
                    <a:gd name="T72" fmla="*/ 2147483647 w 1056"/>
                    <a:gd name="T73" fmla="*/ 2147483647 h 540"/>
                    <a:gd name="T74" fmla="*/ 2147483647 w 1056"/>
                    <a:gd name="T75" fmla="*/ 2147483647 h 540"/>
                    <a:gd name="T76" fmla="*/ 2147483647 w 1056"/>
                    <a:gd name="T77" fmla="*/ 2147483647 h 540"/>
                    <a:gd name="T78" fmla="*/ 2147483647 w 1056"/>
                    <a:gd name="T79" fmla="*/ 2147483647 h 540"/>
                    <a:gd name="T80" fmla="*/ 2147483647 w 1056"/>
                    <a:gd name="T81" fmla="*/ 2147483647 h 540"/>
                    <a:gd name="T82" fmla="*/ 2147483647 w 1056"/>
                    <a:gd name="T83" fmla="*/ 2147483647 h 540"/>
                    <a:gd name="T84" fmla="*/ 2147483647 w 1056"/>
                    <a:gd name="T85" fmla="*/ 2147483647 h 540"/>
                    <a:gd name="T86" fmla="*/ 2147483647 w 1056"/>
                    <a:gd name="T87" fmla="*/ 2147483647 h 540"/>
                    <a:gd name="T88" fmla="*/ 2147483647 w 1056"/>
                    <a:gd name="T89" fmla="*/ 2147483647 h 540"/>
                    <a:gd name="T90" fmla="*/ 2147483647 w 1056"/>
                    <a:gd name="T91" fmla="*/ 2147483647 h 540"/>
                    <a:gd name="T92" fmla="*/ 2147483647 w 1056"/>
                    <a:gd name="T93" fmla="*/ 2147483647 h 540"/>
                    <a:gd name="T94" fmla="*/ 2147483647 w 1056"/>
                    <a:gd name="T95" fmla="*/ 2147483647 h 540"/>
                    <a:gd name="T96" fmla="*/ 2147483647 w 1056"/>
                    <a:gd name="T97" fmla="*/ 2147483647 h 540"/>
                    <a:gd name="T98" fmla="*/ 2147483647 w 1056"/>
                    <a:gd name="T99" fmla="*/ 2147483647 h 540"/>
                    <a:gd name="T100" fmla="*/ 2147483647 w 1056"/>
                    <a:gd name="T101" fmla="*/ 2147483647 h 540"/>
                    <a:gd name="T102" fmla="*/ 2147483647 w 1056"/>
                    <a:gd name="T103" fmla="*/ 2147483647 h 540"/>
                    <a:gd name="T104" fmla="*/ 2147483647 w 1056"/>
                    <a:gd name="T105" fmla="*/ 2147483647 h 540"/>
                    <a:gd name="T106" fmla="*/ 2147483647 w 1056"/>
                    <a:gd name="T107" fmla="*/ 2147483647 h 540"/>
                    <a:gd name="T108" fmla="*/ 2147483647 w 1056"/>
                    <a:gd name="T109" fmla="*/ 2147483647 h 540"/>
                    <a:gd name="T110" fmla="*/ 2147483647 w 1056"/>
                    <a:gd name="T111" fmla="*/ 2147483647 h 540"/>
                    <a:gd name="T112" fmla="*/ 2147483647 w 1056"/>
                    <a:gd name="T113" fmla="*/ 2147483647 h 540"/>
                    <a:gd name="T114" fmla="*/ 2147483647 w 1056"/>
                    <a:gd name="T115" fmla="*/ 2147483647 h 540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056"/>
                    <a:gd name="T175" fmla="*/ 0 h 540"/>
                    <a:gd name="T176" fmla="*/ 1056 w 1056"/>
                    <a:gd name="T177" fmla="*/ 540 h 540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056" h="540">
                      <a:moveTo>
                        <a:pt x="806" y="236"/>
                      </a:moveTo>
                      <a:lnTo>
                        <a:pt x="812" y="232"/>
                      </a:lnTo>
                      <a:lnTo>
                        <a:pt x="818" y="226"/>
                      </a:lnTo>
                      <a:lnTo>
                        <a:pt x="824" y="220"/>
                      </a:lnTo>
                      <a:lnTo>
                        <a:pt x="826" y="212"/>
                      </a:lnTo>
                      <a:lnTo>
                        <a:pt x="826" y="202"/>
                      </a:lnTo>
                      <a:lnTo>
                        <a:pt x="828" y="194"/>
                      </a:lnTo>
                      <a:lnTo>
                        <a:pt x="830" y="190"/>
                      </a:lnTo>
                      <a:lnTo>
                        <a:pt x="834" y="186"/>
                      </a:lnTo>
                      <a:lnTo>
                        <a:pt x="840" y="184"/>
                      </a:lnTo>
                      <a:lnTo>
                        <a:pt x="848" y="184"/>
                      </a:lnTo>
                      <a:lnTo>
                        <a:pt x="856" y="186"/>
                      </a:lnTo>
                      <a:lnTo>
                        <a:pt x="864" y="186"/>
                      </a:lnTo>
                      <a:lnTo>
                        <a:pt x="880" y="186"/>
                      </a:lnTo>
                      <a:lnTo>
                        <a:pt x="882" y="186"/>
                      </a:lnTo>
                      <a:lnTo>
                        <a:pt x="882" y="184"/>
                      </a:lnTo>
                      <a:lnTo>
                        <a:pt x="884" y="184"/>
                      </a:lnTo>
                      <a:lnTo>
                        <a:pt x="888" y="182"/>
                      </a:lnTo>
                      <a:lnTo>
                        <a:pt x="892" y="184"/>
                      </a:lnTo>
                      <a:lnTo>
                        <a:pt x="898" y="186"/>
                      </a:lnTo>
                      <a:lnTo>
                        <a:pt x="902" y="190"/>
                      </a:lnTo>
                      <a:lnTo>
                        <a:pt x="904" y="196"/>
                      </a:lnTo>
                      <a:lnTo>
                        <a:pt x="906" y="200"/>
                      </a:lnTo>
                      <a:lnTo>
                        <a:pt x="908" y="202"/>
                      </a:lnTo>
                      <a:lnTo>
                        <a:pt x="910" y="204"/>
                      </a:lnTo>
                      <a:lnTo>
                        <a:pt x="914" y="204"/>
                      </a:lnTo>
                      <a:lnTo>
                        <a:pt x="922" y="206"/>
                      </a:lnTo>
                      <a:lnTo>
                        <a:pt x="928" y="210"/>
                      </a:lnTo>
                      <a:lnTo>
                        <a:pt x="930" y="214"/>
                      </a:lnTo>
                      <a:lnTo>
                        <a:pt x="932" y="218"/>
                      </a:lnTo>
                      <a:lnTo>
                        <a:pt x="930" y="222"/>
                      </a:lnTo>
                      <a:lnTo>
                        <a:pt x="926" y="228"/>
                      </a:lnTo>
                      <a:lnTo>
                        <a:pt x="922" y="236"/>
                      </a:lnTo>
                      <a:lnTo>
                        <a:pt x="920" y="244"/>
                      </a:lnTo>
                      <a:lnTo>
                        <a:pt x="920" y="246"/>
                      </a:lnTo>
                      <a:lnTo>
                        <a:pt x="922" y="248"/>
                      </a:lnTo>
                      <a:lnTo>
                        <a:pt x="926" y="250"/>
                      </a:lnTo>
                      <a:lnTo>
                        <a:pt x="932" y="250"/>
                      </a:lnTo>
                      <a:lnTo>
                        <a:pt x="934" y="250"/>
                      </a:lnTo>
                      <a:lnTo>
                        <a:pt x="936" y="254"/>
                      </a:lnTo>
                      <a:lnTo>
                        <a:pt x="936" y="256"/>
                      </a:lnTo>
                      <a:lnTo>
                        <a:pt x="936" y="258"/>
                      </a:lnTo>
                      <a:lnTo>
                        <a:pt x="942" y="256"/>
                      </a:lnTo>
                      <a:lnTo>
                        <a:pt x="948" y="252"/>
                      </a:lnTo>
                      <a:lnTo>
                        <a:pt x="954" y="246"/>
                      </a:lnTo>
                      <a:lnTo>
                        <a:pt x="960" y="244"/>
                      </a:lnTo>
                      <a:lnTo>
                        <a:pt x="964" y="242"/>
                      </a:lnTo>
                      <a:lnTo>
                        <a:pt x="972" y="234"/>
                      </a:lnTo>
                      <a:lnTo>
                        <a:pt x="978" y="226"/>
                      </a:lnTo>
                      <a:lnTo>
                        <a:pt x="984" y="220"/>
                      </a:lnTo>
                      <a:lnTo>
                        <a:pt x="988" y="218"/>
                      </a:lnTo>
                      <a:lnTo>
                        <a:pt x="992" y="218"/>
                      </a:lnTo>
                      <a:lnTo>
                        <a:pt x="992" y="224"/>
                      </a:lnTo>
                      <a:lnTo>
                        <a:pt x="994" y="230"/>
                      </a:lnTo>
                      <a:lnTo>
                        <a:pt x="1000" y="246"/>
                      </a:lnTo>
                      <a:lnTo>
                        <a:pt x="1002" y="250"/>
                      </a:lnTo>
                      <a:lnTo>
                        <a:pt x="1000" y="252"/>
                      </a:lnTo>
                      <a:lnTo>
                        <a:pt x="1000" y="256"/>
                      </a:lnTo>
                      <a:lnTo>
                        <a:pt x="1002" y="260"/>
                      </a:lnTo>
                      <a:lnTo>
                        <a:pt x="1006" y="266"/>
                      </a:lnTo>
                      <a:lnTo>
                        <a:pt x="1008" y="272"/>
                      </a:lnTo>
                      <a:lnTo>
                        <a:pt x="1006" y="278"/>
                      </a:lnTo>
                      <a:lnTo>
                        <a:pt x="1004" y="280"/>
                      </a:lnTo>
                      <a:lnTo>
                        <a:pt x="1002" y="284"/>
                      </a:lnTo>
                      <a:lnTo>
                        <a:pt x="1000" y="286"/>
                      </a:lnTo>
                      <a:lnTo>
                        <a:pt x="998" y="288"/>
                      </a:lnTo>
                      <a:lnTo>
                        <a:pt x="1000" y="292"/>
                      </a:lnTo>
                      <a:lnTo>
                        <a:pt x="1004" y="294"/>
                      </a:lnTo>
                      <a:lnTo>
                        <a:pt x="1008" y="296"/>
                      </a:lnTo>
                      <a:lnTo>
                        <a:pt x="1010" y="300"/>
                      </a:lnTo>
                      <a:lnTo>
                        <a:pt x="1010" y="302"/>
                      </a:lnTo>
                      <a:lnTo>
                        <a:pt x="1010" y="304"/>
                      </a:lnTo>
                      <a:lnTo>
                        <a:pt x="1016" y="308"/>
                      </a:lnTo>
                      <a:lnTo>
                        <a:pt x="1020" y="308"/>
                      </a:lnTo>
                      <a:lnTo>
                        <a:pt x="1028" y="310"/>
                      </a:lnTo>
                      <a:lnTo>
                        <a:pt x="1036" y="314"/>
                      </a:lnTo>
                      <a:lnTo>
                        <a:pt x="1040" y="316"/>
                      </a:lnTo>
                      <a:lnTo>
                        <a:pt x="1042" y="318"/>
                      </a:lnTo>
                      <a:lnTo>
                        <a:pt x="1042" y="320"/>
                      </a:lnTo>
                      <a:lnTo>
                        <a:pt x="1040" y="324"/>
                      </a:lnTo>
                      <a:lnTo>
                        <a:pt x="1038" y="328"/>
                      </a:lnTo>
                      <a:lnTo>
                        <a:pt x="1040" y="332"/>
                      </a:lnTo>
                      <a:lnTo>
                        <a:pt x="1044" y="332"/>
                      </a:lnTo>
                      <a:lnTo>
                        <a:pt x="1044" y="336"/>
                      </a:lnTo>
                      <a:lnTo>
                        <a:pt x="1056" y="336"/>
                      </a:lnTo>
                      <a:lnTo>
                        <a:pt x="1056" y="342"/>
                      </a:lnTo>
                      <a:lnTo>
                        <a:pt x="1054" y="352"/>
                      </a:lnTo>
                      <a:lnTo>
                        <a:pt x="1050" y="360"/>
                      </a:lnTo>
                      <a:lnTo>
                        <a:pt x="1048" y="366"/>
                      </a:lnTo>
                      <a:lnTo>
                        <a:pt x="1044" y="368"/>
                      </a:lnTo>
                      <a:lnTo>
                        <a:pt x="1032" y="370"/>
                      </a:lnTo>
                      <a:lnTo>
                        <a:pt x="1024" y="370"/>
                      </a:lnTo>
                      <a:lnTo>
                        <a:pt x="1016" y="372"/>
                      </a:lnTo>
                      <a:lnTo>
                        <a:pt x="1008" y="376"/>
                      </a:lnTo>
                      <a:lnTo>
                        <a:pt x="994" y="386"/>
                      </a:lnTo>
                      <a:lnTo>
                        <a:pt x="988" y="388"/>
                      </a:lnTo>
                      <a:lnTo>
                        <a:pt x="980" y="394"/>
                      </a:lnTo>
                      <a:lnTo>
                        <a:pt x="970" y="396"/>
                      </a:lnTo>
                      <a:lnTo>
                        <a:pt x="960" y="398"/>
                      </a:lnTo>
                      <a:lnTo>
                        <a:pt x="934" y="390"/>
                      </a:lnTo>
                      <a:lnTo>
                        <a:pt x="908" y="388"/>
                      </a:lnTo>
                      <a:lnTo>
                        <a:pt x="894" y="390"/>
                      </a:lnTo>
                      <a:lnTo>
                        <a:pt x="886" y="396"/>
                      </a:lnTo>
                      <a:lnTo>
                        <a:pt x="876" y="402"/>
                      </a:lnTo>
                      <a:lnTo>
                        <a:pt x="862" y="410"/>
                      </a:lnTo>
                      <a:lnTo>
                        <a:pt x="852" y="418"/>
                      </a:lnTo>
                      <a:lnTo>
                        <a:pt x="842" y="430"/>
                      </a:lnTo>
                      <a:lnTo>
                        <a:pt x="828" y="440"/>
                      </a:lnTo>
                      <a:lnTo>
                        <a:pt x="840" y="432"/>
                      </a:lnTo>
                      <a:lnTo>
                        <a:pt x="856" y="422"/>
                      </a:lnTo>
                      <a:lnTo>
                        <a:pt x="876" y="414"/>
                      </a:lnTo>
                      <a:lnTo>
                        <a:pt x="884" y="414"/>
                      </a:lnTo>
                      <a:lnTo>
                        <a:pt x="892" y="414"/>
                      </a:lnTo>
                      <a:lnTo>
                        <a:pt x="898" y="414"/>
                      </a:lnTo>
                      <a:lnTo>
                        <a:pt x="906" y="414"/>
                      </a:lnTo>
                      <a:lnTo>
                        <a:pt x="910" y="418"/>
                      </a:lnTo>
                      <a:lnTo>
                        <a:pt x="910" y="420"/>
                      </a:lnTo>
                      <a:lnTo>
                        <a:pt x="912" y="422"/>
                      </a:lnTo>
                      <a:lnTo>
                        <a:pt x="910" y="426"/>
                      </a:lnTo>
                      <a:lnTo>
                        <a:pt x="910" y="430"/>
                      </a:lnTo>
                      <a:lnTo>
                        <a:pt x="904" y="432"/>
                      </a:lnTo>
                      <a:lnTo>
                        <a:pt x="896" y="436"/>
                      </a:lnTo>
                      <a:lnTo>
                        <a:pt x="892" y="438"/>
                      </a:lnTo>
                      <a:lnTo>
                        <a:pt x="890" y="442"/>
                      </a:lnTo>
                      <a:lnTo>
                        <a:pt x="904" y="442"/>
                      </a:lnTo>
                      <a:lnTo>
                        <a:pt x="898" y="448"/>
                      </a:lnTo>
                      <a:lnTo>
                        <a:pt x="894" y="454"/>
                      </a:lnTo>
                      <a:lnTo>
                        <a:pt x="892" y="460"/>
                      </a:lnTo>
                      <a:lnTo>
                        <a:pt x="892" y="464"/>
                      </a:lnTo>
                      <a:lnTo>
                        <a:pt x="894" y="468"/>
                      </a:lnTo>
                      <a:lnTo>
                        <a:pt x="902" y="472"/>
                      </a:lnTo>
                      <a:lnTo>
                        <a:pt x="910" y="476"/>
                      </a:lnTo>
                      <a:lnTo>
                        <a:pt x="920" y="476"/>
                      </a:lnTo>
                      <a:lnTo>
                        <a:pt x="928" y="476"/>
                      </a:lnTo>
                      <a:lnTo>
                        <a:pt x="936" y="472"/>
                      </a:lnTo>
                      <a:lnTo>
                        <a:pt x="940" y="468"/>
                      </a:lnTo>
                      <a:lnTo>
                        <a:pt x="944" y="462"/>
                      </a:lnTo>
                      <a:lnTo>
                        <a:pt x="948" y="458"/>
                      </a:lnTo>
                      <a:lnTo>
                        <a:pt x="950" y="454"/>
                      </a:lnTo>
                      <a:lnTo>
                        <a:pt x="954" y="454"/>
                      </a:lnTo>
                      <a:lnTo>
                        <a:pt x="958" y="454"/>
                      </a:lnTo>
                      <a:lnTo>
                        <a:pt x="958" y="456"/>
                      </a:lnTo>
                      <a:lnTo>
                        <a:pt x="956" y="460"/>
                      </a:lnTo>
                      <a:lnTo>
                        <a:pt x="954" y="464"/>
                      </a:lnTo>
                      <a:lnTo>
                        <a:pt x="958" y="464"/>
                      </a:lnTo>
                      <a:lnTo>
                        <a:pt x="960" y="466"/>
                      </a:lnTo>
                      <a:lnTo>
                        <a:pt x="960" y="468"/>
                      </a:lnTo>
                      <a:lnTo>
                        <a:pt x="958" y="470"/>
                      </a:lnTo>
                      <a:lnTo>
                        <a:pt x="954" y="474"/>
                      </a:lnTo>
                      <a:lnTo>
                        <a:pt x="946" y="478"/>
                      </a:lnTo>
                      <a:lnTo>
                        <a:pt x="938" y="486"/>
                      </a:lnTo>
                      <a:lnTo>
                        <a:pt x="930" y="490"/>
                      </a:lnTo>
                      <a:lnTo>
                        <a:pt x="910" y="496"/>
                      </a:lnTo>
                      <a:lnTo>
                        <a:pt x="904" y="496"/>
                      </a:lnTo>
                      <a:lnTo>
                        <a:pt x="898" y="496"/>
                      </a:lnTo>
                      <a:lnTo>
                        <a:pt x="890" y="496"/>
                      </a:lnTo>
                      <a:lnTo>
                        <a:pt x="884" y="498"/>
                      </a:lnTo>
                      <a:lnTo>
                        <a:pt x="880" y="504"/>
                      </a:lnTo>
                      <a:lnTo>
                        <a:pt x="876" y="510"/>
                      </a:lnTo>
                      <a:lnTo>
                        <a:pt x="870" y="514"/>
                      </a:lnTo>
                      <a:lnTo>
                        <a:pt x="866" y="516"/>
                      </a:lnTo>
                      <a:lnTo>
                        <a:pt x="862" y="516"/>
                      </a:lnTo>
                      <a:lnTo>
                        <a:pt x="856" y="516"/>
                      </a:lnTo>
                      <a:lnTo>
                        <a:pt x="854" y="512"/>
                      </a:lnTo>
                      <a:lnTo>
                        <a:pt x="854" y="510"/>
                      </a:lnTo>
                      <a:lnTo>
                        <a:pt x="854" y="504"/>
                      </a:lnTo>
                      <a:lnTo>
                        <a:pt x="858" y="500"/>
                      </a:lnTo>
                      <a:lnTo>
                        <a:pt x="866" y="496"/>
                      </a:lnTo>
                      <a:lnTo>
                        <a:pt x="876" y="492"/>
                      </a:lnTo>
                      <a:lnTo>
                        <a:pt x="880" y="488"/>
                      </a:lnTo>
                      <a:lnTo>
                        <a:pt x="882" y="484"/>
                      </a:lnTo>
                      <a:lnTo>
                        <a:pt x="846" y="490"/>
                      </a:lnTo>
                      <a:lnTo>
                        <a:pt x="840" y="470"/>
                      </a:lnTo>
                      <a:lnTo>
                        <a:pt x="840" y="466"/>
                      </a:lnTo>
                      <a:lnTo>
                        <a:pt x="842" y="462"/>
                      </a:lnTo>
                      <a:lnTo>
                        <a:pt x="848" y="454"/>
                      </a:lnTo>
                      <a:lnTo>
                        <a:pt x="828" y="448"/>
                      </a:lnTo>
                      <a:lnTo>
                        <a:pt x="822" y="450"/>
                      </a:lnTo>
                      <a:lnTo>
                        <a:pt x="816" y="454"/>
                      </a:lnTo>
                      <a:lnTo>
                        <a:pt x="806" y="468"/>
                      </a:lnTo>
                      <a:lnTo>
                        <a:pt x="800" y="474"/>
                      </a:lnTo>
                      <a:lnTo>
                        <a:pt x="796" y="482"/>
                      </a:lnTo>
                      <a:lnTo>
                        <a:pt x="790" y="486"/>
                      </a:lnTo>
                      <a:lnTo>
                        <a:pt x="780" y="488"/>
                      </a:lnTo>
                      <a:lnTo>
                        <a:pt x="774" y="490"/>
                      </a:lnTo>
                      <a:lnTo>
                        <a:pt x="742" y="490"/>
                      </a:lnTo>
                      <a:lnTo>
                        <a:pt x="734" y="494"/>
                      </a:lnTo>
                      <a:lnTo>
                        <a:pt x="726" y="496"/>
                      </a:lnTo>
                      <a:lnTo>
                        <a:pt x="722" y="500"/>
                      </a:lnTo>
                      <a:lnTo>
                        <a:pt x="718" y="502"/>
                      </a:lnTo>
                      <a:lnTo>
                        <a:pt x="706" y="504"/>
                      </a:lnTo>
                      <a:lnTo>
                        <a:pt x="690" y="504"/>
                      </a:lnTo>
                      <a:lnTo>
                        <a:pt x="682" y="504"/>
                      </a:lnTo>
                      <a:lnTo>
                        <a:pt x="672" y="506"/>
                      </a:lnTo>
                      <a:lnTo>
                        <a:pt x="664" y="512"/>
                      </a:lnTo>
                      <a:lnTo>
                        <a:pt x="664" y="514"/>
                      </a:lnTo>
                      <a:lnTo>
                        <a:pt x="664" y="520"/>
                      </a:lnTo>
                      <a:lnTo>
                        <a:pt x="654" y="524"/>
                      </a:lnTo>
                      <a:lnTo>
                        <a:pt x="648" y="526"/>
                      </a:lnTo>
                      <a:lnTo>
                        <a:pt x="646" y="530"/>
                      </a:lnTo>
                      <a:lnTo>
                        <a:pt x="642" y="530"/>
                      </a:lnTo>
                      <a:lnTo>
                        <a:pt x="642" y="526"/>
                      </a:lnTo>
                      <a:lnTo>
                        <a:pt x="636" y="528"/>
                      </a:lnTo>
                      <a:lnTo>
                        <a:pt x="634" y="526"/>
                      </a:lnTo>
                      <a:lnTo>
                        <a:pt x="630" y="526"/>
                      </a:lnTo>
                      <a:lnTo>
                        <a:pt x="624" y="528"/>
                      </a:lnTo>
                      <a:lnTo>
                        <a:pt x="616" y="534"/>
                      </a:lnTo>
                      <a:lnTo>
                        <a:pt x="608" y="538"/>
                      </a:lnTo>
                      <a:lnTo>
                        <a:pt x="606" y="540"/>
                      </a:lnTo>
                      <a:lnTo>
                        <a:pt x="600" y="540"/>
                      </a:lnTo>
                      <a:lnTo>
                        <a:pt x="596" y="540"/>
                      </a:lnTo>
                      <a:lnTo>
                        <a:pt x="602" y="536"/>
                      </a:lnTo>
                      <a:lnTo>
                        <a:pt x="608" y="532"/>
                      </a:lnTo>
                      <a:lnTo>
                        <a:pt x="614" y="528"/>
                      </a:lnTo>
                      <a:lnTo>
                        <a:pt x="616" y="524"/>
                      </a:lnTo>
                      <a:lnTo>
                        <a:pt x="616" y="522"/>
                      </a:lnTo>
                      <a:lnTo>
                        <a:pt x="616" y="524"/>
                      </a:lnTo>
                      <a:lnTo>
                        <a:pt x="626" y="518"/>
                      </a:lnTo>
                      <a:lnTo>
                        <a:pt x="632" y="508"/>
                      </a:lnTo>
                      <a:lnTo>
                        <a:pt x="644" y="486"/>
                      </a:lnTo>
                      <a:lnTo>
                        <a:pt x="644" y="492"/>
                      </a:lnTo>
                      <a:lnTo>
                        <a:pt x="648" y="496"/>
                      </a:lnTo>
                      <a:lnTo>
                        <a:pt x="652" y="496"/>
                      </a:lnTo>
                      <a:lnTo>
                        <a:pt x="658" y="496"/>
                      </a:lnTo>
                      <a:lnTo>
                        <a:pt x="664" y="496"/>
                      </a:lnTo>
                      <a:lnTo>
                        <a:pt x="664" y="494"/>
                      </a:lnTo>
                      <a:lnTo>
                        <a:pt x="664" y="490"/>
                      </a:lnTo>
                      <a:lnTo>
                        <a:pt x="664" y="482"/>
                      </a:lnTo>
                      <a:lnTo>
                        <a:pt x="658" y="472"/>
                      </a:lnTo>
                      <a:lnTo>
                        <a:pt x="650" y="466"/>
                      </a:lnTo>
                      <a:lnTo>
                        <a:pt x="648" y="464"/>
                      </a:lnTo>
                      <a:lnTo>
                        <a:pt x="644" y="464"/>
                      </a:lnTo>
                      <a:lnTo>
                        <a:pt x="630" y="464"/>
                      </a:lnTo>
                      <a:lnTo>
                        <a:pt x="612" y="462"/>
                      </a:lnTo>
                      <a:lnTo>
                        <a:pt x="616" y="458"/>
                      </a:lnTo>
                      <a:lnTo>
                        <a:pt x="618" y="452"/>
                      </a:lnTo>
                      <a:lnTo>
                        <a:pt x="618" y="450"/>
                      </a:lnTo>
                      <a:lnTo>
                        <a:pt x="616" y="448"/>
                      </a:lnTo>
                      <a:lnTo>
                        <a:pt x="614" y="446"/>
                      </a:lnTo>
                      <a:lnTo>
                        <a:pt x="612" y="442"/>
                      </a:lnTo>
                      <a:lnTo>
                        <a:pt x="614" y="438"/>
                      </a:lnTo>
                      <a:lnTo>
                        <a:pt x="610" y="436"/>
                      </a:lnTo>
                      <a:lnTo>
                        <a:pt x="608" y="432"/>
                      </a:lnTo>
                      <a:lnTo>
                        <a:pt x="606" y="428"/>
                      </a:lnTo>
                      <a:lnTo>
                        <a:pt x="606" y="424"/>
                      </a:lnTo>
                      <a:lnTo>
                        <a:pt x="604" y="422"/>
                      </a:lnTo>
                      <a:lnTo>
                        <a:pt x="606" y="418"/>
                      </a:lnTo>
                      <a:lnTo>
                        <a:pt x="602" y="416"/>
                      </a:lnTo>
                      <a:lnTo>
                        <a:pt x="598" y="414"/>
                      </a:lnTo>
                      <a:lnTo>
                        <a:pt x="588" y="414"/>
                      </a:lnTo>
                      <a:lnTo>
                        <a:pt x="580" y="416"/>
                      </a:lnTo>
                      <a:lnTo>
                        <a:pt x="566" y="422"/>
                      </a:lnTo>
                      <a:lnTo>
                        <a:pt x="554" y="430"/>
                      </a:lnTo>
                      <a:lnTo>
                        <a:pt x="538" y="438"/>
                      </a:lnTo>
                      <a:lnTo>
                        <a:pt x="526" y="436"/>
                      </a:lnTo>
                      <a:lnTo>
                        <a:pt x="516" y="432"/>
                      </a:lnTo>
                      <a:lnTo>
                        <a:pt x="516" y="434"/>
                      </a:lnTo>
                      <a:lnTo>
                        <a:pt x="510" y="432"/>
                      </a:lnTo>
                      <a:lnTo>
                        <a:pt x="504" y="430"/>
                      </a:lnTo>
                      <a:lnTo>
                        <a:pt x="498" y="430"/>
                      </a:lnTo>
                      <a:lnTo>
                        <a:pt x="492" y="428"/>
                      </a:lnTo>
                      <a:lnTo>
                        <a:pt x="486" y="426"/>
                      </a:lnTo>
                      <a:lnTo>
                        <a:pt x="482" y="422"/>
                      </a:lnTo>
                      <a:lnTo>
                        <a:pt x="482" y="416"/>
                      </a:lnTo>
                      <a:lnTo>
                        <a:pt x="88" y="416"/>
                      </a:lnTo>
                      <a:lnTo>
                        <a:pt x="88" y="414"/>
                      </a:lnTo>
                      <a:lnTo>
                        <a:pt x="86" y="414"/>
                      </a:lnTo>
                      <a:lnTo>
                        <a:pt x="88" y="412"/>
                      </a:lnTo>
                      <a:lnTo>
                        <a:pt x="90" y="410"/>
                      </a:lnTo>
                      <a:lnTo>
                        <a:pt x="80" y="402"/>
                      </a:lnTo>
                      <a:lnTo>
                        <a:pt x="72" y="394"/>
                      </a:lnTo>
                      <a:lnTo>
                        <a:pt x="62" y="386"/>
                      </a:lnTo>
                      <a:lnTo>
                        <a:pt x="58" y="386"/>
                      </a:lnTo>
                      <a:lnTo>
                        <a:pt x="54" y="384"/>
                      </a:lnTo>
                      <a:lnTo>
                        <a:pt x="52" y="378"/>
                      </a:lnTo>
                      <a:lnTo>
                        <a:pt x="50" y="372"/>
                      </a:lnTo>
                      <a:lnTo>
                        <a:pt x="52" y="366"/>
                      </a:lnTo>
                      <a:lnTo>
                        <a:pt x="56" y="360"/>
                      </a:lnTo>
                      <a:lnTo>
                        <a:pt x="56" y="358"/>
                      </a:lnTo>
                      <a:lnTo>
                        <a:pt x="54" y="354"/>
                      </a:lnTo>
                      <a:lnTo>
                        <a:pt x="48" y="352"/>
                      </a:lnTo>
                      <a:lnTo>
                        <a:pt x="48" y="350"/>
                      </a:lnTo>
                      <a:lnTo>
                        <a:pt x="50" y="348"/>
                      </a:lnTo>
                      <a:lnTo>
                        <a:pt x="52" y="346"/>
                      </a:lnTo>
                      <a:lnTo>
                        <a:pt x="50" y="342"/>
                      </a:lnTo>
                      <a:lnTo>
                        <a:pt x="48" y="340"/>
                      </a:lnTo>
                      <a:lnTo>
                        <a:pt x="42" y="336"/>
                      </a:lnTo>
                      <a:lnTo>
                        <a:pt x="42" y="334"/>
                      </a:lnTo>
                      <a:lnTo>
                        <a:pt x="44" y="330"/>
                      </a:lnTo>
                      <a:lnTo>
                        <a:pt x="48" y="326"/>
                      </a:lnTo>
                      <a:lnTo>
                        <a:pt x="52" y="320"/>
                      </a:lnTo>
                      <a:lnTo>
                        <a:pt x="50" y="316"/>
                      </a:lnTo>
                      <a:lnTo>
                        <a:pt x="44" y="316"/>
                      </a:lnTo>
                      <a:lnTo>
                        <a:pt x="34" y="314"/>
                      </a:lnTo>
                      <a:lnTo>
                        <a:pt x="34" y="310"/>
                      </a:lnTo>
                      <a:lnTo>
                        <a:pt x="38" y="308"/>
                      </a:lnTo>
                      <a:lnTo>
                        <a:pt x="40" y="308"/>
                      </a:lnTo>
                      <a:lnTo>
                        <a:pt x="38" y="304"/>
                      </a:lnTo>
                      <a:lnTo>
                        <a:pt x="38" y="300"/>
                      </a:lnTo>
                      <a:lnTo>
                        <a:pt x="36" y="290"/>
                      </a:lnTo>
                      <a:lnTo>
                        <a:pt x="34" y="284"/>
                      </a:lnTo>
                      <a:lnTo>
                        <a:pt x="26" y="276"/>
                      </a:lnTo>
                      <a:lnTo>
                        <a:pt x="24" y="272"/>
                      </a:lnTo>
                      <a:lnTo>
                        <a:pt x="24" y="268"/>
                      </a:lnTo>
                      <a:lnTo>
                        <a:pt x="26" y="262"/>
                      </a:lnTo>
                      <a:lnTo>
                        <a:pt x="30" y="254"/>
                      </a:lnTo>
                      <a:lnTo>
                        <a:pt x="34" y="248"/>
                      </a:lnTo>
                      <a:lnTo>
                        <a:pt x="30" y="246"/>
                      </a:lnTo>
                      <a:lnTo>
                        <a:pt x="30" y="242"/>
                      </a:lnTo>
                      <a:lnTo>
                        <a:pt x="28" y="236"/>
                      </a:lnTo>
                      <a:lnTo>
                        <a:pt x="26" y="232"/>
                      </a:lnTo>
                      <a:lnTo>
                        <a:pt x="20" y="230"/>
                      </a:lnTo>
                      <a:lnTo>
                        <a:pt x="14" y="230"/>
                      </a:lnTo>
                      <a:lnTo>
                        <a:pt x="8" y="230"/>
                      </a:lnTo>
                      <a:lnTo>
                        <a:pt x="8" y="228"/>
                      </a:lnTo>
                      <a:lnTo>
                        <a:pt x="2" y="226"/>
                      </a:lnTo>
                      <a:lnTo>
                        <a:pt x="0" y="222"/>
                      </a:lnTo>
                      <a:lnTo>
                        <a:pt x="172" y="64"/>
                      </a:lnTo>
                      <a:lnTo>
                        <a:pt x="178" y="68"/>
                      </a:lnTo>
                      <a:lnTo>
                        <a:pt x="186" y="68"/>
                      </a:lnTo>
                      <a:lnTo>
                        <a:pt x="196" y="70"/>
                      </a:lnTo>
                      <a:lnTo>
                        <a:pt x="204" y="72"/>
                      </a:lnTo>
                      <a:lnTo>
                        <a:pt x="206" y="74"/>
                      </a:lnTo>
                      <a:lnTo>
                        <a:pt x="210" y="76"/>
                      </a:lnTo>
                      <a:lnTo>
                        <a:pt x="212" y="78"/>
                      </a:lnTo>
                      <a:lnTo>
                        <a:pt x="216" y="78"/>
                      </a:lnTo>
                      <a:lnTo>
                        <a:pt x="226" y="78"/>
                      </a:lnTo>
                      <a:lnTo>
                        <a:pt x="234" y="74"/>
                      </a:lnTo>
                      <a:lnTo>
                        <a:pt x="242" y="72"/>
                      </a:lnTo>
                      <a:lnTo>
                        <a:pt x="252" y="70"/>
                      </a:lnTo>
                      <a:lnTo>
                        <a:pt x="258" y="70"/>
                      </a:lnTo>
                      <a:lnTo>
                        <a:pt x="268" y="70"/>
                      </a:lnTo>
                      <a:lnTo>
                        <a:pt x="280" y="66"/>
                      </a:lnTo>
                      <a:lnTo>
                        <a:pt x="288" y="62"/>
                      </a:lnTo>
                      <a:lnTo>
                        <a:pt x="296" y="60"/>
                      </a:lnTo>
                      <a:lnTo>
                        <a:pt x="316" y="60"/>
                      </a:lnTo>
                      <a:lnTo>
                        <a:pt x="334" y="58"/>
                      </a:lnTo>
                      <a:lnTo>
                        <a:pt x="346" y="58"/>
                      </a:lnTo>
                      <a:lnTo>
                        <a:pt x="352" y="58"/>
                      </a:lnTo>
                      <a:lnTo>
                        <a:pt x="352" y="64"/>
                      </a:lnTo>
                      <a:lnTo>
                        <a:pt x="354" y="68"/>
                      </a:lnTo>
                      <a:lnTo>
                        <a:pt x="358" y="68"/>
                      </a:lnTo>
                      <a:lnTo>
                        <a:pt x="362" y="68"/>
                      </a:lnTo>
                      <a:lnTo>
                        <a:pt x="366" y="64"/>
                      </a:lnTo>
                      <a:lnTo>
                        <a:pt x="374" y="58"/>
                      </a:lnTo>
                      <a:lnTo>
                        <a:pt x="378" y="60"/>
                      </a:lnTo>
                      <a:lnTo>
                        <a:pt x="380" y="64"/>
                      </a:lnTo>
                      <a:lnTo>
                        <a:pt x="380" y="70"/>
                      </a:lnTo>
                      <a:lnTo>
                        <a:pt x="380" y="72"/>
                      </a:lnTo>
                      <a:lnTo>
                        <a:pt x="382" y="72"/>
                      </a:lnTo>
                      <a:lnTo>
                        <a:pt x="386" y="70"/>
                      </a:lnTo>
                      <a:lnTo>
                        <a:pt x="392" y="66"/>
                      </a:lnTo>
                      <a:lnTo>
                        <a:pt x="398" y="64"/>
                      </a:lnTo>
                      <a:lnTo>
                        <a:pt x="410" y="66"/>
                      </a:lnTo>
                      <a:lnTo>
                        <a:pt x="418" y="68"/>
                      </a:lnTo>
                      <a:lnTo>
                        <a:pt x="426" y="72"/>
                      </a:lnTo>
                      <a:lnTo>
                        <a:pt x="436" y="74"/>
                      </a:lnTo>
                      <a:lnTo>
                        <a:pt x="444" y="78"/>
                      </a:lnTo>
                      <a:lnTo>
                        <a:pt x="454" y="82"/>
                      </a:lnTo>
                      <a:lnTo>
                        <a:pt x="458" y="80"/>
                      </a:lnTo>
                      <a:lnTo>
                        <a:pt x="466" y="78"/>
                      </a:lnTo>
                      <a:lnTo>
                        <a:pt x="470" y="80"/>
                      </a:lnTo>
                      <a:lnTo>
                        <a:pt x="472" y="80"/>
                      </a:lnTo>
                      <a:lnTo>
                        <a:pt x="474" y="82"/>
                      </a:lnTo>
                      <a:lnTo>
                        <a:pt x="474" y="86"/>
                      </a:lnTo>
                      <a:lnTo>
                        <a:pt x="472" y="88"/>
                      </a:lnTo>
                      <a:lnTo>
                        <a:pt x="466" y="90"/>
                      </a:lnTo>
                      <a:lnTo>
                        <a:pt x="462" y="94"/>
                      </a:lnTo>
                      <a:lnTo>
                        <a:pt x="460" y="94"/>
                      </a:lnTo>
                      <a:lnTo>
                        <a:pt x="460" y="98"/>
                      </a:lnTo>
                      <a:lnTo>
                        <a:pt x="460" y="100"/>
                      </a:lnTo>
                      <a:lnTo>
                        <a:pt x="462" y="100"/>
                      </a:lnTo>
                      <a:lnTo>
                        <a:pt x="470" y="102"/>
                      </a:lnTo>
                      <a:lnTo>
                        <a:pt x="482" y="100"/>
                      </a:lnTo>
                      <a:lnTo>
                        <a:pt x="492" y="98"/>
                      </a:lnTo>
                      <a:lnTo>
                        <a:pt x="502" y="96"/>
                      </a:lnTo>
                      <a:lnTo>
                        <a:pt x="514" y="94"/>
                      </a:lnTo>
                      <a:lnTo>
                        <a:pt x="518" y="96"/>
                      </a:lnTo>
                      <a:lnTo>
                        <a:pt x="522" y="98"/>
                      </a:lnTo>
                      <a:lnTo>
                        <a:pt x="526" y="102"/>
                      </a:lnTo>
                      <a:lnTo>
                        <a:pt x="528" y="104"/>
                      </a:lnTo>
                      <a:lnTo>
                        <a:pt x="532" y="102"/>
                      </a:lnTo>
                      <a:lnTo>
                        <a:pt x="536" y="100"/>
                      </a:lnTo>
                      <a:lnTo>
                        <a:pt x="538" y="92"/>
                      </a:lnTo>
                      <a:lnTo>
                        <a:pt x="538" y="88"/>
                      </a:lnTo>
                      <a:lnTo>
                        <a:pt x="554" y="84"/>
                      </a:lnTo>
                      <a:lnTo>
                        <a:pt x="562" y="82"/>
                      </a:lnTo>
                      <a:lnTo>
                        <a:pt x="572" y="80"/>
                      </a:lnTo>
                      <a:lnTo>
                        <a:pt x="578" y="82"/>
                      </a:lnTo>
                      <a:lnTo>
                        <a:pt x="582" y="84"/>
                      </a:lnTo>
                      <a:lnTo>
                        <a:pt x="582" y="86"/>
                      </a:lnTo>
                      <a:lnTo>
                        <a:pt x="586" y="88"/>
                      </a:lnTo>
                      <a:lnTo>
                        <a:pt x="594" y="92"/>
                      </a:lnTo>
                      <a:lnTo>
                        <a:pt x="606" y="96"/>
                      </a:lnTo>
                      <a:lnTo>
                        <a:pt x="638" y="96"/>
                      </a:lnTo>
                      <a:lnTo>
                        <a:pt x="642" y="96"/>
                      </a:lnTo>
                      <a:lnTo>
                        <a:pt x="646" y="96"/>
                      </a:lnTo>
                      <a:lnTo>
                        <a:pt x="652" y="92"/>
                      </a:lnTo>
                      <a:lnTo>
                        <a:pt x="656" y="88"/>
                      </a:lnTo>
                      <a:lnTo>
                        <a:pt x="662" y="86"/>
                      </a:lnTo>
                      <a:lnTo>
                        <a:pt x="670" y="88"/>
                      </a:lnTo>
                      <a:lnTo>
                        <a:pt x="682" y="88"/>
                      </a:lnTo>
                      <a:lnTo>
                        <a:pt x="678" y="94"/>
                      </a:lnTo>
                      <a:lnTo>
                        <a:pt x="676" y="98"/>
                      </a:lnTo>
                      <a:lnTo>
                        <a:pt x="674" y="102"/>
                      </a:lnTo>
                      <a:lnTo>
                        <a:pt x="674" y="104"/>
                      </a:lnTo>
                      <a:lnTo>
                        <a:pt x="676" y="106"/>
                      </a:lnTo>
                      <a:lnTo>
                        <a:pt x="680" y="104"/>
                      </a:lnTo>
                      <a:lnTo>
                        <a:pt x="690" y="92"/>
                      </a:lnTo>
                      <a:lnTo>
                        <a:pt x="694" y="88"/>
                      </a:lnTo>
                      <a:lnTo>
                        <a:pt x="702" y="86"/>
                      </a:lnTo>
                      <a:lnTo>
                        <a:pt x="708" y="82"/>
                      </a:lnTo>
                      <a:lnTo>
                        <a:pt x="714" y="78"/>
                      </a:lnTo>
                      <a:lnTo>
                        <a:pt x="716" y="72"/>
                      </a:lnTo>
                      <a:lnTo>
                        <a:pt x="716" y="70"/>
                      </a:lnTo>
                      <a:lnTo>
                        <a:pt x="716" y="68"/>
                      </a:lnTo>
                      <a:lnTo>
                        <a:pt x="714" y="66"/>
                      </a:lnTo>
                      <a:lnTo>
                        <a:pt x="708" y="64"/>
                      </a:lnTo>
                      <a:lnTo>
                        <a:pt x="706" y="64"/>
                      </a:lnTo>
                      <a:lnTo>
                        <a:pt x="706" y="62"/>
                      </a:lnTo>
                      <a:lnTo>
                        <a:pt x="706" y="58"/>
                      </a:lnTo>
                      <a:lnTo>
                        <a:pt x="710" y="54"/>
                      </a:lnTo>
                      <a:lnTo>
                        <a:pt x="718" y="44"/>
                      </a:lnTo>
                      <a:lnTo>
                        <a:pt x="732" y="36"/>
                      </a:lnTo>
                      <a:lnTo>
                        <a:pt x="742" y="32"/>
                      </a:lnTo>
                      <a:lnTo>
                        <a:pt x="746" y="30"/>
                      </a:lnTo>
                      <a:lnTo>
                        <a:pt x="746" y="26"/>
                      </a:lnTo>
                      <a:lnTo>
                        <a:pt x="748" y="20"/>
                      </a:lnTo>
                      <a:lnTo>
                        <a:pt x="752" y="14"/>
                      </a:lnTo>
                      <a:lnTo>
                        <a:pt x="760" y="8"/>
                      </a:lnTo>
                      <a:lnTo>
                        <a:pt x="768" y="4"/>
                      </a:lnTo>
                      <a:lnTo>
                        <a:pt x="776" y="2"/>
                      </a:lnTo>
                      <a:lnTo>
                        <a:pt x="790" y="0"/>
                      </a:lnTo>
                      <a:lnTo>
                        <a:pt x="806" y="0"/>
                      </a:lnTo>
                      <a:lnTo>
                        <a:pt x="816" y="2"/>
                      </a:lnTo>
                      <a:lnTo>
                        <a:pt x="820" y="4"/>
                      </a:lnTo>
                      <a:lnTo>
                        <a:pt x="820" y="6"/>
                      </a:lnTo>
                      <a:lnTo>
                        <a:pt x="810" y="10"/>
                      </a:lnTo>
                      <a:lnTo>
                        <a:pt x="800" y="16"/>
                      </a:lnTo>
                      <a:lnTo>
                        <a:pt x="790" y="20"/>
                      </a:lnTo>
                      <a:lnTo>
                        <a:pt x="778" y="22"/>
                      </a:lnTo>
                      <a:lnTo>
                        <a:pt x="772" y="22"/>
                      </a:lnTo>
                      <a:lnTo>
                        <a:pt x="764" y="26"/>
                      </a:lnTo>
                      <a:lnTo>
                        <a:pt x="758" y="30"/>
                      </a:lnTo>
                      <a:lnTo>
                        <a:pt x="756" y="34"/>
                      </a:lnTo>
                      <a:lnTo>
                        <a:pt x="756" y="52"/>
                      </a:lnTo>
                      <a:lnTo>
                        <a:pt x="754" y="58"/>
                      </a:lnTo>
                      <a:lnTo>
                        <a:pt x="752" y="60"/>
                      </a:lnTo>
                      <a:lnTo>
                        <a:pt x="748" y="64"/>
                      </a:lnTo>
                      <a:lnTo>
                        <a:pt x="750" y="66"/>
                      </a:lnTo>
                      <a:lnTo>
                        <a:pt x="752" y="68"/>
                      </a:lnTo>
                      <a:lnTo>
                        <a:pt x="756" y="70"/>
                      </a:lnTo>
                      <a:lnTo>
                        <a:pt x="758" y="72"/>
                      </a:lnTo>
                      <a:lnTo>
                        <a:pt x="758" y="78"/>
                      </a:lnTo>
                      <a:lnTo>
                        <a:pt x="758" y="80"/>
                      </a:lnTo>
                      <a:lnTo>
                        <a:pt x="762" y="82"/>
                      </a:lnTo>
                      <a:lnTo>
                        <a:pt x="766" y="80"/>
                      </a:lnTo>
                      <a:lnTo>
                        <a:pt x="770" y="78"/>
                      </a:lnTo>
                      <a:lnTo>
                        <a:pt x="772" y="76"/>
                      </a:lnTo>
                      <a:lnTo>
                        <a:pt x="776" y="76"/>
                      </a:lnTo>
                      <a:lnTo>
                        <a:pt x="782" y="76"/>
                      </a:lnTo>
                      <a:lnTo>
                        <a:pt x="784" y="78"/>
                      </a:lnTo>
                      <a:lnTo>
                        <a:pt x="784" y="82"/>
                      </a:lnTo>
                      <a:lnTo>
                        <a:pt x="780" y="86"/>
                      </a:lnTo>
                      <a:lnTo>
                        <a:pt x="774" y="88"/>
                      </a:lnTo>
                      <a:lnTo>
                        <a:pt x="772" y="92"/>
                      </a:lnTo>
                      <a:lnTo>
                        <a:pt x="770" y="98"/>
                      </a:lnTo>
                      <a:lnTo>
                        <a:pt x="772" y="102"/>
                      </a:lnTo>
                      <a:lnTo>
                        <a:pt x="774" y="106"/>
                      </a:lnTo>
                      <a:lnTo>
                        <a:pt x="780" y="104"/>
                      </a:lnTo>
                      <a:lnTo>
                        <a:pt x="786" y="100"/>
                      </a:lnTo>
                      <a:lnTo>
                        <a:pt x="794" y="88"/>
                      </a:lnTo>
                      <a:lnTo>
                        <a:pt x="798" y="92"/>
                      </a:lnTo>
                      <a:lnTo>
                        <a:pt x="808" y="86"/>
                      </a:lnTo>
                      <a:lnTo>
                        <a:pt x="816" y="82"/>
                      </a:lnTo>
                      <a:lnTo>
                        <a:pt x="822" y="80"/>
                      </a:lnTo>
                      <a:lnTo>
                        <a:pt x="822" y="74"/>
                      </a:lnTo>
                      <a:lnTo>
                        <a:pt x="822" y="70"/>
                      </a:lnTo>
                      <a:lnTo>
                        <a:pt x="824" y="68"/>
                      </a:lnTo>
                      <a:lnTo>
                        <a:pt x="828" y="66"/>
                      </a:lnTo>
                      <a:lnTo>
                        <a:pt x="850" y="66"/>
                      </a:lnTo>
                      <a:lnTo>
                        <a:pt x="858" y="70"/>
                      </a:lnTo>
                      <a:lnTo>
                        <a:pt x="862" y="72"/>
                      </a:lnTo>
                      <a:lnTo>
                        <a:pt x="864" y="78"/>
                      </a:lnTo>
                      <a:lnTo>
                        <a:pt x="862" y="80"/>
                      </a:lnTo>
                      <a:lnTo>
                        <a:pt x="860" y="82"/>
                      </a:lnTo>
                      <a:lnTo>
                        <a:pt x="854" y="84"/>
                      </a:lnTo>
                      <a:lnTo>
                        <a:pt x="848" y="86"/>
                      </a:lnTo>
                      <a:lnTo>
                        <a:pt x="846" y="86"/>
                      </a:lnTo>
                      <a:lnTo>
                        <a:pt x="846" y="90"/>
                      </a:lnTo>
                      <a:lnTo>
                        <a:pt x="846" y="94"/>
                      </a:lnTo>
                      <a:lnTo>
                        <a:pt x="848" y="100"/>
                      </a:lnTo>
                      <a:lnTo>
                        <a:pt x="846" y="104"/>
                      </a:lnTo>
                      <a:lnTo>
                        <a:pt x="842" y="108"/>
                      </a:lnTo>
                      <a:lnTo>
                        <a:pt x="830" y="112"/>
                      </a:lnTo>
                      <a:lnTo>
                        <a:pt x="816" y="116"/>
                      </a:lnTo>
                      <a:lnTo>
                        <a:pt x="808" y="122"/>
                      </a:lnTo>
                      <a:lnTo>
                        <a:pt x="802" y="126"/>
                      </a:lnTo>
                      <a:lnTo>
                        <a:pt x="798" y="124"/>
                      </a:lnTo>
                      <a:lnTo>
                        <a:pt x="790" y="122"/>
                      </a:lnTo>
                      <a:lnTo>
                        <a:pt x="780" y="122"/>
                      </a:lnTo>
                      <a:lnTo>
                        <a:pt x="772" y="132"/>
                      </a:lnTo>
                      <a:lnTo>
                        <a:pt x="758" y="140"/>
                      </a:lnTo>
                      <a:lnTo>
                        <a:pt x="732" y="156"/>
                      </a:lnTo>
                      <a:lnTo>
                        <a:pt x="726" y="160"/>
                      </a:lnTo>
                      <a:lnTo>
                        <a:pt x="722" y="164"/>
                      </a:lnTo>
                      <a:lnTo>
                        <a:pt x="718" y="164"/>
                      </a:lnTo>
                      <a:lnTo>
                        <a:pt x="712" y="164"/>
                      </a:lnTo>
                      <a:lnTo>
                        <a:pt x="708" y="166"/>
                      </a:lnTo>
                      <a:lnTo>
                        <a:pt x="704" y="168"/>
                      </a:lnTo>
                      <a:lnTo>
                        <a:pt x="698" y="172"/>
                      </a:lnTo>
                      <a:lnTo>
                        <a:pt x="690" y="176"/>
                      </a:lnTo>
                      <a:lnTo>
                        <a:pt x="684" y="178"/>
                      </a:lnTo>
                      <a:lnTo>
                        <a:pt x="674" y="180"/>
                      </a:lnTo>
                      <a:lnTo>
                        <a:pt x="656" y="184"/>
                      </a:lnTo>
                      <a:lnTo>
                        <a:pt x="648" y="188"/>
                      </a:lnTo>
                      <a:lnTo>
                        <a:pt x="640" y="192"/>
                      </a:lnTo>
                      <a:lnTo>
                        <a:pt x="632" y="198"/>
                      </a:lnTo>
                      <a:lnTo>
                        <a:pt x="622" y="206"/>
                      </a:lnTo>
                      <a:lnTo>
                        <a:pt x="612" y="214"/>
                      </a:lnTo>
                      <a:lnTo>
                        <a:pt x="606" y="222"/>
                      </a:lnTo>
                      <a:lnTo>
                        <a:pt x="600" y="234"/>
                      </a:lnTo>
                      <a:lnTo>
                        <a:pt x="594" y="244"/>
                      </a:lnTo>
                      <a:lnTo>
                        <a:pt x="602" y="244"/>
                      </a:lnTo>
                      <a:lnTo>
                        <a:pt x="606" y="246"/>
                      </a:lnTo>
                      <a:lnTo>
                        <a:pt x="606" y="248"/>
                      </a:lnTo>
                      <a:lnTo>
                        <a:pt x="604" y="260"/>
                      </a:lnTo>
                      <a:lnTo>
                        <a:pt x="602" y="266"/>
                      </a:lnTo>
                      <a:lnTo>
                        <a:pt x="602" y="274"/>
                      </a:lnTo>
                      <a:lnTo>
                        <a:pt x="604" y="274"/>
                      </a:lnTo>
                      <a:lnTo>
                        <a:pt x="606" y="276"/>
                      </a:lnTo>
                      <a:lnTo>
                        <a:pt x="608" y="276"/>
                      </a:lnTo>
                      <a:lnTo>
                        <a:pt x="614" y="272"/>
                      </a:lnTo>
                      <a:lnTo>
                        <a:pt x="622" y="272"/>
                      </a:lnTo>
                      <a:lnTo>
                        <a:pt x="630" y="274"/>
                      </a:lnTo>
                      <a:lnTo>
                        <a:pt x="636" y="276"/>
                      </a:lnTo>
                      <a:lnTo>
                        <a:pt x="642" y="280"/>
                      </a:lnTo>
                      <a:lnTo>
                        <a:pt x="648" y="288"/>
                      </a:lnTo>
                      <a:lnTo>
                        <a:pt x="652" y="292"/>
                      </a:lnTo>
                      <a:lnTo>
                        <a:pt x="656" y="294"/>
                      </a:lnTo>
                      <a:lnTo>
                        <a:pt x="662" y="294"/>
                      </a:lnTo>
                      <a:lnTo>
                        <a:pt x="666" y="296"/>
                      </a:lnTo>
                      <a:lnTo>
                        <a:pt x="670" y="300"/>
                      </a:lnTo>
                      <a:lnTo>
                        <a:pt x="674" y="304"/>
                      </a:lnTo>
                      <a:lnTo>
                        <a:pt x="680" y="306"/>
                      </a:lnTo>
                      <a:lnTo>
                        <a:pt x="688" y="308"/>
                      </a:lnTo>
                      <a:lnTo>
                        <a:pt x="698" y="306"/>
                      </a:lnTo>
                      <a:lnTo>
                        <a:pt x="712" y="308"/>
                      </a:lnTo>
                      <a:lnTo>
                        <a:pt x="712" y="310"/>
                      </a:lnTo>
                      <a:lnTo>
                        <a:pt x="712" y="314"/>
                      </a:lnTo>
                      <a:lnTo>
                        <a:pt x="710" y="322"/>
                      </a:lnTo>
                      <a:lnTo>
                        <a:pt x="704" y="332"/>
                      </a:lnTo>
                      <a:lnTo>
                        <a:pt x="700" y="344"/>
                      </a:lnTo>
                      <a:lnTo>
                        <a:pt x="698" y="350"/>
                      </a:lnTo>
                      <a:lnTo>
                        <a:pt x="698" y="356"/>
                      </a:lnTo>
                      <a:lnTo>
                        <a:pt x="700" y="360"/>
                      </a:lnTo>
                      <a:lnTo>
                        <a:pt x="704" y="366"/>
                      </a:lnTo>
                      <a:lnTo>
                        <a:pt x="712" y="376"/>
                      </a:lnTo>
                      <a:lnTo>
                        <a:pt x="714" y="374"/>
                      </a:lnTo>
                      <a:lnTo>
                        <a:pt x="718" y="370"/>
                      </a:lnTo>
                      <a:lnTo>
                        <a:pt x="724" y="366"/>
                      </a:lnTo>
                      <a:lnTo>
                        <a:pt x="730" y="362"/>
                      </a:lnTo>
                      <a:lnTo>
                        <a:pt x="734" y="356"/>
                      </a:lnTo>
                      <a:lnTo>
                        <a:pt x="738" y="350"/>
                      </a:lnTo>
                      <a:lnTo>
                        <a:pt x="742" y="332"/>
                      </a:lnTo>
                      <a:lnTo>
                        <a:pt x="746" y="314"/>
                      </a:lnTo>
                      <a:lnTo>
                        <a:pt x="748" y="312"/>
                      </a:lnTo>
                      <a:lnTo>
                        <a:pt x="754" y="308"/>
                      </a:lnTo>
                      <a:lnTo>
                        <a:pt x="766" y="306"/>
                      </a:lnTo>
                      <a:lnTo>
                        <a:pt x="772" y="304"/>
                      </a:lnTo>
                      <a:lnTo>
                        <a:pt x="788" y="296"/>
                      </a:lnTo>
                      <a:lnTo>
                        <a:pt x="796" y="290"/>
                      </a:lnTo>
                      <a:lnTo>
                        <a:pt x="800" y="284"/>
                      </a:lnTo>
                      <a:lnTo>
                        <a:pt x="804" y="276"/>
                      </a:lnTo>
                      <a:lnTo>
                        <a:pt x="806" y="266"/>
                      </a:lnTo>
                      <a:lnTo>
                        <a:pt x="804" y="264"/>
                      </a:lnTo>
                      <a:lnTo>
                        <a:pt x="802" y="262"/>
                      </a:lnTo>
                      <a:lnTo>
                        <a:pt x="800" y="258"/>
                      </a:lnTo>
                      <a:lnTo>
                        <a:pt x="794" y="256"/>
                      </a:lnTo>
                      <a:lnTo>
                        <a:pt x="794" y="254"/>
                      </a:lnTo>
                      <a:lnTo>
                        <a:pt x="792" y="250"/>
                      </a:lnTo>
                      <a:lnTo>
                        <a:pt x="794" y="246"/>
                      </a:lnTo>
                      <a:lnTo>
                        <a:pt x="798" y="244"/>
                      </a:lnTo>
                      <a:lnTo>
                        <a:pt x="804" y="238"/>
                      </a:lnTo>
                      <a:lnTo>
                        <a:pt x="806" y="2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2" name="íṥlíḍê"/>
                <p:cNvSpPr/>
                <p:nvPr/>
              </p:nvSpPr>
              <p:spPr bwMode="auto">
                <a:xfrm>
                  <a:off x="2783347" y="2341921"/>
                  <a:ext cx="64729" cy="29422"/>
                </a:xfrm>
                <a:custGeom>
                  <a:avLst/>
                  <a:gdLst>
                    <a:gd name="T0" fmla="*/ 2147483647 w 38"/>
                    <a:gd name="T1" fmla="*/ 2147483647 h 18"/>
                    <a:gd name="T2" fmla="*/ 2147483647 w 38"/>
                    <a:gd name="T3" fmla="*/ 2147483647 h 18"/>
                    <a:gd name="T4" fmla="*/ 2147483647 w 38"/>
                    <a:gd name="T5" fmla="*/ 2147483647 h 18"/>
                    <a:gd name="T6" fmla="*/ 2147483647 w 38"/>
                    <a:gd name="T7" fmla="*/ 2147483647 h 18"/>
                    <a:gd name="T8" fmla="*/ 2147483647 w 38"/>
                    <a:gd name="T9" fmla="*/ 2147483647 h 18"/>
                    <a:gd name="T10" fmla="*/ 0 w 38"/>
                    <a:gd name="T11" fmla="*/ 2147483647 h 18"/>
                    <a:gd name="T12" fmla="*/ 2147483647 w 38"/>
                    <a:gd name="T13" fmla="*/ 0 h 18"/>
                    <a:gd name="T14" fmla="*/ 2147483647 w 38"/>
                    <a:gd name="T15" fmla="*/ 0 h 18"/>
                    <a:gd name="T16" fmla="*/ 2147483647 w 38"/>
                    <a:gd name="T17" fmla="*/ 0 h 18"/>
                    <a:gd name="T18" fmla="*/ 2147483647 w 38"/>
                    <a:gd name="T19" fmla="*/ 2147483647 h 18"/>
                    <a:gd name="T20" fmla="*/ 2147483647 w 38"/>
                    <a:gd name="T21" fmla="*/ 2147483647 h 18"/>
                    <a:gd name="T22" fmla="*/ 2147483647 w 38"/>
                    <a:gd name="T23" fmla="*/ 2147483647 h 18"/>
                    <a:gd name="T24" fmla="*/ 2147483647 w 38"/>
                    <a:gd name="T25" fmla="*/ 2147483647 h 18"/>
                    <a:gd name="T26" fmla="*/ 2147483647 w 38"/>
                    <a:gd name="T27" fmla="*/ 2147483647 h 1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8"/>
                    <a:gd name="T43" fmla="*/ 0 h 18"/>
                    <a:gd name="T44" fmla="*/ 38 w 38"/>
                    <a:gd name="T45" fmla="*/ 18 h 1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8" h="18">
                      <a:moveTo>
                        <a:pt x="38" y="18"/>
                      </a:moveTo>
                      <a:lnTo>
                        <a:pt x="24" y="16"/>
                      </a:lnTo>
                      <a:lnTo>
                        <a:pt x="18" y="16"/>
                      </a:lnTo>
                      <a:lnTo>
                        <a:pt x="10" y="14"/>
                      </a:lnTo>
                      <a:lnTo>
                        <a:pt x="2" y="8"/>
                      </a:lnTo>
                      <a:lnTo>
                        <a:pt x="0" y="4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12" y="0"/>
                      </a:lnTo>
                      <a:lnTo>
                        <a:pt x="22" y="2"/>
                      </a:lnTo>
                      <a:lnTo>
                        <a:pt x="28" y="6"/>
                      </a:lnTo>
                      <a:lnTo>
                        <a:pt x="34" y="12"/>
                      </a:lnTo>
                      <a:lnTo>
                        <a:pt x="36" y="14"/>
                      </a:lnTo>
                      <a:lnTo>
                        <a:pt x="38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3" name="íŝľíďè"/>
                <p:cNvSpPr/>
                <p:nvPr/>
              </p:nvSpPr>
              <p:spPr bwMode="auto">
                <a:xfrm>
                  <a:off x="2889393" y="2294285"/>
                  <a:ext cx="169397" cy="149914"/>
                </a:xfrm>
                <a:custGeom>
                  <a:avLst/>
                  <a:gdLst>
                    <a:gd name="T0" fmla="*/ 2147483647 w 96"/>
                    <a:gd name="T1" fmla="*/ 2147483647 h 90"/>
                    <a:gd name="T2" fmla="*/ 2147483647 w 96"/>
                    <a:gd name="T3" fmla="*/ 2147483647 h 90"/>
                    <a:gd name="T4" fmla="*/ 2147483647 w 96"/>
                    <a:gd name="T5" fmla="*/ 2147483647 h 90"/>
                    <a:gd name="T6" fmla="*/ 2147483647 w 96"/>
                    <a:gd name="T7" fmla="*/ 2147483647 h 90"/>
                    <a:gd name="T8" fmla="*/ 2147483647 w 96"/>
                    <a:gd name="T9" fmla="*/ 2147483647 h 90"/>
                    <a:gd name="T10" fmla="*/ 2147483647 w 96"/>
                    <a:gd name="T11" fmla="*/ 2147483647 h 90"/>
                    <a:gd name="T12" fmla="*/ 0 w 96"/>
                    <a:gd name="T13" fmla="*/ 2147483647 h 90"/>
                    <a:gd name="T14" fmla="*/ 2147483647 w 96"/>
                    <a:gd name="T15" fmla="*/ 2147483647 h 90"/>
                    <a:gd name="T16" fmla="*/ 2147483647 w 96"/>
                    <a:gd name="T17" fmla="*/ 2147483647 h 90"/>
                    <a:gd name="T18" fmla="*/ 2147483647 w 96"/>
                    <a:gd name="T19" fmla="*/ 2147483647 h 90"/>
                    <a:gd name="T20" fmla="*/ 2147483647 w 96"/>
                    <a:gd name="T21" fmla="*/ 2147483647 h 90"/>
                    <a:gd name="T22" fmla="*/ 2147483647 w 96"/>
                    <a:gd name="T23" fmla="*/ 2147483647 h 90"/>
                    <a:gd name="T24" fmla="*/ 2147483647 w 96"/>
                    <a:gd name="T25" fmla="*/ 2147483647 h 90"/>
                    <a:gd name="T26" fmla="*/ 2147483647 w 96"/>
                    <a:gd name="T27" fmla="*/ 2147483647 h 90"/>
                    <a:gd name="T28" fmla="*/ 2147483647 w 96"/>
                    <a:gd name="T29" fmla="*/ 0 h 90"/>
                    <a:gd name="T30" fmla="*/ 2147483647 w 96"/>
                    <a:gd name="T31" fmla="*/ 2147483647 h 90"/>
                    <a:gd name="T32" fmla="*/ 2147483647 w 96"/>
                    <a:gd name="T33" fmla="*/ 2147483647 h 90"/>
                    <a:gd name="T34" fmla="*/ 2147483647 w 96"/>
                    <a:gd name="T35" fmla="*/ 2147483647 h 90"/>
                    <a:gd name="T36" fmla="*/ 2147483647 w 96"/>
                    <a:gd name="T37" fmla="*/ 2147483647 h 90"/>
                    <a:gd name="T38" fmla="*/ 2147483647 w 96"/>
                    <a:gd name="T39" fmla="*/ 2147483647 h 90"/>
                    <a:gd name="T40" fmla="*/ 2147483647 w 96"/>
                    <a:gd name="T41" fmla="*/ 2147483647 h 90"/>
                    <a:gd name="T42" fmla="*/ 2147483647 w 96"/>
                    <a:gd name="T43" fmla="*/ 2147483647 h 90"/>
                    <a:gd name="T44" fmla="*/ 2147483647 w 96"/>
                    <a:gd name="T45" fmla="*/ 2147483647 h 90"/>
                    <a:gd name="T46" fmla="*/ 2147483647 w 96"/>
                    <a:gd name="T47" fmla="*/ 2147483647 h 90"/>
                    <a:gd name="T48" fmla="*/ 2147483647 w 96"/>
                    <a:gd name="T49" fmla="*/ 2147483647 h 90"/>
                    <a:gd name="T50" fmla="*/ 2147483647 w 96"/>
                    <a:gd name="T51" fmla="*/ 2147483647 h 90"/>
                    <a:gd name="T52" fmla="*/ 2147483647 w 96"/>
                    <a:gd name="T53" fmla="*/ 2147483647 h 90"/>
                    <a:gd name="T54" fmla="*/ 2147483647 w 96"/>
                    <a:gd name="T55" fmla="*/ 2147483647 h 90"/>
                    <a:gd name="T56" fmla="*/ 2147483647 w 96"/>
                    <a:gd name="T57" fmla="*/ 2147483647 h 90"/>
                    <a:gd name="T58" fmla="*/ 2147483647 w 96"/>
                    <a:gd name="T59" fmla="*/ 2147483647 h 90"/>
                    <a:gd name="T60" fmla="*/ 2147483647 w 96"/>
                    <a:gd name="T61" fmla="*/ 2147483647 h 90"/>
                    <a:gd name="T62" fmla="*/ 2147483647 w 96"/>
                    <a:gd name="T63" fmla="*/ 2147483647 h 90"/>
                    <a:gd name="T64" fmla="*/ 2147483647 w 96"/>
                    <a:gd name="T65" fmla="*/ 2147483647 h 90"/>
                    <a:gd name="T66" fmla="*/ 2147483647 w 96"/>
                    <a:gd name="T67" fmla="*/ 2147483647 h 90"/>
                    <a:gd name="T68" fmla="*/ 2147483647 w 96"/>
                    <a:gd name="T69" fmla="*/ 2147483647 h 90"/>
                    <a:gd name="T70" fmla="*/ 2147483647 w 96"/>
                    <a:gd name="T71" fmla="*/ 2147483647 h 90"/>
                    <a:gd name="T72" fmla="*/ 2147483647 w 96"/>
                    <a:gd name="T73" fmla="*/ 2147483647 h 90"/>
                    <a:gd name="T74" fmla="*/ 2147483647 w 96"/>
                    <a:gd name="T75" fmla="*/ 2147483647 h 90"/>
                    <a:gd name="T76" fmla="*/ 2147483647 w 96"/>
                    <a:gd name="T77" fmla="*/ 2147483647 h 9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96"/>
                    <a:gd name="T118" fmla="*/ 0 h 90"/>
                    <a:gd name="T119" fmla="*/ 96 w 96"/>
                    <a:gd name="T120" fmla="*/ 90 h 90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96" h="90">
                      <a:moveTo>
                        <a:pt x="76" y="74"/>
                      </a:moveTo>
                      <a:lnTo>
                        <a:pt x="70" y="74"/>
                      </a:lnTo>
                      <a:lnTo>
                        <a:pt x="66" y="76"/>
                      </a:lnTo>
                      <a:lnTo>
                        <a:pt x="58" y="80"/>
                      </a:lnTo>
                      <a:lnTo>
                        <a:pt x="52" y="84"/>
                      </a:lnTo>
                      <a:lnTo>
                        <a:pt x="48" y="84"/>
                      </a:lnTo>
                      <a:lnTo>
                        <a:pt x="44" y="84"/>
                      </a:lnTo>
                      <a:lnTo>
                        <a:pt x="50" y="76"/>
                      </a:lnTo>
                      <a:lnTo>
                        <a:pt x="46" y="72"/>
                      </a:lnTo>
                      <a:lnTo>
                        <a:pt x="42" y="70"/>
                      </a:lnTo>
                      <a:lnTo>
                        <a:pt x="14" y="70"/>
                      </a:lnTo>
                      <a:lnTo>
                        <a:pt x="6" y="70"/>
                      </a:lnTo>
                      <a:lnTo>
                        <a:pt x="2" y="70"/>
                      </a:lnTo>
                      <a:lnTo>
                        <a:pt x="0" y="68"/>
                      </a:lnTo>
                      <a:lnTo>
                        <a:pt x="2" y="66"/>
                      </a:lnTo>
                      <a:lnTo>
                        <a:pt x="4" y="64"/>
                      </a:lnTo>
                      <a:lnTo>
                        <a:pt x="8" y="64"/>
                      </a:lnTo>
                      <a:lnTo>
                        <a:pt x="10" y="54"/>
                      </a:lnTo>
                      <a:lnTo>
                        <a:pt x="16" y="50"/>
                      </a:lnTo>
                      <a:lnTo>
                        <a:pt x="22" y="48"/>
                      </a:lnTo>
                      <a:lnTo>
                        <a:pt x="22" y="46"/>
                      </a:lnTo>
                      <a:lnTo>
                        <a:pt x="24" y="42"/>
                      </a:lnTo>
                      <a:lnTo>
                        <a:pt x="28" y="32"/>
                      </a:lnTo>
                      <a:lnTo>
                        <a:pt x="34" y="30"/>
                      </a:lnTo>
                      <a:lnTo>
                        <a:pt x="38" y="28"/>
                      </a:lnTo>
                      <a:lnTo>
                        <a:pt x="44" y="20"/>
                      </a:lnTo>
                      <a:lnTo>
                        <a:pt x="52" y="14"/>
                      </a:lnTo>
                      <a:lnTo>
                        <a:pt x="62" y="6"/>
                      </a:lnTo>
                      <a:lnTo>
                        <a:pt x="66" y="2"/>
                      </a:lnTo>
                      <a:lnTo>
                        <a:pt x="70" y="0"/>
                      </a:lnTo>
                      <a:lnTo>
                        <a:pt x="74" y="0"/>
                      </a:lnTo>
                      <a:lnTo>
                        <a:pt x="74" y="4"/>
                      </a:lnTo>
                      <a:lnTo>
                        <a:pt x="70" y="4"/>
                      </a:lnTo>
                      <a:lnTo>
                        <a:pt x="72" y="8"/>
                      </a:lnTo>
                      <a:lnTo>
                        <a:pt x="62" y="16"/>
                      </a:lnTo>
                      <a:lnTo>
                        <a:pt x="56" y="24"/>
                      </a:lnTo>
                      <a:lnTo>
                        <a:pt x="54" y="30"/>
                      </a:lnTo>
                      <a:lnTo>
                        <a:pt x="56" y="30"/>
                      </a:lnTo>
                      <a:lnTo>
                        <a:pt x="60" y="24"/>
                      </a:lnTo>
                      <a:lnTo>
                        <a:pt x="64" y="24"/>
                      </a:lnTo>
                      <a:lnTo>
                        <a:pt x="64" y="30"/>
                      </a:lnTo>
                      <a:lnTo>
                        <a:pt x="66" y="32"/>
                      </a:lnTo>
                      <a:lnTo>
                        <a:pt x="68" y="34"/>
                      </a:lnTo>
                      <a:lnTo>
                        <a:pt x="70" y="40"/>
                      </a:lnTo>
                      <a:lnTo>
                        <a:pt x="70" y="42"/>
                      </a:lnTo>
                      <a:lnTo>
                        <a:pt x="72" y="42"/>
                      </a:lnTo>
                      <a:lnTo>
                        <a:pt x="74" y="40"/>
                      </a:lnTo>
                      <a:lnTo>
                        <a:pt x="78" y="38"/>
                      </a:lnTo>
                      <a:lnTo>
                        <a:pt x="80" y="38"/>
                      </a:lnTo>
                      <a:lnTo>
                        <a:pt x="88" y="40"/>
                      </a:lnTo>
                      <a:lnTo>
                        <a:pt x="92" y="42"/>
                      </a:lnTo>
                      <a:lnTo>
                        <a:pt x="94" y="42"/>
                      </a:lnTo>
                      <a:lnTo>
                        <a:pt x="92" y="46"/>
                      </a:lnTo>
                      <a:lnTo>
                        <a:pt x="88" y="48"/>
                      </a:lnTo>
                      <a:lnTo>
                        <a:pt x="82" y="50"/>
                      </a:lnTo>
                      <a:lnTo>
                        <a:pt x="84" y="52"/>
                      </a:lnTo>
                      <a:lnTo>
                        <a:pt x="86" y="52"/>
                      </a:lnTo>
                      <a:lnTo>
                        <a:pt x="92" y="50"/>
                      </a:lnTo>
                      <a:lnTo>
                        <a:pt x="94" y="54"/>
                      </a:lnTo>
                      <a:lnTo>
                        <a:pt x="90" y="56"/>
                      </a:lnTo>
                      <a:lnTo>
                        <a:pt x="90" y="58"/>
                      </a:lnTo>
                      <a:lnTo>
                        <a:pt x="96" y="58"/>
                      </a:lnTo>
                      <a:lnTo>
                        <a:pt x="92" y="64"/>
                      </a:lnTo>
                      <a:lnTo>
                        <a:pt x="88" y="68"/>
                      </a:lnTo>
                      <a:lnTo>
                        <a:pt x="84" y="70"/>
                      </a:lnTo>
                      <a:lnTo>
                        <a:pt x="88" y="70"/>
                      </a:lnTo>
                      <a:lnTo>
                        <a:pt x="92" y="70"/>
                      </a:lnTo>
                      <a:lnTo>
                        <a:pt x="96" y="70"/>
                      </a:lnTo>
                      <a:lnTo>
                        <a:pt x="94" y="74"/>
                      </a:lnTo>
                      <a:lnTo>
                        <a:pt x="90" y="82"/>
                      </a:lnTo>
                      <a:lnTo>
                        <a:pt x="84" y="88"/>
                      </a:lnTo>
                      <a:lnTo>
                        <a:pt x="80" y="90"/>
                      </a:lnTo>
                      <a:lnTo>
                        <a:pt x="76" y="88"/>
                      </a:lnTo>
                      <a:lnTo>
                        <a:pt x="76" y="86"/>
                      </a:lnTo>
                      <a:lnTo>
                        <a:pt x="78" y="82"/>
                      </a:lnTo>
                      <a:lnTo>
                        <a:pt x="80" y="80"/>
                      </a:lnTo>
                      <a:lnTo>
                        <a:pt x="74" y="82"/>
                      </a:lnTo>
                      <a:lnTo>
                        <a:pt x="70" y="82"/>
                      </a:lnTo>
                      <a:lnTo>
                        <a:pt x="76" y="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4" name="ïṣľîďé"/>
                <p:cNvSpPr/>
                <p:nvPr/>
              </p:nvSpPr>
              <p:spPr bwMode="auto">
                <a:xfrm>
                  <a:off x="1882648" y="1668012"/>
                  <a:ext cx="247898" cy="95272"/>
                </a:xfrm>
                <a:custGeom>
                  <a:avLst/>
                  <a:gdLst>
                    <a:gd name="T0" fmla="*/ 0 w 142"/>
                    <a:gd name="T1" fmla="*/ 2147483647 h 58"/>
                    <a:gd name="T2" fmla="*/ 2147483647 w 142"/>
                    <a:gd name="T3" fmla="*/ 2147483647 h 58"/>
                    <a:gd name="T4" fmla="*/ 2147483647 w 142"/>
                    <a:gd name="T5" fmla="*/ 2147483647 h 58"/>
                    <a:gd name="T6" fmla="*/ 2147483647 w 142"/>
                    <a:gd name="T7" fmla="*/ 2147483647 h 58"/>
                    <a:gd name="T8" fmla="*/ 2147483647 w 142"/>
                    <a:gd name="T9" fmla="*/ 2147483647 h 58"/>
                    <a:gd name="T10" fmla="*/ 2147483647 w 142"/>
                    <a:gd name="T11" fmla="*/ 2147483647 h 58"/>
                    <a:gd name="T12" fmla="*/ 2147483647 w 142"/>
                    <a:gd name="T13" fmla="*/ 2147483647 h 58"/>
                    <a:gd name="T14" fmla="*/ 2147483647 w 142"/>
                    <a:gd name="T15" fmla="*/ 2147483647 h 58"/>
                    <a:gd name="T16" fmla="*/ 2147483647 w 142"/>
                    <a:gd name="T17" fmla="*/ 2147483647 h 58"/>
                    <a:gd name="T18" fmla="*/ 2147483647 w 142"/>
                    <a:gd name="T19" fmla="*/ 2147483647 h 58"/>
                    <a:gd name="T20" fmla="*/ 2147483647 w 142"/>
                    <a:gd name="T21" fmla="*/ 2147483647 h 58"/>
                    <a:gd name="T22" fmla="*/ 2147483647 w 142"/>
                    <a:gd name="T23" fmla="*/ 2147483647 h 58"/>
                    <a:gd name="T24" fmla="*/ 2147483647 w 142"/>
                    <a:gd name="T25" fmla="*/ 2147483647 h 58"/>
                    <a:gd name="T26" fmla="*/ 2147483647 w 142"/>
                    <a:gd name="T27" fmla="*/ 2147483647 h 58"/>
                    <a:gd name="T28" fmla="*/ 2147483647 w 142"/>
                    <a:gd name="T29" fmla="*/ 2147483647 h 58"/>
                    <a:gd name="T30" fmla="*/ 2147483647 w 142"/>
                    <a:gd name="T31" fmla="*/ 2147483647 h 58"/>
                    <a:gd name="T32" fmla="*/ 2147483647 w 142"/>
                    <a:gd name="T33" fmla="*/ 2147483647 h 58"/>
                    <a:gd name="T34" fmla="*/ 2147483647 w 142"/>
                    <a:gd name="T35" fmla="*/ 2147483647 h 58"/>
                    <a:gd name="T36" fmla="*/ 2147483647 w 142"/>
                    <a:gd name="T37" fmla="*/ 2147483647 h 58"/>
                    <a:gd name="T38" fmla="*/ 2147483647 w 142"/>
                    <a:gd name="T39" fmla="*/ 2147483647 h 58"/>
                    <a:gd name="T40" fmla="*/ 2147483647 w 142"/>
                    <a:gd name="T41" fmla="*/ 2147483647 h 58"/>
                    <a:gd name="T42" fmla="*/ 2147483647 w 142"/>
                    <a:gd name="T43" fmla="*/ 2147483647 h 58"/>
                    <a:gd name="T44" fmla="*/ 2147483647 w 142"/>
                    <a:gd name="T45" fmla="*/ 2147483647 h 58"/>
                    <a:gd name="T46" fmla="*/ 2147483647 w 142"/>
                    <a:gd name="T47" fmla="*/ 2147483647 h 58"/>
                    <a:gd name="T48" fmla="*/ 2147483647 w 142"/>
                    <a:gd name="T49" fmla="*/ 2147483647 h 58"/>
                    <a:gd name="T50" fmla="*/ 2147483647 w 142"/>
                    <a:gd name="T51" fmla="*/ 2147483647 h 58"/>
                    <a:gd name="T52" fmla="*/ 2147483647 w 142"/>
                    <a:gd name="T53" fmla="*/ 2147483647 h 58"/>
                    <a:gd name="T54" fmla="*/ 2147483647 w 142"/>
                    <a:gd name="T55" fmla="*/ 2147483647 h 58"/>
                    <a:gd name="T56" fmla="*/ 2147483647 w 142"/>
                    <a:gd name="T57" fmla="*/ 0 h 58"/>
                    <a:gd name="T58" fmla="*/ 2147483647 w 142"/>
                    <a:gd name="T59" fmla="*/ 2147483647 h 58"/>
                    <a:gd name="T60" fmla="*/ 2147483647 w 142"/>
                    <a:gd name="T61" fmla="*/ 2147483647 h 58"/>
                    <a:gd name="T62" fmla="*/ 2147483647 w 142"/>
                    <a:gd name="T63" fmla="*/ 2147483647 h 58"/>
                    <a:gd name="T64" fmla="*/ 2147483647 w 142"/>
                    <a:gd name="T65" fmla="*/ 2147483647 h 58"/>
                    <a:gd name="T66" fmla="*/ 2147483647 w 142"/>
                    <a:gd name="T67" fmla="*/ 2147483647 h 58"/>
                    <a:gd name="T68" fmla="*/ 2147483647 w 142"/>
                    <a:gd name="T69" fmla="*/ 2147483647 h 58"/>
                    <a:gd name="T70" fmla="*/ 2147483647 w 142"/>
                    <a:gd name="T71" fmla="*/ 2147483647 h 58"/>
                    <a:gd name="T72" fmla="*/ 2147483647 w 142"/>
                    <a:gd name="T73" fmla="*/ 2147483647 h 58"/>
                    <a:gd name="T74" fmla="*/ 0 w 142"/>
                    <a:gd name="T75" fmla="*/ 2147483647 h 58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142"/>
                    <a:gd name="T115" fmla="*/ 0 h 58"/>
                    <a:gd name="T116" fmla="*/ 142 w 142"/>
                    <a:gd name="T117" fmla="*/ 58 h 58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142" h="58">
                      <a:moveTo>
                        <a:pt x="0" y="40"/>
                      </a:moveTo>
                      <a:lnTo>
                        <a:pt x="4" y="40"/>
                      </a:lnTo>
                      <a:lnTo>
                        <a:pt x="10" y="40"/>
                      </a:lnTo>
                      <a:lnTo>
                        <a:pt x="14" y="40"/>
                      </a:lnTo>
                      <a:lnTo>
                        <a:pt x="18" y="44"/>
                      </a:lnTo>
                      <a:lnTo>
                        <a:pt x="20" y="48"/>
                      </a:lnTo>
                      <a:lnTo>
                        <a:pt x="18" y="56"/>
                      </a:lnTo>
                      <a:lnTo>
                        <a:pt x="20" y="58"/>
                      </a:lnTo>
                      <a:lnTo>
                        <a:pt x="24" y="54"/>
                      </a:lnTo>
                      <a:lnTo>
                        <a:pt x="32" y="48"/>
                      </a:lnTo>
                      <a:lnTo>
                        <a:pt x="38" y="44"/>
                      </a:lnTo>
                      <a:lnTo>
                        <a:pt x="48" y="44"/>
                      </a:lnTo>
                      <a:lnTo>
                        <a:pt x="54" y="44"/>
                      </a:lnTo>
                      <a:lnTo>
                        <a:pt x="60" y="42"/>
                      </a:lnTo>
                      <a:lnTo>
                        <a:pt x="70" y="36"/>
                      </a:lnTo>
                      <a:lnTo>
                        <a:pt x="78" y="34"/>
                      </a:lnTo>
                      <a:lnTo>
                        <a:pt x="100" y="30"/>
                      </a:lnTo>
                      <a:lnTo>
                        <a:pt x="122" y="24"/>
                      </a:lnTo>
                      <a:lnTo>
                        <a:pt x="132" y="20"/>
                      </a:lnTo>
                      <a:lnTo>
                        <a:pt x="142" y="14"/>
                      </a:lnTo>
                      <a:lnTo>
                        <a:pt x="134" y="8"/>
                      </a:lnTo>
                      <a:lnTo>
                        <a:pt x="128" y="4"/>
                      </a:lnTo>
                      <a:lnTo>
                        <a:pt x="124" y="4"/>
                      </a:lnTo>
                      <a:lnTo>
                        <a:pt x="118" y="4"/>
                      </a:lnTo>
                      <a:lnTo>
                        <a:pt x="118" y="8"/>
                      </a:lnTo>
                      <a:lnTo>
                        <a:pt x="112" y="8"/>
                      </a:lnTo>
                      <a:lnTo>
                        <a:pt x="106" y="6"/>
                      </a:lnTo>
                      <a:lnTo>
                        <a:pt x="102" y="2"/>
                      </a:lnTo>
                      <a:lnTo>
                        <a:pt x="96" y="0"/>
                      </a:lnTo>
                      <a:lnTo>
                        <a:pt x="76" y="2"/>
                      </a:lnTo>
                      <a:lnTo>
                        <a:pt x="60" y="4"/>
                      </a:lnTo>
                      <a:lnTo>
                        <a:pt x="48" y="14"/>
                      </a:lnTo>
                      <a:lnTo>
                        <a:pt x="44" y="18"/>
                      </a:lnTo>
                      <a:lnTo>
                        <a:pt x="38" y="22"/>
                      </a:lnTo>
                      <a:lnTo>
                        <a:pt x="24" y="28"/>
                      </a:lnTo>
                      <a:lnTo>
                        <a:pt x="12" y="34"/>
                      </a:lnTo>
                      <a:lnTo>
                        <a:pt x="6" y="36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5" name="ï$lïḑè"/>
                <p:cNvSpPr/>
                <p:nvPr/>
              </p:nvSpPr>
              <p:spPr bwMode="auto">
                <a:xfrm>
                  <a:off x="2478983" y="1554526"/>
                  <a:ext cx="90897" cy="42031"/>
                </a:xfrm>
                <a:custGeom>
                  <a:avLst/>
                  <a:gdLst>
                    <a:gd name="T0" fmla="*/ 2147483647 w 52"/>
                    <a:gd name="T1" fmla="*/ 2147483647 h 26"/>
                    <a:gd name="T2" fmla="*/ 2147483647 w 52"/>
                    <a:gd name="T3" fmla="*/ 2147483647 h 26"/>
                    <a:gd name="T4" fmla="*/ 2147483647 w 52"/>
                    <a:gd name="T5" fmla="*/ 2147483647 h 26"/>
                    <a:gd name="T6" fmla="*/ 2147483647 w 52"/>
                    <a:gd name="T7" fmla="*/ 2147483647 h 26"/>
                    <a:gd name="T8" fmla="*/ 2147483647 w 52"/>
                    <a:gd name="T9" fmla="*/ 2147483647 h 26"/>
                    <a:gd name="T10" fmla="*/ 2147483647 w 52"/>
                    <a:gd name="T11" fmla="*/ 2147483647 h 26"/>
                    <a:gd name="T12" fmla="*/ 2147483647 w 52"/>
                    <a:gd name="T13" fmla="*/ 2147483647 h 26"/>
                    <a:gd name="T14" fmla="*/ 0 w 52"/>
                    <a:gd name="T15" fmla="*/ 2147483647 h 26"/>
                    <a:gd name="T16" fmla="*/ 2147483647 w 52"/>
                    <a:gd name="T17" fmla="*/ 2147483647 h 26"/>
                    <a:gd name="T18" fmla="*/ 2147483647 w 52"/>
                    <a:gd name="T19" fmla="*/ 2147483647 h 26"/>
                    <a:gd name="T20" fmla="*/ 2147483647 w 52"/>
                    <a:gd name="T21" fmla="*/ 0 h 26"/>
                    <a:gd name="T22" fmla="*/ 2147483647 w 52"/>
                    <a:gd name="T23" fmla="*/ 2147483647 h 26"/>
                    <a:gd name="T24" fmla="*/ 2147483647 w 52"/>
                    <a:gd name="T25" fmla="*/ 2147483647 h 26"/>
                    <a:gd name="T26" fmla="*/ 2147483647 w 52"/>
                    <a:gd name="T27" fmla="*/ 2147483647 h 26"/>
                    <a:gd name="T28" fmla="*/ 2147483647 w 52"/>
                    <a:gd name="T29" fmla="*/ 2147483647 h 26"/>
                    <a:gd name="T30" fmla="*/ 2147483647 w 52"/>
                    <a:gd name="T31" fmla="*/ 2147483647 h 26"/>
                    <a:gd name="T32" fmla="*/ 2147483647 w 52"/>
                    <a:gd name="T33" fmla="*/ 2147483647 h 26"/>
                    <a:gd name="T34" fmla="*/ 2147483647 w 52"/>
                    <a:gd name="T35" fmla="*/ 2147483647 h 26"/>
                    <a:gd name="T36" fmla="*/ 2147483647 w 52"/>
                    <a:gd name="T37" fmla="*/ 2147483647 h 26"/>
                    <a:gd name="T38" fmla="*/ 2147483647 w 52"/>
                    <a:gd name="T39" fmla="*/ 2147483647 h 26"/>
                    <a:gd name="T40" fmla="*/ 2147483647 w 52"/>
                    <a:gd name="T41" fmla="*/ 2147483647 h 26"/>
                    <a:gd name="T42" fmla="*/ 2147483647 w 52"/>
                    <a:gd name="T43" fmla="*/ 2147483647 h 26"/>
                    <a:gd name="T44" fmla="*/ 2147483647 w 52"/>
                    <a:gd name="T45" fmla="*/ 2147483647 h 2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52"/>
                    <a:gd name="T70" fmla="*/ 0 h 26"/>
                    <a:gd name="T71" fmla="*/ 52 w 52"/>
                    <a:gd name="T72" fmla="*/ 26 h 2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52" h="26">
                      <a:moveTo>
                        <a:pt x="34" y="26"/>
                      </a:moveTo>
                      <a:lnTo>
                        <a:pt x="32" y="24"/>
                      </a:lnTo>
                      <a:lnTo>
                        <a:pt x="30" y="22"/>
                      </a:lnTo>
                      <a:lnTo>
                        <a:pt x="26" y="18"/>
                      </a:lnTo>
                      <a:lnTo>
                        <a:pt x="20" y="18"/>
                      </a:lnTo>
                      <a:lnTo>
                        <a:pt x="12" y="18"/>
                      </a:lnTo>
                      <a:lnTo>
                        <a:pt x="6" y="18"/>
                      </a:lnTo>
                      <a:lnTo>
                        <a:pt x="0" y="16"/>
                      </a:lnTo>
                      <a:lnTo>
                        <a:pt x="8" y="6"/>
                      </a:lnTo>
                      <a:lnTo>
                        <a:pt x="14" y="2"/>
                      </a:lnTo>
                      <a:lnTo>
                        <a:pt x="24" y="0"/>
                      </a:lnTo>
                      <a:lnTo>
                        <a:pt x="28" y="2"/>
                      </a:lnTo>
                      <a:lnTo>
                        <a:pt x="30" y="4"/>
                      </a:lnTo>
                      <a:lnTo>
                        <a:pt x="32" y="6"/>
                      </a:lnTo>
                      <a:lnTo>
                        <a:pt x="34" y="8"/>
                      </a:lnTo>
                      <a:lnTo>
                        <a:pt x="40" y="8"/>
                      </a:lnTo>
                      <a:lnTo>
                        <a:pt x="48" y="10"/>
                      </a:lnTo>
                      <a:lnTo>
                        <a:pt x="52" y="12"/>
                      </a:lnTo>
                      <a:lnTo>
                        <a:pt x="52" y="16"/>
                      </a:lnTo>
                      <a:lnTo>
                        <a:pt x="52" y="22"/>
                      </a:lnTo>
                      <a:lnTo>
                        <a:pt x="48" y="24"/>
                      </a:lnTo>
                      <a:lnTo>
                        <a:pt x="42" y="26"/>
                      </a:lnTo>
                      <a:lnTo>
                        <a:pt x="34" y="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6" name="îSľïde"/>
                <p:cNvSpPr/>
                <p:nvPr/>
              </p:nvSpPr>
              <p:spPr bwMode="auto">
                <a:xfrm>
                  <a:off x="1985940" y="1680622"/>
                  <a:ext cx="356700" cy="135904"/>
                </a:xfrm>
                <a:custGeom>
                  <a:avLst/>
                  <a:gdLst>
                    <a:gd name="T0" fmla="*/ 2147483647 w 204"/>
                    <a:gd name="T1" fmla="*/ 2147483647 h 82"/>
                    <a:gd name="T2" fmla="*/ 2147483647 w 204"/>
                    <a:gd name="T3" fmla="*/ 2147483647 h 82"/>
                    <a:gd name="T4" fmla="*/ 2147483647 w 204"/>
                    <a:gd name="T5" fmla="*/ 2147483647 h 82"/>
                    <a:gd name="T6" fmla="*/ 2147483647 w 204"/>
                    <a:gd name="T7" fmla="*/ 2147483647 h 82"/>
                    <a:gd name="T8" fmla="*/ 2147483647 w 204"/>
                    <a:gd name="T9" fmla="*/ 2147483647 h 82"/>
                    <a:gd name="T10" fmla="*/ 2147483647 w 204"/>
                    <a:gd name="T11" fmla="*/ 2147483647 h 82"/>
                    <a:gd name="T12" fmla="*/ 2147483647 w 204"/>
                    <a:gd name="T13" fmla="*/ 2147483647 h 82"/>
                    <a:gd name="T14" fmla="*/ 2147483647 w 204"/>
                    <a:gd name="T15" fmla="*/ 2147483647 h 82"/>
                    <a:gd name="T16" fmla="*/ 2147483647 w 204"/>
                    <a:gd name="T17" fmla="*/ 2147483647 h 82"/>
                    <a:gd name="T18" fmla="*/ 2147483647 w 204"/>
                    <a:gd name="T19" fmla="*/ 2147483647 h 82"/>
                    <a:gd name="T20" fmla="*/ 2147483647 w 204"/>
                    <a:gd name="T21" fmla="*/ 2147483647 h 82"/>
                    <a:gd name="T22" fmla="*/ 2147483647 w 204"/>
                    <a:gd name="T23" fmla="*/ 2147483647 h 82"/>
                    <a:gd name="T24" fmla="*/ 2147483647 w 204"/>
                    <a:gd name="T25" fmla="*/ 2147483647 h 82"/>
                    <a:gd name="T26" fmla="*/ 2147483647 w 204"/>
                    <a:gd name="T27" fmla="*/ 2147483647 h 82"/>
                    <a:gd name="T28" fmla="*/ 2147483647 w 204"/>
                    <a:gd name="T29" fmla="*/ 2147483647 h 82"/>
                    <a:gd name="T30" fmla="*/ 2147483647 w 204"/>
                    <a:gd name="T31" fmla="*/ 2147483647 h 82"/>
                    <a:gd name="T32" fmla="*/ 2147483647 w 204"/>
                    <a:gd name="T33" fmla="*/ 2147483647 h 82"/>
                    <a:gd name="T34" fmla="*/ 2147483647 w 204"/>
                    <a:gd name="T35" fmla="*/ 2147483647 h 82"/>
                    <a:gd name="T36" fmla="*/ 2147483647 w 204"/>
                    <a:gd name="T37" fmla="*/ 2147483647 h 82"/>
                    <a:gd name="T38" fmla="*/ 2147483647 w 204"/>
                    <a:gd name="T39" fmla="*/ 2147483647 h 82"/>
                    <a:gd name="T40" fmla="*/ 2147483647 w 204"/>
                    <a:gd name="T41" fmla="*/ 2147483647 h 82"/>
                    <a:gd name="T42" fmla="*/ 2147483647 w 204"/>
                    <a:gd name="T43" fmla="*/ 2147483647 h 82"/>
                    <a:gd name="T44" fmla="*/ 2147483647 w 204"/>
                    <a:gd name="T45" fmla="*/ 2147483647 h 82"/>
                    <a:gd name="T46" fmla="*/ 2147483647 w 204"/>
                    <a:gd name="T47" fmla="*/ 2147483647 h 82"/>
                    <a:gd name="T48" fmla="*/ 2147483647 w 204"/>
                    <a:gd name="T49" fmla="*/ 2147483647 h 82"/>
                    <a:gd name="T50" fmla="*/ 2147483647 w 204"/>
                    <a:gd name="T51" fmla="*/ 2147483647 h 82"/>
                    <a:gd name="T52" fmla="*/ 2147483647 w 204"/>
                    <a:gd name="T53" fmla="*/ 2147483647 h 82"/>
                    <a:gd name="T54" fmla="*/ 2147483647 w 204"/>
                    <a:gd name="T55" fmla="*/ 2147483647 h 82"/>
                    <a:gd name="T56" fmla="*/ 2147483647 w 204"/>
                    <a:gd name="T57" fmla="*/ 2147483647 h 82"/>
                    <a:gd name="T58" fmla="*/ 2147483647 w 204"/>
                    <a:gd name="T59" fmla="*/ 2147483647 h 82"/>
                    <a:gd name="T60" fmla="*/ 2147483647 w 204"/>
                    <a:gd name="T61" fmla="*/ 2147483647 h 82"/>
                    <a:gd name="T62" fmla="*/ 2147483647 w 204"/>
                    <a:gd name="T63" fmla="*/ 2147483647 h 82"/>
                    <a:gd name="T64" fmla="*/ 2147483647 w 204"/>
                    <a:gd name="T65" fmla="*/ 2147483647 h 82"/>
                    <a:gd name="T66" fmla="*/ 2147483647 w 204"/>
                    <a:gd name="T67" fmla="*/ 2147483647 h 82"/>
                    <a:gd name="T68" fmla="*/ 2147483647 w 204"/>
                    <a:gd name="T69" fmla="*/ 0 h 82"/>
                    <a:gd name="T70" fmla="*/ 2147483647 w 204"/>
                    <a:gd name="T71" fmla="*/ 2147483647 h 82"/>
                    <a:gd name="T72" fmla="*/ 2147483647 w 204"/>
                    <a:gd name="T73" fmla="*/ 2147483647 h 82"/>
                    <a:gd name="T74" fmla="*/ 2147483647 w 204"/>
                    <a:gd name="T75" fmla="*/ 2147483647 h 82"/>
                    <a:gd name="T76" fmla="*/ 2147483647 w 204"/>
                    <a:gd name="T77" fmla="*/ 2147483647 h 82"/>
                    <a:gd name="T78" fmla="*/ 2147483647 w 204"/>
                    <a:gd name="T79" fmla="*/ 2147483647 h 82"/>
                    <a:gd name="T80" fmla="*/ 2147483647 w 204"/>
                    <a:gd name="T81" fmla="*/ 2147483647 h 82"/>
                    <a:gd name="T82" fmla="*/ 2147483647 w 204"/>
                    <a:gd name="T83" fmla="*/ 2147483647 h 82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04"/>
                    <a:gd name="T127" fmla="*/ 0 h 82"/>
                    <a:gd name="T128" fmla="*/ 204 w 204"/>
                    <a:gd name="T129" fmla="*/ 82 h 82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04" h="82">
                      <a:moveTo>
                        <a:pt x="176" y="62"/>
                      </a:moveTo>
                      <a:lnTo>
                        <a:pt x="172" y="62"/>
                      </a:lnTo>
                      <a:lnTo>
                        <a:pt x="170" y="64"/>
                      </a:lnTo>
                      <a:lnTo>
                        <a:pt x="166" y="70"/>
                      </a:lnTo>
                      <a:lnTo>
                        <a:pt x="160" y="76"/>
                      </a:lnTo>
                      <a:lnTo>
                        <a:pt x="158" y="78"/>
                      </a:lnTo>
                      <a:lnTo>
                        <a:pt x="154" y="80"/>
                      </a:lnTo>
                      <a:lnTo>
                        <a:pt x="146" y="78"/>
                      </a:lnTo>
                      <a:lnTo>
                        <a:pt x="132" y="76"/>
                      </a:lnTo>
                      <a:lnTo>
                        <a:pt x="124" y="70"/>
                      </a:lnTo>
                      <a:lnTo>
                        <a:pt x="120" y="68"/>
                      </a:lnTo>
                      <a:lnTo>
                        <a:pt x="120" y="64"/>
                      </a:lnTo>
                      <a:lnTo>
                        <a:pt x="98" y="64"/>
                      </a:lnTo>
                      <a:lnTo>
                        <a:pt x="94" y="66"/>
                      </a:lnTo>
                      <a:lnTo>
                        <a:pt x="90" y="68"/>
                      </a:lnTo>
                      <a:lnTo>
                        <a:pt x="78" y="74"/>
                      </a:lnTo>
                      <a:lnTo>
                        <a:pt x="68" y="80"/>
                      </a:lnTo>
                      <a:lnTo>
                        <a:pt x="60" y="82"/>
                      </a:lnTo>
                      <a:lnTo>
                        <a:pt x="52" y="82"/>
                      </a:lnTo>
                      <a:lnTo>
                        <a:pt x="40" y="80"/>
                      </a:lnTo>
                      <a:lnTo>
                        <a:pt x="34" y="80"/>
                      </a:lnTo>
                      <a:lnTo>
                        <a:pt x="28" y="82"/>
                      </a:lnTo>
                      <a:lnTo>
                        <a:pt x="28" y="74"/>
                      </a:lnTo>
                      <a:lnTo>
                        <a:pt x="32" y="72"/>
                      </a:lnTo>
                      <a:lnTo>
                        <a:pt x="34" y="68"/>
                      </a:lnTo>
                      <a:lnTo>
                        <a:pt x="22" y="70"/>
                      </a:lnTo>
                      <a:lnTo>
                        <a:pt x="14" y="68"/>
                      </a:lnTo>
                      <a:lnTo>
                        <a:pt x="6" y="64"/>
                      </a:lnTo>
                      <a:lnTo>
                        <a:pt x="0" y="60"/>
                      </a:lnTo>
                      <a:lnTo>
                        <a:pt x="14" y="56"/>
                      </a:lnTo>
                      <a:lnTo>
                        <a:pt x="26" y="54"/>
                      </a:lnTo>
                      <a:lnTo>
                        <a:pt x="70" y="54"/>
                      </a:lnTo>
                      <a:lnTo>
                        <a:pt x="70" y="52"/>
                      </a:lnTo>
                      <a:lnTo>
                        <a:pt x="72" y="50"/>
                      </a:lnTo>
                      <a:lnTo>
                        <a:pt x="12" y="50"/>
                      </a:lnTo>
                      <a:lnTo>
                        <a:pt x="12" y="44"/>
                      </a:lnTo>
                      <a:lnTo>
                        <a:pt x="14" y="42"/>
                      </a:lnTo>
                      <a:lnTo>
                        <a:pt x="18" y="36"/>
                      </a:lnTo>
                      <a:lnTo>
                        <a:pt x="18" y="34"/>
                      </a:lnTo>
                      <a:lnTo>
                        <a:pt x="20" y="30"/>
                      </a:lnTo>
                      <a:lnTo>
                        <a:pt x="26" y="28"/>
                      </a:lnTo>
                      <a:lnTo>
                        <a:pt x="42" y="26"/>
                      </a:lnTo>
                      <a:lnTo>
                        <a:pt x="54" y="24"/>
                      </a:lnTo>
                      <a:lnTo>
                        <a:pt x="68" y="20"/>
                      </a:lnTo>
                      <a:lnTo>
                        <a:pt x="78" y="14"/>
                      </a:lnTo>
                      <a:lnTo>
                        <a:pt x="90" y="6"/>
                      </a:lnTo>
                      <a:lnTo>
                        <a:pt x="90" y="16"/>
                      </a:lnTo>
                      <a:lnTo>
                        <a:pt x="94" y="18"/>
                      </a:lnTo>
                      <a:lnTo>
                        <a:pt x="96" y="18"/>
                      </a:lnTo>
                      <a:lnTo>
                        <a:pt x="102" y="16"/>
                      </a:lnTo>
                      <a:lnTo>
                        <a:pt x="110" y="18"/>
                      </a:lnTo>
                      <a:lnTo>
                        <a:pt x="120" y="20"/>
                      </a:lnTo>
                      <a:lnTo>
                        <a:pt x="124" y="20"/>
                      </a:lnTo>
                      <a:lnTo>
                        <a:pt x="124" y="16"/>
                      </a:lnTo>
                      <a:lnTo>
                        <a:pt x="128" y="14"/>
                      </a:lnTo>
                      <a:lnTo>
                        <a:pt x="130" y="12"/>
                      </a:lnTo>
                      <a:lnTo>
                        <a:pt x="136" y="14"/>
                      </a:lnTo>
                      <a:lnTo>
                        <a:pt x="142" y="16"/>
                      </a:lnTo>
                      <a:lnTo>
                        <a:pt x="138" y="26"/>
                      </a:lnTo>
                      <a:lnTo>
                        <a:pt x="138" y="28"/>
                      </a:lnTo>
                      <a:lnTo>
                        <a:pt x="142" y="28"/>
                      </a:lnTo>
                      <a:lnTo>
                        <a:pt x="144" y="28"/>
                      </a:lnTo>
                      <a:lnTo>
                        <a:pt x="146" y="28"/>
                      </a:lnTo>
                      <a:lnTo>
                        <a:pt x="150" y="24"/>
                      </a:lnTo>
                      <a:lnTo>
                        <a:pt x="150" y="18"/>
                      </a:lnTo>
                      <a:lnTo>
                        <a:pt x="152" y="12"/>
                      </a:lnTo>
                      <a:lnTo>
                        <a:pt x="160" y="8"/>
                      </a:lnTo>
                      <a:lnTo>
                        <a:pt x="174" y="4"/>
                      </a:lnTo>
                      <a:lnTo>
                        <a:pt x="194" y="0"/>
                      </a:lnTo>
                      <a:lnTo>
                        <a:pt x="204" y="0"/>
                      </a:lnTo>
                      <a:lnTo>
                        <a:pt x="200" y="4"/>
                      </a:lnTo>
                      <a:lnTo>
                        <a:pt x="196" y="10"/>
                      </a:lnTo>
                      <a:lnTo>
                        <a:pt x="182" y="20"/>
                      </a:lnTo>
                      <a:lnTo>
                        <a:pt x="172" y="30"/>
                      </a:lnTo>
                      <a:lnTo>
                        <a:pt x="168" y="38"/>
                      </a:lnTo>
                      <a:lnTo>
                        <a:pt x="166" y="44"/>
                      </a:lnTo>
                      <a:lnTo>
                        <a:pt x="168" y="46"/>
                      </a:lnTo>
                      <a:lnTo>
                        <a:pt x="170" y="50"/>
                      </a:lnTo>
                      <a:lnTo>
                        <a:pt x="178" y="52"/>
                      </a:lnTo>
                      <a:lnTo>
                        <a:pt x="186" y="54"/>
                      </a:lnTo>
                      <a:lnTo>
                        <a:pt x="188" y="56"/>
                      </a:lnTo>
                      <a:lnTo>
                        <a:pt x="190" y="58"/>
                      </a:lnTo>
                      <a:lnTo>
                        <a:pt x="188" y="62"/>
                      </a:lnTo>
                      <a:lnTo>
                        <a:pt x="182" y="64"/>
                      </a:lnTo>
                      <a:lnTo>
                        <a:pt x="176" y="6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7" name="ïṧļíḓé"/>
                <p:cNvSpPr/>
                <p:nvPr/>
              </p:nvSpPr>
              <p:spPr bwMode="auto">
                <a:xfrm>
                  <a:off x="2075457" y="1590953"/>
                  <a:ext cx="169397" cy="44834"/>
                </a:xfrm>
                <a:custGeom>
                  <a:avLst/>
                  <a:gdLst>
                    <a:gd name="T0" fmla="*/ 0 w 96"/>
                    <a:gd name="T1" fmla="*/ 2147483647 h 26"/>
                    <a:gd name="T2" fmla="*/ 2147483647 w 96"/>
                    <a:gd name="T3" fmla="*/ 2147483647 h 26"/>
                    <a:gd name="T4" fmla="*/ 2147483647 w 96"/>
                    <a:gd name="T5" fmla="*/ 2147483647 h 26"/>
                    <a:gd name="T6" fmla="*/ 2147483647 w 96"/>
                    <a:gd name="T7" fmla="*/ 2147483647 h 26"/>
                    <a:gd name="T8" fmla="*/ 2147483647 w 96"/>
                    <a:gd name="T9" fmla="*/ 2147483647 h 26"/>
                    <a:gd name="T10" fmla="*/ 2147483647 w 96"/>
                    <a:gd name="T11" fmla="*/ 2147483647 h 26"/>
                    <a:gd name="T12" fmla="*/ 2147483647 w 96"/>
                    <a:gd name="T13" fmla="*/ 2147483647 h 26"/>
                    <a:gd name="T14" fmla="*/ 2147483647 w 96"/>
                    <a:gd name="T15" fmla="*/ 2147483647 h 26"/>
                    <a:gd name="T16" fmla="*/ 2147483647 w 96"/>
                    <a:gd name="T17" fmla="*/ 2147483647 h 26"/>
                    <a:gd name="T18" fmla="*/ 2147483647 w 96"/>
                    <a:gd name="T19" fmla="*/ 2147483647 h 26"/>
                    <a:gd name="T20" fmla="*/ 2147483647 w 96"/>
                    <a:gd name="T21" fmla="*/ 2147483647 h 26"/>
                    <a:gd name="T22" fmla="*/ 2147483647 w 96"/>
                    <a:gd name="T23" fmla="*/ 2147483647 h 26"/>
                    <a:gd name="T24" fmla="*/ 2147483647 w 96"/>
                    <a:gd name="T25" fmla="*/ 2147483647 h 26"/>
                    <a:gd name="T26" fmla="*/ 2147483647 w 96"/>
                    <a:gd name="T27" fmla="*/ 0 h 26"/>
                    <a:gd name="T28" fmla="*/ 2147483647 w 96"/>
                    <a:gd name="T29" fmla="*/ 2147483647 h 26"/>
                    <a:gd name="T30" fmla="*/ 2147483647 w 96"/>
                    <a:gd name="T31" fmla="*/ 2147483647 h 26"/>
                    <a:gd name="T32" fmla="*/ 2147483647 w 96"/>
                    <a:gd name="T33" fmla="*/ 2147483647 h 26"/>
                    <a:gd name="T34" fmla="*/ 2147483647 w 96"/>
                    <a:gd name="T35" fmla="*/ 2147483647 h 26"/>
                    <a:gd name="T36" fmla="*/ 2147483647 w 96"/>
                    <a:gd name="T37" fmla="*/ 2147483647 h 26"/>
                    <a:gd name="T38" fmla="*/ 2147483647 w 96"/>
                    <a:gd name="T39" fmla="*/ 2147483647 h 26"/>
                    <a:gd name="T40" fmla="*/ 2147483647 w 96"/>
                    <a:gd name="T41" fmla="*/ 2147483647 h 26"/>
                    <a:gd name="T42" fmla="*/ 0 w 96"/>
                    <a:gd name="T43" fmla="*/ 2147483647 h 2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96"/>
                    <a:gd name="T67" fmla="*/ 0 h 26"/>
                    <a:gd name="T68" fmla="*/ 96 w 96"/>
                    <a:gd name="T69" fmla="*/ 26 h 2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96" h="26">
                      <a:moveTo>
                        <a:pt x="0" y="24"/>
                      </a:moveTo>
                      <a:lnTo>
                        <a:pt x="6" y="24"/>
                      </a:lnTo>
                      <a:lnTo>
                        <a:pt x="12" y="24"/>
                      </a:lnTo>
                      <a:lnTo>
                        <a:pt x="16" y="24"/>
                      </a:lnTo>
                      <a:lnTo>
                        <a:pt x="18" y="26"/>
                      </a:lnTo>
                      <a:lnTo>
                        <a:pt x="26" y="26"/>
                      </a:lnTo>
                      <a:lnTo>
                        <a:pt x="42" y="20"/>
                      </a:lnTo>
                      <a:lnTo>
                        <a:pt x="52" y="16"/>
                      </a:lnTo>
                      <a:lnTo>
                        <a:pt x="58" y="22"/>
                      </a:lnTo>
                      <a:lnTo>
                        <a:pt x="68" y="16"/>
                      </a:lnTo>
                      <a:lnTo>
                        <a:pt x="76" y="12"/>
                      </a:lnTo>
                      <a:lnTo>
                        <a:pt x="86" y="8"/>
                      </a:lnTo>
                      <a:lnTo>
                        <a:pt x="96" y="4"/>
                      </a:lnTo>
                      <a:lnTo>
                        <a:pt x="90" y="0"/>
                      </a:lnTo>
                      <a:lnTo>
                        <a:pt x="78" y="2"/>
                      </a:lnTo>
                      <a:lnTo>
                        <a:pt x="70" y="4"/>
                      </a:lnTo>
                      <a:lnTo>
                        <a:pt x="46" y="10"/>
                      </a:lnTo>
                      <a:lnTo>
                        <a:pt x="24" y="16"/>
                      </a:lnTo>
                      <a:lnTo>
                        <a:pt x="16" y="18"/>
                      </a:lnTo>
                      <a:lnTo>
                        <a:pt x="4" y="18"/>
                      </a:lnTo>
                      <a:lnTo>
                        <a:pt x="4" y="24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8" name="îṥľîďè"/>
                <p:cNvSpPr/>
                <p:nvPr/>
              </p:nvSpPr>
              <p:spPr bwMode="auto">
                <a:xfrm>
                  <a:off x="2152582" y="1610569"/>
                  <a:ext cx="231372" cy="53240"/>
                </a:xfrm>
                <a:custGeom>
                  <a:avLst/>
                  <a:gdLst>
                    <a:gd name="T0" fmla="*/ 2147483647 w 132"/>
                    <a:gd name="T1" fmla="*/ 2147483647 h 32"/>
                    <a:gd name="T2" fmla="*/ 2147483647 w 132"/>
                    <a:gd name="T3" fmla="*/ 2147483647 h 32"/>
                    <a:gd name="T4" fmla="*/ 2147483647 w 132"/>
                    <a:gd name="T5" fmla="*/ 2147483647 h 32"/>
                    <a:gd name="T6" fmla="*/ 2147483647 w 132"/>
                    <a:gd name="T7" fmla="*/ 2147483647 h 32"/>
                    <a:gd name="T8" fmla="*/ 2147483647 w 132"/>
                    <a:gd name="T9" fmla="*/ 2147483647 h 32"/>
                    <a:gd name="T10" fmla="*/ 2147483647 w 132"/>
                    <a:gd name="T11" fmla="*/ 2147483647 h 32"/>
                    <a:gd name="T12" fmla="*/ 0 w 132"/>
                    <a:gd name="T13" fmla="*/ 2147483647 h 32"/>
                    <a:gd name="T14" fmla="*/ 0 w 132"/>
                    <a:gd name="T15" fmla="*/ 2147483647 h 32"/>
                    <a:gd name="T16" fmla="*/ 2147483647 w 132"/>
                    <a:gd name="T17" fmla="*/ 2147483647 h 32"/>
                    <a:gd name="T18" fmla="*/ 2147483647 w 132"/>
                    <a:gd name="T19" fmla="*/ 2147483647 h 32"/>
                    <a:gd name="T20" fmla="*/ 2147483647 w 132"/>
                    <a:gd name="T21" fmla="*/ 2147483647 h 32"/>
                    <a:gd name="T22" fmla="*/ 2147483647 w 132"/>
                    <a:gd name="T23" fmla="*/ 0 h 32"/>
                    <a:gd name="T24" fmla="*/ 2147483647 w 132"/>
                    <a:gd name="T25" fmla="*/ 2147483647 h 32"/>
                    <a:gd name="T26" fmla="*/ 2147483647 w 132"/>
                    <a:gd name="T27" fmla="*/ 2147483647 h 32"/>
                    <a:gd name="T28" fmla="*/ 2147483647 w 132"/>
                    <a:gd name="T29" fmla="*/ 2147483647 h 32"/>
                    <a:gd name="T30" fmla="*/ 2147483647 w 132"/>
                    <a:gd name="T31" fmla="*/ 2147483647 h 32"/>
                    <a:gd name="T32" fmla="*/ 2147483647 w 132"/>
                    <a:gd name="T33" fmla="*/ 2147483647 h 32"/>
                    <a:gd name="T34" fmla="*/ 2147483647 w 132"/>
                    <a:gd name="T35" fmla="*/ 2147483647 h 32"/>
                    <a:gd name="T36" fmla="*/ 2147483647 w 132"/>
                    <a:gd name="T37" fmla="*/ 2147483647 h 32"/>
                    <a:gd name="T38" fmla="*/ 2147483647 w 132"/>
                    <a:gd name="T39" fmla="*/ 2147483647 h 32"/>
                    <a:gd name="T40" fmla="*/ 2147483647 w 132"/>
                    <a:gd name="T41" fmla="*/ 2147483647 h 32"/>
                    <a:gd name="T42" fmla="*/ 2147483647 w 132"/>
                    <a:gd name="T43" fmla="*/ 2147483647 h 32"/>
                    <a:gd name="T44" fmla="*/ 2147483647 w 132"/>
                    <a:gd name="T45" fmla="*/ 0 h 32"/>
                    <a:gd name="T46" fmla="*/ 2147483647 w 132"/>
                    <a:gd name="T47" fmla="*/ 0 h 32"/>
                    <a:gd name="T48" fmla="*/ 2147483647 w 132"/>
                    <a:gd name="T49" fmla="*/ 2147483647 h 32"/>
                    <a:gd name="T50" fmla="*/ 2147483647 w 132"/>
                    <a:gd name="T51" fmla="*/ 2147483647 h 32"/>
                    <a:gd name="T52" fmla="*/ 2147483647 w 132"/>
                    <a:gd name="T53" fmla="*/ 2147483647 h 32"/>
                    <a:gd name="T54" fmla="*/ 2147483647 w 132"/>
                    <a:gd name="T55" fmla="*/ 2147483647 h 32"/>
                    <a:gd name="T56" fmla="*/ 2147483647 w 132"/>
                    <a:gd name="T57" fmla="*/ 2147483647 h 32"/>
                    <a:gd name="T58" fmla="*/ 2147483647 w 132"/>
                    <a:gd name="T59" fmla="*/ 2147483647 h 32"/>
                    <a:gd name="T60" fmla="*/ 2147483647 w 132"/>
                    <a:gd name="T61" fmla="*/ 2147483647 h 32"/>
                    <a:gd name="T62" fmla="*/ 2147483647 w 132"/>
                    <a:gd name="T63" fmla="*/ 2147483647 h 32"/>
                    <a:gd name="T64" fmla="*/ 2147483647 w 132"/>
                    <a:gd name="T65" fmla="*/ 2147483647 h 32"/>
                    <a:gd name="T66" fmla="*/ 2147483647 w 132"/>
                    <a:gd name="T67" fmla="*/ 2147483647 h 32"/>
                    <a:gd name="T68" fmla="*/ 2147483647 w 132"/>
                    <a:gd name="T69" fmla="*/ 2147483647 h 32"/>
                    <a:gd name="T70" fmla="*/ 2147483647 w 132"/>
                    <a:gd name="T71" fmla="*/ 2147483647 h 32"/>
                    <a:gd name="T72" fmla="*/ 2147483647 w 132"/>
                    <a:gd name="T73" fmla="*/ 2147483647 h 32"/>
                    <a:gd name="T74" fmla="*/ 2147483647 w 132"/>
                    <a:gd name="T75" fmla="*/ 2147483647 h 32"/>
                    <a:gd name="T76" fmla="*/ 2147483647 w 132"/>
                    <a:gd name="T77" fmla="*/ 2147483647 h 32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32"/>
                    <a:gd name="T118" fmla="*/ 0 h 32"/>
                    <a:gd name="T119" fmla="*/ 132 w 132"/>
                    <a:gd name="T120" fmla="*/ 32 h 32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32" h="32">
                      <a:moveTo>
                        <a:pt x="34" y="32"/>
                      </a:moveTo>
                      <a:lnTo>
                        <a:pt x="30" y="30"/>
                      </a:lnTo>
                      <a:lnTo>
                        <a:pt x="28" y="30"/>
                      </a:lnTo>
                      <a:lnTo>
                        <a:pt x="30" y="26"/>
                      </a:lnTo>
                      <a:lnTo>
                        <a:pt x="36" y="24"/>
                      </a:lnTo>
                      <a:lnTo>
                        <a:pt x="18" y="22"/>
                      </a:lnTo>
                      <a:lnTo>
                        <a:pt x="0" y="20"/>
                      </a:lnTo>
                      <a:lnTo>
                        <a:pt x="0" y="18"/>
                      </a:lnTo>
                      <a:lnTo>
                        <a:pt x="6" y="16"/>
                      </a:lnTo>
                      <a:lnTo>
                        <a:pt x="24" y="10"/>
                      </a:lnTo>
                      <a:lnTo>
                        <a:pt x="40" y="4"/>
                      </a:lnTo>
                      <a:lnTo>
                        <a:pt x="54" y="0"/>
                      </a:lnTo>
                      <a:lnTo>
                        <a:pt x="54" y="6"/>
                      </a:lnTo>
                      <a:lnTo>
                        <a:pt x="56" y="6"/>
                      </a:lnTo>
                      <a:lnTo>
                        <a:pt x="64" y="6"/>
                      </a:lnTo>
                      <a:lnTo>
                        <a:pt x="64" y="14"/>
                      </a:lnTo>
                      <a:lnTo>
                        <a:pt x="66" y="16"/>
                      </a:lnTo>
                      <a:lnTo>
                        <a:pt x="68" y="18"/>
                      </a:lnTo>
                      <a:lnTo>
                        <a:pt x="74" y="18"/>
                      </a:lnTo>
                      <a:lnTo>
                        <a:pt x="84" y="16"/>
                      </a:lnTo>
                      <a:lnTo>
                        <a:pt x="92" y="14"/>
                      </a:lnTo>
                      <a:lnTo>
                        <a:pt x="100" y="6"/>
                      </a:lnTo>
                      <a:lnTo>
                        <a:pt x="108" y="0"/>
                      </a:lnTo>
                      <a:lnTo>
                        <a:pt x="114" y="0"/>
                      </a:lnTo>
                      <a:lnTo>
                        <a:pt x="114" y="8"/>
                      </a:lnTo>
                      <a:lnTo>
                        <a:pt x="110" y="12"/>
                      </a:lnTo>
                      <a:lnTo>
                        <a:pt x="120" y="14"/>
                      </a:lnTo>
                      <a:lnTo>
                        <a:pt x="132" y="14"/>
                      </a:lnTo>
                      <a:lnTo>
                        <a:pt x="118" y="22"/>
                      </a:lnTo>
                      <a:lnTo>
                        <a:pt x="110" y="28"/>
                      </a:lnTo>
                      <a:lnTo>
                        <a:pt x="104" y="28"/>
                      </a:lnTo>
                      <a:lnTo>
                        <a:pt x="98" y="28"/>
                      </a:lnTo>
                      <a:lnTo>
                        <a:pt x="94" y="26"/>
                      </a:lnTo>
                      <a:lnTo>
                        <a:pt x="90" y="24"/>
                      </a:lnTo>
                      <a:lnTo>
                        <a:pt x="84" y="22"/>
                      </a:lnTo>
                      <a:lnTo>
                        <a:pt x="72" y="24"/>
                      </a:lnTo>
                      <a:lnTo>
                        <a:pt x="60" y="28"/>
                      </a:lnTo>
                      <a:lnTo>
                        <a:pt x="48" y="30"/>
                      </a:lnTo>
                      <a:lnTo>
                        <a:pt x="34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49" name="íṡľîḋé"/>
                <p:cNvSpPr/>
                <p:nvPr/>
              </p:nvSpPr>
              <p:spPr bwMode="auto">
                <a:xfrm>
                  <a:off x="2282040" y="1562932"/>
                  <a:ext cx="111555" cy="30822"/>
                </a:xfrm>
                <a:custGeom>
                  <a:avLst/>
                  <a:gdLst>
                    <a:gd name="T0" fmla="*/ 2147483647 w 64"/>
                    <a:gd name="T1" fmla="*/ 2147483647 h 18"/>
                    <a:gd name="T2" fmla="*/ 2147483647 w 64"/>
                    <a:gd name="T3" fmla="*/ 2147483647 h 18"/>
                    <a:gd name="T4" fmla="*/ 0 w 64"/>
                    <a:gd name="T5" fmla="*/ 2147483647 h 18"/>
                    <a:gd name="T6" fmla="*/ 2147483647 w 64"/>
                    <a:gd name="T7" fmla="*/ 2147483647 h 18"/>
                    <a:gd name="T8" fmla="*/ 2147483647 w 64"/>
                    <a:gd name="T9" fmla="*/ 2147483647 h 18"/>
                    <a:gd name="T10" fmla="*/ 2147483647 w 64"/>
                    <a:gd name="T11" fmla="*/ 2147483647 h 18"/>
                    <a:gd name="T12" fmla="*/ 2147483647 w 64"/>
                    <a:gd name="T13" fmla="*/ 2147483647 h 18"/>
                    <a:gd name="T14" fmla="*/ 2147483647 w 64"/>
                    <a:gd name="T15" fmla="*/ 2147483647 h 18"/>
                    <a:gd name="T16" fmla="*/ 2147483647 w 64"/>
                    <a:gd name="T17" fmla="*/ 0 h 18"/>
                    <a:gd name="T18" fmla="*/ 2147483647 w 64"/>
                    <a:gd name="T19" fmla="*/ 2147483647 h 18"/>
                    <a:gd name="T20" fmla="*/ 2147483647 w 64"/>
                    <a:gd name="T21" fmla="*/ 2147483647 h 18"/>
                    <a:gd name="T22" fmla="*/ 2147483647 w 64"/>
                    <a:gd name="T23" fmla="*/ 2147483647 h 18"/>
                    <a:gd name="T24" fmla="*/ 2147483647 w 64"/>
                    <a:gd name="T25" fmla="*/ 2147483647 h 18"/>
                    <a:gd name="T26" fmla="*/ 2147483647 w 64"/>
                    <a:gd name="T27" fmla="*/ 2147483647 h 18"/>
                    <a:gd name="T28" fmla="*/ 2147483647 w 64"/>
                    <a:gd name="T29" fmla="*/ 2147483647 h 18"/>
                    <a:gd name="T30" fmla="*/ 2147483647 w 64"/>
                    <a:gd name="T31" fmla="*/ 2147483647 h 18"/>
                    <a:gd name="T32" fmla="*/ 2147483647 w 64"/>
                    <a:gd name="T33" fmla="*/ 2147483647 h 18"/>
                    <a:gd name="T34" fmla="*/ 2147483647 w 64"/>
                    <a:gd name="T35" fmla="*/ 2147483647 h 1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64"/>
                    <a:gd name="T55" fmla="*/ 0 h 18"/>
                    <a:gd name="T56" fmla="*/ 64 w 64"/>
                    <a:gd name="T57" fmla="*/ 18 h 18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64" h="18">
                      <a:moveTo>
                        <a:pt x="12" y="18"/>
                      </a:moveTo>
                      <a:lnTo>
                        <a:pt x="6" y="16"/>
                      </a:lnTo>
                      <a:lnTo>
                        <a:pt x="0" y="14"/>
                      </a:lnTo>
                      <a:lnTo>
                        <a:pt x="8" y="12"/>
                      </a:lnTo>
                      <a:lnTo>
                        <a:pt x="18" y="12"/>
                      </a:lnTo>
                      <a:lnTo>
                        <a:pt x="26" y="10"/>
                      </a:lnTo>
                      <a:lnTo>
                        <a:pt x="28" y="10"/>
                      </a:lnTo>
                      <a:lnTo>
                        <a:pt x="30" y="8"/>
                      </a:lnTo>
                      <a:lnTo>
                        <a:pt x="48" y="0"/>
                      </a:lnTo>
                      <a:lnTo>
                        <a:pt x="58" y="2"/>
                      </a:lnTo>
                      <a:lnTo>
                        <a:pt x="64" y="4"/>
                      </a:lnTo>
                      <a:lnTo>
                        <a:pt x="58" y="10"/>
                      </a:lnTo>
                      <a:lnTo>
                        <a:pt x="48" y="16"/>
                      </a:lnTo>
                      <a:lnTo>
                        <a:pt x="30" y="18"/>
                      </a:lnTo>
                      <a:lnTo>
                        <a:pt x="30" y="16"/>
                      </a:lnTo>
                      <a:lnTo>
                        <a:pt x="28" y="16"/>
                      </a:lnTo>
                      <a:lnTo>
                        <a:pt x="22" y="16"/>
                      </a:lnTo>
                      <a:lnTo>
                        <a:pt x="12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0" name="iṥ1ídè"/>
                <p:cNvSpPr/>
                <p:nvPr/>
              </p:nvSpPr>
              <p:spPr bwMode="auto">
                <a:xfrm>
                  <a:off x="2356410" y="1675017"/>
                  <a:ext cx="128081" cy="70053"/>
                </a:xfrm>
                <a:custGeom>
                  <a:avLst/>
                  <a:gdLst>
                    <a:gd name="T0" fmla="*/ 2147483647 w 74"/>
                    <a:gd name="T1" fmla="*/ 2147483647 h 42"/>
                    <a:gd name="T2" fmla="*/ 2147483647 w 74"/>
                    <a:gd name="T3" fmla="*/ 2147483647 h 42"/>
                    <a:gd name="T4" fmla="*/ 2147483647 w 74"/>
                    <a:gd name="T5" fmla="*/ 2147483647 h 42"/>
                    <a:gd name="T6" fmla="*/ 2147483647 w 74"/>
                    <a:gd name="T7" fmla="*/ 2147483647 h 42"/>
                    <a:gd name="T8" fmla="*/ 2147483647 w 74"/>
                    <a:gd name="T9" fmla="*/ 2147483647 h 42"/>
                    <a:gd name="T10" fmla="*/ 2147483647 w 74"/>
                    <a:gd name="T11" fmla="*/ 2147483647 h 42"/>
                    <a:gd name="T12" fmla="*/ 2147483647 w 74"/>
                    <a:gd name="T13" fmla="*/ 2147483647 h 42"/>
                    <a:gd name="T14" fmla="*/ 2147483647 w 74"/>
                    <a:gd name="T15" fmla="*/ 2147483647 h 42"/>
                    <a:gd name="T16" fmla="*/ 2147483647 w 74"/>
                    <a:gd name="T17" fmla="*/ 2147483647 h 42"/>
                    <a:gd name="T18" fmla="*/ 2147483647 w 74"/>
                    <a:gd name="T19" fmla="*/ 2147483647 h 42"/>
                    <a:gd name="T20" fmla="*/ 2147483647 w 74"/>
                    <a:gd name="T21" fmla="*/ 2147483647 h 42"/>
                    <a:gd name="T22" fmla="*/ 2147483647 w 74"/>
                    <a:gd name="T23" fmla="*/ 2147483647 h 42"/>
                    <a:gd name="T24" fmla="*/ 2147483647 w 74"/>
                    <a:gd name="T25" fmla="*/ 2147483647 h 42"/>
                    <a:gd name="T26" fmla="*/ 2147483647 w 74"/>
                    <a:gd name="T27" fmla="*/ 2147483647 h 42"/>
                    <a:gd name="T28" fmla="*/ 2147483647 w 74"/>
                    <a:gd name="T29" fmla="*/ 2147483647 h 42"/>
                    <a:gd name="T30" fmla="*/ 2147483647 w 74"/>
                    <a:gd name="T31" fmla="*/ 2147483647 h 42"/>
                    <a:gd name="T32" fmla="*/ 2147483647 w 74"/>
                    <a:gd name="T33" fmla="*/ 2147483647 h 42"/>
                    <a:gd name="T34" fmla="*/ 2147483647 w 74"/>
                    <a:gd name="T35" fmla="*/ 2147483647 h 42"/>
                    <a:gd name="T36" fmla="*/ 2147483647 w 74"/>
                    <a:gd name="T37" fmla="*/ 2147483647 h 42"/>
                    <a:gd name="T38" fmla="*/ 0 w 74"/>
                    <a:gd name="T39" fmla="*/ 2147483647 h 42"/>
                    <a:gd name="T40" fmla="*/ 2147483647 w 74"/>
                    <a:gd name="T41" fmla="*/ 2147483647 h 42"/>
                    <a:gd name="T42" fmla="*/ 2147483647 w 74"/>
                    <a:gd name="T43" fmla="*/ 2147483647 h 42"/>
                    <a:gd name="T44" fmla="*/ 2147483647 w 74"/>
                    <a:gd name="T45" fmla="*/ 2147483647 h 42"/>
                    <a:gd name="T46" fmla="*/ 2147483647 w 74"/>
                    <a:gd name="T47" fmla="*/ 2147483647 h 42"/>
                    <a:gd name="T48" fmla="*/ 2147483647 w 74"/>
                    <a:gd name="T49" fmla="*/ 2147483647 h 42"/>
                    <a:gd name="T50" fmla="*/ 2147483647 w 74"/>
                    <a:gd name="T51" fmla="*/ 2147483647 h 42"/>
                    <a:gd name="T52" fmla="*/ 2147483647 w 74"/>
                    <a:gd name="T53" fmla="*/ 2147483647 h 42"/>
                    <a:gd name="T54" fmla="*/ 2147483647 w 74"/>
                    <a:gd name="T55" fmla="*/ 2147483647 h 42"/>
                    <a:gd name="T56" fmla="*/ 2147483647 w 74"/>
                    <a:gd name="T57" fmla="*/ 2147483647 h 42"/>
                    <a:gd name="T58" fmla="*/ 2147483647 w 74"/>
                    <a:gd name="T59" fmla="*/ 2147483647 h 42"/>
                    <a:gd name="T60" fmla="*/ 2147483647 w 74"/>
                    <a:gd name="T61" fmla="*/ 2147483647 h 42"/>
                    <a:gd name="T62" fmla="*/ 2147483647 w 74"/>
                    <a:gd name="T63" fmla="*/ 2147483647 h 42"/>
                    <a:gd name="T64" fmla="*/ 2147483647 w 74"/>
                    <a:gd name="T65" fmla="*/ 2147483647 h 42"/>
                    <a:gd name="T66" fmla="*/ 2147483647 w 74"/>
                    <a:gd name="T67" fmla="*/ 0 h 42"/>
                    <a:gd name="T68" fmla="*/ 2147483647 w 74"/>
                    <a:gd name="T69" fmla="*/ 2147483647 h 42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74"/>
                    <a:gd name="T106" fmla="*/ 0 h 42"/>
                    <a:gd name="T107" fmla="*/ 74 w 74"/>
                    <a:gd name="T108" fmla="*/ 42 h 42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74" h="42">
                      <a:moveTo>
                        <a:pt x="74" y="4"/>
                      </a:moveTo>
                      <a:lnTo>
                        <a:pt x="70" y="6"/>
                      </a:lnTo>
                      <a:lnTo>
                        <a:pt x="66" y="8"/>
                      </a:lnTo>
                      <a:lnTo>
                        <a:pt x="58" y="14"/>
                      </a:lnTo>
                      <a:lnTo>
                        <a:pt x="66" y="22"/>
                      </a:lnTo>
                      <a:lnTo>
                        <a:pt x="56" y="28"/>
                      </a:lnTo>
                      <a:lnTo>
                        <a:pt x="52" y="30"/>
                      </a:lnTo>
                      <a:lnTo>
                        <a:pt x="48" y="28"/>
                      </a:lnTo>
                      <a:lnTo>
                        <a:pt x="48" y="32"/>
                      </a:lnTo>
                      <a:lnTo>
                        <a:pt x="44" y="34"/>
                      </a:lnTo>
                      <a:lnTo>
                        <a:pt x="38" y="36"/>
                      </a:lnTo>
                      <a:lnTo>
                        <a:pt x="32" y="38"/>
                      </a:lnTo>
                      <a:lnTo>
                        <a:pt x="26" y="42"/>
                      </a:lnTo>
                      <a:lnTo>
                        <a:pt x="18" y="42"/>
                      </a:lnTo>
                      <a:lnTo>
                        <a:pt x="18" y="36"/>
                      </a:lnTo>
                      <a:lnTo>
                        <a:pt x="16" y="34"/>
                      </a:lnTo>
                      <a:lnTo>
                        <a:pt x="10" y="32"/>
                      </a:lnTo>
                      <a:lnTo>
                        <a:pt x="4" y="28"/>
                      </a:lnTo>
                      <a:lnTo>
                        <a:pt x="2" y="26"/>
                      </a:lnTo>
                      <a:lnTo>
                        <a:pt x="0" y="22"/>
                      </a:lnTo>
                      <a:lnTo>
                        <a:pt x="2" y="20"/>
                      </a:lnTo>
                      <a:lnTo>
                        <a:pt x="4" y="18"/>
                      </a:lnTo>
                      <a:lnTo>
                        <a:pt x="8" y="16"/>
                      </a:lnTo>
                      <a:lnTo>
                        <a:pt x="14" y="16"/>
                      </a:lnTo>
                      <a:lnTo>
                        <a:pt x="16" y="18"/>
                      </a:lnTo>
                      <a:lnTo>
                        <a:pt x="20" y="20"/>
                      </a:lnTo>
                      <a:lnTo>
                        <a:pt x="22" y="20"/>
                      </a:lnTo>
                      <a:lnTo>
                        <a:pt x="30" y="18"/>
                      </a:lnTo>
                      <a:lnTo>
                        <a:pt x="32" y="16"/>
                      </a:lnTo>
                      <a:lnTo>
                        <a:pt x="32" y="14"/>
                      </a:lnTo>
                      <a:lnTo>
                        <a:pt x="32" y="8"/>
                      </a:lnTo>
                      <a:lnTo>
                        <a:pt x="38" y="4"/>
                      </a:lnTo>
                      <a:lnTo>
                        <a:pt x="50" y="4"/>
                      </a:lnTo>
                      <a:lnTo>
                        <a:pt x="74" y="0"/>
                      </a:lnTo>
                      <a:lnTo>
                        <a:pt x="74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1" name="ïṥ1îḓè"/>
                <p:cNvSpPr/>
                <p:nvPr/>
              </p:nvSpPr>
              <p:spPr bwMode="auto">
                <a:xfrm>
                  <a:off x="2332997" y="1777294"/>
                  <a:ext cx="67484" cy="36427"/>
                </a:xfrm>
                <a:custGeom>
                  <a:avLst/>
                  <a:gdLst>
                    <a:gd name="T0" fmla="*/ 2147483647 w 40"/>
                    <a:gd name="T1" fmla="*/ 2147483647 h 22"/>
                    <a:gd name="T2" fmla="*/ 2147483647 w 40"/>
                    <a:gd name="T3" fmla="*/ 2147483647 h 22"/>
                    <a:gd name="T4" fmla="*/ 2147483647 w 40"/>
                    <a:gd name="T5" fmla="*/ 2147483647 h 22"/>
                    <a:gd name="T6" fmla="*/ 0 w 40"/>
                    <a:gd name="T7" fmla="*/ 2147483647 h 22"/>
                    <a:gd name="T8" fmla="*/ 2147483647 w 40"/>
                    <a:gd name="T9" fmla="*/ 2147483647 h 22"/>
                    <a:gd name="T10" fmla="*/ 2147483647 w 40"/>
                    <a:gd name="T11" fmla="*/ 2147483647 h 22"/>
                    <a:gd name="T12" fmla="*/ 2147483647 w 40"/>
                    <a:gd name="T13" fmla="*/ 0 h 22"/>
                    <a:gd name="T14" fmla="*/ 2147483647 w 40"/>
                    <a:gd name="T15" fmla="*/ 2147483647 h 22"/>
                    <a:gd name="T16" fmla="*/ 2147483647 w 40"/>
                    <a:gd name="T17" fmla="*/ 2147483647 h 22"/>
                    <a:gd name="T18" fmla="*/ 2147483647 w 40"/>
                    <a:gd name="T19" fmla="*/ 2147483647 h 22"/>
                    <a:gd name="T20" fmla="*/ 2147483647 w 40"/>
                    <a:gd name="T21" fmla="*/ 2147483647 h 22"/>
                    <a:gd name="T22" fmla="*/ 2147483647 w 40"/>
                    <a:gd name="T23" fmla="*/ 2147483647 h 22"/>
                    <a:gd name="T24" fmla="*/ 2147483647 w 40"/>
                    <a:gd name="T25" fmla="*/ 2147483647 h 2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0"/>
                    <a:gd name="T40" fmla="*/ 0 h 22"/>
                    <a:gd name="T41" fmla="*/ 40 w 40"/>
                    <a:gd name="T42" fmla="*/ 22 h 2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0" h="22">
                      <a:moveTo>
                        <a:pt x="22" y="22"/>
                      </a:moveTo>
                      <a:lnTo>
                        <a:pt x="16" y="22"/>
                      </a:lnTo>
                      <a:lnTo>
                        <a:pt x="8" y="20"/>
                      </a:lnTo>
                      <a:lnTo>
                        <a:pt x="0" y="14"/>
                      </a:lnTo>
                      <a:lnTo>
                        <a:pt x="6" y="10"/>
                      </a:lnTo>
                      <a:lnTo>
                        <a:pt x="12" y="6"/>
                      </a:lnTo>
                      <a:lnTo>
                        <a:pt x="30" y="0"/>
                      </a:lnTo>
                      <a:lnTo>
                        <a:pt x="32" y="4"/>
                      </a:lnTo>
                      <a:lnTo>
                        <a:pt x="34" y="6"/>
                      </a:lnTo>
                      <a:lnTo>
                        <a:pt x="40" y="6"/>
                      </a:lnTo>
                      <a:lnTo>
                        <a:pt x="40" y="18"/>
                      </a:lnTo>
                      <a:lnTo>
                        <a:pt x="32" y="22"/>
                      </a:lnTo>
                      <a:lnTo>
                        <a:pt x="22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2" name="íṡḷiḍe"/>
                <p:cNvSpPr/>
                <p:nvPr/>
              </p:nvSpPr>
              <p:spPr bwMode="auto">
                <a:xfrm>
                  <a:off x="2478983" y="1886577"/>
                  <a:ext cx="140476" cy="70053"/>
                </a:xfrm>
                <a:custGeom>
                  <a:avLst/>
                  <a:gdLst>
                    <a:gd name="T0" fmla="*/ 2147483647 w 80"/>
                    <a:gd name="T1" fmla="*/ 2147483647 h 42"/>
                    <a:gd name="T2" fmla="*/ 2147483647 w 80"/>
                    <a:gd name="T3" fmla="*/ 2147483647 h 42"/>
                    <a:gd name="T4" fmla="*/ 2147483647 w 80"/>
                    <a:gd name="T5" fmla="*/ 2147483647 h 42"/>
                    <a:gd name="T6" fmla="*/ 2147483647 w 80"/>
                    <a:gd name="T7" fmla="*/ 2147483647 h 42"/>
                    <a:gd name="T8" fmla="*/ 2147483647 w 80"/>
                    <a:gd name="T9" fmla="*/ 2147483647 h 42"/>
                    <a:gd name="T10" fmla="*/ 2147483647 w 80"/>
                    <a:gd name="T11" fmla="*/ 2147483647 h 42"/>
                    <a:gd name="T12" fmla="*/ 2147483647 w 80"/>
                    <a:gd name="T13" fmla="*/ 2147483647 h 42"/>
                    <a:gd name="T14" fmla="*/ 2147483647 w 80"/>
                    <a:gd name="T15" fmla="*/ 2147483647 h 42"/>
                    <a:gd name="T16" fmla="*/ 2147483647 w 80"/>
                    <a:gd name="T17" fmla="*/ 2147483647 h 42"/>
                    <a:gd name="T18" fmla="*/ 2147483647 w 80"/>
                    <a:gd name="T19" fmla="*/ 2147483647 h 42"/>
                    <a:gd name="T20" fmla="*/ 2147483647 w 80"/>
                    <a:gd name="T21" fmla="*/ 2147483647 h 42"/>
                    <a:gd name="T22" fmla="*/ 2147483647 w 80"/>
                    <a:gd name="T23" fmla="*/ 2147483647 h 42"/>
                    <a:gd name="T24" fmla="*/ 2147483647 w 80"/>
                    <a:gd name="T25" fmla="*/ 2147483647 h 42"/>
                    <a:gd name="T26" fmla="*/ 2147483647 w 80"/>
                    <a:gd name="T27" fmla="*/ 2147483647 h 42"/>
                    <a:gd name="T28" fmla="*/ 0 w 80"/>
                    <a:gd name="T29" fmla="*/ 2147483647 h 42"/>
                    <a:gd name="T30" fmla="*/ 2147483647 w 80"/>
                    <a:gd name="T31" fmla="*/ 2147483647 h 42"/>
                    <a:gd name="T32" fmla="*/ 2147483647 w 80"/>
                    <a:gd name="T33" fmla="*/ 2147483647 h 42"/>
                    <a:gd name="T34" fmla="*/ 2147483647 w 80"/>
                    <a:gd name="T35" fmla="*/ 0 h 42"/>
                    <a:gd name="T36" fmla="*/ 2147483647 w 80"/>
                    <a:gd name="T37" fmla="*/ 2147483647 h 42"/>
                    <a:gd name="T38" fmla="*/ 2147483647 w 80"/>
                    <a:gd name="T39" fmla="*/ 2147483647 h 42"/>
                    <a:gd name="T40" fmla="*/ 2147483647 w 80"/>
                    <a:gd name="T41" fmla="*/ 2147483647 h 42"/>
                    <a:gd name="T42" fmla="*/ 2147483647 w 80"/>
                    <a:gd name="T43" fmla="*/ 2147483647 h 42"/>
                    <a:gd name="T44" fmla="*/ 2147483647 w 80"/>
                    <a:gd name="T45" fmla="*/ 2147483647 h 42"/>
                    <a:gd name="T46" fmla="*/ 2147483647 w 80"/>
                    <a:gd name="T47" fmla="*/ 2147483647 h 42"/>
                    <a:gd name="T48" fmla="*/ 2147483647 w 80"/>
                    <a:gd name="T49" fmla="*/ 2147483647 h 42"/>
                    <a:gd name="T50" fmla="*/ 2147483647 w 80"/>
                    <a:gd name="T51" fmla="*/ 2147483647 h 42"/>
                    <a:gd name="T52" fmla="*/ 2147483647 w 80"/>
                    <a:gd name="T53" fmla="*/ 2147483647 h 42"/>
                    <a:gd name="T54" fmla="*/ 2147483647 w 80"/>
                    <a:gd name="T55" fmla="*/ 2147483647 h 42"/>
                    <a:gd name="T56" fmla="*/ 2147483647 w 80"/>
                    <a:gd name="T57" fmla="*/ 2147483647 h 42"/>
                    <a:gd name="T58" fmla="*/ 2147483647 w 80"/>
                    <a:gd name="T59" fmla="*/ 2147483647 h 42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80"/>
                    <a:gd name="T91" fmla="*/ 0 h 42"/>
                    <a:gd name="T92" fmla="*/ 80 w 80"/>
                    <a:gd name="T93" fmla="*/ 42 h 42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80" h="42">
                      <a:moveTo>
                        <a:pt x="58" y="40"/>
                      </a:moveTo>
                      <a:lnTo>
                        <a:pt x="56" y="30"/>
                      </a:lnTo>
                      <a:lnTo>
                        <a:pt x="52" y="26"/>
                      </a:lnTo>
                      <a:lnTo>
                        <a:pt x="48" y="26"/>
                      </a:lnTo>
                      <a:lnTo>
                        <a:pt x="42" y="26"/>
                      </a:lnTo>
                      <a:lnTo>
                        <a:pt x="38" y="30"/>
                      </a:lnTo>
                      <a:lnTo>
                        <a:pt x="30" y="36"/>
                      </a:lnTo>
                      <a:lnTo>
                        <a:pt x="22" y="40"/>
                      </a:lnTo>
                      <a:lnTo>
                        <a:pt x="16" y="42"/>
                      </a:lnTo>
                      <a:lnTo>
                        <a:pt x="10" y="40"/>
                      </a:lnTo>
                      <a:lnTo>
                        <a:pt x="14" y="38"/>
                      </a:lnTo>
                      <a:lnTo>
                        <a:pt x="10" y="36"/>
                      </a:lnTo>
                      <a:lnTo>
                        <a:pt x="6" y="36"/>
                      </a:lnTo>
                      <a:lnTo>
                        <a:pt x="4" y="36"/>
                      </a:lnTo>
                      <a:lnTo>
                        <a:pt x="0" y="34"/>
                      </a:lnTo>
                      <a:lnTo>
                        <a:pt x="8" y="24"/>
                      </a:lnTo>
                      <a:lnTo>
                        <a:pt x="22" y="14"/>
                      </a:lnTo>
                      <a:lnTo>
                        <a:pt x="46" y="0"/>
                      </a:lnTo>
                      <a:lnTo>
                        <a:pt x="52" y="6"/>
                      </a:lnTo>
                      <a:lnTo>
                        <a:pt x="58" y="12"/>
                      </a:lnTo>
                      <a:lnTo>
                        <a:pt x="70" y="22"/>
                      </a:lnTo>
                      <a:lnTo>
                        <a:pt x="68" y="28"/>
                      </a:lnTo>
                      <a:lnTo>
                        <a:pt x="74" y="28"/>
                      </a:lnTo>
                      <a:lnTo>
                        <a:pt x="80" y="30"/>
                      </a:lnTo>
                      <a:lnTo>
                        <a:pt x="74" y="36"/>
                      </a:lnTo>
                      <a:lnTo>
                        <a:pt x="70" y="38"/>
                      </a:lnTo>
                      <a:lnTo>
                        <a:pt x="64" y="40"/>
                      </a:lnTo>
                      <a:lnTo>
                        <a:pt x="60" y="38"/>
                      </a:lnTo>
                      <a:lnTo>
                        <a:pt x="60" y="36"/>
                      </a:lnTo>
                      <a:lnTo>
                        <a:pt x="58" y="4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3" name="îśḷïďè"/>
                <p:cNvSpPr/>
                <p:nvPr/>
              </p:nvSpPr>
              <p:spPr bwMode="auto">
                <a:xfrm>
                  <a:off x="2425270" y="1610569"/>
                  <a:ext cx="115686" cy="40630"/>
                </a:xfrm>
                <a:custGeom>
                  <a:avLst/>
                  <a:gdLst>
                    <a:gd name="T0" fmla="*/ 2147483647 w 66"/>
                    <a:gd name="T1" fmla="*/ 2147483647 h 24"/>
                    <a:gd name="T2" fmla="*/ 2147483647 w 66"/>
                    <a:gd name="T3" fmla="*/ 2147483647 h 24"/>
                    <a:gd name="T4" fmla="*/ 2147483647 w 66"/>
                    <a:gd name="T5" fmla="*/ 2147483647 h 24"/>
                    <a:gd name="T6" fmla="*/ 2147483647 w 66"/>
                    <a:gd name="T7" fmla="*/ 2147483647 h 24"/>
                    <a:gd name="T8" fmla="*/ 2147483647 w 66"/>
                    <a:gd name="T9" fmla="*/ 2147483647 h 24"/>
                    <a:gd name="T10" fmla="*/ 2147483647 w 66"/>
                    <a:gd name="T11" fmla="*/ 2147483647 h 24"/>
                    <a:gd name="T12" fmla="*/ 2147483647 w 66"/>
                    <a:gd name="T13" fmla="*/ 2147483647 h 24"/>
                    <a:gd name="T14" fmla="*/ 2147483647 w 66"/>
                    <a:gd name="T15" fmla="*/ 2147483647 h 24"/>
                    <a:gd name="T16" fmla="*/ 2147483647 w 66"/>
                    <a:gd name="T17" fmla="*/ 2147483647 h 24"/>
                    <a:gd name="T18" fmla="*/ 2147483647 w 66"/>
                    <a:gd name="T19" fmla="*/ 2147483647 h 24"/>
                    <a:gd name="T20" fmla="*/ 2147483647 w 66"/>
                    <a:gd name="T21" fmla="*/ 0 h 24"/>
                    <a:gd name="T22" fmla="*/ 2147483647 w 66"/>
                    <a:gd name="T23" fmla="*/ 0 h 24"/>
                    <a:gd name="T24" fmla="*/ 2147483647 w 66"/>
                    <a:gd name="T25" fmla="*/ 2147483647 h 24"/>
                    <a:gd name="T26" fmla="*/ 2147483647 w 66"/>
                    <a:gd name="T27" fmla="*/ 2147483647 h 24"/>
                    <a:gd name="T28" fmla="*/ 2147483647 w 66"/>
                    <a:gd name="T29" fmla="*/ 0 h 24"/>
                    <a:gd name="T30" fmla="*/ 2147483647 w 66"/>
                    <a:gd name="T31" fmla="*/ 2147483647 h 24"/>
                    <a:gd name="T32" fmla="*/ 2147483647 w 66"/>
                    <a:gd name="T33" fmla="*/ 2147483647 h 24"/>
                    <a:gd name="T34" fmla="*/ 2147483647 w 66"/>
                    <a:gd name="T35" fmla="*/ 2147483647 h 24"/>
                    <a:gd name="T36" fmla="*/ 2147483647 w 66"/>
                    <a:gd name="T37" fmla="*/ 2147483647 h 24"/>
                    <a:gd name="T38" fmla="*/ 2147483647 w 66"/>
                    <a:gd name="T39" fmla="*/ 2147483647 h 24"/>
                    <a:gd name="T40" fmla="*/ 2147483647 w 66"/>
                    <a:gd name="T41" fmla="*/ 2147483647 h 24"/>
                    <a:gd name="T42" fmla="*/ 2147483647 w 66"/>
                    <a:gd name="T43" fmla="*/ 2147483647 h 24"/>
                    <a:gd name="T44" fmla="*/ 2147483647 w 66"/>
                    <a:gd name="T45" fmla="*/ 2147483647 h 24"/>
                    <a:gd name="T46" fmla="*/ 2147483647 w 66"/>
                    <a:gd name="T47" fmla="*/ 2147483647 h 24"/>
                    <a:gd name="T48" fmla="*/ 2147483647 w 66"/>
                    <a:gd name="T49" fmla="*/ 2147483647 h 24"/>
                    <a:gd name="T50" fmla="*/ 2147483647 w 66"/>
                    <a:gd name="T51" fmla="*/ 2147483647 h 24"/>
                    <a:gd name="T52" fmla="*/ 2147483647 w 66"/>
                    <a:gd name="T53" fmla="*/ 2147483647 h 24"/>
                    <a:gd name="T54" fmla="*/ 2147483647 w 66"/>
                    <a:gd name="T55" fmla="*/ 2147483647 h 24"/>
                    <a:gd name="T56" fmla="*/ 2147483647 w 66"/>
                    <a:gd name="T57" fmla="*/ 2147483647 h 24"/>
                    <a:gd name="T58" fmla="*/ 0 w 66"/>
                    <a:gd name="T59" fmla="*/ 2147483647 h 24"/>
                    <a:gd name="T60" fmla="*/ 0 w 66"/>
                    <a:gd name="T61" fmla="*/ 2147483647 h 24"/>
                    <a:gd name="T62" fmla="*/ 0 w 66"/>
                    <a:gd name="T63" fmla="*/ 2147483647 h 24"/>
                    <a:gd name="T64" fmla="*/ 2147483647 w 66"/>
                    <a:gd name="T65" fmla="*/ 2147483647 h 24"/>
                    <a:gd name="T66" fmla="*/ 2147483647 w 66"/>
                    <a:gd name="T67" fmla="*/ 0 h 24"/>
                    <a:gd name="T68" fmla="*/ 2147483647 w 66"/>
                    <a:gd name="T69" fmla="*/ 2147483647 h 24"/>
                    <a:gd name="T70" fmla="*/ 2147483647 w 66"/>
                    <a:gd name="T71" fmla="*/ 2147483647 h 24"/>
                    <a:gd name="T72" fmla="*/ 2147483647 w 66"/>
                    <a:gd name="T73" fmla="*/ 2147483647 h 24"/>
                    <a:gd name="T74" fmla="*/ 2147483647 w 66"/>
                    <a:gd name="T75" fmla="*/ 2147483647 h 24"/>
                    <a:gd name="T76" fmla="*/ 2147483647 w 66"/>
                    <a:gd name="T77" fmla="*/ 2147483647 h 24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66"/>
                    <a:gd name="T118" fmla="*/ 0 h 24"/>
                    <a:gd name="T119" fmla="*/ 66 w 66"/>
                    <a:gd name="T120" fmla="*/ 24 h 24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66" h="24">
                      <a:moveTo>
                        <a:pt x="10" y="6"/>
                      </a:moveTo>
                      <a:lnTo>
                        <a:pt x="16" y="10"/>
                      </a:lnTo>
                      <a:lnTo>
                        <a:pt x="22" y="12"/>
                      </a:lnTo>
                      <a:lnTo>
                        <a:pt x="24" y="8"/>
                      </a:lnTo>
                      <a:lnTo>
                        <a:pt x="24" y="6"/>
                      </a:lnTo>
                      <a:lnTo>
                        <a:pt x="26" y="6"/>
                      </a:lnTo>
                      <a:lnTo>
                        <a:pt x="30" y="6"/>
                      </a:lnTo>
                      <a:lnTo>
                        <a:pt x="34" y="8"/>
                      </a:lnTo>
                      <a:lnTo>
                        <a:pt x="38" y="12"/>
                      </a:lnTo>
                      <a:lnTo>
                        <a:pt x="40" y="4"/>
                      </a:lnTo>
                      <a:lnTo>
                        <a:pt x="42" y="0"/>
                      </a:lnTo>
                      <a:lnTo>
                        <a:pt x="46" y="0"/>
                      </a:lnTo>
                      <a:lnTo>
                        <a:pt x="56" y="2"/>
                      </a:lnTo>
                      <a:lnTo>
                        <a:pt x="62" y="2"/>
                      </a:lnTo>
                      <a:lnTo>
                        <a:pt x="64" y="0"/>
                      </a:lnTo>
                      <a:lnTo>
                        <a:pt x="66" y="6"/>
                      </a:lnTo>
                      <a:lnTo>
                        <a:pt x="62" y="12"/>
                      </a:lnTo>
                      <a:lnTo>
                        <a:pt x="56" y="16"/>
                      </a:lnTo>
                      <a:lnTo>
                        <a:pt x="46" y="20"/>
                      </a:lnTo>
                      <a:lnTo>
                        <a:pt x="42" y="20"/>
                      </a:lnTo>
                      <a:lnTo>
                        <a:pt x="36" y="20"/>
                      </a:lnTo>
                      <a:lnTo>
                        <a:pt x="34" y="24"/>
                      </a:lnTo>
                      <a:lnTo>
                        <a:pt x="28" y="24"/>
                      </a:lnTo>
                      <a:lnTo>
                        <a:pt x="24" y="24"/>
                      </a:lnTo>
                      <a:lnTo>
                        <a:pt x="20" y="22"/>
                      </a:lnTo>
                      <a:lnTo>
                        <a:pt x="18" y="20"/>
                      </a:lnTo>
                      <a:lnTo>
                        <a:pt x="18" y="14"/>
                      </a:lnTo>
                      <a:lnTo>
                        <a:pt x="6" y="14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8" y="0"/>
                      </a:lnTo>
                      <a:lnTo>
                        <a:pt x="10" y="2"/>
                      </a:lnTo>
                      <a:lnTo>
                        <a:pt x="12" y="4"/>
                      </a:lnTo>
                      <a:lnTo>
                        <a:pt x="16" y="10"/>
                      </a:lnTo>
                      <a:lnTo>
                        <a:pt x="16" y="8"/>
                      </a:lnTo>
                      <a:lnTo>
                        <a:pt x="10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4" name="íslïḑe"/>
                <p:cNvSpPr/>
                <p:nvPr/>
              </p:nvSpPr>
              <p:spPr bwMode="auto">
                <a:xfrm>
                  <a:off x="2578142" y="1600760"/>
                  <a:ext cx="283707" cy="63047"/>
                </a:xfrm>
                <a:custGeom>
                  <a:avLst/>
                  <a:gdLst>
                    <a:gd name="T0" fmla="*/ 2147483647 w 164"/>
                    <a:gd name="T1" fmla="*/ 2147483647 h 38"/>
                    <a:gd name="T2" fmla="*/ 2147483647 w 164"/>
                    <a:gd name="T3" fmla="*/ 2147483647 h 38"/>
                    <a:gd name="T4" fmla="*/ 2147483647 w 164"/>
                    <a:gd name="T5" fmla="*/ 2147483647 h 38"/>
                    <a:gd name="T6" fmla="*/ 2147483647 w 164"/>
                    <a:gd name="T7" fmla="*/ 2147483647 h 38"/>
                    <a:gd name="T8" fmla="*/ 2147483647 w 164"/>
                    <a:gd name="T9" fmla="*/ 2147483647 h 38"/>
                    <a:gd name="T10" fmla="*/ 2147483647 w 164"/>
                    <a:gd name="T11" fmla="*/ 2147483647 h 38"/>
                    <a:gd name="T12" fmla="*/ 2147483647 w 164"/>
                    <a:gd name="T13" fmla="*/ 2147483647 h 38"/>
                    <a:gd name="T14" fmla="*/ 2147483647 w 164"/>
                    <a:gd name="T15" fmla="*/ 2147483647 h 38"/>
                    <a:gd name="T16" fmla="*/ 0 w 164"/>
                    <a:gd name="T17" fmla="*/ 2147483647 h 38"/>
                    <a:gd name="T18" fmla="*/ 2147483647 w 164"/>
                    <a:gd name="T19" fmla="*/ 2147483647 h 38"/>
                    <a:gd name="T20" fmla="*/ 2147483647 w 164"/>
                    <a:gd name="T21" fmla="*/ 0 h 38"/>
                    <a:gd name="T22" fmla="*/ 2147483647 w 164"/>
                    <a:gd name="T23" fmla="*/ 2147483647 h 38"/>
                    <a:gd name="T24" fmla="*/ 2147483647 w 164"/>
                    <a:gd name="T25" fmla="*/ 2147483647 h 38"/>
                    <a:gd name="T26" fmla="*/ 2147483647 w 164"/>
                    <a:gd name="T27" fmla="*/ 2147483647 h 38"/>
                    <a:gd name="T28" fmla="*/ 2147483647 w 164"/>
                    <a:gd name="T29" fmla="*/ 2147483647 h 38"/>
                    <a:gd name="T30" fmla="*/ 2147483647 w 164"/>
                    <a:gd name="T31" fmla="*/ 2147483647 h 38"/>
                    <a:gd name="T32" fmla="*/ 2147483647 w 164"/>
                    <a:gd name="T33" fmla="*/ 2147483647 h 38"/>
                    <a:gd name="T34" fmla="*/ 2147483647 w 164"/>
                    <a:gd name="T35" fmla="*/ 2147483647 h 38"/>
                    <a:gd name="T36" fmla="*/ 2147483647 w 164"/>
                    <a:gd name="T37" fmla="*/ 2147483647 h 38"/>
                    <a:gd name="T38" fmla="*/ 2147483647 w 164"/>
                    <a:gd name="T39" fmla="*/ 2147483647 h 38"/>
                    <a:gd name="T40" fmla="*/ 2147483647 w 164"/>
                    <a:gd name="T41" fmla="*/ 2147483647 h 38"/>
                    <a:gd name="T42" fmla="*/ 2147483647 w 164"/>
                    <a:gd name="T43" fmla="*/ 2147483647 h 38"/>
                    <a:gd name="T44" fmla="*/ 2147483647 w 164"/>
                    <a:gd name="T45" fmla="*/ 2147483647 h 38"/>
                    <a:gd name="T46" fmla="*/ 2147483647 w 164"/>
                    <a:gd name="T47" fmla="*/ 2147483647 h 38"/>
                    <a:gd name="T48" fmla="*/ 2147483647 w 164"/>
                    <a:gd name="T49" fmla="*/ 2147483647 h 38"/>
                    <a:gd name="T50" fmla="*/ 2147483647 w 164"/>
                    <a:gd name="T51" fmla="*/ 2147483647 h 38"/>
                    <a:gd name="T52" fmla="*/ 2147483647 w 164"/>
                    <a:gd name="T53" fmla="*/ 2147483647 h 38"/>
                    <a:gd name="T54" fmla="*/ 2147483647 w 164"/>
                    <a:gd name="T55" fmla="*/ 2147483647 h 38"/>
                    <a:gd name="T56" fmla="*/ 2147483647 w 164"/>
                    <a:gd name="T57" fmla="*/ 2147483647 h 38"/>
                    <a:gd name="T58" fmla="*/ 2147483647 w 164"/>
                    <a:gd name="T59" fmla="*/ 2147483647 h 38"/>
                    <a:gd name="T60" fmla="*/ 2147483647 w 164"/>
                    <a:gd name="T61" fmla="*/ 2147483647 h 38"/>
                    <a:gd name="T62" fmla="*/ 2147483647 w 164"/>
                    <a:gd name="T63" fmla="*/ 2147483647 h 38"/>
                    <a:gd name="T64" fmla="*/ 2147483647 w 164"/>
                    <a:gd name="T65" fmla="*/ 2147483647 h 38"/>
                    <a:gd name="T66" fmla="*/ 2147483647 w 164"/>
                    <a:gd name="T67" fmla="*/ 2147483647 h 38"/>
                    <a:gd name="T68" fmla="*/ 2147483647 w 164"/>
                    <a:gd name="T69" fmla="*/ 2147483647 h 38"/>
                    <a:gd name="T70" fmla="*/ 2147483647 w 164"/>
                    <a:gd name="T71" fmla="*/ 2147483647 h 38"/>
                    <a:gd name="T72" fmla="*/ 2147483647 w 164"/>
                    <a:gd name="T73" fmla="*/ 2147483647 h 38"/>
                    <a:gd name="T74" fmla="*/ 2147483647 w 164"/>
                    <a:gd name="T75" fmla="*/ 2147483647 h 38"/>
                    <a:gd name="T76" fmla="*/ 2147483647 w 164"/>
                    <a:gd name="T77" fmla="*/ 2147483647 h 38"/>
                    <a:gd name="T78" fmla="*/ 2147483647 w 164"/>
                    <a:gd name="T79" fmla="*/ 2147483647 h 38"/>
                    <a:gd name="T80" fmla="*/ 2147483647 w 164"/>
                    <a:gd name="T81" fmla="*/ 2147483647 h 38"/>
                    <a:gd name="T82" fmla="*/ 2147483647 w 164"/>
                    <a:gd name="T83" fmla="*/ 2147483647 h 38"/>
                    <a:gd name="T84" fmla="*/ 2147483647 w 164"/>
                    <a:gd name="T85" fmla="*/ 2147483647 h 38"/>
                    <a:gd name="T86" fmla="*/ 2147483647 w 164"/>
                    <a:gd name="T87" fmla="*/ 2147483647 h 38"/>
                    <a:gd name="T88" fmla="*/ 2147483647 w 164"/>
                    <a:gd name="T89" fmla="*/ 2147483647 h 38"/>
                    <a:gd name="T90" fmla="*/ 2147483647 w 164"/>
                    <a:gd name="T91" fmla="*/ 2147483647 h 38"/>
                    <a:gd name="T92" fmla="*/ 2147483647 w 164"/>
                    <a:gd name="T93" fmla="*/ 2147483647 h 38"/>
                    <a:gd name="T94" fmla="*/ 2147483647 w 164"/>
                    <a:gd name="T95" fmla="*/ 2147483647 h 38"/>
                    <a:gd name="T96" fmla="*/ 2147483647 w 164"/>
                    <a:gd name="T97" fmla="*/ 2147483647 h 38"/>
                    <a:gd name="T98" fmla="*/ 2147483647 w 164"/>
                    <a:gd name="T99" fmla="*/ 2147483647 h 38"/>
                    <a:gd name="T100" fmla="*/ 2147483647 w 164"/>
                    <a:gd name="T101" fmla="*/ 2147483647 h 38"/>
                    <a:gd name="T102" fmla="*/ 2147483647 w 164"/>
                    <a:gd name="T103" fmla="*/ 2147483647 h 38"/>
                    <a:gd name="T104" fmla="*/ 2147483647 w 164"/>
                    <a:gd name="T105" fmla="*/ 2147483647 h 38"/>
                    <a:gd name="T106" fmla="*/ 2147483647 w 164"/>
                    <a:gd name="T107" fmla="*/ 2147483647 h 38"/>
                    <a:gd name="T108" fmla="*/ 2147483647 w 164"/>
                    <a:gd name="T109" fmla="*/ 2147483647 h 38"/>
                    <a:gd name="T110" fmla="*/ 2147483647 w 164"/>
                    <a:gd name="T111" fmla="*/ 2147483647 h 38"/>
                    <a:gd name="T112" fmla="*/ 2147483647 w 164"/>
                    <a:gd name="T113" fmla="*/ 2147483647 h 38"/>
                    <a:gd name="T114" fmla="*/ 2147483647 w 164"/>
                    <a:gd name="T115" fmla="*/ 2147483647 h 3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64"/>
                    <a:gd name="T175" fmla="*/ 0 h 38"/>
                    <a:gd name="T176" fmla="*/ 164 w 164"/>
                    <a:gd name="T177" fmla="*/ 38 h 38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64" h="38">
                      <a:moveTo>
                        <a:pt x="30" y="22"/>
                      </a:moveTo>
                      <a:lnTo>
                        <a:pt x="36" y="18"/>
                      </a:lnTo>
                      <a:lnTo>
                        <a:pt x="32" y="16"/>
                      </a:lnTo>
                      <a:lnTo>
                        <a:pt x="28" y="16"/>
                      </a:lnTo>
                      <a:lnTo>
                        <a:pt x="22" y="16"/>
                      </a:lnTo>
                      <a:lnTo>
                        <a:pt x="12" y="18"/>
                      </a:lnTo>
                      <a:lnTo>
                        <a:pt x="8" y="16"/>
                      </a:lnTo>
                      <a:lnTo>
                        <a:pt x="4" y="14"/>
                      </a:lnTo>
                      <a:lnTo>
                        <a:pt x="0" y="6"/>
                      </a:lnTo>
                      <a:lnTo>
                        <a:pt x="8" y="2"/>
                      </a:lnTo>
                      <a:lnTo>
                        <a:pt x="20" y="0"/>
                      </a:lnTo>
                      <a:lnTo>
                        <a:pt x="28" y="2"/>
                      </a:lnTo>
                      <a:lnTo>
                        <a:pt x="32" y="6"/>
                      </a:lnTo>
                      <a:lnTo>
                        <a:pt x="38" y="8"/>
                      </a:lnTo>
                      <a:lnTo>
                        <a:pt x="44" y="10"/>
                      </a:lnTo>
                      <a:lnTo>
                        <a:pt x="58" y="10"/>
                      </a:lnTo>
                      <a:lnTo>
                        <a:pt x="60" y="8"/>
                      </a:lnTo>
                      <a:lnTo>
                        <a:pt x="64" y="6"/>
                      </a:lnTo>
                      <a:lnTo>
                        <a:pt x="68" y="6"/>
                      </a:lnTo>
                      <a:lnTo>
                        <a:pt x="62" y="10"/>
                      </a:lnTo>
                      <a:lnTo>
                        <a:pt x="60" y="12"/>
                      </a:lnTo>
                      <a:lnTo>
                        <a:pt x="58" y="16"/>
                      </a:lnTo>
                      <a:lnTo>
                        <a:pt x="60" y="18"/>
                      </a:lnTo>
                      <a:lnTo>
                        <a:pt x="60" y="20"/>
                      </a:lnTo>
                      <a:lnTo>
                        <a:pt x="66" y="20"/>
                      </a:lnTo>
                      <a:lnTo>
                        <a:pt x="80" y="20"/>
                      </a:lnTo>
                      <a:lnTo>
                        <a:pt x="94" y="20"/>
                      </a:lnTo>
                      <a:lnTo>
                        <a:pt x="108" y="20"/>
                      </a:lnTo>
                      <a:lnTo>
                        <a:pt x="120" y="18"/>
                      </a:lnTo>
                      <a:lnTo>
                        <a:pt x="136" y="18"/>
                      </a:lnTo>
                      <a:lnTo>
                        <a:pt x="144" y="18"/>
                      </a:lnTo>
                      <a:lnTo>
                        <a:pt x="152" y="20"/>
                      </a:lnTo>
                      <a:lnTo>
                        <a:pt x="164" y="22"/>
                      </a:lnTo>
                      <a:lnTo>
                        <a:pt x="160" y="30"/>
                      </a:lnTo>
                      <a:lnTo>
                        <a:pt x="156" y="36"/>
                      </a:lnTo>
                      <a:lnTo>
                        <a:pt x="148" y="38"/>
                      </a:lnTo>
                      <a:lnTo>
                        <a:pt x="140" y="38"/>
                      </a:lnTo>
                      <a:lnTo>
                        <a:pt x="132" y="38"/>
                      </a:lnTo>
                      <a:lnTo>
                        <a:pt x="124" y="36"/>
                      </a:lnTo>
                      <a:lnTo>
                        <a:pt x="118" y="36"/>
                      </a:lnTo>
                      <a:lnTo>
                        <a:pt x="110" y="34"/>
                      </a:lnTo>
                      <a:lnTo>
                        <a:pt x="104" y="34"/>
                      </a:lnTo>
                      <a:lnTo>
                        <a:pt x="96" y="32"/>
                      </a:lnTo>
                      <a:lnTo>
                        <a:pt x="90" y="30"/>
                      </a:lnTo>
                      <a:lnTo>
                        <a:pt x="86" y="30"/>
                      </a:lnTo>
                      <a:lnTo>
                        <a:pt x="78" y="32"/>
                      </a:lnTo>
                      <a:lnTo>
                        <a:pt x="72" y="34"/>
                      </a:lnTo>
                      <a:lnTo>
                        <a:pt x="68" y="38"/>
                      </a:lnTo>
                      <a:lnTo>
                        <a:pt x="62" y="38"/>
                      </a:lnTo>
                      <a:lnTo>
                        <a:pt x="42" y="36"/>
                      </a:lnTo>
                      <a:lnTo>
                        <a:pt x="32" y="36"/>
                      </a:lnTo>
                      <a:lnTo>
                        <a:pt x="28" y="36"/>
                      </a:lnTo>
                      <a:lnTo>
                        <a:pt x="24" y="38"/>
                      </a:lnTo>
                      <a:lnTo>
                        <a:pt x="24" y="30"/>
                      </a:lnTo>
                      <a:lnTo>
                        <a:pt x="28" y="24"/>
                      </a:lnTo>
                      <a:lnTo>
                        <a:pt x="32" y="20"/>
                      </a:lnTo>
                      <a:lnTo>
                        <a:pt x="36" y="20"/>
                      </a:lnTo>
                      <a:lnTo>
                        <a:pt x="30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5" name="iSḷïḓè"/>
                <p:cNvSpPr/>
                <p:nvPr/>
              </p:nvSpPr>
              <p:spPr bwMode="auto">
                <a:xfrm>
                  <a:off x="2532694" y="1637190"/>
                  <a:ext cx="55088" cy="23818"/>
                </a:xfrm>
                <a:custGeom>
                  <a:avLst/>
                  <a:gdLst>
                    <a:gd name="T0" fmla="*/ 2147483647 w 30"/>
                    <a:gd name="T1" fmla="*/ 2147483647 h 14"/>
                    <a:gd name="T2" fmla="*/ 2147483647 w 30"/>
                    <a:gd name="T3" fmla="*/ 2147483647 h 14"/>
                    <a:gd name="T4" fmla="*/ 2147483647 w 30"/>
                    <a:gd name="T5" fmla="*/ 2147483647 h 14"/>
                    <a:gd name="T6" fmla="*/ 2147483647 w 30"/>
                    <a:gd name="T7" fmla="*/ 2147483647 h 14"/>
                    <a:gd name="T8" fmla="*/ 2147483647 w 30"/>
                    <a:gd name="T9" fmla="*/ 2147483647 h 14"/>
                    <a:gd name="T10" fmla="*/ 0 w 30"/>
                    <a:gd name="T11" fmla="*/ 2147483647 h 14"/>
                    <a:gd name="T12" fmla="*/ 2147483647 w 30"/>
                    <a:gd name="T13" fmla="*/ 2147483647 h 14"/>
                    <a:gd name="T14" fmla="*/ 2147483647 w 30"/>
                    <a:gd name="T15" fmla="*/ 0 h 14"/>
                    <a:gd name="T16" fmla="*/ 2147483647 w 30"/>
                    <a:gd name="T17" fmla="*/ 0 h 14"/>
                    <a:gd name="T18" fmla="*/ 2147483647 w 30"/>
                    <a:gd name="T19" fmla="*/ 2147483647 h 14"/>
                    <a:gd name="T20" fmla="*/ 2147483647 w 30"/>
                    <a:gd name="T21" fmla="*/ 2147483647 h 14"/>
                    <a:gd name="T22" fmla="*/ 2147483647 w 30"/>
                    <a:gd name="T23" fmla="*/ 2147483647 h 1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30"/>
                    <a:gd name="T37" fmla="*/ 0 h 14"/>
                    <a:gd name="T38" fmla="*/ 30 w 30"/>
                    <a:gd name="T39" fmla="*/ 14 h 14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30" h="14">
                      <a:moveTo>
                        <a:pt x="30" y="8"/>
                      </a:moveTo>
                      <a:lnTo>
                        <a:pt x="28" y="12"/>
                      </a:lnTo>
                      <a:lnTo>
                        <a:pt x="24" y="14"/>
                      </a:lnTo>
                      <a:lnTo>
                        <a:pt x="20" y="14"/>
                      </a:lnTo>
                      <a:lnTo>
                        <a:pt x="10" y="12"/>
                      </a:lnTo>
                      <a:lnTo>
                        <a:pt x="0" y="10"/>
                      </a:lnTo>
                      <a:lnTo>
                        <a:pt x="6" y="4"/>
                      </a:lnTo>
                      <a:lnTo>
                        <a:pt x="16" y="0"/>
                      </a:lnTo>
                      <a:lnTo>
                        <a:pt x="22" y="0"/>
                      </a:lnTo>
                      <a:lnTo>
                        <a:pt x="26" y="2"/>
                      </a:lnTo>
                      <a:lnTo>
                        <a:pt x="28" y="4"/>
                      </a:lnTo>
                      <a:lnTo>
                        <a:pt x="3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6" name="iṣḷiḑè"/>
                <p:cNvSpPr/>
                <p:nvPr/>
              </p:nvSpPr>
              <p:spPr bwMode="auto">
                <a:xfrm>
                  <a:off x="2590537" y="1562932"/>
                  <a:ext cx="61975" cy="30822"/>
                </a:xfrm>
                <a:custGeom>
                  <a:avLst/>
                  <a:gdLst>
                    <a:gd name="T0" fmla="*/ 2147483647 w 36"/>
                    <a:gd name="T1" fmla="*/ 2147483647 h 18"/>
                    <a:gd name="T2" fmla="*/ 2147483647 w 36"/>
                    <a:gd name="T3" fmla="*/ 2147483647 h 18"/>
                    <a:gd name="T4" fmla="*/ 2147483647 w 36"/>
                    <a:gd name="T5" fmla="*/ 2147483647 h 18"/>
                    <a:gd name="T6" fmla="*/ 2147483647 w 36"/>
                    <a:gd name="T7" fmla="*/ 2147483647 h 18"/>
                    <a:gd name="T8" fmla="*/ 2147483647 w 36"/>
                    <a:gd name="T9" fmla="*/ 2147483647 h 18"/>
                    <a:gd name="T10" fmla="*/ 2147483647 w 36"/>
                    <a:gd name="T11" fmla="*/ 2147483647 h 18"/>
                    <a:gd name="T12" fmla="*/ 2147483647 w 36"/>
                    <a:gd name="T13" fmla="*/ 2147483647 h 18"/>
                    <a:gd name="T14" fmla="*/ 2147483647 w 36"/>
                    <a:gd name="T15" fmla="*/ 2147483647 h 18"/>
                    <a:gd name="T16" fmla="*/ 2147483647 w 36"/>
                    <a:gd name="T17" fmla="*/ 2147483647 h 18"/>
                    <a:gd name="T18" fmla="*/ 0 w 36"/>
                    <a:gd name="T19" fmla="*/ 2147483647 h 18"/>
                    <a:gd name="T20" fmla="*/ 2147483647 w 36"/>
                    <a:gd name="T21" fmla="*/ 2147483647 h 18"/>
                    <a:gd name="T22" fmla="*/ 2147483647 w 36"/>
                    <a:gd name="T23" fmla="*/ 0 h 18"/>
                    <a:gd name="T24" fmla="*/ 2147483647 w 36"/>
                    <a:gd name="T25" fmla="*/ 0 h 18"/>
                    <a:gd name="T26" fmla="*/ 2147483647 w 36"/>
                    <a:gd name="T27" fmla="*/ 0 h 18"/>
                    <a:gd name="T28" fmla="*/ 2147483647 w 36"/>
                    <a:gd name="T29" fmla="*/ 2147483647 h 18"/>
                    <a:gd name="T30" fmla="*/ 2147483647 w 36"/>
                    <a:gd name="T31" fmla="*/ 2147483647 h 1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6"/>
                    <a:gd name="T49" fmla="*/ 0 h 18"/>
                    <a:gd name="T50" fmla="*/ 36 w 36"/>
                    <a:gd name="T51" fmla="*/ 18 h 1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6" h="18">
                      <a:moveTo>
                        <a:pt x="32" y="6"/>
                      </a:moveTo>
                      <a:lnTo>
                        <a:pt x="26" y="10"/>
                      </a:lnTo>
                      <a:lnTo>
                        <a:pt x="30" y="12"/>
                      </a:lnTo>
                      <a:lnTo>
                        <a:pt x="36" y="12"/>
                      </a:lnTo>
                      <a:lnTo>
                        <a:pt x="34" y="16"/>
                      </a:lnTo>
                      <a:lnTo>
                        <a:pt x="36" y="18"/>
                      </a:lnTo>
                      <a:lnTo>
                        <a:pt x="16" y="18"/>
                      </a:lnTo>
                      <a:lnTo>
                        <a:pt x="8" y="14"/>
                      </a:lnTo>
                      <a:lnTo>
                        <a:pt x="2" y="12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4" y="0"/>
                      </a:lnTo>
                      <a:lnTo>
                        <a:pt x="8" y="0"/>
                      </a:lnTo>
                      <a:lnTo>
                        <a:pt x="14" y="0"/>
                      </a:lnTo>
                      <a:lnTo>
                        <a:pt x="24" y="4"/>
                      </a:lnTo>
                      <a:lnTo>
                        <a:pt x="32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7" name="îşḷiḋé"/>
                <p:cNvSpPr/>
                <p:nvPr/>
              </p:nvSpPr>
              <p:spPr bwMode="auto">
                <a:xfrm>
                  <a:off x="2671792" y="1483072"/>
                  <a:ext cx="665195" cy="144309"/>
                </a:xfrm>
                <a:custGeom>
                  <a:avLst/>
                  <a:gdLst>
                    <a:gd name="T0" fmla="*/ 2147483647 w 382"/>
                    <a:gd name="T1" fmla="*/ 2147483647 h 86"/>
                    <a:gd name="T2" fmla="*/ 2147483647 w 382"/>
                    <a:gd name="T3" fmla="*/ 2147483647 h 86"/>
                    <a:gd name="T4" fmla="*/ 2147483647 w 382"/>
                    <a:gd name="T5" fmla="*/ 2147483647 h 86"/>
                    <a:gd name="T6" fmla="*/ 2147483647 w 382"/>
                    <a:gd name="T7" fmla="*/ 2147483647 h 86"/>
                    <a:gd name="T8" fmla="*/ 2147483647 w 382"/>
                    <a:gd name="T9" fmla="*/ 2147483647 h 86"/>
                    <a:gd name="T10" fmla="*/ 2147483647 w 382"/>
                    <a:gd name="T11" fmla="*/ 2147483647 h 86"/>
                    <a:gd name="T12" fmla="*/ 2147483647 w 382"/>
                    <a:gd name="T13" fmla="*/ 2147483647 h 86"/>
                    <a:gd name="T14" fmla="*/ 2147483647 w 382"/>
                    <a:gd name="T15" fmla="*/ 2147483647 h 86"/>
                    <a:gd name="T16" fmla="*/ 2147483647 w 382"/>
                    <a:gd name="T17" fmla="*/ 2147483647 h 86"/>
                    <a:gd name="T18" fmla="*/ 2147483647 w 382"/>
                    <a:gd name="T19" fmla="*/ 2147483647 h 86"/>
                    <a:gd name="T20" fmla="*/ 2147483647 w 382"/>
                    <a:gd name="T21" fmla="*/ 2147483647 h 86"/>
                    <a:gd name="T22" fmla="*/ 2147483647 w 382"/>
                    <a:gd name="T23" fmla="*/ 2147483647 h 86"/>
                    <a:gd name="T24" fmla="*/ 2147483647 w 382"/>
                    <a:gd name="T25" fmla="*/ 2147483647 h 86"/>
                    <a:gd name="T26" fmla="*/ 2147483647 w 382"/>
                    <a:gd name="T27" fmla="*/ 2147483647 h 86"/>
                    <a:gd name="T28" fmla="*/ 2147483647 w 382"/>
                    <a:gd name="T29" fmla="*/ 2147483647 h 86"/>
                    <a:gd name="T30" fmla="*/ 2147483647 w 382"/>
                    <a:gd name="T31" fmla="*/ 2147483647 h 86"/>
                    <a:gd name="T32" fmla="*/ 2147483647 w 382"/>
                    <a:gd name="T33" fmla="*/ 2147483647 h 86"/>
                    <a:gd name="T34" fmla="*/ 2147483647 w 382"/>
                    <a:gd name="T35" fmla="*/ 2147483647 h 86"/>
                    <a:gd name="T36" fmla="*/ 2147483647 w 382"/>
                    <a:gd name="T37" fmla="*/ 2147483647 h 86"/>
                    <a:gd name="T38" fmla="*/ 2147483647 w 382"/>
                    <a:gd name="T39" fmla="*/ 2147483647 h 86"/>
                    <a:gd name="T40" fmla="*/ 2147483647 w 382"/>
                    <a:gd name="T41" fmla="*/ 2147483647 h 86"/>
                    <a:gd name="T42" fmla="*/ 2147483647 w 382"/>
                    <a:gd name="T43" fmla="*/ 2147483647 h 86"/>
                    <a:gd name="T44" fmla="*/ 2147483647 w 382"/>
                    <a:gd name="T45" fmla="*/ 2147483647 h 86"/>
                    <a:gd name="T46" fmla="*/ 2147483647 w 382"/>
                    <a:gd name="T47" fmla="*/ 2147483647 h 86"/>
                    <a:gd name="T48" fmla="*/ 2147483647 w 382"/>
                    <a:gd name="T49" fmla="*/ 2147483647 h 86"/>
                    <a:gd name="T50" fmla="*/ 2147483647 w 382"/>
                    <a:gd name="T51" fmla="*/ 2147483647 h 86"/>
                    <a:gd name="T52" fmla="*/ 0 w 382"/>
                    <a:gd name="T53" fmla="*/ 2147483647 h 86"/>
                    <a:gd name="T54" fmla="*/ 2147483647 w 382"/>
                    <a:gd name="T55" fmla="*/ 2147483647 h 86"/>
                    <a:gd name="T56" fmla="*/ 2147483647 w 382"/>
                    <a:gd name="T57" fmla="*/ 2147483647 h 86"/>
                    <a:gd name="T58" fmla="*/ 2147483647 w 382"/>
                    <a:gd name="T59" fmla="*/ 2147483647 h 86"/>
                    <a:gd name="T60" fmla="*/ 2147483647 w 382"/>
                    <a:gd name="T61" fmla="*/ 2147483647 h 86"/>
                    <a:gd name="T62" fmla="*/ 2147483647 w 382"/>
                    <a:gd name="T63" fmla="*/ 2147483647 h 86"/>
                    <a:gd name="T64" fmla="*/ 2147483647 w 382"/>
                    <a:gd name="T65" fmla="*/ 2147483647 h 86"/>
                    <a:gd name="T66" fmla="*/ 2147483647 w 382"/>
                    <a:gd name="T67" fmla="*/ 2147483647 h 86"/>
                    <a:gd name="T68" fmla="*/ 2147483647 w 382"/>
                    <a:gd name="T69" fmla="*/ 2147483647 h 86"/>
                    <a:gd name="T70" fmla="*/ 2147483647 w 382"/>
                    <a:gd name="T71" fmla="*/ 2147483647 h 86"/>
                    <a:gd name="T72" fmla="*/ 2147483647 w 382"/>
                    <a:gd name="T73" fmla="*/ 2147483647 h 86"/>
                    <a:gd name="T74" fmla="*/ 2147483647 w 382"/>
                    <a:gd name="T75" fmla="*/ 2147483647 h 86"/>
                    <a:gd name="T76" fmla="*/ 2147483647 w 382"/>
                    <a:gd name="T77" fmla="*/ 2147483647 h 86"/>
                    <a:gd name="T78" fmla="*/ 2147483647 w 382"/>
                    <a:gd name="T79" fmla="*/ 2147483647 h 86"/>
                    <a:gd name="T80" fmla="*/ 2147483647 w 382"/>
                    <a:gd name="T81" fmla="*/ 2147483647 h 86"/>
                    <a:gd name="T82" fmla="*/ 2147483647 w 382"/>
                    <a:gd name="T83" fmla="*/ 2147483647 h 86"/>
                    <a:gd name="T84" fmla="*/ 2147483647 w 382"/>
                    <a:gd name="T85" fmla="*/ 2147483647 h 86"/>
                    <a:gd name="T86" fmla="*/ 2147483647 w 382"/>
                    <a:gd name="T87" fmla="*/ 2147483647 h 86"/>
                    <a:gd name="T88" fmla="*/ 2147483647 w 382"/>
                    <a:gd name="T89" fmla="*/ 2147483647 h 86"/>
                    <a:gd name="T90" fmla="*/ 2147483647 w 382"/>
                    <a:gd name="T91" fmla="*/ 2147483647 h 86"/>
                    <a:gd name="T92" fmla="*/ 2147483647 w 382"/>
                    <a:gd name="T93" fmla="*/ 2147483647 h 86"/>
                    <a:gd name="T94" fmla="*/ 2147483647 w 382"/>
                    <a:gd name="T95" fmla="*/ 2147483647 h 86"/>
                    <a:gd name="T96" fmla="*/ 2147483647 w 382"/>
                    <a:gd name="T97" fmla="*/ 0 h 86"/>
                    <a:gd name="T98" fmla="*/ 2147483647 w 382"/>
                    <a:gd name="T99" fmla="*/ 2147483647 h 86"/>
                    <a:gd name="T100" fmla="*/ 2147483647 w 382"/>
                    <a:gd name="T101" fmla="*/ 2147483647 h 86"/>
                    <a:gd name="T102" fmla="*/ 2147483647 w 382"/>
                    <a:gd name="T103" fmla="*/ 2147483647 h 86"/>
                    <a:gd name="T104" fmla="*/ 2147483647 w 382"/>
                    <a:gd name="T105" fmla="*/ 2147483647 h 86"/>
                    <a:gd name="T106" fmla="*/ 2147483647 w 382"/>
                    <a:gd name="T107" fmla="*/ 2147483647 h 86"/>
                    <a:gd name="T108" fmla="*/ 2147483647 w 382"/>
                    <a:gd name="T109" fmla="*/ 2147483647 h 86"/>
                    <a:gd name="T110" fmla="*/ 2147483647 w 382"/>
                    <a:gd name="T111" fmla="*/ 2147483647 h 86"/>
                    <a:gd name="T112" fmla="*/ 2147483647 w 382"/>
                    <a:gd name="T113" fmla="*/ 2147483647 h 86"/>
                    <a:gd name="T114" fmla="*/ 2147483647 w 382"/>
                    <a:gd name="T115" fmla="*/ 2147483647 h 86"/>
                    <a:gd name="T116" fmla="*/ 2147483647 w 382"/>
                    <a:gd name="T117" fmla="*/ 2147483647 h 86"/>
                    <a:gd name="T118" fmla="*/ 2147483647 w 382"/>
                    <a:gd name="T119" fmla="*/ 2147483647 h 86"/>
                    <a:gd name="T120" fmla="*/ 2147483647 w 382"/>
                    <a:gd name="T121" fmla="*/ 2147483647 h 86"/>
                    <a:gd name="T122" fmla="*/ 2147483647 w 382"/>
                    <a:gd name="T123" fmla="*/ 2147483647 h 86"/>
                    <a:gd name="T124" fmla="*/ 2147483647 w 382"/>
                    <a:gd name="T125" fmla="*/ 2147483647 h 8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382"/>
                    <a:gd name="T190" fmla="*/ 0 h 86"/>
                    <a:gd name="T191" fmla="*/ 382 w 382"/>
                    <a:gd name="T192" fmla="*/ 86 h 8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382" h="86">
                      <a:moveTo>
                        <a:pt x="174" y="60"/>
                      </a:moveTo>
                      <a:lnTo>
                        <a:pt x="168" y="58"/>
                      </a:lnTo>
                      <a:lnTo>
                        <a:pt x="164" y="50"/>
                      </a:lnTo>
                      <a:lnTo>
                        <a:pt x="158" y="50"/>
                      </a:lnTo>
                      <a:lnTo>
                        <a:pt x="156" y="58"/>
                      </a:lnTo>
                      <a:lnTo>
                        <a:pt x="154" y="64"/>
                      </a:lnTo>
                      <a:lnTo>
                        <a:pt x="150" y="70"/>
                      </a:lnTo>
                      <a:lnTo>
                        <a:pt x="146" y="72"/>
                      </a:lnTo>
                      <a:lnTo>
                        <a:pt x="142" y="72"/>
                      </a:lnTo>
                      <a:lnTo>
                        <a:pt x="140" y="72"/>
                      </a:lnTo>
                      <a:lnTo>
                        <a:pt x="136" y="68"/>
                      </a:lnTo>
                      <a:lnTo>
                        <a:pt x="132" y="66"/>
                      </a:lnTo>
                      <a:lnTo>
                        <a:pt x="126" y="66"/>
                      </a:lnTo>
                      <a:lnTo>
                        <a:pt x="136" y="70"/>
                      </a:lnTo>
                      <a:lnTo>
                        <a:pt x="142" y="74"/>
                      </a:lnTo>
                      <a:lnTo>
                        <a:pt x="132" y="82"/>
                      </a:lnTo>
                      <a:lnTo>
                        <a:pt x="120" y="86"/>
                      </a:lnTo>
                      <a:lnTo>
                        <a:pt x="114" y="86"/>
                      </a:lnTo>
                      <a:lnTo>
                        <a:pt x="112" y="84"/>
                      </a:lnTo>
                      <a:lnTo>
                        <a:pt x="106" y="82"/>
                      </a:lnTo>
                      <a:lnTo>
                        <a:pt x="102" y="80"/>
                      </a:lnTo>
                      <a:lnTo>
                        <a:pt x="46" y="80"/>
                      </a:lnTo>
                      <a:lnTo>
                        <a:pt x="32" y="82"/>
                      </a:lnTo>
                      <a:lnTo>
                        <a:pt x="28" y="82"/>
                      </a:lnTo>
                      <a:lnTo>
                        <a:pt x="26" y="82"/>
                      </a:lnTo>
                      <a:lnTo>
                        <a:pt x="24" y="80"/>
                      </a:lnTo>
                      <a:lnTo>
                        <a:pt x="22" y="76"/>
                      </a:lnTo>
                      <a:lnTo>
                        <a:pt x="24" y="72"/>
                      </a:lnTo>
                      <a:lnTo>
                        <a:pt x="26" y="70"/>
                      </a:lnTo>
                      <a:lnTo>
                        <a:pt x="34" y="72"/>
                      </a:lnTo>
                      <a:lnTo>
                        <a:pt x="50" y="76"/>
                      </a:lnTo>
                      <a:lnTo>
                        <a:pt x="52" y="68"/>
                      </a:lnTo>
                      <a:lnTo>
                        <a:pt x="54" y="64"/>
                      </a:lnTo>
                      <a:lnTo>
                        <a:pt x="58" y="62"/>
                      </a:lnTo>
                      <a:lnTo>
                        <a:pt x="64" y="62"/>
                      </a:lnTo>
                      <a:lnTo>
                        <a:pt x="68" y="64"/>
                      </a:lnTo>
                      <a:lnTo>
                        <a:pt x="72" y="64"/>
                      </a:lnTo>
                      <a:lnTo>
                        <a:pt x="76" y="66"/>
                      </a:lnTo>
                      <a:lnTo>
                        <a:pt x="80" y="66"/>
                      </a:lnTo>
                      <a:lnTo>
                        <a:pt x="76" y="60"/>
                      </a:lnTo>
                      <a:lnTo>
                        <a:pt x="74" y="54"/>
                      </a:lnTo>
                      <a:lnTo>
                        <a:pt x="72" y="50"/>
                      </a:lnTo>
                      <a:lnTo>
                        <a:pt x="64" y="52"/>
                      </a:lnTo>
                      <a:lnTo>
                        <a:pt x="64" y="50"/>
                      </a:lnTo>
                      <a:lnTo>
                        <a:pt x="62" y="48"/>
                      </a:lnTo>
                      <a:lnTo>
                        <a:pt x="50" y="52"/>
                      </a:lnTo>
                      <a:lnTo>
                        <a:pt x="42" y="54"/>
                      </a:lnTo>
                      <a:lnTo>
                        <a:pt x="34" y="54"/>
                      </a:lnTo>
                      <a:lnTo>
                        <a:pt x="22" y="54"/>
                      </a:lnTo>
                      <a:lnTo>
                        <a:pt x="10" y="52"/>
                      </a:lnTo>
                      <a:lnTo>
                        <a:pt x="6" y="50"/>
                      </a:lnTo>
                      <a:lnTo>
                        <a:pt x="4" y="46"/>
                      </a:lnTo>
                      <a:lnTo>
                        <a:pt x="2" y="42"/>
                      </a:lnTo>
                      <a:lnTo>
                        <a:pt x="0" y="38"/>
                      </a:lnTo>
                      <a:lnTo>
                        <a:pt x="2" y="36"/>
                      </a:lnTo>
                      <a:lnTo>
                        <a:pt x="6" y="32"/>
                      </a:lnTo>
                      <a:lnTo>
                        <a:pt x="24" y="26"/>
                      </a:lnTo>
                      <a:lnTo>
                        <a:pt x="42" y="24"/>
                      </a:lnTo>
                      <a:lnTo>
                        <a:pt x="58" y="22"/>
                      </a:lnTo>
                      <a:lnTo>
                        <a:pt x="78" y="26"/>
                      </a:lnTo>
                      <a:lnTo>
                        <a:pt x="88" y="32"/>
                      </a:lnTo>
                      <a:lnTo>
                        <a:pt x="96" y="36"/>
                      </a:lnTo>
                      <a:lnTo>
                        <a:pt x="98" y="36"/>
                      </a:lnTo>
                      <a:lnTo>
                        <a:pt x="104" y="36"/>
                      </a:lnTo>
                      <a:lnTo>
                        <a:pt x="104" y="34"/>
                      </a:lnTo>
                      <a:lnTo>
                        <a:pt x="108" y="30"/>
                      </a:lnTo>
                      <a:lnTo>
                        <a:pt x="112" y="28"/>
                      </a:lnTo>
                      <a:lnTo>
                        <a:pt x="116" y="26"/>
                      </a:lnTo>
                      <a:lnTo>
                        <a:pt x="126" y="28"/>
                      </a:lnTo>
                      <a:lnTo>
                        <a:pt x="132" y="32"/>
                      </a:lnTo>
                      <a:lnTo>
                        <a:pt x="136" y="36"/>
                      </a:lnTo>
                      <a:lnTo>
                        <a:pt x="142" y="36"/>
                      </a:lnTo>
                      <a:lnTo>
                        <a:pt x="142" y="32"/>
                      </a:lnTo>
                      <a:lnTo>
                        <a:pt x="140" y="30"/>
                      </a:lnTo>
                      <a:lnTo>
                        <a:pt x="130" y="24"/>
                      </a:lnTo>
                      <a:lnTo>
                        <a:pt x="120" y="24"/>
                      </a:lnTo>
                      <a:lnTo>
                        <a:pt x="114" y="24"/>
                      </a:lnTo>
                      <a:lnTo>
                        <a:pt x="98" y="24"/>
                      </a:lnTo>
                      <a:lnTo>
                        <a:pt x="86" y="24"/>
                      </a:lnTo>
                      <a:lnTo>
                        <a:pt x="82" y="24"/>
                      </a:lnTo>
                      <a:lnTo>
                        <a:pt x="80" y="22"/>
                      </a:lnTo>
                      <a:lnTo>
                        <a:pt x="78" y="20"/>
                      </a:lnTo>
                      <a:lnTo>
                        <a:pt x="80" y="14"/>
                      </a:lnTo>
                      <a:lnTo>
                        <a:pt x="84" y="12"/>
                      </a:lnTo>
                      <a:lnTo>
                        <a:pt x="92" y="12"/>
                      </a:lnTo>
                      <a:lnTo>
                        <a:pt x="126" y="12"/>
                      </a:lnTo>
                      <a:lnTo>
                        <a:pt x="134" y="10"/>
                      </a:lnTo>
                      <a:lnTo>
                        <a:pt x="142" y="8"/>
                      </a:lnTo>
                      <a:lnTo>
                        <a:pt x="148" y="8"/>
                      </a:lnTo>
                      <a:lnTo>
                        <a:pt x="158" y="8"/>
                      </a:lnTo>
                      <a:lnTo>
                        <a:pt x="164" y="8"/>
                      </a:lnTo>
                      <a:lnTo>
                        <a:pt x="168" y="8"/>
                      </a:lnTo>
                      <a:lnTo>
                        <a:pt x="168" y="10"/>
                      </a:lnTo>
                      <a:lnTo>
                        <a:pt x="172" y="10"/>
                      </a:lnTo>
                      <a:lnTo>
                        <a:pt x="188" y="8"/>
                      </a:lnTo>
                      <a:lnTo>
                        <a:pt x="202" y="4"/>
                      </a:lnTo>
                      <a:lnTo>
                        <a:pt x="226" y="2"/>
                      </a:lnTo>
                      <a:lnTo>
                        <a:pt x="252" y="0"/>
                      </a:lnTo>
                      <a:lnTo>
                        <a:pt x="306" y="2"/>
                      </a:lnTo>
                      <a:lnTo>
                        <a:pt x="328" y="2"/>
                      </a:lnTo>
                      <a:lnTo>
                        <a:pt x="346" y="2"/>
                      </a:lnTo>
                      <a:lnTo>
                        <a:pt x="364" y="6"/>
                      </a:lnTo>
                      <a:lnTo>
                        <a:pt x="382" y="10"/>
                      </a:lnTo>
                      <a:lnTo>
                        <a:pt x="368" y="16"/>
                      </a:lnTo>
                      <a:lnTo>
                        <a:pt x="352" y="22"/>
                      </a:lnTo>
                      <a:lnTo>
                        <a:pt x="332" y="24"/>
                      </a:lnTo>
                      <a:lnTo>
                        <a:pt x="324" y="24"/>
                      </a:lnTo>
                      <a:lnTo>
                        <a:pt x="316" y="24"/>
                      </a:lnTo>
                      <a:lnTo>
                        <a:pt x="304" y="24"/>
                      </a:lnTo>
                      <a:lnTo>
                        <a:pt x="310" y="24"/>
                      </a:lnTo>
                      <a:lnTo>
                        <a:pt x="318" y="24"/>
                      </a:lnTo>
                      <a:lnTo>
                        <a:pt x="310" y="26"/>
                      </a:lnTo>
                      <a:lnTo>
                        <a:pt x="302" y="26"/>
                      </a:lnTo>
                      <a:lnTo>
                        <a:pt x="282" y="26"/>
                      </a:lnTo>
                      <a:lnTo>
                        <a:pt x="272" y="28"/>
                      </a:lnTo>
                      <a:lnTo>
                        <a:pt x="262" y="32"/>
                      </a:lnTo>
                      <a:lnTo>
                        <a:pt x="250" y="36"/>
                      </a:lnTo>
                      <a:lnTo>
                        <a:pt x="240" y="36"/>
                      </a:lnTo>
                      <a:lnTo>
                        <a:pt x="222" y="36"/>
                      </a:lnTo>
                      <a:lnTo>
                        <a:pt x="216" y="36"/>
                      </a:lnTo>
                      <a:lnTo>
                        <a:pt x="210" y="36"/>
                      </a:lnTo>
                      <a:lnTo>
                        <a:pt x="208" y="40"/>
                      </a:lnTo>
                      <a:lnTo>
                        <a:pt x="206" y="44"/>
                      </a:lnTo>
                      <a:lnTo>
                        <a:pt x="196" y="52"/>
                      </a:lnTo>
                      <a:lnTo>
                        <a:pt x="184" y="58"/>
                      </a:lnTo>
                      <a:lnTo>
                        <a:pt x="174" y="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8" name="îsḻíďe"/>
                <p:cNvSpPr/>
                <p:nvPr/>
              </p:nvSpPr>
              <p:spPr bwMode="auto">
                <a:xfrm>
                  <a:off x="2572633" y="1680622"/>
                  <a:ext cx="495798" cy="316640"/>
                </a:xfrm>
                <a:custGeom>
                  <a:avLst/>
                  <a:gdLst>
                    <a:gd name="T0" fmla="*/ 2147483647 w 284"/>
                    <a:gd name="T1" fmla="*/ 2147483647 h 190"/>
                    <a:gd name="T2" fmla="*/ 2147483647 w 284"/>
                    <a:gd name="T3" fmla="*/ 2147483647 h 190"/>
                    <a:gd name="T4" fmla="*/ 2147483647 w 284"/>
                    <a:gd name="T5" fmla="*/ 2147483647 h 190"/>
                    <a:gd name="T6" fmla="*/ 2147483647 w 284"/>
                    <a:gd name="T7" fmla="*/ 2147483647 h 190"/>
                    <a:gd name="T8" fmla="*/ 2147483647 w 284"/>
                    <a:gd name="T9" fmla="*/ 2147483647 h 190"/>
                    <a:gd name="T10" fmla="*/ 2147483647 w 284"/>
                    <a:gd name="T11" fmla="*/ 2147483647 h 190"/>
                    <a:gd name="T12" fmla="*/ 2147483647 w 284"/>
                    <a:gd name="T13" fmla="*/ 2147483647 h 190"/>
                    <a:gd name="T14" fmla="*/ 2147483647 w 284"/>
                    <a:gd name="T15" fmla="*/ 2147483647 h 190"/>
                    <a:gd name="T16" fmla="*/ 2147483647 w 284"/>
                    <a:gd name="T17" fmla="*/ 2147483647 h 190"/>
                    <a:gd name="T18" fmla="*/ 2147483647 w 284"/>
                    <a:gd name="T19" fmla="*/ 2147483647 h 190"/>
                    <a:gd name="T20" fmla="*/ 2147483647 w 284"/>
                    <a:gd name="T21" fmla="*/ 2147483647 h 190"/>
                    <a:gd name="T22" fmla="*/ 2147483647 w 284"/>
                    <a:gd name="T23" fmla="*/ 2147483647 h 190"/>
                    <a:gd name="T24" fmla="*/ 2147483647 w 284"/>
                    <a:gd name="T25" fmla="*/ 2147483647 h 190"/>
                    <a:gd name="T26" fmla="*/ 2147483647 w 284"/>
                    <a:gd name="T27" fmla="*/ 2147483647 h 190"/>
                    <a:gd name="T28" fmla="*/ 2147483647 w 284"/>
                    <a:gd name="T29" fmla="*/ 2147483647 h 190"/>
                    <a:gd name="T30" fmla="*/ 2147483647 w 284"/>
                    <a:gd name="T31" fmla="*/ 2147483647 h 190"/>
                    <a:gd name="T32" fmla="*/ 2147483647 w 284"/>
                    <a:gd name="T33" fmla="*/ 2147483647 h 190"/>
                    <a:gd name="T34" fmla="*/ 2147483647 w 284"/>
                    <a:gd name="T35" fmla="*/ 2147483647 h 190"/>
                    <a:gd name="T36" fmla="*/ 2147483647 w 284"/>
                    <a:gd name="T37" fmla="*/ 2147483647 h 190"/>
                    <a:gd name="T38" fmla="*/ 2147483647 w 284"/>
                    <a:gd name="T39" fmla="*/ 2147483647 h 190"/>
                    <a:gd name="T40" fmla="*/ 2147483647 w 284"/>
                    <a:gd name="T41" fmla="*/ 2147483647 h 190"/>
                    <a:gd name="T42" fmla="*/ 2147483647 w 284"/>
                    <a:gd name="T43" fmla="*/ 2147483647 h 190"/>
                    <a:gd name="T44" fmla="*/ 2147483647 w 284"/>
                    <a:gd name="T45" fmla="*/ 2147483647 h 190"/>
                    <a:gd name="T46" fmla="*/ 2147483647 w 284"/>
                    <a:gd name="T47" fmla="*/ 2147483647 h 190"/>
                    <a:gd name="T48" fmla="*/ 2147483647 w 284"/>
                    <a:gd name="T49" fmla="*/ 2147483647 h 190"/>
                    <a:gd name="T50" fmla="*/ 2147483647 w 284"/>
                    <a:gd name="T51" fmla="*/ 2147483647 h 190"/>
                    <a:gd name="T52" fmla="*/ 2147483647 w 284"/>
                    <a:gd name="T53" fmla="*/ 2147483647 h 190"/>
                    <a:gd name="T54" fmla="*/ 2147483647 w 284"/>
                    <a:gd name="T55" fmla="*/ 2147483647 h 190"/>
                    <a:gd name="T56" fmla="*/ 2147483647 w 284"/>
                    <a:gd name="T57" fmla="*/ 2147483647 h 190"/>
                    <a:gd name="T58" fmla="*/ 2147483647 w 284"/>
                    <a:gd name="T59" fmla="*/ 2147483647 h 190"/>
                    <a:gd name="T60" fmla="*/ 2147483647 w 284"/>
                    <a:gd name="T61" fmla="*/ 2147483647 h 190"/>
                    <a:gd name="T62" fmla="*/ 2147483647 w 284"/>
                    <a:gd name="T63" fmla="*/ 2147483647 h 190"/>
                    <a:gd name="T64" fmla="*/ 2147483647 w 284"/>
                    <a:gd name="T65" fmla="*/ 2147483647 h 190"/>
                    <a:gd name="T66" fmla="*/ 2147483647 w 284"/>
                    <a:gd name="T67" fmla="*/ 2147483647 h 190"/>
                    <a:gd name="T68" fmla="*/ 2147483647 w 284"/>
                    <a:gd name="T69" fmla="*/ 2147483647 h 190"/>
                    <a:gd name="T70" fmla="*/ 2147483647 w 284"/>
                    <a:gd name="T71" fmla="*/ 2147483647 h 190"/>
                    <a:gd name="T72" fmla="*/ 2147483647 w 284"/>
                    <a:gd name="T73" fmla="*/ 2147483647 h 190"/>
                    <a:gd name="T74" fmla="*/ 2147483647 w 284"/>
                    <a:gd name="T75" fmla="*/ 2147483647 h 190"/>
                    <a:gd name="T76" fmla="*/ 2147483647 w 284"/>
                    <a:gd name="T77" fmla="*/ 2147483647 h 190"/>
                    <a:gd name="T78" fmla="*/ 2147483647 w 284"/>
                    <a:gd name="T79" fmla="*/ 2147483647 h 190"/>
                    <a:gd name="T80" fmla="*/ 2147483647 w 284"/>
                    <a:gd name="T81" fmla="*/ 2147483647 h 190"/>
                    <a:gd name="T82" fmla="*/ 2147483647 w 284"/>
                    <a:gd name="T83" fmla="*/ 2147483647 h 190"/>
                    <a:gd name="T84" fmla="*/ 2147483647 w 284"/>
                    <a:gd name="T85" fmla="*/ 2147483647 h 190"/>
                    <a:gd name="T86" fmla="*/ 2147483647 w 284"/>
                    <a:gd name="T87" fmla="*/ 2147483647 h 190"/>
                    <a:gd name="T88" fmla="*/ 2147483647 w 284"/>
                    <a:gd name="T89" fmla="*/ 2147483647 h 190"/>
                    <a:gd name="T90" fmla="*/ 2147483647 w 284"/>
                    <a:gd name="T91" fmla="*/ 2147483647 h 190"/>
                    <a:gd name="T92" fmla="*/ 2147483647 w 284"/>
                    <a:gd name="T93" fmla="*/ 2147483647 h 190"/>
                    <a:gd name="T94" fmla="*/ 2147483647 w 284"/>
                    <a:gd name="T95" fmla="*/ 2147483647 h 190"/>
                    <a:gd name="T96" fmla="*/ 2147483647 w 284"/>
                    <a:gd name="T97" fmla="*/ 2147483647 h 190"/>
                    <a:gd name="T98" fmla="*/ 2147483647 w 284"/>
                    <a:gd name="T99" fmla="*/ 2147483647 h 190"/>
                    <a:gd name="T100" fmla="*/ 2147483647 w 284"/>
                    <a:gd name="T101" fmla="*/ 2147483647 h 190"/>
                    <a:gd name="T102" fmla="*/ 2147483647 w 284"/>
                    <a:gd name="T103" fmla="*/ 2147483647 h 190"/>
                    <a:gd name="T104" fmla="*/ 2147483647 w 284"/>
                    <a:gd name="T105" fmla="*/ 2147483647 h 190"/>
                    <a:gd name="T106" fmla="*/ 2147483647 w 284"/>
                    <a:gd name="T107" fmla="*/ 2147483647 h 190"/>
                    <a:gd name="T108" fmla="*/ 2147483647 w 284"/>
                    <a:gd name="T109" fmla="*/ 2147483647 h 190"/>
                    <a:gd name="T110" fmla="*/ 2147483647 w 284"/>
                    <a:gd name="T111" fmla="*/ 2147483647 h 190"/>
                    <a:gd name="T112" fmla="*/ 2147483647 w 284"/>
                    <a:gd name="T113" fmla="*/ 2147483647 h 190"/>
                    <a:gd name="T114" fmla="*/ 2147483647 w 284"/>
                    <a:gd name="T115" fmla="*/ 0 h 190"/>
                    <a:gd name="T116" fmla="*/ 2147483647 w 284"/>
                    <a:gd name="T117" fmla="*/ 2147483647 h 190"/>
                    <a:gd name="T118" fmla="*/ 2147483647 w 284"/>
                    <a:gd name="T119" fmla="*/ 2147483647 h 190"/>
                    <a:gd name="T120" fmla="*/ 2147483647 w 284"/>
                    <a:gd name="T121" fmla="*/ 2147483647 h 190"/>
                    <a:gd name="T122" fmla="*/ 2147483647 w 284"/>
                    <a:gd name="T123" fmla="*/ 2147483647 h 190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284"/>
                    <a:gd name="T187" fmla="*/ 0 h 190"/>
                    <a:gd name="T188" fmla="*/ 284 w 284"/>
                    <a:gd name="T189" fmla="*/ 190 h 190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284" h="190">
                      <a:moveTo>
                        <a:pt x="114" y="0"/>
                      </a:moveTo>
                      <a:lnTo>
                        <a:pt x="124" y="0"/>
                      </a:lnTo>
                      <a:lnTo>
                        <a:pt x="122" y="10"/>
                      </a:lnTo>
                      <a:lnTo>
                        <a:pt x="126" y="8"/>
                      </a:lnTo>
                      <a:lnTo>
                        <a:pt x="130" y="4"/>
                      </a:lnTo>
                      <a:lnTo>
                        <a:pt x="132" y="2"/>
                      </a:lnTo>
                      <a:lnTo>
                        <a:pt x="138" y="0"/>
                      </a:lnTo>
                      <a:lnTo>
                        <a:pt x="146" y="0"/>
                      </a:lnTo>
                      <a:lnTo>
                        <a:pt x="158" y="4"/>
                      </a:lnTo>
                      <a:lnTo>
                        <a:pt x="168" y="8"/>
                      </a:lnTo>
                      <a:lnTo>
                        <a:pt x="170" y="12"/>
                      </a:lnTo>
                      <a:lnTo>
                        <a:pt x="172" y="14"/>
                      </a:lnTo>
                      <a:lnTo>
                        <a:pt x="142" y="20"/>
                      </a:lnTo>
                      <a:lnTo>
                        <a:pt x="158" y="22"/>
                      </a:lnTo>
                      <a:lnTo>
                        <a:pt x="172" y="20"/>
                      </a:lnTo>
                      <a:lnTo>
                        <a:pt x="176" y="22"/>
                      </a:lnTo>
                      <a:lnTo>
                        <a:pt x="180" y="24"/>
                      </a:lnTo>
                      <a:lnTo>
                        <a:pt x="184" y="28"/>
                      </a:lnTo>
                      <a:lnTo>
                        <a:pt x="186" y="34"/>
                      </a:lnTo>
                      <a:lnTo>
                        <a:pt x="190" y="40"/>
                      </a:lnTo>
                      <a:lnTo>
                        <a:pt x="196" y="34"/>
                      </a:lnTo>
                      <a:lnTo>
                        <a:pt x="198" y="32"/>
                      </a:lnTo>
                      <a:lnTo>
                        <a:pt x="202" y="32"/>
                      </a:lnTo>
                      <a:lnTo>
                        <a:pt x="212" y="36"/>
                      </a:lnTo>
                      <a:lnTo>
                        <a:pt x="224" y="44"/>
                      </a:lnTo>
                      <a:lnTo>
                        <a:pt x="246" y="58"/>
                      </a:lnTo>
                      <a:lnTo>
                        <a:pt x="236" y="64"/>
                      </a:lnTo>
                      <a:lnTo>
                        <a:pt x="230" y="68"/>
                      </a:lnTo>
                      <a:lnTo>
                        <a:pt x="228" y="74"/>
                      </a:lnTo>
                      <a:lnTo>
                        <a:pt x="218" y="74"/>
                      </a:lnTo>
                      <a:lnTo>
                        <a:pt x="218" y="80"/>
                      </a:lnTo>
                      <a:lnTo>
                        <a:pt x="224" y="80"/>
                      </a:lnTo>
                      <a:lnTo>
                        <a:pt x="234" y="82"/>
                      </a:lnTo>
                      <a:lnTo>
                        <a:pt x="246" y="86"/>
                      </a:lnTo>
                      <a:lnTo>
                        <a:pt x="256" y="94"/>
                      </a:lnTo>
                      <a:lnTo>
                        <a:pt x="258" y="98"/>
                      </a:lnTo>
                      <a:lnTo>
                        <a:pt x="258" y="102"/>
                      </a:lnTo>
                      <a:lnTo>
                        <a:pt x="264" y="104"/>
                      </a:lnTo>
                      <a:lnTo>
                        <a:pt x="268" y="106"/>
                      </a:lnTo>
                      <a:lnTo>
                        <a:pt x="272" y="108"/>
                      </a:lnTo>
                      <a:lnTo>
                        <a:pt x="276" y="108"/>
                      </a:lnTo>
                      <a:lnTo>
                        <a:pt x="280" y="108"/>
                      </a:lnTo>
                      <a:lnTo>
                        <a:pt x="284" y="106"/>
                      </a:lnTo>
                      <a:lnTo>
                        <a:pt x="284" y="112"/>
                      </a:lnTo>
                      <a:lnTo>
                        <a:pt x="276" y="114"/>
                      </a:lnTo>
                      <a:lnTo>
                        <a:pt x="268" y="116"/>
                      </a:lnTo>
                      <a:lnTo>
                        <a:pt x="268" y="126"/>
                      </a:lnTo>
                      <a:lnTo>
                        <a:pt x="262" y="124"/>
                      </a:lnTo>
                      <a:lnTo>
                        <a:pt x="258" y="122"/>
                      </a:lnTo>
                      <a:lnTo>
                        <a:pt x="252" y="130"/>
                      </a:lnTo>
                      <a:lnTo>
                        <a:pt x="246" y="134"/>
                      </a:lnTo>
                      <a:lnTo>
                        <a:pt x="242" y="136"/>
                      </a:lnTo>
                      <a:lnTo>
                        <a:pt x="236" y="136"/>
                      </a:lnTo>
                      <a:lnTo>
                        <a:pt x="232" y="134"/>
                      </a:lnTo>
                      <a:lnTo>
                        <a:pt x="230" y="130"/>
                      </a:lnTo>
                      <a:lnTo>
                        <a:pt x="228" y="128"/>
                      </a:lnTo>
                      <a:lnTo>
                        <a:pt x="228" y="120"/>
                      </a:lnTo>
                      <a:lnTo>
                        <a:pt x="224" y="112"/>
                      </a:lnTo>
                      <a:lnTo>
                        <a:pt x="210" y="112"/>
                      </a:lnTo>
                      <a:lnTo>
                        <a:pt x="212" y="118"/>
                      </a:lnTo>
                      <a:lnTo>
                        <a:pt x="208" y="120"/>
                      </a:lnTo>
                      <a:lnTo>
                        <a:pt x="204" y="120"/>
                      </a:lnTo>
                      <a:lnTo>
                        <a:pt x="198" y="122"/>
                      </a:lnTo>
                      <a:lnTo>
                        <a:pt x="198" y="124"/>
                      </a:lnTo>
                      <a:lnTo>
                        <a:pt x="200" y="128"/>
                      </a:lnTo>
                      <a:lnTo>
                        <a:pt x="206" y="130"/>
                      </a:lnTo>
                      <a:lnTo>
                        <a:pt x="206" y="138"/>
                      </a:lnTo>
                      <a:lnTo>
                        <a:pt x="214" y="140"/>
                      </a:lnTo>
                      <a:lnTo>
                        <a:pt x="220" y="144"/>
                      </a:lnTo>
                      <a:lnTo>
                        <a:pt x="222" y="152"/>
                      </a:lnTo>
                      <a:lnTo>
                        <a:pt x="220" y="158"/>
                      </a:lnTo>
                      <a:lnTo>
                        <a:pt x="218" y="164"/>
                      </a:lnTo>
                      <a:lnTo>
                        <a:pt x="218" y="168"/>
                      </a:lnTo>
                      <a:lnTo>
                        <a:pt x="216" y="172"/>
                      </a:lnTo>
                      <a:lnTo>
                        <a:pt x="220" y="178"/>
                      </a:lnTo>
                      <a:lnTo>
                        <a:pt x="212" y="176"/>
                      </a:lnTo>
                      <a:lnTo>
                        <a:pt x="202" y="172"/>
                      </a:lnTo>
                      <a:lnTo>
                        <a:pt x="196" y="166"/>
                      </a:lnTo>
                      <a:lnTo>
                        <a:pt x="192" y="164"/>
                      </a:lnTo>
                      <a:lnTo>
                        <a:pt x="192" y="162"/>
                      </a:lnTo>
                      <a:lnTo>
                        <a:pt x="188" y="160"/>
                      </a:lnTo>
                      <a:lnTo>
                        <a:pt x="182" y="158"/>
                      </a:lnTo>
                      <a:lnTo>
                        <a:pt x="170" y="158"/>
                      </a:lnTo>
                      <a:lnTo>
                        <a:pt x="172" y="160"/>
                      </a:lnTo>
                      <a:lnTo>
                        <a:pt x="180" y="168"/>
                      </a:lnTo>
                      <a:lnTo>
                        <a:pt x="196" y="182"/>
                      </a:lnTo>
                      <a:lnTo>
                        <a:pt x="194" y="188"/>
                      </a:lnTo>
                      <a:lnTo>
                        <a:pt x="190" y="190"/>
                      </a:lnTo>
                      <a:lnTo>
                        <a:pt x="184" y="188"/>
                      </a:lnTo>
                      <a:lnTo>
                        <a:pt x="174" y="184"/>
                      </a:lnTo>
                      <a:lnTo>
                        <a:pt x="160" y="176"/>
                      </a:lnTo>
                      <a:lnTo>
                        <a:pt x="134" y="176"/>
                      </a:lnTo>
                      <a:lnTo>
                        <a:pt x="132" y="172"/>
                      </a:lnTo>
                      <a:lnTo>
                        <a:pt x="134" y="170"/>
                      </a:lnTo>
                      <a:lnTo>
                        <a:pt x="134" y="168"/>
                      </a:lnTo>
                      <a:lnTo>
                        <a:pt x="134" y="164"/>
                      </a:lnTo>
                      <a:lnTo>
                        <a:pt x="134" y="160"/>
                      </a:lnTo>
                      <a:lnTo>
                        <a:pt x="134" y="158"/>
                      </a:lnTo>
                      <a:lnTo>
                        <a:pt x="132" y="158"/>
                      </a:lnTo>
                      <a:lnTo>
                        <a:pt x="124" y="152"/>
                      </a:lnTo>
                      <a:lnTo>
                        <a:pt x="120" y="148"/>
                      </a:lnTo>
                      <a:lnTo>
                        <a:pt x="120" y="144"/>
                      </a:lnTo>
                      <a:lnTo>
                        <a:pt x="102" y="144"/>
                      </a:lnTo>
                      <a:lnTo>
                        <a:pt x="94" y="144"/>
                      </a:lnTo>
                      <a:lnTo>
                        <a:pt x="88" y="146"/>
                      </a:lnTo>
                      <a:lnTo>
                        <a:pt x="78" y="148"/>
                      </a:lnTo>
                      <a:lnTo>
                        <a:pt x="70" y="150"/>
                      </a:lnTo>
                      <a:lnTo>
                        <a:pt x="62" y="148"/>
                      </a:lnTo>
                      <a:lnTo>
                        <a:pt x="60" y="146"/>
                      </a:lnTo>
                      <a:lnTo>
                        <a:pt x="60" y="144"/>
                      </a:lnTo>
                      <a:lnTo>
                        <a:pt x="60" y="142"/>
                      </a:lnTo>
                      <a:lnTo>
                        <a:pt x="62" y="138"/>
                      </a:lnTo>
                      <a:lnTo>
                        <a:pt x="70" y="136"/>
                      </a:lnTo>
                      <a:lnTo>
                        <a:pt x="86" y="128"/>
                      </a:lnTo>
                      <a:lnTo>
                        <a:pt x="88" y="132"/>
                      </a:lnTo>
                      <a:lnTo>
                        <a:pt x="92" y="134"/>
                      </a:lnTo>
                      <a:lnTo>
                        <a:pt x="104" y="134"/>
                      </a:lnTo>
                      <a:lnTo>
                        <a:pt x="114" y="132"/>
                      </a:lnTo>
                      <a:lnTo>
                        <a:pt x="116" y="130"/>
                      </a:lnTo>
                      <a:lnTo>
                        <a:pt x="120" y="128"/>
                      </a:lnTo>
                      <a:lnTo>
                        <a:pt x="122" y="126"/>
                      </a:lnTo>
                      <a:lnTo>
                        <a:pt x="122" y="120"/>
                      </a:lnTo>
                      <a:lnTo>
                        <a:pt x="134" y="116"/>
                      </a:lnTo>
                      <a:lnTo>
                        <a:pt x="142" y="112"/>
                      </a:lnTo>
                      <a:lnTo>
                        <a:pt x="162" y="98"/>
                      </a:lnTo>
                      <a:lnTo>
                        <a:pt x="152" y="84"/>
                      </a:lnTo>
                      <a:lnTo>
                        <a:pt x="148" y="82"/>
                      </a:lnTo>
                      <a:lnTo>
                        <a:pt x="142" y="80"/>
                      </a:lnTo>
                      <a:lnTo>
                        <a:pt x="142" y="76"/>
                      </a:lnTo>
                      <a:lnTo>
                        <a:pt x="128" y="76"/>
                      </a:lnTo>
                      <a:lnTo>
                        <a:pt x="130" y="74"/>
                      </a:lnTo>
                      <a:lnTo>
                        <a:pt x="134" y="74"/>
                      </a:lnTo>
                      <a:lnTo>
                        <a:pt x="134" y="66"/>
                      </a:lnTo>
                      <a:lnTo>
                        <a:pt x="130" y="64"/>
                      </a:lnTo>
                      <a:lnTo>
                        <a:pt x="126" y="62"/>
                      </a:lnTo>
                      <a:lnTo>
                        <a:pt x="118" y="56"/>
                      </a:lnTo>
                      <a:lnTo>
                        <a:pt x="114" y="54"/>
                      </a:lnTo>
                      <a:lnTo>
                        <a:pt x="112" y="54"/>
                      </a:lnTo>
                      <a:lnTo>
                        <a:pt x="110" y="56"/>
                      </a:lnTo>
                      <a:lnTo>
                        <a:pt x="104" y="58"/>
                      </a:lnTo>
                      <a:lnTo>
                        <a:pt x="100" y="62"/>
                      </a:lnTo>
                      <a:lnTo>
                        <a:pt x="96" y="64"/>
                      </a:lnTo>
                      <a:lnTo>
                        <a:pt x="92" y="66"/>
                      </a:lnTo>
                      <a:lnTo>
                        <a:pt x="88" y="66"/>
                      </a:lnTo>
                      <a:lnTo>
                        <a:pt x="88" y="64"/>
                      </a:lnTo>
                      <a:lnTo>
                        <a:pt x="88" y="56"/>
                      </a:lnTo>
                      <a:lnTo>
                        <a:pt x="76" y="58"/>
                      </a:lnTo>
                      <a:lnTo>
                        <a:pt x="64" y="58"/>
                      </a:lnTo>
                      <a:lnTo>
                        <a:pt x="36" y="56"/>
                      </a:lnTo>
                      <a:lnTo>
                        <a:pt x="32" y="56"/>
                      </a:lnTo>
                      <a:lnTo>
                        <a:pt x="26" y="54"/>
                      </a:lnTo>
                      <a:lnTo>
                        <a:pt x="24" y="52"/>
                      </a:lnTo>
                      <a:lnTo>
                        <a:pt x="22" y="46"/>
                      </a:lnTo>
                      <a:lnTo>
                        <a:pt x="18" y="48"/>
                      </a:lnTo>
                      <a:lnTo>
                        <a:pt x="14" y="50"/>
                      </a:lnTo>
                      <a:lnTo>
                        <a:pt x="10" y="52"/>
                      </a:lnTo>
                      <a:lnTo>
                        <a:pt x="6" y="52"/>
                      </a:lnTo>
                      <a:lnTo>
                        <a:pt x="4" y="52"/>
                      </a:lnTo>
                      <a:lnTo>
                        <a:pt x="2" y="48"/>
                      </a:lnTo>
                      <a:lnTo>
                        <a:pt x="0" y="44"/>
                      </a:lnTo>
                      <a:lnTo>
                        <a:pt x="6" y="40"/>
                      </a:lnTo>
                      <a:lnTo>
                        <a:pt x="14" y="40"/>
                      </a:lnTo>
                      <a:lnTo>
                        <a:pt x="6" y="36"/>
                      </a:lnTo>
                      <a:lnTo>
                        <a:pt x="4" y="34"/>
                      </a:lnTo>
                      <a:lnTo>
                        <a:pt x="4" y="30"/>
                      </a:lnTo>
                      <a:lnTo>
                        <a:pt x="4" y="28"/>
                      </a:lnTo>
                      <a:lnTo>
                        <a:pt x="6" y="24"/>
                      </a:lnTo>
                      <a:lnTo>
                        <a:pt x="12" y="18"/>
                      </a:lnTo>
                      <a:lnTo>
                        <a:pt x="22" y="14"/>
                      </a:lnTo>
                      <a:lnTo>
                        <a:pt x="32" y="10"/>
                      </a:lnTo>
                      <a:lnTo>
                        <a:pt x="56" y="6"/>
                      </a:lnTo>
                      <a:lnTo>
                        <a:pt x="64" y="4"/>
                      </a:lnTo>
                      <a:lnTo>
                        <a:pt x="72" y="0"/>
                      </a:lnTo>
                      <a:lnTo>
                        <a:pt x="82" y="0"/>
                      </a:lnTo>
                      <a:lnTo>
                        <a:pt x="78" y="6"/>
                      </a:lnTo>
                      <a:lnTo>
                        <a:pt x="72" y="8"/>
                      </a:lnTo>
                      <a:lnTo>
                        <a:pt x="62" y="12"/>
                      </a:lnTo>
                      <a:lnTo>
                        <a:pt x="58" y="16"/>
                      </a:lnTo>
                      <a:lnTo>
                        <a:pt x="54" y="18"/>
                      </a:lnTo>
                      <a:lnTo>
                        <a:pt x="50" y="22"/>
                      </a:lnTo>
                      <a:lnTo>
                        <a:pt x="48" y="28"/>
                      </a:lnTo>
                      <a:lnTo>
                        <a:pt x="56" y="28"/>
                      </a:lnTo>
                      <a:lnTo>
                        <a:pt x="60" y="24"/>
                      </a:lnTo>
                      <a:lnTo>
                        <a:pt x="64" y="18"/>
                      </a:lnTo>
                      <a:lnTo>
                        <a:pt x="70" y="14"/>
                      </a:lnTo>
                      <a:lnTo>
                        <a:pt x="76" y="12"/>
                      </a:lnTo>
                      <a:lnTo>
                        <a:pt x="94" y="6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9" name="ïṡļïďê"/>
                <p:cNvSpPr/>
                <p:nvPr/>
              </p:nvSpPr>
              <p:spPr bwMode="auto">
                <a:xfrm>
                  <a:off x="2754426" y="1816523"/>
                  <a:ext cx="56466" cy="30822"/>
                </a:xfrm>
                <a:custGeom>
                  <a:avLst/>
                  <a:gdLst>
                    <a:gd name="T0" fmla="*/ 2147483647 w 32"/>
                    <a:gd name="T1" fmla="*/ 2147483647 h 18"/>
                    <a:gd name="T2" fmla="*/ 2147483647 w 32"/>
                    <a:gd name="T3" fmla="*/ 0 h 18"/>
                    <a:gd name="T4" fmla="*/ 2147483647 w 32"/>
                    <a:gd name="T5" fmla="*/ 0 h 18"/>
                    <a:gd name="T6" fmla="*/ 2147483647 w 32"/>
                    <a:gd name="T7" fmla="*/ 2147483647 h 18"/>
                    <a:gd name="T8" fmla="*/ 2147483647 w 32"/>
                    <a:gd name="T9" fmla="*/ 2147483647 h 18"/>
                    <a:gd name="T10" fmla="*/ 2147483647 w 32"/>
                    <a:gd name="T11" fmla="*/ 2147483647 h 18"/>
                    <a:gd name="T12" fmla="*/ 2147483647 w 32"/>
                    <a:gd name="T13" fmla="*/ 2147483647 h 18"/>
                    <a:gd name="T14" fmla="*/ 2147483647 w 32"/>
                    <a:gd name="T15" fmla="*/ 2147483647 h 18"/>
                    <a:gd name="T16" fmla="*/ 2147483647 w 32"/>
                    <a:gd name="T17" fmla="*/ 2147483647 h 18"/>
                    <a:gd name="T18" fmla="*/ 2147483647 w 32"/>
                    <a:gd name="T19" fmla="*/ 2147483647 h 18"/>
                    <a:gd name="T20" fmla="*/ 0 w 32"/>
                    <a:gd name="T21" fmla="*/ 2147483647 h 18"/>
                    <a:gd name="T22" fmla="*/ 2147483647 w 32"/>
                    <a:gd name="T23" fmla="*/ 2147483647 h 18"/>
                    <a:gd name="T24" fmla="*/ 2147483647 w 32"/>
                    <a:gd name="T25" fmla="*/ 2147483647 h 18"/>
                    <a:gd name="T26" fmla="*/ 2147483647 w 32"/>
                    <a:gd name="T27" fmla="*/ 2147483647 h 18"/>
                    <a:gd name="T28" fmla="*/ 2147483647 w 32"/>
                    <a:gd name="T29" fmla="*/ 2147483647 h 18"/>
                    <a:gd name="T30" fmla="*/ 2147483647 w 32"/>
                    <a:gd name="T31" fmla="*/ 0 h 18"/>
                    <a:gd name="T32" fmla="*/ 2147483647 w 32"/>
                    <a:gd name="T33" fmla="*/ 2147483647 h 1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32"/>
                    <a:gd name="T52" fmla="*/ 0 h 18"/>
                    <a:gd name="T53" fmla="*/ 32 w 32"/>
                    <a:gd name="T54" fmla="*/ 18 h 1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32" h="18">
                      <a:moveTo>
                        <a:pt x="16" y="2"/>
                      </a:moveTo>
                      <a:lnTo>
                        <a:pt x="28" y="0"/>
                      </a:lnTo>
                      <a:lnTo>
                        <a:pt x="30" y="0"/>
                      </a:lnTo>
                      <a:lnTo>
                        <a:pt x="32" y="2"/>
                      </a:lnTo>
                      <a:lnTo>
                        <a:pt x="30" y="6"/>
                      </a:lnTo>
                      <a:lnTo>
                        <a:pt x="28" y="10"/>
                      </a:lnTo>
                      <a:lnTo>
                        <a:pt x="22" y="14"/>
                      </a:lnTo>
                      <a:lnTo>
                        <a:pt x="14" y="18"/>
                      </a:lnTo>
                      <a:lnTo>
                        <a:pt x="6" y="18"/>
                      </a:lnTo>
                      <a:lnTo>
                        <a:pt x="2" y="16"/>
                      </a:lnTo>
                      <a:lnTo>
                        <a:pt x="0" y="14"/>
                      </a:lnTo>
                      <a:lnTo>
                        <a:pt x="2" y="10"/>
                      </a:lnTo>
                      <a:lnTo>
                        <a:pt x="8" y="6"/>
                      </a:lnTo>
                      <a:lnTo>
                        <a:pt x="12" y="2"/>
                      </a:lnTo>
                      <a:lnTo>
                        <a:pt x="18" y="2"/>
                      </a:lnTo>
                      <a:lnTo>
                        <a:pt x="18" y="0"/>
                      </a:lnTo>
                      <a:lnTo>
                        <a:pt x="16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0" name="iSḻïḓê"/>
                <p:cNvSpPr/>
                <p:nvPr/>
              </p:nvSpPr>
              <p:spPr bwMode="auto">
                <a:xfrm>
                  <a:off x="1144460" y="2367140"/>
                  <a:ext cx="1524577" cy="725748"/>
                </a:xfrm>
                <a:custGeom>
                  <a:avLst/>
                  <a:gdLst>
                    <a:gd name="T0" fmla="*/ 2147483647 w 872"/>
                    <a:gd name="T1" fmla="*/ 2147483647 h 434"/>
                    <a:gd name="T2" fmla="*/ 2147483647 w 872"/>
                    <a:gd name="T3" fmla="*/ 2147483647 h 434"/>
                    <a:gd name="T4" fmla="*/ 2147483647 w 872"/>
                    <a:gd name="T5" fmla="*/ 2147483647 h 434"/>
                    <a:gd name="T6" fmla="*/ 2147483647 w 872"/>
                    <a:gd name="T7" fmla="*/ 2147483647 h 434"/>
                    <a:gd name="T8" fmla="*/ 2147483647 w 872"/>
                    <a:gd name="T9" fmla="*/ 2147483647 h 434"/>
                    <a:gd name="T10" fmla="*/ 2147483647 w 872"/>
                    <a:gd name="T11" fmla="*/ 2147483647 h 434"/>
                    <a:gd name="T12" fmla="*/ 2147483647 w 872"/>
                    <a:gd name="T13" fmla="*/ 2147483647 h 434"/>
                    <a:gd name="T14" fmla="*/ 2147483647 w 872"/>
                    <a:gd name="T15" fmla="*/ 2147483647 h 434"/>
                    <a:gd name="T16" fmla="*/ 2147483647 w 872"/>
                    <a:gd name="T17" fmla="*/ 2147483647 h 434"/>
                    <a:gd name="T18" fmla="*/ 2147483647 w 872"/>
                    <a:gd name="T19" fmla="*/ 2147483647 h 434"/>
                    <a:gd name="T20" fmla="*/ 2147483647 w 872"/>
                    <a:gd name="T21" fmla="*/ 2147483647 h 434"/>
                    <a:gd name="T22" fmla="*/ 2147483647 w 872"/>
                    <a:gd name="T23" fmla="*/ 2147483647 h 434"/>
                    <a:gd name="T24" fmla="*/ 2147483647 w 872"/>
                    <a:gd name="T25" fmla="*/ 2147483647 h 434"/>
                    <a:gd name="T26" fmla="*/ 2147483647 w 872"/>
                    <a:gd name="T27" fmla="*/ 2147483647 h 434"/>
                    <a:gd name="T28" fmla="*/ 2147483647 w 872"/>
                    <a:gd name="T29" fmla="*/ 2147483647 h 434"/>
                    <a:gd name="T30" fmla="*/ 2147483647 w 872"/>
                    <a:gd name="T31" fmla="*/ 2147483647 h 434"/>
                    <a:gd name="T32" fmla="*/ 2147483647 w 872"/>
                    <a:gd name="T33" fmla="*/ 2147483647 h 434"/>
                    <a:gd name="T34" fmla="*/ 2147483647 w 872"/>
                    <a:gd name="T35" fmla="*/ 2147483647 h 434"/>
                    <a:gd name="T36" fmla="*/ 2147483647 w 872"/>
                    <a:gd name="T37" fmla="*/ 2147483647 h 434"/>
                    <a:gd name="T38" fmla="*/ 2147483647 w 872"/>
                    <a:gd name="T39" fmla="*/ 2147483647 h 434"/>
                    <a:gd name="T40" fmla="*/ 2147483647 w 872"/>
                    <a:gd name="T41" fmla="*/ 2147483647 h 434"/>
                    <a:gd name="T42" fmla="*/ 2147483647 w 872"/>
                    <a:gd name="T43" fmla="*/ 2147483647 h 434"/>
                    <a:gd name="T44" fmla="*/ 2147483647 w 872"/>
                    <a:gd name="T45" fmla="*/ 2147483647 h 434"/>
                    <a:gd name="T46" fmla="*/ 2147483647 w 872"/>
                    <a:gd name="T47" fmla="*/ 2147483647 h 434"/>
                    <a:gd name="T48" fmla="*/ 2147483647 w 872"/>
                    <a:gd name="T49" fmla="*/ 2147483647 h 434"/>
                    <a:gd name="T50" fmla="*/ 2147483647 w 872"/>
                    <a:gd name="T51" fmla="*/ 2147483647 h 434"/>
                    <a:gd name="T52" fmla="*/ 2147483647 w 872"/>
                    <a:gd name="T53" fmla="*/ 2147483647 h 434"/>
                    <a:gd name="T54" fmla="*/ 2147483647 w 872"/>
                    <a:gd name="T55" fmla="*/ 2147483647 h 434"/>
                    <a:gd name="T56" fmla="*/ 2147483647 w 872"/>
                    <a:gd name="T57" fmla="*/ 2147483647 h 434"/>
                    <a:gd name="T58" fmla="*/ 2147483647 w 872"/>
                    <a:gd name="T59" fmla="*/ 2147483647 h 434"/>
                    <a:gd name="T60" fmla="*/ 2147483647 w 872"/>
                    <a:gd name="T61" fmla="*/ 2147483647 h 434"/>
                    <a:gd name="T62" fmla="*/ 2147483647 w 872"/>
                    <a:gd name="T63" fmla="*/ 2147483647 h 434"/>
                    <a:gd name="T64" fmla="*/ 2147483647 w 872"/>
                    <a:gd name="T65" fmla="*/ 2147483647 h 434"/>
                    <a:gd name="T66" fmla="*/ 2147483647 w 872"/>
                    <a:gd name="T67" fmla="*/ 2147483647 h 434"/>
                    <a:gd name="T68" fmla="*/ 2147483647 w 872"/>
                    <a:gd name="T69" fmla="*/ 2147483647 h 434"/>
                    <a:gd name="T70" fmla="*/ 2147483647 w 872"/>
                    <a:gd name="T71" fmla="*/ 2147483647 h 434"/>
                    <a:gd name="T72" fmla="*/ 2147483647 w 872"/>
                    <a:gd name="T73" fmla="*/ 2147483647 h 434"/>
                    <a:gd name="T74" fmla="*/ 2147483647 w 872"/>
                    <a:gd name="T75" fmla="*/ 2147483647 h 434"/>
                    <a:gd name="T76" fmla="*/ 2147483647 w 872"/>
                    <a:gd name="T77" fmla="*/ 2147483647 h 434"/>
                    <a:gd name="T78" fmla="*/ 2147483647 w 872"/>
                    <a:gd name="T79" fmla="*/ 2147483647 h 434"/>
                    <a:gd name="T80" fmla="*/ 2147483647 w 872"/>
                    <a:gd name="T81" fmla="*/ 2147483647 h 434"/>
                    <a:gd name="T82" fmla="*/ 2147483647 w 872"/>
                    <a:gd name="T83" fmla="*/ 2147483647 h 434"/>
                    <a:gd name="T84" fmla="*/ 2147483647 w 872"/>
                    <a:gd name="T85" fmla="*/ 2147483647 h 434"/>
                    <a:gd name="T86" fmla="*/ 2147483647 w 872"/>
                    <a:gd name="T87" fmla="*/ 2147483647 h 434"/>
                    <a:gd name="T88" fmla="*/ 2147483647 w 872"/>
                    <a:gd name="T89" fmla="*/ 2147483647 h 434"/>
                    <a:gd name="T90" fmla="*/ 2147483647 w 872"/>
                    <a:gd name="T91" fmla="*/ 2147483647 h 434"/>
                    <a:gd name="T92" fmla="*/ 2147483647 w 872"/>
                    <a:gd name="T93" fmla="*/ 2147483647 h 434"/>
                    <a:gd name="T94" fmla="*/ 2147483647 w 872"/>
                    <a:gd name="T95" fmla="*/ 2147483647 h 434"/>
                    <a:gd name="T96" fmla="*/ 2147483647 w 872"/>
                    <a:gd name="T97" fmla="*/ 2147483647 h 434"/>
                    <a:gd name="T98" fmla="*/ 2147483647 w 872"/>
                    <a:gd name="T99" fmla="*/ 2147483647 h 434"/>
                    <a:gd name="T100" fmla="*/ 2147483647 w 872"/>
                    <a:gd name="T101" fmla="*/ 2147483647 h 434"/>
                    <a:gd name="T102" fmla="*/ 2147483647 w 872"/>
                    <a:gd name="T103" fmla="*/ 2147483647 h 434"/>
                    <a:gd name="T104" fmla="*/ 0 w 872"/>
                    <a:gd name="T105" fmla="*/ 2147483647 h 434"/>
                    <a:gd name="T106" fmla="*/ 2147483647 w 872"/>
                    <a:gd name="T107" fmla="*/ 2147483647 h 434"/>
                    <a:gd name="T108" fmla="*/ 2147483647 w 872"/>
                    <a:gd name="T109" fmla="*/ 2147483647 h 43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872"/>
                    <a:gd name="T166" fmla="*/ 0 h 434"/>
                    <a:gd name="T167" fmla="*/ 872 w 872"/>
                    <a:gd name="T168" fmla="*/ 434 h 434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872" h="434">
                      <a:moveTo>
                        <a:pt x="4" y="226"/>
                      </a:moveTo>
                      <a:lnTo>
                        <a:pt x="4" y="228"/>
                      </a:lnTo>
                      <a:lnTo>
                        <a:pt x="4" y="230"/>
                      </a:lnTo>
                      <a:lnTo>
                        <a:pt x="2" y="236"/>
                      </a:lnTo>
                      <a:lnTo>
                        <a:pt x="4" y="244"/>
                      </a:lnTo>
                      <a:lnTo>
                        <a:pt x="6" y="254"/>
                      </a:lnTo>
                      <a:lnTo>
                        <a:pt x="14" y="260"/>
                      </a:lnTo>
                      <a:lnTo>
                        <a:pt x="26" y="264"/>
                      </a:lnTo>
                      <a:lnTo>
                        <a:pt x="30" y="266"/>
                      </a:lnTo>
                      <a:lnTo>
                        <a:pt x="32" y="268"/>
                      </a:lnTo>
                      <a:lnTo>
                        <a:pt x="40" y="278"/>
                      </a:lnTo>
                      <a:lnTo>
                        <a:pt x="44" y="290"/>
                      </a:lnTo>
                      <a:lnTo>
                        <a:pt x="46" y="300"/>
                      </a:lnTo>
                      <a:lnTo>
                        <a:pt x="66" y="298"/>
                      </a:lnTo>
                      <a:lnTo>
                        <a:pt x="74" y="298"/>
                      </a:lnTo>
                      <a:lnTo>
                        <a:pt x="80" y="300"/>
                      </a:lnTo>
                      <a:lnTo>
                        <a:pt x="124" y="326"/>
                      </a:lnTo>
                      <a:lnTo>
                        <a:pt x="174" y="326"/>
                      </a:lnTo>
                      <a:lnTo>
                        <a:pt x="178" y="316"/>
                      </a:lnTo>
                      <a:lnTo>
                        <a:pt x="194" y="318"/>
                      </a:lnTo>
                      <a:lnTo>
                        <a:pt x="198" y="318"/>
                      </a:lnTo>
                      <a:lnTo>
                        <a:pt x="204" y="316"/>
                      </a:lnTo>
                      <a:lnTo>
                        <a:pt x="206" y="324"/>
                      </a:lnTo>
                      <a:lnTo>
                        <a:pt x="212" y="328"/>
                      </a:lnTo>
                      <a:lnTo>
                        <a:pt x="216" y="332"/>
                      </a:lnTo>
                      <a:lnTo>
                        <a:pt x="220" y="336"/>
                      </a:lnTo>
                      <a:lnTo>
                        <a:pt x="224" y="356"/>
                      </a:lnTo>
                      <a:lnTo>
                        <a:pt x="226" y="360"/>
                      </a:lnTo>
                      <a:lnTo>
                        <a:pt x="230" y="364"/>
                      </a:lnTo>
                      <a:lnTo>
                        <a:pt x="234" y="366"/>
                      </a:lnTo>
                      <a:lnTo>
                        <a:pt x="238" y="366"/>
                      </a:lnTo>
                      <a:lnTo>
                        <a:pt x="244" y="364"/>
                      </a:lnTo>
                      <a:lnTo>
                        <a:pt x="250" y="360"/>
                      </a:lnTo>
                      <a:lnTo>
                        <a:pt x="254" y="354"/>
                      </a:lnTo>
                      <a:lnTo>
                        <a:pt x="256" y="354"/>
                      </a:lnTo>
                      <a:lnTo>
                        <a:pt x="262" y="354"/>
                      </a:lnTo>
                      <a:lnTo>
                        <a:pt x="270" y="354"/>
                      </a:lnTo>
                      <a:lnTo>
                        <a:pt x="276" y="358"/>
                      </a:lnTo>
                      <a:lnTo>
                        <a:pt x="278" y="366"/>
                      </a:lnTo>
                      <a:lnTo>
                        <a:pt x="282" y="374"/>
                      </a:lnTo>
                      <a:lnTo>
                        <a:pt x="286" y="392"/>
                      </a:lnTo>
                      <a:lnTo>
                        <a:pt x="288" y="408"/>
                      </a:lnTo>
                      <a:lnTo>
                        <a:pt x="290" y="412"/>
                      </a:lnTo>
                      <a:lnTo>
                        <a:pt x="294" y="414"/>
                      </a:lnTo>
                      <a:lnTo>
                        <a:pt x="302" y="420"/>
                      </a:lnTo>
                      <a:lnTo>
                        <a:pt x="320" y="426"/>
                      </a:lnTo>
                      <a:lnTo>
                        <a:pt x="322" y="426"/>
                      </a:lnTo>
                      <a:lnTo>
                        <a:pt x="322" y="408"/>
                      </a:lnTo>
                      <a:lnTo>
                        <a:pt x="322" y="402"/>
                      </a:lnTo>
                      <a:lnTo>
                        <a:pt x="324" y="394"/>
                      </a:lnTo>
                      <a:lnTo>
                        <a:pt x="328" y="388"/>
                      </a:lnTo>
                      <a:lnTo>
                        <a:pt x="332" y="382"/>
                      </a:lnTo>
                      <a:lnTo>
                        <a:pt x="338" y="378"/>
                      </a:lnTo>
                      <a:lnTo>
                        <a:pt x="340" y="374"/>
                      </a:lnTo>
                      <a:lnTo>
                        <a:pt x="342" y="370"/>
                      </a:lnTo>
                      <a:lnTo>
                        <a:pt x="350" y="370"/>
                      </a:lnTo>
                      <a:lnTo>
                        <a:pt x="358" y="368"/>
                      </a:lnTo>
                      <a:lnTo>
                        <a:pt x="370" y="360"/>
                      </a:lnTo>
                      <a:lnTo>
                        <a:pt x="372" y="358"/>
                      </a:lnTo>
                      <a:lnTo>
                        <a:pt x="374" y="356"/>
                      </a:lnTo>
                      <a:lnTo>
                        <a:pt x="374" y="354"/>
                      </a:lnTo>
                      <a:lnTo>
                        <a:pt x="378" y="352"/>
                      </a:lnTo>
                      <a:lnTo>
                        <a:pt x="384" y="354"/>
                      </a:lnTo>
                      <a:lnTo>
                        <a:pt x="386" y="352"/>
                      </a:lnTo>
                      <a:lnTo>
                        <a:pt x="386" y="350"/>
                      </a:lnTo>
                      <a:lnTo>
                        <a:pt x="388" y="348"/>
                      </a:lnTo>
                      <a:lnTo>
                        <a:pt x="392" y="348"/>
                      </a:lnTo>
                      <a:lnTo>
                        <a:pt x="398" y="348"/>
                      </a:lnTo>
                      <a:lnTo>
                        <a:pt x="404" y="350"/>
                      </a:lnTo>
                      <a:lnTo>
                        <a:pt x="408" y="352"/>
                      </a:lnTo>
                      <a:lnTo>
                        <a:pt x="414" y="354"/>
                      </a:lnTo>
                      <a:lnTo>
                        <a:pt x="418" y="352"/>
                      </a:lnTo>
                      <a:lnTo>
                        <a:pt x="424" y="352"/>
                      </a:lnTo>
                      <a:lnTo>
                        <a:pt x="430" y="356"/>
                      </a:lnTo>
                      <a:lnTo>
                        <a:pt x="434" y="358"/>
                      </a:lnTo>
                      <a:lnTo>
                        <a:pt x="440" y="360"/>
                      </a:lnTo>
                      <a:lnTo>
                        <a:pt x="444" y="358"/>
                      </a:lnTo>
                      <a:lnTo>
                        <a:pt x="450" y="356"/>
                      </a:lnTo>
                      <a:lnTo>
                        <a:pt x="452" y="358"/>
                      </a:lnTo>
                      <a:lnTo>
                        <a:pt x="454" y="360"/>
                      </a:lnTo>
                      <a:lnTo>
                        <a:pt x="456" y="362"/>
                      </a:lnTo>
                      <a:lnTo>
                        <a:pt x="460" y="362"/>
                      </a:lnTo>
                      <a:lnTo>
                        <a:pt x="462" y="362"/>
                      </a:lnTo>
                      <a:lnTo>
                        <a:pt x="462" y="358"/>
                      </a:lnTo>
                      <a:lnTo>
                        <a:pt x="458" y="356"/>
                      </a:lnTo>
                      <a:lnTo>
                        <a:pt x="456" y="354"/>
                      </a:lnTo>
                      <a:lnTo>
                        <a:pt x="456" y="340"/>
                      </a:lnTo>
                      <a:lnTo>
                        <a:pt x="466" y="338"/>
                      </a:lnTo>
                      <a:lnTo>
                        <a:pt x="474" y="336"/>
                      </a:lnTo>
                      <a:lnTo>
                        <a:pt x="486" y="340"/>
                      </a:lnTo>
                      <a:lnTo>
                        <a:pt x="490" y="338"/>
                      </a:lnTo>
                      <a:lnTo>
                        <a:pt x="494" y="336"/>
                      </a:lnTo>
                      <a:lnTo>
                        <a:pt x="510" y="336"/>
                      </a:lnTo>
                      <a:lnTo>
                        <a:pt x="512" y="338"/>
                      </a:lnTo>
                      <a:lnTo>
                        <a:pt x="516" y="340"/>
                      </a:lnTo>
                      <a:lnTo>
                        <a:pt x="522" y="342"/>
                      </a:lnTo>
                      <a:lnTo>
                        <a:pt x="524" y="346"/>
                      </a:lnTo>
                      <a:lnTo>
                        <a:pt x="524" y="348"/>
                      </a:lnTo>
                      <a:lnTo>
                        <a:pt x="524" y="352"/>
                      </a:lnTo>
                      <a:lnTo>
                        <a:pt x="530" y="350"/>
                      </a:lnTo>
                      <a:lnTo>
                        <a:pt x="532" y="348"/>
                      </a:lnTo>
                      <a:lnTo>
                        <a:pt x="542" y="344"/>
                      </a:lnTo>
                      <a:lnTo>
                        <a:pt x="550" y="346"/>
                      </a:lnTo>
                      <a:lnTo>
                        <a:pt x="552" y="350"/>
                      </a:lnTo>
                      <a:lnTo>
                        <a:pt x="552" y="354"/>
                      </a:lnTo>
                      <a:lnTo>
                        <a:pt x="554" y="356"/>
                      </a:lnTo>
                      <a:lnTo>
                        <a:pt x="556" y="360"/>
                      </a:lnTo>
                      <a:lnTo>
                        <a:pt x="558" y="362"/>
                      </a:lnTo>
                      <a:lnTo>
                        <a:pt x="562" y="364"/>
                      </a:lnTo>
                      <a:lnTo>
                        <a:pt x="560" y="370"/>
                      </a:lnTo>
                      <a:lnTo>
                        <a:pt x="558" y="372"/>
                      </a:lnTo>
                      <a:lnTo>
                        <a:pt x="556" y="376"/>
                      </a:lnTo>
                      <a:lnTo>
                        <a:pt x="556" y="380"/>
                      </a:lnTo>
                      <a:lnTo>
                        <a:pt x="558" y="382"/>
                      </a:lnTo>
                      <a:lnTo>
                        <a:pt x="560" y="386"/>
                      </a:lnTo>
                      <a:lnTo>
                        <a:pt x="558" y="388"/>
                      </a:lnTo>
                      <a:lnTo>
                        <a:pt x="558" y="390"/>
                      </a:lnTo>
                      <a:lnTo>
                        <a:pt x="558" y="400"/>
                      </a:lnTo>
                      <a:lnTo>
                        <a:pt x="564" y="408"/>
                      </a:lnTo>
                      <a:lnTo>
                        <a:pt x="564" y="416"/>
                      </a:lnTo>
                      <a:lnTo>
                        <a:pt x="566" y="422"/>
                      </a:lnTo>
                      <a:lnTo>
                        <a:pt x="570" y="428"/>
                      </a:lnTo>
                      <a:lnTo>
                        <a:pt x="574" y="432"/>
                      </a:lnTo>
                      <a:lnTo>
                        <a:pt x="578" y="434"/>
                      </a:lnTo>
                      <a:lnTo>
                        <a:pt x="584" y="434"/>
                      </a:lnTo>
                      <a:lnTo>
                        <a:pt x="584" y="428"/>
                      </a:lnTo>
                      <a:lnTo>
                        <a:pt x="588" y="420"/>
                      </a:lnTo>
                      <a:lnTo>
                        <a:pt x="590" y="414"/>
                      </a:lnTo>
                      <a:lnTo>
                        <a:pt x="592" y="408"/>
                      </a:lnTo>
                      <a:lnTo>
                        <a:pt x="592" y="398"/>
                      </a:lnTo>
                      <a:lnTo>
                        <a:pt x="594" y="388"/>
                      </a:lnTo>
                      <a:lnTo>
                        <a:pt x="592" y="380"/>
                      </a:lnTo>
                      <a:lnTo>
                        <a:pt x="588" y="370"/>
                      </a:lnTo>
                      <a:lnTo>
                        <a:pt x="586" y="358"/>
                      </a:lnTo>
                      <a:lnTo>
                        <a:pt x="584" y="348"/>
                      </a:lnTo>
                      <a:lnTo>
                        <a:pt x="586" y="332"/>
                      </a:lnTo>
                      <a:lnTo>
                        <a:pt x="590" y="322"/>
                      </a:lnTo>
                      <a:lnTo>
                        <a:pt x="598" y="310"/>
                      </a:lnTo>
                      <a:lnTo>
                        <a:pt x="606" y="300"/>
                      </a:lnTo>
                      <a:lnTo>
                        <a:pt x="608" y="300"/>
                      </a:lnTo>
                      <a:lnTo>
                        <a:pt x="612" y="298"/>
                      </a:lnTo>
                      <a:lnTo>
                        <a:pt x="616" y="296"/>
                      </a:lnTo>
                      <a:lnTo>
                        <a:pt x="618" y="294"/>
                      </a:lnTo>
                      <a:lnTo>
                        <a:pt x="624" y="292"/>
                      </a:lnTo>
                      <a:lnTo>
                        <a:pt x="626" y="290"/>
                      </a:lnTo>
                      <a:lnTo>
                        <a:pt x="632" y="282"/>
                      </a:lnTo>
                      <a:lnTo>
                        <a:pt x="634" y="276"/>
                      </a:lnTo>
                      <a:lnTo>
                        <a:pt x="638" y="274"/>
                      </a:lnTo>
                      <a:lnTo>
                        <a:pt x="644" y="274"/>
                      </a:lnTo>
                      <a:lnTo>
                        <a:pt x="644" y="272"/>
                      </a:lnTo>
                      <a:lnTo>
                        <a:pt x="646" y="272"/>
                      </a:lnTo>
                      <a:lnTo>
                        <a:pt x="650" y="272"/>
                      </a:lnTo>
                      <a:lnTo>
                        <a:pt x="654" y="268"/>
                      </a:lnTo>
                      <a:lnTo>
                        <a:pt x="658" y="264"/>
                      </a:lnTo>
                      <a:lnTo>
                        <a:pt x="660" y="260"/>
                      </a:lnTo>
                      <a:lnTo>
                        <a:pt x="668" y="258"/>
                      </a:lnTo>
                      <a:lnTo>
                        <a:pt x="672" y="258"/>
                      </a:lnTo>
                      <a:lnTo>
                        <a:pt x="678" y="254"/>
                      </a:lnTo>
                      <a:lnTo>
                        <a:pt x="676" y="250"/>
                      </a:lnTo>
                      <a:lnTo>
                        <a:pt x="678" y="246"/>
                      </a:lnTo>
                      <a:lnTo>
                        <a:pt x="688" y="244"/>
                      </a:lnTo>
                      <a:lnTo>
                        <a:pt x="690" y="242"/>
                      </a:lnTo>
                      <a:lnTo>
                        <a:pt x="692" y="240"/>
                      </a:lnTo>
                      <a:lnTo>
                        <a:pt x="696" y="238"/>
                      </a:lnTo>
                      <a:lnTo>
                        <a:pt x="698" y="234"/>
                      </a:lnTo>
                      <a:lnTo>
                        <a:pt x="696" y="230"/>
                      </a:lnTo>
                      <a:lnTo>
                        <a:pt x="696" y="226"/>
                      </a:lnTo>
                      <a:lnTo>
                        <a:pt x="694" y="222"/>
                      </a:lnTo>
                      <a:lnTo>
                        <a:pt x="692" y="218"/>
                      </a:lnTo>
                      <a:lnTo>
                        <a:pt x="690" y="216"/>
                      </a:lnTo>
                      <a:lnTo>
                        <a:pt x="688" y="214"/>
                      </a:lnTo>
                      <a:lnTo>
                        <a:pt x="694" y="214"/>
                      </a:lnTo>
                      <a:lnTo>
                        <a:pt x="692" y="214"/>
                      </a:lnTo>
                      <a:lnTo>
                        <a:pt x="692" y="212"/>
                      </a:lnTo>
                      <a:lnTo>
                        <a:pt x="694" y="208"/>
                      </a:lnTo>
                      <a:lnTo>
                        <a:pt x="700" y="210"/>
                      </a:lnTo>
                      <a:lnTo>
                        <a:pt x="704" y="208"/>
                      </a:lnTo>
                      <a:lnTo>
                        <a:pt x="706" y="206"/>
                      </a:lnTo>
                      <a:lnTo>
                        <a:pt x="706" y="198"/>
                      </a:lnTo>
                      <a:lnTo>
                        <a:pt x="702" y="190"/>
                      </a:lnTo>
                      <a:lnTo>
                        <a:pt x="702" y="188"/>
                      </a:lnTo>
                      <a:lnTo>
                        <a:pt x="706" y="192"/>
                      </a:lnTo>
                      <a:lnTo>
                        <a:pt x="708" y="196"/>
                      </a:lnTo>
                      <a:lnTo>
                        <a:pt x="714" y="196"/>
                      </a:lnTo>
                      <a:lnTo>
                        <a:pt x="716" y="194"/>
                      </a:lnTo>
                      <a:lnTo>
                        <a:pt x="718" y="188"/>
                      </a:lnTo>
                      <a:lnTo>
                        <a:pt x="718" y="168"/>
                      </a:lnTo>
                      <a:lnTo>
                        <a:pt x="718" y="172"/>
                      </a:lnTo>
                      <a:lnTo>
                        <a:pt x="718" y="174"/>
                      </a:lnTo>
                      <a:lnTo>
                        <a:pt x="720" y="174"/>
                      </a:lnTo>
                      <a:lnTo>
                        <a:pt x="720" y="178"/>
                      </a:lnTo>
                      <a:lnTo>
                        <a:pt x="722" y="182"/>
                      </a:lnTo>
                      <a:lnTo>
                        <a:pt x="726" y="176"/>
                      </a:lnTo>
                      <a:lnTo>
                        <a:pt x="732" y="172"/>
                      </a:lnTo>
                      <a:lnTo>
                        <a:pt x="734" y="172"/>
                      </a:lnTo>
                      <a:lnTo>
                        <a:pt x="740" y="164"/>
                      </a:lnTo>
                      <a:lnTo>
                        <a:pt x="744" y="158"/>
                      </a:lnTo>
                      <a:lnTo>
                        <a:pt x="742" y="150"/>
                      </a:lnTo>
                      <a:lnTo>
                        <a:pt x="744" y="148"/>
                      </a:lnTo>
                      <a:lnTo>
                        <a:pt x="746" y="146"/>
                      </a:lnTo>
                      <a:lnTo>
                        <a:pt x="756" y="146"/>
                      </a:lnTo>
                      <a:lnTo>
                        <a:pt x="766" y="146"/>
                      </a:lnTo>
                      <a:lnTo>
                        <a:pt x="770" y="142"/>
                      </a:lnTo>
                      <a:lnTo>
                        <a:pt x="752" y="142"/>
                      </a:lnTo>
                      <a:lnTo>
                        <a:pt x="760" y="140"/>
                      </a:lnTo>
                      <a:lnTo>
                        <a:pt x="770" y="140"/>
                      </a:lnTo>
                      <a:lnTo>
                        <a:pt x="776" y="138"/>
                      </a:lnTo>
                      <a:lnTo>
                        <a:pt x="786" y="134"/>
                      </a:lnTo>
                      <a:lnTo>
                        <a:pt x="790" y="132"/>
                      </a:lnTo>
                      <a:lnTo>
                        <a:pt x="792" y="130"/>
                      </a:lnTo>
                      <a:lnTo>
                        <a:pt x="802" y="132"/>
                      </a:lnTo>
                      <a:lnTo>
                        <a:pt x="808" y="130"/>
                      </a:lnTo>
                      <a:lnTo>
                        <a:pt x="812" y="128"/>
                      </a:lnTo>
                      <a:lnTo>
                        <a:pt x="810" y="124"/>
                      </a:lnTo>
                      <a:lnTo>
                        <a:pt x="808" y="126"/>
                      </a:lnTo>
                      <a:lnTo>
                        <a:pt x="806" y="128"/>
                      </a:lnTo>
                      <a:lnTo>
                        <a:pt x="800" y="128"/>
                      </a:lnTo>
                      <a:lnTo>
                        <a:pt x="802" y="126"/>
                      </a:lnTo>
                      <a:lnTo>
                        <a:pt x="802" y="122"/>
                      </a:lnTo>
                      <a:lnTo>
                        <a:pt x="800" y="118"/>
                      </a:lnTo>
                      <a:lnTo>
                        <a:pt x="802" y="112"/>
                      </a:lnTo>
                      <a:lnTo>
                        <a:pt x="804" y="108"/>
                      </a:lnTo>
                      <a:lnTo>
                        <a:pt x="806" y="104"/>
                      </a:lnTo>
                      <a:lnTo>
                        <a:pt x="808" y="98"/>
                      </a:lnTo>
                      <a:lnTo>
                        <a:pt x="814" y="94"/>
                      </a:lnTo>
                      <a:lnTo>
                        <a:pt x="822" y="90"/>
                      </a:lnTo>
                      <a:lnTo>
                        <a:pt x="838" y="84"/>
                      </a:lnTo>
                      <a:lnTo>
                        <a:pt x="854" y="80"/>
                      </a:lnTo>
                      <a:lnTo>
                        <a:pt x="870" y="74"/>
                      </a:lnTo>
                      <a:lnTo>
                        <a:pt x="864" y="54"/>
                      </a:lnTo>
                      <a:lnTo>
                        <a:pt x="864" y="50"/>
                      </a:lnTo>
                      <a:lnTo>
                        <a:pt x="866" y="46"/>
                      </a:lnTo>
                      <a:lnTo>
                        <a:pt x="872" y="38"/>
                      </a:lnTo>
                      <a:lnTo>
                        <a:pt x="852" y="32"/>
                      </a:lnTo>
                      <a:lnTo>
                        <a:pt x="846" y="34"/>
                      </a:lnTo>
                      <a:lnTo>
                        <a:pt x="840" y="38"/>
                      </a:lnTo>
                      <a:lnTo>
                        <a:pt x="830" y="52"/>
                      </a:lnTo>
                      <a:lnTo>
                        <a:pt x="824" y="58"/>
                      </a:lnTo>
                      <a:lnTo>
                        <a:pt x="820" y="66"/>
                      </a:lnTo>
                      <a:lnTo>
                        <a:pt x="814" y="70"/>
                      </a:lnTo>
                      <a:lnTo>
                        <a:pt x="804" y="72"/>
                      </a:lnTo>
                      <a:lnTo>
                        <a:pt x="798" y="74"/>
                      </a:lnTo>
                      <a:lnTo>
                        <a:pt x="766" y="74"/>
                      </a:lnTo>
                      <a:lnTo>
                        <a:pt x="758" y="78"/>
                      </a:lnTo>
                      <a:lnTo>
                        <a:pt x="750" y="80"/>
                      </a:lnTo>
                      <a:lnTo>
                        <a:pt x="738" y="90"/>
                      </a:lnTo>
                      <a:lnTo>
                        <a:pt x="724" y="100"/>
                      </a:lnTo>
                      <a:lnTo>
                        <a:pt x="718" y="102"/>
                      </a:lnTo>
                      <a:lnTo>
                        <a:pt x="712" y="104"/>
                      </a:lnTo>
                      <a:lnTo>
                        <a:pt x="706" y="102"/>
                      </a:lnTo>
                      <a:lnTo>
                        <a:pt x="700" y="100"/>
                      </a:lnTo>
                      <a:lnTo>
                        <a:pt x="694" y="100"/>
                      </a:lnTo>
                      <a:lnTo>
                        <a:pt x="692" y="102"/>
                      </a:lnTo>
                      <a:lnTo>
                        <a:pt x="688" y="106"/>
                      </a:lnTo>
                      <a:lnTo>
                        <a:pt x="686" y="110"/>
                      </a:lnTo>
                      <a:lnTo>
                        <a:pt x="684" y="116"/>
                      </a:lnTo>
                      <a:lnTo>
                        <a:pt x="672" y="122"/>
                      </a:lnTo>
                      <a:lnTo>
                        <a:pt x="658" y="128"/>
                      </a:lnTo>
                      <a:lnTo>
                        <a:pt x="642" y="134"/>
                      </a:lnTo>
                      <a:lnTo>
                        <a:pt x="632" y="136"/>
                      </a:lnTo>
                      <a:lnTo>
                        <a:pt x="622" y="134"/>
                      </a:lnTo>
                      <a:lnTo>
                        <a:pt x="618" y="134"/>
                      </a:lnTo>
                      <a:lnTo>
                        <a:pt x="618" y="132"/>
                      </a:lnTo>
                      <a:lnTo>
                        <a:pt x="618" y="126"/>
                      </a:lnTo>
                      <a:lnTo>
                        <a:pt x="622" y="122"/>
                      </a:lnTo>
                      <a:lnTo>
                        <a:pt x="630" y="118"/>
                      </a:lnTo>
                      <a:lnTo>
                        <a:pt x="636" y="112"/>
                      </a:lnTo>
                      <a:lnTo>
                        <a:pt x="640" y="108"/>
                      </a:lnTo>
                      <a:lnTo>
                        <a:pt x="640" y="106"/>
                      </a:lnTo>
                      <a:lnTo>
                        <a:pt x="638" y="104"/>
                      </a:lnTo>
                      <a:lnTo>
                        <a:pt x="636" y="102"/>
                      </a:lnTo>
                      <a:lnTo>
                        <a:pt x="638" y="96"/>
                      </a:lnTo>
                      <a:lnTo>
                        <a:pt x="636" y="94"/>
                      </a:lnTo>
                      <a:lnTo>
                        <a:pt x="634" y="88"/>
                      </a:lnTo>
                      <a:lnTo>
                        <a:pt x="632" y="92"/>
                      </a:lnTo>
                      <a:lnTo>
                        <a:pt x="630" y="96"/>
                      </a:lnTo>
                      <a:lnTo>
                        <a:pt x="622" y="96"/>
                      </a:lnTo>
                      <a:lnTo>
                        <a:pt x="626" y="90"/>
                      </a:lnTo>
                      <a:lnTo>
                        <a:pt x="632" y="86"/>
                      </a:lnTo>
                      <a:lnTo>
                        <a:pt x="634" y="80"/>
                      </a:lnTo>
                      <a:lnTo>
                        <a:pt x="636" y="72"/>
                      </a:lnTo>
                      <a:lnTo>
                        <a:pt x="636" y="68"/>
                      </a:lnTo>
                      <a:lnTo>
                        <a:pt x="632" y="66"/>
                      </a:lnTo>
                      <a:lnTo>
                        <a:pt x="630" y="64"/>
                      </a:lnTo>
                      <a:lnTo>
                        <a:pt x="622" y="64"/>
                      </a:lnTo>
                      <a:lnTo>
                        <a:pt x="618" y="64"/>
                      </a:lnTo>
                      <a:lnTo>
                        <a:pt x="610" y="72"/>
                      </a:lnTo>
                      <a:lnTo>
                        <a:pt x="602" y="78"/>
                      </a:lnTo>
                      <a:lnTo>
                        <a:pt x="592" y="82"/>
                      </a:lnTo>
                      <a:lnTo>
                        <a:pt x="584" y="92"/>
                      </a:lnTo>
                      <a:lnTo>
                        <a:pt x="582" y="96"/>
                      </a:lnTo>
                      <a:lnTo>
                        <a:pt x="580" y="104"/>
                      </a:lnTo>
                      <a:lnTo>
                        <a:pt x="578" y="116"/>
                      </a:lnTo>
                      <a:lnTo>
                        <a:pt x="576" y="122"/>
                      </a:lnTo>
                      <a:lnTo>
                        <a:pt x="572" y="128"/>
                      </a:lnTo>
                      <a:lnTo>
                        <a:pt x="566" y="132"/>
                      </a:lnTo>
                      <a:lnTo>
                        <a:pt x="558" y="134"/>
                      </a:lnTo>
                      <a:lnTo>
                        <a:pt x="554" y="132"/>
                      </a:lnTo>
                      <a:lnTo>
                        <a:pt x="552" y="130"/>
                      </a:lnTo>
                      <a:lnTo>
                        <a:pt x="550" y="128"/>
                      </a:lnTo>
                      <a:lnTo>
                        <a:pt x="552" y="122"/>
                      </a:lnTo>
                      <a:lnTo>
                        <a:pt x="554" y="114"/>
                      </a:lnTo>
                      <a:lnTo>
                        <a:pt x="560" y="102"/>
                      </a:lnTo>
                      <a:lnTo>
                        <a:pt x="568" y="90"/>
                      </a:lnTo>
                      <a:lnTo>
                        <a:pt x="576" y="80"/>
                      </a:lnTo>
                      <a:lnTo>
                        <a:pt x="576" y="78"/>
                      </a:lnTo>
                      <a:lnTo>
                        <a:pt x="578" y="74"/>
                      </a:lnTo>
                      <a:lnTo>
                        <a:pt x="584" y="66"/>
                      </a:lnTo>
                      <a:lnTo>
                        <a:pt x="594" y="60"/>
                      </a:lnTo>
                      <a:lnTo>
                        <a:pt x="602" y="58"/>
                      </a:lnTo>
                      <a:lnTo>
                        <a:pt x="620" y="58"/>
                      </a:lnTo>
                      <a:lnTo>
                        <a:pt x="624" y="56"/>
                      </a:lnTo>
                      <a:lnTo>
                        <a:pt x="628" y="56"/>
                      </a:lnTo>
                      <a:lnTo>
                        <a:pt x="634" y="52"/>
                      </a:lnTo>
                      <a:lnTo>
                        <a:pt x="626" y="50"/>
                      </a:lnTo>
                      <a:lnTo>
                        <a:pt x="618" y="50"/>
                      </a:lnTo>
                      <a:lnTo>
                        <a:pt x="612" y="50"/>
                      </a:lnTo>
                      <a:lnTo>
                        <a:pt x="606" y="48"/>
                      </a:lnTo>
                      <a:lnTo>
                        <a:pt x="596" y="46"/>
                      </a:lnTo>
                      <a:lnTo>
                        <a:pt x="592" y="44"/>
                      </a:lnTo>
                      <a:lnTo>
                        <a:pt x="590" y="40"/>
                      </a:lnTo>
                      <a:lnTo>
                        <a:pt x="590" y="36"/>
                      </a:lnTo>
                      <a:lnTo>
                        <a:pt x="584" y="36"/>
                      </a:lnTo>
                      <a:lnTo>
                        <a:pt x="582" y="36"/>
                      </a:lnTo>
                      <a:lnTo>
                        <a:pt x="580" y="34"/>
                      </a:lnTo>
                      <a:lnTo>
                        <a:pt x="586" y="30"/>
                      </a:lnTo>
                      <a:lnTo>
                        <a:pt x="564" y="38"/>
                      </a:lnTo>
                      <a:lnTo>
                        <a:pt x="550" y="40"/>
                      </a:lnTo>
                      <a:lnTo>
                        <a:pt x="540" y="42"/>
                      </a:lnTo>
                      <a:lnTo>
                        <a:pt x="536" y="42"/>
                      </a:lnTo>
                      <a:lnTo>
                        <a:pt x="532" y="42"/>
                      </a:lnTo>
                      <a:lnTo>
                        <a:pt x="528" y="40"/>
                      </a:lnTo>
                      <a:lnTo>
                        <a:pt x="536" y="34"/>
                      </a:lnTo>
                      <a:lnTo>
                        <a:pt x="544" y="30"/>
                      </a:lnTo>
                      <a:lnTo>
                        <a:pt x="552" y="26"/>
                      </a:lnTo>
                      <a:lnTo>
                        <a:pt x="562" y="22"/>
                      </a:lnTo>
                      <a:lnTo>
                        <a:pt x="550" y="20"/>
                      </a:lnTo>
                      <a:lnTo>
                        <a:pt x="540" y="16"/>
                      </a:lnTo>
                      <a:lnTo>
                        <a:pt x="540" y="18"/>
                      </a:lnTo>
                      <a:lnTo>
                        <a:pt x="534" y="16"/>
                      </a:lnTo>
                      <a:lnTo>
                        <a:pt x="528" y="14"/>
                      </a:lnTo>
                      <a:lnTo>
                        <a:pt x="522" y="14"/>
                      </a:lnTo>
                      <a:lnTo>
                        <a:pt x="516" y="12"/>
                      </a:lnTo>
                      <a:lnTo>
                        <a:pt x="510" y="10"/>
                      </a:lnTo>
                      <a:lnTo>
                        <a:pt x="506" y="6"/>
                      </a:lnTo>
                      <a:lnTo>
                        <a:pt x="506" y="0"/>
                      </a:lnTo>
                      <a:lnTo>
                        <a:pt x="112" y="0"/>
                      </a:lnTo>
                      <a:lnTo>
                        <a:pt x="110" y="6"/>
                      </a:lnTo>
                      <a:lnTo>
                        <a:pt x="106" y="14"/>
                      </a:lnTo>
                      <a:lnTo>
                        <a:pt x="104" y="22"/>
                      </a:lnTo>
                      <a:lnTo>
                        <a:pt x="100" y="24"/>
                      </a:lnTo>
                      <a:lnTo>
                        <a:pt x="96" y="26"/>
                      </a:lnTo>
                      <a:lnTo>
                        <a:pt x="94" y="22"/>
                      </a:lnTo>
                      <a:lnTo>
                        <a:pt x="92" y="20"/>
                      </a:lnTo>
                      <a:lnTo>
                        <a:pt x="82" y="16"/>
                      </a:lnTo>
                      <a:lnTo>
                        <a:pt x="78" y="26"/>
                      </a:lnTo>
                      <a:lnTo>
                        <a:pt x="64" y="52"/>
                      </a:lnTo>
                      <a:lnTo>
                        <a:pt x="48" y="80"/>
                      </a:lnTo>
                      <a:lnTo>
                        <a:pt x="40" y="90"/>
                      </a:lnTo>
                      <a:lnTo>
                        <a:pt x="32" y="98"/>
                      </a:lnTo>
                      <a:lnTo>
                        <a:pt x="26" y="106"/>
                      </a:lnTo>
                      <a:lnTo>
                        <a:pt x="20" y="114"/>
                      </a:lnTo>
                      <a:lnTo>
                        <a:pt x="14" y="126"/>
                      </a:lnTo>
                      <a:lnTo>
                        <a:pt x="12" y="136"/>
                      </a:lnTo>
                      <a:lnTo>
                        <a:pt x="8" y="146"/>
                      </a:lnTo>
                      <a:lnTo>
                        <a:pt x="2" y="158"/>
                      </a:lnTo>
                      <a:lnTo>
                        <a:pt x="2" y="162"/>
                      </a:lnTo>
                      <a:lnTo>
                        <a:pt x="2" y="166"/>
                      </a:lnTo>
                      <a:lnTo>
                        <a:pt x="2" y="170"/>
                      </a:lnTo>
                      <a:lnTo>
                        <a:pt x="0" y="172"/>
                      </a:lnTo>
                      <a:lnTo>
                        <a:pt x="0" y="174"/>
                      </a:lnTo>
                      <a:lnTo>
                        <a:pt x="0" y="178"/>
                      </a:lnTo>
                      <a:lnTo>
                        <a:pt x="2" y="190"/>
                      </a:lnTo>
                      <a:lnTo>
                        <a:pt x="4" y="198"/>
                      </a:lnTo>
                      <a:lnTo>
                        <a:pt x="6" y="196"/>
                      </a:lnTo>
                      <a:lnTo>
                        <a:pt x="10" y="194"/>
                      </a:lnTo>
                      <a:lnTo>
                        <a:pt x="18" y="196"/>
                      </a:lnTo>
                      <a:lnTo>
                        <a:pt x="10" y="196"/>
                      </a:lnTo>
                      <a:lnTo>
                        <a:pt x="8" y="198"/>
                      </a:lnTo>
                      <a:lnTo>
                        <a:pt x="6" y="200"/>
                      </a:lnTo>
                      <a:lnTo>
                        <a:pt x="8" y="204"/>
                      </a:lnTo>
                      <a:lnTo>
                        <a:pt x="4" y="202"/>
                      </a:lnTo>
                      <a:lnTo>
                        <a:pt x="2" y="206"/>
                      </a:lnTo>
                      <a:lnTo>
                        <a:pt x="4" y="214"/>
                      </a:lnTo>
                      <a:lnTo>
                        <a:pt x="4" y="216"/>
                      </a:lnTo>
                      <a:lnTo>
                        <a:pt x="6" y="216"/>
                      </a:lnTo>
                      <a:lnTo>
                        <a:pt x="6" y="220"/>
                      </a:lnTo>
                      <a:lnTo>
                        <a:pt x="6" y="222"/>
                      </a:lnTo>
                      <a:lnTo>
                        <a:pt x="4" y="22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1" name="îṣļíḋé"/>
                <p:cNvSpPr/>
                <p:nvPr/>
              </p:nvSpPr>
              <p:spPr bwMode="auto">
                <a:xfrm>
                  <a:off x="484774" y="1746470"/>
                  <a:ext cx="1001236" cy="463750"/>
                </a:xfrm>
                <a:custGeom>
                  <a:avLst/>
                  <a:gdLst>
                    <a:gd name="T0" fmla="*/ 2147483647 w 574"/>
                    <a:gd name="T1" fmla="*/ 2147483647 h 278"/>
                    <a:gd name="T2" fmla="*/ 2147483647 w 574"/>
                    <a:gd name="T3" fmla="*/ 2147483647 h 278"/>
                    <a:gd name="T4" fmla="*/ 2147483647 w 574"/>
                    <a:gd name="T5" fmla="*/ 2147483647 h 278"/>
                    <a:gd name="T6" fmla="*/ 2147483647 w 574"/>
                    <a:gd name="T7" fmla="*/ 2147483647 h 278"/>
                    <a:gd name="T8" fmla="*/ 2147483647 w 574"/>
                    <a:gd name="T9" fmla="*/ 2147483647 h 278"/>
                    <a:gd name="T10" fmla="*/ 2147483647 w 574"/>
                    <a:gd name="T11" fmla="*/ 2147483647 h 278"/>
                    <a:gd name="T12" fmla="*/ 2147483647 w 574"/>
                    <a:gd name="T13" fmla="*/ 2147483647 h 278"/>
                    <a:gd name="T14" fmla="*/ 2147483647 w 574"/>
                    <a:gd name="T15" fmla="*/ 2147483647 h 278"/>
                    <a:gd name="T16" fmla="*/ 2147483647 w 574"/>
                    <a:gd name="T17" fmla="*/ 2147483647 h 278"/>
                    <a:gd name="T18" fmla="*/ 2147483647 w 574"/>
                    <a:gd name="T19" fmla="*/ 2147483647 h 278"/>
                    <a:gd name="T20" fmla="*/ 2147483647 w 574"/>
                    <a:gd name="T21" fmla="*/ 2147483647 h 278"/>
                    <a:gd name="T22" fmla="*/ 2147483647 w 574"/>
                    <a:gd name="T23" fmla="*/ 2147483647 h 278"/>
                    <a:gd name="T24" fmla="*/ 2147483647 w 574"/>
                    <a:gd name="T25" fmla="*/ 2147483647 h 278"/>
                    <a:gd name="T26" fmla="*/ 2147483647 w 574"/>
                    <a:gd name="T27" fmla="*/ 2147483647 h 278"/>
                    <a:gd name="T28" fmla="*/ 2147483647 w 574"/>
                    <a:gd name="T29" fmla="*/ 2147483647 h 278"/>
                    <a:gd name="T30" fmla="*/ 2147483647 w 574"/>
                    <a:gd name="T31" fmla="*/ 2147483647 h 278"/>
                    <a:gd name="T32" fmla="*/ 2147483647 w 574"/>
                    <a:gd name="T33" fmla="*/ 2147483647 h 278"/>
                    <a:gd name="T34" fmla="*/ 2147483647 w 574"/>
                    <a:gd name="T35" fmla="*/ 2147483647 h 278"/>
                    <a:gd name="T36" fmla="*/ 2147483647 w 574"/>
                    <a:gd name="T37" fmla="*/ 2147483647 h 278"/>
                    <a:gd name="T38" fmla="*/ 2147483647 w 574"/>
                    <a:gd name="T39" fmla="*/ 2147483647 h 278"/>
                    <a:gd name="T40" fmla="*/ 2147483647 w 574"/>
                    <a:gd name="T41" fmla="*/ 2147483647 h 278"/>
                    <a:gd name="T42" fmla="*/ 2147483647 w 574"/>
                    <a:gd name="T43" fmla="*/ 2147483647 h 278"/>
                    <a:gd name="T44" fmla="*/ 2147483647 w 574"/>
                    <a:gd name="T45" fmla="*/ 2147483647 h 278"/>
                    <a:gd name="T46" fmla="*/ 2147483647 w 574"/>
                    <a:gd name="T47" fmla="*/ 2147483647 h 278"/>
                    <a:gd name="T48" fmla="*/ 2147483647 w 574"/>
                    <a:gd name="T49" fmla="*/ 2147483647 h 278"/>
                    <a:gd name="T50" fmla="*/ 2147483647 w 574"/>
                    <a:gd name="T51" fmla="*/ 2147483647 h 278"/>
                    <a:gd name="T52" fmla="*/ 2147483647 w 574"/>
                    <a:gd name="T53" fmla="*/ 2147483647 h 278"/>
                    <a:gd name="T54" fmla="*/ 2147483647 w 574"/>
                    <a:gd name="T55" fmla="*/ 2147483647 h 278"/>
                    <a:gd name="T56" fmla="*/ 2147483647 w 574"/>
                    <a:gd name="T57" fmla="*/ 2147483647 h 278"/>
                    <a:gd name="T58" fmla="*/ 2147483647 w 574"/>
                    <a:gd name="T59" fmla="*/ 2147483647 h 278"/>
                    <a:gd name="T60" fmla="*/ 2147483647 w 574"/>
                    <a:gd name="T61" fmla="*/ 2147483647 h 278"/>
                    <a:gd name="T62" fmla="*/ 2147483647 w 574"/>
                    <a:gd name="T63" fmla="*/ 2147483647 h 278"/>
                    <a:gd name="T64" fmla="*/ 2147483647 w 574"/>
                    <a:gd name="T65" fmla="*/ 2147483647 h 278"/>
                    <a:gd name="T66" fmla="*/ 2147483647 w 574"/>
                    <a:gd name="T67" fmla="*/ 2147483647 h 278"/>
                    <a:gd name="T68" fmla="*/ 2147483647 w 574"/>
                    <a:gd name="T69" fmla="*/ 2147483647 h 278"/>
                    <a:gd name="T70" fmla="*/ 2147483647 w 574"/>
                    <a:gd name="T71" fmla="*/ 2147483647 h 278"/>
                    <a:gd name="T72" fmla="*/ 2147483647 w 574"/>
                    <a:gd name="T73" fmla="*/ 2147483647 h 278"/>
                    <a:gd name="T74" fmla="*/ 2147483647 w 574"/>
                    <a:gd name="T75" fmla="*/ 2147483647 h 278"/>
                    <a:gd name="T76" fmla="*/ 2147483647 w 574"/>
                    <a:gd name="T77" fmla="*/ 2147483647 h 278"/>
                    <a:gd name="T78" fmla="*/ 2147483647 w 574"/>
                    <a:gd name="T79" fmla="*/ 2147483647 h 278"/>
                    <a:gd name="T80" fmla="*/ 2147483647 w 574"/>
                    <a:gd name="T81" fmla="*/ 2147483647 h 278"/>
                    <a:gd name="T82" fmla="*/ 2147483647 w 574"/>
                    <a:gd name="T83" fmla="*/ 2147483647 h 278"/>
                    <a:gd name="T84" fmla="*/ 2147483647 w 574"/>
                    <a:gd name="T85" fmla="*/ 2147483647 h 278"/>
                    <a:gd name="T86" fmla="*/ 2147483647 w 574"/>
                    <a:gd name="T87" fmla="*/ 2147483647 h 278"/>
                    <a:gd name="T88" fmla="*/ 2147483647 w 574"/>
                    <a:gd name="T89" fmla="*/ 2147483647 h 278"/>
                    <a:gd name="T90" fmla="*/ 2147483647 w 574"/>
                    <a:gd name="T91" fmla="*/ 2147483647 h 278"/>
                    <a:gd name="T92" fmla="*/ 2147483647 w 574"/>
                    <a:gd name="T93" fmla="*/ 2147483647 h 278"/>
                    <a:gd name="T94" fmla="*/ 2147483647 w 574"/>
                    <a:gd name="T95" fmla="*/ 2147483647 h 278"/>
                    <a:gd name="T96" fmla="*/ 2147483647 w 574"/>
                    <a:gd name="T97" fmla="*/ 2147483647 h 27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74"/>
                    <a:gd name="T148" fmla="*/ 0 h 278"/>
                    <a:gd name="T149" fmla="*/ 574 w 574"/>
                    <a:gd name="T150" fmla="*/ 278 h 278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74" h="278">
                      <a:moveTo>
                        <a:pt x="400" y="178"/>
                      </a:moveTo>
                      <a:lnTo>
                        <a:pt x="388" y="182"/>
                      </a:lnTo>
                      <a:lnTo>
                        <a:pt x="376" y="184"/>
                      </a:lnTo>
                      <a:lnTo>
                        <a:pt x="366" y="182"/>
                      </a:lnTo>
                      <a:lnTo>
                        <a:pt x="356" y="180"/>
                      </a:lnTo>
                      <a:lnTo>
                        <a:pt x="350" y="176"/>
                      </a:lnTo>
                      <a:lnTo>
                        <a:pt x="348" y="172"/>
                      </a:lnTo>
                      <a:lnTo>
                        <a:pt x="346" y="168"/>
                      </a:lnTo>
                      <a:lnTo>
                        <a:pt x="338" y="168"/>
                      </a:lnTo>
                      <a:lnTo>
                        <a:pt x="324" y="178"/>
                      </a:lnTo>
                      <a:lnTo>
                        <a:pt x="318" y="182"/>
                      </a:lnTo>
                      <a:lnTo>
                        <a:pt x="308" y="184"/>
                      </a:lnTo>
                      <a:lnTo>
                        <a:pt x="300" y="184"/>
                      </a:lnTo>
                      <a:lnTo>
                        <a:pt x="290" y="188"/>
                      </a:lnTo>
                      <a:lnTo>
                        <a:pt x="282" y="192"/>
                      </a:lnTo>
                      <a:lnTo>
                        <a:pt x="272" y="200"/>
                      </a:lnTo>
                      <a:lnTo>
                        <a:pt x="258" y="200"/>
                      </a:lnTo>
                      <a:lnTo>
                        <a:pt x="262" y="194"/>
                      </a:lnTo>
                      <a:lnTo>
                        <a:pt x="266" y="190"/>
                      </a:lnTo>
                      <a:lnTo>
                        <a:pt x="276" y="182"/>
                      </a:lnTo>
                      <a:lnTo>
                        <a:pt x="286" y="178"/>
                      </a:lnTo>
                      <a:lnTo>
                        <a:pt x="298" y="170"/>
                      </a:lnTo>
                      <a:lnTo>
                        <a:pt x="290" y="170"/>
                      </a:lnTo>
                      <a:lnTo>
                        <a:pt x="282" y="174"/>
                      </a:lnTo>
                      <a:lnTo>
                        <a:pt x="268" y="180"/>
                      </a:lnTo>
                      <a:lnTo>
                        <a:pt x="252" y="190"/>
                      </a:lnTo>
                      <a:lnTo>
                        <a:pt x="246" y="192"/>
                      </a:lnTo>
                      <a:lnTo>
                        <a:pt x="240" y="194"/>
                      </a:lnTo>
                      <a:lnTo>
                        <a:pt x="234" y="196"/>
                      </a:lnTo>
                      <a:lnTo>
                        <a:pt x="230" y="202"/>
                      </a:lnTo>
                      <a:lnTo>
                        <a:pt x="224" y="206"/>
                      </a:lnTo>
                      <a:lnTo>
                        <a:pt x="218" y="210"/>
                      </a:lnTo>
                      <a:lnTo>
                        <a:pt x="206" y="214"/>
                      </a:lnTo>
                      <a:lnTo>
                        <a:pt x="194" y="218"/>
                      </a:lnTo>
                      <a:lnTo>
                        <a:pt x="184" y="220"/>
                      </a:lnTo>
                      <a:lnTo>
                        <a:pt x="172" y="224"/>
                      </a:lnTo>
                      <a:lnTo>
                        <a:pt x="164" y="230"/>
                      </a:lnTo>
                      <a:lnTo>
                        <a:pt x="160" y="234"/>
                      </a:lnTo>
                      <a:lnTo>
                        <a:pt x="154" y="234"/>
                      </a:lnTo>
                      <a:lnTo>
                        <a:pt x="132" y="240"/>
                      </a:lnTo>
                      <a:lnTo>
                        <a:pt x="110" y="248"/>
                      </a:lnTo>
                      <a:lnTo>
                        <a:pt x="86" y="258"/>
                      </a:lnTo>
                      <a:lnTo>
                        <a:pt x="64" y="266"/>
                      </a:lnTo>
                      <a:lnTo>
                        <a:pt x="64" y="264"/>
                      </a:lnTo>
                      <a:lnTo>
                        <a:pt x="62" y="262"/>
                      </a:lnTo>
                      <a:lnTo>
                        <a:pt x="60" y="262"/>
                      </a:lnTo>
                      <a:lnTo>
                        <a:pt x="54" y="262"/>
                      </a:lnTo>
                      <a:lnTo>
                        <a:pt x="48" y="264"/>
                      </a:lnTo>
                      <a:lnTo>
                        <a:pt x="34" y="270"/>
                      </a:lnTo>
                      <a:lnTo>
                        <a:pt x="22" y="276"/>
                      </a:lnTo>
                      <a:lnTo>
                        <a:pt x="14" y="278"/>
                      </a:lnTo>
                      <a:lnTo>
                        <a:pt x="8" y="278"/>
                      </a:lnTo>
                      <a:lnTo>
                        <a:pt x="0" y="278"/>
                      </a:lnTo>
                      <a:lnTo>
                        <a:pt x="14" y="270"/>
                      </a:lnTo>
                      <a:lnTo>
                        <a:pt x="36" y="262"/>
                      </a:lnTo>
                      <a:lnTo>
                        <a:pt x="58" y="258"/>
                      </a:lnTo>
                      <a:lnTo>
                        <a:pt x="76" y="256"/>
                      </a:lnTo>
                      <a:lnTo>
                        <a:pt x="82" y="256"/>
                      </a:lnTo>
                      <a:lnTo>
                        <a:pt x="84" y="254"/>
                      </a:lnTo>
                      <a:lnTo>
                        <a:pt x="90" y="248"/>
                      </a:lnTo>
                      <a:lnTo>
                        <a:pt x="96" y="244"/>
                      </a:lnTo>
                      <a:lnTo>
                        <a:pt x="102" y="242"/>
                      </a:lnTo>
                      <a:lnTo>
                        <a:pt x="120" y="236"/>
                      </a:lnTo>
                      <a:lnTo>
                        <a:pt x="136" y="232"/>
                      </a:lnTo>
                      <a:lnTo>
                        <a:pt x="166" y="210"/>
                      </a:lnTo>
                      <a:lnTo>
                        <a:pt x="164" y="206"/>
                      </a:lnTo>
                      <a:lnTo>
                        <a:pt x="162" y="204"/>
                      </a:lnTo>
                      <a:lnTo>
                        <a:pt x="154" y="210"/>
                      </a:lnTo>
                      <a:lnTo>
                        <a:pt x="146" y="210"/>
                      </a:lnTo>
                      <a:lnTo>
                        <a:pt x="146" y="204"/>
                      </a:lnTo>
                      <a:lnTo>
                        <a:pt x="144" y="202"/>
                      </a:lnTo>
                      <a:lnTo>
                        <a:pt x="140" y="202"/>
                      </a:lnTo>
                      <a:lnTo>
                        <a:pt x="136" y="202"/>
                      </a:lnTo>
                      <a:lnTo>
                        <a:pt x="132" y="204"/>
                      </a:lnTo>
                      <a:lnTo>
                        <a:pt x="124" y="208"/>
                      </a:lnTo>
                      <a:lnTo>
                        <a:pt x="112" y="208"/>
                      </a:lnTo>
                      <a:lnTo>
                        <a:pt x="118" y="204"/>
                      </a:lnTo>
                      <a:lnTo>
                        <a:pt x="126" y="198"/>
                      </a:lnTo>
                      <a:lnTo>
                        <a:pt x="132" y="192"/>
                      </a:lnTo>
                      <a:lnTo>
                        <a:pt x="136" y="186"/>
                      </a:lnTo>
                      <a:lnTo>
                        <a:pt x="132" y="186"/>
                      </a:lnTo>
                      <a:lnTo>
                        <a:pt x="128" y="186"/>
                      </a:lnTo>
                      <a:lnTo>
                        <a:pt x="120" y="186"/>
                      </a:lnTo>
                      <a:lnTo>
                        <a:pt x="116" y="186"/>
                      </a:lnTo>
                      <a:lnTo>
                        <a:pt x="112" y="184"/>
                      </a:lnTo>
                      <a:lnTo>
                        <a:pt x="110" y="178"/>
                      </a:lnTo>
                      <a:lnTo>
                        <a:pt x="110" y="160"/>
                      </a:lnTo>
                      <a:lnTo>
                        <a:pt x="152" y="128"/>
                      </a:lnTo>
                      <a:lnTo>
                        <a:pt x="158" y="130"/>
                      </a:lnTo>
                      <a:lnTo>
                        <a:pt x="166" y="132"/>
                      </a:lnTo>
                      <a:lnTo>
                        <a:pt x="190" y="130"/>
                      </a:lnTo>
                      <a:lnTo>
                        <a:pt x="214" y="124"/>
                      </a:lnTo>
                      <a:lnTo>
                        <a:pt x="224" y="122"/>
                      </a:lnTo>
                      <a:lnTo>
                        <a:pt x="236" y="116"/>
                      </a:lnTo>
                      <a:lnTo>
                        <a:pt x="244" y="110"/>
                      </a:lnTo>
                      <a:lnTo>
                        <a:pt x="246" y="104"/>
                      </a:lnTo>
                      <a:lnTo>
                        <a:pt x="234" y="108"/>
                      </a:lnTo>
                      <a:lnTo>
                        <a:pt x="228" y="110"/>
                      </a:lnTo>
                      <a:lnTo>
                        <a:pt x="220" y="112"/>
                      </a:lnTo>
                      <a:lnTo>
                        <a:pt x="212" y="110"/>
                      </a:lnTo>
                      <a:lnTo>
                        <a:pt x="202" y="108"/>
                      </a:lnTo>
                      <a:lnTo>
                        <a:pt x="186" y="102"/>
                      </a:lnTo>
                      <a:lnTo>
                        <a:pt x="234" y="70"/>
                      </a:lnTo>
                      <a:lnTo>
                        <a:pt x="242" y="70"/>
                      </a:lnTo>
                      <a:lnTo>
                        <a:pt x="252" y="72"/>
                      </a:lnTo>
                      <a:lnTo>
                        <a:pt x="252" y="78"/>
                      </a:lnTo>
                      <a:lnTo>
                        <a:pt x="254" y="80"/>
                      </a:lnTo>
                      <a:lnTo>
                        <a:pt x="258" y="82"/>
                      </a:lnTo>
                      <a:lnTo>
                        <a:pt x="264" y="82"/>
                      </a:lnTo>
                      <a:lnTo>
                        <a:pt x="268" y="82"/>
                      </a:lnTo>
                      <a:lnTo>
                        <a:pt x="272" y="80"/>
                      </a:lnTo>
                      <a:lnTo>
                        <a:pt x="272" y="76"/>
                      </a:lnTo>
                      <a:lnTo>
                        <a:pt x="274" y="70"/>
                      </a:lnTo>
                      <a:lnTo>
                        <a:pt x="270" y="70"/>
                      </a:lnTo>
                      <a:lnTo>
                        <a:pt x="268" y="68"/>
                      </a:lnTo>
                      <a:lnTo>
                        <a:pt x="268" y="66"/>
                      </a:lnTo>
                      <a:lnTo>
                        <a:pt x="268" y="60"/>
                      </a:lnTo>
                      <a:lnTo>
                        <a:pt x="266" y="58"/>
                      </a:lnTo>
                      <a:lnTo>
                        <a:pt x="266" y="54"/>
                      </a:lnTo>
                      <a:lnTo>
                        <a:pt x="266" y="46"/>
                      </a:lnTo>
                      <a:lnTo>
                        <a:pt x="280" y="36"/>
                      </a:lnTo>
                      <a:lnTo>
                        <a:pt x="288" y="38"/>
                      </a:lnTo>
                      <a:lnTo>
                        <a:pt x="296" y="40"/>
                      </a:lnTo>
                      <a:lnTo>
                        <a:pt x="306" y="38"/>
                      </a:lnTo>
                      <a:lnTo>
                        <a:pt x="318" y="32"/>
                      </a:lnTo>
                      <a:lnTo>
                        <a:pt x="324" y="28"/>
                      </a:lnTo>
                      <a:lnTo>
                        <a:pt x="332" y="22"/>
                      </a:lnTo>
                      <a:lnTo>
                        <a:pt x="356" y="14"/>
                      </a:lnTo>
                      <a:lnTo>
                        <a:pt x="384" y="10"/>
                      </a:lnTo>
                      <a:lnTo>
                        <a:pt x="410" y="4"/>
                      </a:lnTo>
                      <a:lnTo>
                        <a:pt x="436" y="0"/>
                      </a:lnTo>
                      <a:lnTo>
                        <a:pt x="444" y="2"/>
                      </a:lnTo>
                      <a:lnTo>
                        <a:pt x="452" y="4"/>
                      </a:lnTo>
                      <a:lnTo>
                        <a:pt x="462" y="6"/>
                      </a:lnTo>
                      <a:lnTo>
                        <a:pt x="472" y="6"/>
                      </a:lnTo>
                      <a:lnTo>
                        <a:pt x="474" y="12"/>
                      </a:lnTo>
                      <a:lnTo>
                        <a:pt x="476" y="12"/>
                      </a:lnTo>
                      <a:lnTo>
                        <a:pt x="510" y="12"/>
                      </a:lnTo>
                      <a:lnTo>
                        <a:pt x="516" y="14"/>
                      </a:lnTo>
                      <a:lnTo>
                        <a:pt x="520" y="16"/>
                      </a:lnTo>
                      <a:lnTo>
                        <a:pt x="534" y="16"/>
                      </a:lnTo>
                      <a:lnTo>
                        <a:pt x="548" y="16"/>
                      </a:lnTo>
                      <a:lnTo>
                        <a:pt x="554" y="18"/>
                      </a:lnTo>
                      <a:lnTo>
                        <a:pt x="562" y="20"/>
                      </a:lnTo>
                      <a:lnTo>
                        <a:pt x="574" y="20"/>
                      </a:lnTo>
                      <a:lnTo>
                        <a:pt x="402" y="178"/>
                      </a:lnTo>
                      <a:lnTo>
                        <a:pt x="400" y="17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2" name="íṩļîdê"/>
                <p:cNvSpPr/>
                <p:nvPr/>
              </p:nvSpPr>
              <p:spPr bwMode="auto">
                <a:xfrm>
                  <a:off x="1224339" y="2865917"/>
                  <a:ext cx="746452" cy="559021"/>
                </a:xfrm>
                <a:custGeom>
                  <a:avLst/>
                  <a:gdLst>
                    <a:gd name="T0" fmla="*/ 2147483647 w 428"/>
                    <a:gd name="T1" fmla="*/ 2147483647 h 336"/>
                    <a:gd name="T2" fmla="*/ 2147483647 w 428"/>
                    <a:gd name="T3" fmla="*/ 2147483647 h 336"/>
                    <a:gd name="T4" fmla="*/ 2147483647 w 428"/>
                    <a:gd name="T5" fmla="*/ 2147483647 h 336"/>
                    <a:gd name="T6" fmla="*/ 2147483647 w 428"/>
                    <a:gd name="T7" fmla="*/ 2147483647 h 336"/>
                    <a:gd name="T8" fmla="*/ 2147483647 w 428"/>
                    <a:gd name="T9" fmla="*/ 2147483647 h 336"/>
                    <a:gd name="T10" fmla="*/ 2147483647 w 428"/>
                    <a:gd name="T11" fmla="*/ 2147483647 h 336"/>
                    <a:gd name="T12" fmla="*/ 2147483647 w 428"/>
                    <a:gd name="T13" fmla="*/ 2147483647 h 336"/>
                    <a:gd name="T14" fmla="*/ 2147483647 w 428"/>
                    <a:gd name="T15" fmla="*/ 2147483647 h 336"/>
                    <a:gd name="T16" fmla="*/ 2147483647 w 428"/>
                    <a:gd name="T17" fmla="*/ 2147483647 h 336"/>
                    <a:gd name="T18" fmla="*/ 2147483647 w 428"/>
                    <a:gd name="T19" fmla="*/ 2147483647 h 336"/>
                    <a:gd name="T20" fmla="*/ 2147483647 w 428"/>
                    <a:gd name="T21" fmla="*/ 2147483647 h 336"/>
                    <a:gd name="T22" fmla="*/ 2147483647 w 428"/>
                    <a:gd name="T23" fmla="*/ 2147483647 h 336"/>
                    <a:gd name="T24" fmla="*/ 2147483647 w 428"/>
                    <a:gd name="T25" fmla="*/ 2147483647 h 336"/>
                    <a:gd name="T26" fmla="*/ 2147483647 w 428"/>
                    <a:gd name="T27" fmla="*/ 2147483647 h 336"/>
                    <a:gd name="T28" fmla="*/ 2147483647 w 428"/>
                    <a:gd name="T29" fmla="*/ 2147483647 h 336"/>
                    <a:gd name="T30" fmla="*/ 2147483647 w 428"/>
                    <a:gd name="T31" fmla="*/ 2147483647 h 336"/>
                    <a:gd name="T32" fmla="*/ 2147483647 w 428"/>
                    <a:gd name="T33" fmla="*/ 0 h 336"/>
                    <a:gd name="T34" fmla="*/ 2147483647 w 428"/>
                    <a:gd name="T35" fmla="*/ 2147483647 h 336"/>
                    <a:gd name="T36" fmla="*/ 2147483647 w 428"/>
                    <a:gd name="T37" fmla="*/ 2147483647 h 336"/>
                    <a:gd name="T38" fmla="*/ 2147483647 w 428"/>
                    <a:gd name="T39" fmla="*/ 2147483647 h 336"/>
                    <a:gd name="T40" fmla="*/ 2147483647 w 428"/>
                    <a:gd name="T41" fmla="*/ 2147483647 h 336"/>
                    <a:gd name="T42" fmla="*/ 2147483647 w 428"/>
                    <a:gd name="T43" fmla="*/ 2147483647 h 336"/>
                    <a:gd name="T44" fmla="*/ 2147483647 w 428"/>
                    <a:gd name="T45" fmla="*/ 2147483647 h 336"/>
                    <a:gd name="T46" fmla="*/ 2147483647 w 428"/>
                    <a:gd name="T47" fmla="*/ 2147483647 h 336"/>
                    <a:gd name="T48" fmla="*/ 2147483647 w 428"/>
                    <a:gd name="T49" fmla="*/ 2147483647 h 336"/>
                    <a:gd name="T50" fmla="*/ 2147483647 w 428"/>
                    <a:gd name="T51" fmla="*/ 2147483647 h 336"/>
                    <a:gd name="T52" fmla="*/ 2147483647 w 428"/>
                    <a:gd name="T53" fmla="*/ 2147483647 h 336"/>
                    <a:gd name="T54" fmla="*/ 2147483647 w 428"/>
                    <a:gd name="T55" fmla="*/ 2147483647 h 336"/>
                    <a:gd name="T56" fmla="*/ 2147483647 w 428"/>
                    <a:gd name="T57" fmla="*/ 2147483647 h 336"/>
                    <a:gd name="T58" fmla="*/ 2147483647 w 428"/>
                    <a:gd name="T59" fmla="*/ 2147483647 h 336"/>
                    <a:gd name="T60" fmla="*/ 2147483647 w 428"/>
                    <a:gd name="T61" fmla="*/ 2147483647 h 336"/>
                    <a:gd name="T62" fmla="*/ 2147483647 w 428"/>
                    <a:gd name="T63" fmla="*/ 2147483647 h 336"/>
                    <a:gd name="T64" fmla="*/ 2147483647 w 428"/>
                    <a:gd name="T65" fmla="*/ 2147483647 h 336"/>
                    <a:gd name="T66" fmla="*/ 2147483647 w 428"/>
                    <a:gd name="T67" fmla="*/ 2147483647 h 336"/>
                    <a:gd name="T68" fmla="*/ 2147483647 w 428"/>
                    <a:gd name="T69" fmla="*/ 2147483647 h 336"/>
                    <a:gd name="T70" fmla="*/ 2147483647 w 428"/>
                    <a:gd name="T71" fmla="*/ 2147483647 h 336"/>
                    <a:gd name="T72" fmla="*/ 2147483647 w 428"/>
                    <a:gd name="T73" fmla="*/ 2147483647 h 336"/>
                    <a:gd name="T74" fmla="*/ 2147483647 w 428"/>
                    <a:gd name="T75" fmla="*/ 2147483647 h 336"/>
                    <a:gd name="T76" fmla="*/ 2147483647 w 428"/>
                    <a:gd name="T77" fmla="*/ 2147483647 h 336"/>
                    <a:gd name="T78" fmla="*/ 2147483647 w 428"/>
                    <a:gd name="T79" fmla="*/ 2147483647 h 336"/>
                    <a:gd name="T80" fmla="*/ 2147483647 w 428"/>
                    <a:gd name="T81" fmla="*/ 2147483647 h 336"/>
                    <a:gd name="T82" fmla="*/ 2147483647 w 428"/>
                    <a:gd name="T83" fmla="*/ 2147483647 h 336"/>
                    <a:gd name="T84" fmla="*/ 2147483647 w 428"/>
                    <a:gd name="T85" fmla="*/ 2147483647 h 336"/>
                    <a:gd name="T86" fmla="*/ 2147483647 w 428"/>
                    <a:gd name="T87" fmla="*/ 2147483647 h 336"/>
                    <a:gd name="T88" fmla="*/ 2147483647 w 428"/>
                    <a:gd name="T89" fmla="*/ 2147483647 h 336"/>
                    <a:gd name="T90" fmla="*/ 2147483647 w 428"/>
                    <a:gd name="T91" fmla="*/ 2147483647 h 336"/>
                    <a:gd name="T92" fmla="*/ 2147483647 w 428"/>
                    <a:gd name="T93" fmla="*/ 2147483647 h 336"/>
                    <a:gd name="T94" fmla="*/ 2147483647 w 428"/>
                    <a:gd name="T95" fmla="*/ 2147483647 h 336"/>
                    <a:gd name="T96" fmla="*/ 2147483647 w 428"/>
                    <a:gd name="T97" fmla="*/ 2147483647 h 336"/>
                    <a:gd name="T98" fmla="*/ 2147483647 w 428"/>
                    <a:gd name="T99" fmla="*/ 2147483647 h 336"/>
                    <a:gd name="T100" fmla="*/ 2147483647 w 428"/>
                    <a:gd name="T101" fmla="*/ 2147483647 h 336"/>
                    <a:gd name="T102" fmla="*/ 2147483647 w 428"/>
                    <a:gd name="T103" fmla="*/ 2147483647 h 336"/>
                    <a:gd name="T104" fmla="*/ 2147483647 w 428"/>
                    <a:gd name="T105" fmla="*/ 2147483647 h 336"/>
                    <a:gd name="T106" fmla="*/ 2147483647 w 428"/>
                    <a:gd name="T107" fmla="*/ 2147483647 h 336"/>
                    <a:gd name="T108" fmla="*/ 2147483647 w 428"/>
                    <a:gd name="T109" fmla="*/ 2147483647 h 336"/>
                    <a:gd name="T110" fmla="*/ 2147483647 w 428"/>
                    <a:gd name="T111" fmla="*/ 2147483647 h 3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428"/>
                    <a:gd name="T169" fmla="*/ 0 h 336"/>
                    <a:gd name="T170" fmla="*/ 428 w 428"/>
                    <a:gd name="T171" fmla="*/ 336 h 3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428" h="336">
                      <a:moveTo>
                        <a:pt x="400" y="274"/>
                      </a:moveTo>
                      <a:lnTo>
                        <a:pt x="402" y="270"/>
                      </a:lnTo>
                      <a:lnTo>
                        <a:pt x="408" y="260"/>
                      </a:lnTo>
                      <a:lnTo>
                        <a:pt x="410" y="250"/>
                      </a:lnTo>
                      <a:lnTo>
                        <a:pt x="416" y="234"/>
                      </a:lnTo>
                      <a:lnTo>
                        <a:pt x="418" y="228"/>
                      </a:lnTo>
                      <a:lnTo>
                        <a:pt x="422" y="222"/>
                      </a:lnTo>
                      <a:lnTo>
                        <a:pt x="428" y="210"/>
                      </a:lnTo>
                      <a:lnTo>
                        <a:pt x="426" y="206"/>
                      </a:lnTo>
                      <a:lnTo>
                        <a:pt x="426" y="202"/>
                      </a:lnTo>
                      <a:lnTo>
                        <a:pt x="422" y="202"/>
                      </a:lnTo>
                      <a:lnTo>
                        <a:pt x="410" y="202"/>
                      </a:lnTo>
                      <a:lnTo>
                        <a:pt x="394" y="204"/>
                      </a:lnTo>
                      <a:lnTo>
                        <a:pt x="378" y="208"/>
                      </a:lnTo>
                      <a:lnTo>
                        <a:pt x="372" y="212"/>
                      </a:lnTo>
                      <a:lnTo>
                        <a:pt x="368" y="216"/>
                      </a:lnTo>
                      <a:lnTo>
                        <a:pt x="364" y="224"/>
                      </a:lnTo>
                      <a:lnTo>
                        <a:pt x="358" y="234"/>
                      </a:lnTo>
                      <a:lnTo>
                        <a:pt x="352" y="246"/>
                      </a:lnTo>
                      <a:lnTo>
                        <a:pt x="346" y="254"/>
                      </a:lnTo>
                      <a:lnTo>
                        <a:pt x="334" y="256"/>
                      </a:lnTo>
                      <a:lnTo>
                        <a:pt x="320" y="260"/>
                      </a:lnTo>
                      <a:lnTo>
                        <a:pt x="310" y="262"/>
                      </a:lnTo>
                      <a:lnTo>
                        <a:pt x="298" y="264"/>
                      </a:lnTo>
                      <a:lnTo>
                        <a:pt x="288" y="262"/>
                      </a:lnTo>
                      <a:lnTo>
                        <a:pt x="280" y="256"/>
                      </a:lnTo>
                      <a:lnTo>
                        <a:pt x="272" y="248"/>
                      </a:lnTo>
                      <a:lnTo>
                        <a:pt x="266" y="238"/>
                      </a:lnTo>
                      <a:lnTo>
                        <a:pt x="260" y="226"/>
                      </a:lnTo>
                      <a:lnTo>
                        <a:pt x="258" y="216"/>
                      </a:lnTo>
                      <a:lnTo>
                        <a:pt x="256" y="204"/>
                      </a:lnTo>
                      <a:lnTo>
                        <a:pt x="256" y="194"/>
                      </a:lnTo>
                      <a:lnTo>
                        <a:pt x="258" y="178"/>
                      </a:lnTo>
                      <a:lnTo>
                        <a:pt x="260" y="160"/>
                      </a:lnTo>
                      <a:lnTo>
                        <a:pt x="268" y="142"/>
                      </a:lnTo>
                      <a:lnTo>
                        <a:pt x="276" y="128"/>
                      </a:lnTo>
                      <a:lnTo>
                        <a:pt x="256" y="122"/>
                      </a:lnTo>
                      <a:lnTo>
                        <a:pt x="248" y="116"/>
                      </a:lnTo>
                      <a:lnTo>
                        <a:pt x="244" y="114"/>
                      </a:lnTo>
                      <a:lnTo>
                        <a:pt x="242" y="110"/>
                      </a:lnTo>
                      <a:lnTo>
                        <a:pt x="240" y="94"/>
                      </a:lnTo>
                      <a:lnTo>
                        <a:pt x="236" y="76"/>
                      </a:lnTo>
                      <a:lnTo>
                        <a:pt x="232" y="68"/>
                      </a:lnTo>
                      <a:lnTo>
                        <a:pt x="230" y="60"/>
                      </a:lnTo>
                      <a:lnTo>
                        <a:pt x="224" y="56"/>
                      </a:lnTo>
                      <a:lnTo>
                        <a:pt x="216" y="56"/>
                      </a:lnTo>
                      <a:lnTo>
                        <a:pt x="210" y="56"/>
                      </a:lnTo>
                      <a:lnTo>
                        <a:pt x="208" y="56"/>
                      </a:lnTo>
                      <a:lnTo>
                        <a:pt x="204" y="62"/>
                      </a:lnTo>
                      <a:lnTo>
                        <a:pt x="198" y="66"/>
                      </a:lnTo>
                      <a:lnTo>
                        <a:pt x="192" y="68"/>
                      </a:lnTo>
                      <a:lnTo>
                        <a:pt x="188" y="68"/>
                      </a:lnTo>
                      <a:lnTo>
                        <a:pt x="184" y="66"/>
                      </a:lnTo>
                      <a:lnTo>
                        <a:pt x="180" y="62"/>
                      </a:lnTo>
                      <a:lnTo>
                        <a:pt x="178" y="58"/>
                      </a:lnTo>
                      <a:lnTo>
                        <a:pt x="174" y="38"/>
                      </a:lnTo>
                      <a:lnTo>
                        <a:pt x="170" y="34"/>
                      </a:lnTo>
                      <a:lnTo>
                        <a:pt x="166" y="30"/>
                      </a:lnTo>
                      <a:lnTo>
                        <a:pt x="160" y="26"/>
                      </a:lnTo>
                      <a:lnTo>
                        <a:pt x="158" y="18"/>
                      </a:lnTo>
                      <a:lnTo>
                        <a:pt x="152" y="20"/>
                      </a:lnTo>
                      <a:lnTo>
                        <a:pt x="148" y="20"/>
                      </a:lnTo>
                      <a:lnTo>
                        <a:pt x="132" y="18"/>
                      </a:lnTo>
                      <a:lnTo>
                        <a:pt x="128" y="28"/>
                      </a:lnTo>
                      <a:lnTo>
                        <a:pt x="78" y="28"/>
                      </a:lnTo>
                      <a:lnTo>
                        <a:pt x="34" y="2"/>
                      </a:lnTo>
                      <a:lnTo>
                        <a:pt x="28" y="0"/>
                      </a:lnTo>
                      <a:lnTo>
                        <a:pt x="20" y="0"/>
                      </a:lnTo>
                      <a:lnTo>
                        <a:pt x="0" y="2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2" y="36"/>
                      </a:lnTo>
                      <a:lnTo>
                        <a:pt x="2" y="38"/>
                      </a:lnTo>
                      <a:lnTo>
                        <a:pt x="2" y="42"/>
                      </a:lnTo>
                      <a:lnTo>
                        <a:pt x="4" y="48"/>
                      </a:lnTo>
                      <a:lnTo>
                        <a:pt x="4" y="54"/>
                      </a:lnTo>
                      <a:lnTo>
                        <a:pt x="8" y="56"/>
                      </a:lnTo>
                      <a:lnTo>
                        <a:pt x="12" y="62"/>
                      </a:lnTo>
                      <a:lnTo>
                        <a:pt x="20" y="70"/>
                      </a:lnTo>
                      <a:lnTo>
                        <a:pt x="22" y="74"/>
                      </a:lnTo>
                      <a:lnTo>
                        <a:pt x="22" y="78"/>
                      </a:lnTo>
                      <a:lnTo>
                        <a:pt x="20" y="82"/>
                      </a:lnTo>
                      <a:lnTo>
                        <a:pt x="14" y="84"/>
                      </a:lnTo>
                      <a:lnTo>
                        <a:pt x="12" y="88"/>
                      </a:lnTo>
                      <a:lnTo>
                        <a:pt x="8" y="92"/>
                      </a:lnTo>
                      <a:lnTo>
                        <a:pt x="8" y="96"/>
                      </a:lnTo>
                      <a:lnTo>
                        <a:pt x="12" y="102"/>
                      </a:lnTo>
                      <a:lnTo>
                        <a:pt x="16" y="108"/>
                      </a:lnTo>
                      <a:lnTo>
                        <a:pt x="24" y="110"/>
                      </a:lnTo>
                      <a:lnTo>
                        <a:pt x="32" y="112"/>
                      </a:lnTo>
                      <a:lnTo>
                        <a:pt x="34" y="118"/>
                      </a:lnTo>
                      <a:lnTo>
                        <a:pt x="38" y="120"/>
                      </a:lnTo>
                      <a:lnTo>
                        <a:pt x="40" y="124"/>
                      </a:lnTo>
                      <a:lnTo>
                        <a:pt x="40" y="130"/>
                      </a:lnTo>
                      <a:lnTo>
                        <a:pt x="40" y="134"/>
                      </a:lnTo>
                      <a:lnTo>
                        <a:pt x="40" y="138"/>
                      </a:lnTo>
                      <a:lnTo>
                        <a:pt x="38" y="140"/>
                      </a:lnTo>
                      <a:lnTo>
                        <a:pt x="38" y="144"/>
                      </a:lnTo>
                      <a:lnTo>
                        <a:pt x="38" y="148"/>
                      </a:lnTo>
                      <a:lnTo>
                        <a:pt x="40" y="150"/>
                      </a:lnTo>
                      <a:lnTo>
                        <a:pt x="42" y="154"/>
                      </a:lnTo>
                      <a:lnTo>
                        <a:pt x="48" y="158"/>
                      </a:lnTo>
                      <a:lnTo>
                        <a:pt x="54" y="164"/>
                      </a:lnTo>
                      <a:lnTo>
                        <a:pt x="66" y="182"/>
                      </a:lnTo>
                      <a:lnTo>
                        <a:pt x="68" y="180"/>
                      </a:lnTo>
                      <a:lnTo>
                        <a:pt x="72" y="178"/>
                      </a:lnTo>
                      <a:lnTo>
                        <a:pt x="74" y="176"/>
                      </a:lnTo>
                      <a:lnTo>
                        <a:pt x="76" y="172"/>
                      </a:lnTo>
                      <a:lnTo>
                        <a:pt x="74" y="164"/>
                      </a:lnTo>
                      <a:lnTo>
                        <a:pt x="68" y="158"/>
                      </a:lnTo>
                      <a:lnTo>
                        <a:pt x="66" y="152"/>
                      </a:lnTo>
                      <a:lnTo>
                        <a:pt x="60" y="146"/>
                      </a:lnTo>
                      <a:lnTo>
                        <a:pt x="62" y="142"/>
                      </a:lnTo>
                      <a:lnTo>
                        <a:pt x="60" y="138"/>
                      </a:lnTo>
                      <a:lnTo>
                        <a:pt x="56" y="128"/>
                      </a:lnTo>
                      <a:lnTo>
                        <a:pt x="54" y="116"/>
                      </a:lnTo>
                      <a:lnTo>
                        <a:pt x="50" y="108"/>
                      </a:lnTo>
                      <a:lnTo>
                        <a:pt x="48" y="106"/>
                      </a:lnTo>
                      <a:lnTo>
                        <a:pt x="46" y="104"/>
                      </a:lnTo>
                      <a:lnTo>
                        <a:pt x="46" y="102"/>
                      </a:lnTo>
                      <a:lnTo>
                        <a:pt x="44" y="90"/>
                      </a:lnTo>
                      <a:lnTo>
                        <a:pt x="42" y="82"/>
                      </a:lnTo>
                      <a:lnTo>
                        <a:pt x="36" y="62"/>
                      </a:lnTo>
                      <a:lnTo>
                        <a:pt x="34" y="60"/>
                      </a:lnTo>
                      <a:lnTo>
                        <a:pt x="34" y="58"/>
                      </a:lnTo>
                      <a:lnTo>
                        <a:pt x="32" y="56"/>
                      </a:lnTo>
                      <a:lnTo>
                        <a:pt x="30" y="56"/>
                      </a:lnTo>
                      <a:lnTo>
                        <a:pt x="28" y="56"/>
                      </a:lnTo>
                      <a:lnTo>
                        <a:pt x="26" y="48"/>
                      </a:lnTo>
                      <a:lnTo>
                        <a:pt x="28" y="30"/>
                      </a:lnTo>
                      <a:lnTo>
                        <a:pt x="30" y="24"/>
                      </a:lnTo>
                      <a:lnTo>
                        <a:pt x="30" y="22"/>
                      </a:lnTo>
                      <a:lnTo>
                        <a:pt x="32" y="20"/>
                      </a:lnTo>
                      <a:lnTo>
                        <a:pt x="38" y="22"/>
                      </a:lnTo>
                      <a:lnTo>
                        <a:pt x="42" y="24"/>
                      </a:lnTo>
                      <a:lnTo>
                        <a:pt x="46" y="28"/>
                      </a:lnTo>
                      <a:lnTo>
                        <a:pt x="48" y="32"/>
                      </a:lnTo>
                      <a:lnTo>
                        <a:pt x="52" y="44"/>
                      </a:lnTo>
                      <a:lnTo>
                        <a:pt x="54" y="56"/>
                      </a:lnTo>
                      <a:lnTo>
                        <a:pt x="54" y="58"/>
                      </a:lnTo>
                      <a:lnTo>
                        <a:pt x="52" y="64"/>
                      </a:lnTo>
                      <a:lnTo>
                        <a:pt x="50" y="70"/>
                      </a:lnTo>
                      <a:lnTo>
                        <a:pt x="50" y="72"/>
                      </a:lnTo>
                      <a:lnTo>
                        <a:pt x="52" y="74"/>
                      </a:lnTo>
                      <a:lnTo>
                        <a:pt x="58" y="74"/>
                      </a:lnTo>
                      <a:lnTo>
                        <a:pt x="58" y="80"/>
                      </a:lnTo>
                      <a:lnTo>
                        <a:pt x="62" y="84"/>
                      </a:lnTo>
                      <a:lnTo>
                        <a:pt x="66" y="88"/>
                      </a:lnTo>
                      <a:lnTo>
                        <a:pt x="68" y="88"/>
                      </a:lnTo>
                      <a:lnTo>
                        <a:pt x="72" y="100"/>
                      </a:lnTo>
                      <a:lnTo>
                        <a:pt x="76" y="106"/>
                      </a:lnTo>
                      <a:lnTo>
                        <a:pt x="80" y="110"/>
                      </a:lnTo>
                      <a:lnTo>
                        <a:pt x="84" y="112"/>
                      </a:lnTo>
                      <a:lnTo>
                        <a:pt x="86" y="114"/>
                      </a:lnTo>
                      <a:lnTo>
                        <a:pt x="88" y="116"/>
                      </a:lnTo>
                      <a:lnTo>
                        <a:pt x="86" y="120"/>
                      </a:lnTo>
                      <a:lnTo>
                        <a:pt x="84" y="126"/>
                      </a:lnTo>
                      <a:lnTo>
                        <a:pt x="86" y="132"/>
                      </a:lnTo>
                      <a:lnTo>
                        <a:pt x="92" y="140"/>
                      </a:lnTo>
                      <a:lnTo>
                        <a:pt x="104" y="154"/>
                      </a:lnTo>
                      <a:lnTo>
                        <a:pt x="112" y="162"/>
                      </a:lnTo>
                      <a:lnTo>
                        <a:pt x="118" y="168"/>
                      </a:lnTo>
                      <a:lnTo>
                        <a:pt x="122" y="178"/>
                      </a:lnTo>
                      <a:lnTo>
                        <a:pt x="130" y="188"/>
                      </a:lnTo>
                      <a:lnTo>
                        <a:pt x="130" y="202"/>
                      </a:lnTo>
                      <a:lnTo>
                        <a:pt x="132" y="206"/>
                      </a:lnTo>
                      <a:lnTo>
                        <a:pt x="132" y="210"/>
                      </a:lnTo>
                      <a:lnTo>
                        <a:pt x="132" y="216"/>
                      </a:lnTo>
                      <a:lnTo>
                        <a:pt x="130" y="220"/>
                      </a:lnTo>
                      <a:lnTo>
                        <a:pt x="128" y="220"/>
                      </a:lnTo>
                      <a:lnTo>
                        <a:pt x="128" y="226"/>
                      </a:lnTo>
                      <a:lnTo>
                        <a:pt x="124" y="226"/>
                      </a:lnTo>
                      <a:lnTo>
                        <a:pt x="124" y="232"/>
                      </a:lnTo>
                      <a:lnTo>
                        <a:pt x="126" y="238"/>
                      </a:lnTo>
                      <a:lnTo>
                        <a:pt x="130" y="244"/>
                      </a:lnTo>
                      <a:lnTo>
                        <a:pt x="138" y="250"/>
                      </a:lnTo>
                      <a:lnTo>
                        <a:pt x="148" y="256"/>
                      </a:lnTo>
                      <a:lnTo>
                        <a:pt x="150" y="262"/>
                      </a:lnTo>
                      <a:lnTo>
                        <a:pt x="154" y="266"/>
                      </a:lnTo>
                      <a:lnTo>
                        <a:pt x="158" y="270"/>
                      </a:lnTo>
                      <a:lnTo>
                        <a:pt x="166" y="270"/>
                      </a:lnTo>
                      <a:lnTo>
                        <a:pt x="174" y="272"/>
                      </a:lnTo>
                      <a:lnTo>
                        <a:pt x="178" y="274"/>
                      </a:lnTo>
                      <a:lnTo>
                        <a:pt x="190" y="284"/>
                      </a:lnTo>
                      <a:lnTo>
                        <a:pt x="198" y="290"/>
                      </a:lnTo>
                      <a:lnTo>
                        <a:pt x="204" y="294"/>
                      </a:lnTo>
                      <a:lnTo>
                        <a:pt x="218" y="300"/>
                      </a:lnTo>
                      <a:lnTo>
                        <a:pt x="232" y="306"/>
                      </a:lnTo>
                      <a:lnTo>
                        <a:pt x="246" y="312"/>
                      </a:lnTo>
                      <a:lnTo>
                        <a:pt x="254" y="314"/>
                      </a:lnTo>
                      <a:lnTo>
                        <a:pt x="260" y="314"/>
                      </a:lnTo>
                      <a:lnTo>
                        <a:pt x="266" y="314"/>
                      </a:lnTo>
                      <a:lnTo>
                        <a:pt x="274" y="308"/>
                      </a:lnTo>
                      <a:lnTo>
                        <a:pt x="280" y="304"/>
                      </a:lnTo>
                      <a:lnTo>
                        <a:pt x="286" y="302"/>
                      </a:lnTo>
                      <a:lnTo>
                        <a:pt x="290" y="304"/>
                      </a:lnTo>
                      <a:lnTo>
                        <a:pt x="296" y="306"/>
                      </a:lnTo>
                      <a:lnTo>
                        <a:pt x="306" y="312"/>
                      </a:lnTo>
                      <a:lnTo>
                        <a:pt x="314" y="320"/>
                      </a:lnTo>
                      <a:lnTo>
                        <a:pt x="318" y="328"/>
                      </a:lnTo>
                      <a:lnTo>
                        <a:pt x="324" y="336"/>
                      </a:lnTo>
                      <a:lnTo>
                        <a:pt x="328" y="324"/>
                      </a:lnTo>
                      <a:lnTo>
                        <a:pt x="330" y="318"/>
                      </a:lnTo>
                      <a:lnTo>
                        <a:pt x="334" y="312"/>
                      </a:lnTo>
                      <a:lnTo>
                        <a:pt x="354" y="312"/>
                      </a:lnTo>
                      <a:lnTo>
                        <a:pt x="354" y="306"/>
                      </a:lnTo>
                      <a:lnTo>
                        <a:pt x="352" y="302"/>
                      </a:lnTo>
                      <a:lnTo>
                        <a:pt x="348" y="300"/>
                      </a:lnTo>
                      <a:lnTo>
                        <a:pt x="346" y="296"/>
                      </a:lnTo>
                      <a:lnTo>
                        <a:pt x="344" y="292"/>
                      </a:lnTo>
                      <a:lnTo>
                        <a:pt x="348" y="284"/>
                      </a:lnTo>
                      <a:lnTo>
                        <a:pt x="352" y="280"/>
                      </a:lnTo>
                      <a:lnTo>
                        <a:pt x="356" y="278"/>
                      </a:lnTo>
                      <a:lnTo>
                        <a:pt x="380" y="278"/>
                      </a:lnTo>
                      <a:lnTo>
                        <a:pt x="384" y="278"/>
                      </a:lnTo>
                      <a:lnTo>
                        <a:pt x="386" y="276"/>
                      </a:lnTo>
                      <a:lnTo>
                        <a:pt x="388" y="274"/>
                      </a:lnTo>
                      <a:lnTo>
                        <a:pt x="390" y="270"/>
                      </a:lnTo>
                      <a:lnTo>
                        <a:pt x="392" y="268"/>
                      </a:lnTo>
                      <a:lnTo>
                        <a:pt x="396" y="268"/>
                      </a:lnTo>
                      <a:lnTo>
                        <a:pt x="398" y="270"/>
                      </a:lnTo>
                      <a:lnTo>
                        <a:pt x="398" y="274"/>
                      </a:lnTo>
                      <a:lnTo>
                        <a:pt x="400" y="2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3" name="îśḻîdé"/>
                <p:cNvSpPr/>
                <p:nvPr/>
              </p:nvSpPr>
              <p:spPr bwMode="auto">
                <a:xfrm>
                  <a:off x="2027256" y="3158738"/>
                  <a:ext cx="282329" cy="106481"/>
                </a:xfrm>
                <a:custGeom>
                  <a:avLst/>
                  <a:gdLst>
                    <a:gd name="T0" fmla="*/ 2147483647 w 162"/>
                    <a:gd name="T1" fmla="*/ 2147483647 h 64"/>
                    <a:gd name="T2" fmla="*/ 2147483647 w 162"/>
                    <a:gd name="T3" fmla="*/ 2147483647 h 64"/>
                    <a:gd name="T4" fmla="*/ 2147483647 w 162"/>
                    <a:gd name="T5" fmla="*/ 2147483647 h 64"/>
                    <a:gd name="T6" fmla="*/ 2147483647 w 162"/>
                    <a:gd name="T7" fmla="*/ 2147483647 h 64"/>
                    <a:gd name="T8" fmla="*/ 2147483647 w 162"/>
                    <a:gd name="T9" fmla="*/ 2147483647 h 64"/>
                    <a:gd name="T10" fmla="*/ 2147483647 w 162"/>
                    <a:gd name="T11" fmla="*/ 2147483647 h 64"/>
                    <a:gd name="T12" fmla="*/ 2147483647 w 162"/>
                    <a:gd name="T13" fmla="*/ 2147483647 h 64"/>
                    <a:gd name="T14" fmla="*/ 2147483647 w 162"/>
                    <a:gd name="T15" fmla="*/ 2147483647 h 64"/>
                    <a:gd name="T16" fmla="*/ 2147483647 w 162"/>
                    <a:gd name="T17" fmla="*/ 2147483647 h 64"/>
                    <a:gd name="T18" fmla="*/ 2147483647 w 162"/>
                    <a:gd name="T19" fmla="*/ 2147483647 h 64"/>
                    <a:gd name="T20" fmla="*/ 2147483647 w 162"/>
                    <a:gd name="T21" fmla="*/ 2147483647 h 64"/>
                    <a:gd name="T22" fmla="*/ 2147483647 w 162"/>
                    <a:gd name="T23" fmla="*/ 2147483647 h 64"/>
                    <a:gd name="T24" fmla="*/ 2147483647 w 162"/>
                    <a:gd name="T25" fmla="*/ 2147483647 h 64"/>
                    <a:gd name="T26" fmla="*/ 0 w 162"/>
                    <a:gd name="T27" fmla="*/ 2147483647 h 64"/>
                    <a:gd name="T28" fmla="*/ 2147483647 w 162"/>
                    <a:gd name="T29" fmla="*/ 2147483647 h 64"/>
                    <a:gd name="T30" fmla="*/ 2147483647 w 162"/>
                    <a:gd name="T31" fmla="*/ 2147483647 h 64"/>
                    <a:gd name="T32" fmla="*/ 2147483647 w 162"/>
                    <a:gd name="T33" fmla="*/ 2147483647 h 64"/>
                    <a:gd name="T34" fmla="*/ 2147483647 w 162"/>
                    <a:gd name="T35" fmla="*/ 2147483647 h 64"/>
                    <a:gd name="T36" fmla="*/ 2147483647 w 162"/>
                    <a:gd name="T37" fmla="*/ 2147483647 h 64"/>
                    <a:gd name="T38" fmla="*/ 2147483647 w 162"/>
                    <a:gd name="T39" fmla="*/ 2147483647 h 64"/>
                    <a:gd name="T40" fmla="*/ 2147483647 w 162"/>
                    <a:gd name="T41" fmla="*/ 0 h 64"/>
                    <a:gd name="T42" fmla="*/ 2147483647 w 162"/>
                    <a:gd name="T43" fmla="*/ 0 h 64"/>
                    <a:gd name="T44" fmla="*/ 2147483647 w 162"/>
                    <a:gd name="T45" fmla="*/ 0 h 64"/>
                    <a:gd name="T46" fmla="*/ 2147483647 w 162"/>
                    <a:gd name="T47" fmla="*/ 2147483647 h 64"/>
                    <a:gd name="T48" fmla="*/ 2147483647 w 162"/>
                    <a:gd name="T49" fmla="*/ 2147483647 h 64"/>
                    <a:gd name="T50" fmla="*/ 2147483647 w 162"/>
                    <a:gd name="T51" fmla="*/ 2147483647 h 64"/>
                    <a:gd name="T52" fmla="*/ 2147483647 w 162"/>
                    <a:gd name="T53" fmla="*/ 2147483647 h 64"/>
                    <a:gd name="T54" fmla="*/ 2147483647 w 162"/>
                    <a:gd name="T55" fmla="*/ 2147483647 h 64"/>
                    <a:gd name="T56" fmla="*/ 2147483647 w 162"/>
                    <a:gd name="T57" fmla="*/ 2147483647 h 64"/>
                    <a:gd name="T58" fmla="*/ 2147483647 w 162"/>
                    <a:gd name="T59" fmla="*/ 2147483647 h 64"/>
                    <a:gd name="T60" fmla="*/ 2147483647 w 162"/>
                    <a:gd name="T61" fmla="*/ 2147483647 h 64"/>
                    <a:gd name="T62" fmla="*/ 2147483647 w 162"/>
                    <a:gd name="T63" fmla="*/ 2147483647 h 64"/>
                    <a:gd name="T64" fmla="*/ 2147483647 w 162"/>
                    <a:gd name="T65" fmla="*/ 2147483647 h 64"/>
                    <a:gd name="T66" fmla="*/ 2147483647 w 162"/>
                    <a:gd name="T67" fmla="*/ 2147483647 h 64"/>
                    <a:gd name="T68" fmla="*/ 2147483647 w 162"/>
                    <a:gd name="T69" fmla="*/ 2147483647 h 64"/>
                    <a:gd name="T70" fmla="*/ 2147483647 w 162"/>
                    <a:gd name="T71" fmla="*/ 2147483647 h 64"/>
                    <a:gd name="T72" fmla="*/ 2147483647 w 162"/>
                    <a:gd name="T73" fmla="*/ 2147483647 h 64"/>
                    <a:gd name="T74" fmla="*/ 2147483647 w 162"/>
                    <a:gd name="T75" fmla="*/ 2147483647 h 64"/>
                    <a:gd name="T76" fmla="*/ 2147483647 w 162"/>
                    <a:gd name="T77" fmla="*/ 2147483647 h 64"/>
                    <a:gd name="T78" fmla="*/ 2147483647 w 162"/>
                    <a:gd name="T79" fmla="*/ 2147483647 h 64"/>
                    <a:gd name="T80" fmla="*/ 2147483647 w 162"/>
                    <a:gd name="T81" fmla="*/ 2147483647 h 64"/>
                    <a:gd name="T82" fmla="*/ 2147483647 w 162"/>
                    <a:gd name="T83" fmla="*/ 2147483647 h 64"/>
                    <a:gd name="T84" fmla="*/ 2147483647 w 162"/>
                    <a:gd name="T85" fmla="*/ 2147483647 h 64"/>
                    <a:gd name="T86" fmla="*/ 2147483647 w 162"/>
                    <a:gd name="T87" fmla="*/ 2147483647 h 64"/>
                    <a:gd name="T88" fmla="*/ 2147483647 w 162"/>
                    <a:gd name="T89" fmla="*/ 2147483647 h 64"/>
                    <a:gd name="T90" fmla="*/ 2147483647 w 162"/>
                    <a:gd name="T91" fmla="*/ 2147483647 h 64"/>
                    <a:gd name="T92" fmla="*/ 2147483647 w 162"/>
                    <a:gd name="T93" fmla="*/ 2147483647 h 64"/>
                    <a:gd name="T94" fmla="*/ 2147483647 w 162"/>
                    <a:gd name="T95" fmla="*/ 2147483647 h 64"/>
                    <a:gd name="T96" fmla="*/ 2147483647 w 162"/>
                    <a:gd name="T97" fmla="*/ 2147483647 h 64"/>
                    <a:gd name="T98" fmla="*/ 2147483647 w 162"/>
                    <a:gd name="T99" fmla="*/ 2147483647 h 64"/>
                    <a:gd name="T100" fmla="*/ 2147483647 w 162"/>
                    <a:gd name="T101" fmla="*/ 2147483647 h 64"/>
                    <a:gd name="T102" fmla="*/ 2147483647 w 162"/>
                    <a:gd name="T103" fmla="*/ 2147483647 h 64"/>
                    <a:gd name="T104" fmla="*/ 2147483647 w 162"/>
                    <a:gd name="T105" fmla="*/ 2147483647 h 64"/>
                    <a:gd name="T106" fmla="*/ 2147483647 w 162"/>
                    <a:gd name="T107" fmla="*/ 2147483647 h 64"/>
                    <a:gd name="T108" fmla="*/ 2147483647 w 162"/>
                    <a:gd name="T109" fmla="*/ 2147483647 h 64"/>
                    <a:gd name="T110" fmla="*/ 2147483647 w 162"/>
                    <a:gd name="T111" fmla="*/ 2147483647 h 64"/>
                    <a:gd name="T112" fmla="*/ 2147483647 w 162"/>
                    <a:gd name="T113" fmla="*/ 2147483647 h 64"/>
                    <a:gd name="T114" fmla="*/ 2147483647 w 162"/>
                    <a:gd name="T115" fmla="*/ 2147483647 h 64"/>
                    <a:gd name="T116" fmla="*/ 2147483647 w 162"/>
                    <a:gd name="T117" fmla="*/ 2147483647 h 64"/>
                    <a:gd name="T118" fmla="*/ 2147483647 w 162"/>
                    <a:gd name="T119" fmla="*/ 2147483647 h 64"/>
                    <a:gd name="T120" fmla="*/ 2147483647 w 162"/>
                    <a:gd name="T121" fmla="*/ 2147483647 h 64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62"/>
                    <a:gd name="T184" fmla="*/ 0 h 64"/>
                    <a:gd name="T185" fmla="*/ 162 w 162"/>
                    <a:gd name="T186" fmla="*/ 64 h 64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62" h="64">
                      <a:moveTo>
                        <a:pt x="44" y="18"/>
                      </a:moveTo>
                      <a:lnTo>
                        <a:pt x="44" y="16"/>
                      </a:lnTo>
                      <a:lnTo>
                        <a:pt x="48" y="16"/>
                      </a:lnTo>
                      <a:lnTo>
                        <a:pt x="48" y="12"/>
                      </a:lnTo>
                      <a:lnTo>
                        <a:pt x="44" y="10"/>
                      </a:lnTo>
                      <a:lnTo>
                        <a:pt x="44" y="12"/>
                      </a:lnTo>
                      <a:lnTo>
                        <a:pt x="36" y="12"/>
                      </a:lnTo>
                      <a:lnTo>
                        <a:pt x="30" y="16"/>
                      </a:lnTo>
                      <a:lnTo>
                        <a:pt x="22" y="18"/>
                      </a:lnTo>
                      <a:lnTo>
                        <a:pt x="16" y="20"/>
                      </a:lnTo>
                      <a:lnTo>
                        <a:pt x="14" y="22"/>
                      </a:lnTo>
                      <a:lnTo>
                        <a:pt x="12" y="24"/>
                      </a:lnTo>
                      <a:lnTo>
                        <a:pt x="6" y="26"/>
                      </a:lnTo>
                      <a:lnTo>
                        <a:pt x="0" y="26"/>
                      </a:lnTo>
                      <a:lnTo>
                        <a:pt x="4" y="24"/>
                      </a:lnTo>
                      <a:lnTo>
                        <a:pt x="6" y="24"/>
                      </a:lnTo>
                      <a:lnTo>
                        <a:pt x="8" y="18"/>
                      </a:lnTo>
                      <a:lnTo>
                        <a:pt x="12" y="14"/>
                      </a:lnTo>
                      <a:lnTo>
                        <a:pt x="18" y="10"/>
                      </a:lnTo>
                      <a:lnTo>
                        <a:pt x="24" y="6"/>
                      </a:lnTo>
                      <a:lnTo>
                        <a:pt x="42" y="0"/>
                      </a:lnTo>
                      <a:lnTo>
                        <a:pt x="56" y="0"/>
                      </a:lnTo>
                      <a:lnTo>
                        <a:pt x="60" y="0"/>
                      </a:lnTo>
                      <a:lnTo>
                        <a:pt x="62" y="2"/>
                      </a:lnTo>
                      <a:lnTo>
                        <a:pt x="66" y="4"/>
                      </a:lnTo>
                      <a:lnTo>
                        <a:pt x="78" y="8"/>
                      </a:lnTo>
                      <a:lnTo>
                        <a:pt x="86" y="16"/>
                      </a:lnTo>
                      <a:lnTo>
                        <a:pt x="90" y="16"/>
                      </a:lnTo>
                      <a:lnTo>
                        <a:pt x="96" y="16"/>
                      </a:lnTo>
                      <a:lnTo>
                        <a:pt x="102" y="18"/>
                      </a:lnTo>
                      <a:lnTo>
                        <a:pt x="114" y="24"/>
                      </a:lnTo>
                      <a:lnTo>
                        <a:pt x="122" y="32"/>
                      </a:lnTo>
                      <a:lnTo>
                        <a:pt x="130" y="38"/>
                      </a:lnTo>
                      <a:lnTo>
                        <a:pt x="142" y="42"/>
                      </a:lnTo>
                      <a:lnTo>
                        <a:pt x="140" y="44"/>
                      </a:lnTo>
                      <a:lnTo>
                        <a:pt x="154" y="48"/>
                      </a:lnTo>
                      <a:lnTo>
                        <a:pt x="160" y="52"/>
                      </a:lnTo>
                      <a:lnTo>
                        <a:pt x="162" y="58"/>
                      </a:lnTo>
                      <a:lnTo>
                        <a:pt x="154" y="60"/>
                      </a:lnTo>
                      <a:lnTo>
                        <a:pt x="152" y="60"/>
                      </a:lnTo>
                      <a:lnTo>
                        <a:pt x="152" y="62"/>
                      </a:lnTo>
                      <a:lnTo>
                        <a:pt x="142" y="64"/>
                      </a:lnTo>
                      <a:lnTo>
                        <a:pt x="130" y="64"/>
                      </a:lnTo>
                      <a:lnTo>
                        <a:pt x="108" y="62"/>
                      </a:lnTo>
                      <a:lnTo>
                        <a:pt x="112" y="58"/>
                      </a:lnTo>
                      <a:lnTo>
                        <a:pt x="118" y="52"/>
                      </a:lnTo>
                      <a:lnTo>
                        <a:pt x="118" y="48"/>
                      </a:lnTo>
                      <a:lnTo>
                        <a:pt x="110" y="48"/>
                      </a:lnTo>
                      <a:lnTo>
                        <a:pt x="102" y="46"/>
                      </a:lnTo>
                      <a:lnTo>
                        <a:pt x="100" y="44"/>
                      </a:lnTo>
                      <a:lnTo>
                        <a:pt x="98" y="38"/>
                      </a:lnTo>
                      <a:lnTo>
                        <a:pt x="98" y="34"/>
                      </a:lnTo>
                      <a:lnTo>
                        <a:pt x="96" y="32"/>
                      </a:lnTo>
                      <a:lnTo>
                        <a:pt x="92" y="30"/>
                      </a:lnTo>
                      <a:lnTo>
                        <a:pt x="78" y="30"/>
                      </a:lnTo>
                      <a:lnTo>
                        <a:pt x="76" y="28"/>
                      </a:lnTo>
                      <a:lnTo>
                        <a:pt x="72" y="26"/>
                      </a:lnTo>
                      <a:lnTo>
                        <a:pt x="60" y="22"/>
                      </a:lnTo>
                      <a:lnTo>
                        <a:pt x="50" y="18"/>
                      </a:lnTo>
                      <a:lnTo>
                        <a:pt x="44" y="16"/>
                      </a:lnTo>
                      <a:lnTo>
                        <a:pt x="44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4" name="iṧ1ïdè"/>
                <p:cNvSpPr/>
                <p:nvPr/>
              </p:nvSpPr>
              <p:spPr bwMode="auto">
                <a:xfrm>
                  <a:off x="2193899" y="3300244"/>
                  <a:ext cx="55088" cy="25219"/>
                </a:xfrm>
                <a:custGeom>
                  <a:avLst/>
                  <a:gdLst>
                    <a:gd name="T0" fmla="*/ 0 w 30"/>
                    <a:gd name="T1" fmla="*/ 2147483647 h 14"/>
                    <a:gd name="T2" fmla="*/ 0 w 30"/>
                    <a:gd name="T3" fmla="*/ 2147483647 h 14"/>
                    <a:gd name="T4" fmla="*/ 2147483647 w 30"/>
                    <a:gd name="T5" fmla="*/ 2147483647 h 14"/>
                    <a:gd name="T6" fmla="*/ 2147483647 w 30"/>
                    <a:gd name="T7" fmla="*/ 0 h 14"/>
                    <a:gd name="T8" fmla="*/ 2147483647 w 30"/>
                    <a:gd name="T9" fmla="*/ 0 h 14"/>
                    <a:gd name="T10" fmla="*/ 2147483647 w 30"/>
                    <a:gd name="T11" fmla="*/ 2147483647 h 14"/>
                    <a:gd name="T12" fmla="*/ 2147483647 w 30"/>
                    <a:gd name="T13" fmla="*/ 2147483647 h 14"/>
                    <a:gd name="T14" fmla="*/ 2147483647 w 30"/>
                    <a:gd name="T15" fmla="*/ 2147483647 h 14"/>
                    <a:gd name="T16" fmla="*/ 2147483647 w 30"/>
                    <a:gd name="T17" fmla="*/ 2147483647 h 14"/>
                    <a:gd name="T18" fmla="*/ 2147483647 w 30"/>
                    <a:gd name="T19" fmla="*/ 2147483647 h 14"/>
                    <a:gd name="T20" fmla="*/ 2147483647 w 30"/>
                    <a:gd name="T21" fmla="*/ 2147483647 h 14"/>
                    <a:gd name="T22" fmla="*/ 0 w 30"/>
                    <a:gd name="T23" fmla="*/ 2147483647 h 14"/>
                    <a:gd name="T24" fmla="*/ 0 w 30"/>
                    <a:gd name="T25" fmla="*/ 2147483647 h 1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30"/>
                    <a:gd name="T40" fmla="*/ 0 h 14"/>
                    <a:gd name="T41" fmla="*/ 30 w 30"/>
                    <a:gd name="T42" fmla="*/ 14 h 1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30" h="14">
                      <a:moveTo>
                        <a:pt x="0" y="8"/>
                      </a:moveTo>
                      <a:lnTo>
                        <a:pt x="0" y="4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12" y="0"/>
                      </a:lnTo>
                      <a:lnTo>
                        <a:pt x="20" y="4"/>
                      </a:lnTo>
                      <a:lnTo>
                        <a:pt x="30" y="12"/>
                      </a:lnTo>
                      <a:lnTo>
                        <a:pt x="26" y="12"/>
                      </a:lnTo>
                      <a:lnTo>
                        <a:pt x="20" y="14"/>
                      </a:lnTo>
                      <a:lnTo>
                        <a:pt x="8" y="12"/>
                      </a:lnTo>
                      <a:lnTo>
                        <a:pt x="4" y="10"/>
                      </a:lnTo>
                      <a:lnTo>
                        <a:pt x="0" y="6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5" name="ï$ļïďé"/>
                <p:cNvSpPr/>
                <p:nvPr/>
              </p:nvSpPr>
              <p:spPr bwMode="auto">
                <a:xfrm>
                  <a:off x="2492755" y="3300244"/>
                  <a:ext cx="45449" cy="22417"/>
                </a:xfrm>
                <a:custGeom>
                  <a:avLst/>
                  <a:gdLst>
                    <a:gd name="T0" fmla="*/ 2147483647 w 26"/>
                    <a:gd name="T1" fmla="*/ 2147483647 h 12"/>
                    <a:gd name="T2" fmla="*/ 2147483647 w 26"/>
                    <a:gd name="T3" fmla="*/ 0 h 12"/>
                    <a:gd name="T4" fmla="*/ 2147483647 w 26"/>
                    <a:gd name="T5" fmla="*/ 2147483647 h 12"/>
                    <a:gd name="T6" fmla="*/ 2147483647 w 26"/>
                    <a:gd name="T7" fmla="*/ 2147483647 h 12"/>
                    <a:gd name="T8" fmla="*/ 2147483647 w 26"/>
                    <a:gd name="T9" fmla="*/ 2147483647 h 12"/>
                    <a:gd name="T10" fmla="*/ 2147483647 w 26"/>
                    <a:gd name="T11" fmla="*/ 2147483647 h 12"/>
                    <a:gd name="T12" fmla="*/ 2147483647 w 26"/>
                    <a:gd name="T13" fmla="*/ 2147483647 h 12"/>
                    <a:gd name="T14" fmla="*/ 2147483647 w 26"/>
                    <a:gd name="T15" fmla="*/ 2147483647 h 12"/>
                    <a:gd name="T16" fmla="*/ 0 w 26"/>
                    <a:gd name="T17" fmla="*/ 2147483647 h 12"/>
                    <a:gd name="T18" fmla="*/ 0 w 26"/>
                    <a:gd name="T19" fmla="*/ 2147483647 h 12"/>
                    <a:gd name="T20" fmla="*/ 2147483647 w 26"/>
                    <a:gd name="T21" fmla="*/ 2147483647 h 1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26"/>
                    <a:gd name="T34" fmla="*/ 0 h 12"/>
                    <a:gd name="T35" fmla="*/ 26 w 26"/>
                    <a:gd name="T36" fmla="*/ 12 h 1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26" h="12">
                      <a:moveTo>
                        <a:pt x="10" y="2"/>
                      </a:moveTo>
                      <a:lnTo>
                        <a:pt x="24" y="0"/>
                      </a:lnTo>
                      <a:lnTo>
                        <a:pt x="24" y="2"/>
                      </a:lnTo>
                      <a:lnTo>
                        <a:pt x="26" y="6"/>
                      </a:lnTo>
                      <a:lnTo>
                        <a:pt x="24" y="8"/>
                      </a:lnTo>
                      <a:lnTo>
                        <a:pt x="22" y="10"/>
                      </a:lnTo>
                      <a:lnTo>
                        <a:pt x="12" y="12"/>
                      </a:lnTo>
                      <a:lnTo>
                        <a:pt x="4" y="10"/>
                      </a:lnTo>
                      <a:lnTo>
                        <a:pt x="0" y="8"/>
                      </a:lnTo>
                      <a:lnTo>
                        <a:pt x="0" y="2"/>
                      </a:lnTo>
                      <a:lnTo>
                        <a:pt x="10" y="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6" name="íšliḑé"/>
                <p:cNvSpPr/>
                <p:nvPr/>
              </p:nvSpPr>
              <p:spPr bwMode="auto">
                <a:xfrm>
                  <a:off x="2217311" y="3105497"/>
                  <a:ext cx="16526" cy="23818"/>
                </a:xfrm>
                <a:custGeom>
                  <a:avLst/>
                  <a:gdLst>
                    <a:gd name="T0" fmla="*/ 2147483647 w 10"/>
                    <a:gd name="T1" fmla="*/ 2147483647 h 14"/>
                    <a:gd name="T2" fmla="*/ 2147483647 w 10"/>
                    <a:gd name="T3" fmla="*/ 2147483647 h 14"/>
                    <a:gd name="T4" fmla="*/ 2147483647 w 10"/>
                    <a:gd name="T5" fmla="*/ 2147483647 h 14"/>
                    <a:gd name="T6" fmla="*/ 2147483647 w 10"/>
                    <a:gd name="T7" fmla="*/ 2147483647 h 14"/>
                    <a:gd name="T8" fmla="*/ 0 w 10"/>
                    <a:gd name="T9" fmla="*/ 2147483647 h 14"/>
                    <a:gd name="T10" fmla="*/ 2147483647 w 10"/>
                    <a:gd name="T11" fmla="*/ 2147483647 h 14"/>
                    <a:gd name="T12" fmla="*/ 2147483647 w 10"/>
                    <a:gd name="T13" fmla="*/ 0 h 14"/>
                    <a:gd name="T14" fmla="*/ 2147483647 w 10"/>
                    <a:gd name="T15" fmla="*/ 2147483647 h 14"/>
                    <a:gd name="T16" fmla="*/ 2147483647 w 10"/>
                    <a:gd name="T17" fmla="*/ 2147483647 h 1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0"/>
                    <a:gd name="T28" fmla="*/ 0 h 14"/>
                    <a:gd name="T29" fmla="*/ 10 w 10"/>
                    <a:gd name="T30" fmla="*/ 14 h 1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0" h="14">
                      <a:moveTo>
                        <a:pt x="10" y="8"/>
                      </a:moveTo>
                      <a:lnTo>
                        <a:pt x="8" y="12"/>
                      </a:lnTo>
                      <a:lnTo>
                        <a:pt x="4" y="14"/>
                      </a:lnTo>
                      <a:lnTo>
                        <a:pt x="2" y="12"/>
                      </a:lnTo>
                      <a:lnTo>
                        <a:pt x="0" y="8"/>
                      </a:lnTo>
                      <a:lnTo>
                        <a:pt x="2" y="4"/>
                      </a:lnTo>
                      <a:lnTo>
                        <a:pt x="4" y="0"/>
                      </a:lnTo>
                      <a:lnTo>
                        <a:pt x="8" y="2"/>
                      </a:lnTo>
                      <a:lnTo>
                        <a:pt x="10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7" name="ïṩḻíďè"/>
                <p:cNvSpPr/>
                <p:nvPr/>
              </p:nvSpPr>
              <p:spPr bwMode="auto">
                <a:xfrm>
                  <a:off x="2039651" y="3573451"/>
                  <a:ext cx="151494" cy="68651"/>
                </a:xfrm>
                <a:custGeom>
                  <a:avLst/>
                  <a:gdLst>
                    <a:gd name="T0" fmla="*/ 0 w 88"/>
                    <a:gd name="T1" fmla="*/ 2147483647 h 42"/>
                    <a:gd name="T2" fmla="*/ 0 w 88"/>
                    <a:gd name="T3" fmla="*/ 2147483647 h 42"/>
                    <a:gd name="T4" fmla="*/ 0 w 88"/>
                    <a:gd name="T5" fmla="*/ 2147483647 h 42"/>
                    <a:gd name="T6" fmla="*/ 0 w 88"/>
                    <a:gd name="T7" fmla="*/ 2147483647 h 42"/>
                    <a:gd name="T8" fmla="*/ 2147483647 w 88"/>
                    <a:gd name="T9" fmla="*/ 2147483647 h 42"/>
                    <a:gd name="T10" fmla="*/ 2147483647 w 88"/>
                    <a:gd name="T11" fmla="*/ 2147483647 h 42"/>
                    <a:gd name="T12" fmla="*/ 2147483647 w 88"/>
                    <a:gd name="T13" fmla="*/ 2147483647 h 42"/>
                    <a:gd name="T14" fmla="*/ 2147483647 w 88"/>
                    <a:gd name="T15" fmla="*/ 2147483647 h 42"/>
                    <a:gd name="T16" fmla="*/ 2147483647 w 88"/>
                    <a:gd name="T17" fmla="*/ 2147483647 h 42"/>
                    <a:gd name="T18" fmla="*/ 2147483647 w 88"/>
                    <a:gd name="T19" fmla="*/ 2147483647 h 42"/>
                    <a:gd name="T20" fmla="*/ 2147483647 w 88"/>
                    <a:gd name="T21" fmla="*/ 2147483647 h 42"/>
                    <a:gd name="T22" fmla="*/ 2147483647 w 88"/>
                    <a:gd name="T23" fmla="*/ 2147483647 h 42"/>
                    <a:gd name="T24" fmla="*/ 2147483647 w 88"/>
                    <a:gd name="T25" fmla="*/ 2147483647 h 42"/>
                    <a:gd name="T26" fmla="*/ 2147483647 w 88"/>
                    <a:gd name="T27" fmla="*/ 2147483647 h 42"/>
                    <a:gd name="T28" fmla="*/ 2147483647 w 88"/>
                    <a:gd name="T29" fmla="*/ 0 h 42"/>
                    <a:gd name="T30" fmla="*/ 2147483647 w 88"/>
                    <a:gd name="T31" fmla="*/ 0 h 42"/>
                    <a:gd name="T32" fmla="*/ 2147483647 w 88"/>
                    <a:gd name="T33" fmla="*/ 2147483647 h 42"/>
                    <a:gd name="T34" fmla="*/ 2147483647 w 88"/>
                    <a:gd name="T35" fmla="*/ 2147483647 h 42"/>
                    <a:gd name="T36" fmla="*/ 2147483647 w 88"/>
                    <a:gd name="T37" fmla="*/ 2147483647 h 42"/>
                    <a:gd name="T38" fmla="*/ 2147483647 w 88"/>
                    <a:gd name="T39" fmla="*/ 2147483647 h 42"/>
                    <a:gd name="T40" fmla="*/ 2147483647 w 88"/>
                    <a:gd name="T41" fmla="*/ 2147483647 h 42"/>
                    <a:gd name="T42" fmla="*/ 2147483647 w 88"/>
                    <a:gd name="T43" fmla="*/ 2147483647 h 42"/>
                    <a:gd name="T44" fmla="*/ 2147483647 w 88"/>
                    <a:gd name="T45" fmla="*/ 2147483647 h 42"/>
                    <a:gd name="T46" fmla="*/ 2147483647 w 88"/>
                    <a:gd name="T47" fmla="*/ 2147483647 h 42"/>
                    <a:gd name="T48" fmla="*/ 2147483647 w 88"/>
                    <a:gd name="T49" fmla="*/ 2147483647 h 42"/>
                    <a:gd name="T50" fmla="*/ 2147483647 w 88"/>
                    <a:gd name="T51" fmla="*/ 2147483647 h 42"/>
                    <a:gd name="T52" fmla="*/ 2147483647 w 88"/>
                    <a:gd name="T53" fmla="*/ 2147483647 h 42"/>
                    <a:gd name="T54" fmla="*/ 2147483647 w 88"/>
                    <a:gd name="T55" fmla="*/ 2147483647 h 42"/>
                    <a:gd name="T56" fmla="*/ 2147483647 w 88"/>
                    <a:gd name="T57" fmla="*/ 2147483647 h 42"/>
                    <a:gd name="T58" fmla="*/ 2147483647 w 88"/>
                    <a:gd name="T59" fmla="*/ 2147483647 h 42"/>
                    <a:gd name="T60" fmla="*/ 2147483647 w 88"/>
                    <a:gd name="T61" fmla="*/ 2147483647 h 42"/>
                    <a:gd name="T62" fmla="*/ 2147483647 w 88"/>
                    <a:gd name="T63" fmla="*/ 2147483647 h 42"/>
                    <a:gd name="T64" fmla="*/ 2147483647 w 88"/>
                    <a:gd name="T65" fmla="*/ 2147483647 h 42"/>
                    <a:gd name="T66" fmla="*/ 2147483647 w 88"/>
                    <a:gd name="T67" fmla="*/ 2147483647 h 42"/>
                    <a:gd name="T68" fmla="*/ 2147483647 w 88"/>
                    <a:gd name="T69" fmla="*/ 2147483647 h 42"/>
                    <a:gd name="T70" fmla="*/ 2147483647 w 88"/>
                    <a:gd name="T71" fmla="*/ 2147483647 h 42"/>
                    <a:gd name="T72" fmla="*/ 2147483647 w 88"/>
                    <a:gd name="T73" fmla="*/ 2147483647 h 42"/>
                    <a:gd name="T74" fmla="*/ 2147483647 w 88"/>
                    <a:gd name="T75" fmla="*/ 2147483647 h 42"/>
                    <a:gd name="T76" fmla="*/ 2147483647 w 88"/>
                    <a:gd name="T77" fmla="*/ 2147483647 h 42"/>
                    <a:gd name="T78" fmla="*/ 2147483647 w 88"/>
                    <a:gd name="T79" fmla="*/ 2147483647 h 42"/>
                    <a:gd name="T80" fmla="*/ 2147483647 w 88"/>
                    <a:gd name="T81" fmla="*/ 2147483647 h 42"/>
                    <a:gd name="T82" fmla="*/ 2147483647 w 88"/>
                    <a:gd name="T83" fmla="*/ 2147483647 h 42"/>
                    <a:gd name="T84" fmla="*/ 2147483647 w 88"/>
                    <a:gd name="T85" fmla="*/ 2147483647 h 42"/>
                    <a:gd name="T86" fmla="*/ 2147483647 w 88"/>
                    <a:gd name="T87" fmla="*/ 2147483647 h 42"/>
                    <a:gd name="T88" fmla="*/ 2147483647 w 88"/>
                    <a:gd name="T89" fmla="*/ 2147483647 h 42"/>
                    <a:gd name="T90" fmla="*/ 2147483647 w 88"/>
                    <a:gd name="T91" fmla="*/ 2147483647 h 42"/>
                    <a:gd name="T92" fmla="*/ 2147483647 w 88"/>
                    <a:gd name="T93" fmla="*/ 2147483647 h 42"/>
                    <a:gd name="T94" fmla="*/ 2147483647 w 88"/>
                    <a:gd name="T95" fmla="*/ 2147483647 h 42"/>
                    <a:gd name="T96" fmla="*/ 2147483647 w 88"/>
                    <a:gd name="T97" fmla="*/ 2147483647 h 42"/>
                    <a:gd name="T98" fmla="*/ 0 w 88"/>
                    <a:gd name="T99" fmla="*/ 2147483647 h 42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88"/>
                    <a:gd name="T151" fmla="*/ 0 h 42"/>
                    <a:gd name="T152" fmla="*/ 88 w 88"/>
                    <a:gd name="T153" fmla="*/ 42 h 42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88" h="42">
                      <a:moveTo>
                        <a:pt x="0" y="22"/>
                      </a:moveTo>
                      <a:lnTo>
                        <a:pt x="0" y="18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8" y="6"/>
                      </a:lnTo>
                      <a:lnTo>
                        <a:pt x="12" y="10"/>
                      </a:lnTo>
                      <a:lnTo>
                        <a:pt x="16" y="10"/>
                      </a:lnTo>
                      <a:lnTo>
                        <a:pt x="20" y="14"/>
                      </a:lnTo>
                      <a:lnTo>
                        <a:pt x="26" y="14"/>
                      </a:lnTo>
                      <a:lnTo>
                        <a:pt x="30" y="14"/>
                      </a:lnTo>
                      <a:lnTo>
                        <a:pt x="36" y="12"/>
                      </a:lnTo>
                      <a:lnTo>
                        <a:pt x="38" y="8"/>
                      </a:lnTo>
                      <a:lnTo>
                        <a:pt x="44" y="2"/>
                      </a:lnTo>
                      <a:lnTo>
                        <a:pt x="48" y="0"/>
                      </a:lnTo>
                      <a:lnTo>
                        <a:pt x="52" y="0"/>
                      </a:lnTo>
                      <a:lnTo>
                        <a:pt x="62" y="2"/>
                      </a:lnTo>
                      <a:lnTo>
                        <a:pt x="70" y="8"/>
                      </a:lnTo>
                      <a:lnTo>
                        <a:pt x="80" y="14"/>
                      </a:lnTo>
                      <a:lnTo>
                        <a:pt x="86" y="18"/>
                      </a:lnTo>
                      <a:lnTo>
                        <a:pt x="88" y="18"/>
                      </a:lnTo>
                      <a:lnTo>
                        <a:pt x="86" y="20"/>
                      </a:lnTo>
                      <a:lnTo>
                        <a:pt x="86" y="26"/>
                      </a:lnTo>
                      <a:lnTo>
                        <a:pt x="88" y="32"/>
                      </a:lnTo>
                      <a:lnTo>
                        <a:pt x="86" y="34"/>
                      </a:lnTo>
                      <a:lnTo>
                        <a:pt x="82" y="38"/>
                      </a:lnTo>
                      <a:lnTo>
                        <a:pt x="76" y="42"/>
                      </a:lnTo>
                      <a:lnTo>
                        <a:pt x="70" y="30"/>
                      </a:lnTo>
                      <a:lnTo>
                        <a:pt x="70" y="26"/>
                      </a:lnTo>
                      <a:lnTo>
                        <a:pt x="76" y="26"/>
                      </a:lnTo>
                      <a:lnTo>
                        <a:pt x="68" y="16"/>
                      </a:lnTo>
                      <a:lnTo>
                        <a:pt x="64" y="14"/>
                      </a:lnTo>
                      <a:lnTo>
                        <a:pt x="56" y="14"/>
                      </a:lnTo>
                      <a:lnTo>
                        <a:pt x="52" y="14"/>
                      </a:lnTo>
                      <a:lnTo>
                        <a:pt x="46" y="20"/>
                      </a:lnTo>
                      <a:lnTo>
                        <a:pt x="38" y="30"/>
                      </a:lnTo>
                      <a:lnTo>
                        <a:pt x="40" y="32"/>
                      </a:lnTo>
                      <a:lnTo>
                        <a:pt x="44" y="32"/>
                      </a:lnTo>
                      <a:lnTo>
                        <a:pt x="44" y="38"/>
                      </a:lnTo>
                      <a:lnTo>
                        <a:pt x="42" y="42"/>
                      </a:lnTo>
                      <a:lnTo>
                        <a:pt x="38" y="42"/>
                      </a:lnTo>
                      <a:lnTo>
                        <a:pt x="36" y="42"/>
                      </a:lnTo>
                      <a:lnTo>
                        <a:pt x="32" y="42"/>
                      </a:lnTo>
                      <a:lnTo>
                        <a:pt x="30" y="42"/>
                      </a:lnTo>
                      <a:lnTo>
                        <a:pt x="30" y="36"/>
                      </a:lnTo>
                      <a:lnTo>
                        <a:pt x="24" y="34"/>
                      </a:lnTo>
                      <a:lnTo>
                        <a:pt x="20" y="32"/>
                      </a:lnTo>
                      <a:lnTo>
                        <a:pt x="16" y="30"/>
                      </a:lnTo>
                      <a:lnTo>
                        <a:pt x="12" y="26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8" name="í$lïḋé"/>
                <p:cNvSpPr/>
                <p:nvPr/>
              </p:nvSpPr>
              <p:spPr bwMode="auto">
                <a:xfrm>
                  <a:off x="1958394" y="3535622"/>
                  <a:ext cx="93650" cy="74256"/>
                </a:xfrm>
                <a:custGeom>
                  <a:avLst/>
                  <a:gdLst>
                    <a:gd name="T0" fmla="*/ 2147483647 w 54"/>
                    <a:gd name="T1" fmla="*/ 2147483647 h 44"/>
                    <a:gd name="T2" fmla="*/ 2147483647 w 54"/>
                    <a:gd name="T3" fmla="*/ 2147483647 h 44"/>
                    <a:gd name="T4" fmla="*/ 2147483647 w 54"/>
                    <a:gd name="T5" fmla="*/ 2147483647 h 44"/>
                    <a:gd name="T6" fmla="*/ 2147483647 w 54"/>
                    <a:gd name="T7" fmla="*/ 2147483647 h 44"/>
                    <a:gd name="T8" fmla="*/ 2147483647 w 54"/>
                    <a:gd name="T9" fmla="*/ 2147483647 h 44"/>
                    <a:gd name="T10" fmla="*/ 2147483647 w 54"/>
                    <a:gd name="T11" fmla="*/ 2147483647 h 44"/>
                    <a:gd name="T12" fmla="*/ 2147483647 w 54"/>
                    <a:gd name="T13" fmla="*/ 2147483647 h 44"/>
                    <a:gd name="T14" fmla="*/ 2147483647 w 54"/>
                    <a:gd name="T15" fmla="*/ 2147483647 h 44"/>
                    <a:gd name="T16" fmla="*/ 2147483647 w 54"/>
                    <a:gd name="T17" fmla="*/ 2147483647 h 44"/>
                    <a:gd name="T18" fmla="*/ 2147483647 w 54"/>
                    <a:gd name="T19" fmla="*/ 2147483647 h 44"/>
                    <a:gd name="T20" fmla="*/ 2147483647 w 54"/>
                    <a:gd name="T21" fmla="*/ 2147483647 h 44"/>
                    <a:gd name="T22" fmla="*/ 2147483647 w 54"/>
                    <a:gd name="T23" fmla="*/ 2147483647 h 44"/>
                    <a:gd name="T24" fmla="*/ 2147483647 w 54"/>
                    <a:gd name="T25" fmla="*/ 2147483647 h 44"/>
                    <a:gd name="T26" fmla="*/ 2147483647 w 54"/>
                    <a:gd name="T27" fmla="*/ 2147483647 h 44"/>
                    <a:gd name="T28" fmla="*/ 2147483647 w 54"/>
                    <a:gd name="T29" fmla="*/ 2147483647 h 44"/>
                    <a:gd name="T30" fmla="*/ 2147483647 w 54"/>
                    <a:gd name="T31" fmla="*/ 2147483647 h 44"/>
                    <a:gd name="T32" fmla="*/ 0 w 54"/>
                    <a:gd name="T33" fmla="*/ 2147483647 h 44"/>
                    <a:gd name="T34" fmla="*/ 2147483647 w 54"/>
                    <a:gd name="T35" fmla="*/ 2147483647 h 44"/>
                    <a:gd name="T36" fmla="*/ 2147483647 w 54"/>
                    <a:gd name="T37" fmla="*/ 2147483647 h 44"/>
                    <a:gd name="T38" fmla="*/ 2147483647 w 54"/>
                    <a:gd name="T39" fmla="*/ 2147483647 h 44"/>
                    <a:gd name="T40" fmla="*/ 2147483647 w 54"/>
                    <a:gd name="T41" fmla="*/ 0 h 44"/>
                    <a:gd name="T42" fmla="*/ 2147483647 w 54"/>
                    <a:gd name="T43" fmla="*/ 2147483647 h 44"/>
                    <a:gd name="T44" fmla="*/ 2147483647 w 54"/>
                    <a:gd name="T45" fmla="*/ 2147483647 h 44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54"/>
                    <a:gd name="T70" fmla="*/ 0 h 44"/>
                    <a:gd name="T71" fmla="*/ 54 w 54"/>
                    <a:gd name="T72" fmla="*/ 44 h 44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54" h="44">
                      <a:moveTo>
                        <a:pt x="38" y="6"/>
                      </a:moveTo>
                      <a:lnTo>
                        <a:pt x="46" y="18"/>
                      </a:lnTo>
                      <a:lnTo>
                        <a:pt x="54" y="28"/>
                      </a:lnTo>
                      <a:lnTo>
                        <a:pt x="46" y="28"/>
                      </a:lnTo>
                      <a:lnTo>
                        <a:pt x="46" y="44"/>
                      </a:lnTo>
                      <a:lnTo>
                        <a:pt x="32" y="40"/>
                      </a:lnTo>
                      <a:lnTo>
                        <a:pt x="34" y="36"/>
                      </a:lnTo>
                      <a:lnTo>
                        <a:pt x="34" y="34"/>
                      </a:lnTo>
                      <a:lnTo>
                        <a:pt x="24" y="22"/>
                      </a:lnTo>
                      <a:lnTo>
                        <a:pt x="18" y="16"/>
                      </a:lnTo>
                      <a:lnTo>
                        <a:pt x="12" y="14"/>
                      </a:lnTo>
                      <a:lnTo>
                        <a:pt x="16" y="22"/>
                      </a:lnTo>
                      <a:lnTo>
                        <a:pt x="12" y="22"/>
                      </a:lnTo>
                      <a:lnTo>
                        <a:pt x="8" y="22"/>
                      </a:lnTo>
                      <a:lnTo>
                        <a:pt x="4" y="20"/>
                      </a:lnTo>
                      <a:lnTo>
                        <a:pt x="2" y="16"/>
                      </a:lnTo>
                      <a:lnTo>
                        <a:pt x="0" y="12"/>
                      </a:lnTo>
                      <a:lnTo>
                        <a:pt x="2" y="8"/>
                      </a:lnTo>
                      <a:lnTo>
                        <a:pt x="2" y="6"/>
                      </a:lnTo>
                      <a:lnTo>
                        <a:pt x="2" y="4"/>
                      </a:lnTo>
                      <a:lnTo>
                        <a:pt x="4" y="0"/>
                      </a:lnTo>
                      <a:lnTo>
                        <a:pt x="20" y="4"/>
                      </a:lnTo>
                      <a:lnTo>
                        <a:pt x="38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69" name="iṣḻíḑê"/>
                <p:cNvSpPr/>
                <p:nvPr/>
              </p:nvSpPr>
              <p:spPr bwMode="auto">
                <a:xfrm>
                  <a:off x="1919832" y="3416532"/>
                  <a:ext cx="125327" cy="130299"/>
                </a:xfrm>
                <a:custGeom>
                  <a:avLst/>
                  <a:gdLst>
                    <a:gd name="T0" fmla="*/ 2147483647 w 72"/>
                    <a:gd name="T1" fmla="*/ 0 h 78"/>
                    <a:gd name="T2" fmla="*/ 2147483647 w 72"/>
                    <a:gd name="T3" fmla="*/ 2147483647 h 78"/>
                    <a:gd name="T4" fmla="*/ 2147483647 w 72"/>
                    <a:gd name="T5" fmla="*/ 2147483647 h 78"/>
                    <a:gd name="T6" fmla="*/ 2147483647 w 72"/>
                    <a:gd name="T7" fmla="*/ 2147483647 h 78"/>
                    <a:gd name="T8" fmla="*/ 2147483647 w 72"/>
                    <a:gd name="T9" fmla="*/ 2147483647 h 78"/>
                    <a:gd name="T10" fmla="*/ 2147483647 w 72"/>
                    <a:gd name="T11" fmla="*/ 2147483647 h 78"/>
                    <a:gd name="T12" fmla="*/ 2147483647 w 72"/>
                    <a:gd name="T13" fmla="*/ 2147483647 h 78"/>
                    <a:gd name="T14" fmla="*/ 2147483647 w 72"/>
                    <a:gd name="T15" fmla="*/ 2147483647 h 78"/>
                    <a:gd name="T16" fmla="*/ 2147483647 w 72"/>
                    <a:gd name="T17" fmla="*/ 2147483647 h 78"/>
                    <a:gd name="T18" fmla="*/ 2147483647 w 72"/>
                    <a:gd name="T19" fmla="*/ 2147483647 h 78"/>
                    <a:gd name="T20" fmla="*/ 2147483647 w 72"/>
                    <a:gd name="T21" fmla="*/ 2147483647 h 78"/>
                    <a:gd name="T22" fmla="*/ 2147483647 w 72"/>
                    <a:gd name="T23" fmla="*/ 2147483647 h 78"/>
                    <a:gd name="T24" fmla="*/ 2147483647 w 72"/>
                    <a:gd name="T25" fmla="*/ 2147483647 h 78"/>
                    <a:gd name="T26" fmla="*/ 2147483647 w 72"/>
                    <a:gd name="T27" fmla="*/ 2147483647 h 78"/>
                    <a:gd name="T28" fmla="*/ 2147483647 w 72"/>
                    <a:gd name="T29" fmla="*/ 2147483647 h 78"/>
                    <a:gd name="T30" fmla="*/ 2147483647 w 72"/>
                    <a:gd name="T31" fmla="*/ 2147483647 h 78"/>
                    <a:gd name="T32" fmla="*/ 2147483647 w 72"/>
                    <a:gd name="T33" fmla="*/ 2147483647 h 78"/>
                    <a:gd name="T34" fmla="*/ 2147483647 w 72"/>
                    <a:gd name="T35" fmla="*/ 2147483647 h 78"/>
                    <a:gd name="T36" fmla="*/ 2147483647 w 72"/>
                    <a:gd name="T37" fmla="*/ 2147483647 h 78"/>
                    <a:gd name="T38" fmla="*/ 2147483647 w 72"/>
                    <a:gd name="T39" fmla="*/ 2147483647 h 78"/>
                    <a:gd name="T40" fmla="*/ 0 w 72"/>
                    <a:gd name="T41" fmla="*/ 2147483647 h 78"/>
                    <a:gd name="T42" fmla="*/ 2147483647 w 72"/>
                    <a:gd name="T43" fmla="*/ 2147483647 h 78"/>
                    <a:gd name="T44" fmla="*/ 2147483647 w 72"/>
                    <a:gd name="T45" fmla="*/ 2147483647 h 78"/>
                    <a:gd name="T46" fmla="*/ 2147483647 w 72"/>
                    <a:gd name="T47" fmla="*/ 2147483647 h 78"/>
                    <a:gd name="T48" fmla="*/ 2147483647 w 72"/>
                    <a:gd name="T49" fmla="*/ 2147483647 h 78"/>
                    <a:gd name="T50" fmla="*/ 2147483647 w 72"/>
                    <a:gd name="T51" fmla="*/ 2147483647 h 78"/>
                    <a:gd name="T52" fmla="*/ 2147483647 w 72"/>
                    <a:gd name="T53" fmla="*/ 2147483647 h 78"/>
                    <a:gd name="T54" fmla="*/ 2147483647 w 72"/>
                    <a:gd name="T55" fmla="*/ 2147483647 h 78"/>
                    <a:gd name="T56" fmla="*/ 2147483647 w 72"/>
                    <a:gd name="T57" fmla="*/ 2147483647 h 78"/>
                    <a:gd name="T58" fmla="*/ 2147483647 w 72"/>
                    <a:gd name="T59" fmla="*/ 2147483647 h 78"/>
                    <a:gd name="T60" fmla="*/ 2147483647 w 72"/>
                    <a:gd name="T61" fmla="*/ 2147483647 h 78"/>
                    <a:gd name="T62" fmla="*/ 2147483647 w 72"/>
                    <a:gd name="T63" fmla="*/ 2147483647 h 78"/>
                    <a:gd name="T64" fmla="*/ 2147483647 w 72"/>
                    <a:gd name="T65" fmla="*/ 2147483647 h 78"/>
                    <a:gd name="T66" fmla="*/ 2147483647 w 72"/>
                    <a:gd name="T67" fmla="*/ 2147483647 h 78"/>
                    <a:gd name="T68" fmla="*/ 2147483647 w 72"/>
                    <a:gd name="T69" fmla="*/ 2147483647 h 78"/>
                    <a:gd name="T70" fmla="*/ 2147483647 w 72"/>
                    <a:gd name="T71" fmla="*/ 2147483647 h 78"/>
                    <a:gd name="T72" fmla="*/ 2147483647 w 72"/>
                    <a:gd name="T73" fmla="*/ 2147483647 h 78"/>
                    <a:gd name="T74" fmla="*/ 2147483647 w 72"/>
                    <a:gd name="T75" fmla="*/ 2147483647 h 78"/>
                    <a:gd name="T76" fmla="*/ 2147483647 w 72"/>
                    <a:gd name="T77" fmla="*/ 0 h 7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72"/>
                    <a:gd name="T118" fmla="*/ 0 h 78"/>
                    <a:gd name="T119" fmla="*/ 72 w 72"/>
                    <a:gd name="T120" fmla="*/ 78 h 7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72" h="78">
                      <a:moveTo>
                        <a:pt x="72" y="0"/>
                      </a:moveTo>
                      <a:lnTo>
                        <a:pt x="72" y="2"/>
                      </a:lnTo>
                      <a:lnTo>
                        <a:pt x="70" y="10"/>
                      </a:lnTo>
                      <a:lnTo>
                        <a:pt x="68" y="20"/>
                      </a:lnTo>
                      <a:lnTo>
                        <a:pt x="66" y="26"/>
                      </a:lnTo>
                      <a:lnTo>
                        <a:pt x="64" y="36"/>
                      </a:lnTo>
                      <a:lnTo>
                        <a:pt x="64" y="44"/>
                      </a:lnTo>
                      <a:lnTo>
                        <a:pt x="60" y="50"/>
                      </a:lnTo>
                      <a:lnTo>
                        <a:pt x="56" y="54"/>
                      </a:lnTo>
                      <a:lnTo>
                        <a:pt x="56" y="60"/>
                      </a:lnTo>
                      <a:lnTo>
                        <a:pt x="56" y="66"/>
                      </a:lnTo>
                      <a:lnTo>
                        <a:pt x="58" y="74"/>
                      </a:lnTo>
                      <a:lnTo>
                        <a:pt x="60" y="78"/>
                      </a:lnTo>
                      <a:lnTo>
                        <a:pt x="42" y="76"/>
                      </a:lnTo>
                      <a:lnTo>
                        <a:pt x="26" y="72"/>
                      </a:lnTo>
                      <a:lnTo>
                        <a:pt x="24" y="66"/>
                      </a:lnTo>
                      <a:lnTo>
                        <a:pt x="24" y="62"/>
                      </a:lnTo>
                      <a:lnTo>
                        <a:pt x="16" y="58"/>
                      </a:lnTo>
                      <a:lnTo>
                        <a:pt x="8" y="50"/>
                      </a:lnTo>
                      <a:lnTo>
                        <a:pt x="4" y="44"/>
                      </a:lnTo>
                      <a:lnTo>
                        <a:pt x="0" y="36"/>
                      </a:lnTo>
                      <a:lnTo>
                        <a:pt x="6" y="36"/>
                      </a:lnTo>
                      <a:lnTo>
                        <a:pt x="10" y="30"/>
                      </a:lnTo>
                      <a:lnTo>
                        <a:pt x="12" y="26"/>
                      </a:lnTo>
                      <a:lnTo>
                        <a:pt x="14" y="24"/>
                      </a:lnTo>
                      <a:lnTo>
                        <a:pt x="16" y="22"/>
                      </a:lnTo>
                      <a:lnTo>
                        <a:pt x="22" y="20"/>
                      </a:lnTo>
                      <a:lnTo>
                        <a:pt x="26" y="20"/>
                      </a:lnTo>
                      <a:lnTo>
                        <a:pt x="32" y="18"/>
                      </a:lnTo>
                      <a:lnTo>
                        <a:pt x="40" y="8"/>
                      </a:lnTo>
                      <a:lnTo>
                        <a:pt x="44" y="4"/>
                      </a:lnTo>
                      <a:lnTo>
                        <a:pt x="48" y="4"/>
                      </a:lnTo>
                      <a:lnTo>
                        <a:pt x="50" y="4"/>
                      </a:lnTo>
                      <a:lnTo>
                        <a:pt x="52" y="4"/>
                      </a:lnTo>
                      <a:lnTo>
                        <a:pt x="52" y="6"/>
                      </a:lnTo>
                      <a:lnTo>
                        <a:pt x="58" y="4"/>
                      </a:lnTo>
                      <a:lnTo>
                        <a:pt x="62" y="2"/>
                      </a:lnTo>
                      <a:lnTo>
                        <a:pt x="66" y="2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0" name="îŝľiḍê"/>
                <p:cNvSpPr/>
                <p:nvPr/>
              </p:nvSpPr>
              <p:spPr bwMode="auto">
                <a:xfrm>
                  <a:off x="1849595" y="3437549"/>
                  <a:ext cx="67484" cy="25219"/>
                </a:xfrm>
                <a:custGeom>
                  <a:avLst/>
                  <a:gdLst>
                    <a:gd name="T0" fmla="*/ 2147483647 w 38"/>
                    <a:gd name="T1" fmla="*/ 2147483647 h 16"/>
                    <a:gd name="T2" fmla="*/ 2147483647 w 38"/>
                    <a:gd name="T3" fmla="*/ 2147483647 h 16"/>
                    <a:gd name="T4" fmla="*/ 2147483647 w 38"/>
                    <a:gd name="T5" fmla="*/ 2147483647 h 16"/>
                    <a:gd name="T6" fmla="*/ 2147483647 w 38"/>
                    <a:gd name="T7" fmla="*/ 2147483647 h 16"/>
                    <a:gd name="T8" fmla="*/ 2147483647 w 38"/>
                    <a:gd name="T9" fmla="*/ 2147483647 h 16"/>
                    <a:gd name="T10" fmla="*/ 0 w 38"/>
                    <a:gd name="T11" fmla="*/ 2147483647 h 16"/>
                    <a:gd name="T12" fmla="*/ 2147483647 w 38"/>
                    <a:gd name="T13" fmla="*/ 2147483647 h 16"/>
                    <a:gd name="T14" fmla="*/ 2147483647 w 38"/>
                    <a:gd name="T15" fmla="*/ 0 h 16"/>
                    <a:gd name="T16" fmla="*/ 2147483647 w 38"/>
                    <a:gd name="T17" fmla="*/ 0 h 16"/>
                    <a:gd name="T18" fmla="*/ 2147483647 w 38"/>
                    <a:gd name="T19" fmla="*/ 2147483647 h 16"/>
                    <a:gd name="T20" fmla="*/ 2147483647 w 38"/>
                    <a:gd name="T21" fmla="*/ 2147483647 h 16"/>
                    <a:gd name="T22" fmla="*/ 2147483647 w 38"/>
                    <a:gd name="T23" fmla="*/ 2147483647 h 16"/>
                    <a:gd name="T24" fmla="*/ 2147483647 w 38"/>
                    <a:gd name="T25" fmla="*/ 2147483647 h 16"/>
                    <a:gd name="T26" fmla="*/ 2147483647 w 38"/>
                    <a:gd name="T27" fmla="*/ 2147483647 h 16"/>
                    <a:gd name="T28" fmla="*/ 2147483647 w 38"/>
                    <a:gd name="T29" fmla="*/ 2147483647 h 16"/>
                    <a:gd name="T30" fmla="*/ 2147483647 w 38"/>
                    <a:gd name="T31" fmla="*/ 2147483647 h 16"/>
                    <a:gd name="T32" fmla="*/ 2147483647 w 38"/>
                    <a:gd name="T33" fmla="*/ 2147483647 h 16"/>
                    <a:gd name="T34" fmla="*/ 2147483647 w 38"/>
                    <a:gd name="T35" fmla="*/ 2147483647 h 1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38"/>
                    <a:gd name="T55" fmla="*/ 0 h 16"/>
                    <a:gd name="T56" fmla="*/ 38 w 38"/>
                    <a:gd name="T57" fmla="*/ 16 h 1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38" h="16">
                      <a:moveTo>
                        <a:pt x="36" y="16"/>
                      </a:moveTo>
                      <a:lnTo>
                        <a:pt x="30" y="16"/>
                      </a:lnTo>
                      <a:lnTo>
                        <a:pt x="24" y="16"/>
                      </a:lnTo>
                      <a:lnTo>
                        <a:pt x="10" y="14"/>
                      </a:lnTo>
                      <a:lnTo>
                        <a:pt x="4" y="12"/>
                      </a:lnTo>
                      <a:lnTo>
                        <a:pt x="0" y="8"/>
                      </a:lnTo>
                      <a:lnTo>
                        <a:pt x="6" y="6"/>
                      </a:lnTo>
                      <a:lnTo>
                        <a:pt x="8" y="0"/>
                      </a:lnTo>
                      <a:lnTo>
                        <a:pt x="12" y="0"/>
                      </a:lnTo>
                      <a:lnTo>
                        <a:pt x="16" y="2"/>
                      </a:lnTo>
                      <a:lnTo>
                        <a:pt x="20" y="4"/>
                      </a:lnTo>
                      <a:lnTo>
                        <a:pt x="24" y="8"/>
                      </a:lnTo>
                      <a:lnTo>
                        <a:pt x="30" y="10"/>
                      </a:lnTo>
                      <a:lnTo>
                        <a:pt x="34" y="10"/>
                      </a:lnTo>
                      <a:lnTo>
                        <a:pt x="36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  <a:lnTo>
                        <a:pt x="36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1" name="iṣľïdè"/>
                <p:cNvSpPr/>
                <p:nvPr/>
              </p:nvSpPr>
              <p:spPr bwMode="auto">
                <a:xfrm>
                  <a:off x="1870253" y="3375901"/>
                  <a:ext cx="174906" cy="99476"/>
                </a:xfrm>
                <a:custGeom>
                  <a:avLst/>
                  <a:gdLst>
                    <a:gd name="T0" fmla="*/ 2147483647 w 100"/>
                    <a:gd name="T1" fmla="*/ 2147483647 h 60"/>
                    <a:gd name="T2" fmla="*/ 2147483647 w 100"/>
                    <a:gd name="T3" fmla="*/ 2147483647 h 60"/>
                    <a:gd name="T4" fmla="*/ 2147483647 w 100"/>
                    <a:gd name="T5" fmla="*/ 2147483647 h 60"/>
                    <a:gd name="T6" fmla="*/ 2147483647 w 100"/>
                    <a:gd name="T7" fmla="*/ 2147483647 h 60"/>
                    <a:gd name="T8" fmla="*/ 2147483647 w 100"/>
                    <a:gd name="T9" fmla="*/ 2147483647 h 60"/>
                    <a:gd name="T10" fmla="*/ 2147483647 w 100"/>
                    <a:gd name="T11" fmla="*/ 2147483647 h 60"/>
                    <a:gd name="T12" fmla="*/ 2147483647 w 100"/>
                    <a:gd name="T13" fmla="*/ 2147483647 h 60"/>
                    <a:gd name="T14" fmla="*/ 2147483647 w 100"/>
                    <a:gd name="T15" fmla="*/ 2147483647 h 60"/>
                    <a:gd name="T16" fmla="*/ 2147483647 w 100"/>
                    <a:gd name="T17" fmla="*/ 2147483647 h 60"/>
                    <a:gd name="T18" fmla="*/ 2147483647 w 100"/>
                    <a:gd name="T19" fmla="*/ 2147483647 h 60"/>
                    <a:gd name="T20" fmla="*/ 2147483647 w 100"/>
                    <a:gd name="T21" fmla="*/ 2147483647 h 60"/>
                    <a:gd name="T22" fmla="*/ 2147483647 w 100"/>
                    <a:gd name="T23" fmla="*/ 2147483647 h 60"/>
                    <a:gd name="T24" fmla="*/ 2147483647 w 100"/>
                    <a:gd name="T25" fmla="*/ 2147483647 h 60"/>
                    <a:gd name="T26" fmla="*/ 2147483647 w 100"/>
                    <a:gd name="T27" fmla="*/ 2147483647 h 60"/>
                    <a:gd name="T28" fmla="*/ 2147483647 w 100"/>
                    <a:gd name="T29" fmla="*/ 2147483647 h 60"/>
                    <a:gd name="T30" fmla="*/ 2147483647 w 100"/>
                    <a:gd name="T31" fmla="*/ 2147483647 h 60"/>
                    <a:gd name="T32" fmla="*/ 2147483647 w 100"/>
                    <a:gd name="T33" fmla="*/ 2147483647 h 60"/>
                    <a:gd name="T34" fmla="*/ 2147483647 w 100"/>
                    <a:gd name="T35" fmla="*/ 2147483647 h 60"/>
                    <a:gd name="T36" fmla="*/ 2147483647 w 100"/>
                    <a:gd name="T37" fmla="*/ 2147483647 h 60"/>
                    <a:gd name="T38" fmla="*/ 2147483647 w 100"/>
                    <a:gd name="T39" fmla="*/ 2147483647 h 60"/>
                    <a:gd name="T40" fmla="*/ 2147483647 w 100"/>
                    <a:gd name="T41" fmla="*/ 2147483647 h 60"/>
                    <a:gd name="T42" fmla="*/ 2147483647 w 100"/>
                    <a:gd name="T43" fmla="*/ 2147483647 h 60"/>
                    <a:gd name="T44" fmla="*/ 2147483647 w 100"/>
                    <a:gd name="T45" fmla="*/ 2147483647 h 60"/>
                    <a:gd name="T46" fmla="*/ 2147483647 w 100"/>
                    <a:gd name="T47" fmla="*/ 2147483647 h 60"/>
                    <a:gd name="T48" fmla="*/ 2147483647 w 100"/>
                    <a:gd name="T49" fmla="*/ 2147483647 h 60"/>
                    <a:gd name="T50" fmla="*/ 2147483647 w 100"/>
                    <a:gd name="T51" fmla="*/ 2147483647 h 60"/>
                    <a:gd name="T52" fmla="*/ 2147483647 w 100"/>
                    <a:gd name="T53" fmla="*/ 2147483647 h 60"/>
                    <a:gd name="T54" fmla="*/ 0 w 100"/>
                    <a:gd name="T55" fmla="*/ 2147483647 h 60"/>
                    <a:gd name="T56" fmla="*/ 2147483647 w 100"/>
                    <a:gd name="T57" fmla="*/ 2147483647 h 60"/>
                    <a:gd name="T58" fmla="*/ 2147483647 w 100"/>
                    <a:gd name="T59" fmla="*/ 2147483647 h 60"/>
                    <a:gd name="T60" fmla="*/ 2147483647 w 100"/>
                    <a:gd name="T61" fmla="*/ 2147483647 h 60"/>
                    <a:gd name="T62" fmla="*/ 2147483647 w 100"/>
                    <a:gd name="T63" fmla="*/ 2147483647 h 60"/>
                    <a:gd name="T64" fmla="*/ 2147483647 w 100"/>
                    <a:gd name="T65" fmla="*/ 2147483647 h 60"/>
                    <a:gd name="T66" fmla="*/ 2147483647 w 100"/>
                    <a:gd name="T67" fmla="*/ 0 h 60"/>
                    <a:gd name="T68" fmla="*/ 2147483647 w 100"/>
                    <a:gd name="T69" fmla="*/ 0 h 60"/>
                    <a:gd name="T70" fmla="*/ 2147483647 w 100"/>
                    <a:gd name="T71" fmla="*/ 2147483647 h 60"/>
                    <a:gd name="T72" fmla="*/ 2147483647 w 100"/>
                    <a:gd name="T73" fmla="*/ 2147483647 h 60"/>
                    <a:gd name="T74" fmla="*/ 2147483647 w 100"/>
                    <a:gd name="T75" fmla="*/ 2147483647 h 60"/>
                    <a:gd name="T76" fmla="*/ 2147483647 w 100"/>
                    <a:gd name="T77" fmla="*/ 2147483647 h 6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0"/>
                    <a:gd name="T118" fmla="*/ 0 h 60"/>
                    <a:gd name="T119" fmla="*/ 100 w 100"/>
                    <a:gd name="T120" fmla="*/ 60 h 60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0" h="60">
                      <a:moveTo>
                        <a:pt x="100" y="24"/>
                      </a:moveTo>
                      <a:lnTo>
                        <a:pt x="94" y="26"/>
                      </a:lnTo>
                      <a:lnTo>
                        <a:pt x="90" y="26"/>
                      </a:lnTo>
                      <a:lnTo>
                        <a:pt x="86" y="28"/>
                      </a:lnTo>
                      <a:lnTo>
                        <a:pt x="80" y="30"/>
                      </a:lnTo>
                      <a:lnTo>
                        <a:pt x="80" y="28"/>
                      </a:lnTo>
                      <a:lnTo>
                        <a:pt x="78" y="28"/>
                      </a:lnTo>
                      <a:lnTo>
                        <a:pt x="76" y="28"/>
                      </a:lnTo>
                      <a:lnTo>
                        <a:pt x="72" y="28"/>
                      </a:lnTo>
                      <a:lnTo>
                        <a:pt x="68" y="32"/>
                      </a:lnTo>
                      <a:lnTo>
                        <a:pt x="60" y="42"/>
                      </a:lnTo>
                      <a:lnTo>
                        <a:pt x="54" y="44"/>
                      </a:lnTo>
                      <a:lnTo>
                        <a:pt x="50" y="44"/>
                      </a:lnTo>
                      <a:lnTo>
                        <a:pt x="44" y="46"/>
                      </a:lnTo>
                      <a:lnTo>
                        <a:pt x="42" y="48"/>
                      </a:lnTo>
                      <a:lnTo>
                        <a:pt x="40" y="50"/>
                      </a:lnTo>
                      <a:lnTo>
                        <a:pt x="38" y="54"/>
                      </a:lnTo>
                      <a:lnTo>
                        <a:pt x="34" y="60"/>
                      </a:lnTo>
                      <a:lnTo>
                        <a:pt x="28" y="60"/>
                      </a:lnTo>
                      <a:lnTo>
                        <a:pt x="26" y="52"/>
                      </a:lnTo>
                      <a:lnTo>
                        <a:pt x="26" y="50"/>
                      </a:lnTo>
                      <a:lnTo>
                        <a:pt x="24" y="48"/>
                      </a:lnTo>
                      <a:lnTo>
                        <a:pt x="22" y="46"/>
                      </a:lnTo>
                      <a:lnTo>
                        <a:pt x="18" y="46"/>
                      </a:lnTo>
                      <a:lnTo>
                        <a:pt x="12" y="44"/>
                      </a:lnTo>
                      <a:lnTo>
                        <a:pt x="8" y="40"/>
                      </a:lnTo>
                      <a:lnTo>
                        <a:pt x="4" y="38"/>
                      </a:lnTo>
                      <a:lnTo>
                        <a:pt x="0" y="36"/>
                      </a:lnTo>
                      <a:lnTo>
                        <a:pt x="4" y="28"/>
                      </a:lnTo>
                      <a:lnTo>
                        <a:pt x="8" y="22"/>
                      </a:lnTo>
                      <a:lnTo>
                        <a:pt x="18" y="16"/>
                      </a:lnTo>
                      <a:lnTo>
                        <a:pt x="22" y="8"/>
                      </a:lnTo>
                      <a:lnTo>
                        <a:pt x="26" y="2"/>
                      </a:lnTo>
                      <a:lnTo>
                        <a:pt x="34" y="0"/>
                      </a:lnTo>
                      <a:lnTo>
                        <a:pt x="80" y="0"/>
                      </a:lnTo>
                      <a:lnTo>
                        <a:pt x="84" y="6"/>
                      </a:lnTo>
                      <a:lnTo>
                        <a:pt x="90" y="12"/>
                      </a:lnTo>
                      <a:lnTo>
                        <a:pt x="96" y="18"/>
                      </a:lnTo>
                      <a:lnTo>
                        <a:pt x="10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2" name="îṥḷiḑé"/>
                <p:cNvSpPr/>
                <p:nvPr/>
              </p:nvSpPr>
              <p:spPr bwMode="auto">
                <a:xfrm>
                  <a:off x="1882648" y="3312854"/>
                  <a:ext cx="41317" cy="68651"/>
                </a:xfrm>
                <a:custGeom>
                  <a:avLst/>
                  <a:gdLst>
                    <a:gd name="T0" fmla="*/ 2147483647 w 24"/>
                    <a:gd name="T1" fmla="*/ 2147483647 h 42"/>
                    <a:gd name="T2" fmla="*/ 2147483647 w 24"/>
                    <a:gd name="T3" fmla="*/ 2147483647 h 42"/>
                    <a:gd name="T4" fmla="*/ 2147483647 w 24"/>
                    <a:gd name="T5" fmla="*/ 2147483647 h 42"/>
                    <a:gd name="T6" fmla="*/ 2147483647 w 24"/>
                    <a:gd name="T7" fmla="*/ 2147483647 h 42"/>
                    <a:gd name="T8" fmla="*/ 2147483647 w 24"/>
                    <a:gd name="T9" fmla="*/ 2147483647 h 42"/>
                    <a:gd name="T10" fmla="*/ 2147483647 w 24"/>
                    <a:gd name="T11" fmla="*/ 2147483647 h 42"/>
                    <a:gd name="T12" fmla="*/ 2147483647 w 24"/>
                    <a:gd name="T13" fmla="*/ 2147483647 h 42"/>
                    <a:gd name="T14" fmla="*/ 0 w 24"/>
                    <a:gd name="T15" fmla="*/ 2147483647 h 42"/>
                    <a:gd name="T16" fmla="*/ 2147483647 w 24"/>
                    <a:gd name="T17" fmla="*/ 2147483647 h 42"/>
                    <a:gd name="T18" fmla="*/ 2147483647 w 24"/>
                    <a:gd name="T19" fmla="*/ 2147483647 h 42"/>
                    <a:gd name="T20" fmla="*/ 2147483647 w 24"/>
                    <a:gd name="T21" fmla="*/ 2147483647 h 42"/>
                    <a:gd name="T22" fmla="*/ 2147483647 w 24"/>
                    <a:gd name="T23" fmla="*/ 2147483647 h 42"/>
                    <a:gd name="T24" fmla="*/ 2147483647 w 24"/>
                    <a:gd name="T25" fmla="*/ 2147483647 h 42"/>
                    <a:gd name="T26" fmla="*/ 2147483647 w 24"/>
                    <a:gd name="T27" fmla="*/ 0 h 42"/>
                    <a:gd name="T28" fmla="*/ 2147483647 w 24"/>
                    <a:gd name="T29" fmla="*/ 0 h 42"/>
                    <a:gd name="T30" fmla="*/ 2147483647 w 24"/>
                    <a:gd name="T31" fmla="*/ 2147483647 h 42"/>
                    <a:gd name="T32" fmla="*/ 2147483647 w 24"/>
                    <a:gd name="T33" fmla="*/ 2147483647 h 42"/>
                    <a:gd name="T34" fmla="*/ 2147483647 w 24"/>
                    <a:gd name="T35" fmla="*/ 2147483647 h 4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24"/>
                    <a:gd name="T55" fmla="*/ 0 h 42"/>
                    <a:gd name="T56" fmla="*/ 24 w 24"/>
                    <a:gd name="T57" fmla="*/ 42 h 42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24" h="42">
                      <a:moveTo>
                        <a:pt x="24" y="6"/>
                      </a:move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16" y="26"/>
                      </a:lnTo>
                      <a:lnTo>
                        <a:pt x="14" y="32"/>
                      </a:lnTo>
                      <a:lnTo>
                        <a:pt x="10" y="36"/>
                      </a:lnTo>
                      <a:lnTo>
                        <a:pt x="10" y="42"/>
                      </a:lnTo>
                      <a:lnTo>
                        <a:pt x="0" y="42"/>
                      </a:lnTo>
                      <a:lnTo>
                        <a:pt x="4" y="10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4" y="2"/>
                      </a:lnTo>
                      <a:lnTo>
                        <a:pt x="16" y="0"/>
                      </a:lnTo>
                      <a:lnTo>
                        <a:pt x="20" y="0"/>
                      </a:lnTo>
                      <a:lnTo>
                        <a:pt x="22" y="2"/>
                      </a:lnTo>
                      <a:lnTo>
                        <a:pt x="22" y="6"/>
                      </a:lnTo>
                      <a:lnTo>
                        <a:pt x="24" y="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3" name="îşḻîḍê"/>
                <p:cNvSpPr/>
                <p:nvPr/>
              </p:nvSpPr>
              <p:spPr bwMode="auto">
                <a:xfrm>
                  <a:off x="1791752" y="3328265"/>
                  <a:ext cx="125327" cy="121893"/>
                </a:xfrm>
                <a:custGeom>
                  <a:avLst/>
                  <a:gdLst>
                    <a:gd name="T0" fmla="*/ 2147483647 w 72"/>
                    <a:gd name="T1" fmla="*/ 2147483647 h 72"/>
                    <a:gd name="T2" fmla="*/ 2147483647 w 72"/>
                    <a:gd name="T3" fmla="*/ 2147483647 h 72"/>
                    <a:gd name="T4" fmla="*/ 2147483647 w 72"/>
                    <a:gd name="T5" fmla="*/ 2147483647 h 72"/>
                    <a:gd name="T6" fmla="*/ 2147483647 w 72"/>
                    <a:gd name="T7" fmla="*/ 2147483647 h 72"/>
                    <a:gd name="T8" fmla="*/ 2147483647 w 72"/>
                    <a:gd name="T9" fmla="*/ 0 h 72"/>
                    <a:gd name="T10" fmla="*/ 2147483647 w 72"/>
                    <a:gd name="T11" fmla="*/ 0 h 72"/>
                    <a:gd name="T12" fmla="*/ 2147483647 w 72"/>
                    <a:gd name="T13" fmla="*/ 2147483647 h 72"/>
                    <a:gd name="T14" fmla="*/ 2147483647 w 72"/>
                    <a:gd name="T15" fmla="*/ 2147483647 h 72"/>
                    <a:gd name="T16" fmla="*/ 2147483647 w 72"/>
                    <a:gd name="T17" fmla="*/ 2147483647 h 72"/>
                    <a:gd name="T18" fmla="*/ 2147483647 w 72"/>
                    <a:gd name="T19" fmla="*/ 2147483647 h 72"/>
                    <a:gd name="T20" fmla="*/ 2147483647 w 72"/>
                    <a:gd name="T21" fmla="*/ 2147483647 h 72"/>
                    <a:gd name="T22" fmla="*/ 2147483647 w 72"/>
                    <a:gd name="T23" fmla="*/ 2147483647 h 72"/>
                    <a:gd name="T24" fmla="*/ 2147483647 w 72"/>
                    <a:gd name="T25" fmla="*/ 2147483647 h 72"/>
                    <a:gd name="T26" fmla="*/ 2147483647 w 72"/>
                    <a:gd name="T27" fmla="*/ 2147483647 h 72"/>
                    <a:gd name="T28" fmla="*/ 2147483647 w 72"/>
                    <a:gd name="T29" fmla="*/ 2147483647 h 72"/>
                    <a:gd name="T30" fmla="*/ 2147483647 w 72"/>
                    <a:gd name="T31" fmla="*/ 2147483647 h 72"/>
                    <a:gd name="T32" fmla="*/ 2147483647 w 72"/>
                    <a:gd name="T33" fmla="*/ 2147483647 h 72"/>
                    <a:gd name="T34" fmla="*/ 0 w 72"/>
                    <a:gd name="T35" fmla="*/ 2147483647 h 72"/>
                    <a:gd name="T36" fmla="*/ 2147483647 w 72"/>
                    <a:gd name="T37" fmla="*/ 2147483647 h 72"/>
                    <a:gd name="T38" fmla="*/ 2147483647 w 72"/>
                    <a:gd name="T39" fmla="*/ 2147483647 h 72"/>
                    <a:gd name="T40" fmla="*/ 2147483647 w 72"/>
                    <a:gd name="T41" fmla="*/ 2147483647 h 72"/>
                    <a:gd name="T42" fmla="*/ 2147483647 w 72"/>
                    <a:gd name="T43" fmla="*/ 2147483647 h 72"/>
                    <a:gd name="T44" fmla="*/ 2147483647 w 72"/>
                    <a:gd name="T45" fmla="*/ 2147483647 h 72"/>
                    <a:gd name="T46" fmla="*/ 2147483647 w 72"/>
                    <a:gd name="T47" fmla="*/ 2147483647 h 72"/>
                    <a:gd name="T48" fmla="*/ 2147483647 w 72"/>
                    <a:gd name="T49" fmla="*/ 2147483647 h 72"/>
                    <a:gd name="T50" fmla="*/ 2147483647 w 72"/>
                    <a:gd name="T51" fmla="*/ 2147483647 h 72"/>
                    <a:gd name="T52" fmla="*/ 2147483647 w 72"/>
                    <a:gd name="T53" fmla="*/ 2147483647 h 72"/>
                    <a:gd name="T54" fmla="*/ 2147483647 w 72"/>
                    <a:gd name="T55" fmla="*/ 2147483647 h 72"/>
                    <a:gd name="T56" fmla="*/ 2147483647 w 72"/>
                    <a:gd name="T57" fmla="*/ 2147483647 h 72"/>
                    <a:gd name="T58" fmla="*/ 2147483647 w 72"/>
                    <a:gd name="T59" fmla="*/ 2147483647 h 72"/>
                    <a:gd name="T60" fmla="*/ 2147483647 w 72"/>
                    <a:gd name="T61" fmla="*/ 2147483647 h 72"/>
                    <a:gd name="T62" fmla="*/ 2147483647 w 72"/>
                    <a:gd name="T63" fmla="*/ 2147483647 h 72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72"/>
                    <a:gd name="T97" fmla="*/ 0 h 72"/>
                    <a:gd name="T98" fmla="*/ 72 w 72"/>
                    <a:gd name="T99" fmla="*/ 72 h 72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72" h="72">
                      <a:moveTo>
                        <a:pt x="72" y="30"/>
                      </a:moveTo>
                      <a:lnTo>
                        <a:pt x="68" y="32"/>
                      </a:lnTo>
                      <a:lnTo>
                        <a:pt x="62" y="32"/>
                      </a:lnTo>
                      <a:lnTo>
                        <a:pt x="52" y="32"/>
                      </a:lnTo>
                      <a:lnTo>
                        <a:pt x="56" y="0"/>
                      </a:lnTo>
                      <a:lnTo>
                        <a:pt x="32" y="0"/>
                      </a:lnTo>
                      <a:lnTo>
                        <a:pt x="28" y="2"/>
                      </a:lnTo>
                      <a:lnTo>
                        <a:pt x="24" y="6"/>
                      </a:lnTo>
                      <a:lnTo>
                        <a:pt x="20" y="14"/>
                      </a:lnTo>
                      <a:lnTo>
                        <a:pt x="22" y="18"/>
                      </a:lnTo>
                      <a:lnTo>
                        <a:pt x="24" y="22"/>
                      </a:lnTo>
                      <a:lnTo>
                        <a:pt x="28" y="24"/>
                      </a:lnTo>
                      <a:lnTo>
                        <a:pt x="30" y="28"/>
                      </a:lnTo>
                      <a:lnTo>
                        <a:pt x="30" y="34"/>
                      </a:lnTo>
                      <a:lnTo>
                        <a:pt x="10" y="34"/>
                      </a:lnTo>
                      <a:lnTo>
                        <a:pt x="6" y="40"/>
                      </a:lnTo>
                      <a:lnTo>
                        <a:pt x="4" y="46"/>
                      </a:lnTo>
                      <a:lnTo>
                        <a:pt x="0" y="58"/>
                      </a:lnTo>
                      <a:lnTo>
                        <a:pt x="8" y="66"/>
                      </a:lnTo>
                      <a:lnTo>
                        <a:pt x="14" y="68"/>
                      </a:lnTo>
                      <a:lnTo>
                        <a:pt x="16" y="70"/>
                      </a:lnTo>
                      <a:lnTo>
                        <a:pt x="26" y="70"/>
                      </a:lnTo>
                      <a:lnTo>
                        <a:pt x="30" y="70"/>
                      </a:lnTo>
                      <a:lnTo>
                        <a:pt x="34" y="72"/>
                      </a:lnTo>
                      <a:lnTo>
                        <a:pt x="40" y="70"/>
                      </a:lnTo>
                      <a:lnTo>
                        <a:pt x="42" y="64"/>
                      </a:lnTo>
                      <a:lnTo>
                        <a:pt x="46" y="64"/>
                      </a:lnTo>
                      <a:lnTo>
                        <a:pt x="50" y="56"/>
                      </a:lnTo>
                      <a:lnTo>
                        <a:pt x="54" y="50"/>
                      </a:lnTo>
                      <a:lnTo>
                        <a:pt x="64" y="44"/>
                      </a:lnTo>
                      <a:lnTo>
                        <a:pt x="68" y="36"/>
                      </a:lnTo>
                      <a:lnTo>
                        <a:pt x="72" y="3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4" name="iSḻïḑè"/>
                <p:cNvSpPr/>
                <p:nvPr/>
              </p:nvSpPr>
              <p:spPr bwMode="auto">
                <a:xfrm>
                  <a:off x="2297190" y="3258212"/>
                  <a:ext cx="77124" cy="61646"/>
                </a:xfrm>
                <a:custGeom>
                  <a:avLst/>
                  <a:gdLst>
                    <a:gd name="T0" fmla="*/ 2147483647 w 44"/>
                    <a:gd name="T1" fmla="*/ 2147483647 h 36"/>
                    <a:gd name="T2" fmla="*/ 2147483647 w 44"/>
                    <a:gd name="T3" fmla="*/ 2147483647 h 36"/>
                    <a:gd name="T4" fmla="*/ 2147483647 w 44"/>
                    <a:gd name="T5" fmla="*/ 2147483647 h 36"/>
                    <a:gd name="T6" fmla="*/ 2147483647 w 44"/>
                    <a:gd name="T7" fmla="*/ 2147483647 h 36"/>
                    <a:gd name="T8" fmla="*/ 2147483647 w 44"/>
                    <a:gd name="T9" fmla="*/ 2147483647 h 36"/>
                    <a:gd name="T10" fmla="*/ 0 w 44"/>
                    <a:gd name="T11" fmla="*/ 2147483647 h 36"/>
                    <a:gd name="T12" fmla="*/ 2147483647 w 44"/>
                    <a:gd name="T13" fmla="*/ 2147483647 h 36"/>
                    <a:gd name="T14" fmla="*/ 2147483647 w 44"/>
                    <a:gd name="T15" fmla="*/ 2147483647 h 36"/>
                    <a:gd name="T16" fmla="*/ 2147483647 w 44"/>
                    <a:gd name="T17" fmla="*/ 2147483647 h 36"/>
                    <a:gd name="T18" fmla="*/ 2147483647 w 44"/>
                    <a:gd name="T19" fmla="*/ 2147483647 h 36"/>
                    <a:gd name="T20" fmla="*/ 2147483647 w 44"/>
                    <a:gd name="T21" fmla="*/ 2147483647 h 36"/>
                    <a:gd name="T22" fmla="*/ 2147483647 w 44"/>
                    <a:gd name="T23" fmla="*/ 2147483647 h 36"/>
                    <a:gd name="T24" fmla="*/ 2147483647 w 44"/>
                    <a:gd name="T25" fmla="*/ 2147483647 h 36"/>
                    <a:gd name="T26" fmla="*/ 2147483647 w 44"/>
                    <a:gd name="T27" fmla="*/ 2147483647 h 36"/>
                    <a:gd name="T28" fmla="*/ 2147483647 w 44"/>
                    <a:gd name="T29" fmla="*/ 2147483647 h 36"/>
                    <a:gd name="T30" fmla="*/ 2147483647 w 44"/>
                    <a:gd name="T31" fmla="*/ 2147483647 h 36"/>
                    <a:gd name="T32" fmla="*/ 2147483647 w 44"/>
                    <a:gd name="T33" fmla="*/ 2147483647 h 36"/>
                    <a:gd name="T34" fmla="*/ 2147483647 w 44"/>
                    <a:gd name="T35" fmla="*/ 2147483647 h 36"/>
                    <a:gd name="T36" fmla="*/ 2147483647 w 44"/>
                    <a:gd name="T37" fmla="*/ 0 h 36"/>
                    <a:gd name="T38" fmla="*/ 2147483647 w 44"/>
                    <a:gd name="T39" fmla="*/ 2147483647 h 36"/>
                    <a:gd name="T40" fmla="*/ 2147483647 w 44"/>
                    <a:gd name="T41" fmla="*/ 2147483647 h 36"/>
                    <a:gd name="T42" fmla="*/ 2147483647 w 44"/>
                    <a:gd name="T43" fmla="*/ 2147483647 h 36"/>
                    <a:gd name="T44" fmla="*/ 2147483647 w 44"/>
                    <a:gd name="T45" fmla="*/ 2147483647 h 36"/>
                    <a:gd name="T46" fmla="*/ 2147483647 w 44"/>
                    <a:gd name="T47" fmla="*/ 2147483647 h 36"/>
                    <a:gd name="T48" fmla="*/ 2147483647 w 44"/>
                    <a:gd name="T49" fmla="*/ 2147483647 h 36"/>
                    <a:gd name="T50" fmla="*/ 2147483647 w 44"/>
                    <a:gd name="T51" fmla="*/ 2147483647 h 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44"/>
                    <a:gd name="T79" fmla="*/ 0 h 36"/>
                    <a:gd name="T80" fmla="*/ 44 w 44"/>
                    <a:gd name="T81" fmla="*/ 36 h 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44" h="36">
                      <a:moveTo>
                        <a:pt x="42" y="36"/>
                      </a:moveTo>
                      <a:lnTo>
                        <a:pt x="42" y="34"/>
                      </a:lnTo>
                      <a:lnTo>
                        <a:pt x="14" y="34"/>
                      </a:lnTo>
                      <a:lnTo>
                        <a:pt x="4" y="32"/>
                      </a:lnTo>
                      <a:lnTo>
                        <a:pt x="2" y="30"/>
                      </a:lnTo>
                      <a:lnTo>
                        <a:pt x="0" y="26"/>
                      </a:lnTo>
                      <a:lnTo>
                        <a:pt x="14" y="22"/>
                      </a:lnTo>
                      <a:lnTo>
                        <a:pt x="20" y="24"/>
                      </a:lnTo>
                      <a:lnTo>
                        <a:pt x="26" y="26"/>
                      </a:lnTo>
                      <a:lnTo>
                        <a:pt x="28" y="24"/>
                      </a:lnTo>
                      <a:lnTo>
                        <a:pt x="30" y="20"/>
                      </a:lnTo>
                      <a:lnTo>
                        <a:pt x="28" y="18"/>
                      </a:lnTo>
                      <a:lnTo>
                        <a:pt x="28" y="14"/>
                      </a:lnTo>
                      <a:lnTo>
                        <a:pt x="28" y="10"/>
                      </a:lnTo>
                      <a:lnTo>
                        <a:pt x="24" y="8"/>
                      </a:lnTo>
                      <a:lnTo>
                        <a:pt x="22" y="6"/>
                      </a:lnTo>
                      <a:lnTo>
                        <a:pt x="22" y="2"/>
                      </a:lnTo>
                      <a:lnTo>
                        <a:pt x="26" y="2"/>
                      </a:lnTo>
                      <a:lnTo>
                        <a:pt x="28" y="0"/>
                      </a:lnTo>
                      <a:lnTo>
                        <a:pt x="44" y="2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2" y="18"/>
                      </a:lnTo>
                      <a:lnTo>
                        <a:pt x="40" y="28"/>
                      </a:lnTo>
                      <a:lnTo>
                        <a:pt x="40" y="34"/>
                      </a:lnTo>
                      <a:lnTo>
                        <a:pt x="42" y="3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5" name="îslíḋê"/>
                <p:cNvSpPr/>
                <p:nvPr/>
              </p:nvSpPr>
              <p:spPr bwMode="auto">
                <a:xfrm>
                  <a:off x="2366051" y="3263817"/>
                  <a:ext cx="101914" cy="58844"/>
                </a:xfrm>
                <a:custGeom>
                  <a:avLst/>
                  <a:gdLst>
                    <a:gd name="T0" fmla="*/ 0 w 58"/>
                    <a:gd name="T1" fmla="*/ 2147483647 h 36"/>
                    <a:gd name="T2" fmla="*/ 0 w 58"/>
                    <a:gd name="T3" fmla="*/ 2147483647 h 36"/>
                    <a:gd name="T4" fmla="*/ 2147483647 w 58"/>
                    <a:gd name="T5" fmla="*/ 2147483647 h 36"/>
                    <a:gd name="T6" fmla="*/ 2147483647 w 58"/>
                    <a:gd name="T7" fmla="*/ 2147483647 h 36"/>
                    <a:gd name="T8" fmla="*/ 2147483647 w 58"/>
                    <a:gd name="T9" fmla="*/ 2147483647 h 36"/>
                    <a:gd name="T10" fmla="*/ 2147483647 w 58"/>
                    <a:gd name="T11" fmla="*/ 0 h 36"/>
                    <a:gd name="T12" fmla="*/ 2147483647 w 58"/>
                    <a:gd name="T13" fmla="*/ 2147483647 h 36"/>
                    <a:gd name="T14" fmla="*/ 2147483647 w 58"/>
                    <a:gd name="T15" fmla="*/ 2147483647 h 36"/>
                    <a:gd name="T16" fmla="*/ 2147483647 w 58"/>
                    <a:gd name="T17" fmla="*/ 2147483647 h 36"/>
                    <a:gd name="T18" fmla="*/ 2147483647 w 58"/>
                    <a:gd name="T19" fmla="*/ 2147483647 h 36"/>
                    <a:gd name="T20" fmla="*/ 2147483647 w 58"/>
                    <a:gd name="T21" fmla="*/ 2147483647 h 36"/>
                    <a:gd name="T22" fmla="*/ 2147483647 w 58"/>
                    <a:gd name="T23" fmla="*/ 2147483647 h 36"/>
                    <a:gd name="T24" fmla="*/ 2147483647 w 58"/>
                    <a:gd name="T25" fmla="*/ 2147483647 h 36"/>
                    <a:gd name="T26" fmla="*/ 2147483647 w 58"/>
                    <a:gd name="T27" fmla="*/ 2147483647 h 36"/>
                    <a:gd name="T28" fmla="*/ 2147483647 w 58"/>
                    <a:gd name="T29" fmla="*/ 2147483647 h 36"/>
                    <a:gd name="T30" fmla="*/ 2147483647 w 58"/>
                    <a:gd name="T31" fmla="*/ 2147483647 h 36"/>
                    <a:gd name="T32" fmla="*/ 2147483647 w 58"/>
                    <a:gd name="T33" fmla="*/ 2147483647 h 36"/>
                    <a:gd name="T34" fmla="*/ 2147483647 w 58"/>
                    <a:gd name="T35" fmla="*/ 2147483647 h 36"/>
                    <a:gd name="T36" fmla="*/ 2147483647 w 58"/>
                    <a:gd name="T37" fmla="*/ 2147483647 h 36"/>
                    <a:gd name="T38" fmla="*/ 2147483647 w 58"/>
                    <a:gd name="T39" fmla="*/ 2147483647 h 36"/>
                    <a:gd name="T40" fmla="*/ 2147483647 w 58"/>
                    <a:gd name="T41" fmla="*/ 2147483647 h 36"/>
                    <a:gd name="T42" fmla="*/ 2147483647 w 58"/>
                    <a:gd name="T43" fmla="*/ 2147483647 h 36"/>
                    <a:gd name="T44" fmla="*/ 2147483647 w 58"/>
                    <a:gd name="T45" fmla="*/ 2147483647 h 36"/>
                    <a:gd name="T46" fmla="*/ 2147483647 w 58"/>
                    <a:gd name="T47" fmla="*/ 2147483647 h 36"/>
                    <a:gd name="T48" fmla="*/ 2147483647 w 58"/>
                    <a:gd name="T49" fmla="*/ 2147483647 h 36"/>
                    <a:gd name="T50" fmla="*/ 2147483647 w 58"/>
                    <a:gd name="T51" fmla="*/ 2147483647 h 36"/>
                    <a:gd name="T52" fmla="*/ 2147483647 w 58"/>
                    <a:gd name="T53" fmla="*/ 2147483647 h 36"/>
                    <a:gd name="T54" fmla="*/ 2147483647 w 58"/>
                    <a:gd name="T55" fmla="*/ 2147483647 h 36"/>
                    <a:gd name="T56" fmla="*/ 2147483647 w 58"/>
                    <a:gd name="T57" fmla="*/ 2147483647 h 36"/>
                    <a:gd name="T58" fmla="*/ 2147483647 w 58"/>
                    <a:gd name="T59" fmla="*/ 2147483647 h 36"/>
                    <a:gd name="T60" fmla="*/ 2147483647 w 58"/>
                    <a:gd name="T61" fmla="*/ 2147483647 h 36"/>
                    <a:gd name="T62" fmla="*/ 2147483647 w 58"/>
                    <a:gd name="T63" fmla="*/ 2147483647 h 36"/>
                    <a:gd name="T64" fmla="*/ 2147483647 w 58"/>
                    <a:gd name="T65" fmla="*/ 2147483647 h 36"/>
                    <a:gd name="T66" fmla="*/ 2147483647 w 58"/>
                    <a:gd name="T67" fmla="*/ 2147483647 h 36"/>
                    <a:gd name="T68" fmla="*/ 0 w 58"/>
                    <a:gd name="T69" fmla="*/ 2147483647 h 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58"/>
                    <a:gd name="T106" fmla="*/ 0 h 36"/>
                    <a:gd name="T107" fmla="*/ 58 w 58"/>
                    <a:gd name="T108" fmla="*/ 36 h 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58" h="36">
                      <a:moveTo>
                        <a:pt x="0" y="32"/>
                      </a:moveTo>
                      <a:lnTo>
                        <a:pt x="0" y="26"/>
                      </a:lnTo>
                      <a:lnTo>
                        <a:pt x="2" y="16"/>
                      </a:lnTo>
                      <a:lnTo>
                        <a:pt x="2" y="6"/>
                      </a:lnTo>
                      <a:lnTo>
                        <a:pt x="4" y="4"/>
                      </a:lnTo>
                      <a:lnTo>
                        <a:pt x="4" y="0"/>
                      </a:lnTo>
                      <a:lnTo>
                        <a:pt x="14" y="2"/>
                      </a:lnTo>
                      <a:lnTo>
                        <a:pt x="26" y="2"/>
                      </a:lnTo>
                      <a:lnTo>
                        <a:pt x="26" y="4"/>
                      </a:lnTo>
                      <a:lnTo>
                        <a:pt x="28" y="4"/>
                      </a:lnTo>
                      <a:lnTo>
                        <a:pt x="34" y="4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40" y="8"/>
                      </a:lnTo>
                      <a:lnTo>
                        <a:pt x="42" y="8"/>
                      </a:lnTo>
                      <a:lnTo>
                        <a:pt x="42" y="10"/>
                      </a:lnTo>
                      <a:lnTo>
                        <a:pt x="42" y="12"/>
                      </a:lnTo>
                      <a:lnTo>
                        <a:pt x="48" y="14"/>
                      </a:lnTo>
                      <a:lnTo>
                        <a:pt x="52" y="16"/>
                      </a:lnTo>
                      <a:lnTo>
                        <a:pt x="54" y="18"/>
                      </a:lnTo>
                      <a:lnTo>
                        <a:pt x="58" y="26"/>
                      </a:lnTo>
                      <a:lnTo>
                        <a:pt x="52" y="28"/>
                      </a:lnTo>
                      <a:lnTo>
                        <a:pt x="50" y="32"/>
                      </a:lnTo>
                      <a:lnTo>
                        <a:pt x="48" y="30"/>
                      </a:lnTo>
                      <a:lnTo>
                        <a:pt x="46" y="28"/>
                      </a:lnTo>
                      <a:lnTo>
                        <a:pt x="30" y="28"/>
                      </a:lnTo>
                      <a:lnTo>
                        <a:pt x="28" y="30"/>
                      </a:lnTo>
                      <a:lnTo>
                        <a:pt x="26" y="30"/>
                      </a:lnTo>
                      <a:lnTo>
                        <a:pt x="18" y="30"/>
                      </a:lnTo>
                      <a:lnTo>
                        <a:pt x="14" y="30"/>
                      </a:lnTo>
                      <a:lnTo>
                        <a:pt x="12" y="34"/>
                      </a:lnTo>
                      <a:lnTo>
                        <a:pt x="8" y="36"/>
                      </a:lnTo>
                      <a:lnTo>
                        <a:pt x="2" y="36"/>
                      </a:lnTo>
                      <a:lnTo>
                        <a:pt x="2" y="34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6" name="iṧḻide"/>
                <p:cNvSpPr/>
                <p:nvPr/>
              </p:nvSpPr>
              <p:spPr bwMode="auto">
                <a:xfrm>
                  <a:off x="2629099" y="3535622"/>
                  <a:ext cx="19282" cy="21015"/>
                </a:xfrm>
                <a:custGeom>
                  <a:avLst/>
                  <a:gdLst>
                    <a:gd name="T0" fmla="*/ 2147483647 w 12"/>
                    <a:gd name="T1" fmla="*/ 2147483647 h 12"/>
                    <a:gd name="T2" fmla="*/ 2147483647 w 12"/>
                    <a:gd name="T3" fmla="*/ 2147483647 h 12"/>
                    <a:gd name="T4" fmla="*/ 2147483647 w 12"/>
                    <a:gd name="T5" fmla="*/ 2147483647 h 12"/>
                    <a:gd name="T6" fmla="*/ 2147483647 w 12"/>
                    <a:gd name="T7" fmla="*/ 2147483647 h 12"/>
                    <a:gd name="T8" fmla="*/ 2147483647 w 12"/>
                    <a:gd name="T9" fmla="*/ 2147483647 h 12"/>
                    <a:gd name="T10" fmla="*/ 2147483647 w 12"/>
                    <a:gd name="T11" fmla="*/ 0 h 12"/>
                    <a:gd name="T12" fmla="*/ 0 w 12"/>
                    <a:gd name="T13" fmla="*/ 2147483647 h 12"/>
                    <a:gd name="T14" fmla="*/ 2147483647 w 12"/>
                    <a:gd name="T15" fmla="*/ 2147483647 h 1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2"/>
                    <a:gd name="T25" fmla="*/ 0 h 12"/>
                    <a:gd name="T26" fmla="*/ 12 w 12"/>
                    <a:gd name="T27" fmla="*/ 12 h 1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2" h="12">
                      <a:moveTo>
                        <a:pt x="8" y="12"/>
                      </a:moveTo>
                      <a:lnTo>
                        <a:pt x="10" y="8"/>
                      </a:lnTo>
                      <a:lnTo>
                        <a:pt x="12" y="8"/>
                      </a:lnTo>
                      <a:lnTo>
                        <a:pt x="12" y="4"/>
                      </a:lnTo>
                      <a:lnTo>
                        <a:pt x="10" y="2"/>
                      </a:lnTo>
                      <a:lnTo>
                        <a:pt x="6" y="0"/>
                      </a:lnTo>
                      <a:lnTo>
                        <a:pt x="0" y="10"/>
                      </a:lnTo>
                      <a:lnTo>
                        <a:pt x="8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7" name="ïṩ1ïdê"/>
                <p:cNvSpPr/>
                <p:nvPr/>
              </p:nvSpPr>
              <p:spPr bwMode="auto">
                <a:xfrm>
                  <a:off x="2929332" y="3862068"/>
                  <a:ext cx="68861" cy="57443"/>
                </a:xfrm>
                <a:custGeom>
                  <a:avLst/>
                  <a:gdLst>
                    <a:gd name="T0" fmla="*/ 0 w 40"/>
                    <a:gd name="T1" fmla="*/ 2147483647 h 34"/>
                    <a:gd name="T2" fmla="*/ 2147483647 w 40"/>
                    <a:gd name="T3" fmla="*/ 2147483647 h 34"/>
                    <a:gd name="T4" fmla="*/ 2147483647 w 40"/>
                    <a:gd name="T5" fmla="*/ 2147483647 h 34"/>
                    <a:gd name="T6" fmla="*/ 2147483647 w 40"/>
                    <a:gd name="T7" fmla="*/ 2147483647 h 34"/>
                    <a:gd name="T8" fmla="*/ 2147483647 w 40"/>
                    <a:gd name="T9" fmla="*/ 2147483647 h 34"/>
                    <a:gd name="T10" fmla="*/ 2147483647 w 40"/>
                    <a:gd name="T11" fmla="*/ 2147483647 h 34"/>
                    <a:gd name="T12" fmla="*/ 2147483647 w 40"/>
                    <a:gd name="T13" fmla="*/ 2147483647 h 34"/>
                    <a:gd name="T14" fmla="*/ 2147483647 w 40"/>
                    <a:gd name="T15" fmla="*/ 2147483647 h 34"/>
                    <a:gd name="T16" fmla="*/ 2147483647 w 40"/>
                    <a:gd name="T17" fmla="*/ 2147483647 h 34"/>
                    <a:gd name="T18" fmla="*/ 2147483647 w 40"/>
                    <a:gd name="T19" fmla="*/ 2147483647 h 34"/>
                    <a:gd name="T20" fmla="*/ 2147483647 w 40"/>
                    <a:gd name="T21" fmla="*/ 2147483647 h 34"/>
                    <a:gd name="T22" fmla="*/ 2147483647 w 40"/>
                    <a:gd name="T23" fmla="*/ 0 h 34"/>
                    <a:gd name="T24" fmla="*/ 2147483647 w 40"/>
                    <a:gd name="T25" fmla="*/ 0 h 34"/>
                    <a:gd name="T26" fmla="*/ 2147483647 w 40"/>
                    <a:gd name="T27" fmla="*/ 0 h 34"/>
                    <a:gd name="T28" fmla="*/ 2147483647 w 40"/>
                    <a:gd name="T29" fmla="*/ 2147483647 h 34"/>
                    <a:gd name="T30" fmla="*/ 2147483647 w 40"/>
                    <a:gd name="T31" fmla="*/ 2147483647 h 34"/>
                    <a:gd name="T32" fmla="*/ 2147483647 w 40"/>
                    <a:gd name="T33" fmla="*/ 2147483647 h 34"/>
                    <a:gd name="T34" fmla="*/ 0 w 40"/>
                    <a:gd name="T35" fmla="*/ 2147483647 h 3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40"/>
                    <a:gd name="T55" fmla="*/ 0 h 34"/>
                    <a:gd name="T56" fmla="*/ 40 w 40"/>
                    <a:gd name="T57" fmla="*/ 34 h 34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40" h="34">
                      <a:moveTo>
                        <a:pt x="0" y="22"/>
                      </a:moveTo>
                      <a:lnTo>
                        <a:pt x="4" y="30"/>
                      </a:lnTo>
                      <a:lnTo>
                        <a:pt x="18" y="32"/>
                      </a:lnTo>
                      <a:lnTo>
                        <a:pt x="26" y="34"/>
                      </a:lnTo>
                      <a:lnTo>
                        <a:pt x="28" y="32"/>
                      </a:lnTo>
                      <a:lnTo>
                        <a:pt x="32" y="32"/>
                      </a:lnTo>
                      <a:lnTo>
                        <a:pt x="36" y="22"/>
                      </a:lnTo>
                      <a:lnTo>
                        <a:pt x="38" y="12"/>
                      </a:lnTo>
                      <a:lnTo>
                        <a:pt x="40" y="6"/>
                      </a:lnTo>
                      <a:lnTo>
                        <a:pt x="30" y="4"/>
                      </a:lnTo>
                      <a:lnTo>
                        <a:pt x="22" y="4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6" y="2"/>
                      </a:lnTo>
                      <a:lnTo>
                        <a:pt x="4" y="4"/>
                      </a:lnTo>
                      <a:lnTo>
                        <a:pt x="2" y="14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8" name="ïşḻíḓé"/>
                <p:cNvSpPr/>
                <p:nvPr/>
              </p:nvSpPr>
              <p:spPr bwMode="auto">
                <a:xfrm>
                  <a:off x="2889393" y="5428451"/>
                  <a:ext cx="71616" cy="26620"/>
                </a:xfrm>
                <a:custGeom>
                  <a:avLst/>
                  <a:gdLst>
                    <a:gd name="T0" fmla="*/ 2147483647 w 40"/>
                    <a:gd name="T1" fmla="*/ 2147483647 h 16"/>
                    <a:gd name="T2" fmla="*/ 2147483647 w 40"/>
                    <a:gd name="T3" fmla="*/ 2147483647 h 16"/>
                    <a:gd name="T4" fmla="*/ 2147483647 w 40"/>
                    <a:gd name="T5" fmla="*/ 2147483647 h 16"/>
                    <a:gd name="T6" fmla="*/ 2147483647 w 40"/>
                    <a:gd name="T7" fmla="*/ 2147483647 h 16"/>
                    <a:gd name="T8" fmla="*/ 2147483647 w 40"/>
                    <a:gd name="T9" fmla="*/ 2147483647 h 16"/>
                    <a:gd name="T10" fmla="*/ 2147483647 w 40"/>
                    <a:gd name="T11" fmla="*/ 2147483647 h 16"/>
                    <a:gd name="T12" fmla="*/ 2147483647 w 40"/>
                    <a:gd name="T13" fmla="*/ 2147483647 h 16"/>
                    <a:gd name="T14" fmla="*/ 2147483647 w 40"/>
                    <a:gd name="T15" fmla="*/ 2147483647 h 16"/>
                    <a:gd name="T16" fmla="*/ 2147483647 w 40"/>
                    <a:gd name="T17" fmla="*/ 2147483647 h 16"/>
                    <a:gd name="T18" fmla="*/ 2147483647 w 40"/>
                    <a:gd name="T19" fmla="*/ 2147483647 h 16"/>
                    <a:gd name="T20" fmla="*/ 2147483647 w 40"/>
                    <a:gd name="T21" fmla="*/ 2147483647 h 16"/>
                    <a:gd name="T22" fmla="*/ 2147483647 w 40"/>
                    <a:gd name="T23" fmla="*/ 0 h 16"/>
                    <a:gd name="T24" fmla="*/ 2147483647 w 40"/>
                    <a:gd name="T25" fmla="*/ 0 h 16"/>
                    <a:gd name="T26" fmla="*/ 2147483647 w 40"/>
                    <a:gd name="T27" fmla="*/ 0 h 16"/>
                    <a:gd name="T28" fmla="*/ 2147483647 w 40"/>
                    <a:gd name="T29" fmla="*/ 2147483647 h 16"/>
                    <a:gd name="T30" fmla="*/ 2147483647 w 40"/>
                    <a:gd name="T31" fmla="*/ 2147483647 h 16"/>
                    <a:gd name="T32" fmla="*/ 2147483647 w 40"/>
                    <a:gd name="T33" fmla="*/ 2147483647 h 16"/>
                    <a:gd name="T34" fmla="*/ 0 w 40"/>
                    <a:gd name="T35" fmla="*/ 2147483647 h 16"/>
                    <a:gd name="T36" fmla="*/ 2147483647 w 40"/>
                    <a:gd name="T37" fmla="*/ 2147483647 h 16"/>
                    <a:gd name="T38" fmla="*/ 2147483647 w 40"/>
                    <a:gd name="T39" fmla="*/ 2147483647 h 1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0"/>
                    <a:gd name="T61" fmla="*/ 0 h 16"/>
                    <a:gd name="T62" fmla="*/ 40 w 40"/>
                    <a:gd name="T63" fmla="*/ 16 h 1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0" h="16">
                      <a:moveTo>
                        <a:pt x="12" y="14"/>
                      </a:moveTo>
                      <a:lnTo>
                        <a:pt x="14" y="14"/>
                      </a:lnTo>
                      <a:lnTo>
                        <a:pt x="14" y="12"/>
                      </a:lnTo>
                      <a:lnTo>
                        <a:pt x="16" y="8"/>
                      </a:lnTo>
                      <a:lnTo>
                        <a:pt x="16" y="14"/>
                      </a:lnTo>
                      <a:lnTo>
                        <a:pt x="18" y="16"/>
                      </a:lnTo>
                      <a:lnTo>
                        <a:pt x="20" y="16"/>
                      </a:lnTo>
                      <a:lnTo>
                        <a:pt x="22" y="14"/>
                      </a:lnTo>
                      <a:lnTo>
                        <a:pt x="28" y="14"/>
                      </a:lnTo>
                      <a:lnTo>
                        <a:pt x="32" y="10"/>
                      </a:lnTo>
                      <a:lnTo>
                        <a:pt x="38" y="6"/>
                      </a:lnTo>
                      <a:lnTo>
                        <a:pt x="40" y="0"/>
                      </a:lnTo>
                      <a:lnTo>
                        <a:pt x="28" y="0"/>
                      </a:lnTo>
                      <a:lnTo>
                        <a:pt x="24" y="0"/>
                      </a:lnTo>
                      <a:lnTo>
                        <a:pt x="20" y="2"/>
                      </a:lnTo>
                      <a:lnTo>
                        <a:pt x="18" y="2"/>
                      </a:lnTo>
                      <a:lnTo>
                        <a:pt x="8" y="2"/>
                      </a:lnTo>
                      <a:lnTo>
                        <a:pt x="0" y="12"/>
                      </a:lnTo>
                      <a:lnTo>
                        <a:pt x="4" y="14"/>
                      </a:lnTo>
                      <a:lnTo>
                        <a:pt x="12" y="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79" name="ïslîdè"/>
                <p:cNvSpPr/>
                <p:nvPr/>
              </p:nvSpPr>
              <p:spPr bwMode="auto">
                <a:xfrm>
                  <a:off x="2631853" y="3602874"/>
                  <a:ext cx="122572" cy="231174"/>
                </a:xfrm>
                <a:custGeom>
                  <a:avLst/>
                  <a:gdLst>
                    <a:gd name="T0" fmla="*/ 2147483647 w 70"/>
                    <a:gd name="T1" fmla="*/ 0 h 138"/>
                    <a:gd name="T2" fmla="*/ 2147483647 w 70"/>
                    <a:gd name="T3" fmla="*/ 2147483647 h 138"/>
                    <a:gd name="T4" fmla="*/ 2147483647 w 70"/>
                    <a:gd name="T5" fmla="*/ 2147483647 h 138"/>
                    <a:gd name="T6" fmla="*/ 2147483647 w 70"/>
                    <a:gd name="T7" fmla="*/ 2147483647 h 138"/>
                    <a:gd name="T8" fmla="*/ 2147483647 w 70"/>
                    <a:gd name="T9" fmla="*/ 2147483647 h 138"/>
                    <a:gd name="T10" fmla="*/ 2147483647 w 70"/>
                    <a:gd name="T11" fmla="*/ 2147483647 h 138"/>
                    <a:gd name="T12" fmla="*/ 2147483647 w 70"/>
                    <a:gd name="T13" fmla="*/ 2147483647 h 138"/>
                    <a:gd name="T14" fmla="*/ 0 w 70"/>
                    <a:gd name="T15" fmla="*/ 2147483647 h 138"/>
                    <a:gd name="T16" fmla="*/ 0 w 70"/>
                    <a:gd name="T17" fmla="*/ 2147483647 h 138"/>
                    <a:gd name="T18" fmla="*/ 2147483647 w 70"/>
                    <a:gd name="T19" fmla="*/ 2147483647 h 138"/>
                    <a:gd name="T20" fmla="*/ 2147483647 w 70"/>
                    <a:gd name="T21" fmla="*/ 2147483647 h 138"/>
                    <a:gd name="T22" fmla="*/ 2147483647 w 70"/>
                    <a:gd name="T23" fmla="*/ 2147483647 h 138"/>
                    <a:gd name="T24" fmla="*/ 2147483647 w 70"/>
                    <a:gd name="T25" fmla="*/ 2147483647 h 138"/>
                    <a:gd name="T26" fmla="*/ 2147483647 w 70"/>
                    <a:gd name="T27" fmla="*/ 2147483647 h 138"/>
                    <a:gd name="T28" fmla="*/ 2147483647 w 70"/>
                    <a:gd name="T29" fmla="*/ 2147483647 h 138"/>
                    <a:gd name="T30" fmla="*/ 2147483647 w 70"/>
                    <a:gd name="T31" fmla="*/ 2147483647 h 138"/>
                    <a:gd name="T32" fmla="*/ 2147483647 w 70"/>
                    <a:gd name="T33" fmla="*/ 2147483647 h 138"/>
                    <a:gd name="T34" fmla="*/ 2147483647 w 70"/>
                    <a:gd name="T35" fmla="*/ 2147483647 h 138"/>
                    <a:gd name="T36" fmla="*/ 2147483647 w 70"/>
                    <a:gd name="T37" fmla="*/ 2147483647 h 138"/>
                    <a:gd name="T38" fmla="*/ 2147483647 w 70"/>
                    <a:gd name="T39" fmla="*/ 2147483647 h 138"/>
                    <a:gd name="T40" fmla="*/ 2147483647 w 70"/>
                    <a:gd name="T41" fmla="*/ 2147483647 h 138"/>
                    <a:gd name="T42" fmla="*/ 2147483647 w 70"/>
                    <a:gd name="T43" fmla="*/ 2147483647 h 138"/>
                    <a:gd name="T44" fmla="*/ 2147483647 w 70"/>
                    <a:gd name="T45" fmla="*/ 2147483647 h 138"/>
                    <a:gd name="T46" fmla="*/ 2147483647 w 70"/>
                    <a:gd name="T47" fmla="*/ 2147483647 h 138"/>
                    <a:gd name="T48" fmla="*/ 2147483647 w 70"/>
                    <a:gd name="T49" fmla="*/ 2147483647 h 138"/>
                    <a:gd name="T50" fmla="*/ 2147483647 w 70"/>
                    <a:gd name="T51" fmla="*/ 2147483647 h 138"/>
                    <a:gd name="T52" fmla="*/ 2147483647 w 70"/>
                    <a:gd name="T53" fmla="*/ 2147483647 h 138"/>
                    <a:gd name="T54" fmla="*/ 2147483647 w 70"/>
                    <a:gd name="T55" fmla="*/ 2147483647 h 138"/>
                    <a:gd name="T56" fmla="*/ 2147483647 w 70"/>
                    <a:gd name="T57" fmla="*/ 2147483647 h 138"/>
                    <a:gd name="T58" fmla="*/ 2147483647 w 70"/>
                    <a:gd name="T59" fmla="*/ 2147483647 h 138"/>
                    <a:gd name="T60" fmla="*/ 2147483647 w 70"/>
                    <a:gd name="T61" fmla="*/ 2147483647 h 138"/>
                    <a:gd name="T62" fmla="*/ 2147483647 w 70"/>
                    <a:gd name="T63" fmla="*/ 2147483647 h 138"/>
                    <a:gd name="T64" fmla="*/ 2147483647 w 70"/>
                    <a:gd name="T65" fmla="*/ 2147483647 h 138"/>
                    <a:gd name="T66" fmla="*/ 2147483647 w 70"/>
                    <a:gd name="T67" fmla="*/ 2147483647 h 138"/>
                    <a:gd name="T68" fmla="*/ 2147483647 w 70"/>
                    <a:gd name="T69" fmla="*/ 2147483647 h 138"/>
                    <a:gd name="T70" fmla="*/ 2147483647 w 70"/>
                    <a:gd name="T71" fmla="*/ 2147483647 h 138"/>
                    <a:gd name="T72" fmla="*/ 2147483647 w 70"/>
                    <a:gd name="T73" fmla="*/ 2147483647 h 138"/>
                    <a:gd name="T74" fmla="*/ 2147483647 w 70"/>
                    <a:gd name="T75" fmla="*/ 2147483647 h 138"/>
                    <a:gd name="T76" fmla="*/ 2147483647 w 70"/>
                    <a:gd name="T77" fmla="*/ 2147483647 h 138"/>
                    <a:gd name="T78" fmla="*/ 2147483647 w 70"/>
                    <a:gd name="T79" fmla="*/ 2147483647 h 138"/>
                    <a:gd name="T80" fmla="*/ 2147483647 w 70"/>
                    <a:gd name="T81" fmla="*/ 2147483647 h 138"/>
                    <a:gd name="T82" fmla="*/ 2147483647 w 70"/>
                    <a:gd name="T83" fmla="*/ 2147483647 h 138"/>
                    <a:gd name="T84" fmla="*/ 2147483647 w 70"/>
                    <a:gd name="T85" fmla="*/ 2147483647 h 138"/>
                    <a:gd name="T86" fmla="*/ 2147483647 w 70"/>
                    <a:gd name="T87" fmla="*/ 2147483647 h 138"/>
                    <a:gd name="T88" fmla="*/ 2147483647 w 70"/>
                    <a:gd name="T89" fmla="*/ 2147483647 h 138"/>
                    <a:gd name="T90" fmla="*/ 2147483647 w 70"/>
                    <a:gd name="T91" fmla="*/ 2147483647 h 138"/>
                    <a:gd name="T92" fmla="*/ 2147483647 w 70"/>
                    <a:gd name="T93" fmla="*/ 2147483647 h 138"/>
                    <a:gd name="T94" fmla="*/ 2147483647 w 70"/>
                    <a:gd name="T95" fmla="*/ 2147483647 h 138"/>
                    <a:gd name="T96" fmla="*/ 2147483647 w 70"/>
                    <a:gd name="T97" fmla="*/ 2147483647 h 138"/>
                    <a:gd name="T98" fmla="*/ 2147483647 w 70"/>
                    <a:gd name="T99" fmla="*/ 2147483647 h 138"/>
                    <a:gd name="T100" fmla="*/ 2147483647 w 70"/>
                    <a:gd name="T101" fmla="*/ 2147483647 h 138"/>
                    <a:gd name="T102" fmla="*/ 2147483647 w 70"/>
                    <a:gd name="T103" fmla="*/ 2147483647 h 138"/>
                    <a:gd name="T104" fmla="*/ 2147483647 w 70"/>
                    <a:gd name="T105" fmla="*/ 2147483647 h 138"/>
                    <a:gd name="T106" fmla="*/ 2147483647 w 70"/>
                    <a:gd name="T107" fmla="*/ 2147483647 h 138"/>
                    <a:gd name="T108" fmla="*/ 2147483647 w 70"/>
                    <a:gd name="T109" fmla="*/ 0 h 138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70"/>
                    <a:gd name="T166" fmla="*/ 0 h 138"/>
                    <a:gd name="T167" fmla="*/ 70 w 70"/>
                    <a:gd name="T168" fmla="*/ 138 h 138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70" h="138">
                      <a:moveTo>
                        <a:pt x="26" y="0"/>
                      </a:moveTo>
                      <a:lnTo>
                        <a:pt x="22" y="8"/>
                      </a:lnTo>
                      <a:lnTo>
                        <a:pt x="18" y="14"/>
                      </a:lnTo>
                      <a:lnTo>
                        <a:pt x="12" y="18"/>
                      </a:lnTo>
                      <a:lnTo>
                        <a:pt x="10" y="24"/>
                      </a:lnTo>
                      <a:lnTo>
                        <a:pt x="12" y="28"/>
                      </a:lnTo>
                      <a:lnTo>
                        <a:pt x="18" y="32"/>
                      </a:lnTo>
                      <a:lnTo>
                        <a:pt x="0" y="42"/>
                      </a:lnTo>
                      <a:lnTo>
                        <a:pt x="0" y="54"/>
                      </a:lnTo>
                      <a:lnTo>
                        <a:pt x="2" y="58"/>
                      </a:lnTo>
                      <a:lnTo>
                        <a:pt x="4" y="60"/>
                      </a:lnTo>
                      <a:lnTo>
                        <a:pt x="8" y="64"/>
                      </a:lnTo>
                      <a:lnTo>
                        <a:pt x="8" y="68"/>
                      </a:lnTo>
                      <a:lnTo>
                        <a:pt x="20" y="68"/>
                      </a:lnTo>
                      <a:lnTo>
                        <a:pt x="20" y="76"/>
                      </a:lnTo>
                      <a:lnTo>
                        <a:pt x="20" y="78"/>
                      </a:lnTo>
                      <a:lnTo>
                        <a:pt x="24" y="82"/>
                      </a:lnTo>
                      <a:lnTo>
                        <a:pt x="26" y="88"/>
                      </a:lnTo>
                      <a:lnTo>
                        <a:pt x="26" y="94"/>
                      </a:lnTo>
                      <a:lnTo>
                        <a:pt x="26" y="98"/>
                      </a:lnTo>
                      <a:lnTo>
                        <a:pt x="26" y="102"/>
                      </a:lnTo>
                      <a:lnTo>
                        <a:pt x="24" y="106"/>
                      </a:lnTo>
                      <a:lnTo>
                        <a:pt x="22" y="112"/>
                      </a:lnTo>
                      <a:lnTo>
                        <a:pt x="24" y="122"/>
                      </a:lnTo>
                      <a:lnTo>
                        <a:pt x="26" y="130"/>
                      </a:lnTo>
                      <a:lnTo>
                        <a:pt x="32" y="136"/>
                      </a:lnTo>
                      <a:lnTo>
                        <a:pt x="34" y="138"/>
                      </a:lnTo>
                      <a:lnTo>
                        <a:pt x="38" y="138"/>
                      </a:lnTo>
                      <a:lnTo>
                        <a:pt x="44" y="138"/>
                      </a:lnTo>
                      <a:lnTo>
                        <a:pt x="48" y="136"/>
                      </a:lnTo>
                      <a:lnTo>
                        <a:pt x="54" y="132"/>
                      </a:lnTo>
                      <a:lnTo>
                        <a:pt x="60" y="126"/>
                      </a:lnTo>
                      <a:lnTo>
                        <a:pt x="64" y="124"/>
                      </a:lnTo>
                      <a:lnTo>
                        <a:pt x="70" y="124"/>
                      </a:lnTo>
                      <a:lnTo>
                        <a:pt x="68" y="118"/>
                      </a:lnTo>
                      <a:lnTo>
                        <a:pt x="66" y="112"/>
                      </a:lnTo>
                      <a:lnTo>
                        <a:pt x="60" y="104"/>
                      </a:lnTo>
                      <a:lnTo>
                        <a:pt x="54" y="96"/>
                      </a:lnTo>
                      <a:lnTo>
                        <a:pt x="54" y="92"/>
                      </a:lnTo>
                      <a:lnTo>
                        <a:pt x="54" y="86"/>
                      </a:lnTo>
                      <a:lnTo>
                        <a:pt x="54" y="82"/>
                      </a:lnTo>
                      <a:lnTo>
                        <a:pt x="54" y="78"/>
                      </a:lnTo>
                      <a:lnTo>
                        <a:pt x="58" y="74"/>
                      </a:lnTo>
                      <a:lnTo>
                        <a:pt x="64" y="70"/>
                      </a:lnTo>
                      <a:lnTo>
                        <a:pt x="68" y="64"/>
                      </a:lnTo>
                      <a:lnTo>
                        <a:pt x="70" y="44"/>
                      </a:lnTo>
                      <a:lnTo>
                        <a:pt x="60" y="36"/>
                      </a:lnTo>
                      <a:lnTo>
                        <a:pt x="56" y="32"/>
                      </a:lnTo>
                      <a:lnTo>
                        <a:pt x="52" y="32"/>
                      </a:lnTo>
                      <a:lnTo>
                        <a:pt x="46" y="32"/>
                      </a:lnTo>
                      <a:lnTo>
                        <a:pt x="46" y="24"/>
                      </a:lnTo>
                      <a:lnTo>
                        <a:pt x="44" y="20"/>
                      </a:lnTo>
                      <a:lnTo>
                        <a:pt x="40" y="12"/>
                      </a:lnTo>
                      <a:lnTo>
                        <a:pt x="32" y="4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0" name="is1iḍê"/>
                <p:cNvSpPr/>
                <p:nvPr/>
              </p:nvSpPr>
              <p:spPr bwMode="auto">
                <a:xfrm>
                  <a:off x="2725503" y="3677129"/>
                  <a:ext cx="115686" cy="142908"/>
                </a:xfrm>
                <a:custGeom>
                  <a:avLst/>
                  <a:gdLst>
                    <a:gd name="T0" fmla="*/ 2147483647 w 66"/>
                    <a:gd name="T1" fmla="*/ 2147483647 h 86"/>
                    <a:gd name="T2" fmla="*/ 2147483647 w 66"/>
                    <a:gd name="T3" fmla="*/ 2147483647 h 86"/>
                    <a:gd name="T4" fmla="*/ 2147483647 w 66"/>
                    <a:gd name="T5" fmla="*/ 2147483647 h 86"/>
                    <a:gd name="T6" fmla="*/ 2147483647 w 66"/>
                    <a:gd name="T7" fmla="*/ 2147483647 h 86"/>
                    <a:gd name="T8" fmla="*/ 2147483647 w 66"/>
                    <a:gd name="T9" fmla="*/ 2147483647 h 86"/>
                    <a:gd name="T10" fmla="*/ 2147483647 w 66"/>
                    <a:gd name="T11" fmla="*/ 2147483647 h 86"/>
                    <a:gd name="T12" fmla="*/ 2147483647 w 66"/>
                    <a:gd name="T13" fmla="*/ 2147483647 h 86"/>
                    <a:gd name="T14" fmla="*/ 2147483647 w 66"/>
                    <a:gd name="T15" fmla="*/ 2147483647 h 86"/>
                    <a:gd name="T16" fmla="*/ 2147483647 w 66"/>
                    <a:gd name="T17" fmla="*/ 2147483647 h 86"/>
                    <a:gd name="T18" fmla="*/ 2147483647 w 66"/>
                    <a:gd name="T19" fmla="*/ 2147483647 h 86"/>
                    <a:gd name="T20" fmla="*/ 2147483647 w 66"/>
                    <a:gd name="T21" fmla="*/ 2147483647 h 86"/>
                    <a:gd name="T22" fmla="*/ 2147483647 w 66"/>
                    <a:gd name="T23" fmla="*/ 2147483647 h 86"/>
                    <a:gd name="T24" fmla="*/ 2147483647 w 66"/>
                    <a:gd name="T25" fmla="*/ 2147483647 h 86"/>
                    <a:gd name="T26" fmla="*/ 2147483647 w 66"/>
                    <a:gd name="T27" fmla="*/ 2147483647 h 86"/>
                    <a:gd name="T28" fmla="*/ 2147483647 w 66"/>
                    <a:gd name="T29" fmla="*/ 2147483647 h 86"/>
                    <a:gd name="T30" fmla="*/ 2147483647 w 66"/>
                    <a:gd name="T31" fmla="*/ 2147483647 h 86"/>
                    <a:gd name="T32" fmla="*/ 2147483647 w 66"/>
                    <a:gd name="T33" fmla="*/ 2147483647 h 86"/>
                    <a:gd name="T34" fmla="*/ 2147483647 w 66"/>
                    <a:gd name="T35" fmla="*/ 2147483647 h 86"/>
                    <a:gd name="T36" fmla="*/ 2147483647 w 66"/>
                    <a:gd name="T37" fmla="*/ 2147483647 h 86"/>
                    <a:gd name="T38" fmla="*/ 2147483647 w 66"/>
                    <a:gd name="T39" fmla="*/ 2147483647 h 86"/>
                    <a:gd name="T40" fmla="*/ 2147483647 w 66"/>
                    <a:gd name="T41" fmla="*/ 2147483647 h 86"/>
                    <a:gd name="T42" fmla="*/ 2147483647 w 66"/>
                    <a:gd name="T43" fmla="*/ 2147483647 h 86"/>
                    <a:gd name="T44" fmla="*/ 2147483647 w 66"/>
                    <a:gd name="T45" fmla="*/ 2147483647 h 86"/>
                    <a:gd name="T46" fmla="*/ 2147483647 w 66"/>
                    <a:gd name="T47" fmla="*/ 2147483647 h 86"/>
                    <a:gd name="T48" fmla="*/ 0 w 66"/>
                    <a:gd name="T49" fmla="*/ 2147483647 h 86"/>
                    <a:gd name="T50" fmla="*/ 0 w 66"/>
                    <a:gd name="T51" fmla="*/ 2147483647 h 86"/>
                    <a:gd name="T52" fmla="*/ 0 w 66"/>
                    <a:gd name="T53" fmla="*/ 2147483647 h 86"/>
                    <a:gd name="T54" fmla="*/ 0 w 66"/>
                    <a:gd name="T55" fmla="*/ 2147483647 h 86"/>
                    <a:gd name="T56" fmla="*/ 0 w 66"/>
                    <a:gd name="T57" fmla="*/ 2147483647 h 86"/>
                    <a:gd name="T58" fmla="*/ 2147483647 w 66"/>
                    <a:gd name="T59" fmla="*/ 2147483647 h 86"/>
                    <a:gd name="T60" fmla="*/ 2147483647 w 66"/>
                    <a:gd name="T61" fmla="*/ 2147483647 h 86"/>
                    <a:gd name="T62" fmla="*/ 2147483647 w 66"/>
                    <a:gd name="T63" fmla="*/ 2147483647 h 86"/>
                    <a:gd name="T64" fmla="*/ 2147483647 w 66"/>
                    <a:gd name="T65" fmla="*/ 0 h 86"/>
                    <a:gd name="T66" fmla="*/ 2147483647 w 66"/>
                    <a:gd name="T67" fmla="*/ 2147483647 h 86"/>
                    <a:gd name="T68" fmla="*/ 2147483647 w 66"/>
                    <a:gd name="T69" fmla="*/ 2147483647 h 86"/>
                    <a:gd name="T70" fmla="*/ 2147483647 w 66"/>
                    <a:gd name="T71" fmla="*/ 2147483647 h 86"/>
                    <a:gd name="T72" fmla="*/ 2147483647 w 66"/>
                    <a:gd name="T73" fmla="*/ 2147483647 h 86"/>
                    <a:gd name="T74" fmla="*/ 2147483647 w 66"/>
                    <a:gd name="T75" fmla="*/ 2147483647 h 8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66"/>
                    <a:gd name="T115" fmla="*/ 0 h 86"/>
                    <a:gd name="T116" fmla="*/ 66 w 66"/>
                    <a:gd name="T117" fmla="*/ 86 h 8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66" h="86">
                      <a:moveTo>
                        <a:pt x="66" y="10"/>
                      </a:moveTo>
                      <a:lnTo>
                        <a:pt x="64" y="18"/>
                      </a:lnTo>
                      <a:lnTo>
                        <a:pt x="60" y="24"/>
                      </a:lnTo>
                      <a:lnTo>
                        <a:pt x="58" y="30"/>
                      </a:lnTo>
                      <a:lnTo>
                        <a:pt x="56" y="36"/>
                      </a:lnTo>
                      <a:lnTo>
                        <a:pt x="58" y="42"/>
                      </a:lnTo>
                      <a:lnTo>
                        <a:pt x="60" y="46"/>
                      </a:lnTo>
                      <a:lnTo>
                        <a:pt x="62" y="52"/>
                      </a:lnTo>
                      <a:lnTo>
                        <a:pt x="64" y="58"/>
                      </a:lnTo>
                      <a:lnTo>
                        <a:pt x="62" y="62"/>
                      </a:lnTo>
                      <a:lnTo>
                        <a:pt x="58" y="66"/>
                      </a:lnTo>
                      <a:lnTo>
                        <a:pt x="54" y="76"/>
                      </a:lnTo>
                      <a:lnTo>
                        <a:pt x="52" y="74"/>
                      </a:lnTo>
                      <a:lnTo>
                        <a:pt x="50" y="68"/>
                      </a:lnTo>
                      <a:lnTo>
                        <a:pt x="40" y="72"/>
                      </a:lnTo>
                      <a:lnTo>
                        <a:pt x="28" y="76"/>
                      </a:lnTo>
                      <a:lnTo>
                        <a:pt x="28" y="86"/>
                      </a:lnTo>
                      <a:lnTo>
                        <a:pt x="26" y="84"/>
                      </a:lnTo>
                      <a:lnTo>
                        <a:pt x="22" y="82"/>
                      </a:lnTo>
                      <a:lnTo>
                        <a:pt x="20" y="80"/>
                      </a:lnTo>
                      <a:lnTo>
                        <a:pt x="16" y="80"/>
                      </a:lnTo>
                      <a:lnTo>
                        <a:pt x="14" y="74"/>
                      </a:lnTo>
                      <a:lnTo>
                        <a:pt x="12" y="68"/>
                      </a:lnTo>
                      <a:lnTo>
                        <a:pt x="6" y="60"/>
                      </a:lnTo>
                      <a:lnTo>
                        <a:pt x="0" y="52"/>
                      </a:lnTo>
                      <a:lnTo>
                        <a:pt x="0" y="48"/>
                      </a:lnTo>
                      <a:lnTo>
                        <a:pt x="0" y="42"/>
                      </a:lnTo>
                      <a:lnTo>
                        <a:pt x="0" y="38"/>
                      </a:lnTo>
                      <a:lnTo>
                        <a:pt x="0" y="34"/>
                      </a:lnTo>
                      <a:lnTo>
                        <a:pt x="4" y="30"/>
                      </a:lnTo>
                      <a:lnTo>
                        <a:pt x="10" y="26"/>
                      </a:lnTo>
                      <a:lnTo>
                        <a:pt x="14" y="20"/>
                      </a:lnTo>
                      <a:lnTo>
                        <a:pt x="16" y="0"/>
                      </a:lnTo>
                      <a:lnTo>
                        <a:pt x="24" y="6"/>
                      </a:lnTo>
                      <a:lnTo>
                        <a:pt x="28" y="6"/>
                      </a:lnTo>
                      <a:lnTo>
                        <a:pt x="44" y="6"/>
                      </a:lnTo>
                      <a:lnTo>
                        <a:pt x="48" y="8"/>
                      </a:lnTo>
                      <a:lnTo>
                        <a:pt x="66" y="1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1" name="i$lïdê"/>
                <p:cNvSpPr/>
                <p:nvPr/>
              </p:nvSpPr>
              <p:spPr bwMode="auto">
                <a:xfrm>
                  <a:off x="2820532" y="3693942"/>
                  <a:ext cx="99160" cy="112085"/>
                </a:xfrm>
                <a:custGeom>
                  <a:avLst/>
                  <a:gdLst>
                    <a:gd name="T0" fmla="*/ 2147483647 w 56"/>
                    <a:gd name="T1" fmla="*/ 2147483647 h 68"/>
                    <a:gd name="T2" fmla="*/ 2147483647 w 56"/>
                    <a:gd name="T3" fmla="*/ 2147483647 h 68"/>
                    <a:gd name="T4" fmla="*/ 2147483647 w 56"/>
                    <a:gd name="T5" fmla="*/ 2147483647 h 68"/>
                    <a:gd name="T6" fmla="*/ 2147483647 w 56"/>
                    <a:gd name="T7" fmla="*/ 2147483647 h 68"/>
                    <a:gd name="T8" fmla="*/ 2147483647 w 56"/>
                    <a:gd name="T9" fmla="*/ 2147483647 h 68"/>
                    <a:gd name="T10" fmla="*/ 2147483647 w 56"/>
                    <a:gd name="T11" fmla="*/ 2147483647 h 68"/>
                    <a:gd name="T12" fmla="*/ 2147483647 w 56"/>
                    <a:gd name="T13" fmla="*/ 2147483647 h 68"/>
                    <a:gd name="T14" fmla="*/ 2147483647 w 56"/>
                    <a:gd name="T15" fmla="*/ 2147483647 h 68"/>
                    <a:gd name="T16" fmla="*/ 2147483647 w 56"/>
                    <a:gd name="T17" fmla="*/ 2147483647 h 68"/>
                    <a:gd name="T18" fmla="*/ 0 w 56"/>
                    <a:gd name="T19" fmla="*/ 2147483647 h 68"/>
                    <a:gd name="T20" fmla="*/ 2147483647 w 56"/>
                    <a:gd name="T21" fmla="*/ 2147483647 h 68"/>
                    <a:gd name="T22" fmla="*/ 2147483647 w 56"/>
                    <a:gd name="T23" fmla="*/ 2147483647 h 68"/>
                    <a:gd name="T24" fmla="*/ 2147483647 w 56"/>
                    <a:gd name="T25" fmla="*/ 2147483647 h 68"/>
                    <a:gd name="T26" fmla="*/ 2147483647 w 56"/>
                    <a:gd name="T27" fmla="*/ 2147483647 h 68"/>
                    <a:gd name="T28" fmla="*/ 2147483647 w 56"/>
                    <a:gd name="T29" fmla="*/ 2147483647 h 68"/>
                    <a:gd name="T30" fmla="*/ 2147483647 w 56"/>
                    <a:gd name="T31" fmla="*/ 2147483647 h 68"/>
                    <a:gd name="T32" fmla="*/ 2147483647 w 56"/>
                    <a:gd name="T33" fmla="*/ 2147483647 h 68"/>
                    <a:gd name="T34" fmla="*/ 2147483647 w 56"/>
                    <a:gd name="T35" fmla="*/ 2147483647 h 68"/>
                    <a:gd name="T36" fmla="*/ 2147483647 w 56"/>
                    <a:gd name="T37" fmla="*/ 2147483647 h 68"/>
                    <a:gd name="T38" fmla="*/ 2147483647 w 56"/>
                    <a:gd name="T39" fmla="*/ 2147483647 h 68"/>
                    <a:gd name="T40" fmla="*/ 2147483647 w 56"/>
                    <a:gd name="T41" fmla="*/ 0 h 68"/>
                    <a:gd name="T42" fmla="*/ 2147483647 w 56"/>
                    <a:gd name="T43" fmla="*/ 2147483647 h 68"/>
                    <a:gd name="T44" fmla="*/ 2147483647 w 56"/>
                    <a:gd name="T45" fmla="*/ 2147483647 h 68"/>
                    <a:gd name="T46" fmla="*/ 2147483647 w 56"/>
                    <a:gd name="T47" fmla="*/ 2147483647 h 68"/>
                    <a:gd name="T48" fmla="*/ 2147483647 w 56"/>
                    <a:gd name="T49" fmla="*/ 2147483647 h 68"/>
                    <a:gd name="T50" fmla="*/ 2147483647 w 56"/>
                    <a:gd name="T51" fmla="*/ 2147483647 h 68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56"/>
                    <a:gd name="T79" fmla="*/ 0 h 68"/>
                    <a:gd name="T80" fmla="*/ 56 w 56"/>
                    <a:gd name="T81" fmla="*/ 68 h 68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56" h="68">
                      <a:moveTo>
                        <a:pt x="56" y="28"/>
                      </a:moveTo>
                      <a:lnTo>
                        <a:pt x="54" y="26"/>
                      </a:lnTo>
                      <a:lnTo>
                        <a:pt x="48" y="40"/>
                      </a:lnTo>
                      <a:lnTo>
                        <a:pt x="40" y="52"/>
                      </a:lnTo>
                      <a:lnTo>
                        <a:pt x="34" y="58"/>
                      </a:lnTo>
                      <a:lnTo>
                        <a:pt x="28" y="64"/>
                      </a:lnTo>
                      <a:lnTo>
                        <a:pt x="22" y="68"/>
                      </a:lnTo>
                      <a:lnTo>
                        <a:pt x="12" y="68"/>
                      </a:lnTo>
                      <a:lnTo>
                        <a:pt x="6" y="68"/>
                      </a:lnTo>
                      <a:lnTo>
                        <a:pt x="0" y="66"/>
                      </a:lnTo>
                      <a:lnTo>
                        <a:pt x="4" y="56"/>
                      </a:lnTo>
                      <a:lnTo>
                        <a:pt x="8" y="52"/>
                      </a:lnTo>
                      <a:lnTo>
                        <a:pt x="10" y="48"/>
                      </a:lnTo>
                      <a:lnTo>
                        <a:pt x="8" y="42"/>
                      </a:lnTo>
                      <a:lnTo>
                        <a:pt x="6" y="36"/>
                      </a:lnTo>
                      <a:lnTo>
                        <a:pt x="4" y="32"/>
                      </a:lnTo>
                      <a:lnTo>
                        <a:pt x="2" y="26"/>
                      </a:lnTo>
                      <a:lnTo>
                        <a:pt x="4" y="20"/>
                      </a:lnTo>
                      <a:lnTo>
                        <a:pt x="6" y="14"/>
                      </a:lnTo>
                      <a:lnTo>
                        <a:pt x="10" y="8"/>
                      </a:lnTo>
                      <a:lnTo>
                        <a:pt x="12" y="0"/>
                      </a:lnTo>
                      <a:lnTo>
                        <a:pt x="26" y="4"/>
                      </a:lnTo>
                      <a:lnTo>
                        <a:pt x="34" y="10"/>
                      </a:lnTo>
                      <a:lnTo>
                        <a:pt x="44" y="18"/>
                      </a:lnTo>
                      <a:lnTo>
                        <a:pt x="54" y="26"/>
                      </a:lnTo>
                      <a:lnTo>
                        <a:pt x="56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2" name="îṥḷïḑê"/>
                <p:cNvSpPr/>
                <p:nvPr/>
              </p:nvSpPr>
              <p:spPr bwMode="auto">
                <a:xfrm>
                  <a:off x="2302698" y="3510403"/>
                  <a:ext cx="375980" cy="340458"/>
                </a:xfrm>
                <a:custGeom>
                  <a:avLst/>
                  <a:gdLst>
                    <a:gd name="T0" fmla="*/ 2147483647 w 214"/>
                    <a:gd name="T1" fmla="*/ 2147483647 h 204"/>
                    <a:gd name="T2" fmla="*/ 2147483647 w 214"/>
                    <a:gd name="T3" fmla="*/ 2147483647 h 204"/>
                    <a:gd name="T4" fmla="*/ 2147483647 w 214"/>
                    <a:gd name="T5" fmla="*/ 2147483647 h 204"/>
                    <a:gd name="T6" fmla="*/ 2147483647 w 214"/>
                    <a:gd name="T7" fmla="*/ 2147483647 h 204"/>
                    <a:gd name="T8" fmla="*/ 2147483647 w 214"/>
                    <a:gd name="T9" fmla="*/ 2147483647 h 204"/>
                    <a:gd name="T10" fmla="*/ 2147483647 w 214"/>
                    <a:gd name="T11" fmla="*/ 2147483647 h 204"/>
                    <a:gd name="T12" fmla="*/ 2147483647 w 214"/>
                    <a:gd name="T13" fmla="*/ 2147483647 h 204"/>
                    <a:gd name="T14" fmla="*/ 2147483647 w 214"/>
                    <a:gd name="T15" fmla="*/ 2147483647 h 204"/>
                    <a:gd name="T16" fmla="*/ 2147483647 w 214"/>
                    <a:gd name="T17" fmla="*/ 2147483647 h 204"/>
                    <a:gd name="T18" fmla="*/ 2147483647 w 214"/>
                    <a:gd name="T19" fmla="*/ 2147483647 h 204"/>
                    <a:gd name="T20" fmla="*/ 2147483647 w 214"/>
                    <a:gd name="T21" fmla="*/ 2147483647 h 204"/>
                    <a:gd name="T22" fmla="*/ 2147483647 w 214"/>
                    <a:gd name="T23" fmla="*/ 2147483647 h 204"/>
                    <a:gd name="T24" fmla="*/ 2147483647 w 214"/>
                    <a:gd name="T25" fmla="*/ 2147483647 h 204"/>
                    <a:gd name="T26" fmla="*/ 2147483647 w 214"/>
                    <a:gd name="T27" fmla="*/ 2147483647 h 204"/>
                    <a:gd name="T28" fmla="*/ 2147483647 w 214"/>
                    <a:gd name="T29" fmla="*/ 2147483647 h 204"/>
                    <a:gd name="T30" fmla="*/ 2147483647 w 214"/>
                    <a:gd name="T31" fmla="*/ 2147483647 h 204"/>
                    <a:gd name="T32" fmla="*/ 2147483647 w 214"/>
                    <a:gd name="T33" fmla="*/ 2147483647 h 204"/>
                    <a:gd name="T34" fmla="*/ 2147483647 w 214"/>
                    <a:gd name="T35" fmla="*/ 2147483647 h 204"/>
                    <a:gd name="T36" fmla="*/ 2147483647 w 214"/>
                    <a:gd name="T37" fmla="*/ 2147483647 h 204"/>
                    <a:gd name="T38" fmla="*/ 2147483647 w 214"/>
                    <a:gd name="T39" fmla="*/ 2147483647 h 204"/>
                    <a:gd name="T40" fmla="*/ 2147483647 w 214"/>
                    <a:gd name="T41" fmla="*/ 2147483647 h 204"/>
                    <a:gd name="T42" fmla="*/ 2147483647 w 214"/>
                    <a:gd name="T43" fmla="*/ 2147483647 h 204"/>
                    <a:gd name="T44" fmla="*/ 2147483647 w 214"/>
                    <a:gd name="T45" fmla="*/ 2147483647 h 204"/>
                    <a:gd name="T46" fmla="*/ 0 w 214"/>
                    <a:gd name="T47" fmla="*/ 2147483647 h 204"/>
                    <a:gd name="T48" fmla="*/ 2147483647 w 214"/>
                    <a:gd name="T49" fmla="*/ 2147483647 h 204"/>
                    <a:gd name="T50" fmla="*/ 2147483647 w 214"/>
                    <a:gd name="T51" fmla="*/ 2147483647 h 204"/>
                    <a:gd name="T52" fmla="*/ 2147483647 w 214"/>
                    <a:gd name="T53" fmla="*/ 2147483647 h 204"/>
                    <a:gd name="T54" fmla="*/ 2147483647 w 214"/>
                    <a:gd name="T55" fmla="*/ 2147483647 h 204"/>
                    <a:gd name="T56" fmla="*/ 2147483647 w 214"/>
                    <a:gd name="T57" fmla="*/ 2147483647 h 204"/>
                    <a:gd name="T58" fmla="*/ 2147483647 w 214"/>
                    <a:gd name="T59" fmla="*/ 2147483647 h 204"/>
                    <a:gd name="T60" fmla="*/ 2147483647 w 214"/>
                    <a:gd name="T61" fmla="*/ 2147483647 h 204"/>
                    <a:gd name="T62" fmla="*/ 2147483647 w 214"/>
                    <a:gd name="T63" fmla="*/ 2147483647 h 204"/>
                    <a:gd name="T64" fmla="*/ 2147483647 w 214"/>
                    <a:gd name="T65" fmla="*/ 2147483647 h 204"/>
                    <a:gd name="T66" fmla="*/ 2147483647 w 214"/>
                    <a:gd name="T67" fmla="*/ 2147483647 h 204"/>
                    <a:gd name="T68" fmla="*/ 2147483647 w 214"/>
                    <a:gd name="T69" fmla="*/ 2147483647 h 204"/>
                    <a:gd name="T70" fmla="*/ 2147483647 w 214"/>
                    <a:gd name="T71" fmla="*/ 2147483647 h 204"/>
                    <a:gd name="T72" fmla="*/ 2147483647 w 214"/>
                    <a:gd name="T73" fmla="*/ 2147483647 h 204"/>
                    <a:gd name="T74" fmla="*/ 2147483647 w 214"/>
                    <a:gd name="T75" fmla="*/ 2147483647 h 204"/>
                    <a:gd name="T76" fmla="*/ 2147483647 w 214"/>
                    <a:gd name="T77" fmla="*/ 2147483647 h 204"/>
                    <a:gd name="T78" fmla="*/ 2147483647 w 214"/>
                    <a:gd name="T79" fmla="*/ 2147483647 h 204"/>
                    <a:gd name="T80" fmla="*/ 2147483647 w 214"/>
                    <a:gd name="T81" fmla="*/ 2147483647 h 204"/>
                    <a:gd name="T82" fmla="*/ 2147483647 w 214"/>
                    <a:gd name="T83" fmla="*/ 2147483647 h 20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4"/>
                    <a:gd name="T127" fmla="*/ 0 h 204"/>
                    <a:gd name="T128" fmla="*/ 214 w 214"/>
                    <a:gd name="T129" fmla="*/ 204 h 204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4" h="204">
                      <a:moveTo>
                        <a:pt x="214" y="56"/>
                      </a:moveTo>
                      <a:lnTo>
                        <a:pt x="210" y="64"/>
                      </a:lnTo>
                      <a:lnTo>
                        <a:pt x="206" y="70"/>
                      </a:lnTo>
                      <a:lnTo>
                        <a:pt x="200" y="74"/>
                      </a:lnTo>
                      <a:lnTo>
                        <a:pt x="198" y="80"/>
                      </a:lnTo>
                      <a:lnTo>
                        <a:pt x="200" y="84"/>
                      </a:lnTo>
                      <a:lnTo>
                        <a:pt x="206" y="88"/>
                      </a:lnTo>
                      <a:lnTo>
                        <a:pt x="188" y="98"/>
                      </a:lnTo>
                      <a:lnTo>
                        <a:pt x="188" y="110"/>
                      </a:lnTo>
                      <a:lnTo>
                        <a:pt x="190" y="114"/>
                      </a:lnTo>
                      <a:lnTo>
                        <a:pt x="192" y="116"/>
                      </a:lnTo>
                      <a:lnTo>
                        <a:pt x="196" y="120"/>
                      </a:lnTo>
                      <a:lnTo>
                        <a:pt x="196" y="124"/>
                      </a:lnTo>
                      <a:lnTo>
                        <a:pt x="196" y="130"/>
                      </a:lnTo>
                      <a:lnTo>
                        <a:pt x="192" y="134"/>
                      </a:lnTo>
                      <a:lnTo>
                        <a:pt x="188" y="136"/>
                      </a:lnTo>
                      <a:lnTo>
                        <a:pt x="184" y="140"/>
                      </a:lnTo>
                      <a:lnTo>
                        <a:pt x="170" y="146"/>
                      </a:lnTo>
                      <a:lnTo>
                        <a:pt x="166" y="150"/>
                      </a:lnTo>
                      <a:lnTo>
                        <a:pt x="162" y="154"/>
                      </a:lnTo>
                      <a:lnTo>
                        <a:pt x="150" y="148"/>
                      </a:lnTo>
                      <a:lnTo>
                        <a:pt x="144" y="144"/>
                      </a:lnTo>
                      <a:lnTo>
                        <a:pt x="134" y="142"/>
                      </a:lnTo>
                      <a:lnTo>
                        <a:pt x="142" y="162"/>
                      </a:lnTo>
                      <a:lnTo>
                        <a:pt x="146" y="170"/>
                      </a:lnTo>
                      <a:lnTo>
                        <a:pt x="148" y="172"/>
                      </a:lnTo>
                      <a:lnTo>
                        <a:pt x="152" y="176"/>
                      </a:lnTo>
                      <a:lnTo>
                        <a:pt x="146" y="186"/>
                      </a:lnTo>
                      <a:lnTo>
                        <a:pt x="134" y="194"/>
                      </a:lnTo>
                      <a:lnTo>
                        <a:pt x="124" y="200"/>
                      </a:lnTo>
                      <a:lnTo>
                        <a:pt x="116" y="204"/>
                      </a:lnTo>
                      <a:lnTo>
                        <a:pt x="108" y="204"/>
                      </a:lnTo>
                      <a:lnTo>
                        <a:pt x="102" y="204"/>
                      </a:lnTo>
                      <a:lnTo>
                        <a:pt x="98" y="202"/>
                      </a:lnTo>
                      <a:lnTo>
                        <a:pt x="96" y="198"/>
                      </a:lnTo>
                      <a:lnTo>
                        <a:pt x="96" y="188"/>
                      </a:lnTo>
                      <a:lnTo>
                        <a:pt x="92" y="178"/>
                      </a:lnTo>
                      <a:lnTo>
                        <a:pt x="88" y="170"/>
                      </a:lnTo>
                      <a:lnTo>
                        <a:pt x="86" y="166"/>
                      </a:lnTo>
                      <a:lnTo>
                        <a:pt x="86" y="162"/>
                      </a:lnTo>
                      <a:lnTo>
                        <a:pt x="88" y="162"/>
                      </a:lnTo>
                      <a:lnTo>
                        <a:pt x="90" y="158"/>
                      </a:lnTo>
                      <a:lnTo>
                        <a:pt x="90" y="156"/>
                      </a:lnTo>
                      <a:lnTo>
                        <a:pt x="88" y="150"/>
                      </a:lnTo>
                      <a:lnTo>
                        <a:pt x="86" y="146"/>
                      </a:lnTo>
                      <a:lnTo>
                        <a:pt x="82" y="142"/>
                      </a:lnTo>
                      <a:lnTo>
                        <a:pt x="80" y="136"/>
                      </a:lnTo>
                      <a:lnTo>
                        <a:pt x="82" y="130"/>
                      </a:lnTo>
                      <a:lnTo>
                        <a:pt x="84" y="120"/>
                      </a:lnTo>
                      <a:lnTo>
                        <a:pt x="92" y="104"/>
                      </a:lnTo>
                      <a:lnTo>
                        <a:pt x="84" y="104"/>
                      </a:lnTo>
                      <a:lnTo>
                        <a:pt x="78" y="106"/>
                      </a:lnTo>
                      <a:lnTo>
                        <a:pt x="74" y="106"/>
                      </a:lnTo>
                      <a:lnTo>
                        <a:pt x="66" y="106"/>
                      </a:lnTo>
                      <a:lnTo>
                        <a:pt x="60" y="106"/>
                      </a:lnTo>
                      <a:lnTo>
                        <a:pt x="54" y="104"/>
                      </a:lnTo>
                      <a:lnTo>
                        <a:pt x="50" y="100"/>
                      </a:lnTo>
                      <a:lnTo>
                        <a:pt x="50" y="94"/>
                      </a:lnTo>
                      <a:lnTo>
                        <a:pt x="38" y="92"/>
                      </a:lnTo>
                      <a:lnTo>
                        <a:pt x="24" y="90"/>
                      </a:lnTo>
                      <a:lnTo>
                        <a:pt x="20" y="88"/>
                      </a:lnTo>
                      <a:lnTo>
                        <a:pt x="16" y="86"/>
                      </a:lnTo>
                      <a:lnTo>
                        <a:pt x="12" y="82"/>
                      </a:lnTo>
                      <a:lnTo>
                        <a:pt x="10" y="80"/>
                      </a:lnTo>
                      <a:lnTo>
                        <a:pt x="12" y="76"/>
                      </a:lnTo>
                      <a:lnTo>
                        <a:pt x="16" y="70"/>
                      </a:lnTo>
                      <a:lnTo>
                        <a:pt x="14" y="64"/>
                      </a:lnTo>
                      <a:lnTo>
                        <a:pt x="10" y="60"/>
                      </a:lnTo>
                      <a:lnTo>
                        <a:pt x="8" y="56"/>
                      </a:lnTo>
                      <a:lnTo>
                        <a:pt x="6" y="52"/>
                      </a:lnTo>
                      <a:lnTo>
                        <a:pt x="2" y="50"/>
                      </a:lnTo>
                      <a:lnTo>
                        <a:pt x="0" y="44"/>
                      </a:lnTo>
                      <a:lnTo>
                        <a:pt x="2" y="36"/>
                      </a:lnTo>
                      <a:lnTo>
                        <a:pt x="6" y="28"/>
                      </a:lnTo>
                      <a:lnTo>
                        <a:pt x="18" y="16"/>
                      </a:lnTo>
                      <a:lnTo>
                        <a:pt x="26" y="6"/>
                      </a:lnTo>
                      <a:lnTo>
                        <a:pt x="28" y="12"/>
                      </a:lnTo>
                      <a:lnTo>
                        <a:pt x="30" y="16"/>
                      </a:lnTo>
                      <a:lnTo>
                        <a:pt x="30" y="20"/>
                      </a:lnTo>
                      <a:lnTo>
                        <a:pt x="28" y="24"/>
                      </a:lnTo>
                      <a:lnTo>
                        <a:pt x="24" y="28"/>
                      </a:lnTo>
                      <a:lnTo>
                        <a:pt x="24" y="34"/>
                      </a:lnTo>
                      <a:lnTo>
                        <a:pt x="24" y="44"/>
                      </a:lnTo>
                      <a:lnTo>
                        <a:pt x="28" y="48"/>
                      </a:lnTo>
                      <a:lnTo>
                        <a:pt x="30" y="48"/>
                      </a:lnTo>
                      <a:lnTo>
                        <a:pt x="34" y="46"/>
                      </a:lnTo>
                      <a:lnTo>
                        <a:pt x="38" y="44"/>
                      </a:lnTo>
                      <a:lnTo>
                        <a:pt x="40" y="38"/>
                      </a:lnTo>
                      <a:lnTo>
                        <a:pt x="38" y="34"/>
                      </a:lnTo>
                      <a:lnTo>
                        <a:pt x="36" y="30"/>
                      </a:lnTo>
                      <a:lnTo>
                        <a:pt x="32" y="26"/>
                      </a:lnTo>
                      <a:lnTo>
                        <a:pt x="30" y="24"/>
                      </a:lnTo>
                      <a:lnTo>
                        <a:pt x="32" y="20"/>
                      </a:lnTo>
                      <a:lnTo>
                        <a:pt x="34" y="16"/>
                      </a:lnTo>
                      <a:lnTo>
                        <a:pt x="44" y="10"/>
                      </a:lnTo>
                      <a:lnTo>
                        <a:pt x="50" y="4"/>
                      </a:lnTo>
                      <a:lnTo>
                        <a:pt x="58" y="0"/>
                      </a:lnTo>
                      <a:lnTo>
                        <a:pt x="62" y="4"/>
                      </a:lnTo>
                      <a:lnTo>
                        <a:pt x="66" y="4"/>
                      </a:lnTo>
                      <a:lnTo>
                        <a:pt x="70" y="6"/>
                      </a:lnTo>
                      <a:lnTo>
                        <a:pt x="76" y="6"/>
                      </a:lnTo>
                      <a:lnTo>
                        <a:pt x="82" y="12"/>
                      </a:lnTo>
                      <a:lnTo>
                        <a:pt x="88" y="18"/>
                      </a:lnTo>
                      <a:lnTo>
                        <a:pt x="94" y="20"/>
                      </a:lnTo>
                      <a:lnTo>
                        <a:pt x="106" y="22"/>
                      </a:lnTo>
                      <a:lnTo>
                        <a:pt x="114" y="22"/>
                      </a:lnTo>
                      <a:lnTo>
                        <a:pt x="120" y="24"/>
                      </a:lnTo>
                      <a:lnTo>
                        <a:pt x="126" y="26"/>
                      </a:lnTo>
                      <a:lnTo>
                        <a:pt x="132" y="28"/>
                      </a:lnTo>
                      <a:lnTo>
                        <a:pt x="146" y="24"/>
                      </a:lnTo>
                      <a:lnTo>
                        <a:pt x="162" y="20"/>
                      </a:lnTo>
                      <a:lnTo>
                        <a:pt x="174" y="16"/>
                      </a:lnTo>
                      <a:lnTo>
                        <a:pt x="176" y="16"/>
                      </a:lnTo>
                      <a:lnTo>
                        <a:pt x="174" y="18"/>
                      </a:lnTo>
                      <a:lnTo>
                        <a:pt x="170" y="24"/>
                      </a:lnTo>
                      <a:lnTo>
                        <a:pt x="170" y="26"/>
                      </a:lnTo>
                      <a:lnTo>
                        <a:pt x="174" y="34"/>
                      </a:lnTo>
                      <a:lnTo>
                        <a:pt x="180" y="32"/>
                      </a:lnTo>
                      <a:lnTo>
                        <a:pt x="184" y="34"/>
                      </a:lnTo>
                      <a:lnTo>
                        <a:pt x="190" y="38"/>
                      </a:lnTo>
                      <a:lnTo>
                        <a:pt x="194" y="40"/>
                      </a:lnTo>
                      <a:lnTo>
                        <a:pt x="196" y="46"/>
                      </a:lnTo>
                      <a:lnTo>
                        <a:pt x="196" y="52"/>
                      </a:lnTo>
                      <a:lnTo>
                        <a:pt x="192" y="56"/>
                      </a:lnTo>
                      <a:lnTo>
                        <a:pt x="200" y="54"/>
                      </a:lnTo>
                      <a:lnTo>
                        <a:pt x="204" y="54"/>
                      </a:lnTo>
                      <a:lnTo>
                        <a:pt x="208" y="56"/>
                      </a:lnTo>
                      <a:lnTo>
                        <a:pt x="214" y="5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3" name="ï$ḻidé"/>
                <p:cNvSpPr/>
                <p:nvPr/>
              </p:nvSpPr>
              <p:spPr bwMode="auto">
                <a:xfrm>
                  <a:off x="2282040" y="3716358"/>
                  <a:ext cx="1104527" cy="1164279"/>
                </a:xfrm>
                <a:custGeom>
                  <a:avLst/>
                  <a:gdLst>
                    <a:gd name="T0" fmla="*/ 2147483647 w 632"/>
                    <a:gd name="T1" fmla="*/ 2147483647 h 698"/>
                    <a:gd name="T2" fmla="*/ 2147483647 w 632"/>
                    <a:gd name="T3" fmla="*/ 2147483647 h 698"/>
                    <a:gd name="T4" fmla="*/ 2147483647 w 632"/>
                    <a:gd name="T5" fmla="*/ 2147483647 h 698"/>
                    <a:gd name="T6" fmla="*/ 2147483647 w 632"/>
                    <a:gd name="T7" fmla="*/ 2147483647 h 698"/>
                    <a:gd name="T8" fmla="*/ 2147483647 w 632"/>
                    <a:gd name="T9" fmla="*/ 2147483647 h 698"/>
                    <a:gd name="T10" fmla="*/ 2147483647 w 632"/>
                    <a:gd name="T11" fmla="*/ 2147483647 h 698"/>
                    <a:gd name="T12" fmla="*/ 2147483647 w 632"/>
                    <a:gd name="T13" fmla="*/ 2147483647 h 698"/>
                    <a:gd name="T14" fmla="*/ 2147483647 w 632"/>
                    <a:gd name="T15" fmla="*/ 2147483647 h 698"/>
                    <a:gd name="T16" fmla="*/ 2147483647 w 632"/>
                    <a:gd name="T17" fmla="*/ 2147483647 h 698"/>
                    <a:gd name="T18" fmla="*/ 2147483647 w 632"/>
                    <a:gd name="T19" fmla="*/ 2147483647 h 698"/>
                    <a:gd name="T20" fmla="*/ 2147483647 w 632"/>
                    <a:gd name="T21" fmla="*/ 2147483647 h 698"/>
                    <a:gd name="T22" fmla="*/ 2147483647 w 632"/>
                    <a:gd name="T23" fmla="*/ 2147483647 h 698"/>
                    <a:gd name="T24" fmla="*/ 2147483647 w 632"/>
                    <a:gd name="T25" fmla="*/ 2147483647 h 698"/>
                    <a:gd name="T26" fmla="*/ 2147483647 w 632"/>
                    <a:gd name="T27" fmla="*/ 2147483647 h 698"/>
                    <a:gd name="T28" fmla="*/ 2147483647 w 632"/>
                    <a:gd name="T29" fmla="*/ 2147483647 h 698"/>
                    <a:gd name="T30" fmla="*/ 0 w 632"/>
                    <a:gd name="T31" fmla="*/ 2147483647 h 698"/>
                    <a:gd name="T32" fmla="*/ 2147483647 w 632"/>
                    <a:gd name="T33" fmla="*/ 2147483647 h 698"/>
                    <a:gd name="T34" fmla="*/ 2147483647 w 632"/>
                    <a:gd name="T35" fmla="*/ 2147483647 h 698"/>
                    <a:gd name="T36" fmla="*/ 2147483647 w 632"/>
                    <a:gd name="T37" fmla="*/ 2147483647 h 698"/>
                    <a:gd name="T38" fmla="*/ 2147483647 w 632"/>
                    <a:gd name="T39" fmla="*/ 2147483647 h 698"/>
                    <a:gd name="T40" fmla="*/ 2147483647 w 632"/>
                    <a:gd name="T41" fmla="*/ 2147483647 h 698"/>
                    <a:gd name="T42" fmla="*/ 2147483647 w 632"/>
                    <a:gd name="T43" fmla="*/ 2147483647 h 698"/>
                    <a:gd name="T44" fmla="*/ 2147483647 w 632"/>
                    <a:gd name="T45" fmla="*/ 2147483647 h 698"/>
                    <a:gd name="T46" fmla="*/ 2147483647 w 632"/>
                    <a:gd name="T47" fmla="*/ 2147483647 h 698"/>
                    <a:gd name="T48" fmla="*/ 2147483647 w 632"/>
                    <a:gd name="T49" fmla="*/ 2147483647 h 698"/>
                    <a:gd name="T50" fmla="*/ 2147483647 w 632"/>
                    <a:gd name="T51" fmla="*/ 2147483647 h 698"/>
                    <a:gd name="T52" fmla="*/ 2147483647 w 632"/>
                    <a:gd name="T53" fmla="*/ 2147483647 h 698"/>
                    <a:gd name="T54" fmla="*/ 2147483647 w 632"/>
                    <a:gd name="T55" fmla="*/ 2147483647 h 698"/>
                    <a:gd name="T56" fmla="*/ 2147483647 w 632"/>
                    <a:gd name="T57" fmla="*/ 2147483647 h 698"/>
                    <a:gd name="T58" fmla="*/ 2147483647 w 632"/>
                    <a:gd name="T59" fmla="*/ 2147483647 h 698"/>
                    <a:gd name="T60" fmla="*/ 2147483647 w 632"/>
                    <a:gd name="T61" fmla="*/ 2147483647 h 698"/>
                    <a:gd name="T62" fmla="*/ 2147483647 w 632"/>
                    <a:gd name="T63" fmla="*/ 2147483647 h 698"/>
                    <a:gd name="T64" fmla="*/ 2147483647 w 632"/>
                    <a:gd name="T65" fmla="*/ 2147483647 h 698"/>
                    <a:gd name="T66" fmla="*/ 2147483647 w 632"/>
                    <a:gd name="T67" fmla="*/ 2147483647 h 698"/>
                    <a:gd name="T68" fmla="*/ 2147483647 w 632"/>
                    <a:gd name="T69" fmla="*/ 2147483647 h 698"/>
                    <a:gd name="T70" fmla="*/ 2147483647 w 632"/>
                    <a:gd name="T71" fmla="*/ 2147483647 h 698"/>
                    <a:gd name="T72" fmla="*/ 2147483647 w 632"/>
                    <a:gd name="T73" fmla="*/ 2147483647 h 698"/>
                    <a:gd name="T74" fmla="*/ 2147483647 w 632"/>
                    <a:gd name="T75" fmla="*/ 2147483647 h 698"/>
                    <a:gd name="T76" fmla="*/ 2147483647 w 632"/>
                    <a:gd name="T77" fmla="*/ 2147483647 h 698"/>
                    <a:gd name="T78" fmla="*/ 2147483647 w 632"/>
                    <a:gd name="T79" fmla="*/ 2147483647 h 698"/>
                    <a:gd name="T80" fmla="*/ 2147483647 w 632"/>
                    <a:gd name="T81" fmla="*/ 2147483647 h 698"/>
                    <a:gd name="T82" fmla="*/ 2147483647 w 632"/>
                    <a:gd name="T83" fmla="*/ 2147483647 h 698"/>
                    <a:gd name="T84" fmla="*/ 2147483647 w 632"/>
                    <a:gd name="T85" fmla="*/ 2147483647 h 698"/>
                    <a:gd name="T86" fmla="*/ 2147483647 w 632"/>
                    <a:gd name="T87" fmla="*/ 2147483647 h 698"/>
                    <a:gd name="T88" fmla="*/ 2147483647 w 632"/>
                    <a:gd name="T89" fmla="*/ 2147483647 h 698"/>
                    <a:gd name="T90" fmla="*/ 2147483647 w 632"/>
                    <a:gd name="T91" fmla="*/ 2147483647 h 698"/>
                    <a:gd name="T92" fmla="*/ 2147483647 w 632"/>
                    <a:gd name="T93" fmla="*/ 2147483647 h 698"/>
                    <a:gd name="T94" fmla="*/ 2147483647 w 632"/>
                    <a:gd name="T95" fmla="*/ 2147483647 h 698"/>
                    <a:gd name="T96" fmla="*/ 2147483647 w 632"/>
                    <a:gd name="T97" fmla="*/ 2147483647 h 698"/>
                    <a:gd name="T98" fmla="*/ 2147483647 w 632"/>
                    <a:gd name="T99" fmla="*/ 2147483647 h 698"/>
                    <a:gd name="T100" fmla="*/ 2147483647 w 632"/>
                    <a:gd name="T101" fmla="*/ 2147483647 h 698"/>
                    <a:gd name="T102" fmla="*/ 2147483647 w 632"/>
                    <a:gd name="T103" fmla="*/ 2147483647 h 698"/>
                    <a:gd name="T104" fmla="*/ 2147483647 w 632"/>
                    <a:gd name="T105" fmla="*/ 2147483647 h 698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632"/>
                    <a:gd name="T160" fmla="*/ 0 h 698"/>
                    <a:gd name="T161" fmla="*/ 632 w 632"/>
                    <a:gd name="T162" fmla="*/ 698 h 698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632" h="698">
                      <a:moveTo>
                        <a:pt x="362" y="12"/>
                      </a:moveTo>
                      <a:lnTo>
                        <a:pt x="356" y="26"/>
                      </a:lnTo>
                      <a:lnTo>
                        <a:pt x="348" y="38"/>
                      </a:lnTo>
                      <a:lnTo>
                        <a:pt x="342" y="44"/>
                      </a:lnTo>
                      <a:lnTo>
                        <a:pt x="336" y="50"/>
                      </a:lnTo>
                      <a:lnTo>
                        <a:pt x="330" y="54"/>
                      </a:lnTo>
                      <a:lnTo>
                        <a:pt x="320" y="54"/>
                      </a:lnTo>
                      <a:lnTo>
                        <a:pt x="314" y="54"/>
                      </a:lnTo>
                      <a:lnTo>
                        <a:pt x="308" y="52"/>
                      </a:lnTo>
                      <a:lnTo>
                        <a:pt x="306" y="50"/>
                      </a:lnTo>
                      <a:lnTo>
                        <a:pt x="304" y="44"/>
                      </a:lnTo>
                      <a:lnTo>
                        <a:pt x="294" y="48"/>
                      </a:lnTo>
                      <a:lnTo>
                        <a:pt x="282" y="52"/>
                      </a:lnTo>
                      <a:lnTo>
                        <a:pt x="282" y="62"/>
                      </a:lnTo>
                      <a:lnTo>
                        <a:pt x="280" y="60"/>
                      </a:lnTo>
                      <a:lnTo>
                        <a:pt x="276" y="58"/>
                      </a:lnTo>
                      <a:lnTo>
                        <a:pt x="274" y="56"/>
                      </a:lnTo>
                      <a:lnTo>
                        <a:pt x="270" y="56"/>
                      </a:lnTo>
                      <a:lnTo>
                        <a:pt x="264" y="56"/>
                      </a:lnTo>
                      <a:lnTo>
                        <a:pt x="260" y="58"/>
                      </a:lnTo>
                      <a:lnTo>
                        <a:pt x="254" y="64"/>
                      </a:lnTo>
                      <a:lnTo>
                        <a:pt x="248" y="68"/>
                      </a:lnTo>
                      <a:lnTo>
                        <a:pt x="244" y="70"/>
                      </a:lnTo>
                      <a:lnTo>
                        <a:pt x="238" y="70"/>
                      </a:lnTo>
                      <a:lnTo>
                        <a:pt x="234" y="70"/>
                      </a:lnTo>
                      <a:lnTo>
                        <a:pt x="232" y="68"/>
                      </a:lnTo>
                      <a:lnTo>
                        <a:pt x="226" y="62"/>
                      </a:lnTo>
                      <a:lnTo>
                        <a:pt x="224" y="54"/>
                      </a:lnTo>
                      <a:lnTo>
                        <a:pt x="222" y="44"/>
                      </a:lnTo>
                      <a:lnTo>
                        <a:pt x="224" y="38"/>
                      </a:lnTo>
                      <a:lnTo>
                        <a:pt x="226" y="34"/>
                      </a:lnTo>
                      <a:lnTo>
                        <a:pt x="226" y="30"/>
                      </a:lnTo>
                      <a:lnTo>
                        <a:pt x="226" y="26"/>
                      </a:lnTo>
                      <a:lnTo>
                        <a:pt x="226" y="20"/>
                      </a:lnTo>
                      <a:lnTo>
                        <a:pt x="224" y="14"/>
                      </a:lnTo>
                      <a:lnTo>
                        <a:pt x="220" y="10"/>
                      </a:lnTo>
                      <a:lnTo>
                        <a:pt x="220" y="8"/>
                      </a:lnTo>
                      <a:lnTo>
                        <a:pt x="220" y="0"/>
                      </a:lnTo>
                      <a:lnTo>
                        <a:pt x="208" y="0"/>
                      </a:lnTo>
                      <a:lnTo>
                        <a:pt x="208" y="6"/>
                      </a:lnTo>
                      <a:lnTo>
                        <a:pt x="204" y="10"/>
                      </a:lnTo>
                      <a:lnTo>
                        <a:pt x="200" y="12"/>
                      </a:lnTo>
                      <a:lnTo>
                        <a:pt x="196" y="16"/>
                      </a:lnTo>
                      <a:lnTo>
                        <a:pt x="182" y="22"/>
                      </a:lnTo>
                      <a:lnTo>
                        <a:pt x="178" y="26"/>
                      </a:lnTo>
                      <a:lnTo>
                        <a:pt x="174" y="30"/>
                      </a:lnTo>
                      <a:lnTo>
                        <a:pt x="162" y="24"/>
                      </a:lnTo>
                      <a:lnTo>
                        <a:pt x="156" y="20"/>
                      </a:lnTo>
                      <a:lnTo>
                        <a:pt x="146" y="18"/>
                      </a:lnTo>
                      <a:lnTo>
                        <a:pt x="154" y="38"/>
                      </a:lnTo>
                      <a:lnTo>
                        <a:pt x="158" y="46"/>
                      </a:lnTo>
                      <a:lnTo>
                        <a:pt x="160" y="48"/>
                      </a:lnTo>
                      <a:lnTo>
                        <a:pt x="164" y="52"/>
                      </a:lnTo>
                      <a:lnTo>
                        <a:pt x="158" y="62"/>
                      </a:lnTo>
                      <a:lnTo>
                        <a:pt x="146" y="70"/>
                      </a:lnTo>
                      <a:lnTo>
                        <a:pt x="136" y="76"/>
                      </a:lnTo>
                      <a:lnTo>
                        <a:pt x="128" y="80"/>
                      </a:lnTo>
                      <a:lnTo>
                        <a:pt x="120" y="80"/>
                      </a:lnTo>
                      <a:lnTo>
                        <a:pt x="114" y="80"/>
                      </a:lnTo>
                      <a:lnTo>
                        <a:pt x="110" y="78"/>
                      </a:lnTo>
                      <a:lnTo>
                        <a:pt x="108" y="74"/>
                      </a:lnTo>
                      <a:lnTo>
                        <a:pt x="108" y="64"/>
                      </a:lnTo>
                      <a:lnTo>
                        <a:pt x="104" y="54"/>
                      </a:lnTo>
                      <a:lnTo>
                        <a:pt x="90" y="62"/>
                      </a:lnTo>
                      <a:lnTo>
                        <a:pt x="80" y="64"/>
                      </a:lnTo>
                      <a:lnTo>
                        <a:pt x="68" y="64"/>
                      </a:lnTo>
                      <a:lnTo>
                        <a:pt x="62" y="68"/>
                      </a:lnTo>
                      <a:lnTo>
                        <a:pt x="64" y="68"/>
                      </a:lnTo>
                      <a:lnTo>
                        <a:pt x="66" y="70"/>
                      </a:lnTo>
                      <a:lnTo>
                        <a:pt x="68" y="74"/>
                      </a:lnTo>
                      <a:lnTo>
                        <a:pt x="72" y="76"/>
                      </a:lnTo>
                      <a:lnTo>
                        <a:pt x="72" y="84"/>
                      </a:lnTo>
                      <a:lnTo>
                        <a:pt x="66" y="84"/>
                      </a:lnTo>
                      <a:lnTo>
                        <a:pt x="62" y="86"/>
                      </a:lnTo>
                      <a:lnTo>
                        <a:pt x="60" y="90"/>
                      </a:lnTo>
                      <a:lnTo>
                        <a:pt x="58" y="92"/>
                      </a:lnTo>
                      <a:lnTo>
                        <a:pt x="60" y="98"/>
                      </a:lnTo>
                      <a:lnTo>
                        <a:pt x="62" y="104"/>
                      </a:lnTo>
                      <a:lnTo>
                        <a:pt x="66" y="110"/>
                      </a:lnTo>
                      <a:lnTo>
                        <a:pt x="68" y="116"/>
                      </a:lnTo>
                      <a:lnTo>
                        <a:pt x="66" y="140"/>
                      </a:lnTo>
                      <a:lnTo>
                        <a:pt x="62" y="168"/>
                      </a:lnTo>
                      <a:lnTo>
                        <a:pt x="62" y="172"/>
                      </a:lnTo>
                      <a:lnTo>
                        <a:pt x="58" y="174"/>
                      </a:lnTo>
                      <a:lnTo>
                        <a:pt x="46" y="176"/>
                      </a:lnTo>
                      <a:lnTo>
                        <a:pt x="36" y="178"/>
                      </a:lnTo>
                      <a:lnTo>
                        <a:pt x="26" y="180"/>
                      </a:lnTo>
                      <a:lnTo>
                        <a:pt x="20" y="184"/>
                      </a:lnTo>
                      <a:lnTo>
                        <a:pt x="18" y="188"/>
                      </a:lnTo>
                      <a:lnTo>
                        <a:pt x="16" y="196"/>
                      </a:lnTo>
                      <a:lnTo>
                        <a:pt x="14" y="204"/>
                      </a:lnTo>
                      <a:lnTo>
                        <a:pt x="10" y="216"/>
                      </a:lnTo>
                      <a:lnTo>
                        <a:pt x="8" y="220"/>
                      </a:lnTo>
                      <a:lnTo>
                        <a:pt x="6" y="222"/>
                      </a:lnTo>
                      <a:lnTo>
                        <a:pt x="2" y="226"/>
                      </a:lnTo>
                      <a:lnTo>
                        <a:pt x="0" y="230"/>
                      </a:lnTo>
                      <a:lnTo>
                        <a:pt x="2" y="236"/>
                      </a:lnTo>
                      <a:lnTo>
                        <a:pt x="4" y="240"/>
                      </a:lnTo>
                      <a:lnTo>
                        <a:pt x="8" y="248"/>
                      </a:lnTo>
                      <a:lnTo>
                        <a:pt x="14" y="256"/>
                      </a:lnTo>
                      <a:lnTo>
                        <a:pt x="16" y="260"/>
                      </a:lnTo>
                      <a:lnTo>
                        <a:pt x="16" y="266"/>
                      </a:lnTo>
                      <a:lnTo>
                        <a:pt x="24" y="268"/>
                      </a:lnTo>
                      <a:lnTo>
                        <a:pt x="30" y="272"/>
                      </a:lnTo>
                      <a:lnTo>
                        <a:pt x="36" y="278"/>
                      </a:lnTo>
                      <a:lnTo>
                        <a:pt x="40" y="280"/>
                      </a:lnTo>
                      <a:lnTo>
                        <a:pt x="44" y="278"/>
                      </a:lnTo>
                      <a:lnTo>
                        <a:pt x="46" y="278"/>
                      </a:lnTo>
                      <a:lnTo>
                        <a:pt x="48" y="270"/>
                      </a:lnTo>
                      <a:lnTo>
                        <a:pt x="58" y="270"/>
                      </a:lnTo>
                      <a:lnTo>
                        <a:pt x="58" y="286"/>
                      </a:lnTo>
                      <a:lnTo>
                        <a:pt x="58" y="292"/>
                      </a:lnTo>
                      <a:lnTo>
                        <a:pt x="60" y="294"/>
                      </a:lnTo>
                      <a:lnTo>
                        <a:pt x="62" y="296"/>
                      </a:lnTo>
                      <a:lnTo>
                        <a:pt x="64" y="296"/>
                      </a:lnTo>
                      <a:lnTo>
                        <a:pt x="66" y="296"/>
                      </a:lnTo>
                      <a:lnTo>
                        <a:pt x="74" y="298"/>
                      </a:lnTo>
                      <a:lnTo>
                        <a:pt x="86" y="300"/>
                      </a:lnTo>
                      <a:lnTo>
                        <a:pt x="94" y="296"/>
                      </a:lnTo>
                      <a:lnTo>
                        <a:pt x="102" y="290"/>
                      </a:lnTo>
                      <a:lnTo>
                        <a:pt x="116" y="280"/>
                      </a:lnTo>
                      <a:lnTo>
                        <a:pt x="122" y="276"/>
                      </a:lnTo>
                      <a:lnTo>
                        <a:pt x="130" y="274"/>
                      </a:lnTo>
                      <a:lnTo>
                        <a:pt x="136" y="274"/>
                      </a:lnTo>
                      <a:lnTo>
                        <a:pt x="138" y="276"/>
                      </a:lnTo>
                      <a:lnTo>
                        <a:pt x="140" y="280"/>
                      </a:lnTo>
                      <a:lnTo>
                        <a:pt x="140" y="284"/>
                      </a:lnTo>
                      <a:lnTo>
                        <a:pt x="138" y="294"/>
                      </a:lnTo>
                      <a:lnTo>
                        <a:pt x="140" y="304"/>
                      </a:lnTo>
                      <a:lnTo>
                        <a:pt x="144" y="310"/>
                      </a:lnTo>
                      <a:lnTo>
                        <a:pt x="148" y="318"/>
                      </a:lnTo>
                      <a:lnTo>
                        <a:pt x="158" y="324"/>
                      </a:lnTo>
                      <a:lnTo>
                        <a:pt x="168" y="328"/>
                      </a:lnTo>
                      <a:lnTo>
                        <a:pt x="172" y="326"/>
                      </a:lnTo>
                      <a:lnTo>
                        <a:pt x="174" y="328"/>
                      </a:lnTo>
                      <a:lnTo>
                        <a:pt x="178" y="332"/>
                      </a:lnTo>
                      <a:lnTo>
                        <a:pt x="182" y="334"/>
                      </a:lnTo>
                      <a:lnTo>
                        <a:pt x="188" y="336"/>
                      </a:lnTo>
                      <a:lnTo>
                        <a:pt x="188" y="340"/>
                      </a:lnTo>
                      <a:lnTo>
                        <a:pt x="190" y="342"/>
                      </a:lnTo>
                      <a:lnTo>
                        <a:pt x="194" y="342"/>
                      </a:lnTo>
                      <a:lnTo>
                        <a:pt x="198" y="342"/>
                      </a:lnTo>
                      <a:lnTo>
                        <a:pt x="208" y="340"/>
                      </a:lnTo>
                      <a:lnTo>
                        <a:pt x="212" y="342"/>
                      </a:lnTo>
                      <a:lnTo>
                        <a:pt x="216" y="344"/>
                      </a:lnTo>
                      <a:lnTo>
                        <a:pt x="220" y="354"/>
                      </a:lnTo>
                      <a:lnTo>
                        <a:pt x="222" y="364"/>
                      </a:lnTo>
                      <a:lnTo>
                        <a:pt x="224" y="366"/>
                      </a:lnTo>
                      <a:lnTo>
                        <a:pt x="226" y="368"/>
                      </a:lnTo>
                      <a:lnTo>
                        <a:pt x="226" y="376"/>
                      </a:lnTo>
                      <a:lnTo>
                        <a:pt x="226" y="382"/>
                      </a:lnTo>
                      <a:lnTo>
                        <a:pt x="228" y="386"/>
                      </a:lnTo>
                      <a:lnTo>
                        <a:pt x="232" y="390"/>
                      </a:lnTo>
                      <a:lnTo>
                        <a:pt x="242" y="392"/>
                      </a:lnTo>
                      <a:lnTo>
                        <a:pt x="254" y="394"/>
                      </a:lnTo>
                      <a:lnTo>
                        <a:pt x="254" y="400"/>
                      </a:lnTo>
                      <a:lnTo>
                        <a:pt x="254" y="404"/>
                      </a:lnTo>
                      <a:lnTo>
                        <a:pt x="258" y="408"/>
                      </a:lnTo>
                      <a:lnTo>
                        <a:pt x="260" y="412"/>
                      </a:lnTo>
                      <a:lnTo>
                        <a:pt x="268" y="420"/>
                      </a:lnTo>
                      <a:lnTo>
                        <a:pt x="270" y="422"/>
                      </a:lnTo>
                      <a:lnTo>
                        <a:pt x="270" y="430"/>
                      </a:lnTo>
                      <a:lnTo>
                        <a:pt x="270" y="436"/>
                      </a:lnTo>
                      <a:lnTo>
                        <a:pt x="266" y="444"/>
                      </a:lnTo>
                      <a:lnTo>
                        <a:pt x="264" y="448"/>
                      </a:lnTo>
                      <a:lnTo>
                        <a:pt x="264" y="454"/>
                      </a:lnTo>
                      <a:lnTo>
                        <a:pt x="264" y="464"/>
                      </a:lnTo>
                      <a:lnTo>
                        <a:pt x="270" y="480"/>
                      </a:lnTo>
                      <a:lnTo>
                        <a:pt x="276" y="496"/>
                      </a:lnTo>
                      <a:lnTo>
                        <a:pt x="278" y="500"/>
                      </a:lnTo>
                      <a:lnTo>
                        <a:pt x="282" y="502"/>
                      </a:lnTo>
                      <a:lnTo>
                        <a:pt x="292" y="502"/>
                      </a:lnTo>
                      <a:lnTo>
                        <a:pt x="300" y="504"/>
                      </a:lnTo>
                      <a:lnTo>
                        <a:pt x="306" y="508"/>
                      </a:lnTo>
                      <a:lnTo>
                        <a:pt x="308" y="514"/>
                      </a:lnTo>
                      <a:lnTo>
                        <a:pt x="314" y="526"/>
                      </a:lnTo>
                      <a:lnTo>
                        <a:pt x="320" y="536"/>
                      </a:lnTo>
                      <a:lnTo>
                        <a:pt x="322" y="532"/>
                      </a:lnTo>
                      <a:lnTo>
                        <a:pt x="326" y="530"/>
                      </a:lnTo>
                      <a:lnTo>
                        <a:pt x="328" y="528"/>
                      </a:lnTo>
                      <a:lnTo>
                        <a:pt x="332" y="530"/>
                      </a:lnTo>
                      <a:lnTo>
                        <a:pt x="332" y="534"/>
                      </a:lnTo>
                      <a:lnTo>
                        <a:pt x="332" y="540"/>
                      </a:lnTo>
                      <a:lnTo>
                        <a:pt x="332" y="554"/>
                      </a:lnTo>
                      <a:lnTo>
                        <a:pt x="332" y="564"/>
                      </a:lnTo>
                      <a:lnTo>
                        <a:pt x="338" y="564"/>
                      </a:lnTo>
                      <a:lnTo>
                        <a:pt x="344" y="562"/>
                      </a:lnTo>
                      <a:lnTo>
                        <a:pt x="346" y="572"/>
                      </a:lnTo>
                      <a:lnTo>
                        <a:pt x="348" y="582"/>
                      </a:lnTo>
                      <a:lnTo>
                        <a:pt x="348" y="586"/>
                      </a:lnTo>
                      <a:lnTo>
                        <a:pt x="346" y="590"/>
                      </a:lnTo>
                      <a:lnTo>
                        <a:pt x="340" y="596"/>
                      </a:lnTo>
                      <a:lnTo>
                        <a:pt x="326" y="602"/>
                      </a:lnTo>
                      <a:lnTo>
                        <a:pt x="318" y="610"/>
                      </a:lnTo>
                      <a:lnTo>
                        <a:pt x="308" y="622"/>
                      </a:lnTo>
                      <a:lnTo>
                        <a:pt x="302" y="636"/>
                      </a:lnTo>
                      <a:lnTo>
                        <a:pt x="298" y="642"/>
                      </a:lnTo>
                      <a:lnTo>
                        <a:pt x="298" y="648"/>
                      </a:lnTo>
                      <a:lnTo>
                        <a:pt x="308" y="648"/>
                      </a:lnTo>
                      <a:lnTo>
                        <a:pt x="318" y="652"/>
                      </a:lnTo>
                      <a:lnTo>
                        <a:pt x="330" y="660"/>
                      </a:lnTo>
                      <a:lnTo>
                        <a:pt x="340" y="666"/>
                      </a:lnTo>
                      <a:lnTo>
                        <a:pt x="362" y="684"/>
                      </a:lnTo>
                      <a:lnTo>
                        <a:pt x="380" y="698"/>
                      </a:lnTo>
                      <a:lnTo>
                        <a:pt x="382" y="686"/>
                      </a:lnTo>
                      <a:lnTo>
                        <a:pt x="384" y="674"/>
                      </a:lnTo>
                      <a:lnTo>
                        <a:pt x="390" y="672"/>
                      </a:lnTo>
                      <a:lnTo>
                        <a:pt x="396" y="668"/>
                      </a:lnTo>
                      <a:lnTo>
                        <a:pt x="402" y="664"/>
                      </a:lnTo>
                      <a:lnTo>
                        <a:pt x="406" y="656"/>
                      </a:lnTo>
                      <a:lnTo>
                        <a:pt x="414" y="638"/>
                      </a:lnTo>
                      <a:lnTo>
                        <a:pt x="418" y="624"/>
                      </a:lnTo>
                      <a:lnTo>
                        <a:pt x="422" y="620"/>
                      </a:lnTo>
                      <a:lnTo>
                        <a:pt x="424" y="620"/>
                      </a:lnTo>
                      <a:lnTo>
                        <a:pt x="426" y="618"/>
                      </a:lnTo>
                      <a:lnTo>
                        <a:pt x="430" y="614"/>
                      </a:lnTo>
                      <a:lnTo>
                        <a:pt x="436" y="596"/>
                      </a:lnTo>
                      <a:lnTo>
                        <a:pt x="434" y="594"/>
                      </a:lnTo>
                      <a:lnTo>
                        <a:pt x="432" y="592"/>
                      </a:lnTo>
                      <a:lnTo>
                        <a:pt x="428" y="588"/>
                      </a:lnTo>
                      <a:lnTo>
                        <a:pt x="428" y="560"/>
                      </a:lnTo>
                      <a:lnTo>
                        <a:pt x="432" y="554"/>
                      </a:lnTo>
                      <a:lnTo>
                        <a:pt x="438" y="546"/>
                      </a:lnTo>
                      <a:lnTo>
                        <a:pt x="454" y="534"/>
                      </a:lnTo>
                      <a:lnTo>
                        <a:pt x="472" y="524"/>
                      </a:lnTo>
                      <a:lnTo>
                        <a:pt x="488" y="516"/>
                      </a:lnTo>
                      <a:lnTo>
                        <a:pt x="498" y="514"/>
                      </a:lnTo>
                      <a:lnTo>
                        <a:pt x="510" y="514"/>
                      </a:lnTo>
                      <a:lnTo>
                        <a:pt x="522" y="512"/>
                      </a:lnTo>
                      <a:lnTo>
                        <a:pt x="528" y="510"/>
                      </a:lnTo>
                      <a:lnTo>
                        <a:pt x="528" y="506"/>
                      </a:lnTo>
                      <a:lnTo>
                        <a:pt x="538" y="494"/>
                      </a:lnTo>
                      <a:lnTo>
                        <a:pt x="546" y="478"/>
                      </a:lnTo>
                      <a:lnTo>
                        <a:pt x="558" y="448"/>
                      </a:lnTo>
                      <a:lnTo>
                        <a:pt x="560" y="438"/>
                      </a:lnTo>
                      <a:lnTo>
                        <a:pt x="562" y="428"/>
                      </a:lnTo>
                      <a:lnTo>
                        <a:pt x="562" y="420"/>
                      </a:lnTo>
                      <a:lnTo>
                        <a:pt x="564" y="418"/>
                      </a:lnTo>
                      <a:lnTo>
                        <a:pt x="568" y="414"/>
                      </a:lnTo>
                      <a:lnTo>
                        <a:pt x="562" y="412"/>
                      </a:lnTo>
                      <a:lnTo>
                        <a:pt x="572" y="380"/>
                      </a:lnTo>
                      <a:lnTo>
                        <a:pt x="570" y="366"/>
                      </a:lnTo>
                      <a:lnTo>
                        <a:pt x="568" y="360"/>
                      </a:lnTo>
                      <a:lnTo>
                        <a:pt x="568" y="350"/>
                      </a:lnTo>
                      <a:lnTo>
                        <a:pt x="566" y="340"/>
                      </a:lnTo>
                      <a:lnTo>
                        <a:pt x="564" y="338"/>
                      </a:lnTo>
                      <a:lnTo>
                        <a:pt x="566" y="332"/>
                      </a:lnTo>
                      <a:lnTo>
                        <a:pt x="568" y="328"/>
                      </a:lnTo>
                      <a:lnTo>
                        <a:pt x="572" y="326"/>
                      </a:lnTo>
                      <a:lnTo>
                        <a:pt x="580" y="326"/>
                      </a:lnTo>
                      <a:lnTo>
                        <a:pt x="584" y="316"/>
                      </a:lnTo>
                      <a:lnTo>
                        <a:pt x="590" y="306"/>
                      </a:lnTo>
                      <a:lnTo>
                        <a:pt x="590" y="304"/>
                      </a:lnTo>
                      <a:lnTo>
                        <a:pt x="596" y="294"/>
                      </a:lnTo>
                      <a:lnTo>
                        <a:pt x="602" y="284"/>
                      </a:lnTo>
                      <a:lnTo>
                        <a:pt x="614" y="268"/>
                      </a:lnTo>
                      <a:lnTo>
                        <a:pt x="622" y="258"/>
                      </a:lnTo>
                      <a:lnTo>
                        <a:pt x="628" y="250"/>
                      </a:lnTo>
                      <a:lnTo>
                        <a:pt x="630" y="236"/>
                      </a:lnTo>
                      <a:lnTo>
                        <a:pt x="632" y="224"/>
                      </a:lnTo>
                      <a:lnTo>
                        <a:pt x="632" y="208"/>
                      </a:lnTo>
                      <a:lnTo>
                        <a:pt x="628" y="196"/>
                      </a:lnTo>
                      <a:lnTo>
                        <a:pt x="626" y="192"/>
                      </a:lnTo>
                      <a:lnTo>
                        <a:pt x="622" y="186"/>
                      </a:lnTo>
                      <a:lnTo>
                        <a:pt x="618" y="184"/>
                      </a:lnTo>
                      <a:lnTo>
                        <a:pt x="614" y="182"/>
                      </a:lnTo>
                      <a:lnTo>
                        <a:pt x="604" y="182"/>
                      </a:lnTo>
                      <a:lnTo>
                        <a:pt x="594" y="176"/>
                      </a:lnTo>
                      <a:lnTo>
                        <a:pt x="586" y="172"/>
                      </a:lnTo>
                      <a:lnTo>
                        <a:pt x="580" y="166"/>
                      </a:lnTo>
                      <a:lnTo>
                        <a:pt x="566" y="152"/>
                      </a:lnTo>
                      <a:lnTo>
                        <a:pt x="556" y="146"/>
                      </a:lnTo>
                      <a:lnTo>
                        <a:pt x="548" y="142"/>
                      </a:lnTo>
                      <a:lnTo>
                        <a:pt x="538" y="142"/>
                      </a:lnTo>
                      <a:lnTo>
                        <a:pt x="530" y="142"/>
                      </a:lnTo>
                      <a:lnTo>
                        <a:pt x="522" y="144"/>
                      </a:lnTo>
                      <a:lnTo>
                        <a:pt x="512" y="142"/>
                      </a:lnTo>
                      <a:lnTo>
                        <a:pt x="508" y="140"/>
                      </a:lnTo>
                      <a:lnTo>
                        <a:pt x="504" y="136"/>
                      </a:lnTo>
                      <a:lnTo>
                        <a:pt x="500" y="134"/>
                      </a:lnTo>
                      <a:lnTo>
                        <a:pt x="494" y="132"/>
                      </a:lnTo>
                      <a:lnTo>
                        <a:pt x="486" y="134"/>
                      </a:lnTo>
                      <a:lnTo>
                        <a:pt x="480" y="136"/>
                      </a:lnTo>
                      <a:lnTo>
                        <a:pt x="476" y="140"/>
                      </a:lnTo>
                      <a:lnTo>
                        <a:pt x="472" y="142"/>
                      </a:lnTo>
                      <a:lnTo>
                        <a:pt x="470" y="132"/>
                      </a:lnTo>
                      <a:lnTo>
                        <a:pt x="466" y="124"/>
                      </a:lnTo>
                      <a:lnTo>
                        <a:pt x="460" y="120"/>
                      </a:lnTo>
                      <a:lnTo>
                        <a:pt x="454" y="114"/>
                      </a:lnTo>
                      <a:lnTo>
                        <a:pt x="446" y="110"/>
                      </a:lnTo>
                      <a:lnTo>
                        <a:pt x="440" y="106"/>
                      </a:lnTo>
                      <a:lnTo>
                        <a:pt x="430" y="104"/>
                      </a:lnTo>
                      <a:lnTo>
                        <a:pt x="422" y="104"/>
                      </a:lnTo>
                      <a:lnTo>
                        <a:pt x="414" y="102"/>
                      </a:lnTo>
                      <a:lnTo>
                        <a:pt x="412" y="114"/>
                      </a:lnTo>
                      <a:lnTo>
                        <a:pt x="406" y="120"/>
                      </a:lnTo>
                      <a:lnTo>
                        <a:pt x="400" y="126"/>
                      </a:lnTo>
                      <a:lnTo>
                        <a:pt x="394" y="134"/>
                      </a:lnTo>
                      <a:lnTo>
                        <a:pt x="392" y="122"/>
                      </a:lnTo>
                      <a:lnTo>
                        <a:pt x="380" y="122"/>
                      </a:lnTo>
                      <a:lnTo>
                        <a:pt x="370" y="120"/>
                      </a:lnTo>
                      <a:lnTo>
                        <a:pt x="360" y="120"/>
                      </a:lnTo>
                      <a:lnTo>
                        <a:pt x="348" y="120"/>
                      </a:lnTo>
                      <a:lnTo>
                        <a:pt x="358" y="116"/>
                      </a:lnTo>
                      <a:lnTo>
                        <a:pt x="366" y="112"/>
                      </a:lnTo>
                      <a:lnTo>
                        <a:pt x="368" y="104"/>
                      </a:lnTo>
                      <a:lnTo>
                        <a:pt x="358" y="106"/>
                      </a:lnTo>
                      <a:lnTo>
                        <a:pt x="364" y="96"/>
                      </a:lnTo>
                      <a:lnTo>
                        <a:pt x="370" y="86"/>
                      </a:lnTo>
                      <a:lnTo>
                        <a:pt x="374" y="82"/>
                      </a:lnTo>
                      <a:lnTo>
                        <a:pt x="380" y="76"/>
                      </a:lnTo>
                      <a:lnTo>
                        <a:pt x="382" y="70"/>
                      </a:lnTo>
                      <a:lnTo>
                        <a:pt x="386" y="64"/>
                      </a:lnTo>
                      <a:lnTo>
                        <a:pt x="376" y="56"/>
                      </a:lnTo>
                      <a:lnTo>
                        <a:pt x="370" y="50"/>
                      </a:lnTo>
                      <a:lnTo>
                        <a:pt x="368" y="42"/>
                      </a:lnTo>
                      <a:lnTo>
                        <a:pt x="368" y="36"/>
                      </a:lnTo>
                      <a:lnTo>
                        <a:pt x="368" y="28"/>
                      </a:lnTo>
                      <a:lnTo>
                        <a:pt x="368" y="20"/>
                      </a:lnTo>
                      <a:lnTo>
                        <a:pt x="364" y="14"/>
                      </a:lnTo>
                      <a:lnTo>
                        <a:pt x="362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4" name="íślîḍe"/>
                <p:cNvSpPr/>
                <p:nvPr/>
              </p:nvSpPr>
              <p:spPr bwMode="auto">
                <a:xfrm>
                  <a:off x="2083721" y="3827043"/>
                  <a:ext cx="152871" cy="196148"/>
                </a:xfrm>
                <a:custGeom>
                  <a:avLst/>
                  <a:gdLst>
                    <a:gd name="T0" fmla="*/ 2147483647 w 88"/>
                    <a:gd name="T1" fmla="*/ 2147483647 h 118"/>
                    <a:gd name="T2" fmla="*/ 2147483647 w 88"/>
                    <a:gd name="T3" fmla="*/ 2147483647 h 118"/>
                    <a:gd name="T4" fmla="*/ 2147483647 w 88"/>
                    <a:gd name="T5" fmla="*/ 2147483647 h 118"/>
                    <a:gd name="T6" fmla="*/ 2147483647 w 88"/>
                    <a:gd name="T7" fmla="*/ 2147483647 h 118"/>
                    <a:gd name="T8" fmla="*/ 2147483647 w 88"/>
                    <a:gd name="T9" fmla="*/ 2147483647 h 118"/>
                    <a:gd name="T10" fmla="*/ 2147483647 w 88"/>
                    <a:gd name="T11" fmla="*/ 2147483647 h 118"/>
                    <a:gd name="T12" fmla="*/ 2147483647 w 88"/>
                    <a:gd name="T13" fmla="*/ 2147483647 h 118"/>
                    <a:gd name="T14" fmla="*/ 2147483647 w 88"/>
                    <a:gd name="T15" fmla="*/ 2147483647 h 118"/>
                    <a:gd name="T16" fmla="*/ 2147483647 w 88"/>
                    <a:gd name="T17" fmla="*/ 2147483647 h 118"/>
                    <a:gd name="T18" fmla="*/ 2147483647 w 88"/>
                    <a:gd name="T19" fmla="*/ 2147483647 h 118"/>
                    <a:gd name="T20" fmla="*/ 2147483647 w 88"/>
                    <a:gd name="T21" fmla="*/ 2147483647 h 118"/>
                    <a:gd name="T22" fmla="*/ 2147483647 w 88"/>
                    <a:gd name="T23" fmla="*/ 2147483647 h 118"/>
                    <a:gd name="T24" fmla="*/ 2147483647 w 88"/>
                    <a:gd name="T25" fmla="*/ 2147483647 h 118"/>
                    <a:gd name="T26" fmla="*/ 2147483647 w 88"/>
                    <a:gd name="T27" fmla="*/ 2147483647 h 118"/>
                    <a:gd name="T28" fmla="*/ 2147483647 w 88"/>
                    <a:gd name="T29" fmla="*/ 2147483647 h 118"/>
                    <a:gd name="T30" fmla="*/ 2147483647 w 88"/>
                    <a:gd name="T31" fmla="*/ 2147483647 h 118"/>
                    <a:gd name="T32" fmla="*/ 2147483647 w 88"/>
                    <a:gd name="T33" fmla="*/ 2147483647 h 118"/>
                    <a:gd name="T34" fmla="*/ 2147483647 w 88"/>
                    <a:gd name="T35" fmla="*/ 2147483647 h 118"/>
                    <a:gd name="T36" fmla="*/ 2147483647 w 88"/>
                    <a:gd name="T37" fmla="*/ 2147483647 h 118"/>
                    <a:gd name="T38" fmla="*/ 2147483647 w 88"/>
                    <a:gd name="T39" fmla="*/ 2147483647 h 118"/>
                    <a:gd name="T40" fmla="*/ 2147483647 w 88"/>
                    <a:gd name="T41" fmla="*/ 2147483647 h 118"/>
                    <a:gd name="T42" fmla="*/ 2147483647 w 88"/>
                    <a:gd name="T43" fmla="*/ 2147483647 h 118"/>
                    <a:gd name="T44" fmla="*/ 2147483647 w 88"/>
                    <a:gd name="T45" fmla="*/ 2147483647 h 118"/>
                    <a:gd name="T46" fmla="*/ 2147483647 w 88"/>
                    <a:gd name="T47" fmla="*/ 2147483647 h 118"/>
                    <a:gd name="T48" fmla="*/ 2147483647 w 88"/>
                    <a:gd name="T49" fmla="*/ 2147483647 h 118"/>
                    <a:gd name="T50" fmla="*/ 2147483647 w 88"/>
                    <a:gd name="T51" fmla="*/ 2147483647 h 118"/>
                    <a:gd name="T52" fmla="*/ 2147483647 w 88"/>
                    <a:gd name="T53" fmla="*/ 2147483647 h 118"/>
                    <a:gd name="T54" fmla="*/ 2147483647 w 88"/>
                    <a:gd name="T55" fmla="*/ 0 h 118"/>
                    <a:gd name="T56" fmla="*/ 2147483647 w 88"/>
                    <a:gd name="T57" fmla="*/ 2147483647 h 118"/>
                    <a:gd name="T58" fmla="*/ 2147483647 w 88"/>
                    <a:gd name="T59" fmla="*/ 2147483647 h 118"/>
                    <a:gd name="T60" fmla="*/ 2147483647 w 88"/>
                    <a:gd name="T61" fmla="*/ 2147483647 h 118"/>
                    <a:gd name="T62" fmla="*/ 2147483647 w 88"/>
                    <a:gd name="T63" fmla="*/ 2147483647 h 118"/>
                    <a:gd name="T64" fmla="*/ 2147483647 w 88"/>
                    <a:gd name="T65" fmla="*/ 2147483647 h 118"/>
                    <a:gd name="T66" fmla="*/ 2147483647 w 88"/>
                    <a:gd name="T67" fmla="*/ 2147483647 h 118"/>
                    <a:gd name="T68" fmla="*/ 2147483647 w 88"/>
                    <a:gd name="T69" fmla="*/ 2147483647 h 118"/>
                    <a:gd name="T70" fmla="*/ 0 w 88"/>
                    <a:gd name="T71" fmla="*/ 2147483647 h 118"/>
                    <a:gd name="T72" fmla="*/ 2147483647 w 88"/>
                    <a:gd name="T73" fmla="*/ 2147483647 h 118"/>
                    <a:gd name="T74" fmla="*/ 2147483647 w 88"/>
                    <a:gd name="T75" fmla="*/ 2147483647 h 118"/>
                    <a:gd name="T76" fmla="*/ 2147483647 w 88"/>
                    <a:gd name="T77" fmla="*/ 2147483647 h 118"/>
                    <a:gd name="T78" fmla="*/ 2147483647 w 88"/>
                    <a:gd name="T79" fmla="*/ 2147483647 h 118"/>
                    <a:gd name="T80" fmla="*/ 2147483647 w 88"/>
                    <a:gd name="T81" fmla="*/ 2147483647 h 118"/>
                    <a:gd name="T82" fmla="*/ 2147483647 w 88"/>
                    <a:gd name="T83" fmla="*/ 2147483647 h 118"/>
                    <a:gd name="T84" fmla="*/ 2147483647 w 88"/>
                    <a:gd name="T85" fmla="*/ 2147483647 h 118"/>
                    <a:gd name="T86" fmla="*/ 2147483647 w 88"/>
                    <a:gd name="T87" fmla="*/ 2147483647 h 118"/>
                    <a:gd name="T88" fmla="*/ 2147483647 w 88"/>
                    <a:gd name="T89" fmla="*/ 2147483647 h 118"/>
                    <a:gd name="T90" fmla="*/ 2147483647 w 88"/>
                    <a:gd name="T91" fmla="*/ 2147483647 h 118"/>
                    <a:gd name="T92" fmla="*/ 2147483647 w 88"/>
                    <a:gd name="T93" fmla="*/ 2147483647 h 118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88"/>
                    <a:gd name="T142" fmla="*/ 0 h 118"/>
                    <a:gd name="T143" fmla="*/ 88 w 88"/>
                    <a:gd name="T144" fmla="*/ 118 h 118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88" h="118">
                      <a:moveTo>
                        <a:pt x="12" y="86"/>
                      </a:moveTo>
                      <a:lnTo>
                        <a:pt x="10" y="90"/>
                      </a:lnTo>
                      <a:lnTo>
                        <a:pt x="12" y="92"/>
                      </a:lnTo>
                      <a:lnTo>
                        <a:pt x="12" y="98"/>
                      </a:lnTo>
                      <a:lnTo>
                        <a:pt x="10" y="102"/>
                      </a:lnTo>
                      <a:lnTo>
                        <a:pt x="8" y="106"/>
                      </a:lnTo>
                      <a:lnTo>
                        <a:pt x="18" y="112"/>
                      </a:lnTo>
                      <a:lnTo>
                        <a:pt x="30" y="118"/>
                      </a:lnTo>
                      <a:lnTo>
                        <a:pt x="34" y="116"/>
                      </a:lnTo>
                      <a:lnTo>
                        <a:pt x="36" y="112"/>
                      </a:lnTo>
                      <a:lnTo>
                        <a:pt x="40" y="102"/>
                      </a:lnTo>
                      <a:lnTo>
                        <a:pt x="46" y="88"/>
                      </a:lnTo>
                      <a:lnTo>
                        <a:pt x="50" y="84"/>
                      </a:lnTo>
                      <a:lnTo>
                        <a:pt x="56" y="80"/>
                      </a:lnTo>
                      <a:lnTo>
                        <a:pt x="68" y="74"/>
                      </a:lnTo>
                      <a:lnTo>
                        <a:pt x="78" y="66"/>
                      </a:lnTo>
                      <a:lnTo>
                        <a:pt x="84" y="54"/>
                      </a:lnTo>
                      <a:lnTo>
                        <a:pt x="86" y="50"/>
                      </a:lnTo>
                      <a:lnTo>
                        <a:pt x="86" y="42"/>
                      </a:lnTo>
                      <a:lnTo>
                        <a:pt x="88" y="40"/>
                      </a:lnTo>
                      <a:lnTo>
                        <a:pt x="86" y="32"/>
                      </a:lnTo>
                      <a:lnTo>
                        <a:pt x="84" y="28"/>
                      </a:lnTo>
                      <a:lnTo>
                        <a:pt x="86" y="26"/>
                      </a:lnTo>
                      <a:lnTo>
                        <a:pt x="70" y="24"/>
                      </a:lnTo>
                      <a:lnTo>
                        <a:pt x="56" y="18"/>
                      </a:lnTo>
                      <a:lnTo>
                        <a:pt x="42" y="10"/>
                      </a:lnTo>
                      <a:lnTo>
                        <a:pt x="34" y="2"/>
                      </a:lnTo>
                      <a:lnTo>
                        <a:pt x="28" y="0"/>
                      </a:lnTo>
                      <a:lnTo>
                        <a:pt x="20" y="2"/>
                      </a:lnTo>
                      <a:lnTo>
                        <a:pt x="14" y="6"/>
                      </a:lnTo>
                      <a:lnTo>
                        <a:pt x="12" y="10"/>
                      </a:lnTo>
                      <a:lnTo>
                        <a:pt x="12" y="14"/>
                      </a:lnTo>
                      <a:lnTo>
                        <a:pt x="12" y="26"/>
                      </a:lnTo>
                      <a:lnTo>
                        <a:pt x="6" y="40"/>
                      </a:lnTo>
                      <a:lnTo>
                        <a:pt x="2" y="54"/>
                      </a:lnTo>
                      <a:lnTo>
                        <a:pt x="0" y="64"/>
                      </a:lnTo>
                      <a:lnTo>
                        <a:pt x="4" y="70"/>
                      </a:lnTo>
                      <a:lnTo>
                        <a:pt x="6" y="72"/>
                      </a:lnTo>
                      <a:lnTo>
                        <a:pt x="10" y="72"/>
                      </a:lnTo>
                      <a:lnTo>
                        <a:pt x="14" y="70"/>
                      </a:lnTo>
                      <a:lnTo>
                        <a:pt x="18" y="66"/>
                      </a:lnTo>
                      <a:lnTo>
                        <a:pt x="18" y="74"/>
                      </a:lnTo>
                      <a:lnTo>
                        <a:pt x="18" y="80"/>
                      </a:lnTo>
                      <a:lnTo>
                        <a:pt x="12" y="84"/>
                      </a:lnTo>
                      <a:lnTo>
                        <a:pt x="8" y="86"/>
                      </a:lnTo>
                      <a:lnTo>
                        <a:pt x="10" y="86"/>
                      </a:lnTo>
                      <a:lnTo>
                        <a:pt x="12" y="8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5" name="îṣḷîdê"/>
                <p:cNvSpPr/>
                <p:nvPr/>
              </p:nvSpPr>
              <p:spPr bwMode="auto">
                <a:xfrm>
                  <a:off x="2075457" y="3878882"/>
                  <a:ext cx="364962" cy="554819"/>
                </a:xfrm>
                <a:custGeom>
                  <a:avLst/>
                  <a:gdLst>
                    <a:gd name="T0" fmla="*/ 2147483647 w 208"/>
                    <a:gd name="T1" fmla="*/ 2147483647 h 332"/>
                    <a:gd name="T2" fmla="*/ 2147483647 w 208"/>
                    <a:gd name="T3" fmla="*/ 2147483647 h 332"/>
                    <a:gd name="T4" fmla="*/ 2147483647 w 208"/>
                    <a:gd name="T5" fmla="*/ 2147483647 h 332"/>
                    <a:gd name="T6" fmla="*/ 2147483647 w 208"/>
                    <a:gd name="T7" fmla="*/ 2147483647 h 332"/>
                    <a:gd name="T8" fmla="*/ 2147483647 w 208"/>
                    <a:gd name="T9" fmla="*/ 2147483647 h 332"/>
                    <a:gd name="T10" fmla="*/ 2147483647 w 208"/>
                    <a:gd name="T11" fmla="*/ 2147483647 h 332"/>
                    <a:gd name="T12" fmla="*/ 2147483647 w 208"/>
                    <a:gd name="T13" fmla="*/ 2147483647 h 332"/>
                    <a:gd name="T14" fmla="*/ 2147483647 w 208"/>
                    <a:gd name="T15" fmla="*/ 2147483647 h 332"/>
                    <a:gd name="T16" fmla="*/ 0 w 208"/>
                    <a:gd name="T17" fmla="*/ 2147483647 h 332"/>
                    <a:gd name="T18" fmla="*/ 2147483647 w 208"/>
                    <a:gd name="T19" fmla="*/ 2147483647 h 332"/>
                    <a:gd name="T20" fmla="*/ 2147483647 w 208"/>
                    <a:gd name="T21" fmla="*/ 2147483647 h 332"/>
                    <a:gd name="T22" fmla="*/ 2147483647 w 208"/>
                    <a:gd name="T23" fmla="*/ 2147483647 h 332"/>
                    <a:gd name="T24" fmla="*/ 2147483647 w 208"/>
                    <a:gd name="T25" fmla="*/ 2147483647 h 332"/>
                    <a:gd name="T26" fmla="*/ 2147483647 w 208"/>
                    <a:gd name="T27" fmla="*/ 2147483647 h 332"/>
                    <a:gd name="T28" fmla="*/ 2147483647 w 208"/>
                    <a:gd name="T29" fmla="*/ 2147483647 h 332"/>
                    <a:gd name="T30" fmla="*/ 2147483647 w 208"/>
                    <a:gd name="T31" fmla="*/ 2147483647 h 332"/>
                    <a:gd name="T32" fmla="*/ 2147483647 w 208"/>
                    <a:gd name="T33" fmla="*/ 0 h 332"/>
                    <a:gd name="T34" fmla="*/ 2147483647 w 208"/>
                    <a:gd name="T35" fmla="*/ 2147483647 h 332"/>
                    <a:gd name="T36" fmla="*/ 2147483647 w 208"/>
                    <a:gd name="T37" fmla="*/ 2147483647 h 332"/>
                    <a:gd name="T38" fmla="*/ 2147483647 w 208"/>
                    <a:gd name="T39" fmla="*/ 2147483647 h 332"/>
                    <a:gd name="T40" fmla="*/ 2147483647 w 208"/>
                    <a:gd name="T41" fmla="*/ 2147483647 h 332"/>
                    <a:gd name="T42" fmla="*/ 2147483647 w 208"/>
                    <a:gd name="T43" fmla="*/ 2147483647 h 332"/>
                    <a:gd name="T44" fmla="*/ 2147483647 w 208"/>
                    <a:gd name="T45" fmla="*/ 2147483647 h 332"/>
                    <a:gd name="T46" fmla="*/ 2147483647 w 208"/>
                    <a:gd name="T47" fmla="*/ 2147483647 h 332"/>
                    <a:gd name="T48" fmla="*/ 2147483647 w 208"/>
                    <a:gd name="T49" fmla="*/ 2147483647 h 332"/>
                    <a:gd name="T50" fmla="*/ 2147483647 w 208"/>
                    <a:gd name="T51" fmla="*/ 2147483647 h 332"/>
                    <a:gd name="T52" fmla="*/ 2147483647 w 208"/>
                    <a:gd name="T53" fmla="*/ 2147483647 h 332"/>
                    <a:gd name="T54" fmla="*/ 2147483647 w 208"/>
                    <a:gd name="T55" fmla="*/ 2147483647 h 332"/>
                    <a:gd name="T56" fmla="*/ 2147483647 w 208"/>
                    <a:gd name="T57" fmla="*/ 2147483647 h 332"/>
                    <a:gd name="T58" fmla="*/ 2147483647 w 208"/>
                    <a:gd name="T59" fmla="*/ 2147483647 h 332"/>
                    <a:gd name="T60" fmla="*/ 2147483647 w 208"/>
                    <a:gd name="T61" fmla="*/ 2147483647 h 332"/>
                    <a:gd name="T62" fmla="*/ 2147483647 w 208"/>
                    <a:gd name="T63" fmla="*/ 2147483647 h 332"/>
                    <a:gd name="T64" fmla="*/ 2147483647 w 208"/>
                    <a:gd name="T65" fmla="*/ 2147483647 h 332"/>
                    <a:gd name="T66" fmla="*/ 2147483647 w 208"/>
                    <a:gd name="T67" fmla="*/ 2147483647 h 332"/>
                    <a:gd name="T68" fmla="*/ 2147483647 w 208"/>
                    <a:gd name="T69" fmla="*/ 2147483647 h 332"/>
                    <a:gd name="T70" fmla="*/ 2147483647 w 208"/>
                    <a:gd name="T71" fmla="*/ 2147483647 h 332"/>
                    <a:gd name="T72" fmla="*/ 2147483647 w 208"/>
                    <a:gd name="T73" fmla="*/ 2147483647 h 332"/>
                    <a:gd name="T74" fmla="*/ 2147483647 w 208"/>
                    <a:gd name="T75" fmla="*/ 2147483647 h 332"/>
                    <a:gd name="T76" fmla="*/ 2147483647 w 208"/>
                    <a:gd name="T77" fmla="*/ 2147483647 h 332"/>
                    <a:gd name="T78" fmla="*/ 2147483647 w 208"/>
                    <a:gd name="T79" fmla="*/ 2147483647 h 332"/>
                    <a:gd name="T80" fmla="*/ 2147483647 w 208"/>
                    <a:gd name="T81" fmla="*/ 2147483647 h 332"/>
                    <a:gd name="T82" fmla="*/ 2147483647 w 208"/>
                    <a:gd name="T83" fmla="*/ 2147483647 h 332"/>
                    <a:gd name="T84" fmla="*/ 2147483647 w 208"/>
                    <a:gd name="T85" fmla="*/ 2147483647 h 33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08"/>
                    <a:gd name="T130" fmla="*/ 0 h 332"/>
                    <a:gd name="T131" fmla="*/ 208 w 208"/>
                    <a:gd name="T132" fmla="*/ 332 h 332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08" h="332">
                      <a:moveTo>
                        <a:pt x="186" y="332"/>
                      </a:moveTo>
                      <a:lnTo>
                        <a:pt x="180" y="324"/>
                      </a:lnTo>
                      <a:lnTo>
                        <a:pt x="174" y="318"/>
                      </a:lnTo>
                      <a:lnTo>
                        <a:pt x="154" y="300"/>
                      </a:lnTo>
                      <a:lnTo>
                        <a:pt x="146" y="294"/>
                      </a:lnTo>
                      <a:lnTo>
                        <a:pt x="136" y="292"/>
                      </a:lnTo>
                      <a:lnTo>
                        <a:pt x="118" y="282"/>
                      </a:lnTo>
                      <a:lnTo>
                        <a:pt x="108" y="276"/>
                      </a:lnTo>
                      <a:lnTo>
                        <a:pt x="98" y="268"/>
                      </a:lnTo>
                      <a:lnTo>
                        <a:pt x="94" y="262"/>
                      </a:lnTo>
                      <a:lnTo>
                        <a:pt x="90" y="254"/>
                      </a:lnTo>
                      <a:lnTo>
                        <a:pt x="80" y="232"/>
                      </a:lnTo>
                      <a:lnTo>
                        <a:pt x="72" y="212"/>
                      </a:lnTo>
                      <a:lnTo>
                        <a:pt x="62" y="194"/>
                      </a:lnTo>
                      <a:lnTo>
                        <a:pt x="52" y="174"/>
                      </a:lnTo>
                      <a:lnTo>
                        <a:pt x="46" y="158"/>
                      </a:lnTo>
                      <a:lnTo>
                        <a:pt x="40" y="146"/>
                      </a:lnTo>
                      <a:lnTo>
                        <a:pt x="32" y="132"/>
                      </a:lnTo>
                      <a:lnTo>
                        <a:pt x="24" y="118"/>
                      </a:lnTo>
                      <a:lnTo>
                        <a:pt x="22" y="114"/>
                      </a:lnTo>
                      <a:lnTo>
                        <a:pt x="18" y="112"/>
                      </a:lnTo>
                      <a:lnTo>
                        <a:pt x="12" y="108"/>
                      </a:lnTo>
                      <a:lnTo>
                        <a:pt x="4" y="106"/>
                      </a:lnTo>
                      <a:lnTo>
                        <a:pt x="2" y="104"/>
                      </a:lnTo>
                      <a:lnTo>
                        <a:pt x="0" y="100"/>
                      </a:lnTo>
                      <a:lnTo>
                        <a:pt x="0" y="82"/>
                      </a:lnTo>
                      <a:lnTo>
                        <a:pt x="0" y="66"/>
                      </a:lnTo>
                      <a:lnTo>
                        <a:pt x="2" y="64"/>
                      </a:lnTo>
                      <a:lnTo>
                        <a:pt x="4" y="60"/>
                      </a:lnTo>
                      <a:lnTo>
                        <a:pt x="12" y="54"/>
                      </a:lnTo>
                      <a:lnTo>
                        <a:pt x="16" y="54"/>
                      </a:lnTo>
                      <a:lnTo>
                        <a:pt x="14" y="58"/>
                      </a:lnTo>
                      <a:lnTo>
                        <a:pt x="16" y="60"/>
                      </a:lnTo>
                      <a:lnTo>
                        <a:pt x="16" y="66"/>
                      </a:lnTo>
                      <a:lnTo>
                        <a:pt x="14" y="70"/>
                      </a:lnTo>
                      <a:lnTo>
                        <a:pt x="12" y="74"/>
                      </a:lnTo>
                      <a:lnTo>
                        <a:pt x="22" y="80"/>
                      </a:lnTo>
                      <a:lnTo>
                        <a:pt x="34" y="86"/>
                      </a:lnTo>
                      <a:lnTo>
                        <a:pt x="38" y="84"/>
                      </a:lnTo>
                      <a:lnTo>
                        <a:pt x="40" y="80"/>
                      </a:lnTo>
                      <a:lnTo>
                        <a:pt x="44" y="70"/>
                      </a:lnTo>
                      <a:lnTo>
                        <a:pt x="50" y="56"/>
                      </a:lnTo>
                      <a:lnTo>
                        <a:pt x="54" y="52"/>
                      </a:lnTo>
                      <a:lnTo>
                        <a:pt x="60" y="48"/>
                      </a:lnTo>
                      <a:lnTo>
                        <a:pt x="72" y="42"/>
                      </a:lnTo>
                      <a:lnTo>
                        <a:pt x="82" y="34"/>
                      </a:lnTo>
                      <a:lnTo>
                        <a:pt x="88" y="22"/>
                      </a:lnTo>
                      <a:lnTo>
                        <a:pt x="90" y="18"/>
                      </a:lnTo>
                      <a:lnTo>
                        <a:pt x="90" y="10"/>
                      </a:lnTo>
                      <a:lnTo>
                        <a:pt x="92" y="8"/>
                      </a:lnTo>
                      <a:lnTo>
                        <a:pt x="90" y="0"/>
                      </a:lnTo>
                      <a:lnTo>
                        <a:pt x="96" y="0"/>
                      </a:lnTo>
                      <a:lnTo>
                        <a:pt x="100" y="4"/>
                      </a:lnTo>
                      <a:lnTo>
                        <a:pt x="106" y="8"/>
                      </a:lnTo>
                      <a:lnTo>
                        <a:pt x="114" y="14"/>
                      </a:lnTo>
                      <a:lnTo>
                        <a:pt x="120" y="22"/>
                      </a:lnTo>
                      <a:lnTo>
                        <a:pt x="124" y="26"/>
                      </a:lnTo>
                      <a:lnTo>
                        <a:pt x="126" y="34"/>
                      </a:lnTo>
                      <a:lnTo>
                        <a:pt x="128" y="42"/>
                      </a:lnTo>
                      <a:lnTo>
                        <a:pt x="144" y="42"/>
                      </a:lnTo>
                      <a:lnTo>
                        <a:pt x="146" y="42"/>
                      </a:lnTo>
                      <a:lnTo>
                        <a:pt x="148" y="40"/>
                      </a:lnTo>
                      <a:lnTo>
                        <a:pt x="152" y="38"/>
                      </a:lnTo>
                      <a:lnTo>
                        <a:pt x="154" y="38"/>
                      </a:lnTo>
                      <a:lnTo>
                        <a:pt x="156" y="40"/>
                      </a:lnTo>
                      <a:lnTo>
                        <a:pt x="160" y="44"/>
                      </a:lnTo>
                      <a:lnTo>
                        <a:pt x="160" y="40"/>
                      </a:lnTo>
                      <a:lnTo>
                        <a:pt x="164" y="38"/>
                      </a:lnTo>
                      <a:lnTo>
                        <a:pt x="172" y="40"/>
                      </a:lnTo>
                      <a:lnTo>
                        <a:pt x="178" y="44"/>
                      </a:lnTo>
                      <a:lnTo>
                        <a:pt x="176" y="48"/>
                      </a:lnTo>
                      <a:lnTo>
                        <a:pt x="174" y="52"/>
                      </a:lnTo>
                      <a:lnTo>
                        <a:pt x="170" y="56"/>
                      </a:lnTo>
                      <a:lnTo>
                        <a:pt x="168" y="60"/>
                      </a:lnTo>
                      <a:lnTo>
                        <a:pt x="170" y="64"/>
                      </a:lnTo>
                      <a:lnTo>
                        <a:pt x="174" y="66"/>
                      </a:lnTo>
                      <a:lnTo>
                        <a:pt x="180" y="70"/>
                      </a:lnTo>
                      <a:lnTo>
                        <a:pt x="180" y="74"/>
                      </a:lnTo>
                      <a:lnTo>
                        <a:pt x="176" y="76"/>
                      </a:lnTo>
                      <a:lnTo>
                        <a:pt x="164" y="78"/>
                      </a:lnTo>
                      <a:lnTo>
                        <a:pt x="154" y="80"/>
                      </a:lnTo>
                      <a:lnTo>
                        <a:pt x="144" y="82"/>
                      </a:lnTo>
                      <a:lnTo>
                        <a:pt x="138" y="86"/>
                      </a:lnTo>
                      <a:lnTo>
                        <a:pt x="136" y="90"/>
                      </a:lnTo>
                      <a:lnTo>
                        <a:pt x="134" y="98"/>
                      </a:lnTo>
                      <a:lnTo>
                        <a:pt x="132" y="106"/>
                      </a:lnTo>
                      <a:lnTo>
                        <a:pt x="128" y="118"/>
                      </a:lnTo>
                      <a:lnTo>
                        <a:pt x="126" y="122"/>
                      </a:lnTo>
                      <a:lnTo>
                        <a:pt x="124" y="124"/>
                      </a:lnTo>
                      <a:lnTo>
                        <a:pt x="120" y="128"/>
                      </a:lnTo>
                      <a:lnTo>
                        <a:pt x="118" y="132"/>
                      </a:lnTo>
                      <a:lnTo>
                        <a:pt x="120" y="138"/>
                      </a:lnTo>
                      <a:lnTo>
                        <a:pt x="122" y="142"/>
                      </a:lnTo>
                      <a:lnTo>
                        <a:pt x="126" y="150"/>
                      </a:lnTo>
                      <a:lnTo>
                        <a:pt x="132" y="158"/>
                      </a:lnTo>
                      <a:lnTo>
                        <a:pt x="134" y="162"/>
                      </a:lnTo>
                      <a:lnTo>
                        <a:pt x="134" y="168"/>
                      </a:lnTo>
                      <a:lnTo>
                        <a:pt x="142" y="170"/>
                      </a:lnTo>
                      <a:lnTo>
                        <a:pt x="148" y="174"/>
                      </a:lnTo>
                      <a:lnTo>
                        <a:pt x="154" y="180"/>
                      </a:lnTo>
                      <a:lnTo>
                        <a:pt x="158" y="182"/>
                      </a:lnTo>
                      <a:lnTo>
                        <a:pt x="162" y="180"/>
                      </a:lnTo>
                      <a:lnTo>
                        <a:pt x="164" y="180"/>
                      </a:lnTo>
                      <a:lnTo>
                        <a:pt x="166" y="172"/>
                      </a:lnTo>
                      <a:lnTo>
                        <a:pt x="176" y="172"/>
                      </a:lnTo>
                      <a:lnTo>
                        <a:pt x="176" y="188"/>
                      </a:lnTo>
                      <a:lnTo>
                        <a:pt x="176" y="194"/>
                      </a:lnTo>
                      <a:lnTo>
                        <a:pt x="178" y="196"/>
                      </a:lnTo>
                      <a:lnTo>
                        <a:pt x="180" y="198"/>
                      </a:lnTo>
                      <a:lnTo>
                        <a:pt x="182" y="198"/>
                      </a:lnTo>
                      <a:lnTo>
                        <a:pt x="184" y="198"/>
                      </a:lnTo>
                      <a:lnTo>
                        <a:pt x="192" y="200"/>
                      </a:lnTo>
                      <a:lnTo>
                        <a:pt x="202" y="212"/>
                      </a:lnTo>
                      <a:lnTo>
                        <a:pt x="206" y="218"/>
                      </a:lnTo>
                      <a:lnTo>
                        <a:pt x="208" y="226"/>
                      </a:lnTo>
                      <a:lnTo>
                        <a:pt x="206" y="258"/>
                      </a:lnTo>
                      <a:lnTo>
                        <a:pt x="204" y="264"/>
                      </a:lnTo>
                      <a:lnTo>
                        <a:pt x="204" y="266"/>
                      </a:lnTo>
                      <a:lnTo>
                        <a:pt x="202" y="270"/>
                      </a:lnTo>
                      <a:lnTo>
                        <a:pt x="200" y="276"/>
                      </a:lnTo>
                      <a:lnTo>
                        <a:pt x="202" y="290"/>
                      </a:lnTo>
                      <a:lnTo>
                        <a:pt x="204" y="294"/>
                      </a:lnTo>
                      <a:lnTo>
                        <a:pt x="208" y="296"/>
                      </a:lnTo>
                      <a:lnTo>
                        <a:pt x="204" y="306"/>
                      </a:lnTo>
                      <a:lnTo>
                        <a:pt x="202" y="316"/>
                      </a:lnTo>
                      <a:lnTo>
                        <a:pt x="200" y="322"/>
                      </a:lnTo>
                      <a:lnTo>
                        <a:pt x="196" y="326"/>
                      </a:lnTo>
                      <a:lnTo>
                        <a:pt x="190" y="330"/>
                      </a:lnTo>
                      <a:lnTo>
                        <a:pt x="186" y="33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6" name="iš1iďê"/>
                <p:cNvSpPr/>
                <p:nvPr/>
              </p:nvSpPr>
              <p:spPr bwMode="auto">
                <a:xfrm>
                  <a:off x="2412877" y="4173103"/>
                  <a:ext cx="341549" cy="396499"/>
                </a:xfrm>
                <a:custGeom>
                  <a:avLst/>
                  <a:gdLst>
                    <a:gd name="T0" fmla="*/ 2147483647 w 196"/>
                    <a:gd name="T1" fmla="*/ 2147483647 h 238"/>
                    <a:gd name="T2" fmla="*/ 2147483647 w 196"/>
                    <a:gd name="T3" fmla="*/ 2147483647 h 238"/>
                    <a:gd name="T4" fmla="*/ 2147483647 w 196"/>
                    <a:gd name="T5" fmla="*/ 2147483647 h 238"/>
                    <a:gd name="T6" fmla="*/ 2147483647 w 196"/>
                    <a:gd name="T7" fmla="*/ 2147483647 h 238"/>
                    <a:gd name="T8" fmla="*/ 2147483647 w 196"/>
                    <a:gd name="T9" fmla="*/ 2147483647 h 238"/>
                    <a:gd name="T10" fmla="*/ 2147483647 w 196"/>
                    <a:gd name="T11" fmla="*/ 2147483647 h 238"/>
                    <a:gd name="T12" fmla="*/ 2147483647 w 196"/>
                    <a:gd name="T13" fmla="*/ 2147483647 h 238"/>
                    <a:gd name="T14" fmla="*/ 2147483647 w 196"/>
                    <a:gd name="T15" fmla="*/ 2147483647 h 238"/>
                    <a:gd name="T16" fmla="*/ 2147483647 w 196"/>
                    <a:gd name="T17" fmla="*/ 2147483647 h 238"/>
                    <a:gd name="T18" fmla="*/ 2147483647 w 196"/>
                    <a:gd name="T19" fmla="*/ 2147483647 h 238"/>
                    <a:gd name="T20" fmla="*/ 2147483647 w 196"/>
                    <a:gd name="T21" fmla="*/ 2147483647 h 238"/>
                    <a:gd name="T22" fmla="*/ 2147483647 w 196"/>
                    <a:gd name="T23" fmla="*/ 2147483647 h 238"/>
                    <a:gd name="T24" fmla="*/ 2147483647 w 196"/>
                    <a:gd name="T25" fmla="*/ 2147483647 h 238"/>
                    <a:gd name="T26" fmla="*/ 2147483647 w 196"/>
                    <a:gd name="T27" fmla="*/ 2147483647 h 238"/>
                    <a:gd name="T28" fmla="*/ 2147483647 w 196"/>
                    <a:gd name="T29" fmla="*/ 2147483647 h 238"/>
                    <a:gd name="T30" fmla="*/ 2147483647 w 196"/>
                    <a:gd name="T31" fmla="*/ 2147483647 h 238"/>
                    <a:gd name="T32" fmla="*/ 2147483647 w 196"/>
                    <a:gd name="T33" fmla="*/ 2147483647 h 238"/>
                    <a:gd name="T34" fmla="*/ 2147483647 w 196"/>
                    <a:gd name="T35" fmla="*/ 2147483647 h 238"/>
                    <a:gd name="T36" fmla="*/ 2147483647 w 196"/>
                    <a:gd name="T37" fmla="*/ 2147483647 h 238"/>
                    <a:gd name="T38" fmla="*/ 2147483647 w 196"/>
                    <a:gd name="T39" fmla="*/ 2147483647 h 238"/>
                    <a:gd name="T40" fmla="*/ 2147483647 w 196"/>
                    <a:gd name="T41" fmla="*/ 2147483647 h 238"/>
                    <a:gd name="T42" fmla="*/ 2147483647 w 196"/>
                    <a:gd name="T43" fmla="*/ 2147483647 h 238"/>
                    <a:gd name="T44" fmla="*/ 2147483647 w 196"/>
                    <a:gd name="T45" fmla="*/ 2147483647 h 238"/>
                    <a:gd name="T46" fmla="*/ 2147483647 w 196"/>
                    <a:gd name="T47" fmla="*/ 2147483647 h 238"/>
                    <a:gd name="T48" fmla="*/ 2147483647 w 196"/>
                    <a:gd name="T49" fmla="*/ 2147483647 h 238"/>
                    <a:gd name="T50" fmla="*/ 2147483647 w 196"/>
                    <a:gd name="T51" fmla="*/ 2147483647 h 238"/>
                    <a:gd name="T52" fmla="*/ 2147483647 w 196"/>
                    <a:gd name="T53" fmla="*/ 2147483647 h 238"/>
                    <a:gd name="T54" fmla="*/ 2147483647 w 196"/>
                    <a:gd name="T55" fmla="*/ 2147483647 h 238"/>
                    <a:gd name="T56" fmla="*/ 2147483647 w 196"/>
                    <a:gd name="T57" fmla="*/ 2147483647 h 238"/>
                    <a:gd name="T58" fmla="*/ 2147483647 w 196"/>
                    <a:gd name="T59" fmla="*/ 2147483647 h 238"/>
                    <a:gd name="T60" fmla="*/ 2147483647 w 196"/>
                    <a:gd name="T61" fmla="*/ 2147483647 h 238"/>
                    <a:gd name="T62" fmla="*/ 2147483647 w 196"/>
                    <a:gd name="T63" fmla="*/ 2147483647 h 238"/>
                    <a:gd name="T64" fmla="*/ 2147483647 w 196"/>
                    <a:gd name="T65" fmla="*/ 2147483647 h 238"/>
                    <a:gd name="T66" fmla="*/ 2147483647 w 196"/>
                    <a:gd name="T67" fmla="*/ 2147483647 h 238"/>
                    <a:gd name="T68" fmla="*/ 2147483647 w 196"/>
                    <a:gd name="T69" fmla="*/ 2147483647 h 238"/>
                    <a:gd name="T70" fmla="*/ 2147483647 w 196"/>
                    <a:gd name="T71" fmla="*/ 2147483647 h 238"/>
                    <a:gd name="T72" fmla="*/ 2147483647 w 196"/>
                    <a:gd name="T73" fmla="*/ 2147483647 h 238"/>
                    <a:gd name="T74" fmla="*/ 2147483647 w 196"/>
                    <a:gd name="T75" fmla="*/ 2147483647 h 238"/>
                    <a:gd name="T76" fmla="*/ 2147483647 w 196"/>
                    <a:gd name="T77" fmla="*/ 2147483647 h 238"/>
                    <a:gd name="T78" fmla="*/ 2147483647 w 196"/>
                    <a:gd name="T79" fmla="*/ 2147483647 h 238"/>
                    <a:gd name="T80" fmla="*/ 2147483647 w 196"/>
                    <a:gd name="T81" fmla="*/ 2147483647 h 238"/>
                    <a:gd name="T82" fmla="*/ 2147483647 w 196"/>
                    <a:gd name="T83" fmla="*/ 2147483647 h 238"/>
                    <a:gd name="T84" fmla="*/ 2147483647 w 196"/>
                    <a:gd name="T85" fmla="*/ 2147483647 h 238"/>
                    <a:gd name="T86" fmla="*/ 2147483647 w 196"/>
                    <a:gd name="T87" fmla="*/ 2147483647 h 238"/>
                    <a:gd name="T88" fmla="*/ 2147483647 w 196"/>
                    <a:gd name="T89" fmla="*/ 0 h 238"/>
                    <a:gd name="T90" fmla="*/ 2147483647 w 196"/>
                    <a:gd name="T91" fmla="*/ 2147483647 h 238"/>
                    <a:gd name="T92" fmla="*/ 2147483647 w 196"/>
                    <a:gd name="T93" fmla="*/ 2147483647 h 238"/>
                    <a:gd name="T94" fmla="*/ 2147483647 w 196"/>
                    <a:gd name="T95" fmla="*/ 2147483647 h 238"/>
                    <a:gd name="T96" fmla="*/ 0 w 196"/>
                    <a:gd name="T97" fmla="*/ 2147483647 h 23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6"/>
                    <a:gd name="T148" fmla="*/ 0 h 238"/>
                    <a:gd name="T149" fmla="*/ 196 w 196"/>
                    <a:gd name="T150" fmla="*/ 238 h 238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6" h="238">
                      <a:moveTo>
                        <a:pt x="0" y="24"/>
                      </a:moveTo>
                      <a:lnTo>
                        <a:pt x="10" y="34"/>
                      </a:lnTo>
                      <a:lnTo>
                        <a:pt x="14" y="42"/>
                      </a:lnTo>
                      <a:lnTo>
                        <a:pt x="16" y="50"/>
                      </a:lnTo>
                      <a:lnTo>
                        <a:pt x="14" y="82"/>
                      </a:lnTo>
                      <a:lnTo>
                        <a:pt x="12" y="88"/>
                      </a:lnTo>
                      <a:lnTo>
                        <a:pt x="12" y="90"/>
                      </a:lnTo>
                      <a:lnTo>
                        <a:pt x="10" y="94"/>
                      </a:lnTo>
                      <a:lnTo>
                        <a:pt x="8" y="100"/>
                      </a:lnTo>
                      <a:lnTo>
                        <a:pt x="10" y="114"/>
                      </a:lnTo>
                      <a:lnTo>
                        <a:pt x="12" y="118"/>
                      </a:lnTo>
                      <a:lnTo>
                        <a:pt x="16" y="120"/>
                      </a:lnTo>
                      <a:lnTo>
                        <a:pt x="14" y="126"/>
                      </a:lnTo>
                      <a:lnTo>
                        <a:pt x="12" y="132"/>
                      </a:lnTo>
                      <a:lnTo>
                        <a:pt x="8" y="146"/>
                      </a:lnTo>
                      <a:lnTo>
                        <a:pt x="18" y="156"/>
                      </a:lnTo>
                      <a:lnTo>
                        <a:pt x="22" y="168"/>
                      </a:lnTo>
                      <a:lnTo>
                        <a:pt x="26" y="198"/>
                      </a:lnTo>
                      <a:lnTo>
                        <a:pt x="28" y="200"/>
                      </a:lnTo>
                      <a:lnTo>
                        <a:pt x="30" y="202"/>
                      </a:lnTo>
                      <a:lnTo>
                        <a:pt x="34" y="204"/>
                      </a:lnTo>
                      <a:lnTo>
                        <a:pt x="36" y="208"/>
                      </a:lnTo>
                      <a:lnTo>
                        <a:pt x="42" y="228"/>
                      </a:lnTo>
                      <a:lnTo>
                        <a:pt x="44" y="234"/>
                      </a:lnTo>
                      <a:lnTo>
                        <a:pt x="46" y="238"/>
                      </a:lnTo>
                      <a:lnTo>
                        <a:pt x="50" y="238"/>
                      </a:lnTo>
                      <a:lnTo>
                        <a:pt x="56" y="236"/>
                      </a:lnTo>
                      <a:lnTo>
                        <a:pt x="60" y="232"/>
                      </a:lnTo>
                      <a:lnTo>
                        <a:pt x="70" y="220"/>
                      </a:lnTo>
                      <a:lnTo>
                        <a:pt x="76" y="226"/>
                      </a:lnTo>
                      <a:lnTo>
                        <a:pt x="84" y="228"/>
                      </a:lnTo>
                      <a:lnTo>
                        <a:pt x="92" y="230"/>
                      </a:lnTo>
                      <a:lnTo>
                        <a:pt x="98" y="238"/>
                      </a:lnTo>
                      <a:lnTo>
                        <a:pt x="100" y="232"/>
                      </a:lnTo>
                      <a:lnTo>
                        <a:pt x="104" y="230"/>
                      </a:lnTo>
                      <a:lnTo>
                        <a:pt x="112" y="228"/>
                      </a:lnTo>
                      <a:lnTo>
                        <a:pt x="126" y="228"/>
                      </a:lnTo>
                      <a:lnTo>
                        <a:pt x="126" y="204"/>
                      </a:lnTo>
                      <a:lnTo>
                        <a:pt x="128" y="196"/>
                      </a:lnTo>
                      <a:lnTo>
                        <a:pt x="132" y="188"/>
                      </a:lnTo>
                      <a:lnTo>
                        <a:pt x="136" y="180"/>
                      </a:lnTo>
                      <a:lnTo>
                        <a:pt x="144" y="176"/>
                      </a:lnTo>
                      <a:lnTo>
                        <a:pt x="152" y="172"/>
                      </a:lnTo>
                      <a:lnTo>
                        <a:pt x="162" y="172"/>
                      </a:lnTo>
                      <a:lnTo>
                        <a:pt x="170" y="172"/>
                      </a:lnTo>
                      <a:lnTo>
                        <a:pt x="178" y="174"/>
                      </a:lnTo>
                      <a:lnTo>
                        <a:pt x="190" y="180"/>
                      </a:lnTo>
                      <a:lnTo>
                        <a:pt x="190" y="174"/>
                      </a:lnTo>
                      <a:lnTo>
                        <a:pt x="192" y="170"/>
                      </a:lnTo>
                      <a:lnTo>
                        <a:pt x="196" y="162"/>
                      </a:lnTo>
                      <a:lnTo>
                        <a:pt x="196" y="156"/>
                      </a:lnTo>
                      <a:lnTo>
                        <a:pt x="196" y="148"/>
                      </a:lnTo>
                      <a:lnTo>
                        <a:pt x="194" y="146"/>
                      </a:lnTo>
                      <a:lnTo>
                        <a:pt x="186" y="138"/>
                      </a:lnTo>
                      <a:lnTo>
                        <a:pt x="184" y="134"/>
                      </a:lnTo>
                      <a:lnTo>
                        <a:pt x="180" y="130"/>
                      </a:lnTo>
                      <a:lnTo>
                        <a:pt x="180" y="126"/>
                      </a:lnTo>
                      <a:lnTo>
                        <a:pt x="180" y="120"/>
                      </a:lnTo>
                      <a:lnTo>
                        <a:pt x="168" y="118"/>
                      </a:lnTo>
                      <a:lnTo>
                        <a:pt x="158" y="116"/>
                      </a:lnTo>
                      <a:lnTo>
                        <a:pt x="154" y="112"/>
                      </a:lnTo>
                      <a:lnTo>
                        <a:pt x="152" y="108"/>
                      </a:lnTo>
                      <a:lnTo>
                        <a:pt x="152" y="102"/>
                      </a:lnTo>
                      <a:lnTo>
                        <a:pt x="152" y="94"/>
                      </a:lnTo>
                      <a:lnTo>
                        <a:pt x="150" y="92"/>
                      </a:lnTo>
                      <a:lnTo>
                        <a:pt x="148" y="90"/>
                      </a:lnTo>
                      <a:lnTo>
                        <a:pt x="146" y="80"/>
                      </a:lnTo>
                      <a:lnTo>
                        <a:pt x="142" y="70"/>
                      </a:lnTo>
                      <a:lnTo>
                        <a:pt x="138" y="68"/>
                      </a:lnTo>
                      <a:lnTo>
                        <a:pt x="134" y="66"/>
                      </a:lnTo>
                      <a:lnTo>
                        <a:pt x="124" y="68"/>
                      </a:lnTo>
                      <a:lnTo>
                        <a:pt x="120" y="68"/>
                      </a:lnTo>
                      <a:lnTo>
                        <a:pt x="116" y="68"/>
                      </a:lnTo>
                      <a:lnTo>
                        <a:pt x="114" y="66"/>
                      </a:lnTo>
                      <a:lnTo>
                        <a:pt x="114" y="62"/>
                      </a:lnTo>
                      <a:lnTo>
                        <a:pt x="108" y="60"/>
                      </a:lnTo>
                      <a:lnTo>
                        <a:pt x="104" y="58"/>
                      </a:lnTo>
                      <a:lnTo>
                        <a:pt x="100" y="54"/>
                      </a:lnTo>
                      <a:lnTo>
                        <a:pt x="98" y="52"/>
                      </a:lnTo>
                      <a:lnTo>
                        <a:pt x="94" y="54"/>
                      </a:lnTo>
                      <a:lnTo>
                        <a:pt x="84" y="50"/>
                      </a:lnTo>
                      <a:lnTo>
                        <a:pt x="74" y="44"/>
                      </a:lnTo>
                      <a:lnTo>
                        <a:pt x="70" y="36"/>
                      </a:lnTo>
                      <a:lnTo>
                        <a:pt x="66" y="30"/>
                      </a:lnTo>
                      <a:lnTo>
                        <a:pt x="64" y="20"/>
                      </a:lnTo>
                      <a:lnTo>
                        <a:pt x="66" y="10"/>
                      </a:lnTo>
                      <a:lnTo>
                        <a:pt x="66" y="6"/>
                      </a:lnTo>
                      <a:lnTo>
                        <a:pt x="64" y="2"/>
                      </a:lnTo>
                      <a:lnTo>
                        <a:pt x="62" y="0"/>
                      </a:lnTo>
                      <a:lnTo>
                        <a:pt x="56" y="0"/>
                      </a:lnTo>
                      <a:lnTo>
                        <a:pt x="48" y="2"/>
                      </a:lnTo>
                      <a:lnTo>
                        <a:pt x="42" y="6"/>
                      </a:lnTo>
                      <a:lnTo>
                        <a:pt x="30" y="14"/>
                      </a:lnTo>
                      <a:lnTo>
                        <a:pt x="20" y="22"/>
                      </a:lnTo>
                      <a:lnTo>
                        <a:pt x="12" y="26"/>
                      </a:lnTo>
                      <a:lnTo>
                        <a:pt x="8" y="26"/>
                      </a:lnTo>
                      <a:lnTo>
                        <a:pt x="4" y="24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7" name="îšḻiḓe"/>
                <p:cNvSpPr/>
                <p:nvPr/>
              </p:nvSpPr>
              <p:spPr bwMode="auto">
                <a:xfrm>
                  <a:off x="2631853" y="4461722"/>
                  <a:ext cx="234127" cy="252191"/>
                </a:xfrm>
                <a:custGeom>
                  <a:avLst/>
                  <a:gdLst>
                    <a:gd name="T0" fmla="*/ 2147483647 w 134"/>
                    <a:gd name="T1" fmla="*/ 2147483647 h 152"/>
                    <a:gd name="T2" fmla="*/ 2147483647 w 134"/>
                    <a:gd name="T3" fmla="*/ 2147483647 h 152"/>
                    <a:gd name="T4" fmla="*/ 2147483647 w 134"/>
                    <a:gd name="T5" fmla="*/ 2147483647 h 152"/>
                    <a:gd name="T6" fmla="*/ 2147483647 w 134"/>
                    <a:gd name="T7" fmla="*/ 2147483647 h 152"/>
                    <a:gd name="T8" fmla="*/ 2147483647 w 134"/>
                    <a:gd name="T9" fmla="*/ 2147483647 h 152"/>
                    <a:gd name="T10" fmla="*/ 2147483647 w 134"/>
                    <a:gd name="T11" fmla="*/ 2147483647 h 152"/>
                    <a:gd name="T12" fmla="*/ 2147483647 w 134"/>
                    <a:gd name="T13" fmla="*/ 2147483647 h 152"/>
                    <a:gd name="T14" fmla="*/ 2147483647 w 134"/>
                    <a:gd name="T15" fmla="*/ 2147483647 h 152"/>
                    <a:gd name="T16" fmla="*/ 2147483647 w 134"/>
                    <a:gd name="T17" fmla="*/ 2147483647 h 152"/>
                    <a:gd name="T18" fmla="*/ 2147483647 w 134"/>
                    <a:gd name="T19" fmla="*/ 2147483647 h 152"/>
                    <a:gd name="T20" fmla="*/ 2147483647 w 134"/>
                    <a:gd name="T21" fmla="*/ 2147483647 h 152"/>
                    <a:gd name="T22" fmla="*/ 2147483647 w 134"/>
                    <a:gd name="T23" fmla="*/ 2147483647 h 152"/>
                    <a:gd name="T24" fmla="*/ 2147483647 w 134"/>
                    <a:gd name="T25" fmla="*/ 2147483647 h 152"/>
                    <a:gd name="T26" fmla="*/ 2147483647 w 134"/>
                    <a:gd name="T27" fmla="*/ 2147483647 h 152"/>
                    <a:gd name="T28" fmla="*/ 2147483647 w 134"/>
                    <a:gd name="T29" fmla="*/ 2147483647 h 152"/>
                    <a:gd name="T30" fmla="*/ 2147483647 w 134"/>
                    <a:gd name="T31" fmla="*/ 2147483647 h 152"/>
                    <a:gd name="T32" fmla="*/ 2147483647 w 134"/>
                    <a:gd name="T33" fmla="*/ 2147483647 h 152"/>
                    <a:gd name="T34" fmla="*/ 2147483647 w 134"/>
                    <a:gd name="T35" fmla="*/ 2147483647 h 152"/>
                    <a:gd name="T36" fmla="*/ 2147483647 w 134"/>
                    <a:gd name="T37" fmla="*/ 2147483647 h 152"/>
                    <a:gd name="T38" fmla="*/ 2147483647 w 134"/>
                    <a:gd name="T39" fmla="*/ 2147483647 h 152"/>
                    <a:gd name="T40" fmla="*/ 2147483647 w 134"/>
                    <a:gd name="T41" fmla="*/ 2147483647 h 152"/>
                    <a:gd name="T42" fmla="*/ 2147483647 w 134"/>
                    <a:gd name="T43" fmla="*/ 2147483647 h 152"/>
                    <a:gd name="T44" fmla="*/ 2147483647 w 134"/>
                    <a:gd name="T45" fmla="*/ 2147483647 h 152"/>
                    <a:gd name="T46" fmla="*/ 2147483647 w 134"/>
                    <a:gd name="T47" fmla="*/ 2147483647 h 152"/>
                    <a:gd name="T48" fmla="*/ 2147483647 w 134"/>
                    <a:gd name="T49" fmla="*/ 2147483647 h 152"/>
                    <a:gd name="T50" fmla="*/ 2147483647 w 134"/>
                    <a:gd name="T51" fmla="*/ 2147483647 h 152"/>
                    <a:gd name="T52" fmla="*/ 2147483647 w 134"/>
                    <a:gd name="T53" fmla="*/ 2147483647 h 152"/>
                    <a:gd name="T54" fmla="*/ 2147483647 w 134"/>
                    <a:gd name="T55" fmla="*/ 2147483647 h 152"/>
                    <a:gd name="T56" fmla="*/ 2147483647 w 134"/>
                    <a:gd name="T57" fmla="*/ 2147483647 h 152"/>
                    <a:gd name="T58" fmla="*/ 2147483647 w 134"/>
                    <a:gd name="T59" fmla="*/ 2147483647 h 152"/>
                    <a:gd name="T60" fmla="*/ 2147483647 w 134"/>
                    <a:gd name="T61" fmla="*/ 2147483647 h 152"/>
                    <a:gd name="T62" fmla="*/ 2147483647 w 134"/>
                    <a:gd name="T63" fmla="*/ 2147483647 h 152"/>
                    <a:gd name="T64" fmla="*/ 0 w 134"/>
                    <a:gd name="T65" fmla="*/ 2147483647 h 152"/>
                    <a:gd name="T66" fmla="*/ 0 w 134"/>
                    <a:gd name="T67" fmla="*/ 2147483647 h 152"/>
                    <a:gd name="T68" fmla="*/ 0 w 134"/>
                    <a:gd name="T69" fmla="*/ 2147483647 h 152"/>
                    <a:gd name="T70" fmla="*/ 2147483647 w 134"/>
                    <a:gd name="T71" fmla="*/ 2147483647 h 152"/>
                    <a:gd name="T72" fmla="*/ 2147483647 w 134"/>
                    <a:gd name="T73" fmla="*/ 2147483647 h 152"/>
                    <a:gd name="T74" fmla="*/ 2147483647 w 134"/>
                    <a:gd name="T75" fmla="*/ 2147483647 h 152"/>
                    <a:gd name="T76" fmla="*/ 2147483647 w 134"/>
                    <a:gd name="T77" fmla="*/ 2147483647 h 152"/>
                    <a:gd name="T78" fmla="*/ 2147483647 w 134"/>
                    <a:gd name="T79" fmla="*/ 0 h 152"/>
                    <a:gd name="T80" fmla="*/ 2147483647 w 134"/>
                    <a:gd name="T81" fmla="*/ 0 h 152"/>
                    <a:gd name="T82" fmla="*/ 2147483647 w 134"/>
                    <a:gd name="T83" fmla="*/ 0 h 152"/>
                    <a:gd name="T84" fmla="*/ 2147483647 w 134"/>
                    <a:gd name="T85" fmla="*/ 2147483647 h 152"/>
                    <a:gd name="T86" fmla="*/ 2147483647 w 134"/>
                    <a:gd name="T87" fmla="*/ 2147483647 h 152"/>
                    <a:gd name="T88" fmla="*/ 2147483647 w 134"/>
                    <a:gd name="T89" fmla="*/ 2147483647 h 152"/>
                    <a:gd name="T90" fmla="*/ 2147483647 w 134"/>
                    <a:gd name="T91" fmla="*/ 2147483647 h 152"/>
                    <a:gd name="T92" fmla="*/ 2147483647 w 134"/>
                    <a:gd name="T93" fmla="*/ 2147483647 h 152"/>
                    <a:gd name="T94" fmla="*/ 2147483647 w 134"/>
                    <a:gd name="T95" fmla="*/ 2147483647 h 152"/>
                    <a:gd name="T96" fmla="*/ 2147483647 w 134"/>
                    <a:gd name="T97" fmla="*/ 2147483647 h 152"/>
                    <a:gd name="T98" fmla="*/ 2147483647 w 134"/>
                    <a:gd name="T99" fmla="*/ 2147483647 h 152"/>
                    <a:gd name="T100" fmla="*/ 2147483647 w 134"/>
                    <a:gd name="T101" fmla="*/ 2147483647 h 152"/>
                    <a:gd name="T102" fmla="*/ 2147483647 w 134"/>
                    <a:gd name="T103" fmla="*/ 2147483647 h 152"/>
                    <a:gd name="T104" fmla="*/ 2147483647 w 134"/>
                    <a:gd name="T105" fmla="*/ 2147483647 h 152"/>
                    <a:gd name="T106" fmla="*/ 2147483647 w 134"/>
                    <a:gd name="T107" fmla="*/ 2147483647 h 152"/>
                    <a:gd name="T108" fmla="*/ 2147483647 w 134"/>
                    <a:gd name="T109" fmla="*/ 2147483647 h 152"/>
                    <a:gd name="T110" fmla="*/ 2147483647 w 134"/>
                    <a:gd name="T111" fmla="*/ 2147483647 h 152"/>
                    <a:gd name="T112" fmla="*/ 2147483647 w 134"/>
                    <a:gd name="T113" fmla="*/ 2147483647 h 152"/>
                    <a:gd name="T114" fmla="*/ 2147483647 w 134"/>
                    <a:gd name="T115" fmla="*/ 2147483647 h 152"/>
                    <a:gd name="T116" fmla="*/ 2147483647 w 134"/>
                    <a:gd name="T117" fmla="*/ 2147483647 h 152"/>
                    <a:gd name="T118" fmla="*/ 2147483647 w 134"/>
                    <a:gd name="T119" fmla="*/ 2147483647 h 152"/>
                    <a:gd name="T120" fmla="*/ 2147483647 w 134"/>
                    <a:gd name="T121" fmla="*/ 2147483647 h 152"/>
                    <a:gd name="T122" fmla="*/ 2147483647 w 134"/>
                    <a:gd name="T123" fmla="*/ 2147483647 h 152"/>
                    <a:gd name="T124" fmla="*/ 2147483647 w 134"/>
                    <a:gd name="T125" fmla="*/ 2147483647 h 15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  <a:gd name="T189" fmla="*/ 0 w 134"/>
                    <a:gd name="T190" fmla="*/ 0 h 152"/>
                    <a:gd name="T191" fmla="*/ 134 w 134"/>
                    <a:gd name="T192" fmla="*/ 152 h 152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T189" t="T190" r="T191" b="T192"/>
                  <a:pathLst>
                    <a:path w="134" h="152">
                      <a:moveTo>
                        <a:pt x="132" y="118"/>
                      </a:moveTo>
                      <a:lnTo>
                        <a:pt x="134" y="122"/>
                      </a:lnTo>
                      <a:lnTo>
                        <a:pt x="134" y="130"/>
                      </a:lnTo>
                      <a:lnTo>
                        <a:pt x="134" y="136"/>
                      </a:lnTo>
                      <a:lnTo>
                        <a:pt x="130" y="138"/>
                      </a:lnTo>
                      <a:lnTo>
                        <a:pt x="122" y="146"/>
                      </a:lnTo>
                      <a:lnTo>
                        <a:pt x="112" y="150"/>
                      </a:lnTo>
                      <a:lnTo>
                        <a:pt x="102" y="152"/>
                      </a:lnTo>
                      <a:lnTo>
                        <a:pt x="94" y="152"/>
                      </a:lnTo>
                      <a:lnTo>
                        <a:pt x="86" y="150"/>
                      </a:lnTo>
                      <a:lnTo>
                        <a:pt x="82" y="148"/>
                      </a:lnTo>
                      <a:lnTo>
                        <a:pt x="74" y="148"/>
                      </a:lnTo>
                      <a:lnTo>
                        <a:pt x="76" y="138"/>
                      </a:lnTo>
                      <a:lnTo>
                        <a:pt x="80" y="132"/>
                      </a:lnTo>
                      <a:lnTo>
                        <a:pt x="82" y="124"/>
                      </a:lnTo>
                      <a:lnTo>
                        <a:pt x="84" y="116"/>
                      </a:lnTo>
                      <a:lnTo>
                        <a:pt x="82" y="110"/>
                      </a:lnTo>
                      <a:lnTo>
                        <a:pt x="78" y="106"/>
                      </a:lnTo>
                      <a:lnTo>
                        <a:pt x="72" y="106"/>
                      </a:lnTo>
                      <a:lnTo>
                        <a:pt x="64" y="104"/>
                      </a:lnTo>
                      <a:lnTo>
                        <a:pt x="62" y="102"/>
                      </a:lnTo>
                      <a:lnTo>
                        <a:pt x="60" y="98"/>
                      </a:lnTo>
                      <a:lnTo>
                        <a:pt x="58" y="94"/>
                      </a:lnTo>
                      <a:lnTo>
                        <a:pt x="54" y="92"/>
                      </a:lnTo>
                      <a:lnTo>
                        <a:pt x="46" y="90"/>
                      </a:lnTo>
                      <a:lnTo>
                        <a:pt x="40" y="88"/>
                      </a:lnTo>
                      <a:lnTo>
                        <a:pt x="34" y="88"/>
                      </a:lnTo>
                      <a:lnTo>
                        <a:pt x="30" y="86"/>
                      </a:lnTo>
                      <a:lnTo>
                        <a:pt x="24" y="82"/>
                      </a:lnTo>
                      <a:lnTo>
                        <a:pt x="12" y="66"/>
                      </a:lnTo>
                      <a:lnTo>
                        <a:pt x="4" y="62"/>
                      </a:lnTo>
                      <a:lnTo>
                        <a:pt x="2" y="60"/>
                      </a:lnTo>
                      <a:lnTo>
                        <a:pt x="0" y="58"/>
                      </a:lnTo>
                      <a:lnTo>
                        <a:pt x="0" y="56"/>
                      </a:lnTo>
                      <a:lnTo>
                        <a:pt x="0" y="32"/>
                      </a:lnTo>
                      <a:lnTo>
                        <a:pt x="2" y="24"/>
                      </a:lnTo>
                      <a:lnTo>
                        <a:pt x="6" y="16"/>
                      </a:lnTo>
                      <a:lnTo>
                        <a:pt x="10" y="8"/>
                      </a:lnTo>
                      <a:lnTo>
                        <a:pt x="18" y="4"/>
                      </a:lnTo>
                      <a:lnTo>
                        <a:pt x="26" y="0"/>
                      </a:lnTo>
                      <a:lnTo>
                        <a:pt x="36" y="0"/>
                      </a:lnTo>
                      <a:lnTo>
                        <a:pt x="44" y="0"/>
                      </a:lnTo>
                      <a:lnTo>
                        <a:pt x="52" y="2"/>
                      </a:lnTo>
                      <a:lnTo>
                        <a:pt x="64" y="8"/>
                      </a:lnTo>
                      <a:lnTo>
                        <a:pt x="64" y="18"/>
                      </a:lnTo>
                      <a:lnTo>
                        <a:pt x="70" y="34"/>
                      </a:lnTo>
                      <a:lnTo>
                        <a:pt x="76" y="50"/>
                      </a:lnTo>
                      <a:lnTo>
                        <a:pt x="78" y="54"/>
                      </a:lnTo>
                      <a:lnTo>
                        <a:pt x="82" y="56"/>
                      </a:lnTo>
                      <a:lnTo>
                        <a:pt x="92" y="56"/>
                      </a:lnTo>
                      <a:lnTo>
                        <a:pt x="100" y="58"/>
                      </a:lnTo>
                      <a:lnTo>
                        <a:pt x="106" y="62"/>
                      </a:lnTo>
                      <a:lnTo>
                        <a:pt x="108" y="68"/>
                      </a:lnTo>
                      <a:lnTo>
                        <a:pt x="114" y="80"/>
                      </a:lnTo>
                      <a:lnTo>
                        <a:pt x="120" y="90"/>
                      </a:lnTo>
                      <a:lnTo>
                        <a:pt x="122" y="86"/>
                      </a:lnTo>
                      <a:lnTo>
                        <a:pt x="126" y="84"/>
                      </a:lnTo>
                      <a:lnTo>
                        <a:pt x="128" y="82"/>
                      </a:lnTo>
                      <a:lnTo>
                        <a:pt x="132" y="84"/>
                      </a:lnTo>
                      <a:lnTo>
                        <a:pt x="132" y="88"/>
                      </a:lnTo>
                      <a:lnTo>
                        <a:pt x="132" y="94"/>
                      </a:lnTo>
                      <a:lnTo>
                        <a:pt x="132" y="106"/>
                      </a:lnTo>
                      <a:lnTo>
                        <a:pt x="132" y="1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8" name="ï$ļíḓê"/>
                <p:cNvSpPr/>
                <p:nvPr/>
              </p:nvSpPr>
              <p:spPr bwMode="auto">
                <a:xfrm>
                  <a:off x="2799873" y="4797975"/>
                  <a:ext cx="145985" cy="135904"/>
                </a:xfrm>
                <a:custGeom>
                  <a:avLst/>
                  <a:gdLst>
                    <a:gd name="T0" fmla="*/ 2147483647 w 84"/>
                    <a:gd name="T1" fmla="*/ 0 h 82"/>
                    <a:gd name="T2" fmla="*/ 2147483647 w 84"/>
                    <a:gd name="T3" fmla="*/ 0 h 82"/>
                    <a:gd name="T4" fmla="*/ 2147483647 w 84"/>
                    <a:gd name="T5" fmla="*/ 2147483647 h 82"/>
                    <a:gd name="T6" fmla="*/ 2147483647 w 84"/>
                    <a:gd name="T7" fmla="*/ 2147483647 h 82"/>
                    <a:gd name="T8" fmla="*/ 2147483647 w 84"/>
                    <a:gd name="T9" fmla="*/ 2147483647 h 82"/>
                    <a:gd name="T10" fmla="*/ 2147483647 w 84"/>
                    <a:gd name="T11" fmla="*/ 2147483647 h 82"/>
                    <a:gd name="T12" fmla="*/ 2147483647 w 84"/>
                    <a:gd name="T13" fmla="*/ 2147483647 h 82"/>
                    <a:gd name="T14" fmla="*/ 2147483647 w 84"/>
                    <a:gd name="T15" fmla="*/ 2147483647 h 82"/>
                    <a:gd name="T16" fmla="*/ 2147483647 w 84"/>
                    <a:gd name="T17" fmla="*/ 2147483647 h 82"/>
                    <a:gd name="T18" fmla="*/ 2147483647 w 84"/>
                    <a:gd name="T19" fmla="*/ 2147483647 h 82"/>
                    <a:gd name="T20" fmla="*/ 2147483647 w 84"/>
                    <a:gd name="T21" fmla="*/ 2147483647 h 82"/>
                    <a:gd name="T22" fmla="*/ 2147483647 w 84"/>
                    <a:gd name="T23" fmla="*/ 2147483647 h 82"/>
                    <a:gd name="T24" fmla="*/ 2147483647 w 84"/>
                    <a:gd name="T25" fmla="*/ 2147483647 h 82"/>
                    <a:gd name="T26" fmla="*/ 2147483647 w 84"/>
                    <a:gd name="T27" fmla="*/ 2147483647 h 82"/>
                    <a:gd name="T28" fmla="*/ 2147483647 w 84"/>
                    <a:gd name="T29" fmla="*/ 2147483647 h 82"/>
                    <a:gd name="T30" fmla="*/ 0 w 84"/>
                    <a:gd name="T31" fmla="*/ 2147483647 h 82"/>
                    <a:gd name="T32" fmla="*/ 2147483647 w 84"/>
                    <a:gd name="T33" fmla="*/ 0 h 8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4"/>
                    <a:gd name="T52" fmla="*/ 0 h 82"/>
                    <a:gd name="T53" fmla="*/ 84 w 84"/>
                    <a:gd name="T54" fmla="*/ 82 h 8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4" h="82">
                      <a:moveTo>
                        <a:pt x="2" y="0"/>
                      </a:moveTo>
                      <a:lnTo>
                        <a:pt x="12" y="0"/>
                      </a:lnTo>
                      <a:lnTo>
                        <a:pt x="22" y="4"/>
                      </a:lnTo>
                      <a:lnTo>
                        <a:pt x="34" y="12"/>
                      </a:lnTo>
                      <a:lnTo>
                        <a:pt x="44" y="18"/>
                      </a:lnTo>
                      <a:lnTo>
                        <a:pt x="66" y="36"/>
                      </a:lnTo>
                      <a:lnTo>
                        <a:pt x="84" y="50"/>
                      </a:lnTo>
                      <a:lnTo>
                        <a:pt x="78" y="62"/>
                      </a:lnTo>
                      <a:lnTo>
                        <a:pt x="72" y="72"/>
                      </a:lnTo>
                      <a:lnTo>
                        <a:pt x="66" y="78"/>
                      </a:lnTo>
                      <a:lnTo>
                        <a:pt x="60" y="82"/>
                      </a:lnTo>
                      <a:lnTo>
                        <a:pt x="58" y="82"/>
                      </a:lnTo>
                      <a:lnTo>
                        <a:pt x="40" y="80"/>
                      </a:lnTo>
                      <a:lnTo>
                        <a:pt x="24" y="76"/>
                      </a:lnTo>
                      <a:lnTo>
                        <a:pt x="12" y="72"/>
                      </a:lnTo>
                      <a:lnTo>
                        <a:pt x="0" y="6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9" name="îš1íḓe"/>
                <p:cNvSpPr/>
                <p:nvPr/>
              </p:nvSpPr>
              <p:spPr bwMode="auto">
                <a:xfrm>
                  <a:off x="2462456" y="4541582"/>
                  <a:ext cx="426937" cy="920495"/>
                </a:xfrm>
                <a:custGeom>
                  <a:avLst/>
                  <a:gdLst>
                    <a:gd name="T0" fmla="*/ 2147483647 w 246"/>
                    <a:gd name="T1" fmla="*/ 2147483647 h 552"/>
                    <a:gd name="T2" fmla="*/ 2147483647 w 246"/>
                    <a:gd name="T3" fmla="*/ 2147483647 h 552"/>
                    <a:gd name="T4" fmla="*/ 2147483647 w 246"/>
                    <a:gd name="T5" fmla="*/ 2147483647 h 552"/>
                    <a:gd name="T6" fmla="*/ 2147483647 w 246"/>
                    <a:gd name="T7" fmla="*/ 2147483647 h 552"/>
                    <a:gd name="T8" fmla="*/ 2147483647 w 246"/>
                    <a:gd name="T9" fmla="*/ 2147483647 h 552"/>
                    <a:gd name="T10" fmla="*/ 2147483647 w 246"/>
                    <a:gd name="T11" fmla="*/ 2147483647 h 552"/>
                    <a:gd name="T12" fmla="*/ 2147483647 w 246"/>
                    <a:gd name="T13" fmla="*/ 2147483647 h 552"/>
                    <a:gd name="T14" fmla="*/ 2147483647 w 246"/>
                    <a:gd name="T15" fmla="*/ 2147483647 h 552"/>
                    <a:gd name="T16" fmla="*/ 2147483647 w 246"/>
                    <a:gd name="T17" fmla="*/ 2147483647 h 552"/>
                    <a:gd name="T18" fmla="*/ 2147483647 w 246"/>
                    <a:gd name="T19" fmla="*/ 2147483647 h 552"/>
                    <a:gd name="T20" fmla="*/ 2147483647 w 246"/>
                    <a:gd name="T21" fmla="*/ 2147483647 h 552"/>
                    <a:gd name="T22" fmla="*/ 2147483647 w 246"/>
                    <a:gd name="T23" fmla="*/ 2147483647 h 552"/>
                    <a:gd name="T24" fmla="*/ 2147483647 w 246"/>
                    <a:gd name="T25" fmla="*/ 2147483647 h 552"/>
                    <a:gd name="T26" fmla="*/ 2147483647 w 246"/>
                    <a:gd name="T27" fmla="*/ 2147483647 h 552"/>
                    <a:gd name="T28" fmla="*/ 2147483647 w 246"/>
                    <a:gd name="T29" fmla="*/ 2147483647 h 552"/>
                    <a:gd name="T30" fmla="*/ 2147483647 w 246"/>
                    <a:gd name="T31" fmla="*/ 2147483647 h 552"/>
                    <a:gd name="T32" fmla="*/ 2147483647 w 246"/>
                    <a:gd name="T33" fmla="*/ 2147483647 h 552"/>
                    <a:gd name="T34" fmla="*/ 2147483647 w 246"/>
                    <a:gd name="T35" fmla="*/ 2147483647 h 552"/>
                    <a:gd name="T36" fmla="*/ 2147483647 w 246"/>
                    <a:gd name="T37" fmla="*/ 2147483647 h 552"/>
                    <a:gd name="T38" fmla="*/ 2147483647 w 246"/>
                    <a:gd name="T39" fmla="*/ 2147483647 h 552"/>
                    <a:gd name="T40" fmla="*/ 2147483647 w 246"/>
                    <a:gd name="T41" fmla="*/ 2147483647 h 552"/>
                    <a:gd name="T42" fmla="*/ 2147483647 w 246"/>
                    <a:gd name="T43" fmla="*/ 2147483647 h 552"/>
                    <a:gd name="T44" fmla="*/ 2147483647 w 246"/>
                    <a:gd name="T45" fmla="*/ 2147483647 h 552"/>
                    <a:gd name="T46" fmla="*/ 2147483647 w 246"/>
                    <a:gd name="T47" fmla="*/ 2147483647 h 552"/>
                    <a:gd name="T48" fmla="*/ 2147483647 w 246"/>
                    <a:gd name="T49" fmla="*/ 2147483647 h 552"/>
                    <a:gd name="T50" fmla="*/ 2147483647 w 246"/>
                    <a:gd name="T51" fmla="*/ 2147483647 h 552"/>
                    <a:gd name="T52" fmla="*/ 2147483647 w 246"/>
                    <a:gd name="T53" fmla="*/ 2147483647 h 552"/>
                    <a:gd name="T54" fmla="*/ 2147483647 w 246"/>
                    <a:gd name="T55" fmla="*/ 2147483647 h 552"/>
                    <a:gd name="T56" fmla="*/ 2147483647 w 246"/>
                    <a:gd name="T57" fmla="*/ 2147483647 h 552"/>
                    <a:gd name="T58" fmla="*/ 2147483647 w 246"/>
                    <a:gd name="T59" fmla="*/ 2147483647 h 552"/>
                    <a:gd name="T60" fmla="*/ 2147483647 w 246"/>
                    <a:gd name="T61" fmla="*/ 2147483647 h 552"/>
                    <a:gd name="T62" fmla="*/ 2147483647 w 246"/>
                    <a:gd name="T63" fmla="*/ 2147483647 h 552"/>
                    <a:gd name="T64" fmla="*/ 2147483647 w 246"/>
                    <a:gd name="T65" fmla="*/ 2147483647 h 552"/>
                    <a:gd name="T66" fmla="*/ 2147483647 w 246"/>
                    <a:gd name="T67" fmla="*/ 2147483647 h 552"/>
                    <a:gd name="T68" fmla="*/ 2147483647 w 246"/>
                    <a:gd name="T69" fmla="*/ 2147483647 h 552"/>
                    <a:gd name="T70" fmla="*/ 2147483647 w 246"/>
                    <a:gd name="T71" fmla="*/ 2147483647 h 552"/>
                    <a:gd name="T72" fmla="*/ 2147483647 w 246"/>
                    <a:gd name="T73" fmla="*/ 2147483647 h 552"/>
                    <a:gd name="T74" fmla="*/ 2147483647 w 246"/>
                    <a:gd name="T75" fmla="*/ 2147483647 h 552"/>
                    <a:gd name="T76" fmla="*/ 2147483647 w 246"/>
                    <a:gd name="T77" fmla="*/ 2147483647 h 552"/>
                    <a:gd name="T78" fmla="*/ 2147483647 w 246"/>
                    <a:gd name="T79" fmla="*/ 2147483647 h 552"/>
                    <a:gd name="T80" fmla="*/ 2147483647 w 246"/>
                    <a:gd name="T81" fmla="*/ 2147483647 h 552"/>
                    <a:gd name="T82" fmla="*/ 2147483647 w 246"/>
                    <a:gd name="T83" fmla="*/ 2147483647 h 552"/>
                    <a:gd name="T84" fmla="*/ 2147483647 w 246"/>
                    <a:gd name="T85" fmla="*/ 2147483647 h 552"/>
                    <a:gd name="T86" fmla="*/ 2147483647 w 246"/>
                    <a:gd name="T87" fmla="*/ 2147483647 h 552"/>
                    <a:gd name="T88" fmla="*/ 2147483647 w 246"/>
                    <a:gd name="T89" fmla="*/ 2147483647 h 552"/>
                    <a:gd name="T90" fmla="*/ 2147483647 w 246"/>
                    <a:gd name="T91" fmla="*/ 2147483647 h 552"/>
                    <a:gd name="T92" fmla="*/ 2147483647 w 246"/>
                    <a:gd name="T93" fmla="*/ 2147483647 h 552"/>
                    <a:gd name="T94" fmla="*/ 2147483647 w 246"/>
                    <a:gd name="T95" fmla="*/ 2147483647 h 552"/>
                    <a:gd name="T96" fmla="*/ 2147483647 w 246"/>
                    <a:gd name="T97" fmla="*/ 2147483647 h 552"/>
                    <a:gd name="T98" fmla="*/ 2147483647 w 246"/>
                    <a:gd name="T99" fmla="*/ 2147483647 h 552"/>
                    <a:gd name="T100" fmla="*/ 2147483647 w 246"/>
                    <a:gd name="T101" fmla="*/ 2147483647 h 552"/>
                    <a:gd name="T102" fmla="*/ 2147483647 w 246"/>
                    <a:gd name="T103" fmla="*/ 2147483647 h 552"/>
                    <a:gd name="T104" fmla="*/ 2147483647 w 246"/>
                    <a:gd name="T105" fmla="*/ 2147483647 h 552"/>
                    <a:gd name="T106" fmla="*/ 2147483647 w 246"/>
                    <a:gd name="T107" fmla="*/ 2147483647 h 552"/>
                    <a:gd name="T108" fmla="*/ 2147483647 w 246"/>
                    <a:gd name="T109" fmla="*/ 2147483647 h 552"/>
                    <a:gd name="T110" fmla="*/ 2147483647 w 246"/>
                    <a:gd name="T111" fmla="*/ 2147483647 h 552"/>
                    <a:gd name="T112" fmla="*/ 2147483647 w 246"/>
                    <a:gd name="T113" fmla="*/ 2147483647 h 552"/>
                    <a:gd name="T114" fmla="*/ 2147483647 w 246"/>
                    <a:gd name="T115" fmla="*/ 2147483647 h 552"/>
                    <a:gd name="T116" fmla="*/ 2147483647 w 246"/>
                    <a:gd name="T117" fmla="*/ 2147483647 h 552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246"/>
                    <a:gd name="T178" fmla="*/ 0 h 552"/>
                    <a:gd name="T179" fmla="*/ 246 w 246"/>
                    <a:gd name="T180" fmla="*/ 552 h 552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246" h="552">
                      <a:moveTo>
                        <a:pt x="196" y="154"/>
                      </a:moveTo>
                      <a:lnTo>
                        <a:pt x="196" y="148"/>
                      </a:lnTo>
                      <a:lnTo>
                        <a:pt x="200" y="142"/>
                      </a:lnTo>
                      <a:lnTo>
                        <a:pt x="206" y="128"/>
                      </a:lnTo>
                      <a:lnTo>
                        <a:pt x="216" y="116"/>
                      </a:lnTo>
                      <a:lnTo>
                        <a:pt x="224" y="108"/>
                      </a:lnTo>
                      <a:lnTo>
                        <a:pt x="238" y="102"/>
                      </a:lnTo>
                      <a:lnTo>
                        <a:pt x="244" y="96"/>
                      </a:lnTo>
                      <a:lnTo>
                        <a:pt x="246" y="92"/>
                      </a:lnTo>
                      <a:lnTo>
                        <a:pt x="246" y="88"/>
                      </a:lnTo>
                      <a:lnTo>
                        <a:pt x="244" y="78"/>
                      </a:lnTo>
                      <a:lnTo>
                        <a:pt x="242" y="68"/>
                      </a:lnTo>
                      <a:lnTo>
                        <a:pt x="236" y="70"/>
                      </a:lnTo>
                      <a:lnTo>
                        <a:pt x="230" y="70"/>
                      </a:lnTo>
                      <a:lnTo>
                        <a:pt x="232" y="74"/>
                      </a:lnTo>
                      <a:lnTo>
                        <a:pt x="232" y="82"/>
                      </a:lnTo>
                      <a:lnTo>
                        <a:pt x="232" y="88"/>
                      </a:lnTo>
                      <a:lnTo>
                        <a:pt x="228" y="90"/>
                      </a:lnTo>
                      <a:lnTo>
                        <a:pt x="220" y="98"/>
                      </a:lnTo>
                      <a:lnTo>
                        <a:pt x="210" y="102"/>
                      </a:lnTo>
                      <a:lnTo>
                        <a:pt x="200" y="104"/>
                      </a:lnTo>
                      <a:lnTo>
                        <a:pt x="192" y="104"/>
                      </a:lnTo>
                      <a:lnTo>
                        <a:pt x="184" y="102"/>
                      </a:lnTo>
                      <a:lnTo>
                        <a:pt x="180" y="100"/>
                      </a:lnTo>
                      <a:lnTo>
                        <a:pt x="172" y="100"/>
                      </a:lnTo>
                      <a:lnTo>
                        <a:pt x="174" y="90"/>
                      </a:lnTo>
                      <a:lnTo>
                        <a:pt x="178" y="84"/>
                      </a:lnTo>
                      <a:lnTo>
                        <a:pt x="180" y="76"/>
                      </a:lnTo>
                      <a:lnTo>
                        <a:pt x="182" y="68"/>
                      </a:lnTo>
                      <a:lnTo>
                        <a:pt x="180" y="62"/>
                      </a:lnTo>
                      <a:lnTo>
                        <a:pt x="176" y="58"/>
                      </a:lnTo>
                      <a:lnTo>
                        <a:pt x="170" y="58"/>
                      </a:lnTo>
                      <a:lnTo>
                        <a:pt x="162" y="56"/>
                      </a:lnTo>
                      <a:lnTo>
                        <a:pt x="160" y="54"/>
                      </a:lnTo>
                      <a:lnTo>
                        <a:pt x="158" y="50"/>
                      </a:lnTo>
                      <a:lnTo>
                        <a:pt x="156" y="46"/>
                      </a:lnTo>
                      <a:lnTo>
                        <a:pt x="152" y="44"/>
                      </a:lnTo>
                      <a:lnTo>
                        <a:pt x="144" y="42"/>
                      </a:lnTo>
                      <a:lnTo>
                        <a:pt x="138" y="40"/>
                      </a:lnTo>
                      <a:lnTo>
                        <a:pt x="132" y="40"/>
                      </a:lnTo>
                      <a:lnTo>
                        <a:pt x="128" y="38"/>
                      </a:lnTo>
                      <a:lnTo>
                        <a:pt x="122" y="34"/>
                      </a:lnTo>
                      <a:lnTo>
                        <a:pt x="110" y="18"/>
                      </a:lnTo>
                      <a:lnTo>
                        <a:pt x="102" y="14"/>
                      </a:lnTo>
                      <a:lnTo>
                        <a:pt x="98" y="10"/>
                      </a:lnTo>
                      <a:lnTo>
                        <a:pt x="98" y="8"/>
                      </a:lnTo>
                      <a:lnTo>
                        <a:pt x="84" y="8"/>
                      </a:lnTo>
                      <a:lnTo>
                        <a:pt x="76" y="10"/>
                      </a:lnTo>
                      <a:lnTo>
                        <a:pt x="72" y="12"/>
                      </a:lnTo>
                      <a:lnTo>
                        <a:pt x="70" y="18"/>
                      </a:lnTo>
                      <a:lnTo>
                        <a:pt x="64" y="10"/>
                      </a:lnTo>
                      <a:lnTo>
                        <a:pt x="56" y="8"/>
                      </a:lnTo>
                      <a:lnTo>
                        <a:pt x="48" y="6"/>
                      </a:lnTo>
                      <a:lnTo>
                        <a:pt x="42" y="0"/>
                      </a:lnTo>
                      <a:lnTo>
                        <a:pt x="34" y="8"/>
                      </a:lnTo>
                      <a:lnTo>
                        <a:pt x="28" y="16"/>
                      </a:lnTo>
                      <a:lnTo>
                        <a:pt x="30" y="30"/>
                      </a:lnTo>
                      <a:lnTo>
                        <a:pt x="30" y="34"/>
                      </a:lnTo>
                      <a:lnTo>
                        <a:pt x="28" y="40"/>
                      </a:lnTo>
                      <a:lnTo>
                        <a:pt x="22" y="46"/>
                      </a:lnTo>
                      <a:lnTo>
                        <a:pt x="16" y="50"/>
                      </a:lnTo>
                      <a:lnTo>
                        <a:pt x="14" y="54"/>
                      </a:lnTo>
                      <a:lnTo>
                        <a:pt x="12" y="62"/>
                      </a:lnTo>
                      <a:lnTo>
                        <a:pt x="14" y="80"/>
                      </a:lnTo>
                      <a:lnTo>
                        <a:pt x="16" y="86"/>
                      </a:lnTo>
                      <a:lnTo>
                        <a:pt x="20" y="92"/>
                      </a:lnTo>
                      <a:lnTo>
                        <a:pt x="16" y="100"/>
                      </a:lnTo>
                      <a:lnTo>
                        <a:pt x="8" y="112"/>
                      </a:lnTo>
                      <a:lnTo>
                        <a:pt x="2" y="122"/>
                      </a:lnTo>
                      <a:lnTo>
                        <a:pt x="0" y="136"/>
                      </a:lnTo>
                      <a:lnTo>
                        <a:pt x="2" y="140"/>
                      </a:lnTo>
                      <a:lnTo>
                        <a:pt x="4" y="144"/>
                      </a:lnTo>
                      <a:lnTo>
                        <a:pt x="8" y="146"/>
                      </a:lnTo>
                      <a:lnTo>
                        <a:pt x="8" y="152"/>
                      </a:lnTo>
                      <a:lnTo>
                        <a:pt x="4" y="162"/>
                      </a:lnTo>
                      <a:lnTo>
                        <a:pt x="2" y="170"/>
                      </a:lnTo>
                      <a:lnTo>
                        <a:pt x="0" y="174"/>
                      </a:lnTo>
                      <a:lnTo>
                        <a:pt x="2" y="180"/>
                      </a:lnTo>
                      <a:lnTo>
                        <a:pt x="4" y="186"/>
                      </a:lnTo>
                      <a:lnTo>
                        <a:pt x="8" y="192"/>
                      </a:lnTo>
                      <a:lnTo>
                        <a:pt x="10" y="198"/>
                      </a:lnTo>
                      <a:lnTo>
                        <a:pt x="12" y="204"/>
                      </a:lnTo>
                      <a:lnTo>
                        <a:pt x="16" y="210"/>
                      </a:lnTo>
                      <a:lnTo>
                        <a:pt x="18" y="218"/>
                      </a:lnTo>
                      <a:lnTo>
                        <a:pt x="20" y="226"/>
                      </a:lnTo>
                      <a:lnTo>
                        <a:pt x="20" y="256"/>
                      </a:lnTo>
                      <a:lnTo>
                        <a:pt x="18" y="260"/>
                      </a:lnTo>
                      <a:lnTo>
                        <a:pt x="16" y="266"/>
                      </a:lnTo>
                      <a:lnTo>
                        <a:pt x="14" y="270"/>
                      </a:lnTo>
                      <a:lnTo>
                        <a:pt x="12" y="274"/>
                      </a:lnTo>
                      <a:lnTo>
                        <a:pt x="16" y="280"/>
                      </a:lnTo>
                      <a:lnTo>
                        <a:pt x="18" y="292"/>
                      </a:lnTo>
                      <a:lnTo>
                        <a:pt x="24" y="300"/>
                      </a:lnTo>
                      <a:lnTo>
                        <a:pt x="26" y="308"/>
                      </a:lnTo>
                      <a:lnTo>
                        <a:pt x="24" y="310"/>
                      </a:lnTo>
                      <a:lnTo>
                        <a:pt x="22" y="312"/>
                      </a:lnTo>
                      <a:lnTo>
                        <a:pt x="20" y="316"/>
                      </a:lnTo>
                      <a:lnTo>
                        <a:pt x="18" y="322"/>
                      </a:lnTo>
                      <a:lnTo>
                        <a:pt x="20" y="336"/>
                      </a:lnTo>
                      <a:lnTo>
                        <a:pt x="26" y="348"/>
                      </a:lnTo>
                      <a:lnTo>
                        <a:pt x="30" y="362"/>
                      </a:lnTo>
                      <a:lnTo>
                        <a:pt x="32" y="370"/>
                      </a:lnTo>
                      <a:lnTo>
                        <a:pt x="30" y="374"/>
                      </a:lnTo>
                      <a:lnTo>
                        <a:pt x="26" y="374"/>
                      </a:lnTo>
                      <a:lnTo>
                        <a:pt x="38" y="394"/>
                      </a:lnTo>
                      <a:lnTo>
                        <a:pt x="46" y="408"/>
                      </a:lnTo>
                      <a:lnTo>
                        <a:pt x="50" y="412"/>
                      </a:lnTo>
                      <a:lnTo>
                        <a:pt x="54" y="414"/>
                      </a:lnTo>
                      <a:lnTo>
                        <a:pt x="52" y="418"/>
                      </a:lnTo>
                      <a:lnTo>
                        <a:pt x="50" y="422"/>
                      </a:lnTo>
                      <a:lnTo>
                        <a:pt x="52" y="432"/>
                      </a:lnTo>
                      <a:lnTo>
                        <a:pt x="54" y="438"/>
                      </a:lnTo>
                      <a:lnTo>
                        <a:pt x="58" y="446"/>
                      </a:lnTo>
                      <a:lnTo>
                        <a:pt x="58" y="456"/>
                      </a:lnTo>
                      <a:lnTo>
                        <a:pt x="58" y="462"/>
                      </a:lnTo>
                      <a:lnTo>
                        <a:pt x="56" y="464"/>
                      </a:lnTo>
                      <a:lnTo>
                        <a:pt x="54" y="468"/>
                      </a:lnTo>
                      <a:lnTo>
                        <a:pt x="52" y="472"/>
                      </a:lnTo>
                      <a:lnTo>
                        <a:pt x="54" y="474"/>
                      </a:lnTo>
                      <a:lnTo>
                        <a:pt x="54" y="476"/>
                      </a:lnTo>
                      <a:lnTo>
                        <a:pt x="56" y="480"/>
                      </a:lnTo>
                      <a:lnTo>
                        <a:pt x="56" y="484"/>
                      </a:lnTo>
                      <a:lnTo>
                        <a:pt x="54" y="494"/>
                      </a:lnTo>
                      <a:lnTo>
                        <a:pt x="52" y="504"/>
                      </a:lnTo>
                      <a:lnTo>
                        <a:pt x="54" y="510"/>
                      </a:lnTo>
                      <a:lnTo>
                        <a:pt x="56" y="514"/>
                      </a:lnTo>
                      <a:lnTo>
                        <a:pt x="64" y="520"/>
                      </a:lnTo>
                      <a:lnTo>
                        <a:pt x="70" y="524"/>
                      </a:lnTo>
                      <a:lnTo>
                        <a:pt x="78" y="528"/>
                      </a:lnTo>
                      <a:lnTo>
                        <a:pt x="84" y="534"/>
                      </a:lnTo>
                      <a:lnTo>
                        <a:pt x="86" y="540"/>
                      </a:lnTo>
                      <a:lnTo>
                        <a:pt x="88" y="546"/>
                      </a:lnTo>
                      <a:lnTo>
                        <a:pt x="92" y="552"/>
                      </a:lnTo>
                      <a:lnTo>
                        <a:pt x="140" y="552"/>
                      </a:lnTo>
                      <a:lnTo>
                        <a:pt x="128" y="532"/>
                      </a:lnTo>
                      <a:lnTo>
                        <a:pt x="124" y="526"/>
                      </a:lnTo>
                      <a:lnTo>
                        <a:pt x="124" y="522"/>
                      </a:lnTo>
                      <a:lnTo>
                        <a:pt x="124" y="518"/>
                      </a:lnTo>
                      <a:lnTo>
                        <a:pt x="124" y="516"/>
                      </a:lnTo>
                      <a:lnTo>
                        <a:pt x="124" y="514"/>
                      </a:lnTo>
                      <a:lnTo>
                        <a:pt x="128" y="512"/>
                      </a:lnTo>
                      <a:lnTo>
                        <a:pt x="134" y="508"/>
                      </a:lnTo>
                      <a:lnTo>
                        <a:pt x="138" y="504"/>
                      </a:lnTo>
                      <a:lnTo>
                        <a:pt x="134" y="502"/>
                      </a:lnTo>
                      <a:lnTo>
                        <a:pt x="134" y="500"/>
                      </a:lnTo>
                      <a:lnTo>
                        <a:pt x="134" y="494"/>
                      </a:lnTo>
                      <a:lnTo>
                        <a:pt x="136" y="490"/>
                      </a:lnTo>
                      <a:lnTo>
                        <a:pt x="142" y="484"/>
                      </a:lnTo>
                      <a:lnTo>
                        <a:pt x="150" y="478"/>
                      </a:lnTo>
                      <a:lnTo>
                        <a:pt x="152" y="474"/>
                      </a:lnTo>
                      <a:lnTo>
                        <a:pt x="152" y="470"/>
                      </a:lnTo>
                      <a:lnTo>
                        <a:pt x="152" y="464"/>
                      </a:lnTo>
                      <a:lnTo>
                        <a:pt x="148" y="460"/>
                      </a:lnTo>
                      <a:lnTo>
                        <a:pt x="148" y="458"/>
                      </a:lnTo>
                      <a:lnTo>
                        <a:pt x="140" y="456"/>
                      </a:lnTo>
                      <a:lnTo>
                        <a:pt x="128" y="450"/>
                      </a:lnTo>
                      <a:lnTo>
                        <a:pt x="118" y="444"/>
                      </a:lnTo>
                      <a:lnTo>
                        <a:pt x="116" y="442"/>
                      </a:lnTo>
                      <a:lnTo>
                        <a:pt x="114" y="440"/>
                      </a:lnTo>
                      <a:lnTo>
                        <a:pt x="116" y="436"/>
                      </a:lnTo>
                      <a:lnTo>
                        <a:pt x="118" y="432"/>
                      </a:lnTo>
                      <a:lnTo>
                        <a:pt x="124" y="424"/>
                      </a:lnTo>
                      <a:lnTo>
                        <a:pt x="134" y="418"/>
                      </a:lnTo>
                      <a:lnTo>
                        <a:pt x="140" y="410"/>
                      </a:lnTo>
                      <a:lnTo>
                        <a:pt x="138" y="404"/>
                      </a:lnTo>
                      <a:lnTo>
                        <a:pt x="136" y="396"/>
                      </a:lnTo>
                      <a:lnTo>
                        <a:pt x="138" y="390"/>
                      </a:lnTo>
                      <a:lnTo>
                        <a:pt x="140" y="388"/>
                      </a:lnTo>
                      <a:lnTo>
                        <a:pt x="144" y="386"/>
                      </a:lnTo>
                      <a:lnTo>
                        <a:pt x="140" y="380"/>
                      </a:lnTo>
                      <a:lnTo>
                        <a:pt x="136" y="374"/>
                      </a:lnTo>
                      <a:lnTo>
                        <a:pt x="142" y="378"/>
                      </a:lnTo>
                      <a:lnTo>
                        <a:pt x="144" y="380"/>
                      </a:lnTo>
                      <a:lnTo>
                        <a:pt x="148" y="382"/>
                      </a:lnTo>
                      <a:lnTo>
                        <a:pt x="152" y="380"/>
                      </a:lnTo>
                      <a:lnTo>
                        <a:pt x="152" y="374"/>
                      </a:lnTo>
                      <a:lnTo>
                        <a:pt x="152" y="368"/>
                      </a:lnTo>
                      <a:lnTo>
                        <a:pt x="146" y="366"/>
                      </a:lnTo>
                      <a:lnTo>
                        <a:pt x="140" y="368"/>
                      </a:lnTo>
                      <a:lnTo>
                        <a:pt x="134" y="370"/>
                      </a:lnTo>
                      <a:lnTo>
                        <a:pt x="126" y="360"/>
                      </a:lnTo>
                      <a:lnTo>
                        <a:pt x="122" y="346"/>
                      </a:lnTo>
                      <a:lnTo>
                        <a:pt x="128" y="346"/>
                      </a:lnTo>
                      <a:lnTo>
                        <a:pt x="136" y="346"/>
                      </a:lnTo>
                      <a:lnTo>
                        <a:pt x="144" y="350"/>
                      </a:lnTo>
                      <a:lnTo>
                        <a:pt x="152" y="350"/>
                      </a:lnTo>
                      <a:lnTo>
                        <a:pt x="158" y="348"/>
                      </a:lnTo>
                      <a:lnTo>
                        <a:pt x="164" y="344"/>
                      </a:lnTo>
                      <a:lnTo>
                        <a:pt x="160" y="340"/>
                      </a:lnTo>
                      <a:lnTo>
                        <a:pt x="156" y="336"/>
                      </a:lnTo>
                      <a:lnTo>
                        <a:pt x="156" y="334"/>
                      </a:lnTo>
                      <a:lnTo>
                        <a:pt x="156" y="326"/>
                      </a:lnTo>
                      <a:lnTo>
                        <a:pt x="162" y="320"/>
                      </a:lnTo>
                      <a:lnTo>
                        <a:pt x="168" y="314"/>
                      </a:lnTo>
                      <a:lnTo>
                        <a:pt x="176" y="312"/>
                      </a:lnTo>
                      <a:lnTo>
                        <a:pt x="192" y="308"/>
                      </a:lnTo>
                      <a:lnTo>
                        <a:pt x="206" y="306"/>
                      </a:lnTo>
                      <a:lnTo>
                        <a:pt x="210" y="304"/>
                      </a:lnTo>
                      <a:lnTo>
                        <a:pt x="216" y="300"/>
                      </a:lnTo>
                      <a:lnTo>
                        <a:pt x="224" y="290"/>
                      </a:lnTo>
                      <a:lnTo>
                        <a:pt x="230" y="280"/>
                      </a:lnTo>
                      <a:lnTo>
                        <a:pt x="232" y="268"/>
                      </a:lnTo>
                      <a:lnTo>
                        <a:pt x="230" y="262"/>
                      </a:lnTo>
                      <a:lnTo>
                        <a:pt x="226" y="258"/>
                      </a:lnTo>
                      <a:lnTo>
                        <a:pt x="222" y="254"/>
                      </a:lnTo>
                      <a:lnTo>
                        <a:pt x="220" y="250"/>
                      </a:lnTo>
                      <a:lnTo>
                        <a:pt x="220" y="248"/>
                      </a:lnTo>
                      <a:lnTo>
                        <a:pt x="220" y="242"/>
                      </a:lnTo>
                      <a:lnTo>
                        <a:pt x="206" y="232"/>
                      </a:lnTo>
                      <a:lnTo>
                        <a:pt x="198" y="226"/>
                      </a:lnTo>
                      <a:lnTo>
                        <a:pt x="194" y="220"/>
                      </a:lnTo>
                      <a:lnTo>
                        <a:pt x="196" y="154"/>
                      </a:lnTo>
                      <a:lnTo>
                        <a:pt x="196" y="148"/>
                      </a:lnTo>
                      <a:lnTo>
                        <a:pt x="200" y="142"/>
                      </a:lnTo>
                      <a:lnTo>
                        <a:pt x="206" y="128"/>
                      </a:lnTo>
                      <a:lnTo>
                        <a:pt x="216" y="116"/>
                      </a:lnTo>
                      <a:lnTo>
                        <a:pt x="224" y="108"/>
                      </a:lnTo>
                      <a:lnTo>
                        <a:pt x="238" y="102"/>
                      </a:lnTo>
                      <a:lnTo>
                        <a:pt x="244" y="96"/>
                      </a:lnTo>
                      <a:lnTo>
                        <a:pt x="246" y="92"/>
                      </a:lnTo>
                      <a:lnTo>
                        <a:pt x="246" y="88"/>
                      </a:lnTo>
                      <a:lnTo>
                        <a:pt x="244" y="78"/>
                      </a:lnTo>
                      <a:lnTo>
                        <a:pt x="242" y="68"/>
                      </a:lnTo>
                      <a:lnTo>
                        <a:pt x="244" y="78"/>
                      </a:lnTo>
                      <a:lnTo>
                        <a:pt x="246" y="88"/>
                      </a:lnTo>
                      <a:lnTo>
                        <a:pt x="246" y="92"/>
                      </a:lnTo>
                      <a:lnTo>
                        <a:pt x="244" y="96"/>
                      </a:lnTo>
                      <a:lnTo>
                        <a:pt x="238" y="102"/>
                      </a:lnTo>
                      <a:lnTo>
                        <a:pt x="224" y="108"/>
                      </a:lnTo>
                      <a:lnTo>
                        <a:pt x="216" y="116"/>
                      </a:lnTo>
                      <a:lnTo>
                        <a:pt x="206" y="128"/>
                      </a:lnTo>
                      <a:lnTo>
                        <a:pt x="200" y="142"/>
                      </a:lnTo>
                      <a:lnTo>
                        <a:pt x="196" y="148"/>
                      </a:lnTo>
                      <a:lnTo>
                        <a:pt x="196" y="154"/>
                      </a:lnTo>
                      <a:lnTo>
                        <a:pt x="194" y="220"/>
                      </a:lnTo>
                      <a:lnTo>
                        <a:pt x="196" y="15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0" name="îṥḷiḍè"/>
                <p:cNvSpPr/>
                <p:nvPr/>
              </p:nvSpPr>
              <p:spPr bwMode="auto">
                <a:xfrm>
                  <a:off x="2400482" y="4419690"/>
                  <a:ext cx="336040" cy="1130653"/>
                </a:xfrm>
                <a:custGeom>
                  <a:avLst/>
                  <a:gdLst>
                    <a:gd name="T0" fmla="*/ 2147483647 w 192"/>
                    <a:gd name="T1" fmla="*/ 2147483647 h 678"/>
                    <a:gd name="T2" fmla="*/ 2147483647 w 192"/>
                    <a:gd name="T3" fmla="*/ 2147483647 h 678"/>
                    <a:gd name="T4" fmla="*/ 2147483647 w 192"/>
                    <a:gd name="T5" fmla="*/ 2147483647 h 678"/>
                    <a:gd name="T6" fmla="*/ 2147483647 w 192"/>
                    <a:gd name="T7" fmla="*/ 2147483647 h 678"/>
                    <a:gd name="T8" fmla="*/ 2147483647 w 192"/>
                    <a:gd name="T9" fmla="*/ 2147483647 h 678"/>
                    <a:gd name="T10" fmla="*/ 2147483647 w 192"/>
                    <a:gd name="T11" fmla="*/ 2147483647 h 678"/>
                    <a:gd name="T12" fmla="*/ 2147483647 w 192"/>
                    <a:gd name="T13" fmla="*/ 2147483647 h 678"/>
                    <a:gd name="T14" fmla="*/ 2147483647 w 192"/>
                    <a:gd name="T15" fmla="*/ 2147483647 h 678"/>
                    <a:gd name="T16" fmla="*/ 2147483647 w 192"/>
                    <a:gd name="T17" fmla="*/ 2147483647 h 678"/>
                    <a:gd name="T18" fmla="*/ 2147483647 w 192"/>
                    <a:gd name="T19" fmla="*/ 2147483647 h 678"/>
                    <a:gd name="T20" fmla="*/ 2147483647 w 192"/>
                    <a:gd name="T21" fmla="*/ 2147483647 h 678"/>
                    <a:gd name="T22" fmla="*/ 2147483647 w 192"/>
                    <a:gd name="T23" fmla="*/ 2147483647 h 678"/>
                    <a:gd name="T24" fmla="*/ 2147483647 w 192"/>
                    <a:gd name="T25" fmla="*/ 2147483647 h 678"/>
                    <a:gd name="T26" fmla="*/ 2147483647 w 192"/>
                    <a:gd name="T27" fmla="*/ 2147483647 h 678"/>
                    <a:gd name="T28" fmla="*/ 2147483647 w 192"/>
                    <a:gd name="T29" fmla="*/ 2147483647 h 678"/>
                    <a:gd name="T30" fmla="*/ 2147483647 w 192"/>
                    <a:gd name="T31" fmla="*/ 2147483647 h 678"/>
                    <a:gd name="T32" fmla="*/ 2147483647 w 192"/>
                    <a:gd name="T33" fmla="*/ 2147483647 h 678"/>
                    <a:gd name="T34" fmla="*/ 2147483647 w 192"/>
                    <a:gd name="T35" fmla="*/ 2147483647 h 678"/>
                    <a:gd name="T36" fmla="*/ 2147483647 w 192"/>
                    <a:gd name="T37" fmla="*/ 2147483647 h 678"/>
                    <a:gd name="T38" fmla="*/ 2147483647 w 192"/>
                    <a:gd name="T39" fmla="*/ 2147483647 h 678"/>
                    <a:gd name="T40" fmla="*/ 2147483647 w 192"/>
                    <a:gd name="T41" fmla="*/ 2147483647 h 678"/>
                    <a:gd name="T42" fmla="*/ 2147483647 w 192"/>
                    <a:gd name="T43" fmla="*/ 2147483647 h 678"/>
                    <a:gd name="T44" fmla="*/ 2147483647 w 192"/>
                    <a:gd name="T45" fmla="*/ 0 h 678"/>
                    <a:gd name="T46" fmla="*/ 0 w 192"/>
                    <a:gd name="T47" fmla="*/ 2147483647 h 678"/>
                    <a:gd name="T48" fmla="*/ 2147483647 w 192"/>
                    <a:gd name="T49" fmla="*/ 2147483647 h 678"/>
                    <a:gd name="T50" fmla="*/ 2147483647 w 192"/>
                    <a:gd name="T51" fmla="*/ 2147483647 h 678"/>
                    <a:gd name="T52" fmla="*/ 2147483647 w 192"/>
                    <a:gd name="T53" fmla="*/ 2147483647 h 678"/>
                    <a:gd name="T54" fmla="*/ 2147483647 w 192"/>
                    <a:gd name="T55" fmla="*/ 2147483647 h 678"/>
                    <a:gd name="T56" fmla="*/ 2147483647 w 192"/>
                    <a:gd name="T57" fmla="*/ 2147483647 h 678"/>
                    <a:gd name="T58" fmla="*/ 2147483647 w 192"/>
                    <a:gd name="T59" fmla="*/ 2147483647 h 678"/>
                    <a:gd name="T60" fmla="*/ 2147483647 w 192"/>
                    <a:gd name="T61" fmla="*/ 2147483647 h 678"/>
                    <a:gd name="T62" fmla="*/ 2147483647 w 192"/>
                    <a:gd name="T63" fmla="*/ 2147483647 h 678"/>
                    <a:gd name="T64" fmla="*/ 2147483647 w 192"/>
                    <a:gd name="T65" fmla="*/ 2147483647 h 678"/>
                    <a:gd name="T66" fmla="*/ 2147483647 w 192"/>
                    <a:gd name="T67" fmla="*/ 2147483647 h 678"/>
                    <a:gd name="T68" fmla="*/ 2147483647 w 192"/>
                    <a:gd name="T69" fmla="*/ 2147483647 h 678"/>
                    <a:gd name="T70" fmla="*/ 2147483647 w 192"/>
                    <a:gd name="T71" fmla="*/ 2147483647 h 678"/>
                    <a:gd name="T72" fmla="*/ 2147483647 w 192"/>
                    <a:gd name="T73" fmla="*/ 2147483647 h 678"/>
                    <a:gd name="T74" fmla="*/ 2147483647 w 192"/>
                    <a:gd name="T75" fmla="*/ 2147483647 h 678"/>
                    <a:gd name="T76" fmla="*/ 2147483647 w 192"/>
                    <a:gd name="T77" fmla="*/ 2147483647 h 678"/>
                    <a:gd name="T78" fmla="*/ 2147483647 w 192"/>
                    <a:gd name="T79" fmla="*/ 2147483647 h 678"/>
                    <a:gd name="T80" fmla="*/ 2147483647 w 192"/>
                    <a:gd name="T81" fmla="*/ 2147483647 h 678"/>
                    <a:gd name="T82" fmla="*/ 2147483647 w 192"/>
                    <a:gd name="T83" fmla="*/ 2147483647 h 678"/>
                    <a:gd name="T84" fmla="*/ 2147483647 w 192"/>
                    <a:gd name="T85" fmla="*/ 2147483647 h 678"/>
                    <a:gd name="T86" fmla="*/ 2147483647 w 192"/>
                    <a:gd name="T87" fmla="*/ 2147483647 h 678"/>
                    <a:gd name="T88" fmla="*/ 2147483647 w 192"/>
                    <a:gd name="T89" fmla="*/ 2147483647 h 678"/>
                    <a:gd name="T90" fmla="*/ 2147483647 w 192"/>
                    <a:gd name="T91" fmla="*/ 2147483647 h 678"/>
                    <a:gd name="T92" fmla="*/ 2147483647 w 192"/>
                    <a:gd name="T93" fmla="*/ 2147483647 h 678"/>
                    <a:gd name="T94" fmla="*/ 2147483647 w 192"/>
                    <a:gd name="T95" fmla="*/ 2147483647 h 678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92"/>
                    <a:gd name="T145" fmla="*/ 0 h 678"/>
                    <a:gd name="T146" fmla="*/ 192 w 192"/>
                    <a:gd name="T147" fmla="*/ 678 h 678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92" h="678">
                      <a:moveTo>
                        <a:pt x="174" y="624"/>
                      </a:moveTo>
                      <a:lnTo>
                        <a:pt x="126" y="624"/>
                      </a:lnTo>
                      <a:lnTo>
                        <a:pt x="122" y="618"/>
                      </a:lnTo>
                      <a:lnTo>
                        <a:pt x="120" y="612"/>
                      </a:lnTo>
                      <a:lnTo>
                        <a:pt x="118" y="606"/>
                      </a:lnTo>
                      <a:lnTo>
                        <a:pt x="112" y="600"/>
                      </a:lnTo>
                      <a:lnTo>
                        <a:pt x="104" y="596"/>
                      </a:lnTo>
                      <a:lnTo>
                        <a:pt x="98" y="592"/>
                      </a:lnTo>
                      <a:lnTo>
                        <a:pt x="90" y="586"/>
                      </a:lnTo>
                      <a:lnTo>
                        <a:pt x="88" y="582"/>
                      </a:lnTo>
                      <a:lnTo>
                        <a:pt x="86" y="576"/>
                      </a:lnTo>
                      <a:lnTo>
                        <a:pt x="88" y="566"/>
                      </a:lnTo>
                      <a:lnTo>
                        <a:pt x="90" y="556"/>
                      </a:lnTo>
                      <a:lnTo>
                        <a:pt x="90" y="552"/>
                      </a:lnTo>
                      <a:lnTo>
                        <a:pt x="88" y="548"/>
                      </a:lnTo>
                      <a:lnTo>
                        <a:pt x="88" y="546"/>
                      </a:lnTo>
                      <a:lnTo>
                        <a:pt x="86" y="544"/>
                      </a:lnTo>
                      <a:lnTo>
                        <a:pt x="88" y="540"/>
                      </a:lnTo>
                      <a:lnTo>
                        <a:pt x="90" y="536"/>
                      </a:lnTo>
                      <a:lnTo>
                        <a:pt x="92" y="534"/>
                      </a:lnTo>
                      <a:lnTo>
                        <a:pt x="92" y="528"/>
                      </a:lnTo>
                      <a:lnTo>
                        <a:pt x="92" y="518"/>
                      </a:lnTo>
                      <a:lnTo>
                        <a:pt x="88" y="510"/>
                      </a:lnTo>
                      <a:lnTo>
                        <a:pt x="86" y="504"/>
                      </a:lnTo>
                      <a:lnTo>
                        <a:pt x="84" y="494"/>
                      </a:lnTo>
                      <a:lnTo>
                        <a:pt x="86" y="490"/>
                      </a:lnTo>
                      <a:lnTo>
                        <a:pt x="88" y="486"/>
                      </a:lnTo>
                      <a:lnTo>
                        <a:pt x="84" y="484"/>
                      </a:lnTo>
                      <a:lnTo>
                        <a:pt x="80" y="480"/>
                      </a:lnTo>
                      <a:lnTo>
                        <a:pt x="72" y="466"/>
                      </a:lnTo>
                      <a:lnTo>
                        <a:pt x="60" y="446"/>
                      </a:lnTo>
                      <a:lnTo>
                        <a:pt x="64" y="446"/>
                      </a:lnTo>
                      <a:lnTo>
                        <a:pt x="66" y="442"/>
                      </a:lnTo>
                      <a:lnTo>
                        <a:pt x="64" y="434"/>
                      </a:lnTo>
                      <a:lnTo>
                        <a:pt x="60" y="420"/>
                      </a:lnTo>
                      <a:lnTo>
                        <a:pt x="54" y="408"/>
                      </a:lnTo>
                      <a:lnTo>
                        <a:pt x="52" y="394"/>
                      </a:lnTo>
                      <a:lnTo>
                        <a:pt x="54" y="388"/>
                      </a:lnTo>
                      <a:lnTo>
                        <a:pt x="56" y="384"/>
                      </a:lnTo>
                      <a:lnTo>
                        <a:pt x="58" y="382"/>
                      </a:lnTo>
                      <a:lnTo>
                        <a:pt x="60" y="380"/>
                      </a:lnTo>
                      <a:lnTo>
                        <a:pt x="58" y="372"/>
                      </a:lnTo>
                      <a:lnTo>
                        <a:pt x="52" y="364"/>
                      </a:lnTo>
                      <a:lnTo>
                        <a:pt x="50" y="352"/>
                      </a:lnTo>
                      <a:lnTo>
                        <a:pt x="46" y="346"/>
                      </a:lnTo>
                      <a:lnTo>
                        <a:pt x="48" y="342"/>
                      </a:lnTo>
                      <a:lnTo>
                        <a:pt x="50" y="338"/>
                      </a:lnTo>
                      <a:lnTo>
                        <a:pt x="52" y="332"/>
                      </a:lnTo>
                      <a:lnTo>
                        <a:pt x="54" y="328"/>
                      </a:lnTo>
                      <a:lnTo>
                        <a:pt x="54" y="298"/>
                      </a:lnTo>
                      <a:lnTo>
                        <a:pt x="52" y="290"/>
                      </a:lnTo>
                      <a:lnTo>
                        <a:pt x="50" y="282"/>
                      </a:lnTo>
                      <a:lnTo>
                        <a:pt x="46" y="276"/>
                      </a:lnTo>
                      <a:lnTo>
                        <a:pt x="44" y="270"/>
                      </a:lnTo>
                      <a:lnTo>
                        <a:pt x="42" y="264"/>
                      </a:lnTo>
                      <a:lnTo>
                        <a:pt x="38" y="258"/>
                      </a:lnTo>
                      <a:lnTo>
                        <a:pt x="36" y="252"/>
                      </a:lnTo>
                      <a:lnTo>
                        <a:pt x="34" y="246"/>
                      </a:lnTo>
                      <a:lnTo>
                        <a:pt x="36" y="242"/>
                      </a:lnTo>
                      <a:lnTo>
                        <a:pt x="38" y="234"/>
                      </a:lnTo>
                      <a:lnTo>
                        <a:pt x="42" y="224"/>
                      </a:lnTo>
                      <a:lnTo>
                        <a:pt x="42" y="218"/>
                      </a:lnTo>
                      <a:lnTo>
                        <a:pt x="38" y="216"/>
                      </a:lnTo>
                      <a:lnTo>
                        <a:pt x="36" y="212"/>
                      </a:lnTo>
                      <a:lnTo>
                        <a:pt x="34" y="208"/>
                      </a:lnTo>
                      <a:lnTo>
                        <a:pt x="36" y="194"/>
                      </a:lnTo>
                      <a:lnTo>
                        <a:pt x="42" y="184"/>
                      </a:lnTo>
                      <a:lnTo>
                        <a:pt x="50" y="172"/>
                      </a:lnTo>
                      <a:lnTo>
                        <a:pt x="54" y="164"/>
                      </a:lnTo>
                      <a:lnTo>
                        <a:pt x="50" y="158"/>
                      </a:lnTo>
                      <a:lnTo>
                        <a:pt x="48" y="152"/>
                      </a:lnTo>
                      <a:lnTo>
                        <a:pt x="46" y="134"/>
                      </a:lnTo>
                      <a:lnTo>
                        <a:pt x="48" y="126"/>
                      </a:lnTo>
                      <a:lnTo>
                        <a:pt x="50" y="122"/>
                      </a:lnTo>
                      <a:lnTo>
                        <a:pt x="56" y="118"/>
                      </a:lnTo>
                      <a:lnTo>
                        <a:pt x="62" y="112"/>
                      </a:lnTo>
                      <a:lnTo>
                        <a:pt x="64" y="106"/>
                      </a:lnTo>
                      <a:lnTo>
                        <a:pt x="64" y="102"/>
                      </a:lnTo>
                      <a:lnTo>
                        <a:pt x="62" y="88"/>
                      </a:lnTo>
                      <a:lnTo>
                        <a:pt x="60" y="90"/>
                      </a:lnTo>
                      <a:lnTo>
                        <a:pt x="56" y="90"/>
                      </a:lnTo>
                      <a:lnTo>
                        <a:pt x="52" y="90"/>
                      </a:lnTo>
                      <a:lnTo>
                        <a:pt x="50" y="86"/>
                      </a:lnTo>
                      <a:lnTo>
                        <a:pt x="48" y="80"/>
                      </a:lnTo>
                      <a:lnTo>
                        <a:pt x="42" y="60"/>
                      </a:lnTo>
                      <a:lnTo>
                        <a:pt x="40" y="56"/>
                      </a:lnTo>
                      <a:lnTo>
                        <a:pt x="36" y="54"/>
                      </a:lnTo>
                      <a:lnTo>
                        <a:pt x="34" y="52"/>
                      </a:lnTo>
                      <a:lnTo>
                        <a:pt x="32" y="50"/>
                      </a:lnTo>
                      <a:lnTo>
                        <a:pt x="28" y="20"/>
                      </a:lnTo>
                      <a:lnTo>
                        <a:pt x="22" y="8"/>
                      </a:lnTo>
                      <a:lnTo>
                        <a:pt x="14" y="0"/>
                      </a:lnTo>
                      <a:lnTo>
                        <a:pt x="12" y="0"/>
                      </a:lnTo>
                      <a:lnTo>
                        <a:pt x="8" y="4"/>
                      </a:lnTo>
                      <a:lnTo>
                        <a:pt x="4" y="6"/>
                      </a:lnTo>
                      <a:lnTo>
                        <a:pt x="0" y="8"/>
                      </a:lnTo>
                      <a:lnTo>
                        <a:pt x="4" y="18"/>
                      </a:lnTo>
                      <a:lnTo>
                        <a:pt x="8" y="32"/>
                      </a:lnTo>
                      <a:lnTo>
                        <a:pt x="12" y="48"/>
                      </a:lnTo>
                      <a:lnTo>
                        <a:pt x="14" y="66"/>
                      </a:lnTo>
                      <a:lnTo>
                        <a:pt x="10" y="80"/>
                      </a:lnTo>
                      <a:lnTo>
                        <a:pt x="8" y="96"/>
                      </a:lnTo>
                      <a:lnTo>
                        <a:pt x="12" y="102"/>
                      </a:lnTo>
                      <a:lnTo>
                        <a:pt x="16" y="106"/>
                      </a:lnTo>
                      <a:lnTo>
                        <a:pt x="18" y="118"/>
                      </a:lnTo>
                      <a:lnTo>
                        <a:pt x="18" y="134"/>
                      </a:lnTo>
                      <a:lnTo>
                        <a:pt x="16" y="162"/>
                      </a:lnTo>
                      <a:lnTo>
                        <a:pt x="10" y="192"/>
                      </a:lnTo>
                      <a:lnTo>
                        <a:pt x="12" y="198"/>
                      </a:lnTo>
                      <a:lnTo>
                        <a:pt x="14" y="202"/>
                      </a:lnTo>
                      <a:lnTo>
                        <a:pt x="16" y="206"/>
                      </a:lnTo>
                      <a:lnTo>
                        <a:pt x="18" y="210"/>
                      </a:lnTo>
                      <a:lnTo>
                        <a:pt x="18" y="214"/>
                      </a:lnTo>
                      <a:lnTo>
                        <a:pt x="16" y="214"/>
                      </a:lnTo>
                      <a:lnTo>
                        <a:pt x="14" y="216"/>
                      </a:lnTo>
                      <a:lnTo>
                        <a:pt x="14" y="218"/>
                      </a:lnTo>
                      <a:lnTo>
                        <a:pt x="14" y="236"/>
                      </a:lnTo>
                      <a:lnTo>
                        <a:pt x="20" y="252"/>
                      </a:lnTo>
                      <a:lnTo>
                        <a:pt x="22" y="268"/>
                      </a:lnTo>
                      <a:lnTo>
                        <a:pt x="24" y="286"/>
                      </a:lnTo>
                      <a:lnTo>
                        <a:pt x="22" y="302"/>
                      </a:lnTo>
                      <a:lnTo>
                        <a:pt x="22" y="310"/>
                      </a:lnTo>
                      <a:lnTo>
                        <a:pt x="20" y="318"/>
                      </a:lnTo>
                      <a:lnTo>
                        <a:pt x="22" y="326"/>
                      </a:lnTo>
                      <a:lnTo>
                        <a:pt x="22" y="332"/>
                      </a:lnTo>
                      <a:lnTo>
                        <a:pt x="20" y="340"/>
                      </a:lnTo>
                      <a:lnTo>
                        <a:pt x="16" y="346"/>
                      </a:lnTo>
                      <a:lnTo>
                        <a:pt x="12" y="350"/>
                      </a:lnTo>
                      <a:lnTo>
                        <a:pt x="10" y="352"/>
                      </a:lnTo>
                      <a:lnTo>
                        <a:pt x="10" y="358"/>
                      </a:lnTo>
                      <a:lnTo>
                        <a:pt x="12" y="362"/>
                      </a:lnTo>
                      <a:lnTo>
                        <a:pt x="18" y="372"/>
                      </a:lnTo>
                      <a:lnTo>
                        <a:pt x="22" y="380"/>
                      </a:lnTo>
                      <a:lnTo>
                        <a:pt x="24" y="388"/>
                      </a:lnTo>
                      <a:lnTo>
                        <a:pt x="24" y="404"/>
                      </a:lnTo>
                      <a:lnTo>
                        <a:pt x="26" y="418"/>
                      </a:lnTo>
                      <a:lnTo>
                        <a:pt x="28" y="436"/>
                      </a:lnTo>
                      <a:lnTo>
                        <a:pt x="34" y="456"/>
                      </a:lnTo>
                      <a:lnTo>
                        <a:pt x="36" y="462"/>
                      </a:lnTo>
                      <a:lnTo>
                        <a:pt x="40" y="462"/>
                      </a:lnTo>
                      <a:lnTo>
                        <a:pt x="44" y="462"/>
                      </a:lnTo>
                      <a:lnTo>
                        <a:pt x="46" y="462"/>
                      </a:lnTo>
                      <a:lnTo>
                        <a:pt x="46" y="460"/>
                      </a:lnTo>
                      <a:lnTo>
                        <a:pt x="44" y="448"/>
                      </a:lnTo>
                      <a:lnTo>
                        <a:pt x="40" y="436"/>
                      </a:lnTo>
                      <a:lnTo>
                        <a:pt x="44" y="434"/>
                      </a:lnTo>
                      <a:lnTo>
                        <a:pt x="50" y="434"/>
                      </a:lnTo>
                      <a:lnTo>
                        <a:pt x="52" y="442"/>
                      </a:lnTo>
                      <a:lnTo>
                        <a:pt x="52" y="456"/>
                      </a:lnTo>
                      <a:lnTo>
                        <a:pt x="54" y="462"/>
                      </a:lnTo>
                      <a:lnTo>
                        <a:pt x="56" y="466"/>
                      </a:lnTo>
                      <a:lnTo>
                        <a:pt x="56" y="480"/>
                      </a:lnTo>
                      <a:lnTo>
                        <a:pt x="50" y="482"/>
                      </a:lnTo>
                      <a:lnTo>
                        <a:pt x="44" y="482"/>
                      </a:lnTo>
                      <a:lnTo>
                        <a:pt x="46" y="486"/>
                      </a:lnTo>
                      <a:lnTo>
                        <a:pt x="48" y="490"/>
                      </a:lnTo>
                      <a:lnTo>
                        <a:pt x="50" y="492"/>
                      </a:lnTo>
                      <a:lnTo>
                        <a:pt x="50" y="496"/>
                      </a:lnTo>
                      <a:lnTo>
                        <a:pt x="50" y="502"/>
                      </a:lnTo>
                      <a:lnTo>
                        <a:pt x="46" y="506"/>
                      </a:lnTo>
                      <a:lnTo>
                        <a:pt x="42" y="512"/>
                      </a:lnTo>
                      <a:lnTo>
                        <a:pt x="40" y="518"/>
                      </a:lnTo>
                      <a:lnTo>
                        <a:pt x="42" y="522"/>
                      </a:lnTo>
                      <a:lnTo>
                        <a:pt x="46" y="524"/>
                      </a:lnTo>
                      <a:lnTo>
                        <a:pt x="56" y="526"/>
                      </a:lnTo>
                      <a:lnTo>
                        <a:pt x="54" y="530"/>
                      </a:lnTo>
                      <a:lnTo>
                        <a:pt x="56" y="534"/>
                      </a:lnTo>
                      <a:lnTo>
                        <a:pt x="58" y="540"/>
                      </a:lnTo>
                      <a:lnTo>
                        <a:pt x="58" y="544"/>
                      </a:lnTo>
                      <a:lnTo>
                        <a:pt x="50" y="544"/>
                      </a:lnTo>
                      <a:lnTo>
                        <a:pt x="50" y="554"/>
                      </a:lnTo>
                      <a:lnTo>
                        <a:pt x="54" y="560"/>
                      </a:lnTo>
                      <a:lnTo>
                        <a:pt x="62" y="568"/>
                      </a:lnTo>
                      <a:lnTo>
                        <a:pt x="62" y="572"/>
                      </a:lnTo>
                      <a:lnTo>
                        <a:pt x="62" y="576"/>
                      </a:lnTo>
                      <a:lnTo>
                        <a:pt x="66" y="582"/>
                      </a:lnTo>
                      <a:lnTo>
                        <a:pt x="74" y="594"/>
                      </a:lnTo>
                      <a:lnTo>
                        <a:pt x="80" y="602"/>
                      </a:lnTo>
                      <a:lnTo>
                        <a:pt x="86" y="606"/>
                      </a:lnTo>
                      <a:lnTo>
                        <a:pt x="96" y="606"/>
                      </a:lnTo>
                      <a:lnTo>
                        <a:pt x="94" y="618"/>
                      </a:lnTo>
                      <a:lnTo>
                        <a:pt x="96" y="622"/>
                      </a:lnTo>
                      <a:lnTo>
                        <a:pt x="100" y="626"/>
                      </a:lnTo>
                      <a:lnTo>
                        <a:pt x="96" y="630"/>
                      </a:lnTo>
                      <a:lnTo>
                        <a:pt x="106" y="640"/>
                      </a:lnTo>
                      <a:lnTo>
                        <a:pt x="122" y="648"/>
                      </a:lnTo>
                      <a:lnTo>
                        <a:pt x="154" y="660"/>
                      </a:lnTo>
                      <a:lnTo>
                        <a:pt x="156" y="664"/>
                      </a:lnTo>
                      <a:lnTo>
                        <a:pt x="158" y="666"/>
                      </a:lnTo>
                      <a:lnTo>
                        <a:pt x="160" y="668"/>
                      </a:lnTo>
                      <a:lnTo>
                        <a:pt x="164" y="670"/>
                      </a:lnTo>
                      <a:lnTo>
                        <a:pt x="172" y="672"/>
                      </a:lnTo>
                      <a:lnTo>
                        <a:pt x="178" y="674"/>
                      </a:lnTo>
                      <a:lnTo>
                        <a:pt x="192" y="678"/>
                      </a:lnTo>
                      <a:lnTo>
                        <a:pt x="174" y="6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1" name="iSļïḑé"/>
                <p:cNvSpPr/>
                <p:nvPr/>
              </p:nvSpPr>
              <p:spPr bwMode="auto">
                <a:xfrm>
                  <a:off x="2706223" y="5462077"/>
                  <a:ext cx="118441" cy="93870"/>
                </a:xfrm>
                <a:custGeom>
                  <a:avLst/>
                  <a:gdLst>
                    <a:gd name="T0" fmla="*/ 0 w 68"/>
                    <a:gd name="T1" fmla="*/ 0 h 56"/>
                    <a:gd name="T2" fmla="*/ 2147483647 w 68"/>
                    <a:gd name="T3" fmla="*/ 2147483647 h 56"/>
                    <a:gd name="T4" fmla="*/ 2147483647 w 68"/>
                    <a:gd name="T5" fmla="*/ 2147483647 h 56"/>
                    <a:gd name="T6" fmla="*/ 2147483647 w 68"/>
                    <a:gd name="T7" fmla="*/ 2147483647 h 56"/>
                    <a:gd name="T8" fmla="*/ 2147483647 w 68"/>
                    <a:gd name="T9" fmla="*/ 2147483647 h 56"/>
                    <a:gd name="T10" fmla="*/ 2147483647 w 68"/>
                    <a:gd name="T11" fmla="*/ 2147483647 h 56"/>
                    <a:gd name="T12" fmla="*/ 2147483647 w 68"/>
                    <a:gd name="T13" fmla="*/ 2147483647 h 56"/>
                    <a:gd name="T14" fmla="*/ 2147483647 w 68"/>
                    <a:gd name="T15" fmla="*/ 2147483647 h 56"/>
                    <a:gd name="T16" fmla="*/ 2147483647 w 68"/>
                    <a:gd name="T17" fmla="*/ 2147483647 h 56"/>
                    <a:gd name="T18" fmla="*/ 2147483647 w 68"/>
                    <a:gd name="T19" fmla="*/ 2147483647 h 56"/>
                    <a:gd name="T20" fmla="*/ 2147483647 w 68"/>
                    <a:gd name="T21" fmla="*/ 2147483647 h 56"/>
                    <a:gd name="T22" fmla="*/ 2147483647 w 68"/>
                    <a:gd name="T23" fmla="*/ 2147483647 h 56"/>
                    <a:gd name="T24" fmla="*/ 2147483647 w 68"/>
                    <a:gd name="T25" fmla="*/ 2147483647 h 56"/>
                    <a:gd name="T26" fmla="*/ 0 w 68"/>
                    <a:gd name="T27" fmla="*/ 0 h 5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68"/>
                    <a:gd name="T43" fmla="*/ 0 h 56"/>
                    <a:gd name="T44" fmla="*/ 68 w 68"/>
                    <a:gd name="T45" fmla="*/ 56 h 5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68" h="56">
                      <a:moveTo>
                        <a:pt x="0" y="0"/>
                      </a:moveTo>
                      <a:lnTo>
                        <a:pt x="6" y="6"/>
                      </a:lnTo>
                      <a:lnTo>
                        <a:pt x="12" y="14"/>
                      </a:lnTo>
                      <a:lnTo>
                        <a:pt x="28" y="26"/>
                      </a:lnTo>
                      <a:lnTo>
                        <a:pt x="40" y="30"/>
                      </a:lnTo>
                      <a:lnTo>
                        <a:pt x="50" y="32"/>
                      </a:lnTo>
                      <a:lnTo>
                        <a:pt x="62" y="36"/>
                      </a:lnTo>
                      <a:lnTo>
                        <a:pt x="66" y="38"/>
                      </a:lnTo>
                      <a:lnTo>
                        <a:pt x="68" y="42"/>
                      </a:lnTo>
                      <a:lnTo>
                        <a:pt x="48" y="52"/>
                      </a:lnTo>
                      <a:lnTo>
                        <a:pt x="40" y="54"/>
                      </a:lnTo>
                      <a:lnTo>
                        <a:pt x="28" y="56"/>
                      </a:lnTo>
                      <a:lnTo>
                        <a:pt x="18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2" name="ïṥľïḑe"/>
                <p:cNvSpPr/>
                <p:nvPr/>
              </p:nvSpPr>
              <p:spPr bwMode="auto">
                <a:xfrm>
                  <a:off x="2142942" y="3489388"/>
                  <a:ext cx="322269" cy="507184"/>
                </a:xfrm>
                <a:custGeom>
                  <a:avLst/>
                  <a:gdLst>
                    <a:gd name="T0" fmla="*/ 2147483647 w 184"/>
                    <a:gd name="T1" fmla="*/ 2147483647 h 304"/>
                    <a:gd name="T2" fmla="*/ 2147483647 w 184"/>
                    <a:gd name="T3" fmla="*/ 2147483647 h 304"/>
                    <a:gd name="T4" fmla="*/ 2147483647 w 184"/>
                    <a:gd name="T5" fmla="*/ 2147483647 h 304"/>
                    <a:gd name="T6" fmla="*/ 2147483647 w 184"/>
                    <a:gd name="T7" fmla="*/ 2147483647 h 304"/>
                    <a:gd name="T8" fmla="*/ 2147483647 w 184"/>
                    <a:gd name="T9" fmla="*/ 2147483647 h 304"/>
                    <a:gd name="T10" fmla="*/ 2147483647 w 184"/>
                    <a:gd name="T11" fmla="*/ 2147483647 h 304"/>
                    <a:gd name="T12" fmla="*/ 2147483647 w 184"/>
                    <a:gd name="T13" fmla="*/ 2147483647 h 304"/>
                    <a:gd name="T14" fmla="*/ 2147483647 w 184"/>
                    <a:gd name="T15" fmla="*/ 2147483647 h 304"/>
                    <a:gd name="T16" fmla="*/ 2147483647 w 184"/>
                    <a:gd name="T17" fmla="*/ 2147483647 h 304"/>
                    <a:gd name="T18" fmla="*/ 2147483647 w 184"/>
                    <a:gd name="T19" fmla="*/ 2147483647 h 304"/>
                    <a:gd name="T20" fmla="*/ 2147483647 w 184"/>
                    <a:gd name="T21" fmla="*/ 2147483647 h 304"/>
                    <a:gd name="T22" fmla="*/ 2147483647 w 184"/>
                    <a:gd name="T23" fmla="*/ 2147483647 h 304"/>
                    <a:gd name="T24" fmla="*/ 2147483647 w 184"/>
                    <a:gd name="T25" fmla="*/ 2147483647 h 304"/>
                    <a:gd name="T26" fmla="*/ 2147483647 w 184"/>
                    <a:gd name="T27" fmla="*/ 2147483647 h 304"/>
                    <a:gd name="T28" fmla="*/ 2147483647 w 184"/>
                    <a:gd name="T29" fmla="*/ 2147483647 h 304"/>
                    <a:gd name="T30" fmla="*/ 2147483647 w 184"/>
                    <a:gd name="T31" fmla="*/ 2147483647 h 304"/>
                    <a:gd name="T32" fmla="*/ 2147483647 w 184"/>
                    <a:gd name="T33" fmla="*/ 2147483647 h 304"/>
                    <a:gd name="T34" fmla="*/ 2147483647 w 184"/>
                    <a:gd name="T35" fmla="*/ 2147483647 h 304"/>
                    <a:gd name="T36" fmla="*/ 2147483647 w 184"/>
                    <a:gd name="T37" fmla="*/ 2147483647 h 304"/>
                    <a:gd name="T38" fmla="*/ 2147483647 w 184"/>
                    <a:gd name="T39" fmla="*/ 2147483647 h 304"/>
                    <a:gd name="T40" fmla="*/ 2147483647 w 184"/>
                    <a:gd name="T41" fmla="*/ 2147483647 h 304"/>
                    <a:gd name="T42" fmla="*/ 2147483647 w 184"/>
                    <a:gd name="T43" fmla="*/ 2147483647 h 304"/>
                    <a:gd name="T44" fmla="*/ 2147483647 w 184"/>
                    <a:gd name="T45" fmla="*/ 2147483647 h 304"/>
                    <a:gd name="T46" fmla="*/ 2147483647 w 184"/>
                    <a:gd name="T47" fmla="*/ 2147483647 h 304"/>
                    <a:gd name="T48" fmla="*/ 2147483647 w 184"/>
                    <a:gd name="T49" fmla="*/ 2147483647 h 304"/>
                    <a:gd name="T50" fmla="*/ 2147483647 w 184"/>
                    <a:gd name="T51" fmla="*/ 2147483647 h 304"/>
                    <a:gd name="T52" fmla="*/ 2147483647 w 184"/>
                    <a:gd name="T53" fmla="*/ 2147483647 h 304"/>
                    <a:gd name="T54" fmla="*/ 2147483647 w 184"/>
                    <a:gd name="T55" fmla="*/ 2147483647 h 304"/>
                    <a:gd name="T56" fmla="*/ 2147483647 w 184"/>
                    <a:gd name="T57" fmla="*/ 2147483647 h 304"/>
                    <a:gd name="T58" fmla="*/ 2147483647 w 184"/>
                    <a:gd name="T59" fmla="*/ 2147483647 h 304"/>
                    <a:gd name="T60" fmla="*/ 2147483647 w 184"/>
                    <a:gd name="T61" fmla="*/ 2147483647 h 304"/>
                    <a:gd name="T62" fmla="*/ 2147483647 w 184"/>
                    <a:gd name="T63" fmla="*/ 2147483647 h 304"/>
                    <a:gd name="T64" fmla="*/ 2147483647 w 184"/>
                    <a:gd name="T65" fmla="*/ 2147483647 h 304"/>
                    <a:gd name="T66" fmla="*/ 2147483647 w 184"/>
                    <a:gd name="T67" fmla="*/ 2147483647 h 304"/>
                    <a:gd name="T68" fmla="*/ 2147483647 w 184"/>
                    <a:gd name="T69" fmla="*/ 2147483647 h 304"/>
                    <a:gd name="T70" fmla="*/ 2147483647 w 184"/>
                    <a:gd name="T71" fmla="*/ 2147483647 h 304"/>
                    <a:gd name="T72" fmla="*/ 2147483647 w 184"/>
                    <a:gd name="T73" fmla="*/ 2147483647 h 304"/>
                    <a:gd name="T74" fmla="*/ 2147483647 w 184"/>
                    <a:gd name="T75" fmla="*/ 2147483647 h 304"/>
                    <a:gd name="T76" fmla="*/ 2147483647 w 184"/>
                    <a:gd name="T77" fmla="*/ 2147483647 h 304"/>
                    <a:gd name="T78" fmla="*/ 2147483647 w 184"/>
                    <a:gd name="T79" fmla="*/ 2147483647 h 304"/>
                    <a:gd name="T80" fmla="*/ 2147483647 w 184"/>
                    <a:gd name="T81" fmla="*/ 2147483647 h 304"/>
                    <a:gd name="T82" fmla="*/ 2147483647 w 184"/>
                    <a:gd name="T83" fmla="*/ 2147483647 h 304"/>
                    <a:gd name="T84" fmla="*/ 2147483647 w 184"/>
                    <a:gd name="T85" fmla="*/ 2147483647 h 304"/>
                    <a:gd name="T86" fmla="*/ 2147483647 w 184"/>
                    <a:gd name="T87" fmla="*/ 2147483647 h 304"/>
                    <a:gd name="T88" fmla="*/ 2147483647 w 184"/>
                    <a:gd name="T89" fmla="*/ 2147483647 h 304"/>
                    <a:gd name="T90" fmla="*/ 0 w 184"/>
                    <a:gd name="T91" fmla="*/ 2147483647 h 304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84"/>
                    <a:gd name="T139" fmla="*/ 0 h 304"/>
                    <a:gd name="T140" fmla="*/ 184 w 184"/>
                    <a:gd name="T141" fmla="*/ 304 h 304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84" h="304">
                      <a:moveTo>
                        <a:pt x="2" y="204"/>
                      </a:moveTo>
                      <a:lnTo>
                        <a:pt x="2" y="194"/>
                      </a:lnTo>
                      <a:lnTo>
                        <a:pt x="6" y="184"/>
                      </a:lnTo>
                      <a:lnTo>
                        <a:pt x="8" y="178"/>
                      </a:lnTo>
                      <a:lnTo>
                        <a:pt x="18" y="176"/>
                      </a:lnTo>
                      <a:lnTo>
                        <a:pt x="18" y="172"/>
                      </a:lnTo>
                      <a:lnTo>
                        <a:pt x="22" y="166"/>
                      </a:lnTo>
                      <a:lnTo>
                        <a:pt x="26" y="162"/>
                      </a:lnTo>
                      <a:lnTo>
                        <a:pt x="28" y="158"/>
                      </a:lnTo>
                      <a:lnTo>
                        <a:pt x="26" y="142"/>
                      </a:lnTo>
                      <a:lnTo>
                        <a:pt x="24" y="124"/>
                      </a:lnTo>
                      <a:lnTo>
                        <a:pt x="26" y="118"/>
                      </a:lnTo>
                      <a:lnTo>
                        <a:pt x="28" y="114"/>
                      </a:lnTo>
                      <a:lnTo>
                        <a:pt x="26" y="106"/>
                      </a:lnTo>
                      <a:lnTo>
                        <a:pt x="22" y="100"/>
                      </a:lnTo>
                      <a:lnTo>
                        <a:pt x="18" y="96"/>
                      </a:lnTo>
                      <a:lnTo>
                        <a:pt x="18" y="90"/>
                      </a:lnTo>
                      <a:lnTo>
                        <a:pt x="16" y="90"/>
                      </a:lnTo>
                      <a:lnTo>
                        <a:pt x="22" y="86"/>
                      </a:lnTo>
                      <a:lnTo>
                        <a:pt x="28" y="82"/>
                      </a:lnTo>
                      <a:lnTo>
                        <a:pt x="26" y="76"/>
                      </a:lnTo>
                      <a:lnTo>
                        <a:pt x="26" y="70"/>
                      </a:lnTo>
                      <a:lnTo>
                        <a:pt x="28" y="68"/>
                      </a:lnTo>
                      <a:lnTo>
                        <a:pt x="32" y="72"/>
                      </a:lnTo>
                      <a:lnTo>
                        <a:pt x="40" y="74"/>
                      </a:lnTo>
                      <a:lnTo>
                        <a:pt x="42" y="64"/>
                      </a:lnTo>
                      <a:lnTo>
                        <a:pt x="46" y="62"/>
                      </a:lnTo>
                      <a:lnTo>
                        <a:pt x="48" y="58"/>
                      </a:lnTo>
                      <a:lnTo>
                        <a:pt x="52" y="58"/>
                      </a:lnTo>
                      <a:lnTo>
                        <a:pt x="56" y="54"/>
                      </a:lnTo>
                      <a:lnTo>
                        <a:pt x="58" y="48"/>
                      </a:lnTo>
                      <a:lnTo>
                        <a:pt x="60" y="42"/>
                      </a:lnTo>
                      <a:lnTo>
                        <a:pt x="60" y="34"/>
                      </a:lnTo>
                      <a:lnTo>
                        <a:pt x="62" y="30"/>
                      </a:lnTo>
                      <a:lnTo>
                        <a:pt x="66" y="26"/>
                      </a:lnTo>
                      <a:lnTo>
                        <a:pt x="72" y="24"/>
                      </a:lnTo>
                      <a:lnTo>
                        <a:pt x="80" y="24"/>
                      </a:lnTo>
                      <a:lnTo>
                        <a:pt x="82" y="20"/>
                      </a:lnTo>
                      <a:lnTo>
                        <a:pt x="86" y="18"/>
                      </a:lnTo>
                      <a:lnTo>
                        <a:pt x="98" y="14"/>
                      </a:lnTo>
                      <a:lnTo>
                        <a:pt x="110" y="10"/>
                      </a:lnTo>
                      <a:lnTo>
                        <a:pt x="118" y="4"/>
                      </a:lnTo>
                      <a:lnTo>
                        <a:pt x="124" y="2"/>
                      </a:lnTo>
                      <a:lnTo>
                        <a:pt x="128" y="0"/>
                      </a:lnTo>
                      <a:lnTo>
                        <a:pt x="128" y="8"/>
                      </a:lnTo>
                      <a:lnTo>
                        <a:pt x="124" y="10"/>
                      </a:lnTo>
                      <a:lnTo>
                        <a:pt x="120" y="14"/>
                      </a:lnTo>
                      <a:lnTo>
                        <a:pt x="118" y="18"/>
                      </a:lnTo>
                      <a:lnTo>
                        <a:pt x="110" y="28"/>
                      </a:lnTo>
                      <a:lnTo>
                        <a:pt x="98" y="40"/>
                      </a:lnTo>
                      <a:lnTo>
                        <a:pt x="94" y="48"/>
                      </a:lnTo>
                      <a:lnTo>
                        <a:pt x="92" y="56"/>
                      </a:lnTo>
                      <a:lnTo>
                        <a:pt x="94" y="62"/>
                      </a:lnTo>
                      <a:lnTo>
                        <a:pt x="98" y="64"/>
                      </a:lnTo>
                      <a:lnTo>
                        <a:pt x="100" y="68"/>
                      </a:lnTo>
                      <a:lnTo>
                        <a:pt x="102" y="72"/>
                      </a:lnTo>
                      <a:lnTo>
                        <a:pt x="106" y="76"/>
                      </a:lnTo>
                      <a:lnTo>
                        <a:pt x="108" y="82"/>
                      </a:lnTo>
                      <a:lnTo>
                        <a:pt x="104" y="88"/>
                      </a:lnTo>
                      <a:lnTo>
                        <a:pt x="102" y="92"/>
                      </a:lnTo>
                      <a:lnTo>
                        <a:pt x="104" y="94"/>
                      </a:lnTo>
                      <a:lnTo>
                        <a:pt x="108" y="98"/>
                      </a:lnTo>
                      <a:lnTo>
                        <a:pt x="112" y="100"/>
                      </a:lnTo>
                      <a:lnTo>
                        <a:pt x="116" y="102"/>
                      </a:lnTo>
                      <a:lnTo>
                        <a:pt x="130" y="104"/>
                      </a:lnTo>
                      <a:lnTo>
                        <a:pt x="142" y="106"/>
                      </a:lnTo>
                      <a:lnTo>
                        <a:pt x="142" y="112"/>
                      </a:lnTo>
                      <a:lnTo>
                        <a:pt x="146" y="116"/>
                      </a:lnTo>
                      <a:lnTo>
                        <a:pt x="152" y="118"/>
                      </a:lnTo>
                      <a:lnTo>
                        <a:pt x="158" y="118"/>
                      </a:lnTo>
                      <a:lnTo>
                        <a:pt x="166" y="118"/>
                      </a:lnTo>
                      <a:lnTo>
                        <a:pt x="170" y="118"/>
                      </a:lnTo>
                      <a:lnTo>
                        <a:pt x="176" y="116"/>
                      </a:lnTo>
                      <a:lnTo>
                        <a:pt x="184" y="116"/>
                      </a:lnTo>
                      <a:lnTo>
                        <a:pt x="176" y="132"/>
                      </a:lnTo>
                      <a:lnTo>
                        <a:pt x="174" y="142"/>
                      </a:lnTo>
                      <a:lnTo>
                        <a:pt x="172" y="148"/>
                      </a:lnTo>
                      <a:lnTo>
                        <a:pt x="174" y="154"/>
                      </a:lnTo>
                      <a:lnTo>
                        <a:pt x="178" y="158"/>
                      </a:lnTo>
                      <a:lnTo>
                        <a:pt x="180" y="162"/>
                      </a:lnTo>
                      <a:lnTo>
                        <a:pt x="182" y="168"/>
                      </a:lnTo>
                      <a:lnTo>
                        <a:pt x="182" y="170"/>
                      </a:lnTo>
                      <a:lnTo>
                        <a:pt x="180" y="174"/>
                      </a:lnTo>
                      <a:lnTo>
                        <a:pt x="178" y="174"/>
                      </a:lnTo>
                      <a:lnTo>
                        <a:pt x="178" y="178"/>
                      </a:lnTo>
                      <a:lnTo>
                        <a:pt x="180" y="182"/>
                      </a:lnTo>
                      <a:lnTo>
                        <a:pt x="184" y="190"/>
                      </a:lnTo>
                      <a:lnTo>
                        <a:pt x="170" y="198"/>
                      </a:lnTo>
                      <a:lnTo>
                        <a:pt x="160" y="200"/>
                      </a:lnTo>
                      <a:lnTo>
                        <a:pt x="148" y="200"/>
                      </a:lnTo>
                      <a:lnTo>
                        <a:pt x="142" y="204"/>
                      </a:lnTo>
                      <a:lnTo>
                        <a:pt x="144" y="204"/>
                      </a:lnTo>
                      <a:lnTo>
                        <a:pt x="146" y="206"/>
                      </a:lnTo>
                      <a:lnTo>
                        <a:pt x="148" y="210"/>
                      </a:lnTo>
                      <a:lnTo>
                        <a:pt x="152" y="212"/>
                      </a:lnTo>
                      <a:lnTo>
                        <a:pt x="152" y="220"/>
                      </a:lnTo>
                      <a:lnTo>
                        <a:pt x="146" y="220"/>
                      </a:lnTo>
                      <a:lnTo>
                        <a:pt x="142" y="222"/>
                      </a:lnTo>
                      <a:lnTo>
                        <a:pt x="140" y="226"/>
                      </a:lnTo>
                      <a:lnTo>
                        <a:pt x="138" y="228"/>
                      </a:lnTo>
                      <a:lnTo>
                        <a:pt x="140" y="234"/>
                      </a:lnTo>
                      <a:lnTo>
                        <a:pt x="142" y="240"/>
                      </a:lnTo>
                      <a:lnTo>
                        <a:pt x="146" y="246"/>
                      </a:lnTo>
                      <a:lnTo>
                        <a:pt x="148" y="252"/>
                      </a:lnTo>
                      <a:lnTo>
                        <a:pt x="146" y="276"/>
                      </a:lnTo>
                      <a:lnTo>
                        <a:pt x="142" y="304"/>
                      </a:lnTo>
                      <a:lnTo>
                        <a:pt x="136" y="300"/>
                      </a:lnTo>
                      <a:lnTo>
                        <a:pt x="132" y="298"/>
                      </a:lnTo>
                      <a:lnTo>
                        <a:pt x="130" y="294"/>
                      </a:lnTo>
                      <a:lnTo>
                        <a:pt x="132" y="290"/>
                      </a:lnTo>
                      <a:lnTo>
                        <a:pt x="136" y="286"/>
                      </a:lnTo>
                      <a:lnTo>
                        <a:pt x="138" y="282"/>
                      </a:lnTo>
                      <a:lnTo>
                        <a:pt x="140" y="278"/>
                      </a:lnTo>
                      <a:lnTo>
                        <a:pt x="134" y="274"/>
                      </a:lnTo>
                      <a:lnTo>
                        <a:pt x="126" y="272"/>
                      </a:lnTo>
                      <a:lnTo>
                        <a:pt x="122" y="274"/>
                      </a:lnTo>
                      <a:lnTo>
                        <a:pt x="122" y="278"/>
                      </a:lnTo>
                      <a:lnTo>
                        <a:pt x="118" y="274"/>
                      </a:lnTo>
                      <a:lnTo>
                        <a:pt x="116" y="272"/>
                      </a:lnTo>
                      <a:lnTo>
                        <a:pt x="114" y="272"/>
                      </a:lnTo>
                      <a:lnTo>
                        <a:pt x="110" y="274"/>
                      </a:lnTo>
                      <a:lnTo>
                        <a:pt x="108" y="276"/>
                      </a:lnTo>
                      <a:lnTo>
                        <a:pt x="106" y="276"/>
                      </a:lnTo>
                      <a:lnTo>
                        <a:pt x="90" y="276"/>
                      </a:lnTo>
                      <a:lnTo>
                        <a:pt x="88" y="268"/>
                      </a:lnTo>
                      <a:lnTo>
                        <a:pt x="86" y="260"/>
                      </a:lnTo>
                      <a:lnTo>
                        <a:pt x="82" y="256"/>
                      </a:lnTo>
                      <a:lnTo>
                        <a:pt x="76" y="248"/>
                      </a:lnTo>
                      <a:lnTo>
                        <a:pt x="68" y="242"/>
                      </a:lnTo>
                      <a:lnTo>
                        <a:pt x="62" y="238"/>
                      </a:lnTo>
                      <a:lnTo>
                        <a:pt x="58" y="234"/>
                      </a:lnTo>
                      <a:lnTo>
                        <a:pt x="52" y="234"/>
                      </a:lnTo>
                      <a:lnTo>
                        <a:pt x="50" y="230"/>
                      </a:lnTo>
                      <a:lnTo>
                        <a:pt x="52" y="228"/>
                      </a:lnTo>
                      <a:lnTo>
                        <a:pt x="36" y="226"/>
                      </a:lnTo>
                      <a:lnTo>
                        <a:pt x="22" y="220"/>
                      </a:lnTo>
                      <a:lnTo>
                        <a:pt x="10" y="212"/>
                      </a:lnTo>
                      <a:lnTo>
                        <a:pt x="0" y="204"/>
                      </a:lnTo>
                      <a:lnTo>
                        <a:pt x="2" y="20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3" name="ï$ļiḑe"/>
                <p:cNvSpPr/>
                <p:nvPr/>
              </p:nvSpPr>
              <p:spPr bwMode="auto">
                <a:xfrm>
                  <a:off x="3051904" y="1442442"/>
                  <a:ext cx="1094886" cy="574433"/>
                </a:xfrm>
                <a:custGeom>
                  <a:avLst/>
                  <a:gdLst>
                    <a:gd name="T0" fmla="*/ 2147483647 w 628"/>
                    <a:gd name="T1" fmla="*/ 2147483647 h 344"/>
                    <a:gd name="T2" fmla="*/ 2147483647 w 628"/>
                    <a:gd name="T3" fmla="*/ 2147483647 h 344"/>
                    <a:gd name="T4" fmla="*/ 2147483647 w 628"/>
                    <a:gd name="T5" fmla="*/ 2147483647 h 344"/>
                    <a:gd name="T6" fmla="*/ 2147483647 w 628"/>
                    <a:gd name="T7" fmla="*/ 2147483647 h 344"/>
                    <a:gd name="T8" fmla="*/ 2147483647 w 628"/>
                    <a:gd name="T9" fmla="*/ 2147483647 h 344"/>
                    <a:gd name="T10" fmla="*/ 2147483647 w 628"/>
                    <a:gd name="T11" fmla="*/ 2147483647 h 344"/>
                    <a:gd name="T12" fmla="*/ 2147483647 w 628"/>
                    <a:gd name="T13" fmla="*/ 2147483647 h 344"/>
                    <a:gd name="T14" fmla="*/ 2147483647 w 628"/>
                    <a:gd name="T15" fmla="*/ 2147483647 h 344"/>
                    <a:gd name="T16" fmla="*/ 2147483647 w 628"/>
                    <a:gd name="T17" fmla="*/ 2147483647 h 344"/>
                    <a:gd name="T18" fmla="*/ 2147483647 w 628"/>
                    <a:gd name="T19" fmla="*/ 2147483647 h 344"/>
                    <a:gd name="T20" fmla="*/ 2147483647 w 628"/>
                    <a:gd name="T21" fmla="*/ 2147483647 h 344"/>
                    <a:gd name="T22" fmla="*/ 2147483647 w 628"/>
                    <a:gd name="T23" fmla="*/ 2147483647 h 344"/>
                    <a:gd name="T24" fmla="*/ 2147483647 w 628"/>
                    <a:gd name="T25" fmla="*/ 2147483647 h 344"/>
                    <a:gd name="T26" fmla="*/ 2147483647 w 628"/>
                    <a:gd name="T27" fmla="*/ 2147483647 h 344"/>
                    <a:gd name="T28" fmla="*/ 2147483647 w 628"/>
                    <a:gd name="T29" fmla="*/ 2147483647 h 344"/>
                    <a:gd name="T30" fmla="*/ 2147483647 w 628"/>
                    <a:gd name="T31" fmla="*/ 2147483647 h 344"/>
                    <a:gd name="T32" fmla="*/ 2147483647 w 628"/>
                    <a:gd name="T33" fmla="*/ 2147483647 h 344"/>
                    <a:gd name="T34" fmla="*/ 2147483647 w 628"/>
                    <a:gd name="T35" fmla="*/ 2147483647 h 344"/>
                    <a:gd name="T36" fmla="*/ 2147483647 w 628"/>
                    <a:gd name="T37" fmla="*/ 2147483647 h 344"/>
                    <a:gd name="T38" fmla="*/ 2147483647 w 628"/>
                    <a:gd name="T39" fmla="*/ 2147483647 h 344"/>
                    <a:gd name="T40" fmla="*/ 2147483647 w 628"/>
                    <a:gd name="T41" fmla="*/ 2147483647 h 344"/>
                    <a:gd name="T42" fmla="*/ 2147483647 w 628"/>
                    <a:gd name="T43" fmla="*/ 2147483647 h 344"/>
                    <a:gd name="T44" fmla="*/ 2147483647 w 628"/>
                    <a:gd name="T45" fmla="*/ 2147483647 h 344"/>
                    <a:gd name="T46" fmla="*/ 2147483647 w 628"/>
                    <a:gd name="T47" fmla="*/ 2147483647 h 344"/>
                    <a:gd name="T48" fmla="*/ 2147483647 w 628"/>
                    <a:gd name="T49" fmla="*/ 2147483647 h 344"/>
                    <a:gd name="T50" fmla="*/ 2147483647 w 628"/>
                    <a:gd name="T51" fmla="*/ 2147483647 h 344"/>
                    <a:gd name="T52" fmla="*/ 2147483647 w 628"/>
                    <a:gd name="T53" fmla="*/ 2147483647 h 344"/>
                    <a:gd name="T54" fmla="*/ 2147483647 w 628"/>
                    <a:gd name="T55" fmla="*/ 2147483647 h 344"/>
                    <a:gd name="T56" fmla="*/ 2147483647 w 628"/>
                    <a:gd name="T57" fmla="*/ 2147483647 h 344"/>
                    <a:gd name="T58" fmla="*/ 2147483647 w 628"/>
                    <a:gd name="T59" fmla="*/ 2147483647 h 344"/>
                    <a:gd name="T60" fmla="*/ 0 w 628"/>
                    <a:gd name="T61" fmla="*/ 2147483647 h 344"/>
                    <a:gd name="T62" fmla="*/ 2147483647 w 628"/>
                    <a:gd name="T63" fmla="*/ 2147483647 h 344"/>
                    <a:gd name="T64" fmla="*/ 2147483647 w 628"/>
                    <a:gd name="T65" fmla="*/ 2147483647 h 344"/>
                    <a:gd name="T66" fmla="*/ 2147483647 w 628"/>
                    <a:gd name="T67" fmla="*/ 2147483647 h 344"/>
                    <a:gd name="T68" fmla="*/ 2147483647 w 628"/>
                    <a:gd name="T69" fmla="*/ 2147483647 h 344"/>
                    <a:gd name="T70" fmla="*/ 2147483647 w 628"/>
                    <a:gd name="T71" fmla="*/ 2147483647 h 344"/>
                    <a:gd name="T72" fmla="*/ 2147483647 w 628"/>
                    <a:gd name="T73" fmla="*/ 2147483647 h 344"/>
                    <a:gd name="T74" fmla="*/ 2147483647 w 628"/>
                    <a:gd name="T75" fmla="*/ 2147483647 h 344"/>
                    <a:gd name="T76" fmla="*/ 2147483647 w 628"/>
                    <a:gd name="T77" fmla="*/ 2147483647 h 344"/>
                    <a:gd name="T78" fmla="*/ 2147483647 w 628"/>
                    <a:gd name="T79" fmla="*/ 2147483647 h 344"/>
                    <a:gd name="T80" fmla="*/ 2147483647 w 628"/>
                    <a:gd name="T81" fmla="*/ 2147483647 h 344"/>
                    <a:gd name="T82" fmla="*/ 2147483647 w 628"/>
                    <a:gd name="T83" fmla="*/ 2147483647 h 344"/>
                    <a:gd name="T84" fmla="*/ 2147483647 w 628"/>
                    <a:gd name="T85" fmla="*/ 2147483647 h 344"/>
                    <a:gd name="T86" fmla="*/ 2147483647 w 628"/>
                    <a:gd name="T87" fmla="*/ 2147483647 h 344"/>
                    <a:gd name="T88" fmla="*/ 2147483647 w 628"/>
                    <a:gd name="T89" fmla="*/ 2147483647 h 344"/>
                    <a:gd name="T90" fmla="*/ 2147483647 w 628"/>
                    <a:gd name="T91" fmla="*/ 2147483647 h 344"/>
                    <a:gd name="T92" fmla="*/ 2147483647 w 628"/>
                    <a:gd name="T93" fmla="*/ 2147483647 h 344"/>
                    <a:gd name="T94" fmla="*/ 2147483647 w 628"/>
                    <a:gd name="T95" fmla="*/ 2147483647 h 344"/>
                    <a:gd name="T96" fmla="*/ 2147483647 w 628"/>
                    <a:gd name="T97" fmla="*/ 2147483647 h 344"/>
                    <a:gd name="T98" fmla="*/ 2147483647 w 628"/>
                    <a:gd name="T99" fmla="*/ 2147483647 h 344"/>
                    <a:gd name="T100" fmla="*/ 2147483647 w 628"/>
                    <a:gd name="T101" fmla="*/ 2147483647 h 344"/>
                    <a:gd name="T102" fmla="*/ 2147483647 w 628"/>
                    <a:gd name="T103" fmla="*/ 2147483647 h 344"/>
                    <a:gd name="T104" fmla="*/ 2147483647 w 628"/>
                    <a:gd name="T105" fmla="*/ 2147483647 h 344"/>
                    <a:gd name="T106" fmla="*/ 2147483647 w 628"/>
                    <a:gd name="T107" fmla="*/ 2147483647 h 344"/>
                    <a:gd name="T108" fmla="*/ 2147483647 w 628"/>
                    <a:gd name="T109" fmla="*/ 2147483647 h 344"/>
                    <a:gd name="T110" fmla="*/ 2147483647 w 628"/>
                    <a:gd name="T111" fmla="*/ 2147483647 h 344"/>
                    <a:gd name="T112" fmla="*/ 2147483647 w 628"/>
                    <a:gd name="T113" fmla="*/ 2147483647 h 344"/>
                    <a:gd name="T114" fmla="*/ 2147483647 w 628"/>
                    <a:gd name="T115" fmla="*/ 2147483647 h 344"/>
                    <a:gd name="T116" fmla="*/ 2147483647 w 628"/>
                    <a:gd name="T117" fmla="*/ 2147483647 h 344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w 628"/>
                    <a:gd name="T178" fmla="*/ 0 h 344"/>
                    <a:gd name="T179" fmla="*/ 628 w 628"/>
                    <a:gd name="T180" fmla="*/ 344 h 344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T177" t="T178" r="T179" b="T180"/>
                  <a:pathLst>
                    <a:path w="628" h="344">
                      <a:moveTo>
                        <a:pt x="488" y="180"/>
                      </a:moveTo>
                      <a:lnTo>
                        <a:pt x="464" y="192"/>
                      </a:lnTo>
                      <a:lnTo>
                        <a:pt x="436" y="202"/>
                      </a:lnTo>
                      <a:lnTo>
                        <a:pt x="406" y="208"/>
                      </a:lnTo>
                      <a:lnTo>
                        <a:pt x="390" y="210"/>
                      </a:lnTo>
                      <a:lnTo>
                        <a:pt x="376" y="210"/>
                      </a:lnTo>
                      <a:lnTo>
                        <a:pt x="372" y="210"/>
                      </a:lnTo>
                      <a:lnTo>
                        <a:pt x="370" y="208"/>
                      </a:lnTo>
                      <a:lnTo>
                        <a:pt x="364" y="206"/>
                      </a:lnTo>
                      <a:lnTo>
                        <a:pt x="360" y="212"/>
                      </a:lnTo>
                      <a:lnTo>
                        <a:pt x="356" y="220"/>
                      </a:lnTo>
                      <a:lnTo>
                        <a:pt x="350" y="226"/>
                      </a:lnTo>
                      <a:lnTo>
                        <a:pt x="340" y="232"/>
                      </a:lnTo>
                      <a:lnTo>
                        <a:pt x="334" y="236"/>
                      </a:lnTo>
                      <a:lnTo>
                        <a:pt x="324" y="240"/>
                      </a:lnTo>
                      <a:lnTo>
                        <a:pt x="314" y="242"/>
                      </a:lnTo>
                      <a:lnTo>
                        <a:pt x="306" y="244"/>
                      </a:lnTo>
                      <a:lnTo>
                        <a:pt x="300" y="244"/>
                      </a:lnTo>
                      <a:lnTo>
                        <a:pt x="296" y="246"/>
                      </a:lnTo>
                      <a:lnTo>
                        <a:pt x="292" y="250"/>
                      </a:lnTo>
                      <a:lnTo>
                        <a:pt x="286" y="250"/>
                      </a:lnTo>
                      <a:lnTo>
                        <a:pt x="274" y="250"/>
                      </a:lnTo>
                      <a:lnTo>
                        <a:pt x="260" y="252"/>
                      </a:lnTo>
                      <a:lnTo>
                        <a:pt x="252" y="256"/>
                      </a:lnTo>
                      <a:lnTo>
                        <a:pt x="252" y="258"/>
                      </a:lnTo>
                      <a:lnTo>
                        <a:pt x="252" y="260"/>
                      </a:lnTo>
                      <a:lnTo>
                        <a:pt x="252" y="262"/>
                      </a:lnTo>
                      <a:lnTo>
                        <a:pt x="256" y="266"/>
                      </a:lnTo>
                      <a:lnTo>
                        <a:pt x="252" y="270"/>
                      </a:lnTo>
                      <a:lnTo>
                        <a:pt x="248" y="266"/>
                      </a:lnTo>
                      <a:lnTo>
                        <a:pt x="248" y="278"/>
                      </a:lnTo>
                      <a:lnTo>
                        <a:pt x="244" y="282"/>
                      </a:lnTo>
                      <a:lnTo>
                        <a:pt x="240" y="286"/>
                      </a:lnTo>
                      <a:lnTo>
                        <a:pt x="230" y="290"/>
                      </a:lnTo>
                      <a:lnTo>
                        <a:pt x="222" y="298"/>
                      </a:lnTo>
                      <a:lnTo>
                        <a:pt x="218" y="302"/>
                      </a:lnTo>
                      <a:lnTo>
                        <a:pt x="214" y="308"/>
                      </a:lnTo>
                      <a:lnTo>
                        <a:pt x="212" y="312"/>
                      </a:lnTo>
                      <a:lnTo>
                        <a:pt x="208" y="316"/>
                      </a:lnTo>
                      <a:lnTo>
                        <a:pt x="206" y="316"/>
                      </a:lnTo>
                      <a:lnTo>
                        <a:pt x="202" y="318"/>
                      </a:lnTo>
                      <a:lnTo>
                        <a:pt x="198" y="326"/>
                      </a:lnTo>
                      <a:lnTo>
                        <a:pt x="196" y="336"/>
                      </a:lnTo>
                      <a:lnTo>
                        <a:pt x="194" y="340"/>
                      </a:lnTo>
                      <a:lnTo>
                        <a:pt x="190" y="344"/>
                      </a:lnTo>
                      <a:lnTo>
                        <a:pt x="184" y="344"/>
                      </a:lnTo>
                      <a:lnTo>
                        <a:pt x="178" y="344"/>
                      </a:lnTo>
                      <a:lnTo>
                        <a:pt x="172" y="344"/>
                      </a:lnTo>
                      <a:lnTo>
                        <a:pt x="170" y="344"/>
                      </a:lnTo>
                      <a:lnTo>
                        <a:pt x="162" y="338"/>
                      </a:lnTo>
                      <a:lnTo>
                        <a:pt x="156" y="332"/>
                      </a:lnTo>
                      <a:lnTo>
                        <a:pt x="152" y="330"/>
                      </a:lnTo>
                      <a:lnTo>
                        <a:pt x="144" y="330"/>
                      </a:lnTo>
                      <a:lnTo>
                        <a:pt x="140" y="328"/>
                      </a:lnTo>
                      <a:lnTo>
                        <a:pt x="136" y="326"/>
                      </a:lnTo>
                      <a:lnTo>
                        <a:pt x="132" y="320"/>
                      </a:lnTo>
                      <a:lnTo>
                        <a:pt x="132" y="318"/>
                      </a:lnTo>
                      <a:lnTo>
                        <a:pt x="130" y="314"/>
                      </a:lnTo>
                      <a:lnTo>
                        <a:pt x="126" y="310"/>
                      </a:lnTo>
                      <a:lnTo>
                        <a:pt x="124" y="304"/>
                      </a:lnTo>
                      <a:lnTo>
                        <a:pt x="122" y="298"/>
                      </a:lnTo>
                      <a:lnTo>
                        <a:pt x="116" y="296"/>
                      </a:lnTo>
                      <a:lnTo>
                        <a:pt x="114" y="290"/>
                      </a:lnTo>
                      <a:lnTo>
                        <a:pt x="112" y="284"/>
                      </a:lnTo>
                      <a:lnTo>
                        <a:pt x="112" y="278"/>
                      </a:lnTo>
                      <a:lnTo>
                        <a:pt x="118" y="276"/>
                      </a:lnTo>
                      <a:lnTo>
                        <a:pt x="124" y="272"/>
                      </a:lnTo>
                      <a:lnTo>
                        <a:pt x="114" y="272"/>
                      </a:lnTo>
                      <a:lnTo>
                        <a:pt x="110" y="270"/>
                      </a:lnTo>
                      <a:lnTo>
                        <a:pt x="108" y="266"/>
                      </a:lnTo>
                      <a:lnTo>
                        <a:pt x="110" y="262"/>
                      </a:lnTo>
                      <a:lnTo>
                        <a:pt x="110" y="260"/>
                      </a:lnTo>
                      <a:lnTo>
                        <a:pt x="108" y="256"/>
                      </a:lnTo>
                      <a:lnTo>
                        <a:pt x="116" y="256"/>
                      </a:lnTo>
                      <a:lnTo>
                        <a:pt x="122" y="252"/>
                      </a:lnTo>
                      <a:lnTo>
                        <a:pt x="116" y="250"/>
                      </a:lnTo>
                      <a:lnTo>
                        <a:pt x="112" y="248"/>
                      </a:lnTo>
                      <a:lnTo>
                        <a:pt x="100" y="244"/>
                      </a:lnTo>
                      <a:lnTo>
                        <a:pt x="114" y="240"/>
                      </a:lnTo>
                      <a:lnTo>
                        <a:pt x="124" y="236"/>
                      </a:lnTo>
                      <a:lnTo>
                        <a:pt x="114" y="236"/>
                      </a:lnTo>
                      <a:lnTo>
                        <a:pt x="106" y="236"/>
                      </a:lnTo>
                      <a:lnTo>
                        <a:pt x="108" y="230"/>
                      </a:lnTo>
                      <a:lnTo>
                        <a:pt x="110" y="226"/>
                      </a:lnTo>
                      <a:lnTo>
                        <a:pt x="114" y="222"/>
                      </a:lnTo>
                      <a:lnTo>
                        <a:pt x="120" y="218"/>
                      </a:lnTo>
                      <a:lnTo>
                        <a:pt x="132" y="212"/>
                      </a:lnTo>
                      <a:lnTo>
                        <a:pt x="142" y="208"/>
                      </a:lnTo>
                      <a:lnTo>
                        <a:pt x="146" y="204"/>
                      </a:lnTo>
                      <a:lnTo>
                        <a:pt x="152" y="198"/>
                      </a:lnTo>
                      <a:lnTo>
                        <a:pt x="158" y="182"/>
                      </a:lnTo>
                      <a:lnTo>
                        <a:pt x="152" y="180"/>
                      </a:lnTo>
                      <a:lnTo>
                        <a:pt x="142" y="180"/>
                      </a:lnTo>
                      <a:lnTo>
                        <a:pt x="138" y="180"/>
                      </a:lnTo>
                      <a:lnTo>
                        <a:pt x="132" y="180"/>
                      </a:lnTo>
                      <a:lnTo>
                        <a:pt x="142" y="182"/>
                      </a:lnTo>
                      <a:lnTo>
                        <a:pt x="140" y="188"/>
                      </a:lnTo>
                      <a:lnTo>
                        <a:pt x="136" y="190"/>
                      </a:lnTo>
                      <a:lnTo>
                        <a:pt x="132" y="192"/>
                      </a:lnTo>
                      <a:lnTo>
                        <a:pt x="126" y="192"/>
                      </a:lnTo>
                      <a:lnTo>
                        <a:pt x="120" y="192"/>
                      </a:lnTo>
                      <a:lnTo>
                        <a:pt x="116" y="190"/>
                      </a:lnTo>
                      <a:lnTo>
                        <a:pt x="114" y="188"/>
                      </a:lnTo>
                      <a:lnTo>
                        <a:pt x="114" y="182"/>
                      </a:lnTo>
                      <a:lnTo>
                        <a:pt x="114" y="180"/>
                      </a:lnTo>
                      <a:lnTo>
                        <a:pt x="118" y="176"/>
                      </a:lnTo>
                      <a:lnTo>
                        <a:pt x="124" y="174"/>
                      </a:lnTo>
                      <a:lnTo>
                        <a:pt x="132" y="172"/>
                      </a:lnTo>
                      <a:lnTo>
                        <a:pt x="146" y="172"/>
                      </a:lnTo>
                      <a:lnTo>
                        <a:pt x="156" y="170"/>
                      </a:lnTo>
                      <a:lnTo>
                        <a:pt x="148" y="162"/>
                      </a:lnTo>
                      <a:lnTo>
                        <a:pt x="144" y="156"/>
                      </a:lnTo>
                      <a:lnTo>
                        <a:pt x="142" y="154"/>
                      </a:lnTo>
                      <a:lnTo>
                        <a:pt x="136" y="154"/>
                      </a:lnTo>
                      <a:lnTo>
                        <a:pt x="134" y="156"/>
                      </a:lnTo>
                      <a:lnTo>
                        <a:pt x="130" y="160"/>
                      </a:lnTo>
                      <a:lnTo>
                        <a:pt x="126" y="160"/>
                      </a:lnTo>
                      <a:lnTo>
                        <a:pt x="120" y="158"/>
                      </a:lnTo>
                      <a:lnTo>
                        <a:pt x="118" y="154"/>
                      </a:lnTo>
                      <a:lnTo>
                        <a:pt x="134" y="126"/>
                      </a:lnTo>
                      <a:lnTo>
                        <a:pt x="130" y="126"/>
                      </a:lnTo>
                      <a:lnTo>
                        <a:pt x="128" y="120"/>
                      </a:lnTo>
                      <a:lnTo>
                        <a:pt x="130" y="114"/>
                      </a:lnTo>
                      <a:lnTo>
                        <a:pt x="132" y="110"/>
                      </a:lnTo>
                      <a:lnTo>
                        <a:pt x="126" y="110"/>
                      </a:lnTo>
                      <a:lnTo>
                        <a:pt x="122" y="108"/>
                      </a:lnTo>
                      <a:lnTo>
                        <a:pt x="118" y="104"/>
                      </a:lnTo>
                      <a:lnTo>
                        <a:pt x="116" y="98"/>
                      </a:lnTo>
                      <a:lnTo>
                        <a:pt x="108" y="98"/>
                      </a:lnTo>
                      <a:lnTo>
                        <a:pt x="98" y="96"/>
                      </a:lnTo>
                      <a:lnTo>
                        <a:pt x="88" y="92"/>
                      </a:lnTo>
                      <a:lnTo>
                        <a:pt x="78" y="90"/>
                      </a:lnTo>
                      <a:lnTo>
                        <a:pt x="62" y="92"/>
                      </a:lnTo>
                      <a:lnTo>
                        <a:pt x="50" y="94"/>
                      </a:lnTo>
                      <a:lnTo>
                        <a:pt x="38" y="96"/>
                      </a:lnTo>
                      <a:lnTo>
                        <a:pt x="28" y="96"/>
                      </a:lnTo>
                      <a:lnTo>
                        <a:pt x="24" y="96"/>
                      </a:lnTo>
                      <a:lnTo>
                        <a:pt x="22" y="92"/>
                      </a:lnTo>
                      <a:lnTo>
                        <a:pt x="16" y="88"/>
                      </a:lnTo>
                      <a:lnTo>
                        <a:pt x="18" y="88"/>
                      </a:lnTo>
                      <a:lnTo>
                        <a:pt x="10" y="86"/>
                      </a:lnTo>
                      <a:lnTo>
                        <a:pt x="8" y="84"/>
                      </a:lnTo>
                      <a:lnTo>
                        <a:pt x="6" y="80"/>
                      </a:lnTo>
                      <a:lnTo>
                        <a:pt x="8" y="78"/>
                      </a:lnTo>
                      <a:lnTo>
                        <a:pt x="12" y="76"/>
                      </a:lnTo>
                      <a:lnTo>
                        <a:pt x="18" y="74"/>
                      </a:lnTo>
                      <a:lnTo>
                        <a:pt x="36" y="76"/>
                      </a:lnTo>
                      <a:lnTo>
                        <a:pt x="46" y="74"/>
                      </a:lnTo>
                      <a:lnTo>
                        <a:pt x="50" y="72"/>
                      </a:lnTo>
                      <a:lnTo>
                        <a:pt x="54" y="70"/>
                      </a:lnTo>
                      <a:lnTo>
                        <a:pt x="22" y="70"/>
                      </a:lnTo>
                      <a:lnTo>
                        <a:pt x="8" y="72"/>
                      </a:lnTo>
                      <a:lnTo>
                        <a:pt x="6" y="72"/>
                      </a:lnTo>
                      <a:lnTo>
                        <a:pt x="2" y="72"/>
                      </a:lnTo>
                      <a:lnTo>
                        <a:pt x="0" y="68"/>
                      </a:lnTo>
                      <a:lnTo>
                        <a:pt x="0" y="62"/>
                      </a:lnTo>
                      <a:lnTo>
                        <a:pt x="0" y="60"/>
                      </a:lnTo>
                      <a:lnTo>
                        <a:pt x="4" y="58"/>
                      </a:lnTo>
                      <a:lnTo>
                        <a:pt x="10" y="56"/>
                      </a:lnTo>
                      <a:lnTo>
                        <a:pt x="24" y="56"/>
                      </a:lnTo>
                      <a:lnTo>
                        <a:pt x="42" y="56"/>
                      </a:lnTo>
                      <a:lnTo>
                        <a:pt x="66" y="54"/>
                      </a:lnTo>
                      <a:lnTo>
                        <a:pt x="88" y="50"/>
                      </a:lnTo>
                      <a:lnTo>
                        <a:pt x="98" y="48"/>
                      </a:lnTo>
                      <a:lnTo>
                        <a:pt x="104" y="44"/>
                      </a:lnTo>
                      <a:lnTo>
                        <a:pt x="92" y="42"/>
                      </a:lnTo>
                      <a:lnTo>
                        <a:pt x="100" y="38"/>
                      </a:lnTo>
                      <a:lnTo>
                        <a:pt x="110" y="36"/>
                      </a:lnTo>
                      <a:lnTo>
                        <a:pt x="130" y="34"/>
                      </a:lnTo>
                      <a:lnTo>
                        <a:pt x="138" y="34"/>
                      </a:lnTo>
                      <a:lnTo>
                        <a:pt x="144" y="32"/>
                      </a:lnTo>
                      <a:lnTo>
                        <a:pt x="158" y="28"/>
                      </a:lnTo>
                      <a:lnTo>
                        <a:pt x="170" y="22"/>
                      </a:lnTo>
                      <a:lnTo>
                        <a:pt x="176" y="20"/>
                      </a:lnTo>
                      <a:lnTo>
                        <a:pt x="184" y="20"/>
                      </a:lnTo>
                      <a:lnTo>
                        <a:pt x="208" y="16"/>
                      </a:lnTo>
                      <a:lnTo>
                        <a:pt x="234" y="16"/>
                      </a:lnTo>
                      <a:lnTo>
                        <a:pt x="232" y="22"/>
                      </a:lnTo>
                      <a:lnTo>
                        <a:pt x="244" y="22"/>
                      </a:lnTo>
                      <a:lnTo>
                        <a:pt x="256" y="20"/>
                      </a:lnTo>
                      <a:lnTo>
                        <a:pt x="270" y="16"/>
                      </a:lnTo>
                      <a:lnTo>
                        <a:pt x="282" y="16"/>
                      </a:lnTo>
                      <a:lnTo>
                        <a:pt x="288" y="16"/>
                      </a:lnTo>
                      <a:lnTo>
                        <a:pt x="294" y="14"/>
                      </a:lnTo>
                      <a:lnTo>
                        <a:pt x="308" y="6"/>
                      </a:lnTo>
                      <a:lnTo>
                        <a:pt x="360" y="6"/>
                      </a:lnTo>
                      <a:lnTo>
                        <a:pt x="364" y="8"/>
                      </a:lnTo>
                      <a:lnTo>
                        <a:pt x="368" y="10"/>
                      </a:lnTo>
                      <a:lnTo>
                        <a:pt x="380" y="8"/>
                      </a:lnTo>
                      <a:lnTo>
                        <a:pt x="392" y="4"/>
                      </a:lnTo>
                      <a:lnTo>
                        <a:pt x="408" y="2"/>
                      </a:lnTo>
                      <a:lnTo>
                        <a:pt x="420" y="0"/>
                      </a:lnTo>
                      <a:lnTo>
                        <a:pt x="426" y="0"/>
                      </a:lnTo>
                      <a:lnTo>
                        <a:pt x="432" y="2"/>
                      </a:lnTo>
                      <a:lnTo>
                        <a:pt x="438" y="6"/>
                      </a:lnTo>
                      <a:lnTo>
                        <a:pt x="440" y="12"/>
                      </a:lnTo>
                      <a:lnTo>
                        <a:pt x="482" y="12"/>
                      </a:lnTo>
                      <a:lnTo>
                        <a:pt x="486" y="8"/>
                      </a:lnTo>
                      <a:lnTo>
                        <a:pt x="492" y="6"/>
                      </a:lnTo>
                      <a:lnTo>
                        <a:pt x="500" y="6"/>
                      </a:lnTo>
                      <a:lnTo>
                        <a:pt x="520" y="8"/>
                      </a:lnTo>
                      <a:lnTo>
                        <a:pt x="538" y="12"/>
                      </a:lnTo>
                      <a:lnTo>
                        <a:pt x="538" y="16"/>
                      </a:lnTo>
                      <a:lnTo>
                        <a:pt x="492" y="16"/>
                      </a:lnTo>
                      <a:lnTo>
                        <a:pt x="492" y="18"/>
                      </a:lnTo>
                      <a:lnTo>
                        <a:pt x="524" y="18"/>
                      </a:lnTo>
                      <a:lnTo>
                        <a:pt x="524" y="16"/>
                      </a:lnTo>
                      <a:lnTo>
                        <a:pt x="532" y="16"/>
                      </a:lnTo>
                      <a:lnTo>
                        <a:pt x="528" y="20"/>
                      </a:lnTo>
                      <a:lnTo>
                        <a:pt x="524" y="22"/>
                      </a:lnTo>
                      <a:lnTo>
                        <a:pt x="628" y="22"/>
                      </a:lnTo>
                      <a:lnTo>
                        <a:pt x="626" y="26"/>
                      </a:lnTo>
                      <a:lnTo>
                        <a:pt x="624" y="28"/>
                      </a:lnTo>
                      <a:lnTo>
                        <a:pt x="622" y="30"/>
                      </a:lnTo>
                      <a:lnTo>
                        <a:pt x="618" y="30"/>
                      </a:lnTo>
                      <a:lnTo>
                        <a:pt x="602" y="32"/>
                      </a:lnTo>
                      <a:lnTo>
                        <a:pt x="590" y="32"/>
                      </a:lnTo>
                      <a:lnTo>
                        <a:pt x="580" y="34"/>
                      </a:lnTo>
                      <a:lnTo>
                        <a:pt x="570" y="36"/>
                      </a:lnTo>
                      <a:lnTo>
                        <a:pt x="556" y="40"/>
                      </a:lnTo>
                      <a:lnTo>
                        <a:pt x="564" y="40"/>
                      </a:lnTo>
                      <a:lnTo>
                        <a:pt x="554" y="42"/>
                      </a:lnTo>
                      <a:lnTo>
                        <a:pt x="550" y="44"/>
                      </a:lnTo>
                      <a:lnTo>
                        <a:pt x="552" y="46"/>
                      </a:lnTo>
                      <a:lnTo>
                        <a:pt x="534" y="54"/>
                      </a:lnTo>
                      <a:lnTo>
                        <a:pt x="526" y="60"/>
                      </a:lnTo>
                      <a:lnTo>
                        <a:pt x="522" y="68"/>
                      </a:lnTo>
                      <a:lnTo>
                        <a:pt x="532" y="66"/>
                      </a:lnTo>
                      <a:lnTo>
                        <a:pt x="544" y="64"/>
                      </a:lnTo>
                      <a:lnTo>
                        <a:pt x="546" y="68"/>
                      </a:lnTo>
                      <a:lnTo>
                        <a:pt x="546" y="72"/>
                      </a:lnTo>
                      <a:lnTo>
                        <a:pt x="552" y="72"/>
                      </a:lnTo>
                      <a:lnTo>
                        <a:pt x="554" y="74"/>
                      </a:lnTo>
                      <a:lnTo>
                        <a:pt x="558" y="76"/>
                      </a:lnTo>
                      <a:lnTo>
                        <a:pt x="552" y="80"/>
                      </a:lnTo>
                      <a:lnTo>
                        <a:pt x="548" y="80"/>
                      </a:lnTo>
                      <a:lnTo>
                        <a:pt x="532" y="82"/>
                      </a:lnTo>
                      <a:lnTo>
                        <a:pt x="520" y="82"/>
                      </a:lnTo>
                      <a:lnTo>
                        <a:pt x="516" y="84"/>
                      </a:lnTo>
                      <a:lnTo>
                        <a:pt x="514" y="88"/>
                      </a:lnTo>
                      <a:lnTo>
                        <a:pt x="524" y="90"/>
                      </a:lnTo>
                      <a:lnTo>
                        <a:pt x="534" y="90"/>
                      </a:lnTo>
                      <a:lnTo>
                        <a:pt x="536" y="96"/>
                      </a:lnTo>
                      <a:lnTo>
                        <a:pt x="540" y="98"/>
                      </a:lnTo>
                      <a:lnTo>
                        <a:pt x="544" y="100"/>
                      </a:lnTo>
                      <a:lnTo>
                        <a:pt x="550" y="102"/>
                      </a:lnTo>
                      <a:lnTo>
                        <a:pt x="542" y="106"/>
                      </a:lnTo>
                      <a:lnTo>
                        <a:pt x="536" y="108"/>
                      </a:lnTo>
                      <a:lnTo>
                        <a:pt x="532" y="106"/>
                      </a:lnTo>
                      <a:lnTo>
                        <a:pt x="522" y="106"/>
                      </a:lnTo>
                      <a:lnTo>
                        <a:pt x="526" y="108"/>
                      </a:lnTo>
                      <a:lnTo>
                        <a:pt x="530" y="110"/>
                      </a:lnTo>
                      <a:lnTo>
                        <a:pt x="524" y="114"/>
                      </a:lnTo>
                      <a:lnTo>
                        <a:pt x="520" y="116"/>
                      </a:lnTo>
                      <a:lnTo>
                        <a:pt x="504" y="116"/>
                      </a:lnTo>
                      <a:lnTo>
                        <a:pt x="514" y="120"/>
                      </a:lnTo>
                      <a:lnTo>
                        <a:pt x="516" y="124"/>
                      </a:lnTo>
                      <a:lnTo>
                        <a:pt x="520" y="126"/>
                      </a:lnTo>
                      <a:lnTo>
                        <a:pt x="476" y="126"/>
                      </a:lnTo>
                      <a:lnTo>
                        <a:pt x="480" y="128"/>
                      </a:lnTo>
                      <a:lnTo>
                        <a:pt x="484" y="130"/>
                      </a:lnTo>
                      <a:lnTo>
                        <a:pt x="492" y="134"/>
                      </a:lnTo>
                      <a:lnTo>
                        <a:pt x="498" y="138"/>
                      </a:lnTo>
                      <a:lnTo>
                        <a:pt x="500" y="140"/>
                      </a:lnTo>
                      <a:lnTo>
                        <a:pt x="502" y="144"/>
                      </a:lnTo>
                      <a:lnTo>
                        <a:pt x="500" y="148"/>
                      </a:lnTo>
                      <a:lnTo>
                        <a:pt x="498" y="150"/>
                      </a:lnTo>
                      <a:lnTo>
                        <a:pt x="490" y="148"/>
                      </a:lnTo>
                      <a:lnTo>
                        <a:pt x="482" y="144"/>
                      </a:lnTo>
                      <a:lnTo>
                        <a:pt x="474" y="138"/>
                      </a:lnTo>
                      <a:lnTo>
                        <a:pt x="470" y="138"/>
                      </a:lnTo>
                      <a:lnTo>
                        <a:pt x="466" y="138"/>
                      </a:lnTo>
                      <a:lnTo>
                        <a:pt x="472" y="142"/>
                      </a:lnTo>
                      <a:lnTo>
                        <a:pt x="486" y="148"/>
                      </a:lnTo>
                      <a:lnTo>
                        <a:pt x="498" y="154"/>
                      </a:lnTo>
                      <a:lnTo>
                        <a:pt x="500" y="156"/>
                      </a:lnTo>
                      <a:lnTo>
                        <a:pt x="502" y="160"/>
                      </a:lnTo>
                      <a:lnTo>
                        <a:pt x="500" y="168"/>
                      </a:lnTo>
                      <a:lnTo>
                        <a:pt x="498" y="172"/>
                      </a:lnTo>
                      <a:lnTo>
                        <a:pt x="492" y="174"/>
                      </a:lnTo>
                      <a:lnTo>
                        <a:pt x="484" y="176"/>
                      </a:lnTo>
                      <a:lnTo>
                        <a:pt x="476" y="174"/>
                      </a:lnTo>
                      <a:lnTo>
                        <a:pt x="470" y="172"/>
                      </a:lnTo>
                      <a:lnTo>
                        <a:pt x="468" y="168"/>
                      </a:lnTo>
                      <a:lnTo>
                        <a:pt x="466" y="160"/>
                      </a:lnTo>
                      <a:lnTo>
                        <a:pt x="448" y="158"/>
                      </a:lnTo>
                      <a:lnTo>
                        <a:pt x="434" y="154"/>
                      </a:lnTo>
                      <a:lnTo>
                        <a:pt x="444" y="158"/>
                      </a:lnTo>
                      <a:lnTo>
                        <a:pt x="454" y="162"/>
                      </a:lnTo>
                      <a:lnTo>
                        <a:pt x="450" y="166"/>
                      </a:lnTo>
                      <a:lnTo>
                        <a:pt x="444" y="170"/>
                      </a:lnTo>
                      <a:lnTo>
                        <a:pt x="446" y="174"/>
                      </a:lnTo>
                      <a:lnTo>
                        <a:pt x="450" y="178"/>
                      </a:lnTo>
                      <a:lnTo>
                        <a:pt x="462" y="180"/>
                      </a:lnTo>
                      <a:lnTo>
                        <a:pt x="474" y="180"/>
                      </a:lnTo>
                      <a:lnTo>
                        <a:pt x="490" y="180"/>
                      </a:lnTo>
                      <a:lnTo>
                        <a:pt x="488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94" name="î$ḷïde"/>
                <p:cNvSpPr/>
                <p:nvPr/>
              </p:nvSpPr>
              <p:spPr bwMode="auto">
                <a:xfrm>
                  <a:off x="3850689" y="1844546"/>
                  <a:ext cx="221732" cy="88266"/>
                </a:xfrm>
                <a:custGeom>
                  <a:avLst/>
                  <a:gdLst>
                    <a:gd name="T0" fmla="*/ 0 w 126"/>
                    <a:gd name="T1" fmla="*/ 2147483647 h 54"/>
                    <a:gd name="T2" fmla="*/ 2147483647 w 126"/>
                    <a:gd name="T3" fmla="*/ 2147483647 h 54"/>
                    <a:gd name="T4" fmla="*/ 2147483647 w 126"/>
                    <a:gd name="T5" fmla="*/ 2147483647 h 54"/>
                    <a:gd name="T6" fmla="*/ 2147483647 w 126"/>
                    <a:gd name="T7" fmla="*/ 2147483647 h 54"/>
                    <a:gd name="T8" fmla="*/ 2147483647 w 126"/>
                    <a:gd name="T9" fmla="*/ 2147483647 h 54"/>
                    <a:gd name="T10" fmla="*/ 2147483647 w 126"/>
                    <a:gd name="T11" fmla="*/ 2147483647 h 54"/>
                    <a:gd name="T12" fmla="*/ 2147483647 w 126"/>
                    <a:gd name="T13" fmla="*/ 2147483647 h 54"/>
                    <a:gd name="T14" fmla="*/ 2147483647 w 126"/>
                    <a:gd name="T15" fmla="*/ 2147483647 h 54"/>
                    <a:gd name="T16" fmla="*/ 2147483647 w 126"/>
                    <a:gd name="T17" fmla="*/ 2147483647 h 54"/>
                    <a:gd name="T18" fmla="*/ 2147483647 w 126"/>
                    <a:gd name="T19" fmla="*/ 2147483647 h 54"/>
                    <a:gd name="T20" fmla="*/ 2147483647 w 126"/>
                    <a:gd name="T21" fmla="*/ 2147483647 h 54"/>
                    <a:gd name="T22" fmla="*/ 2147483647 w 126"/>
                    <a:gd name="T23" fmla="*/ 2147483647 h 54"/>
                    <a:gd name="T24" fmla="*/ 2147483647 w 126"/>
                    <a:gd name="T25" fmla="*/ 2147483647 h 54"/>
                    <a:gd name="T26" fmla="*/ 2147483647 w 126"/>
                    <a:gd name="T27" fmla="*/ 2147483647 h 54"/>
                    <a:gd name="T28" fmla="*/ 2147483647 w 126"/>
                    <a:gd name="T29" fmla="*/ 2147483647 h 54"/>
                    <a:gd name="T30" fmla="*/ 2147483647 w 126"/>
                    <a:gd name="T31" fmla="*/ 2147483647 h 54"/>
                    <a:gd name="T32" fmla="*/ 2147483647 w 126"/>
                    <a:gd name="T33" fmla="*/ 2147483647 h 54"/>
                    <a:gd name="T34" fmla="*/ 2147483647 w 126"/>
                    <a:gd name="T35" fmla="*/ 2147483647 h 54"/>
                    <a:gd name="T36" fmla="*/ 2147483647 w 126"/>
                    <a:gd name="T37" fmla="*/ 0 h 54"/>
                    <a:gd name="T38" fmla="*/ 2147483647 w 126"/>
                    <a:gd name="T39" fmla="*/ 2147483647 h 54"/>
                    <a:gd name="T40" fmla="*/ 2147483647 w 126"/>
                    <a:gd name="T41" fmla="*/ 2147483647 h 54"/>
                    <a:gd name="T42" fmla="*/ 2147483647 w 126"/>
                    <a:gd name="T43" fmla="*/ 2147483647 h 54"/>
                    <a:gd name="T44" fmla="*/ 2147483647 w 126"/>
                    <a:gd name="T45" fmla="*/ 2147483647 h 54"/>
                    <a:gd name="T46" fmla="*/ 2147483647 w 126"/>
                    <a:gd name="T47" fmla="*/ 2147483647 h 54"/>
                    <a:gd name="T48" fmla="*/ 2147483647 w 126"/>
                    <a:gd name="T49" fmla="*/ 2147483647 h 54"/>
                    <a:gd name="T50" fmla="*/ 2147483647 w 126"/>
                    <a:gd name="T51" fmla="*/ 2147483647 h 54"/>
                    <a:gd name="T52" fmla="*/ 2147483647 w 126"/>
                    <a:gd name="T53" fmla="*/ 2147483647 h 54"/>
                    <a:gd name="T54" fmla="*/ 2147483647 w 126"/>
                    <a:gd name="T55" fmla="*/ 2147483647 h 54"/>
                    <a:gd name="T56" fmla="*/ 2147483647 w 126"/>
                    <a:gd name="T57" fmla="*/ 2147483647 h 54"/>
                    <a:gd name="T58" fmla="*/ 2147483647 w 126"/>
                    <a:gd name="T59" fmla="*/ 2147483647 h 54"/>
                    <a:gd name="T60" fmla="*/ 2147483647 w 126"/>
                    <a:gd name="T61" fmla="*/ 2147483647 h 54"/>
                    <a:gd name="T62" fmla="*/ 2147483647 w 126"/>
                    <a:gd name="T63" fmla="*/ 2147483647 h 54"/>
                    <a:gd name="T64" fmla="*/ 2147483647 w 126"/>
                    <a:gd name="T65" fmla="*/ 2147483647 h 54"/>
                    <a:gd name="T66" fmla="*/ 2147483647 w 126"/>
                    <a:gd name="T67" fmla="*/ 2147483647 h 54"/>
                    <a:gd name="T68" fmla="*/ 2147483647 w 126"/>
                    <a:gd name="T69" fmla="*/ 2147483647 h 54"/>
                    <a:gd name="T70" fmla="*/ 2147483647 w 126"/>
                    <a:gd name="T71" fmla="*/ 2147483647 h 54"/>
                    <a:gd name="T72" fmla="*/ 2147483647 w 126"/>
                    <a:gd name="T73" fmla="*/ 2147483647 h 54"/>
                    <a:gd name="T74" fmla="*/ 2147483647 w 126"/>
                    <a:gd name="T75" fmla="*/ 2147483647 h 54"/>
                    <a:gd name="T76" fmla="*/ 2147483647 w 126"/>
                    <a:gd name="T77" fmla="*/ 2147483647 h 54"/>
                    <a:gd name="T78" fmla="*/ 2147483647 w 126"/>
                    <a:gd name="T79" fmla="*/ 2147483647 h 54"/>
                    <a:gd name="T80" fmla="*/ 2147483647 w 126"/>
                    <a:gd name="T81" fmla="*/ 2147483647 h 54"/>
                    <a:gd name="T82" fmla="*/ 2147483647 w 126"/>
                    <a:gd name="T83" fmla="*/ 2147483647 h 54"/>
                    <a:gd name="T84" fmla="*/ 0 w 126"/>
                    <a:gd name="T85" fmla="*/ 2147483647 h 54"/>
                    <a:gd name="T86" fmla="*/ 2147483647 w 126"/>
                    <a:gd name="T87" fmla="*/ 2147483647 h 54"/>
                    <a:gd name="T88" fmla="*/ 2147483647 w 126"/>
                    <a:gd name="T89" fmla="*/ 2147483647 h 54"/>
                    <a:gd name="T90" fmla="*/ 2147483647 w 126"/>
                    <a:gd name="T91" fmla="*/ 2147483647 h 54"/>
                    <a:gd name="T92" fmla="*/ 0 w 126"/>
                    <a:gd name="T93" fmla="*/ 2147483647 h 54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26"/>
                    <a:gd name="T142" fmla="*/ 0 h 54"/>
                    <a:gd name="T143" fmla="*/ 126 w 126"/>
                    <a:gd name="T144" fmla="*/ 54 h 54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26" h="54">
                      <a:moveTo>
                        <a:pt x="0" y="16"/>
                      </a:moveTo>
                      <a:lnTo>
                        <a:pt x="6" y="12"/>
                      </a:lnTo>
                      <a:lnTo>
                        <a:pt x="10" y="8"/>
                      </a:lnTo>
                      <a:lnTo>
                        <a:pt x="12" y="4"/>
                      </a:lnTo>
                      <a:lnTo>
                        <a:pt x="18" y="2"/>
                      </a:lnTo>
                      <a:lnTo>
                        <a:pt x="22" y="2"/>
                      </a:lnTo>
                      <a:lnTo>
                        <a:pt x="26" y="4"/>
                      </a:lnTo>
                      <a:lnTo>
                        <a:pt x="30" y="6"/>
                      </a:lnTo>
                      <a:lnTo>
                        <a:pt x="34" y="8"/>
                      </a:lnTo>
                      <a:lnTo>
                        <a:pt x="32" y="14"/>
                      </a:lnTo>
                      <a:lnTo>
                        <a:pt x="30" y="18"/>
                      </a:lnTo>
                      <a:lnTo>
                        <a:pt x="36" y="18"/>
                      </a:lnTo>
                      <a:lnTo>
                        <a:pt x="40" y="14"/>
                      </a:lnTo>
                      <a:lnTo>
                        <a:pt x="48" y="6"/>
                      </a:lnTo>
                      <a:lnTo>
                        <a:pt x="52" y="12"/>
                      </a:lnTo>
                      <a:lnTo>
                        <a:pt x="64" y="10"/>
                      </a:lnTo>
                      <a:lnTo>
                        <a:pt x="76" y="6"/>
                      </a:lnTo>
                      <a:lnTo>
                        <a:pt x="90" y="2"/>
                      </a:lnTo>
                      <a:lnTo>
                        <a:pt x="96" y="0"/>
                      </a:lnTo>
                      <a:lnTo>
                        <a:pt x="106" y="2"/>
                      </a:lnTo>
                      <a:lnTo>
                        <a:pt x="114" y="8"/>
                      </a:lnTo>
                      <a:lnTo>
                        <a:pt x="126" y="22"/>
                      </a:lnTo>
                      <a:lnTo>
                        <a:pt x="126" y="26"/>
                      </a:lnTo>
                      <a:lnTo>
                        <a:pt x="120" y="28"/>
                      </a:lnTo>
                      <a:lnTo>
                        <a:pt x="112" y="30"/>
                      </a:lnTo>
                      <a:lnTo>
                        <a:pt x="102" y="36"/>
                      </a:lnTo>
                      <a:lnTo>
                        <a:pt x="92" y="44"/>
                      </a:lnTo>
                      <a:lnTo>
                        <a:pt x="86" y="46"/>
                      </a:lnTo>
                      <a:lnTo>
                        <a:pt x="78" y="46"/>
                      </a:lnTo>
                      <a:lnTo>
                        <a:pt x="72" y="46"/>
                      </a:lnTo>
                      <a:lnTo>
                        <a:pt x="66" y="44"/>
                      </a:lnTo>
                      <a:lnTo>
                        <a:pt x="74" y="50"/>
                      </a:lnTo>
                      <a:lnTo>
                        <a:pt x="66" y="52"/>
                      </a:lnTo>
                      <a:lnTo>
                        <a:pt x="62" y="54"/>
                      </a:lnTo>
                      <a:lnTo>
                        <a:pt x="52" y="54"/>
                      </a:lnTo>
                      <a:lnTo>
                        <a:pt x="44" y="54"/>
                      </a:lnTo>
                      <a:lnTo>
                        <a:pt x="26" y="50"/>
                      </a:lnTo>
                      <a:lnTo>
                        <a:pt x="10" y="48"/>
                      </a:lnTo>
                      <a:lnTo>
                        <a:pt x="16" y="44"/>
                      </a:lnTo>
                      <a:lnTo>
                        <a:pt x="24" y="40"/>
                      </a:lnTo>
                      <a:lnTo>
                        <a:pt x="16" y="36"/>
                      </a:lnTo>
                      <a:lnTo>
                        <a:pt x="12" y="34"/>
                      </a:lnTo>
                      <a:lnTo>
                        <a:pt x="0" y="28"/>
                      </a:lnTo>
                      <a:lnTo>
                        <a:pt x="8" y="24"/>
                      </a:lnTo>
                      <a:lnTo>
                        <a:pt x="12" y="22"/>
                      </a:lnTo>
                      <a:lnTo>
                        <a:pt x="6" y="2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7" name="íṥ1íḋê"/>
            <p:cNvGrpSpPr/>
            <p:nvPr/>
          </p:nvGrpSpPr>
          <p:grpSpPr>
            <a:xfrm>
              <a:off x="1269547" y="2327085"/>
              <a:ext cx="908818" cy="908816"/>
              <a:chOff x="1269547" y="2327085"/>
              <a:chExt cx="908818" cy="908816"/>
            </a:xfrm>
          </p:grpSpPr>
          <p:sp>
            <p:nvSpPr>
              <p:cNvPr id="35" name="ïšliḑè"/>
              <p:cNvSpPr/>
              <p:nvPr/>
            </p:nvSpPr>
            <p:spPr>
              <a:xfrm>
                <a:off x="1269547" y="2327085"/>
                <a:ext cx="908818" cy="908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iṣľîdé"/>
              <p:cNvSpPr/>
              <p:nvPr/>
            </p:nvSpPr>
            <p:spPr>
              <a:xfrm>
                <a:off x="1384827" y="2442365"/>
                <a:ext cx="678257" cy="678256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7" name="îsļïḍe"/>
              <p:cNvSpPr/>
              <p:nvPr/>
            </p:nvSpPr>
            <p:spPr>
              <a:xfrm>
                <a:off x="1269547" y="2327085"/>
                <a:ext cx="908818" cy="908816"/>
              </a:xfrm>
              <a:prstGeom prst="blockArc">
                <a:avLst>
                  <a:gd name="adj1" fmla="val 16200000"/>
                  <a:gd name="adj2" fmla="val 10584000"/>
                  <a:gd name="adj3" fmla="val 12805"/>
                </a:avLst>
              </a:prstGeom>
              <a:solidFill>
                <a:schemeClr val="tx2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íṥlïḑè"/>
              <p:cNvSpPr txBox="1"/>
              <p:nvPr/>
            </p:nvSpPr>
            <p:spPr>
              <a:xfrm>
                <a:off x="1554600" y="2654477"/>
                <a:ext cx="338709" cy="254030"/>
              </a:xfrm>
              <a:prstGeom prst="rect">
                <a:avLst/>
              </a:prstGeom>
              <a:noFill/>
            </p:spPr>
            <p:txBody>
              <a:bodyPr wrap="none" anchor="ctr" anchorCtr="0">
                <a:prstTxWarp prst="textPlain">
                  <a:avLst/>
                </a:prstTxWarp>
                <a:normAutofit fontScale="25000" lnSpcReduction="20000"/>
              </a:bodyPr>
              <a:lstStyle/>
              <a:p>
                <a:r>
                  <a:rPr lang="en-US" sz="6000" dirty="0">
                    <a:solidFill>
                      <a:srgbClr val="404040"/>
                    </a:solidFill>
                    <a:latin typeface="Impact" panose="020B0806030902050204" pitchFamily="34" charset="0"/>
                  </a:rPr>
                  <a:t>74</a:t>
                </a:r>
                <a:r>
                  <a:rPr lang="en-US" sz="3200" dirty="0">
                    <a:solidFill>
                      <a:srgbClr val="404040"/>
                    </a:solidFill>
                    <a:latin typeface="Impact" panose="020B0806030902050204" pitchFamily="34" charset="0"/>
                  </a:rPr>
                  <a:t>%</a:t>
                </a:r>
                <a:endParaRPr lang="en-US" sz="6000" dirty="0">
                  <a:solidFill>
                    <a:srgbClr val="404040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8" name="íṣḻîḍè"/>
            <p:cNvSpPr/>
            <p:nvPr/>
          </p:nvSpPr>
          <p:spPr bwMode="auto">
            <a:xfrm>
              <a:off x="669925" y="3896749"/>
              <a:ext cx="2108063" cy="1107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9" name="îs1íďê"/>
            <p:cNvSpPr txBox="1"/>
            <p:nvPr/>
          </p:nvSpPr>
          <p:spPr bwMode="auto">
            <a:xfrm>
              <a:off x="669925" y="3483869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10" name="îṩḷiḍè"/>
            <p:cNvGrpSpPr/>
            <p:nvPr/>
          </p:nvGrpSpPr>
          <p:grpSpPr>
            <a:xfrm>
              <a:off x="4183689" y="2327085"/>
              <a:ext cx="908818" cy="908816"/>
              <a:chOff x="4183689" y="2327085"/>
              <a:chExt cx="908818" cy="908816"/>
            </a:xfrm>
          </p:grpSpPr>
          <p:sp>
            <p:nvSpPr>
              <p:cNvPr id="31" name="îš1iďê"/>
              <p:cNvSpPr/>
              <p:nvPr/>
            </p:nvSpPr>
            <p:spPr>
              <a:xfrm>
                <a:off x="4183689" y="2327085"/>
                <a:ext cx="908818" cy="908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ś1ïḍé"/>
              <p:cNvSpPr/>
              <p:nvPr/>
            </p:nvSpPr>
            <p:spPr>
              <a:xfrm>
                <a:off x="4298969" y="2442365"/>
                <a:ext cx="678257" cy="678256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3" name="îṧḷîḍé"/>
              <p:cNvSpPr/>
              <p:nvPr/>
            </p:nvSpPr>
            <p:spPr>
              <a:xfrm>
                <a:off x="4183689" y="2327085"/>
                <a:ext cx="908818" cy="908816"/>
              </a:xfrm>
              <a:prstGeom prst="blockArc">
                <a:avLst>
                  <a:gd name="adj1" fmla="val 16200000"/>
                  <a:gd name="adj2" fmla="val 7560000"/>
                  <a:gd name="adj3" fmla="val 12805"/>
                </a:avLst>
              </a:prstGeom>
              <a:solidFill>
                <a:schemeClr val="tx2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Sľîḑê"/>
              <p:cNvSpPr txBox="1"/>
              <p:nvPr/>
            </p:nvSpPr>
            <p:spPr>
              <a:xfrm>
                <a:off x="4468742" y="2654477"/>
                <a:ext cx="338709" cy="254030"/>
              </a:xfrm>
              <a:prstGeom prst="rect">
                <a:avLst/>
              </a:prstGeom>
              <a:noFill/>
            </p:spPr>
            <p:txBody>
              <a:bodyPr wrap="none" anchor="ctr" anchorCtr="0">
                <a:prstTxWarp prst="textPlain">
                  <a:avLst/>
                </a:prstTxWarp>
                <a:normAutofit fontScale="25000" lnSpcReduction="20000"/>
              </a:bodyPr>
              <a:lstStyle/>
              <a:p>
                <a:r>
                  <a:rPr lang="en-US" sz="6000">
                    <a:solidFill>
                      <a:srgbClr val="404040"/>
                    </a:solidFill>
                    <a:latin typeface="Impact" panose="020B0806030902050204" pitchFamily="34" charset="0"/>
                  </a:rPr>
                  <a:t>60%</a:t>
                </a:r>
                <a:endParaRPr lang="en-US" sz="6000" dirty="0">
                  <a:solidFill>
                    <a:srgbClr val="404040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1" name="íṩliďê"/>
            <p:cNvSpPr/>
            <p:nvPr/>
          </p:nvSpPr>
          <p:spPr bwMode="auto">
            <a:xfrm>
              <a:off x="3584067" y="3896749"/>
              <a:ext cx="2108063" cy="1107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2" name="îślïḋé"/>
            <p:cNvSpPr txBox="1"/>
            <p:nvPr/>
          </p:nvSpPr>
          <p:spPr bwMode="auto">
            <a:xfrm>
              <a:off x="3584067" y="3483869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13" name="íṩľïḍe"/>
            <p:cNvGrpSpPr/>
            <p:nvPr/>
          </p:nvGrpSpPr>
          <p:grpSpPr>
            <a:xfrm>
              <a:off x="7097831" y="2327085"/>
              <a:ext cx="908818" cy="908816"/>
              <a:chOff x="7097831" y="2327085"/>
              <a:chExt cx="908818" cy="908816"/>
            </a:xfrm>
          </p:grpSpPr>
          <p:sp>
            <p:nvSpPr>
              <p:cNvPr id="27" name="iṩḷíde"/>
              <p:cNvSpPr/>
              <p:nvPr/>
            </p:nvSpPr>
            <p:spPr>
              <a:xfrm>
                <a:off x="7097831" y="2327085"/>
                <a:ext cx="908818" cy="908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íṥlídé"/>
              <p:cNvSpPr/>
              <p:nvPr/>
            </p:nvSpPr>
            <p:spPr>
              <a:xfrm>
                <a:off x="7213111" y="2442365"/>
                <a:ext cx="678257" cy="678256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9" name="íşḷîḑê"/>
              <p:cNvSpPr/>
              <p:nvPr/>
            </p:nvSpPr>
            <p:spPr>
              <a:xfrm>
                <a:off x="7097831" y="2327085"/>
                <a:ext cx="908818" cy="908816"/>
              </a:xfrm>
              <a:prstGeom prst="blockArc">
                <a:avLst>
                  <a:gd name="adj1" fmla="val 16200000"/>
                  <a:gd name="adj2" fmla="val 11880000"/>
                  <a:gd name="adj3" fmla="val 12805"/>
                </a:avLst>
              </a:prstGeom>
              <a:solidFill>
                <a:schemeClr val="accent1">
                  <a:lumMod val="100000"/>
                </a:schemeClr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šliḓè"/>
              <p:cNvSpPr txBox="1"/>
              <p:nvPr/>
            </p:nvSpPr>
            <p:spPr>
              <a:xfrm>
                <a:off x="7382884" y="2654477"/>
                <a:ext cx="338709" cy="254030"/>
              </a:xfrm>
              <a:prstGeom prst="rect">
                <a:avLst/>
              </a:prstGeom>
              <a:noFill/>
            </p:spPr>
            <p:txBody>
              <a:bodyPr wrap="none" anchor="ctr" anchorCtr="0">
                <a:prstTxWarp prst="textPlain">
                  <a:avLst/>
                </a:prstTxWarp>
                <a:normAutofit fontScale="25000" lnSpcReduction="20000"/>
              </a:bodyPr>
              <a:lstStyle/>
              <a:p>
                <a:r>
                  <a:rPr lang="en-US" sz="6000">
                    <a:solidFill>
                      <a:srgbClr val="404040"/>
                    </a:solidFill>
                    <a:latin typeface="Impact" panose="020B0806030902050204" pitchFamily="34" charset="0"/>
                  </a:rPr>
                  <a:t>80%</a:t>
                </a:r>
                <a:endParaRPr lang="en-US" sz="6000" dirty="0">
                  <a:solidFill>
                    <a:srgbClr val="404040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4" name="ïṥľiḋe"/>
            <p:cNvSpPr/>
            <p:nvPr/>
          </p:nvSpPr>
          <p:spPr bwMode="auto">
            <a:xfrm>
              <a:off x="6498209" y="3896749"/>
              <a:ext cx="2108063" cy="1107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5" name="íŝľiḍê"/>
            <p:cNvSpPr txBox="1"/>
            <p:nvPr/>
          </p:nvSpPr>
          <p:spPr bwMode="auto">
            <a:xfrm>
              <a:off x="6498209" y="3483869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16" name="ïšľïḋè"/>
            <p:cNvGrpSpPr/>
            <p:nvPr/>
          </p:nvGrpSpPr>
          <p:grpSpPr>
            <a:xfrm>
              <a:off x="10011972" y="2327085"/>
              <a:ext cx="908818" cy="908816"/>
              <a:chOff x="10011972" y="2327085"/>
              <a:chExt cx="908818" cy="908816"/>
            </a:xfrm>
          </p:grpSpPr>
          <p:sp>
            <p:nvSpPr>
              <p:cNvPr id="23" name="ïṥḻiḋê"/>
              <p:cNvSpPr/>
              <p:nvPr/>
            </p:nvSpPr>
            <p:spPr>
              <a:xfrm>
                <a:off x="10011972" y="2327085"/>
                <a:ext cx="908818" cy="908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îšľîḓê"/>
              <p:cNvSpPr/>
              <p:nvPr/>
            </p:nvSpPr>
            <p:spPr>
              <a:xfrm>
                <a:off x="10127252" y="2442365"/>
                <a:ext cx="678257" cy="678256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5" name="isḷíḍè"/>
              <p:cNvSpPr/>
              <p:nvPr/>
            </p:nvSpPr>
            <p:spPr>
              <a:xfrm>
                <a:off x="10011972" y="2327085"/>
                <a:ext cx="908818" cy="908816"/>
              </a:xfrm>
              <a:prstGeom prst="blockArc">
                <a:avLst>
                  <a:gd name="adj1" fmla="val 16200000"/>
                  <a:gd name="adj2" fmla="val 1080000"/>
                  <a:gd name="adj3" fmla="val 12805"/>
                </a:avLst>
              </a:prstGeom>
              <a:solidFill>
                <a:schemeClr val="tx2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işḷíḑé"/>
              <p:cNvSpPr txBox="1"/>
              <p:nvPr/>
            </p:nvSpPr>
            <p:spPr>
              <a:xfrm>
                <a:off x="10297025" y="2654477"/>
                <a:ext cx="338709" cy="254030"/>
              </a:xfrm>
              <a:prstGeom prst="rect">
                <a:avLst/>
              </a:prstGeom>
              <a:noFill/>
            </p:spPr>
            <p:txBody>
              <a:bodyPr wrap="none" anchor="ctr" anchorCtr="0">
                <a:prstTxWarp prst="textPlain">
                  <a:avLst/>
                </a:prstTxWarp>
                <a:normAutofit fontScale="25000" lnSpcReduction="20000"/>
              </a:bodyPr>
              <a:lstStyle/>
              <a:p>
                <a:r>
                  <a:rPr lang="en-US" sz="6000">
                    <a:solidFill>
                      <a:srgbClr val="404040"/>
                    </a:solidFill>
                    <a:latin typeface="Impact" panose="020B0806030902050204" pitchFamily="34" charset="0"/>
                  </a:rPr>
                  <a:t>30%</a:t>
                </a:r>
                <a:endParaRPr lang="en-US" sz="6000" dirty="0">
                  <a:solidFill>
                    <a:srgbClr val="404040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7" name="ïśliḋè"/>
            <p:cNvSpPr/>
            <p:nvPr/>
          </p:nvSpPr>
          <p:spPr bwMode="auto">
            <a:xfrm>
              <a:off x="9412350" y="3896749"/>
              <a:ext cx="2108063" cy="1107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endParaRPr lang="en-US" altLang="zh-CN" sz="1100" dirty="0"/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8" name="iśļïḑê"/>
            <p:cNvSpPr txBox="1"/>
            <p:nvPr/>
          </p:nvSpPr>
          <p:spPr bwMode="auto">
            <a:xfrm>
              <a:off x="9412350" y="3483869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360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19" name="îṩľiďè"/>
            <p:cNvGrpSpPr/>
            <p:nvPr/>
          </p:nvGrpSpPr>
          <p:grpSpPr>
            <a:xfrm>
              <a:off x="3126000" y="2214000"/>
              <a:ext cx="5940000" cy="2700000"/>
              <a:chOff x="3126000" y="2484000"/>
              <a:chExt cx="5940000" cy="2240148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3126000" y="2484000"/>
                <a:ext cx="0" cy="224014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6006000" y="2484000"/>
                <a:ext cx="0" cy="224014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9066000" y="2484000"/>
                <a:ext cx="0" cy="2240148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eca8bbf-a797-47a0-8a02-7abcb61f6380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87289" y="1639140"/>
            <a:ext cx="10417422" cy="4064967"/>
            <a:chOff x="444498" y="1639140"/>
            <a:chExt cx="11303001" cy="4410528"/>
          </a:xfrm>
        </p:grpSpPr>
        <p:grpSp>
          <p:nvGrpSpPr>
            <p:cNvPr id="6" name="íš1îḋé"/>
            <p:cNvGrpSpPr/>
            <p:nvPr/>
          </p:nvGrpSpPr>
          <p:grpSpPr>
            <a:xfrm>
              <a:off x="444498" y="1639140"/>
              <a:ext cx="11303001" cy="4410528"/>
              <a:chOff x="444498" y="1355271"/>
              <a:chExt cx="11303001" cy="4410528"/>
            </a:xfrm>
          </p:grpSpPr>
          <p:sp>
            <p:nvSpPr>
              <p:cNvPr id="13" name="iŝḻíďê"/>
              <p:cNvSpPr/>
              <p:nvPr/>
            </p:nvSpPr>
            <p:spPr>
              <a:xfrm>
                <a:off x="444500" y="1355271"/>
                <a:ext cx="11302998" cy="457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íŝľïdê"/>
              <p:cNvSpPr/>
              <p:nvPr/>
            </p:nvSpPr>
            <p:spPr>
              <a:xfrm>
                <a:off x="444498" y="1426028"/>
                <a:ext cx="2440910" cy="75474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 here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iślïḑè"/>
              <p:cNvSpPr/>
              <p:nvPr/>
            </p:nvSpPr>
            <p:spPr>
              <a:xfrm>
                <a:off x="2885412" y="1400990"/>
                <a:ext cx="8862087" cy="34435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 fontScale="92500" lnSpcReduction="20000"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Supporting text here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" name="islíḋê"/>
              <p:cNvGrpSpPr/>
              <p:nvPr/>
            </p:nvGrpSpPr>
            <p:grpSpPr>
              <a:xfrm>
                <a:off x="2885412" y="1746796"/>
                <a:ext cx="8862087" cy="433975"/>
                <a:chOff x="2885412" y="1746796"/>
                <a:chExt cx="8862087" cy="433975"/>
              </a:xfrm>
            </p:grpSpPr>
            <p:sp>
              <p:nvSpPr>
                <p:cNvPr id="118" name="ï$ľîdé"/>
                <p:cNvSpPr/>
                <p:nvPr/>
              </p:nvSpPr>
              <p:spPr>
                <a:xfrm>
                  <a:off x="11325496" y="1748244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21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19" name="ïṡľîďe"/>
                <p:cNvSpPr/>
                <p:nvPr/>
              </p:nvSpPr>
              <p:spPr>
                <a:xfrm>
                  <a:off x="10903492" y="1748244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20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0" name="îš1îḍe"/>
                <p:cNvSpPr/>
                <p:nvPr/>
              </p:nvSpPr>
              <p:spPr>
                <a:xfrm>
                  <a:off x="10481488" y="1748244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19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1" name="îş1ïḓê"/>
                <p:cNvSpPr/>
                <p:nvPr/>
              </p:nvSpPr>
              <p:spPr>
                <a:xfrm>
                  <a:off x="10059484" y="1748244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18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2" name="îşḻíde"/>
                <p:cNvSpPr/>
                <p:nvPr/>
              </p:nvSpPr>
              <p:spPr>
                <a:xfrm>
                  <a:off x="9637480" y="1747520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17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3" name="îṩḻiďé"/>
                <p:cNvSpPr/>
                <p:nvPr/>
              </p:nvSpPr>
              <p:spPr>
                <a:xfrm>
                  <a:off x="9215476" y="1747520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16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4" name="ïŝļíḍé"/>
                <p:cNvSpPr/>
                <p:nvPr/>
              </p:nvSpPr>
              <p:spPr>
                <a:xfrm>
                  <a:off x="8793472" y="1747520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15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5" name="îṧḷíḋe"/>
                <p:cNvSpPr/>
                <p:nvPr/>
              </p:nvSpPr>
              <p:spPr>
                <a:xfrm>
                  <a:off x="8371467" y="1747520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14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6" name="ïṣḻiḋé"/>
                <p:cNvSpPr/>
                <p:nvPr/>
              </p:nvSpPr>
              <p:spPr>
                <a:xfrm>
                  <a:off x="7949463" y="1748244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13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7" name="işľíďe"/>
                <p:cNvSpPr/>
                <p:nvPr/>
              </p:nvSpPr>
              <p:spPr>
                <a:xfrm>
                  <a:off x="7527459" y="1748244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12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8" name="îṥlíďé"/>
                <p:cNvSpPr/>
                <p:nvPr/>
              </p:nvSpPr>
              <p:spPr>
                <a:xfrm>
                  <a:off x="7105455" y="1748244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11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29" name="iṩḻíḑé"/>
                <p:cNvSpPr/>
                <p:nvPr/>
              </p:nvSpPr>
              <p:spPr>
                <a:xfrm>
                  <a:off x="6683451" y="1748244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10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0" name="îṡľîḍe"/>
                <p:cNvSpPr/>
                <p:nvPr/>
              </p:nvSpPr>
              <p:spPr>
                <a:xfrm>
                  <a:off x="6261447" y="1747520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9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1" name="isḷîḑé"/>
                <p:cNvSpPr/>
                <p:nvPr/>
              </p:nvSpPr>
              <p:spPr>
                <a:xfrm>
                  <a:off x="5839443" y="1747520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8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2" name="iṥlíďê"/>
                <p:cNvSpPr/>
                <p:nvPr/>
              </p:nvSpPr>
              <p:spPr>
                <a:xfrm>
                  <a:off x="5417439" y="1747520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7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3" name="iṥḷíḑê"/>
                <p:cNvSpPr/>
                <p:nvPr/>
              </p:nvSpPr>
              <p:spPr>
                <a:xfrm>
                  <a:off x="4995434" y="1747520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134" name="í$ḻiḋê"/>
                <p:cNvSpPr/>
                <p:nvPr/>
              </p:nvSpPr>
              <p:spPr>
                <a:xfrm>
                  <a:off x="4995432" y="1747520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6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5" name="iṡ1iḑê"/>
                <p:cNvSpPr/>
                <p:nvPr/>
              </p:nvSpPr>
              <p:spPr>
                <a:xfrm>
                  <a:off x="4573428" y="1747520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5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6" name="iṣļíḋê"/>
                <p:cNvSpPr/>
                <p:nvPr/>
              </p:nvSpPr>
              <p:spPr>
                <a:xfrm>
                  <a:off x="4151424" y="1747520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4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7" name="íSḻîḋè"/>
                <p:cNvSpPr/>
                <p:nvPr/>
              </p:nvSpPr>
              <p:spPr>
                <a:xfrm>
                  <a:off x="3729420" y="1746796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3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8" name="íṧļide"/>
                <p:cNvSpPr/>
                <p:nvPr/>
              </p:nvSpPr>
              <p:spPr>
                <a:xfrm>
                  <a:off x="3307416" y="1746796"/>
                  <a:ext cx="422003" cy="43252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2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39" name="iśḷîḋè"/>
                <p:cNvSpPr/>
                <p:nvPr/>
              </p:nvSpPr>
              <p:spPr>
                <a:xfrm>
                  <a:off x="2885412" y="1746796"/>
                  <a:ext cx="422003" cy="432527"/>
                </a:xfrm>
                <a:prstGeom prst="rect">
                  <a:avLst/>
                </a:prstGeom>
                <a:solidFill>
                  <a:srgbClr val="EAEAEA"/>
                </a:solidFill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algn="ctr"/>
                  <a:r>
                    <a:rPr lang="id-ID" sz="1400">
                      <a:solidFill>
                        <a:schemeClr val="bg1">
                          <a:lumMod val="65000"/>
                        </a:schemeClr>
                      </a:solidFill>
                    </a:rPr>
                    <a:t>1</a:t>
                  </a:r>
                  <a:endParaRPr lang="id-ID" sz="140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  <p:grpSp>
            <p:nvGrpSpPr>
              <p:cNvPr id="17" name="îsļiḍè"/>
              <p:cNvGrpSpPr/>
              <p:nvPr/>
            </p:nvGrpSpPr>
            <p:grpSpPr>
              <a:xfrm>
                <a:off x="444500" y="2178599"/>
                <a:ext cx="11302998" cy="3587200"/>
                <a:chOff x="444500" y="2178599"/>
                <a:chExt cx="11302998" cy="3587200"/>
              </a:xfrm>
            </p:grpSpPr>
            <p:grpSp>
              <p:nvGrpSpPr>
                <p:cNvPr id="18" name="iṧľïḓe"/>
                <p:cNvGrpSpPr/>
                <p:nvPr/>
              </p:nvGrpSpPr>
              <p:grpSpPr>
                <a:xfrm>
                  <a:off x="444500" y="2178599"/>
                  <a:ext cx="11302998" cy="898429"/>
                  <a:chOff x="444500" y="2004428"/>
                  <a:chExt cx="11302998" cy="898429"/>
                </a:xfrm>
              </p:grpSpPr>
              <p:grpSp>
                <p:nvGrpSpPr>
                  <p:cNvPr id="94" name="iśḻíḓê"/>
                  <p:cNvGrpSpPr/>
                  <p:nvPr/>
                </p:nvGrpSpPr>
                <p:grpSpPr>
                  <a:xfrm>
                    <a:off x="2885411" y="2005152"/>
                    <a:ext cx="8862087" cy="897705"/>
                    <a:chOff x="2885411" y="2005152"/>
                    <a:chExt cx="8862087" cy="897705"/>
                  </a:xfrm>
                </p:grpSpPr>
                <p:sp>
                  <p:nvSpPr>
                    <p:cNvPr id="96" name="işḻïḑe"/>
                    <p:cNvSpPr/>
                    <p:nvPr/>
                  </p:nvSpPr>
                  <p:spPr>
                    <a:xfrm>
                      <a:off x="11325495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7" name="íšḻídè"/>
                    <p:cNvSpPr/>
                    <p:nvPr/>
                  </p:nvSpPr>
                  <p:spPr>
                    <a:xfrm>
                      <a:off x="10903491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8" name="íṧlïďé"/>
                    <p:cNvSpPr/>
                    <p:nvPr/>
                  </p:nvSpPr>
                  <p:spPr>
                    <a:xfrm>
                      <a:off x="10481487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9" name="ïṣḻíďè"/>
                    <p:cNvSpPr/>
                    <p:nvPr/>
                  </p:nvSpPr>
                  <p:spPr>
                    <a:xfrm>
                      <a:off x="10059483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0" name="íslïḋè"/>
                    <p:cNvSpPr/>
                    <p:nvPr/>
                  </p:nvSpPr>
                  <p:spPr>
                    <a:xfrm>
                      <a:off x="9637479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1" name="iṣlíḋè"/>
                    <p:cNvSpPr/>
                    <p:nvPr/>
                  </p:nvSpPr>
                  <p:spPr>
                    <a:xfrm>
                      <a:off x="9215475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2" name="iṥļïḋè"/>
                    <p:cNvSpPr/>
                    <p:nvPr/>
                  </p:nvSpPr>
                  <p:spPr>
                    <a:xfrm>
                      <a:off x="879347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3" name="íşḷiḓè"/>
                    <p:cNvSpPr/>
                    <p:nvPr/>
                  </p:nvSpPr>
                  <p:spPr>
                    <a:xfrm>
                      <a:off x="837146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4" name="ï$ľiḑé"/>
                    <p:cNvSpPr/>
                    <p:nvPr/>
                  </p:nvSpPr>
                  <p:spPr>
                    <a:xfrm>
                      <a:off x="7949462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5" name="íṣ1íḑè"/>
                    <p:cNvSpPr/>
                    <p:nvPr/>
                  </p:nvSpPr>
                  <p:spPr>
                    <a:xfrm>
                      <a:off x="7527458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6" name="ïṥḷîḋè"/>
                    <p:cNvSpPr/>
                    <p:nvPr/>
                  </p:nvSpPr>
                  <p:spPr>
                    <a:xfrm>
                      <a:off x="7105454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7" name="işļïḓè"/>
                    <p:cNvSpPr/>
                    <p:nvPr/>
                  </p:nvSpPr>
                  <p:spPr>
                    <a:xfrm>
                      <a:off x="6683450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8" name="i$ľîdê"/>
                    <p:cNvSpPr/>
                    <p:nvPr/>
                  </p:nvSpPr>
                  <p:spPr>
                    <a:xfrm>
                      <a:off x="626144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09" name="ïslïde"/>
                    <p:cNvSpPr/>
                    <p:nvPr/>
                  </p:nvSpPr>
                  <p:spPr>
                    <a:xfrm>
                      <a:off x="5839442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0" name="ïşḻîdé"/>
                    <p:cNvSpPr/>
                    <p:nvPr/>
                  </p:nvSpPr>
                  <p:spPr>
                    <a:xfrm>
                      <a:off x="5417438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1" name="íṣḻiḓé"/>
                    <p:cNvSpPr/>
                    <p:nvPr/>
                  </p:nvSpPr>
                  <p:spPr>
                    <a:xfrm>
                      <a:off x="499543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2" name="îŝḷidê"/>
                    <p:cNvSpPr/>
                    <p:nvPr/>
                  </p:nvSpPr>
                  <p:spPr>
                    <a:xfrm>
                      <a:off x="499543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3" name="ïSľidè"/>
                    <p:cNvSpPr/>
                    <p:nvPr/>
                  </p:nvSpPr>
                  <p:spPr>
                    <a:xfrm>
                      <a:off x="4573427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4" name="íŝļiḑé"/>
                    <p:cNvSpPr/>
                    <p:nvPr/>
                  </p:nvSpPr>
                  <p:spPr>
                    <a:xfrm>
                      <a:off x="415142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5" name="işľîḓè"/>
                    <p:cNvSpPr/>
                    <p:nvPr/>
                  </p:nvSpPr>
                  <p:spPr>
                    <a:xfrm>
                      <a:off x="3729419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6" name="îṥḻïḍe"/>
                    <p:cNvSpPr/>
                    <p:nvPr/>
                  </p:nvSpPr>
                  <p:spPr>
                    <a:xfrm>
                      <a:off x="3307415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117" name="íşľïďè"/>
                    <p:cNvSpPr/>
                    <p:nvPr/>
                  </p:nvSpPr>
                  <p:spPr>
                    <a:xfrm>
                      <a:off x="2885411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sp>
                <p:nvSpPr>
                  <p:cNvPr id="95" name="íṥ1íḋê"/>
                  <p:cNvSpPr/>
                  <p:nvPr/>
                </p:nvSpPr>
                <p:spPr>
                  <a:xfrm>
                    <a:off x="444500" y="2004428"/>
                    <a:ext cx="2440911" cy="896981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tx1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9" name="îŝḻïḑe"/>
                <p:cNvGrpSpPr/>
                <p:nvPr/>
              </p:nvGrpSpPr>
              <p:grpSpPr>
                <a:xfrm>
                  <a:off x="444500" y="3075580"/>
                  <a:ext cx="11302998" cy="898429"/>
                  <a:chOff x="444500" y="2004428"/>
                  <a:chExt cx="11302998" cy="898429"/>
                </a:xfrm>
              </p:grpSpPr>
              <p:grpSp>
                <p:nvGrpSpPr>
                  <p:cNvPr id="70" name="iṧ1ïḑê"/>
                  <p:cNvGrpSpPr/>
                  <p:nvPr/>
                </p:nvGrpSpPr>
                <p:grpSpPr>
                  <a:xfrm>
                    <a:off x="2885411" y="2005152"/>
                    <a:ext cx="8862087" cy="897705"/>
                    <a:chOff x="2885411" y="2005152"/>
                    <a:chExt cx="8862087" cy="897705"/>
                  </a:xfrm>
                </p:grpSpPr>
                <p:sp>
                  <p:nvSpPr>
                    <p:cNvPr id="72" name="îşḻíḋè"/>
                    <p:cNvSpPr/>
                    <p:nvPr/>
                  </p:nvSpPr>
                  <p:spPr>
                    <a:xfrm>
                      <a:off x="11325495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3" name="iṡ1íďê"/>
                    <p:cNvSpPr/>
                    <p:nvPr/>
                  </p:nvSpPr>
                  <p:spPr>
                    <a:xfrm>
                      <a:off x="10903491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4" name="iş1íḓé"/>
                    <p:cNvSpPr/>
                    <p:nvPr/>
                  </p:nvSpPr>
                  <p:spPr>
                    <a:xfrm>
                      <a:off x="10481487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5" name="ïšļiḑe"/>
                    <p:cNvSpPr/>
                    <p:nvPr/>
                  </p:nvSpPr>
                  <p:spPr>
                    <a:xfrm>
                      <a:off x="10059483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6" name="iṩḷiḓe"/>
                    <p:cNvSpPr/>
                    <p:nvPr/>
                  </p:nvSpPr>
                  <p:spPr>
                    <a:xfrm>
                      <a:off x="9637479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7" name="íŝḷîďê"/>
                    <p:cNvSpPr/>
                    <p:nvPr/>
                  </p:nvSpPr>
                  <p:spPr>
                    <a:xfrm>
                      <a:off x="9215475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8" name="íSlîḓe"/>
                    <p:cNvSpPr/>
                    <p:nvPr/>
                  </p:nvSpPr>
                  <p:spPr>
                    <a:xfrm>
                      <a:off x="879347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79" name="iş1îḑe"/>
                    <p:cNvSpPr/>
                    <p:nvPr/>
                  </p:nvSpPr>
                  <p:spPr>
                    <a:xfrm>
                      <a:off x="837146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0" name="íşḻíḑè"/>
                    <p:cNvSpPr/>
                    <p:nvPr/>
                  </p:nvSpPr>
                  <p:spPr>
                    <a:xfrm>
                      <a:off x="7949462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1" name="íṩlïḍê"/>
                    <p:cNvSpPr/>
                    <p:nvPr/>
                  </p:nvSpPr>
                  <p:spPr>
                    <a:xfrm>
                      <a:off x="7527458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2" name="îšļiďe"/>
                    <p:cNvSpPr/>
                    <p:nvPr/>
                  </p:nvSpPr>
                  <p:spPr>
                    <a:xfrm>
                      <a:off x="7105454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3" name="iṣḻídé"/>
                    <p:cNvSpPr/>
                    <p:nvPr/>
                  </p:nvSpPr>
                  <p:spPr>
                    <a:xfrm>
                      <a:off x="6683450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4" name="í$1îdé"/>
                    <p:cNvSpPr/>
                    <p:nvPr/>
                  </p:nvSpPr>
                  <p:spPr>
                    <a:xfrm>
                      <a:off x="626144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5" name="ïṣḻîďê"/>
                    <p:cNvSpPr/>
                    <p:nvPr/>
                  </p:nvSpPr>
                  <p:spPr>
                    <a:xfrm>
                      <a:off x="5839442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6" name="iS1íḋè"/>
                    <p:cNvSpPr/>
                    <p:nvPr/>
                  </p:nvSpPr>
                  <p:spPr>
                    <a:xfrm>
                      <a:off x="5417438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7" name="íṡḷíďê"/>
                    <p:cNvSpPr/>
                    <p:nvPr/>
                  </p:nvSpPr>
                  <p:spPr>
                    <a:xfrm>
                      <a:off x="499543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8" name="ís1ïḑê"/>
                    <p:cNvSpPr/>
                    <p:nvPr/>
                  </p:nvSpPr>
                  <p:spPr>
                    <a:xfrm>
                      <a:off x="499543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89" name="iSḻidè"/>
                    <p:cNvSpPr/>
                    <p:nvPr/>
                  </p:nvSpPr>
                  <p:spPr>
                    <a:xfrm>
                      <a:off x="4573427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0" name="íŝľîďé"/>
                    <p:cNvSpPr/>
                    <p:nvPr/>
                  </p:nvSpPr>
                  <p:spPr>
                    <a:xfrm>
                      <a:off x="415142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1" name="ïS1ïḓê"/>
                    <p:cNvSpPr/>
                    <p:nvPr/>
                  </p:nvSpPr>
                  <p:spPr>
                    <a:xfrm>
                      <a:off x="3729419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2" name="iṥľîḓé"/>
                    <p:cNvSpPr/>
                    <p:nvPr/>
                  </p:nvSpPr>
                  <p:spPr>
                    <a:xfrm>
                      <a:off x="3307415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93" name="ïşliḋê"/>
                    <p:cNvSpPr/>
                    <p:nvPr/>
                  </p:nvSpPr>
                  <p:spPr>
                    <a:xfrm>
                      <a:off x="2885411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sp>
                <p:nvSpPr>
                  <p:cNvPr id="71" name="îs1ïḑê"/>
                  <p:cNvSpPr/>
                  <p:nvPr/>
                </p:nvSpPr>
                <p:spPr>
                  <a:xfrm>
                    <a:off x="444500" y="2004428"/>
                    <a:ext cx="2440911" cy="896981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tx1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0" name="íṡļïḑé"/>
                <p:cNvGrpSpPr/>
                <p:nvPr/>
              </p:nvGrpSpPr>
              <p:grpSpPr>
                <a:xfrm>
                  <a:off x="444500" y="3970389"/>
                  <a:ext cx="11302998" cy="898429"/>
                  <a:chOff x="444500" y="2004428"/>
                  <a:chExt cx="11302998" cy="898429"/>
                </a:xfrm>
              </p:grpSpPr>
              <p:grpSp>
                <p:nvGrpSpPr>
                  <p:cNvPr id="46" name="iŝľîḋè"/>
                  <p:cNvGrpSpPr/>
                  <p:nvPr/>
                </p:nvGrpSpPr>
                <p:grpSpPr>
                  <a:xfrm>
                    <a:off x="2885411" y="2005152"/>
                    <a:ext cx="8862087" cy="897705"/>
                    <a:chOff x="2885411" y="2005152"/>
                    <a:chExt cx="8862087" cy="897705"/>
                  </a:xfrm>
                </p:grpSpPr>
                <p:sp>
                  <p:nvSpPr>
                    <p:cNvPr id="48" name="ïş1îdè"/>
                    <p:cNvSpPr/>
                    <p:nvPr/>
                  </p:nvSpPr>
                  <p:spPr>
                    <a:xfrm>
                      <a:off x="11325495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9" name="iŝľïḍê"/>
                    <p:cNvSpPr/>
                    <p:nvPr/>
                  </p:nvSpPr>
                  <p:spPr>
                    <a:xfrm>
                      <a:off x="10903491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0" name="ïṥliḑê"/>
                    <p:cNvSpPr/>
                    <p:nvPr/>
                  </p:nvSpPr>
                  <p:spPr>
                    <a:xfrm>
                      <a:off x="10481487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1" name="íṥliḋe"/>
                    <p:cNvSpPr/>
                    <p:nvPr/>
                  </p:nvSpPr>
                  <p:spPr>
                    <a:xfrm>
                      <a:off x="10059483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2" name="i$ľídê"/>
                    <p:cNvSpPr/>
                    <p:nvPr/>
                  </p:nvSpPr>
                  <p:spPr>
                    <a:xfrm>
                      <a:off x="9637479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3" name="îSľiďê"/>
                    <p:cNvSpPr/>
                    <p:nvPr/>
                  </p:nvSpPr>
                  <p:spPr>
                    <a:xfrm>
                      <a:off x="9215475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4" name="ïṩľïḍe"/>
                    <p:cNvSpPr/>
                    <p:nvPr/>
                  </p:nvSpPr>
                  <p:spPr>
                    <a:xfrm>
                      <a:off x="879347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5" name="íşļiḋé"/>
                    <p:cNvSpPr/>
                    <p:nvPr/>
                  </p:nvSpPr>
                  <p:spPr>
                    <a:xfrm>
                      <a:off x="837146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6" name="îṩļiḍe"/>
                    <p:cNvSpPr/>
                    <p:nvPr/>
                  </p:nvSpPr>
                  <p:spPr>
                    <a:xfrm>
                      <a:off x="7949462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7" name="îṧļïḍê"/>
                    <p:cNvSpPr/>
                    <p:nvPr/>
                  </p:nvSpPr>
                  <p:spPr>
                    <a:xfrm>
                      <a:off x="7527458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8" name="iṥļîḋè"/>
                    <p:cNvSpPr/>
                    <p:nvPr/>
                  </p:nvSpPr>
                  <p:spPr>
                    <a:xfrm>
                      <a:off x="7105454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59" name="îṧļíḍe"/>
                    <p:cNvSpPr/>
                    <p:nvPr/>
                  </p:nvSpPr>
                  <p:spPr>
                    <a:xfrm>
                      <a:off x="6683450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0" name="îṥ1iďè"/>
                    <p:cNvSpPr/>
                    <p:nvPr/>
                  </p:nvSpPr>
                  <p:spPr>
                    <a:xfrm>
                      <a:off x="626144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1" name="îS1îďé"/>
                    <p:cNvSpPr/>
                    <p:nvPr/>
                  </p:nvSpPr>
                  <p:spPr>
                    <a:xfrm>
                      <a:off x="5839442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2" name="íṥļíḑe"/>
                    <p:cNvSpPr/>
                    <p:nvPr/>
                  </p:nvSpPr>
                  <p:spPr>
                    <a:xfrm>
                      <a:off x="5417438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3" name="iṧ1íďê"/>
                    <p:cNvSpPr/>
                    <p:nvPr/>
                  </p:nvSpPr>
                  <p:spPr>
                    <a:xfrm>
                      <a:off x="499543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4" name="íṣļiḑè"/>
                    <p:cNvSpPr/>
                    <p:nvPr/>
                  </p:nvSpPr>
                  <p:spPr>
                    <a:xfrm>
                      <a:off x="499543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5" name="i$1íḑê"/>
                    <p:cNvSpPr/>
                    <p:nvPr/>
                  </p:nvSpPr>
                  <p:spPr>
                    <a:xfrm>
                      <a:off x="4573427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6" name="iṥḻíḍè"/>
                    <p:cNvSpPr/>
                    <p:nvPr/>
                  </p:nvSpPr>
                  <p:spPr>
                    <a:xfrm>
                      <a:off x="415142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7" name="ïśḷïḋê"/>
                    <p:cNvSpPr/>
                    <p:nvPr/>
                  </p:nvSpPr>
                  <p:spPr>
                    <a:xfrm>
                      <a:off x="3729419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8" name="ïślíḋé"/>
                    <p:cNvSpPr/>
                    <p:nvPr/>
                  </p:nvSpPr>
                  <p:spPr>
                    <a:xfrm>
                      <a:off x="3307415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69" name="isļiḓè"/>
                    <p:cNvSpPr/>
                    <p:nvPr/>
                  </p:nvSpPr>
                  <p:spPr>
                    <a:xfrm>
                      <a:off x="2885411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sp>
                <p:nvSpPr>
                  <p:cNvPr id="47" name="îṡľîḑé"/>
                  <p:cNvSpPr/>
                  <p:nvPr/>
                </p:nvSpPr>
                <p:spPr>
                  <a:xfrm>
                    <a:off x="444500" y="2004428"/>
                    <a:ext cx="2440911" cy="896981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tx1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" name="îṣ1iḑê"/>
                <p:cNvGrpSpPr/>
                <p:nvPr/>
              </p:nvGrpSpPr>
              <p:grpSpPr>
                <a:xfrm>
                  <a:off x="444500" y="4867370"/>
                  <a:ext cx="11302998" cy="898429"/>
                  <a:chOff x="444500" y="2004428"/>
                  <a:chExt cx="11302998" cy="898429"/>
                </a:xfrm>
              </p:grpSpPr>
              <p:grpSp>
                <p:nvGrpSpPr>
                  <p:cNvPr id="22" name="îšlíḑè"/>
                  <p:cNvGrpSpPr/>
                  <p:nvPr/>
                </p:nvGrpSpPr>
                <p:grpSpPr>
                  <a:xfrm>
                    <a:off x="2885411" y="2005152"/>
                    <a:ext cx="8862087" cy="897705"/>
                    <a:chOff x="2885411" y="2005152"/>
                    <a:chExt cx="8862087" cy="897705"/>
                  </a:xfrm>
                </p:grpSpPr>
                <p:sp>
                  <p:nvSpPr>
                    <p:cNvPr id="24" name="îşḻîḋe"/>
                    <p:cNvSpPr/>
                    <p:nvPr/>
                  </p:nvSpPr>
                  <p:spPr>
                    <a:xfrm>
                      <a:off x="11325495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25" name="íşľîḑé"/>
                    <p:cNvSpPr/>
                    <p:nvPr/>
                  </p:nvSpPr>
                  <p:spPr>
                    <a:xfrm>
                      <a:off x="10903491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26" name="iṩľïḍè"/>
                    <p:cNvSpPr/>
                    <p:nvPr/>
                  </p:nvSpPr>
                  <p:spPr>
                    <a:xfrm>
                      <a:off x="10481487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27" name="iŝ1îḋé"/>
                    <p:cNvSpPr/>
                    <p:nvPr/>
                  </p:nvSpPr>
                  <p:spPr>
                    <a:xfrm>
                      <a:off x="10059483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28" name="íṧḻîḑe"/>
                    <p:cNvSpPr/>
                    <p:nvPr/>
                  </p:nvSpPr>
                  <p:spPr>
                    <a:xfrm>
                      <a:off x="9637479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29" name="ïśḷiḍè"/>
                    <p:cNvSpPr/>
                    <p:nvPr/>
                  </p:nvSpPr>
                  <p:spPr>
                    <a:xfrm>
                      <a:off x="9215475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0" name="ïSḻide"/>
                    <p:cNvSpPr/>
                    <p:nvPr/>
                  </p:nvSpPr>
                  <p:spPr>
                    <a:xfrm>
                      <a:off x="879347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1" name="iṩļïde"/>
                    <p:cNvSpPr/>
                    <p:nvPr/>
                  </p:nvSpPr>
                  <p:spPr>
                    <a:xfrm>
                      <a:off x="837146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2" name="ïş1iḍê"/>
                    <p:cNvSpPr/>
                    <p:nvPr/>
                  </p:nvSpPr>
                  <p:spPr>
                    <a:xfrm>
                      <a:off x="7949462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3" name="îSḷíḍè"/>
                    <p:cNvSpPr/>
                    <p:nvPr/>
                  </p:nvSpPr>
                  <p:spPr>
                    <a:xfrm>
                      <a:off x="7527458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4" name="iṧľíḓe"/>
                    <p:cNvSpPr/>
                    <p:nvPr/>
                  </p:nvSpPr>
                  <p:spPr>
                    <a:xfrm>
                      <a:off x="7105454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5" name="ïS1ïďè"/>
                    <p:cNvSpPr/>
                    <p:nvPr/>
                  </p:nvSpPr>
                  <p:spPr>
                    <a:xfrm>
                      <a:off x="6683450" y="2006600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6" name="íşḷïḍê"/>
                    <p:cNvSpPr/>
                    <p:nvPr/>
                  </p:nvSpPr>
                  <p:spPr>
                    <a:xfrm>
                      <a:off x="6261446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7" name="ïṡḷîḑé"/>
                    <p:cNvSpPr/>
                    <p:nvPr/>
                  </p:nvSpPr>
                  <p:spPr>
                    <a:xfrm>
                      <a:off x="5839442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8" name="işḻïḑè"/>
                    <p:cNvSpPr/>
                    <p:nvPr/>
                  </p:nvSpPr>
                  <p:spPr>
                    <a:xfrm>
                      <a:off x="5417438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9" name="îṥļídè"/>
                    <p:cNvSpPr/>
                    <p:nvPr/>
                  </p:nvSpPr>
                  <p:spPr>
                    <a:xfrm>
                      <a:off x="499543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0" name="ïşḷídê"/>
                    <p:cNvSpPr/>
                    <p:nvPr/>
                  </p:nvSpPr>
                  <p:spPr>
                    <a:xfrm>
                      <a:off x="4995431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1" name="iş1îḑè"/>
                    <p:cNvSpPr/>
                    <p:nvPr/>
                  </p:nvSpPr>
                  <p:spPr>
                    <a:xfrm>
                      <a:off x="4573427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2" name="iŝḷïḍe"/>
                    <p:cNvSpPr/>
                    <p:nvPr/>
                  </p:nvSpPr>
                  <p:spPr>
                    <a:xfrm>
                      <a:off x="4151423" y="2005876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3" name="îṥ1ïḋé"/>
                    <p:cNvSpPr/>
                    <p:nvPr/>
                  </p:nvSpPr>
                  <p:spPr>
                    <a:xfrm>
                      <a:off x="3729419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4" name="íšľïḍè"/>
                    <p:cNvSpPr/>
                    <p:nvPr/>
                  </p:nvSpPr>
                  <p:spPr>
                    <a:xfrm>
                      <a:off x="3307415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45" name="îşḻíďè"/>
                    <p:cNvSpPr/>
                    <p:nvPr/>
                  </p:nvSpPr>
                  <p:spPr>
                    <a:xfrm>
                      <a:off x="2885411" y="2005152"/>
                      <a:ext cx="422003" cy="89625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bg1">
                          <a:lumMod val="9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sp>
                <p:nvSpPr>
                  <p:cNvPr id="23" name="iṣlïḑé"/>
                  <p:cNvSpPr/>
                  <p:nvPr/>
                </p:nvSpPr>
                <p:spPr>
                  <a:xfrm>
                    <a:off x="444500" y="2004428"/>
                    <a:ext cx="2440911" cy="896981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anchor="ctr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tx1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sp>
          <p:nvSpPr>
            <p:cNvPr id="7" name="îṡľíḓê"/>
            <p:cNvSpPr/>
            <p:nvPr/>
          </p:nvSpPr>
          <p:spPr>
            <a:xfrm>
              <a:off x="3307414" y="2788672"/>
              <a:ext cx="2954031" cy="2467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îŝ1îḓé"/>
            <p:cNvSpPr/>
            <p:nvPr/>
          </p:nvSpPr>
          <p:spPr>
            <a:xfrm>
              <a:off x="4573426" y="3695862"/>
              <a:ext cx="2954031" cy="2467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isḷïde"/>
            <p:cNvSpPr/>
            <p:nvPr/>
          </p:nvSpPr>
          <p:spPr>
            <a:xfrm>
              <a:off x="8371465" y="3695862"/>
              <a:ext cx="1266013" cy="2467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íśļîďé"/>
            <p:cNvSpPr/>
            <p:nvPr/>
          </p:nvSpPr>
          <p:spPr>
            <a:xfrm>
              <a:off x="3940420" y="4589947"/>
              <a:ext cx="4431044" cy="2467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îṧḷíḓê"/>
            <p:cNvSpPr/>
            <p:nvPr/>
          </p:nvSpPr>
          <p:spPr>
            <a:xfrm>
              <a:off x="2885408" y="5464340"/>
              <a:ext cx="2954032" cy="2467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ïṧḻíḋê"/>
            <p:cNvSpPr/>
            <p:nvPr/>
          </p:nvSpPr>
          <p:spPr>
            <a:xfrm>
              <a:off x="7527454" y="5463290"/>
              <a:ext cx="3798040" cy="2467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  <a:endParaRPr lang="en-US" altLang="zh-CN" dirty="0"/>
          </a:p>
          <a:p>
            <a:pPr lvl="0"/>
            <a:r>
              <a:rPr lang="en-US" altLang="zh-CN" dirty="0"/>
              <a:t>When you copy &amp; </a:t>
            </a:r>
            <a:r>
              <a:rPr lang="en-US" altLang="zh-CN" dirty="0" err="1"/>
              <a:t>apaste</a:t>
            </a:r>
            <a:r>
              <a:rPr lang="en-US" altLang="zh-CN" dirty="0"/>
              <a:t>, choose "keep text only" option.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863241" y="2133599"/>
            <a:ext cx="1135773" cy="98751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0" name="21b9a80c-0d68-4bf2-8a25-6b51834a4df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4375" y="1359000"/>
            <a:ext cx="10879926" cy="4103980"/>
            <a:chOff x="664375" y="1359000"/>
            <a:chExt cx="10879926" cy="4103980"/>
          </a:xfrm>
        </p:grpSpPr>
        <p:sp>
          <p:nvSpPr>
            <p:cNvPr id="11" name="iŝḻiḋé"/>
            <p:cNvSpPr/>
            <p:nvPr/>
          </p:nvSpPr>
          <p:spPr bwMode="auto">
            <a:xfrm rot="5400000">
              <a:off x="1407272" y="2196813"/>
              <a:ext cx="793621" cy="2271093"/>
            </a:xfrm>
            <a:custGeom>
              <a:avLst/>
              <a:gdLst>
                <a:gd name="T0" fmla="*/ 465 w 465"/>
                <a:gd name="T1" fmla="*/ 178 h 644"/>
                <a:gd name="T2" fmla="*/ 0 w 465"/>
                <a:gd name="T3" fmla="*/ 0 h 644"/>
                <a:gd name="T4" fmla="*/ 0 w 465"/>
                <a:gd name="T5" fmla="*/ 364 h 644"/>
                <a:gd name="T6" fmla="*/ 465 w 465"/>
                <a:gd name="T7" fmla="*/ 644 h 644"/>
                <a:gd name="T8" fmla="*/ 465 w 465"/>
                <a:gd name="T9" fmla="*/ 178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5" h="644">
                  <a:moveTo>
                    <a:pt x="465" y="178"/>
                  </a:moveTo>
                  <a:lnTo>
                    <a:pt x="0" y="0"/>
                  </a:lnTo>
                  <a:lnTo>
                    <a:pt x="0" y="364"/>
                  </a:lnTo>
                  <a:lnTo>
                    <a:pt x="465" y="644"/>
                  </a:lnTo>
                  <a:lnTo>
                    <a:pt x="465" y="178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2" name="íṧḻide"/>
            <p:cNvSpPr/>
            <p:nvPr/>
          </p:nvSpPr>
          <p:spPr bwMode="auto">
            <a:xfrm rot="5400000">
              <a:off x="3325294" y="2002865"/>
              <a:ext cx="1273207" cy="2179400"/>
            </a:xfrm>
            <a:custGeom>
              <a:avLst/>
              <a:gdLst>
                <a:gd name="T0" fmla="*/ 746 w 746"/>
                <a:gd name="T1" fmla="*/ 112 h 618"/>
                <a:gd name="T2" fmla="*/ 0 w 746"/>
                <a:gd name="T3" fmla="*/ 0 h 618"/>
                <a:gd name="T4" fmla="*/ 0 w 746"/>
                <a:gd name="T5" fmla="*/ 394 h 618"/>
                <a:gd name="T6" fmla="*/ 746 w 746"/>
                <a:gd name="T7" fmla="*/ 618 h 618"/>
                <a:gd name="T8" fmla="*/ 746 w 746"/>
                <a:gd name="T9" fmla="*/ 11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618">
                  <a:moveTo>
                    <a:pt x="746" y="112"/>
                  </a:moveTo>
                  <a:lnTo>
                    <a:pt x="0" y="0"/>
                  </a:lnTo>
                  <a:lnTo>
                    <a:pt x="0" y="394"/>
                  </a:lnTo>
                  <a:lnTo>
                    <a:pt x="746" y="618"/>
                  </a:lnTo>
                  <a:lnTo>
                    <a:pt x="746" y="112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3" name="íṧḻîḓê"/>
            <p:cNvSpPr/>
            <p:nvPr/>
          </p:nvSpPr>
          <p:spPr bwMode="auto">
            <a:xfrm rot="5400000">
              <a:off x="10011944" y="2196813"/>
              <a:ext cx="793621" cy="2271093"/>
            </a:xfrm>
            <a:custGeom>
              <a:avLst/>
              <a:gdLst>
                <a:gd name="T0" fmla="*/ 465 w 465"/>
                <a:gd name="T1" fmla="*/ 467 h 644"/>
                <a:gd name="T2" fmla="*/ 0 w 465"/>
                <a:gd name="T3" fmla="*/ 644 h 644"/>
                <a:gd name="T4" fmla="*/ 0 w 465"/>
                <a:gd name="T5" fmla="*/ 280 h 644"/>
                <a:gd name="T6" fmla="*/ 465 w 465"/>
                <a:gd name="T7" fmla="*/ 0 h 644"/>
                <a:gd name="T8" fmla="*/ 465 w 465"/>
                <a:gd name="T9" fmla="*/ 467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5" h="644">
                  <a:moveTo>
                    <a:pt x="465" y="467"/>
                  </a:moveTo>
                  <a:lnTo>
                    <a:pt x="0" y="644"/>
                  </a:lnTo>
                  <a:lnTo>
                    <a:pt x="0" y="280"/>
                  </a:lnTo>
                  <a:lnTo>
                    <a:pt x="465" y="0"/>
                  </a:lnTo>
                  <a:lnTo>
                    <a:pt x="465" y="46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4" name="ï$ḻiḍé"/>
            <p:cNvSpPr/>
            <p:nvPr/>
          </p:nvSpPr>
          <p:spPr bwMode="auto">
            <a:xfrm rot="5400000">
              <a:off x="7620259" y="2004629"/>
              <a:ext cx="1273207" cy="2175878"/>
            </a:xfrm>
            <a:custGeom>
              <a:avLst/>
              <a:gdLst>
                <a:gd name="T0" fmla="*/ 746 w 746"/>
                <a:gd name="T1" fmla="*/ 506 h 617"/>
                <a:gd name="T2" fmla="*/ 0 w 746"/>
                <a:gd name="T3" fmla="*/ 617 h 617"/>
                <a:gd name="T4" fmla="*/ 0 w 746"/>
                <a:gd name="T5" fmla="*/ 224 h 617"/>
                <a:gd name="T6" fmla="*/ 746 w 746"/>
                <a:gd name="T7" fmla="*/ 0 h 617"/>
                <a:gd name="T8" fmla="*/ 746 w 746"/>
                <a:gd name="T9" fmla="*/ 506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617">
                  <a:moveTo>
                    <a:pt x="746" y="506"/>
                  </a:moveTo>
                  <a:lnTo>
                    <a:pt x="0" y="617"/>
                  </a:lnTo>
                  <a:lnTo>
                    <a:pt x="0" y="224"/>
                  </a:lnTo>
                  <a:lnTo>
                    <a:pt x="746" y="0"/>
                  </a:lnTo>
                  <a:lnTo>
                    <a:pt x="746" y="50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" name="îşḻiďè"/>
            <p:cNvSpPr/>
            <p:nvPr/>
          </p:nvSpPr>
          <p:spPr bwMode="auto">
            <a:xfrm rot="5400000">
              <a:off x="5233863" y="1722516"/>
              <a:ext cx="1752794" cy="2260512"/>
            </a:xfrm>
            <a:custGeom>
              <a:avLst/>
              <a:gdLst>
                <a:gd name="T0" fmla="*/ 1027 w 1027"/>
                <a:gd name="T1" fmla="*/ 641 h 641"/>
                <a:gd name="T2" fmla="*/ 0 w 1027"/>
                <a:gd name="T3" fmla="*/ 532 h 641"/>
                <a:gd name="T4" fmla="*/ 0 w 1027"/>
                <a:gd name="T5" fmla="*/ 111 h 641"/>
                <a:gd name="T6" fmla="*/ 1027 w 1027"/>
                <a:gd name="T7" fmla="*/ 0 h 641"/>
                <a:gd name="T8" fmla="*/ 1027 w 1027"/>
                <a:gd name="T9" fmla="*/ 641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7" h="641">
                  <a:moveTo>
                    <a:pt x="1027" y="641"/>
                  </a:moveTo>
                  <a:lnTo>
                    <a:pt x="0" y="532"/>
                  </a:lnTo>
                  <a:lnTo>
                    <a:pt x="0" y="111"/>
                  </a:lnTo>
                  <a:lnTo>
                    <a:pt x="1027" y="0"/>
                  </a:lnTo>
                  <a:lnTo>
                    <a:pt x="1027" y="6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6" name="i$ľiḋe"/>
            <p:cNvSpPr/>
            <p:nvPr/>
          </p:nvSpPr>
          <p:spPr>
            <a:xfrm>
              <a:off x="1324622" y="3518604"/>
              <a:ext cx="421131" cy="42112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/>
                <a:t>1</a:t>
              </a:r>
              <a:endParaRPr lang="en-US" sz="1200" b="1" dirty="0"/>
            </a:p>
          </p:txBody>
        </p:sp>
        <p:sp>
          <p:nvSpPr>
            <p:cNvPr id="17" name="ïṡḷiďé"/>
            <p:cNvSpPr/>
            <p:nvPr/>
          </p:nvSpPr>
          <p:spPr>
            <a:xfrm>
              <a:off x="3603675" y="3518604"/>
              <a:ext cx="421131" cy="42112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/>
                <a:t>2</a:t>
              </a:r>
              <a:endParaRPr lang="en-US" sz="1200" b="1" dirty="0"/>
            </a:p>
          </p:txBody>
        </p:sp>
        <p:sp>
          <p:nvSpPr>
            <p:cNvPr id="18" name="iṩ1íḍe"/>
            <p:cNvSpPr/>
            <p:nvPr/>
          </p:nvSpPr>
          <p:spPr>
            <a:xfrm>
              <a:off x="5882728" y="3518604"/>
              <a:ext cx="421131" cy="42112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/>
                <a:t>3</a:t>
              </a:r>
              <a:endParaRPr lang="en-US" sz="1200" b="1" dirty="0"/>
            </a:p>
          </p:txBody>
        </p:sp>
        <p:sp>
          <p:nvSpPr>
            <p:cNvPr id="19" name="ïŝľiḑè"/>
            <p:cNvSpPr/>
            <p:nvPr/>
          </p:nvSpPr>
          <p:spPr>
            <a:xfrm>
              <a:off x="8161781" y="3518604"/>
              <a:ext cx="421131" cy="42112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/>
                <a:t>4</a:t>
              </a:r>
              <a:endParaRPr lang="en-US" sz="1200" b="1" dirty="0"/>
            </a:p>
          </p:txBody>
        </p:sp>
        <p:sp>
          <p:nvSpPr>
            <p:cNvPr id="20" name="îslíḍè"/>
            <p:cNvSpPr/>
            <p:nvPr/>
          </p:nvSpPr>
          <p:spPr>
            <a:xfrm>
              <a:off x="10440835" y="3518604"/>
              <a:ext cx="421131" cy="421128"/>
            </a:xfrm>
            <a:prstGeom prst="ellipse">
              <a:avLst/>
            </a:prstGeom>
            <a:solidFill>
              <a:schemeClr val="tx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1200" b="1" dirty="0"/>
                <a:t>5</a:t>
              </a:r>
              <a:endParaRPr lang="en-US" sz="1200" b="1" dirty="0"/>
            </a:p>
          </p:txBody>
        </p:sp>
        <p:sp>
          <p:nvSpPr>
            <p:cNvPr id="21" name="îśḻîḓê"/>
            <p:cNvSpPr/>
            <p:nvPr/>
          </p:nvSpPr>
          <p:spPr bwMode="auto">
            <a:xfrm>
              <a:off x="5795440" y="1359000"/>
              <a:ext cx="622651" cy="502456"/>
            </a:xfrm>
            <a:custGeom>
              <a:avLst/>
              <a:gdLst>
                <a:gd name="connsiteX0" fmla="*/ 53975 w 501650"/>
                <a:gd name="connsiteY0" fmla="*/ 111125 h 404813"/>
                <a:gd name="connsiteX1" fmla="*/ 44450 w 501650"/>
                <a:gd name="connsiteY1" fmla="*/ 114300 h 404813"/>
                <a:gd name="connsiteX2" fmla="*/ 36512 w 501650"/>
                <a:gd name="connsiteY2" fmla="*/ 119063 h 404813"/>
                <a:gd name="connsiteX3" fmla="*/ 30162 w 501650"/>
                <a:gd name="connsiteY3" fmla="*/ 122238 h 404813"/>
                <a:gd name="connsiteX4" fmla="*/ 23812 w 501650"/>
                <a:gd name="connsiteY4" fmla="*/ 127000 h 404813"/>
                <a:gd name="connsiteX5" fmla="*/ 20637 w 501650"/>
                <a:gd name="connsiteY5" fmla="*/ 134938 h 404813"/>
                <a:gd name="connsiteX6" fmla="*/ 19050 w 501650"/>
                <a:gd name="connsiteY6" fmla="*/ 141288 h 404813"/>
                <a:gd name="connsiteX7" fmla="*/ 17462 w 501650"/>
                <a:gd name="connsiteY7" fmla="*/ 150813 h 404813"/>
                <a:gd name="connsiteX8" fmla="*/ 17462 w 501650"/>
                <a:gd name="connsiteY8" fmla="*/ 153988 h 404813"/>
                <a:gd name="connsiteX9" fmla="*/ 19050 w 501650"/>
                <a:gd name="connsiteY9" fmla="*/ 161925 h 404813"/>
                <a:gd name="connsiteX10" fmla="*/ 20637 w 501650"/>
                <a:gd name="connsiteY10" fmla="*/ 168275 h 404813"/>
                <a:gd name="connsiteX11" fmla="*/ 23812 w 501650"/>
                <a:gd name="connsiteY11" fmla="*/ 176213 h 404813"/>
                <a:gd name="connsiteX12" fmla="*/ 30162 w 501650"/>
                <a:gd name="connsiteY12" fmla="*/ 180975 h 404813"/>
                <a:gd name="connsiteX13" fmla="*/ 36512 w 501650"/>
                <a:gd name="connsiteY13" fmla="*/ 187326 h 404813"/>
                <a:gd name="connsiteX14" fmla="*/ 44450 w 501650"/>
                <a:gd name="connsiteY14" fmla="*/ 190501 h 404813"/>
                <a:gd name="connsiteX15" fmla="*/ 53975 w 501650"/>
                <a:gd name="connsiteY15" fmla="*/ 192088 h 404813"/>
                <a:gd name="connsiteX16" fmla="*/ 61912 w 501650"/>
                <a:gd name="connsiteY16" fmla="*/ 193676 h 404813"/>
                <a:gd name="connsiteX17" fmla="*/ 91598 w 501650"/>
                <a:gd name="connsiteY17" fmla="*/ 193676 h 404813"/>
                <a:gd name="connsiteX18" fmla="*/ 87312 w 501650"/>
                <a:gd name="connsiteY18" fmla="*/ 179388 h 404813"/>
                <a:gd name="connsiteX19" fmla="*/ 84137 w 501650"/>
                <a:gd name="connsiteY19" fmla="*/ 163513 h 404813"/>
                <a:gd name="connsiteX20" fmla="*/ 84137 w 501650"/>
                <a:gd name="connsiteY20" fmla="*/ 147638 h 404813"/>
                <a:gd name="connsiteX21" fmla="*/ 84137 w 501650"/>
                <a:gd name="connsiteY21" fmla="*/ 111125 h 404813"/>
                <a:gd name="connsiteX22" fmla="*/ 61912 w 501650"/>
                <a:gd name="connsiteY22" fmla="*/ 111125 h 404813"/>
                <a:gd name="connsiteX23" fmla="*/ 58737 w 501650"/>
                <a:gd name="connsiteY23" fmla="*/ 0 h 404813"/>
                <a:gd name="connsiteX24" fmla="*/ 61912 w 501650"/>
                <a:gd name="connsiteY24" fmla="*/ 0 h 404813"/>
                <a:gd name="connsiteX25" fmla="*/ 436562 w 501650"/>
                <a:gd name="connsiteY25" fmla="*/ 0 h 404813"/>
                <a:gd name="connsiteX26" fmla="*/ 441325 w 501650"/>
                <a:gd name="connsiteY26" fmla="*/ 0 h 404813"/>
                <a:gd name="connsiteX27" fmla="*/ 444500 w 501650"/>
                <a:gd name="connsiteY27" fmla="*/ 3175 h 404813"/>
                <a:gd name="connsiteX28" fmla="*/ 447675 w 501650"/>
                <a:gd name="connsiteY28" fmla="*/ 6350 h 404813"/>
                <a:gd name="connsiteX29" fmla="*/ 449262 w 501650"/>
                <a:gd name="connsiteY29" fmla="*/ 9525 h 404813"/>
                <a:gd name="connsiteX30" fmla="*/ 449262 w 501650"/>
                <a:gd name="connsiteY30" fmla="*/ 55562 h 404813"/>
                <a:gd name="connsiteX31" fmla="*/ 447675 w 501650"/>
                <a:gd name="connsiteY31" fmla="*/ 60325 h 404813"/>
                <a:gd name="connsiteX32" fmla="*/ 444500 w 501650"/>
                <a:gd name="connsiteY32" fmla="*/ 63500 h 404813"/>
                <a:gd name="connsiteX33" fmla="*/ 441325 w 501650"/>
                <a:gd name="connsiteY33" fmla="*/ 66675 h 404813"/>
                <a:gd name="connsiteX34" fmla="*/ 436562 w 501650"/>
                <a:gd name="connsiteY34" fmla="*/ 66675 h 404813"/>
                <a:gd name="connsiteX35" fmla="*/ 415925 w 501650"/>
                <a:gd name="connsiteY35" fmla="*/ 66675 h 404813"/>
                <a:gd name="connsiteX36" fmla="*/ 415925 w 501650"/>
                <a:gd name="connsiteY36" fmla="*/ 95250 h 404813"/>
                <a:gd name="connsiteX37" fmla="*/ 444500 w 501650"/>
                <a:gd name="connsiteY37" fmla="*/ 95250 h 404813"/>
                <a:gd name="connsiteX38" fmla="*/ 455613 w 501650"/>
                <a:gd name="connsiteY38" fmla="*/ 95250 h 404813"/>
                <a:gd name="connsiteX39" fmla="*/ 466725 w 501650"/>
                <a:gd name="connsiteY39" fmla="*/ 98425 h 404813"/>
                <a:gd name="connsiteX40" fmla="*/ 476250 w 501650"/>
                <a:gd name="connsiteY40" fmla="*/ 103188 h 404813"/>
                <a:gd name="connsiteX41" fmla="*/ 484188 w 501650"/>
                <a:gd name="connsiteY41" fmla="*/ 111125 h 404813"/>
                <a:gd name="connsiteX42" fmla="*/ 490538 w 501650"/>
                <a:gd name="connsiteY42" fmla="*/ 119063 h 404813"/>
                <a:gd name="connsiteX43" fmla="*/ 495300 w 501650"/>
                <a:gd name="connsiteY43" fmla="*/ 127000 h 404813"/>
                <a:gd name="connsiteX44" fmla="*/ 500063 w 501650"/>
                <a:gd name="connsiteY44" fmla="*/ 138113 h 404813"/>
                <a:gd name="connsiteX45" fmla="*/ 501650 w 501650"/>
                <a:gd name="connsiteY45" fmla="*/ 149225 h 404813"/>
                <a:gd name="connsiteX46" fmla="*/ 501650 w 501650"/>
                <a:gd name="connsiteY46" fmla="*/ 153988 h 404813"/>
                <a:gd name="connsiteX47" fmla="*/ 500063 w 501650"/>
                <a:gd name="connsiteY47" fmla="*/ 165100 h 404813"/>
                <a:gd name="connsiteX48" fmla="*/ 495300 w 501650"/>
                <a:gd name="connsiteY48" fmla="*/ 176213 h 404813"/>
                <a:gd name="connsiteX49" fmla="*/ 490538 w 501650"/>
                <a:gd name="connsiteY49" fmla="*/ 185738 h 404813"/>
                <a:gd name="connsiteX50" fmla="*/ 484188 w 501650"/>
                <a:gd name="connsiteY50" fmla="*/ 193676 h 404813"/>
                <a:gd name="connsiteX51" fmla="*/ 476250 w 501650"/>
                <a:gd name="connsiteY51" fmla="*/ 201613 h 404813"/>
                <a:gd name="connsiteX52" fmla="*/ 466725 w 501650"/>
                <a:gd name="connsiteY52" fmla="*/ 204788 h 404813"/>
                <a:gd name="connsiteX53" fmla="*/ 455613 w 501650"/>
                <a:gd name="connsiteY53" fmla="*/ 207963 h 404813"/>
                <a:gd name="connsiteX54" fmla="*/ 444500 w 501650"/>
                <a:gd name="connsiteY54" fmla="*/ 211138 h 404813"/>
                <a:gd name="connsiteX55" fmla="*/ 403803 w 501650"/>
                <a:gd name="connsiteY55" fmla="*/ 211138 h 404813"/>
                <a:gd name="connsiteX56" fmla="*/ 403225 w 501650"/>
                <a:gd name="connsiteY56" fmla="*/ 212726 h 404813"/>
                <a:gd name="connsiteX57" fmla="*/ 396875 w 501650"/>
                <a:gd name="connsiteY57" fmla="*/ 227013 h 404813"/>
                <a:gd name="connsiteX58" fmla="*/ 387350 w 501650"/>
                <a:gd name="connsiteY58" fmla="*/ 239713 h 404813"/>
                <a:gd name="connsiteX59" fmla="*/ 377825 w 501650"/>
                <a:gd name="connsiteY59" fmla="*/ 252413 h 404813"/>
                <a:gd name="connsiteX60" fmla="*/ 368300 w 501650"/>
                <a:gd name="connsiteY60" fmla="*/ 265113 h 404813"/>
                <a:gd name="connsiteX61" fmla="*/ 355600 w 501650"/>
                <a:gd name="connsiteY61" fmla="*/ 276226 h 404813"/>
                <a:gd name="connsiteX62" fmla="*/ 342900 w 501650"/>
                <a:gd name="connsiteY62" fmla="*/ 284163 h 404813"/>
                <a:gd name="connsiteX63" fmla="*/ 330200 w 501650"/>
                <a:gd name="connsiteY63" fmla="*/ 293688 h 404813"/>
                <a:gd name="connsiteX64" fmla="*/ 315913 w 501650"/>
                <a:gd name="connsiteY64" fmla="*/ 300038 h 404813"/>
                <a:gd name="connsiteX65" fmla="*/ 311150 w 501650"/>
                <a:gd name="connsiteY65" fmla="*/ 301770 h 404813"/>
                <a:gd name="connsiteX66" fmla="*/ 311150 w 501650"/>
                <a:gd name="connsiteY66" fmla="*/ 334963 h 404813"/>
                <a:gd name="connsiteX67" fmla="*/ 344488 w 501650"/>
                <a:gd name="connsiteY67" fmla="*/ 334963 h 404813"/>
                <a:gd name="connsiteX68" fmla="*/ 357188 w 501650"/>
                <a:gd name="connsiteY68" fmla="*/ 336551 h 404813"/>
                <a:gd name="connsiteX69" fmla="*/ 365125 w 501650"/>
                <a:gd name="connsiteY69" fmla="*/ 338138 h 404813"/>
                <a:gd name="connsiteX70" fmla="*/ 374650 w 501650"/>
                <a:gd name="connsiteY70" fmla="*/ 344488 h 404813"/>
                <a:gd name="connsiteX71" fmla="*/ 384175 w 501650"/>
                <a:gd name="connsiteY71" fmla="*/ 350838 h 404813"/>
                <a:gd name="connsiteX72" fmla="*/ 390525 w 501650"/>
                <a:gd name="connsiteY72" fmla="*/ 358776 h 404813"/>
                <a:gd name="connsiteX73" fmla="*/ 395288 w 501650"/>
                <a:gd name="connsiteY73" fmla="*/ 369888 h 404813"/>
                <a:gd name="connsiteX74" fmla="*/ 398463 w 501650"/>
                <a:gd name="connsiteY74" fmla="*/ 377826 h 404813"/>
                <a:gd name="connsiteX75" fmla="*/ 400050 w 501650"/>
                <a:gd name="connsiteY75" fmla="*/ 388938 h 404813"/>
                <a:gd name="connsiteX76" fmla="*/ 400050 w 501650"/>
                <a:gd name="connsiteY76" fmla="*/ 404813 h 404813"/>
                <a:gd name="connsiteX77" fmla="*/ 109537 w 501650"/>
                <a:gd name="connsiteY77" fmla="*/ 404813 h 404813"/>
                <a:gd name="connsiteX78" fmla="*/ 109537 w 501650"/>
                <a:gd name="connsiteY78" fmla="*/ 388938 h 404813"/>
                <a:gd name="connsiteX79" fmla="*/ 109537 w 501650"/>
                <a:gd name="connsiteY79" fmla="*/ 377826 h 404813"/>
                <a:gd name="connsiteX80" fmla="*/ 112712 w 501650"/>
                <a:gd name="connsiteY80" fmla="*/ 369888 h 404813"/>
                <a:gd name="connsiteX81" fmla="*/ 119062 w 501650"/>
                <a:gd name="connsiteY81" fmla="*/ 358776 h 404813"/>
                <a:gd name="connsiteX82" fmla="*/ 125412 w 501650"/>
                <a:gd name="connsiteY82" fmla="*/ 350838 h 404813"/>
                <a:gd name="connsiteX83" fmla="*/ 133349 w 501650"/>
                <a:gd name="connsiteY83" fmla="*/ 344488 h 404813"/>
                <a:gd name="connsiteX84" fmla="*/ 141287 w 501650"/>
                <a:gd name="connsiteY84" fmla="*/ 338138 h 404813"/>
                <a:gd name="connsiteX85" fmla="*/ 152399 w 501650"/>
                <a:gd name="connsiteY85" fmla="*/ 336551 h 404813"/>
                <a:gd name="connsiteX86" fmla="*/ 163512 w 501650"/>
                <a:gd name="connsiteY86" fmla="*/ 334963 h 404813"/>
                <a:gd name="connsiteX87" fmla="*/ 188912 w 501650"/>
                <a:gd name="connsiteY87" fmla="*/ 334963 h 404813"/>
                <a:gd name="connsiteX88" fmla="*/ 188912 w 501650"/>
                <a:gd name="connsiteY88" fmla="*/ 301449 h 404813"/>
                <a:gd name="connsiteX89" fmla="*/ 185737 w 501650"/>
                <a:gd name="connsiteY89" fmla="*/ 300038 h 404813"/>
                <a:gd name="connsiteX90" fmla="*/ 171449 w 501650"/>
                <a:gd name="connsiteY90" fmla="*/ 293688 h 404813"/>
                <a:gd name="connsiteX91" fmla="*/ 155574 w 501650"/>
                <a:gd name="connsiteY91" fmla="*/ 284163 h 404813"/>
                <a:gd name="connsiteX92" fmla="*/ 144462 w 501650"/>
                <a:gd name="connsiteY92" fmla="*/ 276226 h 404813"/>
                <a:gd name="connsiteX93" fmla="*/ 133349 w 501650"/>
                <a:gd name="connsiteY93" fmla="*/ 265113 h 404813"/>
                <a:gd name="connsiteX94" fmla="*/ 122237 w 501650"/>
                <a:gd name="connsiteY94" fmla="*/ 252413 h 404813"/>
                <a:gd name="connsiteX95" fmla="*/ 112712 w 501650"/>
                <a:gd name="connsiteY95" fmla="*/ 239713 h 404813"/>
                <a:gd name="connsiteX96" fmla="*/ 103187 w 501650"/>
                <a:gd name="connsiteY96" fmla="*/ 227013 h 404813"/>
                <a:gd name="connsiteX97" fmla="*/ 96837 w 501650"/>
                <a:gd name="connsiteY97" fmla="*/ 212726 h 404813"/>
                <a:gd name="connsiteX98" fmla="*/ 96404 w 501650"/>
                <a:gd name="connsiteY98" fmla="*/ 211138 h 404813"/>
                <a:gd name="connsiteX99" fmla="*/ 53975 w 501650"/>
                <a:gd name="connsiteY99" fmla="*/ 211138 h 404813"/>
                <a:gd name="connsiteX100" fmla="*/ 42862 w 501650"/>
                <a:gd name="connsiteY100" fmla="*/ 207963 h 404813"/>
                <a:gd name="connsiteX101" fmla="*/ 33337 w 501650"/>
                <a:gd name="connsiteY101" fmla="*/ 204788 h 404813"/>
                <a:gd name="connsiteX102" fmla="*/ 22225 w 501650"/>
                <a:gd name="connsiteY102" fmla="*/ 201613 h 404813"/>
                <a:gd name="connsiteX103" fmla="*/ 15875 w 501650"/>
                <a:gd name="connsiteY103" fmla="*/ 193676 h 404813"/>
                <a:gd name="connsiteX104" fmla="*/ 7937 w 501650"/>
                <a:gd name="connsiteY104" fmla="*/ 185738 h 404813"/>
                <a:gd name="connsiteX105" fmla="*/ 3175 w 501650"/>
                <a:gd name="connsiteY105" fmla="*/ 176213 h 404813"/>
                <a:gd name="connsiteX106" fmla="*/ 1587 w 501650"/>
                <a:gd name="connsiteY106" fmla="*/ 165100 h 404813"/>
                <a:gd name="connsiteX107" fmla="*/ 0 w 501650"/>
                <a:gd name="connsiteY107" fmla="*/ 153988 h 404813"/>
                <a:gd name="connsiteX108" fmla="*/ 0 w 501650"/>
                <a:gd name="connsiteY108" fmla="*/ 149225 h 404813"/>
                <a:gd name="connsiteX109" fmla="*/ 1587 w 501650"/>
                <a:gd name="connsiteY109" fmla="*/ 138113 h 404813"/>
                <a:gd name="connsiteX110" fmla="*/ 3175 w 501650"/>
                <a:gd name="connsiteY110" fmla="*/ 127000 h 404813"/>
                <a:gd name="connsiteX111" fmla="*/ 7937 w 501650"/>
                <a:gd name="connsiteY111" fmla="*/ 119063 h 404813"/>
                <a:gd name="connsiteX112" fmla="*/ 15875 w 501650"/>
                <a:gd name="connsiteY112" fmla="*/ 111125 h 404813"/>
                <a:gd name="connsiteX113" fmla="*/ 22225 w 501650"/>
                <a:gd name="connsiteY113" fmla="*/ 103188 h 404813"/>
                <a:gd name="connsiteX114" fmla="*/ 33337 w 501650"/>
                <a:gd name="connsiteY114" fmla="*/ 98425 h 404813"/>
                <a:gd name="connsiteX115" fmla="*/ 42862 w 501650"/>
                <a:gd name="connsiteY115" fmla="*/ 95250 h 404813"/>
                <a:gd name="connsiteX116" fmla="*/ 53975 w 501650"/>
                <a:gd name="connsiteY116" fmla="*/ 95250 h 404813"/>
                <a:gd name="connsiteX117" fmla="*/ 84137 w 501650"/>
                <a:gd name="connsiteY117" fmla="*/ 95250 h 404813"/>
                <a:gd name="connsiteX118" fmla="*/ 84137 w 501650"/>
                <a:gd name="connsiteY118" fmla="*/ 66675 h 404813"/>
                <a:gd name="connsiteX119" fmla="*/ 61912 w 501650"/>
                <a:gd name="connsiteY119" fmla="*/ 66675 h 404813"/>
                <a:gd name="connsiteX120" fmla="*/ 58737 w 501650"/>
                <a:gd name="connsiteY120" fmla="*/ 66675 h 404813"/>
                <a:gd name="connsiteX121" fmla="*/ 55562 w 501650"/>
                <a:gd name="connsiteY121" fmla="*/ 63500 h 404813"/>
                <a:gd name="connsiteX122" fmla="*/ 53974 w 501650"/>
                <a:gd name="connsiteY122" fmla="*/ 60325 h 404813"/>
                <a:gd name="connsiteX123" fmla="*/ 52387 w 501650"/>
                <a:gd name="connsiteY123" fmla="*/ 55562 h 404813"/>
                <a:gd name="connsiteX124" fmla="*/ 52387 w 501650"/>
                <a:gd name="connsiteY124" fmla="*/ 9525 h 404813"/>
                <a:gd name="connsiteX125" fmla="*/ 53974 w 501650"/>
                <a:gd name="connsiteY125" fmla="*/ 6350 h 404813"/>
                <a:gd name="connsiteX126" fmla="*/ 55562 w 501650"/>
                <a:gd name="connsiteY126" fmla="*/ 3175 h 40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501650" h="404813">
                  <a:moveTo>
                    <a:pt x="53975" y="111125"/>
                  </a:moveTo>
                  <a:lnTo>
                    <a:pt x="44450" y="114300"/>
                  </a:lnTo>
                  <a:lnTo>
                    <a:pt x="36512" y="119063"/>
                  </a:lnTo>
                  <a:lnTo>
                    <a:pt x="30162" y="122238"/>
                  </a:lnTo>
                  <a:lnTo>
                    <a:pt x="23812" y="127000"/>
                  </a:lnTo>
                  <a:lnTo>
                    <a:pt x="20637" y="134938"/>
                  </a:lnTo>
                  <a:lnTo>
                    <a:pt x="19050" y="141288"/>
                  </a:lnTo>
                  <a:lnTo>
                    <a:pt x="17462" y="150813"/>
                  </a:lnTo>
                  <a:lnTo>
                    <a:pt x="17462" y="153988"/>
                  </a:lnTo>
                  <a:lnTo>
                    <a:pt x="19050" y="161925"/>
                  </a:lnTo>
                  <a:lnTo>
                    <a:pt x="20637" y="168275"/>
                  </a:lnTo>
                  <a:lnTo>
                    <a:pt x="23812" y="176213"/>
                  </a:lnTo>
                  <a:lnTo>
                    <a:pt x="30162" y="180975"/>
                  </a:lnTo>
                  <a:lnTo>
                    <a:pt x="36512" y="187326"/>
                  </a:lnTo>
                  <a:lnTo>
                    <a:pt x="44450" y="190501"/>
                  </a:lnTo>
                  <a:lnTo>
                    <a:pt x="53975" y="192088"/>
                  </a:lnTo>
                  <a:lnTo>
                    <a:pt x="61912" y="193676"/>
                  </a:lnTo>
                  <a:lnTo>
                    <a:pt x="91598" y="193676"/>
                  </a:lnTo>
                  <a:lnTo>
                    <a:pt x="87312" y="179388"/>
                  </a:lnTo>
                  <a:lnTo>
                    <a:pt x="84137" y="163513"/>
                  </a:lnTo>
                  <a:lnTo>
                    <a:pt x="84137" y="147638"/>
                  </a:lnTo>
                  <a:lnTo>
                    <a:pt x="84137" y="111125"/>
                  </a:lnTo>
                  <a:lnTo>
                    <a:pt x="61912" y="111125"/>
                  </a:lnTo>
                  <a:close/>
                  <a:moveTo>
                    <a:pt x="58737" y="0"/>
                  </a:moveTo>
                  <a:lnTo>
                    <a:pt x="61912" y="0"/>
                  </a:lnTo>
                  <a:lnTo>
                    <a:pt x="436562" y="0"/>
                  </a:lnTo>
                  <a:lnTo>
                    <a:pt x="441325" y="0"/>
                  </a:lnTo>
                  <a:lnTo>
                    <a:pt x="444500" y="3175"/>
                  </a:lnTo>
                  <a:lnTo>
                    <a:pt x="447675" y="6350"/>
                  </a:lnTo>
                  <a:lnTo>
                    <a:pt x="449262" y="9525"/>
                  </a:lnTo>
                  <a:lnTo>
                    <a:pt x="449262" y="55562"/>
                  </a:lnTo>
                  <a:lnTo>
                    <a:pt x="447675" y="60325"/>
                  </a:lnTo>
                  <a:lnTo>
                    <a:pt x="444500" y="63500"/>
                  </a:lnTo>
                  <a:lnTo>
                    <a:pt x="441325" y="66675"/>
                  </a:lnTo>
                  <a:lnTo>
                    <a:pt x="436562" y="66675"/>
                  </a:lnTo>
                  <a:lnTo>
                    <a:pt x="415925" y="66675"/>
                  </a:lnTo>
                  <a:lnTo>
                    <a:pt x="415925" y="95250"/>
                  </a:lnTo>
                  <a:lnTo>
                    <a:pt x="444500" y="95250"/>
                  </a:lnTo>
                  <a:lnTo>
                    <a:pt x="455613" y="95250"/>
                  </a:lnTo>
                  <a:lnTo>
                    <a:pt x="466725" y="98425"/>
                  </a:lnTo>
                  <a:lnTo>
                    <a:pt x="476250" y="103188"/>
                  </a:lnTo>
                  <a:lnTo>
                    <a:pt x="484188" y="111125"/>
                  </a:lnTo>
                  <a:lnTo>
                    <a:pt x="490538" y="119063"/>
                  </a:lnTo>
                  <a:lnTo>
                    <a:pt x="495300" y="127000"/>
                  </a:lnTo>
                  <a:lnTo>
                    <a:pt x="500063" y="138113"/>
                  </a:lnTo>
                  <a:lnTo>
                    <a:pt x="501650" y="149225"/>
                  </a:lnTo>
                  <a:lnTo>
                    <a:pt x="501650" y="153988"/>
                  </a:lnTo>
                  <a:lnTo>
                    <a:pt x="500063" y="165100"/>
                  </a:lnTo>
                  <a:lnTo>
                    <a:pt x="495300" y="176213"/>
                  </a:lnTo>
                  <a:lnTo>
                    <a:pt x="490538" y="185738"/>
                  </a:lnTo>
                  <a:lnTo>
                    <a:pt x="484188" y="193676"/>
                  </a:lnTo>
                  <a:lnTo>
                    <a:pt x="476250" y="201613"/>
                  </a:lnTo>
                  <a:lnTo>
                    <a:pt x="466725" y="204788"/>
                  </a:lnTo>
                  <a:lnTo>
                    <a:pt x="455613" y="207963"/>
                  </a:lnTo>
                  <a:lnTo>
                    <a:pt x="444500" y="211138"/>
                  </a:lnTo>
                  <a:lnTo>
                    <a:pt x="403803" y="211138"/>
                  </a:lnTo>
                  <a:lnTo>
                    <a:pt x="403225" y="212726"/>
                  </a:lnTo>
                  <a:lnTo>
                    <a:pt x="396875" y="227013"/>
                  </a:lnTo>
                  <a:lnTo>
                    <a:pt x="387350" y="239713"/>
                  </a:lnTo>
                  <a:lnTo>
                    <a:pt x="377825" y="252413"/>
                  </a:lnTo>
                  <a:lnTo>
                    <a:pt x="368300" y="265113"/>
                  </a:lnTo>
                  <a:lnTo>
                    <a:pt x="355600" y="276226"/>
                  </a:lnTo>
                  <a:lnTo>
                    <a:pt x="342900" y="284163"/>
                  </a:lnTo>
                  <a:lnTo>
                    <a:pt x="330200" y="293688"/>
                  </a:lnTo>
                  <a:lnTo>
                    <a:pt x="315913" y="300038"/>
                  </a:lnTo>
                  <a:lnTo>
                    <a:pt x="311150" y="301770"/>
                  </a:lnTo>
                  <a:lnTo>
                    <a:pt x="311150" y="334963"/>
                  </a:lnTo>
                  <a:lnTo>
                    <a:pt x="344488" y="334963"/>
                  </a:lnTo>
                  <a:lnTo>
                    <a:pt x="357188" y="336551"/>
                  </a:lnTo>
                  <a:lnTo>
                    <a:pt x="365125" y="338138"/>
                  </a:lnTo>
                  <a:lnTo>
                    <a:pt x="374650" y="344488"/>
                  </a:lnTo>
                  <a:lnTo>
                    <a:pt x="384175" y="350838"/>
                  </a:lnTo>
                  <a:lnTo>
                    <a:pt x="390525" y="358776"/>
                  </a:lnTo>
                  <a:lnTo>
                    <a:pt x="395288" y="369888"/>
                  </a:lnTo>
                  <a:lnTo>
                    <a:pt x="398463" y="377826"/>
                  </a:lnTo>
                  <a:lnTo>
                    <a:pt x="400050" y="388938"/>
                  </a:lnTo>
                  <a:lnTo>
                    <a:pt x="400050" y="404813"/>
                  </a:lnTo>
                  <a:lnTo>
                    <a:pt x="109537" y="404813"/>
                  </a:lnTo>
                  <a:lnTo>
                    <a:pt x="109537" y="388938"/>
                  </a:lnTo>
                  <a:lnTo>
                    <a:pt x="109537" y="377826"/>
                  </a:lnTo>
                  <a:lnTo>
                    <a:pt x="112712" y="369888"/>
                  </a:lnTo>
                  <a:lnTo>
                    <a:pt x="119062" y="358776"/>
                  </a:lnTo>
                  <a:lnTo>
                    <a:pt x="125412" y="350838"/>
                  </a:lnTo>
                  <a:lnTo>
                    <a:pt x="133349" y="344488"/>
                  </a:lnTo>
                  <a:lnTo>
                    <a:pt x="141287" y="338138"/>
                  </a:lnTo>
                  <a:lnTo>
                    <a:pt x="152399" y="336551"/>
                  </a:lnTo>
                  <a:lnTo>
                    <a:pt x="163512" y="334963"/>
                  </a:lnTo>
                  <a:lnTo>
                    <a:pt x="188912" y="334963"/>
                  </a:lnTo>
                  <a:lnTo>
                    <a:pt x="188912" y="301449"/>
                  </a:lnTo>
                  <a:lnTo>
                    <a:pt x="185737" y="300038"/>
                  </a:lnTo>
                  <a:lnTo>
                    <a:pt x="171449" y="293688"/>
                  </a:lnTo>
                  <a:lnTo>
                    <a:pt x="155574" y="284163"/>
                  </a:lnTo>
                  <a:lnTo>
                    <a:pt x="144462" y="276226"/>
                  </a:lnTo>
                  <a:lnTo>
                    <a:pt x="133349" y="265113"/>
                  </a:lnTo>
                  <a:lnTo>
                    <a:pt x="122237" y="252413"/>
                  </a:lnTo>
                  <a:lnTo>
                    <a:pt x="112712" y="239713"/>
                  </a:lnTo>
                  <a:lnTo>
                    <a:pt x="103187" y="227013"/>
                  </a:lnTo>
                  <a:lnTo>
                    <a:pt x="96837" y="212726"/>
                  </a:lnTo>
                  <a:lnTo>
                    <a:pt x="96404" y="211138"/>
                  </a:lnTo>
                  <a:lnTo>
                    <a:pt x="53975" y="211138"/>
                  </a:lnTo>
                  <a:lnTo>
                    <a:pt x="42862" y="207963"/>
                  </a:lnTo>
                  <a:lnTo>
                    <a:pt x="33337" y="204788"/>
                  </a:lnTo>
                  <a:lnTo>
                    <a:pt x="22225" y="201613"/>
                  </a:lnTo>
                  <a:lnTo>
                    <a:pt x="15875" y="193676"/>
                  </a:lnTo>
                  <a:lnTo>
                    <a:pt x="7937" y="185738"/>
                  </a:lnTo>
                  <a:lnTo>
                    <a:pt x="3175" y="176213"/>
                  </a:lnTo>
                  <a:lnTo>
                    <a:pt x="1587" y="165100"/>
                  </a:lnTo>
                  <a:lnTo>
                    <a:pt x="0" y="153988"/>
                  </a:lnTo>
                  <a:lnTo>
                    <a:pt x="0" y="149225"/>
                  </a:lnTo>
                  <a:lnTo>
                    <a:pt x="1587" y="138113"/>
                  </a:lnTo>
                  <a:lnTo>
                    <a:pt x="3175" y="127000"/>
                  </a:lnTo>
                  <a:lnTo>
                    <a:pt x="7937" y="119063"/>
                  </a:lnTo>
                  <a:lnTo>
                    <a:pt x="15875" y="111125"/>
                  </a:lnTo>
                  <a:lnTo>
                    <a:pt x="22225" y="103188"/>
                  </a:lnTo>
                  <a:lnTo>
                    <a:pt x="33337" y="98425"/>
                  </a:lnTo>
                  <a:lnTo>
                    <a:pt x="42862" y="95250"/>
                  </a:lnTo>
                  <a:lnTo>
                    <a:pt x="53975" y="95250"/>
                  </a:lnTo>
                  <a:lnTo>
                    <a:pt x="84137" y="95250"/>
                  </a:lnTo>
                  <a:lnTo>
                    <a:pt x="84137" y="66675"/>
                  </a:lnTo>
                  <a:lnTo>
                    <a:pt x="61912" y="66675"/>
                  </a:lnTo>
                  <a:lnTo>
                    <a:pt x="58737" y="66675"/>
                  </a:lnTo>
                  <a:lnTo>
                    <a:pt x="55562" y="63500"/>
                  </a:lnTo>
                  <a:lnTo>
                    <a:pt x="53974" y="60325"/>
                  </a:lnTo>
                  <a:lnTo>
                    <a:pt x="52387" y="55562"/>
                  </a:lnTo>
                  <a:lnTo>
                    <a:pt x="52387" y="9525"/>
                  </a:lnTo>
                  <a:lnTo>
                    <a:pt x="53974" y="6350"/>
                  </a:lnTo>
                  <a:lnTo>
                    <a:pt x="55562" y="31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/>
            </a:p>
          </p:txBody>
        </p:sp>
        <p:sp>
          <p:nvSpPr>
            <p:cNvPr id="22" name="ïsľïḓè"/>
            <p:cNvSpPr/>
            <p:nvPr/>
          </p:nvSpPr>
          <p:spPr bwMode="auto">
            <a:xfrm>
              <a:off x="4129639" y="1740040"/>
              <a:ext cx="551382" cy="632188"/>
            </a:xfrm>
            <a:custGeom>
              <a:avLst/>
              <a:gdLst>
                <a:gd name="connsiteX0" fmla="*/ 0 w 444231"/>
                <a:gd name="connsiteY0" fmla="*/ 434657 h 509334"/>
                <a:gd name="connsiteX1" fmla="*/ 273363 w 444231"/>
                <a:gd name="connsiteY1" fmla="*/ 434657 h 509334"/>
                <a:gd name="connsiteX2" fmla="*/ 273363 w 444231"/>
                <a:gd name="connsiteY2" fmla="*/ 440478 h 509334"/>
                <a:gd name="connsiteX3" fmla="*/ 274318 w 444231"/>
                <a:gd name="connsiteY3" fmla="*/ 446299 h 509334"/>
                <a:gd name="connsiteX4" fmla="*/ 275272 w 444231"/>
                <a:gd name="connsiteY4" fmla="*/ 452120 h 509334"/>
                <a:gd name="connsiteX5" fmla="*/ 276703 w 444231"/>
                <a:gd name="connsiteY5" fmla="*/ 457456 h 509334"/>
                <a:gd name="connsiteX6" fmla="*/ 279088 w 444231"/>
                <a:gd name="connsiteY6" fmla="*/ 463762 h 509334"/>
                <a:gd name="connsiteX7" fmla="*/ 281474 w 444231"/>
                <a:gd name="connsiteY7" fmla="*/ 471038 h 509334"/>
                <a:gd name="connsiteX8" fmla="*/ 0 w 444231"/>
                <a:gd name="connsiteY8" fmla="*/ 471038 h 509334"/>
                <a:gd name="connsiteX9" fmla="*/ 364737 w 444231"/>
                <a:gd name="connsiteY9" fmla="*/ 397682 h 509334"/>
                <a:gd name="connsiteX10" fmla="*/ 362810 w 444231"/>
                <a:gd name="connsiteY10" fmla="*/ 398165 h 509334"/>
                <a:gd name="connsiteX11" fmla="*/ 361364 w 444231"/>
                <a:gd name="connsiteY11" fmla="*/ 399132 h 509334"/>
                <a:gd name="connsiteX12" fmla="*/ 360401 w 444231"/>
                <a:gd name="connsiteY12" fmla="*/ 401065 h 509334"/>
                <a:gd name="connsiteX13" fmla="*/ 360401 w 444231"/>
                <a:gd name="connsiteY13" fmla="*/ 402999 h 509334"/>
                <a:gd name="connsiteX14" fmla="*/ 360401 w 444231"/>
                <a:gd name="connsiteY14" fmla="*/ 428616 h 509334"/>
                <a:gd name="connsiteX15" fmla="*/ 333903 w 444231"/>
                <a:gd name="connsiteY15" fmla="*/ 428616 h 509334"/>
                <a:gd name="connsiteX16" fmla="*/ 331976 w 444231"/>
                <a:gd name="connsiteY16" fmla="*/ 429099 h 509334"/>
                <a:gd name="connsiteX17" fmla="*/ 330530 w 444231"/>
                <a:gd name="connsiteY17" fmla="*/ 430549 h 509334"/>
                <a:gd name="connsiteX18" fmla="*/ 329567 w 444231"/>
                <a:gd name="connsiteY18" fmla="*/ 431999 h 509334"/>
                <a:gd name="connsiteX19" fmla="*/ 329085 w 444231"/>
                <a:gd name="connsiteY19" fmla="*/ 433933 h 509334"/>
                <a:gd name="connsiteX20" fmla="*/ 329085 w 444231"/>
                <a:gd name="connsiteY20" fmla="*/ 441183 h 509334"/>
                <a:gd name="connsiteX21" fmla="*/ 329567 w 444231"/>
                <a:gd name="connsiteY21" fmla="*/ 443116 h 509334"/>
                <a:gd name="connsiteX22" fmla="*/ 330530 w 444231"/>
                <a:gd name="connsiteY22" fmla="*/ 445050 h 509334"/>
                <a:gd name="connsiteX23" fmla="*/ 331976 w 444231"/>
                <a:gd name="connsiteY23" fmla="*/ 445533 h 509334"/>
                <a:gd name="connsiteX24" fmla="*/ 333903 w 444231"/>
                <a:gd name="connsiteY24" fmla="*/ 446500 h 509334"/>
                <a:gd name="connsiteX25" fmla="*/ 360401 w 444231"/>
                <a:gd name="connsiteY25" fmla="*/ 446500 h 509334"/>
                <a:gd name="connsiteX26" fmla="*/ 360401 w 444231"/>
                <a:gd name="connsiteY26" fmla="*/ 473083 h 509334"/>
                <a:gd name="connsiteX27" fmla="*/ 360401 w 444231"/>
                <a:gd name="connsiteY27" fmla="*/ 475017 h 509334"/>
                <a:gd name="connsiteX28" fmla="*/ 361364 w 444231"/>
                <a:gd name="connsiteY28" fmla="*/ 475983 h 509334"/>
                <a:gd name="connsiteX29" fmla="*/ 362810 w 444231"/>
                <a:gd name="connsiteY29" fmla="*/ 477433 h 509334"/>
                <a:gd name="connsiteX30" fmla="*/ 364737 w 444231"/>
                <a:gd name="connsiteY30" fmla="*/ 477433 h 509334"/>
                <a:gd name="connsiteX31" fmla="*/ 372927 w 444231"/>
                <a:gd name="connsiteY31" fmla="*/ 477433 h 509334"/>
                <a:gd name="connsiteX32" fmla="*/ 374854 w 444231"/>
                <a:gd name="connsiteY32" fmla="*/ 477433 h 509334"/>
                <a:gd name="connsiteX33" fmla="*/ 375818 w 444231"/>
                <a:gd name="connsiteY33" fmla="*/ 475983 h 509334"/>
                <a:gd name="connsiteX34" fmla="*/ 377263 w 444231"/>
                <a:gd name="connsiteY34" fmla="*/ 475017 h 509334"/>
                <a:gd name="connsiteX35" fmla="*/ 377263 w 444231"/>
                <a:gd name="connsiteY35" fmla="*/ 473083 h 509334"/>
                <a:gd name="connsiteX36" fmla="*/ 377263 w 444231"/>
                <a:gd name="connsiteY36" fmla="*/ 446500 h 509334"/>
                <a:gd name="connsiteX37" fmla="*/ 403761 w 444231"/>
                <a:gd name="connsiteY37" fmla="*/ 446500 h 509334"/>
                <a:gd name="connsiteX38" fmla="*/ 405689 w 444231"/>
                <a:gd name="connsiteY38" fmla="*/ 445533 h 509334"/>
                <a:gd name="connsiteX39" fmla="*/ 406652 w 444231"/>
                <a:gd name="connsiteY39" fmla="*/ 445050 h 509334"/>
                <a:gd name="connsiteX40" fmla="*/ 408097 w 444231"/>
                <a:gd name="connsiteY40" fmla="*/ 443116 h 509334"/>
                <a:gd name="connsiteX41" fmla="*/ 408097 w 444231"/>
                <a:gd name="connsiteY41" fmla="*/ 441183 h 509334"/>
                <a:gd name="connsiteX42" fmla="*/ 408097 w 444231"/>
                <a:gd name="connsiteY42" fmla="*/ 433933 h 509334"/>
                <a:gd name="connsiteX43" fmla="*/ 408097 w 444231"/>
                <a:gd name="connsiteY43" fmla="*/ 431999 h 509334"/>
                <a:gd name="connsiteX44" fmla="*/ 406652 w 444231"/>
                <a:gd name="connsiteY44" fmla="*/ 430549 h 509334"/>
                <a:gd name="connsiteX45" fmla="*/ 405689 w 444231"/>
                <a:gd name="connsiteY45" fmla="*/ 429099 h 509334"/>
                <a:gd name="connsiteX46" fmla="*/ 403761 w 444231"/>
                <a:gd name="connsiteY46" fmla="*/ 428616 h 509334"/>
                <a:gd name="connsiteX47" fmla="*/ 377263 w 444231"/>
                <a:gd name="connsiteY47" fmla="*/ 428616 h 509334"/>
                <a:gd name="connsiteX48" fmla="*/ 377263 w 444231"/>
                <a:gd name="connsiteY48" fmla="*/ 402999 h 509334"/>
                <a:gd name="connsiteX49" fmla="*/ 377263 w 444231"/>
                <a:gd name="connsiteY49" fmla="*/ 401065 h 509334"/>
                <a:gd name="connsiteX50" fmla="*/ 375818 w 444231"/>
                <a:gd name="connsiteY50" fmla="*/ 399132 h 509334"/>
                <a:gd name="connsiteX51" fmla="*/ 374854 w 444231"/>
                <a:gd name="connsiteY51" fmla="*/ 398165 h 509334"/>
                <a:gd name="connsiteX52" fmla="*/ 372927 w 444231"/>
                <a:gd name="connsiteY52" fmla="*/ 397682 h 509334"/>
                <a:gd name="connsiteX53" fmla="*/ 369073 w 444231"/>
                <a:gd name="connsiteY53" fmla="*/ 359981 h 509334"/>
                <a:gd name="connsiteX54" fmla="*/ 375818 w 444231"/>
                <a:gd name="connsiteY54" fmla="*/ 360464 h 509334"/>
                <a:gd name="connsiteX55" fmla="*/ 382563 w 444231"/>
                <a:gd name="connsiteY55" fmla="*/ 360948 h 509334"/>
                <a:gd name="connsiteX56" fmla="*/ 389308 w 444231"/>
                <a:gd name="connsiteY56" fmla="*/ 362398 h 509334"/>
                <a:gd name="connsiteX57" fmla="*/ 395089 w 444231"/>
                <a:gd name="connsiteY57" fmla="*/ 364815 h 509334"/>
                <a:gd name="connsiteX58" fmla="*/ 401352 w 444231"/>
                <a:gd name="connsiteY58" fmla="*/ 367715 h 509334"/>
                <a:gd name="connsiteX59" fmla="*/ 406652 w 444231"/>
                <a:gd name="connsiteY59" fmla="*/ 370131 h 509334"/>
                <a:gd name="connsiteX60" fmla="*/ 411952 w 444231"/>
                <a:gd name="connsiteY60" fmla="*/ 373998 h 509334"/>
                <a:gd name="connsiteX61" fmla="*/ 416770 w 444231"/>
                <a:gd name="connsiteY61" fmla="*/ 377381 h 509334"/>
                <a:gd name="connsiteX62" fmla="*/ 422069 w 444231"/>
                <a:gd name="connsiteY62" fmla="*/ 382215 h 509334"/>
                <a:gd name="connsiteX63" fmla="*/ 426405 w 444231"/>
                <a:gd name="connsiteY63" fmla="*/ 386565 h 509334"/>
                <a:gd name="connsiteX64" fmla="*/ 430260 w 444231"/>
                <a:gd name="connsiteY64" fmla="*/ 391398 h 509334"/>
                <a:gd name="connsiteX65" fmla="*/ 433150 w 444231"/>
                <a:gd name="connsiteY65" fmla="*/ 397199 h 509334"/>
                <a:gd name="connsiteX66" fmla="*/ 436523 w 444231"/>
                <a:gd name="connsiteY66" fmla="*/ 402999 h 509334"/>
                <a:gd name="connsiteX67" fmla="*/ 438932 w 444231"/>
                <a:gd name="connsiteY67" fmla="*/ 409282 h 509334"/>
                <a:gd name="connsiteX68" fmla="*/ 440859 w 444231"/>
                <a:gd name="connsiteY68" fmla="*/ 414599 h 509334"/>
                <a:gd name="connsiteX69" fmla="*/ 442786 w 444231"/>
                <a:gd name="connsiteY69" fmla="*/ 421849 h 509334"/>
                <a:gd name="connsiteX70" fmla="*/ 443268 w 444231"/>
                <a:gd name="connsiteY70" fmla="*/ 428132 h 509334"/>
                <a:gd name="connsiteX71" fmla="*/ 444231 w 444231"/>
                <a:gd name="connsiteY71" fmla="*/ 434899 h 509334"/>
                <a:gd name="connsiteX72" fmla="*/ 443268 w 444231"/>
                <a:gd name="connsiteY72" fmla="*/ 442633 h 509334"/>
                <a:gd name="connsiteX73" fmla="*/ 442304 w 444231"/>
                <a:gd name="connsiteY73" fmla="*/ 450366 h 509334"/>
                <a:gd name="connsiteX74" fmla="*/ 440377 w 444231"/>
                <a:gd name="connsiteY74" fmla="*/ 457133 h 509334"/>
                <a:gd name="connsiteX75" fmla="*/ 437486 w 444231"/>
                <a:gd name="connsiteY75" fmla="*/ 463900 h 509334"/>
                <a:gd name="connsiteX76" fmla="*/ 434596 w 444231"/>
                <a:gd name="connsiteY76" fmla="*/ 470183 h 509334"/>
                <a:gd name="connsiteX77" fmla="*/ 430741 w 444231"/>
                <a:gd name="connsiteY77" fmla="*/ 476467 h 509334"/>
                <a:gd name="connsiteX78" fmla="*/ 426405 w 444231"/>
                <a:gd name="connsiteY78" fmla="*/ 482267 h 509334"/>
                <a:gd name="connsiteX79" fmla="*/ 422069 w 444231"/>
                <a:gd name="connsiteY79" fmla="*/ 487584 h 509334"/>
                <a:gd name="connsiteX80" fmla="*/ 416288 w 444231"/>
                <a:gd name="connsiteY80" fmla="*/ 492417 h 509334"/>
                <a:gd name="connsiteX81" fmla="*/ 410506 w 444231"/>
                <a:gd name="connsiteY81" fmla="*/ 496767 h 509334"/>
                <a:gd name="connsiteX82" fmla="*/ 405207 w 444231"/>
                <a:gd name="connsiteY82" fmla="*/ 500634 h 509334"/>
                <a:gd name="connsiteX83" fmla="*/ 397980 w 444231"/>
                <a:gd name="connsiteY83" fmla="*/ 504017 h 509334"/>
                <a:gd name="connsiteX84" fmla="*/ 391235 w 444231"/>
                <a:gd name="connsiteY84" fmla="*/ 506434 h 509334"/>
                <a:gd name="connsiteX85" fmla="*/ 384008 w 444231"/>
                <a:gd name="connsiteY85" fmla="*/ 508367 h 509334"/>
                <a:gd name="connsiteX86" fmla="*/ 376782 w 444231"/>
                <a:gd name="connsiteY86" fmla="*/ 509334 h 509334"/>
                <a:gd name="connsiteX87" fmla="*/ 369073 w 444231"/>
                <a:gd name="connsiteY87" fmla="*/ 509334 h 509334"/>
                <a:gd name="connsiteX88" fmla="*/ 362810 w 444231"/>
                <a:gd name="connsiteY88" fmla="*/ 509334 h 509334"/>
                <a:gd name="connsiteX89" fmla="*/ 356547 w 444231"/>
                <a:gd name="connsiteY89" fmla="*/ 508367 h 509334"/>
                <a:gd name="connsiteX90" fmla="*/ 350283 w 444231"/>
                <a:gd name="connsiteY90" fmla="*/ 506917 h 509334"/>
                <a:gd name="connsiteX91" fmla="*/ 344502 w 444231"/>
                <a:gd name="connsiteY91" fmla="*/ 504984 h 509334"/>
                <a:gd name="connsiteX92" fmla="*/ 338721 w 444231"/>
                <a:gd name="connsiteY92" fmla="*/ 503051 h 509334"/>
                <a:gd name="connsiteX93" fmla="*/ 333421 w 444231"/>
                <a:gd name="connsiteY93" fmla="*/ 500634 h 509334"/>
                <a:gd name="connsiteX94" fmla="*/ 328121 w 444231"/>
                <a:gd name="connsiteY94" fmla="*/ 497734 h 509334"/>
                <a:gd name="connsiteX95" fmla="*/ 323303 w 444231"/>
                <a:gd name="connsiteY95" fmla="*/ 493867 h 509334"/>
                <a:gd name="connsiteX96" fmla="*/ 318967 w 444231"/>
                <a:gd name="connsiteY96" fmla="*/ 490000 h 509334"/>
                <a:gd name="connsiteX97" fmla="*/ 314631 w 444231"/>
                <a:gd name="connsiteY97" fmla="*/ 485650 h 509334"/>
                <a:gd name="connsiteX98" fmla="*/ 310777 w 444231"/>
                <a:gd name="connsiteY98" fmla="*/ 481300 h 509334"/>
                <a:gd name="connsiteX99" fmla="*/ 306923 w 444231"/>
                <a:gd name="connsiteY99" fmla="*/ 475983 h 509334"/>
                <a:gd name="connsiteX100" fmla="*/ 303550 w 444231"/>
                <a:gd name="connsiteY100" fmla="*/ 471150 h 509334"/>
                <a:gd name="connsiteX101" fmla="*/ 301141 w 444231"/>
                <a:gd name="connsiteY101" fmla="*/ 465350 h 509334"/>
                <a:gd name="connsiteX102" fmla="*/ 298733 w 444231"/>
                <a:gd name="connsiteY102" fmla="*/ 459550 h 509334"/>
                <a:gd name="connsiteX103" fmla="*/ 296805 w 444231"/>
                <a:gd name="connsiteY103" fmla="*/ 453266 h 509334"/>
                <a:gd name="connsiteX104" fmla="*/ 295360 w 444231"/>
                <a:gd name="connsiteY104" fmla="*/ 444566 h 509334"/>
                <a:gd name="connsiteX105" fmla="*/ 294878 w 444231"/>
                <a:gd name="connsiteY105" fmla="*/ 434899 h 509334"/>
                <a:gd name="connsiteX106" fmla="*/ 294878 w 444231"/>
                <a:gd name="connsiteY106" fmla="*/ 427649 h 509334"/>
                <a:gd name="connsiteX107" fmla="*/ 296324 w 444231"/>
                <a:gd name="connsiteY107" fmla="*/ 419916 h 509334"/>
                <a:gd name="connsiteX108" fmla="*/ 298251 w 444231"/>
                <a:gd name="connsiteY108" fmla="*/ 412182 h 509334"/>
                <a:gd name="connsiteX109" fmla="*/ 300660 w 444231"/>
                <a:gd name="connsiteY109" fmla="*/ 405899 h 509334"/>
                <a:gd name="connsiteX110" fmla="*/ 303550 w 444231"/>
                <a:gd name="connsiteY110" fmla="*/ 399132 h 509334"/>
                <a:gd name="connsiteX111" fmla="*/ 307405 w 444231"/>
                <a:gd name="connsiteY111" fmla="*/ 392848 h 509334"/>
                <a:gd name="connsiteX112" fmla="*/ 311741 w 444231"/>
                <a:gd name="connsiteY112" fmla="*/ 387048 h 509334"/>
                <a:gd name="connsiteX113" fmla="*/ 316077 w 444231"/>
                <a:gd name="connsiteY113" fmla="*/ 382215 h 509334"/>
                <a:gd name="connsiteX114" fmla="*/ 321858 w 444231"/>
                <a:gd name="connsiteY114" fmla="*/ 376898 h 509334"/>
                <a:gd name="connsiteX115" fmla="*/ 327640 w 444231"/>
                <a:gd name="connsiteY115" fmla="*/ 372548 h 509334"/>
                <a:gd name="connsiteX116" fmla="*/ 333903 w 444231"/>
                <a:gd name="connsiteY116" fmla="*/ 368681 h 509334"/>
                <a:gd name="connsiteX117" fmla="*/ 340166 w 444231"/>
                <a:gd name="connsiteY117" fmla="*/ 366265 h 509334"/>
                <a:gd name="connsiteX118" fmla="*/ 346911 w 444231"/>
                <a:gd name="connsiteY118" fmla="*/ 363848 h 509334"/>
                <a:gd name="connsiteX119" fmla="*/ 354138 w 444231"/>
                <a:gd name="connsiteY119" fmla="*/ 361914 h 509334"/>
                <a:gd name="connsiteX120" fmla="*/ 361364 w 444231"/>
                <a:gd name="connsiteY120" fmla="*/ 360464 h 509334"/>
                <a:gd name="connsiteX121" fmla="*/ 97655 w 444231"/>
                <a:gd name="connsiteY121" fmla="*/ 214457 h 509334"/>
                <a:gd name="connsiteX122" fmla="*/ 97655 w 444231"/>
                <a:gd name="connsiteY122" fmla="*/ 407851 h 509334"/>
                <a:gd name="connsiteX123" fmla="*/ 42126 w 444231"/>
                <a:gd name="connsiteY123" fmla="*/ 407851 h 509334"/>
                <a:gd name="connsiteX124" fmla="*/ 42126 w 444231"/>
                <a:gd name="connsiteY124" fmla="*/ 223095 h 509334"/>
                <a:gd name="connsiteX125" fmla="*/ 126376 w 444231"/>
                <a:gd name="connsiteY125" fmla="*/ 183821 h 509334"/>
                <a:gd name="connsiteX126" fmla="*/ 181905 w 444231"/>
                <a:gd name="connsiteY126" fmla="*/ 192995 h 509334"/>
                <a:gd name="connsiteX127" fmla="*/ 181905 w 444231"/>
                <a:gd name="connsiteY127" fmla="*/ 407852 h 509334"/>
                <a:gd name="connsiteX128" fmla="*/ 126376 w 444231"/>
                <a:gd name="connsiteY128" fmla="*/ 407852 h 509334"/>
                <a:gd name="connsiteX129" fmla="*/ 266156 w 444231"/>
                <a:gd name="connsiteY129" fmla="*/ 149354 h 509334"/>
                <a:gd name="connsiteX130" fmla="*/ 266156 w 444231"/>
                <a:gd name="connsiteY130" fmla="*/ 407851 h 509334"/>
                <a:gd name="connsiteX131" fmla="*/ 212542 w 444231"/>
                <a:gd name="connsiteY131" fmla="*/ 407851 h 509334"/>
                <a:gd name="connsiteX132" fmla="*/ 212542 w 444231"/>
                <a:gd name="connsiteY132" fmla="*/ 158035 h 509334"/>
                <a:gd name="connsiteX133" fmla="*/ 350407 w 444231"/>
                <a:gd name="connsiteY133" fmla="*/ 65103 h 509334"/>
                <a:gd name="connsiteX134" fmla="*/ 350407 w 444231"/>
                <a:gd name="connsiteY134" fmla="*/ 346530 h 509334"/>
                <a:gd name="connsiteX135" fmla="*/ 342199 w 444231"/>
                <a:gd name="connsiteY135" fmla="*/ 348448 h 509334"/>
                <a:gd name="connsiteX136" fmla="*/ 333990 w 444231"/>
                <a:gd name="connsiteY136" fmla="*/ 350845 h 509334"/>
                <a:gd name="connsiteX137" fmla="*/ 326264 w 444231"/>
                <a:gd name="connsiteY137" fmla="*/ 353242 h 509334"/>
                <a:gd name="connsiteX138" fmla="*/ 319504 w 444231"/>
                <a:gd name="connsiteY138" fmla="*/ 357078 h 509334"/>
                <a:gd name="connsiteX139" fmla="*/ 312744 w 444231"/>
                <a:gd name="connsiteY139" fmla="*/ 361393 h 509334"/>
                <a:gd name="connsiteX140" fmla="*/ 306467 w 444231"/>
                <a:gd name="connsiteY140" fmla="*/ 365708 h 509334"/>
                <a:gd name="connsiteX141" fmla="*/ 300673 w 444231"/>
                <a:gd name="connsiteY141" fmla="*/ 371461 h 509334"/>
                <a:gd name="connsiteX142" fmla="*/ 294878 w 444231"/>
                <a:gd name="connsiteY142" fmla="*/ 377214 h 509334"/>
                <a:gd name="connsiteX143" fmla="*/ 294878 w 444231"/>
                <a:gd name="connsiteY143" fmla="*/ 121197 h 509334"/>
                <a:gd name="connsiteX144" fmla="*/ 258833 w 444231"/>
                <a:gd name="connsiteY144" fmla="*/ 0 h 509334"/>
                <a:gd name="connsiteX145" fmla="*/ 350407 w 444231"/>
                <a:gd name="connsiteY145" fmla="*/ 22732 h 509334"/>
                <a:gd name="connsiteX146" fmla="*/ 266025 w 444231"/>
                <a:gd name="connsiteY146" fmla="*/ 110275 h 509334"/>
                <a:gd name="connsiteX147" fmla="*/ 266025 w 444231"/>
                <a:gd name="connsiteY147" fmla="*/ 67229 h 509334"/>
                <a:gd name="connsiteX148" fmla="*/ 42126 w 444231"/>
                <a:gd name="connsiteY148" fmla="*/ 139779 h 509334"/>
                <a:gd name="connsiteX149" fmla="*/ 42126 w 444231"/>
                <a:gd name="connsiteY149" fmla="*/ 79321 h 509334"/>
                <a:gd name="connsiteX150" fmla="*/ 258833 w 444231"/>
                <a:gd name="connsiteY150" fmla="*/ 31922 h 509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444231" h="509334">
                  <a:moveTo>
                    <a:pt x="0" y="434657"/>
                  </a:moveTo>
                  <a:lnTo>
                    <a:pt x="273363" y="434657"/>
                  </a:lnTo>
                  <a:lnTo>
                    <a:pt x="273363" y="440478"/>
                  </a:lnTo>
                  <a:lnTo>
                    <a:pt x="274318" y="446299"/>
                  </a:lnTo>
                  <a:lnTo>
                    <a:pt x="275272" y="452120"/>
                  </a:lnTo>
                  <a:lnTo>
                    <a:pt x="276703" y="457456"/>
                  </a:lnTo>
                  <a:lnTo>
                    <a:pt x="279088" y="463762"/>
                  </a:lnTo>
                  <a:lnTo>
                    <a:pt x="281474" y="471038"/>
                  </a:lnTo>
                  <a:lnTo>
                    <a:pt x="0" y="471038"/>
                  </a:lnTo>
                  <a:close/>
                  <a:moveTo>
                    <a:pt x="364737" y="397682"/>
                  </a:moveTo>
                  <a:lnTo>
                    <a:pt x="362810" y="398165"/>
                  </a:lnTo>
                  <a:lnTo>
                    <a:pt x="361364" y="399132"/>
                  </a:lnTo>
                  <a:lnTo>
                    <a:pt x="360401" y="401065"/>
                  </a:lnTo>
                  <a:lnTo>
                    <a:pt x="360401" y="402999"/>
                  </a:lnTo>
                  <a:lnTo>
                    <a:pt x="360401" y="428616"/>
                  </a:lnTo>
                  <a:lnTo>
                    <a:pt x="333903" y="428616"/>
                  </a:lnTo>
                  <a:lnTo>
                    <a:pt x="331976" y="429099"/>
                  </a:lnTo>
                  <a:lnTo>
                    <a:pt x="330530" y="430549"/>
                  </a:lnTo>
                  <a:lnTo>
                    <a:pt x="329567" y="431999"/>
                  </a:lnTo>
                  <a:lnTo>
                    <a:pt x="329085" y="433933"/>
                  </a:lnTo>
                  <a:lnTo>
                    <a:pt x="329085" y="441183"/>
                  </a:lnTo>
                  <a:lnTo>
                    <a:pt x="329567" y="443116"/>
                  </a:lnTo>
                  <a:lnTo>
                    <a:pt x="330530" y="445050"/>
                  </a:lnTo>
                  <a:lnTo>
                    <a:pt x="331976" y="445533"/>
                  </a:lnTo>
                  <a:lnTo>
                    <a:pt x="333903" y="446500"/>
                  </a:lnTo>
                  <a:lnTo>
                    <a:pt x="360401" y="446500"/>
                  </a:lnTo>
                  <a:lnTo>
                    <a:pt x="360401" y="473083"/>
                  </a:lnTo>
                  <a:lnTo>
                    <a:pt x="360401" y="475017"/>
                  </a:lnTo>
                  <a:lnTo>
                    <a:pt x="361364" y="475983"/>
                  </a:lnTo>
                  <a:lnTo>
                    <a:pt x="362810" y="477433"/>
                  </a:lnTo>
                  <a:lnTo>
                    <a:pt x="364737" y="477433"/>
                  </a:lnTo>
                  <a:lnTo>
                    <a:pt x="372927" y="477433"/>
                  </a:lnTo>
                  <a:lnTo>
                    <a:pt x="374854" y="477433"/>
                  </a:lnTo>
                  <a:lnTo>
                    <a:pt x="375818" y="475983"/>
                  </a:lnTo>
                  <a:lnTo>
                    <a:pt x="377263" y="475017"/>
                  </a:lnTo>
                  <a:lnTo>
                    <a:pt x="377263" y="473083"/>
                  </a:lnTo>
                  <a:lnTo>
                    <a:pt x="377263" y="446500"/>
                  </a:lnTo>
                  <a:lnTo>
                    <a:pt x="403761" y="446500"/>
                  </a:lnTo>
                  <a:lnTo>
                    <a:pt x="405689" y="445533"/>
                  </a:lnTo>
                  <a:lnTo>
                    <a:pt x="406652" y="445050"/>
                  </a:lnTo>
                  <a:lnTo>
                    <a:pt x="408097" y="443116"/>
                  </a:lnTo>
                  <a:lnTo>
                    <a:pt x="408097" y="441183"/>
                  </a:lnTo>
                  <a:lnTo>
                    <a:pt x="408097" y="433933"/>
                  </a:lnTo>
                  <a:lnTo>
                    <a:pt x="408097" y="431999"/>
                  </a:lnTo>
                  <a:lnTo>
                    <a:pt x="406652" y="430549"/>
                  </a:lnTo>
                  <a:lnTo>
                    <a:pt x="405689" y="429099"/>
                  </a:lnTo>
                  <a:lnTo>
                    <a:pt x="403761" y="428616"/>
                  </a:lnTo>
                  <a:lnTo>
                    <a:pt x="377263" y="428616"/>
                  </a:lnTo>
                  <a:lnTo>
                    <a:pt x="377263" y="402999"/>
                  </a:lnTo>
                  <a:lnTo>
                    <a:pt x="377263" y="401065"/>
                  </a:lnTo>
                  <a:lnTo>
                    <a:pt x="375818" y="399132"/>
                  </a:lnTo>
                  <a:lnTo>
                    <a:pt x="374854" y="398165"/>
                  </a:lnTo>
                  <a:lnTo>
                    <a:pt x="372927" y="397682"/>
                  </a:lnTo>
                  <a:close/>
                  <a:moveTo>
                    <a:pt x="369073" y="359981"/>
                  </a:moveTo>
                  <a:lnTo>
                    <a:pt x="375818" y="360464"/>
                  </a:lnTo>
                  <a:lnTo>
                    <a:pt x="382563" y="360948"/>
                  </a:lnTo>
                  <a:lnTo>
                    <a:pt x="389308" y="362398"/>
                  </a:lnTo>
                  <a:lnTo>
                    <a:pt x="395089" y="364815"/>
                  </a:lnTo>
                  <a:lnTo>
                    <a:pt x="401352" y="367715"/>
                  </a:lnTo>
                  <a:lnTo>
                    <a:pt x="406652" y="370131"/>
                  </a:lnTo>
                  <a:lnTo>
                    <a:pt x="411952" y="373998"/>
                  </a:lnTo>
                  <a:lnTo>
                    <a:pt x="416770" y="377381"/>
                  </a:lnTo>
                  <a:lnTo>
                    <a:pt x="422069" y="382215"/>
                  </a:lnTo>
                  <a:lnTo>
                    <a:pt x="426405" y="386565"/>
                  </a:lnTo>
                  <a:lnTo>
                    <a:pt x="430260" y="391398"/>
                  </a:lnTo>
                  <a:lnTo>
                    <a:pt x="433150" y="397199"/>
                  </a:lnTo>
                  <a:lnTo>
                    <a:pt x="436523" y="402999"/>
                  </a:lnTo>
                  <a:lnTo>
                    <a:pt x="438932" y="409282"/>
                  </a:lnTo>
                  <a:lnTo>
                    <a:pt x="440859" y="414599"/>
                  </a:lnTo>
                  <a:lnTo>
                    <a:pt x="442786" y="421849"/>
                  </a:lnTo>
                  <a:lnTo>
                    <a:pt x="443268" y="428132"/>
                  </a:lnTo>
                  <a:lnTo>
                    <a:pt x="444231" y="434899"/>
                  </a:lnTo>
                  <a:lnTo>
                    <a:pt x="443268" y="442633"/>
                  </a:lnTo>
                  <a:lnTo>
                    <a:pt x="442304" y="450366"/>
                  </a:lnTo>
                  <a:lnTo>
                    <a:pt x="440377" y="457133"/>
                  </a:lnTo>
                  <a:lnTo>
                    <a:pt x="437486" y="463900"/>
                  </a:lnTo>
                  <a:lnTo>
                    <a:pt x="434596" y="470183"/>
                  </a:lnTo>
                  <a:lnTo>
                    <a:pt x="430741" y="476467"/>
                  </a:lnTo>
                  <a:lnTo>
                    <a:pt x="426405" y="482267"/>
                  </a:lnTo>
                  <a:lnTo>
                    <a:pt x="422069" y="487584"/>
                  </a:lnTo>
                  <a:lnTo>
                    <a:pt x="416288" y="492417"/>
                  </a:lnTo>
                  <a:lnTo>
                    <a:pt x="410506" y="496767"/>
                  </a:lnTo>
                  <a:lnTo>
                    <a:pt x="405207" y="500634"/>
                  </a:lnTo>
                  <a:lnTo>
                    <a:pt x="397980" y="504017"/>
                  </a:lnTo>
                  <a:lnTo>
                    <a:pt x="391235" y="506434"/>
                  </a:lnTo>
                  <a:lnTo>
                    <a:pt x="384008" y="508367"/>
                  </a:lnTo>
                  <a:lnTo>
                    <a:pt x="376782" y="509334"/>
                  </a:lnTo>
                  <a:lnTo>
                    <a:pt x="369073" y="509334"/>
                  </a:lnTo>
                  <a:lnTo>
                    <a:pt x="362810" y="509334"/>
                  </a:lnTo>
                  <a:lnTo>
                    <a:pt x="356547" y="508367"/>
                  </a:lnTo>
                  <a:lnTo>
                    <a:pt x="350283" y="506917"/>
                  </a:lnTo>
                  <a:lnTo>
                    <a:pt x="344502" y="504984"/>
                  </a:lnTo>
                  <a:lnTo>
                    <a:pt x="338721" y="503051"/>
                  </a:lnTo>
                  <a:lnTo>
                    <a:pt x="333421" y="500634"/>
                  </a:lnTo>
                  <a:lnTo>
                    <a:pt x="328121" y="497734"/>
                  </a:lnTo>
                  <a:lnTo>
                    <a:pt x="323303" y="493867"/>
                  </a:lnTo>
                  <a:lnTo>
                    <a:pt x="318967" y="490000"/>
                  </a:lnTo>
                  <a:lnTo>
                    <a:pt x="314631" y="485650"/>
                  </a:lnTo>
                  <a:lnTo>
                    <a:pt x="310777" y="481300"/>
                  </a:lnTo>
                  <a:lnTo>
                    <a:pt x="306923" y="475983"/>
                  </a:lnTo>
                  <a:lnTo>
                    <a:pt x="303550" y="471150"/>
                  </a:lnTo>
                  <a:lnTo>
                    <a:pt x="301141" y="465350"/>
                  </a:lnTo>
                  <a:lnTo>
                    <a:pt x="298733" y="459550"/>
                  </a:lnTo>
                  <a:lnTo>
                    <a:pt x="296805" y="453266"/>
                  </a:lnTo>
                  <a:lnTo>
                    <a:pt x="295360" y="444566"/>
                  </a:lnTo>
                  <a:lnTo>
                    <a:pt x="294878" y="434899"/>
                  </a:lnTo>
                  <a:lnTo>
                    <a:pt x="294878" y="427649"/>
                  </a:lnTo>
                  <a:lnTo>
                    <a:pt x="296324" y="419916"/>
                  </a:lnTo>
                  <a:lnTo>
                    <a:pt x="298251" y="412182"/>
                  </a:lnTo>
                  <a:lnTo>
                    <a:pt x="300660" y="405899"/>
                  </a:lnTo>
                  <a:lnTo>
                    <a:pt x="303550" y="399132"/>
                  </a:lnTo>
                  <a:lnTo>
                    <a:pt x="307405" y="392848"/>
                  </a:lnTo>
                  <a:lnTo>
                    <a:pt x="311741" y="387048"/>
                  </a:lnTo>
                  <a:lnTo>
                    <a:pt x="316077" y="382215"/>
                  </a:lnTo>
                  <a:lnTo>
                    <a:pt x="321858" y="376898"/>
                  </a:lnTo>
                  <a:lnTo>
                    <a:pt x="327640" y="372548"/>
                  </a:lnTo>
                  <a:lnTo>
                    <a:pt x="333903" y="368681"/>
                  </a:lnTo>
                  <a:lnTo>
                    <a:pt x="340166" y="366265"/>
                  </a:lnTo>
                  <a:lnTo>
                    <a:pt x="346911" y="363848"/>
                  </a:lnTo>
                  <a:lnTo>
                    <a:pt x="354138" y="361914"/>
                  </a:lnTo>
                  <a:lnTo>
                    <a:pt x="361364" y="360464"/>
                  </a:lnTo>
                  <a:close/>
                  <a:moveTo>
                    <a:pt x="97655" y="214457"/>
                  </a:moveTo>
                  <a:lnTo>
                    <a:pt x="97655" y="407851"/>
                  </a:lnTo>
                  <a:lnTo>
                    <a:pt x="42126" y="407851"/>
                  </a:lnTo>
                  <a:lnTo>
                    <a:pt x="42126" y="223095"/>
                  </a:lnTo>
                  <a:close/>
                  <a:moveTo>
                    <a:pt x="126376" y="183821"/>
                  </a:moveTo>
                  <a:lnTo>
                    <a:pt x="181905" y="192995"/>
                  </a:lnTo>
                  <a:lnTo>
                    <a:pt x="181905" y="407852"/>
                  </a:lnTo>
                  <a:lnTo>
                    <a:pt x="126376" y="407852"/>
                  </a:lnTo>
                  <a:close/>
                  <a:moveTo>
                    <a:pt x="266156" y="149354"/>
                  </a:moveTo>
                  <a:lnTo>
                    <a:pt x="266156" y="407851"/>
                  </a:lnTo>
                  <a:lnTo>
                    <a:pt x="212542" y="407851"/>
                  </a:lnTo>
                  <a:lnTo>
                    <a:pt x="212542" y="158035"/>
                  </a:lnTo>
                  <a:close/>
                  <a:moveTo>
                    <a:pt x="350407" y="65103"/>
                  </a:moveTo>
                  <a:lnTo>
                    <a:pt x="350407" y="346530"/>
                  </a:lnTo>
                  <a:lnTo>
                    <a:pt x="342199" y="348448"/>
                  </a:lnTo>
                  <a:lnTo>
                    <a:pt x="333990" y="350845"/>
                  </a:lnTo>
                  <a:lnTo>
                    <a:pt x="326264" y="353242"/>
                  </a:lnTo>
                  <a:lnTo>
                    <a:pt x="319504" y="357078"/>
                  </a:lnTo>
                  <a:lnTo>
                    <a:pt x="312744" y="361393"/>
                  </a:lnTo>
                  <a:lnTo>
                    <a:pt x="306467" y="365708"/>
                  </a:lnTo>
                  <a:lnTo>
                    <a:pt x="300673" y="371461"/>
                  </a:lnTo>
                  <a:lnTo>
                    <a:pt x="294878" y="377214"/>
                  </a:lnTo>
                  <a:lnTo>
                    <a:pt x="294878" y="121197"/>
                  </a:lnTo>
                  <a:close/>
                  <a:moveTo>
                    <a:pt x="258833" y="0"/>
                  </a:moveTo>
                  <a:lnTo>
                    <a:pt x="350407" y="22732"/>
                  </a:lnTo>
                  <a:lnTo>
                    <a:pt x="266025" y="110275"/>
                  </a:lnTo>
                  <a:lnTo>
                    <a:pt x="266025" y="67229"/>
                  </a:lnTo>
                  <a:lnTo>
                    <a:pt x="42126" y="139779"/>
                  </a:lnTo>
                  <a:lnTo>
                    <a:pt x="42126" y="79321"/>
                  </a:lnTo>
                  <a:lnTo>
                    <a:pt x="258833" y="3192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/>
            </a:p>
          </p:txBody>
        </p:sp>
        <p:sp>
          <p:nvSpPr>
            <p:cNvPr id="23" name="iṣliďê"/>
            <p:cNvSpPr/>
            <p:nvPr/>
          </p:nvSpPr>
          <p:spPr bwMode="auto">
            <a:xfrm>
              <a:off x="2101169" y="2216452"/>
              <a:ext cx="444071" cy="555561"/>
            </a:xfrm>
            <a:custGeom>
              <a:avLst/>
              <a:gdLst>
                <a:gd name="connsiteX0" fmla="*/ 278786 w 357774"/>
                <a:gd name="connsiteY0" fmla="*/ 336079 h 447598"/>
                <a:gd name="connsiteX1" fmla="*/ 276879 w 357774"/>
                <a:gd name="connsiteY1" fmla="*/ 336460 h 447598"/>
                <a:gd name="connsiteX2" fmla="*/ 275352 w 357774"/>
                <a:gd name="connsiteY2" fmla="*/ 337602 h 447598"/>
                <a:gd name="connsiteX3" fmla="*/ 274207 w 357774"/>
                <a:gd name="connsiteY3" fmla="*/ 339124 h 447598"/>
                <a:gd name="connsiteX4" fmla="*/ 273826 w 357774"/>
                <a:gd name="connsiteY4" fmla="*/ 340647 h 447598"/>
                <a:gd name="connsiteX5" fmla="*/ 273826 w 357774"/>
                <a:gd name="connsiteY5" fmla="*/ 366909 h 447598"/>
                <a:gd name="connsiteX6" fmla="*/ 247878 w 357774"/>
                <a:gd name="connsiteY6" fmla="*/ 366909 h 447598"/>
                <a:gd name="connsiteX7" fmla="*/ 245970 w 357774"/>
                <a:gd name="connsiteY7" fmla="*/ 367289 h 447598"/>
                <a:gd name="connsiteX8" fmla="*/ 244444 w 357774"/>
                <a:gd name="connsiteY8" fmla="*/ 368431 h 447598"/>
                <a:gd name="connsiteX9" fmla="*/ 243299 w 357774"/>
                <a:gd name="connsiteY9" fmla="*/ 369954 h 447598"/>
                <a:gd name="connsiteX10" fmla="*/ 242918 w 357774"/>
                <a:gd name="connsiteY10" fmla="*/ 371857 h 447598"/>
                <a:gd name="connsiteX11" fmla="*/ 242918 w 357774"/>
                <a:gd name="connsiteY11" fmla="*/ 379850 h 447598"/>
                <a:gd name="connsiteX12" fmla="*/ 243299 w 357774"/>
                <a:gd name="connsiteY12" fmla="*/ 381372 h 447598"/>
                <a:gd name="connsiteX13" fmla="*/ 244444 w 357774"/>
                <a:gd name="connsiteY13" fmla="*/ 382894 h 447598"/>
                <a:gd name="connsiteX14" fmla="*/ 245970 w 357774"/>
                <a:gd name="connsiteY14" fmla="*/ 384036 h 447598"/>
                <a:gd name="connsiteX15" fmla="*/ 247878 w 357774"/>
                <a:gd name="connsiteY15" fmla="*/ 384417 h 447598"/>
                <a:gd name="connsiteX16" fmla="*/ 273826 w 357774"/>
                <a:gd name="connsiteY16" fmla="*/ 384417 h 447598"/>
                <a:gd name="connsiteX17" fmla="*/ 273826 w 357774"/>
                <a:gd name="connsiteY17" fmla="*/ 410679 h 447598"/>
                <a:gd name="connsiteX18" fmla="*/ 274207 w 357774"/>
                <a:gd name="connsiteY18" fmla="*/ 412582 h 447598"/>
                <a:gd name="connsiteX19" fmla="*/ 275352 w 357774"/>
                <a:gd name="connsiteY19" fmla="*/ 414104 h 447598"/>
                <a:gd name="connsiteX20" fmla="*/ 276879 w 357774"/>
                <a:gd name="connsiteY20" fmla="*/ 415246 h 447598"/>
                <a:gd name="connsiteX21" fmla="*/ 278786 w 357774"/>
                <a:gd name="connsiteY21" fmla="*/ 415627 h 447598"/>
                <a:gd name="connsiteX22" fmla="*/ 286800 w 357774"/>
                <a:gd name="connsiteY22" fmla="*/ 415627 h 447598"/>
                <a:gd name="connsiteX23" fmla="*/ 288708 w 357774"/>
                <a:gd name="connsiteY23" fmla="*/ 415246 h 447598"/>
                <a:gd name="connsiteX24" fmla="*/ 290234 w 357774"/>
                <a:gd name="connsiteY24" fmla="*/ 414104 h 447598"/>
                <a:gd name="connsiteX25" fmla="*/ 290997 w 357774"/>
                <a:gd name="connsiteY25" fmla="*/ 412582 h 447598"/>
                <a:gd name="connsiteX26" fmla="*/ 290997 w 357774"/>
                <a:gd name="connsiteY26" fmla="*/ 410679 h 447598"/>
                <a:gd name="connsiteX27" fmla="*/ 290997 w 357774"/>
                <a:gd name="connsiteY27" fmla="*/ 384417 h 447598"/>
                <a:gd name="connsiteX28" fmla="*/ 317708 w 357774"/>
                <a:gd name="connsiteY28" fmla="*/ 384417 h 447598"/>
                <a:gd name="connsiteX29" fmla="*/ 319616 w 357774"/>
                <a:gd name="connsiteY29" fmla="*/ 384036 h 447598"/>
                <a:gd name="connsiteX30" fmla="*/ 321142 w 357774"/>
                <a:gd name="connsiteY30" fmla="*/ 382894 h 447598"/>
                <a:gd name="connsiteX31" fmla="*/ 321905 w 357774"/>
                <a:gd name="connsiteY31" fmla="*/ 381372 h 447598"/>
                <a:gd name="connsiteX32" fmla="*/ 322668 w 357774"/>
                <a:gd name="connsiteY32" fmla="*/ 379850 h 447598"/>
                <a:gd name="connsiteX33" fmla="*/ 322668 w 357774"/>
                <a:gd name="connsiteY33" fmla="*/ 371857 h 447598"/>
                <a:gd name="connsiteX34" fmla="*/ 321905 w 357774"/>
                <a:gd name="connsiteY34" fmla="*/ 369954 h 447598"/>
                <a:gd name="connsiteX35" fmla="*/ 321142 w 357774"/>
                <a:gd name="connsiteY35" fmla="*/ 368431 h 447598"/>
                <a:gd name="connsiteX36" fmla="*/ 319616 w 357774"/>
                <a:gd name="connsiteY36" fmla="*/ 367289 h 447598"/>
                <a:gd name="connsiteX37" fmla="*/ 317708 w 357774"/>
                <a:gd name="connsiteY37" fmla="*/ 366909 h 447598"/>
                <a:gd name="connsiteX38" fmla="*/ 290997 w 357774"/>
                <a:gd name="connsiteY38" fmla="*/ 366909 h 447598"/>
                <a:gd name="connsiteX39" fmla="*/ 290997 w 357774"/>
                <a:gd name="connsiteY39" fmla="*/ 340647 h 447598"/>
                <a:gd name="connsiteX40" fmla="*/ 290997 w 357774"/>
                <a:gd name="connsiteY40" fmla="*/ 339124 h 447598"/>
                <a:gd name="connsiteX41" fmla="*/ 290234 w 357774"/>
                <a:gd name="connsiteY41" fmla="*/ 337602 h 447598"/>
                <a:gd name="connsiteX42" fmla="*/ 288708 w 357774"/>
                <a:gd name="connsiteY42" fmla="*/ 336460 h 447598"/>
                <a:gd name="connsiteX43" fmla="*/ 286800 w 357774"/>
                <a:gd name="connsiteY43" fmla="*/ 336079 h 447598"/>
                <a:gd name="connsiteX44" fmla="*/ 283365 w 357774"/>
                <a:gd name="connsiteY44" fmla="*/ 298399 h 447598"/>
                <a:gd name="connsiteX45" fmla="*/ 289852 w 357774"/>
                <a:gd name="connsiteY45" fmla="*/ 298780 h 447598"/>
                <a:gd name="connsiteX46" fmla="*/ 296721 w 357774"/>
                <a:gd name="connsiteY46" fmla="*/ 299922 h 447598"/>
                <a:gd name="connsiteX47" fmla="*/ 303208 w 357774"/>
                <a:gd name="connsiteY47" fmla="*/ 301444 h 447598"/>
                <a:gd name="connsiteX48" fmla="*/ 309313 w 357774"/>
                <a:gd name="connsiteY48" fmla="*/ 303347 h 447598"/>
                <a:gd name="connsiteX49" fmla="*/ 315037 w 357774"/>
                <a:gd name="connsiteY49" fmla="*/ 306011 h 447598"/>
                <a:gd name="connsiteX50" fmla="*/ 321142 w 357774"/>
                <a:gd name="connsiteY50" fmla="*/ 308676 h 447598"/>
                <a:gd name="connsiteX51" fmla="*/ 326103 w 357774"/>
                <a:gd name="connsiteY51" fmla="*/ 312101 h 447598"/>
                <a:gd name="connsiteX52" fmla="*/ 331063 w 357774"/>
                <a:gd name="connsiteY52" fmla="*/ 316288 h 447598"/>
                <a:gd name="connsiteX53" fmla="*/ 336024 w 357774"/>
                <a:gd name="connsiteY53" fmla="*/ 320094 h 447598"/>
                <a:gd name="connsiteX54" fmla="*/ 340603 w 357774"/>
                <a:gd name="connsiteY54" fmla="*/ 325042 h 447598"/>
                <a:gd name="connsiteX55" fmla="*/ 344037 w 357774"/>
                <a:gd name="connsiteY55" fmla="*/ 329990 h 447598"/>
                <a:gd name="connsiteX56" fmla="*/ 347471 w 357774"/>
                <a:gd name="connsiteY56" fmla="*/ 335699 h 447598"/>
                <a:gd name="connsiteX57" fmla="*/ 350524 w 357774"/>
                <a:gd name="connsiteY57" fmla="*/ 341027 h 447598"/>
                <a:gd name="connsiteX58" fmla="*/ 352814 w 357774"/>
                <a:gd name="connsiteY58" fmla="*/ 347117 h 447598"/>
                <a:gd name="connsiteX59" fmla="*/ 355103 w 357774"/>
                <a:gd name="connsiteY59" fmla="*/ 353588 h 447598"/>
                <a:gd name="connsiteX60" fmla="*/ 356629 w 357774"/>
                <a:gd name="connsiteY60" fmla="*/ 360058 h 447598"/>
                <a:gd name="connsiteX61" fmla="*/ 357393 w 357774"/>
                <a:gd name="connsiteY61" fmla="*/ 366528 h 447598"/>
                <a:gd name="connsiteX62" fmla="*/ 357774 w 357774"/>
                <a:gd name="connsiteY62" fmla="*/ 372999 h 447598"/>
                <a:gd name="connsiteX63" fmla="*/ 357393 w 357774"/>
                <a:gd name="connsiteY63" fmla="*/ 380230 h 447598"/>
                <a:gd name="connsiteX64" fmla="*/ 356629 w 357774"/>
                <a:gd name="connsiteY64" fmla="*/ 387842 h 447598"/>
                <a:gd name="connsiteX65" fmla="*/ 354340 w 357774"/>
                <a:gd name="connsiteY65" fmla="*/ 395455 h 447598"/>
                <a:gd name="connsiteX66" fmla="*/ 352050 w 357774"/>
                <a:gd name="connsiteY66" fmla="*/ 402306 h 447598"/>
                <a:gd name="connsiteX67" fmla="*/ 348998 w 357774"/>
                <a:gd name="connsiteY67" fmla="*/ 408776 h 447598"/>
                <a:gd name="connsiteX68" fmla="*/ 345182 w 357774"/>
                <a:gd name="connsiteY68" fmla="*/ 414866 h 447598"/>
                <a:gd name="connsiteX69" fmla="*/ 340603 w 357774"/>
                <a:gd name="connsiteY69" fmla="*/ 420575 h 447598"/>
                <a:gd name="connsiteX70" fmla="*/ 336024 w 357774"/>
                <a:gd name="connsiteY70" fmla="*/ 425523 h 447598"/>
                <a:gd name="connsiteX71" fmla="*/ 330682 w 357774"/>
                <a:gd name="connsiteY71" fmla="*/ 430471 h 447598"/>
                <a:gd name="connsiteX72" fmla="*/ 324958 w 357774"/>
                <a:gd name="connsiteY72" fmla="*/ 435038 h 447598"/>
                <a:gd name="connsiteX73" fmla="*/ 318471 w 357774"/>
                <a:gd name="connsiteY73" fmla="*/ 438464 h 447598"/>
                <a:gd name="connsiteX74" fmla="*/ 311984 w 357774"/>
                <a:gd name="connsiteY74" fmla="*/ 441508 h 447598"/>
                <a:gd name="connsiteX75" fmla="*/ 305116 w 357774"/>
                <a:gd name="connsiteY75" fmla="*/ 444173 h 447598"/>
                <a:gd name="connsiteX76" fmla="*/ 298247 w 357774"/>
                <a:gd name="connsiteY76" fmla="*/ 446076 h 447598"/>
                <a:gd name="connsiteX77" fmla="*/ 290615 w 357774"/>
                <a:gd name="connsiteY77" fmla="*/ 446837 h 447598"/>
                <a:gd name="connsiteX78" fmla="*/ 283365 w 357774"/>
                <a:gd name="connsiteY78" fmla="*/ 447598 h 447598"/>
                <a:gd name="connsiteX79" fmla="*/ 276879 w 357774"/>
                <a:gd name="connsiteY79" fmla="*/ 447598 h 447598"/>
                <a:gd name="connsiteX80" fmla="*/ 270392 w 357774"/>
                <a:gd name="connsiteY80" fmla="*/ 446456 h 447598"/>
                <a:gd name="connsiteX81" fmla="*/ 264286 w 357774"/>
                <a:gd name="connsiteY81" fmla="*/ 444934 h 447598"/>
                <a:gd name="connsiteX82" fmla="*/ 258181 w 357774"/>
                <a:gd name="connsiteY82" fmla="*/ 443411 h 447598"/>
                <a:gd name="connsiteX83" fmla="*/ 252457 w 357774"/>
                <a:gd name="connsiteY83" fmla="*/ 441128 h 447598"/>
                <a:gd name="connsiteX84" fmla="*/ 246733 w 357774"/>
                <a:gd name="connsiteY84" fmla="*/ 438464 h 447598"/>
                <a:gd name="connsiteX85" fmla="*/ 241773 w 357774"/>
                <a:gd name="connsiteY85" fmla="*/ 435038 h 447598"/>
                <a:gd name="connsiteX86" fmla="*/ 236812 w 357774"/>
                <a:gd name="connsiteY86" fmla="*/ 431613 h 447598"/>
                <a:gd name="connsiteX87" fmla="*/ 232233 w 357774"/>
                <a:gd name="connsiteY87" fmla="*/ 427426 h 447598"/>
                <a:gd name="connsiteX88" fmla="*/ 228036 w 357774"/>
                <a:gd name="connsiteY88" fmla="*/ 423620 h 447598"/>
                <a:gd name="connsiteX89" fmla="*/ 223838 w 357774"/>
                <a:gd name="connsiteY89" fmla="*/ 418672 h 447598"/>
                <a:gd name="connsiteX90" fmla="*/ 220404 w 357774"/>
                <a:gd name="connsiteY90" fmla="*/ 414104 h 447598"/>
                <a:gd name="connsiteX91" fmla="*/ 217352 w 357774"/>
                <a:gd name="connsiteY91" fmla="*/ 408776 h 447598"/>
                <a:gd name="connsiteX92" fmla="*/ 215062 w 357774"/>
                <a:gd name="connsiteY92" fmla="*/ 403067 h 447598"/>
                <a:gd name="connsiteX93" fmla="*/ 212391 w 357774"/>
                <a:gd name="connsiteY93" fmla="*/ 397738 h 447598"/>
                <a:gd name="connsiteX94" fmla="*/ 210483 w 357774"/>
                <a:gd name="connsiteY94" fmla="*/ 391649 h 447598"/>
                <a:gd name="connsiteX95" fmla="*/ 208957 w 357774"/>
                <a:gd name="connsiteY95" fmla="*/ 382514 h 447598"/>
                <a:gd name="connsiteX96" fmla="*/ 208575 w 357774"/>
                <a:gd name="connsiteY96" fmla="*/ 377947 h 447598"/>
                <a:gd name="connsiteX97" fmla="*/ 208575 w 357774"/>
                <a:gd name="connsiteY97" fmla="*/ 372999 h 447598"/>
                <a:gd name="connsiteX98" fmla="*/ 208575 w 357774"/>
                <a:gd name="connsiteY98" fmla="*/ 365386 h 447598"/>
                <a:gd name="connsiteX99" fmla="*/ 210101 w 357774"/>
                <a:gd name="connsiteY99" fmla="*/ 358155 h 447598"/>
                <a:gd name="connsiteX100" fmla="*/ 211628 w 357774"/>
                <a:gd name="connsiteY100" fmla="*/ 350923 h 447598"/>
                <a:gd name="connsiteX101" fmla="*/ 214299 w 357774"/>
                <a:gd name="connsiteY101" fmla="*/ 344072 h 447598"/>
                <a:gd name="connsiteX102" fmla="*/ 217352 w 357774"/>
                <a:gd name="connsiteY102" fmla="*/ 337602 h 447598"/>
                <a:gd name="connsiteX103" fmla="*/ 220786 w 357774"/>
                <a:gd name="connsiteY103" fmla="*/ 331132 h 447598"/>
                <a:gd name="connsiteX104" fmla="*/ 225365 w 357774"/>
                <a:gd name="connsiteY104" fmla="*/ 325803 h 447598"/>
                <a:gd name="connsiteX105" fmla="*/ 230325 w 357774"/>
                <a:gd name="connsiteY105" fmla="*/ 320094 h 447598"/>
                <a:gd name="connsiteX106" fmla="*/ 235286 w 357774"/>
                <a:gd name="connsiteY106" fmla="*/ 315146 h 447598"/>
                <a:gd name="connsiteX107" fmla="*/ 241391 w 357774"/>
                <a:gd name="connsiteY107" fmla="*/ 311340 h 447598"/>
                <a:gd name="connsiteX108" fmla="*/ 247497 w 357774"/>
                <a:gd name="connsiteY108" fmla="*/ 307153 h 447598"/>
                <a:gd name="connsiteX109" fmla="*/ 253984 w 357774"/>
                <a:gd name="connsiteY109" fmla="*/ 304489 h 447598"/>
                <a:gd name="connsiteX110" fmla="*/ 260852 w 357774"/>
                <a:gd name="connsiteY110" fmla="*/ 301825 h 447598"/>
                <a:gd name="connsiteX111" fmla="*/ 267721 w 357774"/>
                <a:gd name="connsiteY111" fmla="*/ 299922 h 447598"/>
                <a:gd name="connsiteX112" fmla="*/ 275352 w 357774"/>
                <a:gd name="connsiteY112" fmla="*/ 298780 h 447598"/>
                <a:gd name="connsiteX113" fmla="*/ 59376 w 357774"/>
                <a:gd name="connsiteY113" fmla="*/ 111138 h 447598"/>
                <a:gd name="connsiteX114" fmla="*/ 260338 w 357774"/>
                <a:gd name="connsiteY114" fmla="*/ 111138 h 447598"/>
                <a:gd name="connsiteX115" fmla="*/ 260338 w 357774"/>
                <a:gd name="connsiteY115" fmla="*/ 198920 h 447598"/>
                <a:gd name="connsiteX116" fmla="*/ 260338 w 357774"/>
                <a:gd name="connsiteY116" fmla="*/ 219821 h 447598"/>
                <a:gd name="connsiteX117" fmla="*/ 260338 w 357774"/>
                <a:gd name="connsiteY117" fmla="*/ 285182 h 447598"/>
                <a:gd name="connsiteX118" fmla="*/ 254271 w 357774"/>
                <a:gd name="connsiteY118" fmla="*/ 287463 h 447598"/>
                <a:gd name="connsiteX119" fmla="*/ 248963 w 357774"/>
                <a:gd name="connsiteY119" fmla="*/ 289363 h 447598"/>
                <a:gd name="connsiteX120" fmla="*/ 243275 w 357774"/>
                <a:gd name="connsiteY120" fmla="*/ 291643 h 447598"/>
                <a:gd name="connsiteX121" fmla="*/ 237967 w 357774"/>
                <a:gd name="connsiteY121" fmla="*/ 294683 h 447598"/>
                <a:gd name="connsiteX122" fmla="*/ 233038 w 357774"/>
                <a:gd name="connsiteY122" fmla="*/ 298103 h 447598"/>
                <a:gd name="connsiteX123" fmla="*/ 228108 w 357774"/>
                <a:gd name="connsiteY123" fmla="*/ 301523 h 447598"/>
                <a:gd name="connsiteX124" fmla="*/ 223179 w 357774"/>
                <a:gd name="connsiteY124" fmla="*/ 305703 h 447598"/>
                <a:gd name="connsiteX125" fmla="*/ 219008 w 357774"/>
                <a:gd name="connsiteY125" fmla="*/ 309503 h 447598"/>
                <a:gd name="connsiteX126" fmla="*/ 214837 w 357774"/>
                <a:gd name="connsiteY126" fmla="*/ 314063 h 447598"/>
                <a:gd name="connsiteX127" fmla="*/ 211425 w 357774"/>
                <a:gd name="connsiteY127" fmla="*/ 319003 h 447598"/>
                <a:gd name="connsiteX128" fmla="*/ 207633 w 357774"/>
                <a:gd name="connsiteY128" fmla="*/ 323943 h 447598"/>
                <a:gd name="connsiteX129" fmla="*/ 204220 w 357774"/>
                <a:gd name="connsiteY129" fmla="*/ 328884 h 447598"/>
                <a:gd name="connsiteX130" fmla="*/ 201945 w 357774"/>
                <a:gd name="connsiteY130" fmla="*/ 334584 h 447598"/>
                <a:gd name="connsiteX131" fmla="*/ 199291 w 357774"/>
                <a:gd name="connsiteY131" fmla="*/ 339904 h 447598"/>
                <a:gd name="connsiteX132" fmla="*/ 197395 w 357774"/>
                <a:gd name="connsiteY132" fmla="*/ 345984 h 447598"/>
                <a:gd name="connsiteX133" fmla="*/ 195499 w 357774"/>
                <a:gd name="connsiteY133" fmla="*/ 351684 h 447598"/>
                <a:gd name="connsiteX134" fmla="*/ 146965 w 357774"/>
                <a:gd name="connsiteY134" fmla="*/ 351684 h 447598"/>
                <a:gd name="connsiteX135" fmla="*/ 146965 w 357774"/>
                <a:gd name="connsiteY135" fmla="*/ 261622 h 447598"/>
                <a:gd name="connsiteX136" fmla="*/ 59376 w 357774"/>
                <a:gd name="connsiteY136" fmla="*/ 261622 h 447598"/>
                <a:gd name="connsiteX137" fmla="*/ 152416 w 357774"/>
                <a:gd name="connsiteY137" fmla="*/ 0 h 447598"/>
                <a:gd name="connsiteX138" fmla="*/ 157764 w 357774"/>
                <a:gd name="connsiteY138" fmla="*/ 0 h 447598"/>
                <a:gd name="connsiteX139" fmla="*/ 162730 w 357774"/>
                <a:gd name="connsiteY139" fmla="*/ 0 h 447598"/>
                <a:gd name="connsiteX140" fmla="*/ 167695 w 357774"/>
                <a:gd name="connsiteY140" fmla="*/ 381 h 447598"/>
                <a:gd name="connsiteX141" fmla="*/ 172661 w 357774"/>
                <a:gd name="connsiteY141" fmla="*/ 1525 h 447598"/>
                <a:gd name="connsiteX142" fmla="*/ 176863 w 357774"/>
                <a:gd name="connsiteY142" fmla="*/ 2669 h 447598"/>
                <a:gd name="connsiteX143" fmla="*/ 181447 w 357774"/>
                <a:gd name="connsiteY143" fmla="*/ 3432 h 447598"/>
                <a:gd name="connsiteX144" fmla="*/ 185649 w 357774"/>
                <a:gd name="connsiteY144" fmla="*/ 4957 h 447598"/>
                <a:gd name="connsiteX145" fmla="*/ 189469 w 357774"/>
                <a:gd name="connsiteY145" fmla="*/ 6864 h 447598"/>
                <a:gd name="connsiteX146" fmla="*/ 192907 w 357774"/>
                <a:gd name="connsiteY146" fmla="*/ 8389 h 447598"/>
                <a:gd name="connsiteX147" fmla="*/ 195963 w 357774"/>
                <a:gd name="connsiteY147" fmla="*/ 11058 h 447598"/>
                <a:gd name="connsiteX148" fmla="*/ 199019 w 357774"/>
                <a:gd name="connsiteY148" fmla="*/ 12965 h 447598"/>
                <a:gd name="connsiteX149" fmla="*/ 201311 w 357774"/>
                <a:gd name="connsiteY149" fmla="*/ 15253 h 447598"/>
                <a:gd name="connsiteX150" fmla="*/ 203603 w 357774"/>
                <a:gd name="connsiteY150" fmla="*/ 17922 h 447598"/>
                <a:gd name="connsiteX151" fmla="*/ 205513 w 357774"/>
                <a:gd name="connsiteY151" fmla="*/ 20973 h 447598"/>
                <a:gd name="connsiteX152" fmla="*/ 206277 w 357774"/>
                <a:gd name="connsiteY152" fmla="*/ 23260 h 447598"/>
                <a:gd name="connsiteX153" fmla="*/ 207423 w 357774"/>
                <a:gd name="connsiteY153" fmla="*/ 26311 h 447598"/>
                <a:gd name="connsiteX154" fmla="*/ 207423 w 357774"/>
                <a:gd name="connsiteY154" fmla="*/ 29362 h 447598"/>
                <a:gd name="connsiteX155" fmla="*/ 207423 w 357774"/>
                <a:gd name="connsiteY155" fmla="*/ 30506 h 447598"/>
                <a:gd name="connsiteX156" fmla="*/ 261284 w 357774"/>
                <a:gd name="connsiteY156" fmla="*/ 30506 h 447598"/>
                <a:gd name="connsiteX157" fmla="*/ 261284 w 357774"/>
                <a:gd name="connsiteY157" fmla="*/ 55291 h 447598"/>
                <a:gd name="connsiteX158" fmla="*/ 261666 w 357774"/>
                <a:gd name="connsiteY158" fmla="*/ 55291 h 447598"/>
                <a:gd name="connsiteX159" fmla="*/ 315145 w 357774"/>
                <a:gd name="connsiteY159" fmla="*/ 55291 h 447598"/>
                <a:gd name="connsiteX160" fmla="*/ 315145 w 357774"/>
                <a:gd name="connsiteY160" fmla="*/ 287517 h 447598"/>
                <a:gd name="connsiteX161" fmla="*/ 308269 w 357774"/>
                <a:gd name="connsiteY161" fmla="*/ 285229 h 447598"/>
                <a:gd name="connsiteX162" fmla="*/ 300629 w 357774"/>
                <a:gd name="connsiteY162" fmla="*/ 283322 h 447598"/>
                <a:gd name="connsiteX163" fmla="*/ 292607 w 357774"/>
                <a:gd name="connsiteY163" fmla="*/ 282559 h 447598"/>
                <a:gd name="connsiteX164" fmla="*/ 285350 w 357774"/>
                <a:gd name="connsiteY164" fmla="*/ 282559 h 447598"/>
                <a:gd name="connsiteX165" fmla="*/ 278856 w 357774"/>
                <a:gd name="connsiteY165" fmla="*/ 282559 h 447598"/>
                <a:gd name="connsiteX166" fmla="*/ 278856 w 357774"/>
                <a:gd name="connsiteY166" fmla="*/ 240614 h 447598"/>
                <a:gd name="connsiteX167" fmla="*/ 278856 w 357774"/>
                <a:gd name="connsiteY167" fmla="*/ 219641 h 447598"/>
                <a:gd name="connsiteX168" fmla="*/ 278856 w 357774"/>
                <a:gd name="connsiteY168" fmla="*/ 198669 h 447598"/>
                <a:gd name="connsiteX169" fmla="*/ 278856 w 357774"/>
                <a:gd name="connsiteY169" fmla="*/ 88466 h 447598"/>
                <a:gd name="connsiteX170" fmla="*/ 242566 w 357774"/>
                <a:gd name="connsiteY170" fmla="*/ 88466 h 447598"/>
                <a:gd name="connsiteX171" fmla="*/ 242566 w 357774"/>
                <a:gd name="connsiteY171" fmla="*/ 88085 h 447598"/>
                <a:gd name="connsiteX172" fmla="*/ 242566 w 357774"/>
                <a:gd name="connsiteY172" fmla="*/ 57579 h 447598"/>
                <a:gd name="connsiteX173" fmla="*/ 247532 w 357774"/>
                <a:gd name="connsiteY173" fmla="*/ 57579 h 447598"/>
                <a:gd name="connsiteX174" fmla="*/ 247532 w 357774"/>
                <a:gd name="connsiteY174" fmla="*/ 38513 h 447598"/>
                <a:gd name="connsiteX175" fmla="*/ 231488 w 357774"/>
                <a:gd name="connsiteY175" fmla="*/ 38513 h 447598"/>
                <a:gd name="connsiteX176" fmla="*/ 231488 w 357774"/>
                <a:gd name="connsiteY176" fmla="*/ 57579 h 447598"/>
                <a:gd name="connsiteX177" fmla="*/ 236072 w 357774"/>
                <a:gd name="connsiteY177" fmla="*/ 57579 h 447598"/>
                <a:gd name="connsiteX178" fmla="*/ 236072 w 357774"/>
                <a:gd name="connsiteY178" fmla="*/ 88085 h 447598"/>
                <a:gd name="connsiteX179" fmla="*/ 83657 w 357774"/>
                <a:gd name="connsiteY179" fmla="*/ 88085 h 447598"/>
                <a:gd name="connsiteX180" fmla="*/ 83657 w 357774"/>
                <a:gd name="connsiteY180" fmla="*/ 57579 h 447598"/>
                <a:gd name="connsiteX181" fmla="*/ 88241 w 357774"/>
                <a:gd name="connsiteY181" fmla="*/ 57579 h 447598"/>
                <a:gd name="connsiteX182" fmla="*/ 88241 w 357774"/>
                <a:gd name="connsiteY182" fmla="*/ 38513 h 447598"/>
                <a:gd name="connsiteX183" fmla="*/ 72197 w 357774"/>
                <a:gd name="connsiteY183" fmla="*/ 38513 h 447598"/>
                <a:gd name="connsiteX184" fmla="*/ 72197 w 357774"/>
                <a:gd name="connsiteY184" fmla="*/ 57579 h 447598"/>
                <a:gd name="connsiteX185" fmla="*/ 77163 w 357774"/>
                <a:gd name="connsiteY185" fmla="*/ 57579 h 447598"/>
                <a:gd name="connsiteX186" fmla="*/ 77163 w 357774"/>
                <a:gd name="connsiteY186" fmla="*/ 88085 h 447598"/>
                <a:gd name="connsiteX187" fmla="*/ 77163 w 357774"/>
                <a:gd name="connsiteY187" fmla="*/ 88466 h 447598"/>
                <a:gd name="connsiteX188" fmla="*/ 40491 w 357774"/>
                <a:gd name="connsiteY188" fmla="*/ 88466 h 447598"/>
                <a:gd name="connsiteX189" fmla="*/ 40491 w 357774"/>
                <a:gd name="connsiteY189" fmla="*/ 265400 h 447598"/>
                <a:gd name="connsiteX190" fmla="*/ 140956 w 357774"/>
                <a:gd name="connsiteY190" fmla="*/ 373695 h 447598"/>
                <a:gd name="connsiteX191" fmla="*/ 192907 w 357774"/>
                <a:gd name="connsiteY191" fmla="*/ 373695 h 447598"/>
                <a:gd name="connsiteX192" fmla="*/ 192907 w 357774"/>
                <a:gd name="connsiteY192" fmla="*/ 374077 h 447598"/>
                <a:gd name="connsiteX193" fmla="*/ 192907 w 357774"/>
                <a:gd name="connsiteY193" fmla="*/ 379796 h 447598"/>
                <a:gd name="connsiteX194" fmla="*/ 194053 w 357774"/>
                <a:gd name="connsiteY194" fmla="*/ 385897 h 447598"/>
                <a:gd name="connsiteX195" fmla="*/ 194435 w 357774"/>
                <a:gd name="connsiteY195" fmla="*/ 391617 h 447598"/>
                <a:gd name="connsiteX196" fmla="*/ 195963 w 357774"/>
                <a:gd name="connsiteY196" fmla="*/ 396956 h 447598"/>
                <a:gd name="connsiteX197" fmla="*/ 197491 w 357774"/>
                <a:gd name="connsiteY197" fmla="*/ 402294 h 447598"/>
                <a:gd name="connsiteX198" fmla="*/ 199401 w 357774"/>
                <a:gd name="connsiteY198" fmla="*/ 408014 h 447598"/>
                <a:gd name="connsiteX199" fmla="*/ 0 w 357774"/>
                <a:gd name="connsiteY199" fmla="*/ 408014 h 447598"/>
                <a:gd name="connsiteX200" fmla="*/ 0 w 357774"/>
                <a:gd name="connsiteY200" fmla="*/ 55291 h 447598"/>
                <a:gd name="connsiteX201" fmla="*/ 54243 w 357774"/>
                <a:gd name="connsiteY201" fmla="*/ 55291 h 447598"/>
                <a:gd name="connsiteX202" fmla="*/ 54243 w 357774"/>
                <a:gd name="connsiteY202" fmla="*/ 30506 h 447598"/>
                <a:gd name="connsiteX203" fmla="*/ 107722 w 357774"/>
                <a:gd name="connsiteY203" fmla="*/ 30506 h 447598"/>
                <a:gd name="connsiteX204" fmla="*/ 107722 w 357774"/>
                <a:gd name="connsiteY204" fmla="*/ 29362 h 447598"/>
                <a:gd name="connsiteX205" fmla="*/ 108104 w 357774"/>
                <a:gd name="connsiteY205" fmla="*/ 26311 h 447598"/>
                <a:gd name="connsiteX206" fmla="*/ 109250 w 357774"/>
                <a:gd name="connsiteY206" fmla="*/ 23260 h 447598"/>
                <a:gd name="connsiteX207" fmla="*/ 110014 w 357774"/>
                <a:gd name="connsiteY207" fmla="*/ 20973 h 447598"/>
                <a:gd name="connsiteX208" fmla="*/ 111542 w 357774"/>
                <a:gd name="connsiteY208" fmla="*/ 17922 h 447598"/>
                <a:gd name="connsiteX209" fmla="*/ 114216 w 357774"/>
                <a:gd name="connsiteY209" fmla="*/ 15253 h 447598"/>
                <a:gd name="connsiteX210" fmla="*/ 116508 w 357774"/>
                <a:gd name="connsiteY210" fmla="*/ 12965 h 447598"/>
                <a:gd name="connsiteX211" fmla="*/ 119182 w 357774"/>
                <a:gd name="connsiteY211" fmla="*/ 11058 h 447598"/>
                <a:gd name="connsiteX212" fmla="*/ 122620 w 357774"/>
                <a:gd name="connsiteY212" fmla="*/ 8389 h 447598"/>
                <a:gd name="connsiteX213" fmla="*/ 126058 w 357774"/>
                <a:gd name="connsiteY213" fmla="*/ 6864 h 447598"/>
                <a:gd name="connsiteX214" fmla="*/ 129496 w 357774"/>
                <a:gd name="connsiteY214" fmla="*/ 4957 h 447598"/>
                <a:gd name="connsiteX215" fmla="*/ 134080 w 357774"/>
                <a:gd name="connsiteY215" fmla="*/ 3432 h 447598"/>
                <a:gd name="connsiteX216" fmla="*/ 138282 w 357774"/>
                <a:gd name="connsiteY216" fmla="*/ 2669 h 447598"/>
                <a:gd name="connsiteX217" fmla="*/ 143248 w 357774"/>
                <a:gd name="connsiteY217" fmla="*/ 1525 h 447598"/>
                <a:gd name="connsiteX218" fmla="*/ 147450 w 357774"/>
                <a:gd name="connsiteY218" fmla="*/ 381 h 447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357774" h="447598">
                  <a:moveTo>
                    <a:pt x="278786" y="336079"/>
                  </a:moveTo>
                  <a:lnTo>
                    <a:pt x="276879" y="336460"/>
                  </a:lnTo>
                  <a:lnTo>
                    <a:pt x="275352" y="337602"/>
                  </a:lnTo>
                  <a:lnTo>
                    <a:pt x="274207" y="339124"/>
                  </a:lnTo>
                  <a:lnTo>
                    <a:pt x="273826" y="340647"/>
                  </a:lnTo>
                  <a:lnTo>
                    <a:pt x="273826" y="366909"/>
                  </a:lnTo>
                  <a:lnTo>
                    <a:pt x="247878" y="366909"/>
                  </a:lnTo>
                  <a:lnTo>
                    <a:pt x="245970" y="367289"/>
                  </a:lnTo>
                  <a:lnTo>
                    <a:pt x="244444" y="368431"/>
                  </a:lnTo>
                  <a:lnTo>
                    <a:pt x="243299" y="369954"/>
                  </a:lnTo>
                  <a:lnTo>
                    <a:pt x="242918" y="371857"/>
                  </a:lnTo>
                  <a:lnTo>
                    <a:pt x="242918" y="379850"/>
                  </a:lnTo>
                  <a:lnTo>
                    <a:pt x="243299" y="381372"/>
                  </a:lnTo>
                  <a:lnTo>
                    <a:pt x="244444" y="382894"/>
                  </a:lnTo>
                  <a:lnTo>
                    <a:pt x="245970" y="384036"/>
                  </a:lnTo>
                  <a:lnTo>
                    <a:pt x="247878" y="384417"/>
                  </a:lnTo>
                  <a:lnTo>
                    <a:pt x="273826" y="384417"/>
                  </a:lnTo>
                  <a:lnTo>
                    <a:pt x="273826" y="410679"/>
                  </a:lnTo>
                  <a:lnTo>
                    <a:pt x="274207" y="412582"/>
                  </a:lnTo>
                  <a:lnTo>
                    <a:pt x="275352" y="414104"/>
                  </a:lnTo>
                  <a:lnTo>
                    <a:pt x="276879" y="415246"/>
                  </a:lnTo>
                  <a:lnTo>
                    <a:pt x="278786" y="415627"/>
                  </a:lnTo>
                  <a:lnTo>
                    <a:pt x="286800" y="415627"/>
                  </a:lnTo>
                  <a:lnTo>
                    <a:pt x="288708" y="415246"/>
                  </a:lnTo>
                  <a:lnTo>
                    <a:pt x="290234" y="414104"/>
                  </a:lnTo>
                  <a:lnTo>
                    <a:pt x="290997" y="412582"/>
                  </a:lnTo>
                  <a:lnTo>
                    <a:pt x="290997" y="410679"/>
                  </a:lnTo>
                  <a:lnTo>
                    <a:pt x="290997" y="384417"/>
                  </a:lnTo>
                  <a:lnTo>
                    <a:pt x="317708" y="384417"/>
                  </a:lnTo>
                  <a:lnTo>
                    <a:pt x="319616" y="384036"/>
                  </a:lnTo>
                  <a:lnTo>
                    <a:pt x="321142" y="382894"/>
                  </a:lnTo>
                  <a:lnTo>
                    <a:pt x="321905" y="381372"/>
                  </a:lnTo>
                  <a:lnTo>
                    <a:pt x="322668" y="379850"/>
                  </a:lnTo>
                  <a:lnTo>
                    <a:pt x="322668" y="371857"/>
                  </a:lnTo>
                  <a:lnTo>
                    <a:pt x="321905" y="369954"/>
                  </a:lnTo>
                  <a:lnTo>
                    <a:pt x="321142" y="368431"/>
                  </a:lnTo>
                  <a:lnTo>
                    <a:pt x="319616" y="367289"/>
                  </a:lnTo>
                  <a:lnTo>
                    <a:pt x="317708" y="366909"/>
                  </a:lnTo>
                  <a:lnTo>
                    <a:pt x="290997" y="366909"/>
                  </a:lnTo>
                  <a:lnTo>
                    <a:pt x="290997" y="340647"/>
                  </a:lnTo>
                  <a:lnTo>
                    <a:pt x="290997" y="339124"/>
                  </a:lnTo>
                  <a:lnTo>
                    <a:pt x="290234" y="337602"/>
                  </a:lnTo>
                  <a:lnTo>
                    <a:pt x="288708" y="336460"/>
                  </a:lnTo>
                  <a:lnTo>
                    <a:pt x="286800" y="336079"/>
                  </a:lnTo>
                  <a:close/>
                  <a:moveTo>
                    <a:pt x="283365" y="298399"/>
                  </a:moveTo>
                  <a:lnTo>
                    <a:pt x="289852" y="298780"/>
                  </a:lnTo>
                  <a:lnTo>
                    <a:pt x="296721" y="299922"/>
                  </a:lnTo>
                  <a:lnTo>
                    <a:pt x="303208" y="301444"/>
                  </a:lnTo>
                  <a:lnTo>
                    <a:pt x="309313" y="303347"/>
                  </a:lnTo>
                  <a:lnTo>
                    <a:pt x="315037" y="306011"/>
                  </a:lnTo>
                  <a:lnTo>
                    <a:pt x="321142" y="308676"/>
                  </a:lnTo>
                  <a:lnTo>
                    <a:pt x="326103" y="312101"/>
                  </a:lnTo>
                  <a:lnTo>
                    <a:pt x="331063" y="316288"/>
                  </a:lnTo>
                  <a:lnTo>
                    <a:pt x="336024" y="320094"/>
                  </a:lnTo>
                  <a:lnTo>
                    <a:pt x="340603" y="325042"/>
                  </a:lnTo>
                  <a:lnTo>
                    <a:pt x="344037" y="329990"/>
                  </a:lnTo>
                  <a:lnTo>
                    <a:pt x="347471" y="335699"/>
                  </a:lnTo>
                  <a:lnTo>
                    <a:pt x="350524" y="341027"/>
                  </a:lnTo>
                  <a:lnTo>
                    <a:pt x="352814" y="347117"/>
                  </a:lnTo>
                  <a:lnTo>
                    <a:pt x="355103" y="353588"/>
                  </a:lnTo>
                  <a:lnTo>
                    <a:pt x="356629" y="360058"/>
                  </a:lnTo>
                  <a:lnTo>
                    <a:pt x="357393" y="366528"/>
                  </a:lnTo>
                  <a:lnTo>
                    <a:pt x="357774" y="372999"/>
                  </a:lnTo>
                  <a:lnTo>
                    <a:pt x="357393" y="380230"/>
                  </a:lnTo>
                  <a:lnTo>
                    <a:pt x="356629" y="387842"/>
                  </a:lnTo>
                  <a:lnTo>
                    <a:pt x="354340" y="395455"/>
                  </a:lnTo>
                  <a:lnTo>
                    <a:pt x="352050" y="402306"/>
                  </a:lnTo>
                  <a:lnTo>
                    <a:pt x="348998" y="408776"/>
                  </a:lnTo>
                  <a:lnTo>
                    <a:pt x="345182" y="414866"/>
                  </a:lnTo>
                  <a:lnTo>
                    <a:pt x="340603" y="420575"/>
                  </a:lnTo>
                  <a:lnTo>
                    <a:pt x="336024" y="425523"/>
                  </a:lnTo>
                  <a:lnTo>
                    <a:pt x="330682" y="430471"/>
                  </a:lnTo>
                  <a:lnTo>
                    <a:pt x="324958" y="435038"/>
                  </a:lnTo>
                  <a:lnTo>
                    <a:pt x="318471" y="438464"/>
                  </a:lnTo>
                  <a:lnTo>
                    <a:pt x="311984" y="441508"/>
                  </a:lnTo>
                  <a:lnTo>
                    <a:pt x="305116" y="444173"/>
                  </a:lnTo>
                  <a:lnTo>
                    <a:pt x="298247" y="446076"/>
                  </a:lnTo>
                  <a:lnTo>
                    <a:pt x="290615" y="446837"/>
                  </a:lnTo>
                  <a:lnTo>
                    <a:pt x="283365" y="447598"/>
                  </a:lnTo>
                  <a:lnTo>
                    <a:pt x="276879" y="447598"/>
                  </a:lnTo>
                  <a:lnTo>
                    <a:pt x="270392" y="446456"/>
                  </a:lnTo>
                  <a:lnTo>
                    <a:pt x="264286" y="444934"/>
                  </a:lnTo>
                  <a:lnTo>
                    <a:pt x="258181" y="443411"/>
                  </a:lnTo>
                  <a:lnTo>
                    <a:pt x="252457" y="441128"/>
                  </a:lnTo>
                  <a:lnTo>
                    <a:pt x="246733" y="438464"/>
                  </a:lnTo>
                  <a:lnTo>
                    <a:pt x="241773" y="435038"/>
                  </a:lnTo>
                  <a:lnTo>
                    <a:pt x="236812" y="431613"/>
                  </a:lnTo>
                  <a:lnTo>
                    <a:pt x="232233" y="427426"/>
                  </a:lnTo>
                  <a:lnTo>
                    <a:pt x="228036" y="423620"/>
                  </a:lnTo>
                  <a:lnTo>
                    <a:pt x="223838" y="418672"/>
                  </a:lnTo>
                  <a:lnTo>
                    <a:pt x="220404" y="414104"/>
                  </a:lnTo>
                  <a:lnTo>
                    <a:pt x="217352" y="408776"/>
                  </a:lnTo>
                  <a:lnTo>
                    <a:pt x="215062" y="403067"/>
                  </a:lnTo>
                  <a:lnTo>
                    <a:pt x="212391" y="397738"/>
                  </a:lnTo>
                  <a:lnTo>
                    <a:pt x="210483" y="391649"/>
                  </a:lnTo>
                  <a:lnTo>
                    <a:pt x="208957" y="382514"/>
                  </a:lnTo>
                  <a:lnTo>
                    <a:pt x="208575" y="377947"/>
                  </a:lnTo>
                  <a:lnTo>
                    <a:pt x="208575" y="372999"/>
                  </a:lnTo>
                  <a:lnTo>
                    <a:pt x="208575" y="365386"/>
                  </a:lnTo>
                  <a:lnTo>
                    <a:pt x="210101" y="358155"/>
                  </a:lnTo>
                  <a:lnTo>
                    <a:pt x="211628" y="350923"/>
                  </a:lnTo>
                  <a:lnTo>
                    <a:pt x="214299" y="344072"/>
                  </a:lnTo>
                  <a:lnTo>
                    <a:pt x="217352" y="337602"/>
                  </a:lnTo>
                  <a:lnTo>
                    <a:pt x="220786" y="331132"/>
                  </a:lnTo>
                  <a:lnTo>
                    <a:pt x="225365" y="325803"/>
                  </a:lnTo>
                  <a:lnTo>
                    <a:pt x="230325" y="320094"/>
                  </a:lnTo>
                  <a:lnTo>
                    <a:pt x="235286" y="315146"/>
                  </a:lnTo>
                  <a:lnTo>
                    <a:pt x="241391" y="311340"/>
                  </a:lnTo>
                  <a:lnTo>
                    <a:pt x="247497" y="307153"/>
                  </a:lnTo>
                  <a:lnTo>
                    <a:pt x="253984" y="304489"/>
                  </a:lnTo>
                  <a:lnTo>
                    <a:pt x="260852" y="301825"/>
                  </a:lnTo>
                  <a:lnTo>
                    <a:pt x="267721" y="299922"/>
                  </a:lnTo>
                  <a:lnTo>
                    <a:pt x="275352" y="298780"/>
                  </a:lnTo>
                  <a:close/>
                  <a:moveTo>
                    <a:pt x="59376" y="111138"/>
                  </a:moveTo>
                  <a:lnTo>
                    <a:pt x="260338" y="111138"/>
                  </a:lnTo>
                  <a:lnTo>
                    <a:pt x="260338" y="198920"/>
                  </a:lnTo>
                  <a:lnTo>
                    <a:pt x="260338" y="219821"/>
                  </a:lnTo>
                  <a:lnTo>
                    <a:pt x="260338" y="285182"/>
                  </a:lnTo>
                  <a:lnTo>
                    <a:pt x="254271" y="287463"/>
                  </a:lnTo>
                  <a:lnTo>
                    <a:pt x="248963" y="289363"/>
                  </a:lnTo>
                  <a:lnTo>
                    <a:pt x="243275" y="291643"/>
                  </a:lnTo>
                  <a:lnTo>
                    <a:pt x="237967" y="294683"/>
                  </a:lnTo>
                  <a:lnTo>
                    <a:pt x="233038" y="298103"/>
                  </a:lnTo>
                  <a:lnTo>
                    <a:pt x="228108" y="301523"/>
                  </a:lnTo>
                  <a:lnTo>
                    <a:pt x="223179" y="305703"/>
                  </a:lnTo>
                  <a:lnTo>
                    <a:pt x="219008" y="309503"/>
                  </a:lnTo>
                  <a:lnTo>
                    <a:pt x="214837" y="314063"/>
                  </a:lnTo>
                  <a:lnTo>
                    <a:pt x="211425" y="319003"/>
                  </a:lnTo>
                  <a:lnTo>
                    <a:pt x="207633" y="323943"/>
                  </a:lnTo>
                  <a:lnTo>
                    <a:pt x="204220" y="328884"/>
                  </a:lnTo>
                  <a:lnTo>
                    <a:pt x="201945" y="334584"/>
                  </a:lnTo>
                  <a:lnTo>
                    <a:pt x="199291" y="339904"/>
                  </a:lnTo>
                  <a:lnTo>
                    <a:pt x="197395" y="345984"/>
                  </a:lnTo>
                  <a:lnTo>
                    <a:pt x="195499" y="351684"/>
                  </a:lnTo>
                  <a:lnTo>
                    <a:pt x="146965" y="351684"/>
                  </a:lnTo>
                  <a:lnTo>
                    <a:pt x="146965" y="261622"/>
                  </a:lnTo>
                  <a:lnTo>
                    <a:pt x="59376" y="261622"/>
                  </a:lnTo>
                  <a:close/>
                  <a:moveTo>
                    <a:pt x="152416" y="0"/>
                  </a:moveTo>
                  <a:lnTo>
                    <a:pt x="157764" y="0"/>
                  </a:lnTo>
                  <a:lnTo>
                    <a:pt x="162730" y="0"/>
                  </a:lnTo>
                  <a:lnTo>
                    <a:pt x="167695" y="381"/>
                  </a:lnTo>
                  <a:lnTo>
                    <a:pt x="172661" y="1525"/>
                  </a:lnTo>
                  <a:lnTo>
                    <a:pt x="176863" y="2669"/>
                  </a:lnTo>
                  <a:lnTo>
                    <a:pt x="181447" y="3432"/>
                  </a:lnTo>
                  <a:lnTo>
                    <a:pt x="185649" y="4957"/>
                  </a:lnTo>
                  <a:lnTo>
                    <a:pt x="189469" y="6864"/>
                  </a:lnTo>
                  <a:lnTo>
                    <a:pt x="192907" y="8389"/>
                  </a:lnTo>
                  <a:lnTo>
                    <a:pt x="195963" y="11058"/>
                  </a:lnTo>
                  <a:lnTo>
                    <a:pt x="199019" y="12965"/>
                  </a:lnTo>
                  <a:lnTo>
                    <a:pt x="201311" y="15253"/>
                  </a:lnTo>
                  <a:lnTo>
                    <a:pt x="203603" y="17922"/>
                  </a:lnTo>
                  <a:lnTo>
                    <a:pt x="205513" y="20973"/>
                  </a:lnTo>
                  <a:lnTo>
                    <a:pt x="206277" y="23260"/>
                  </a:lnTo>
                  <a:lnTo>
                    <a:pt x="207423" y="26311"/>
                  </a:lnTo>
                  <a:lnTo>
                    <a:pt x="207423" y="29362"/>
                  </a:lnTo>
                  <a:lnTo>
                    <a:pt x="207423" y="30506"/>
                  </a:lnTo>
                  <a:lnTo>
                    <a:pt x="261284" y="30506"/>
                  </a:lnTo>
                  <a:lnTo>
                    <a:pt x="261284" y="55291"/>
                  </a:lnTo>
                  <a:lnTo>
                    <a:pt x="261666" y="55291"/>
                  </a:lnTo>
                  <a:lnTo>
                    <a:pt x="315145" y="55291"/>
                  </a:lnTo>
                  <a:lnTo>
                    <a:pt x="315145" y="287517"/>
                  </a:lnTo>
                  <a:lnTo>
                    <a:pt x="308269" y="285229"/>
                  </a:lnTo>
                  <a:lnTo>
                    <a:pt x="300629" y="283322"/>
                  </a:lnTo>
                  <a:lnTo>
                    <a:pt x="292607" y="282559"/>
                  </a:lnTo>
                  <a:lnTo>
                    <a:pt x="285350" y="282559"/>
                  </a:lnTo>
                  <a:lnTo>
                    <a:pt x="278856" y="282559"/>
                  </a:lnTo>
                  <a:lnTo>
                    <a:pt x="278856" y="240614"/>
                  </a:lnTo>
                  <a:lnTo>
                    <a:pt x="278856" y="219641"/>
                  </a:lnTo>
                  <a:lnTo>
                    <a:pt x="278856" y="198669"/>
                  </a:lnTo>
                  <a:lnTo>
                    <a:pt x="278856" y="88466"/>
                  </a:lnTo>
                  <a:lnTo>
                    <a:pt x="242566" y="88466"/>
                  </a:lnTo>
                  <a:lnTo>
                    <a:pt x="242566" y="88085"/>
                  </a:lnTo>
                  <a:lnTo>
                    <a:pt x="242566" y="57579"/>
                  </a:lnTo>
                  <a:lnTo>
                    <a:pt x="247532" y="57579"/>
                  </a:lnTo>
                  <a:lnTo>
                    <a:pt x="247532" y="38513"/>
                  </a:lnTo>
                  <a:lnTo>
                    <a:pt x="231488" y="38513"/>
                  </a:lnTo>
                  <a:lnTo>
                    <a:pt x="231488" y="57579"/>
                  </a:lnTo>
                  <a:lnTo>
                    <a:pt x="236072" y="57579"/>
                  </a:lnTo>
                  <a:lnTo>
                    <a:pt x="236072" y="88085"/>
                  </a:lnTo>
                  <a:lnTo>
                    <a:pt x="83657" y="88085"/>
                  </a:lnTo>
                  <a:lnTo>
                    <a:pt x="83657" y="57579"/>
                  </a:lnTo>
                  <a:lnTo>
                    <a:pt x="88241" y="57579"/>
                  </a:lnTo>
                  <a:lnTo>
                    <a:pt x="88241" y="38513"/>
                  </a:lnTo>
                  <a:lnTo>
                    <a:pt x="72197" y="38513"/>
                  </a:lnTo>
                  <a:lnTo>
                    <a:pt x="72197" y="57579"/>
                  </a:lnTo>
                  <a:lnTo>
                    <a:pt x="77163" y="57579"/>
                  </a:lnTo>
                  <a:lnTo>
                    <a:pt x="77163" y="88085"/>
                  </a:lnTo>
                  <a:lnTo>
                    <a:pt x="77163" y="88466"/>
                  </a:lnTo>
                  <a:lnTo>
                    <a:pt x="40491" y="88466"/>
                  </a:lnTo>
                  <a:lnTo>
                    <a:pt x="40491" y="265400"/>
                  </a:lnTo>
                  <a:lnTo>
                    <a:pt x="140956" y="373695"/>
                  </a:lnTo>
                  <a:lnTo>
                    <a:pt x="192907" y="373695"/>
                  </a:lnTo>
                  <a:lnTo>
                    <a:pt x="192907" y="374077"/>
                  </a:lnTo>
                  <a:lnTo>
                    <a:pt x="192907" y="379796"/>
                  </a:lnTo>
                  <a:lnTo>
                    <a:pt x="194053" y="385897"/>
                  </a:lnTo>
                  <a:lnTo>
                    <a:pt x="194435" y="391617"/>
                  </a:lnTo>
                  <a:lnTo>
                    <a:pt x="195963" y="396956"/>
                  </a:lnTo>
                  <a:lnTo>
                    <a:pt x="197491" y="402294"/>
                  </a:lnTo>
                  <a:lnTo>
                    <a:pt x="199401" y="408014"/>
                  </a:lnTo>
                  <a:lnTo>
                    <a:pt x="0" y="408014"/>
                  </a:lnTo>
                  <a:lnTo>
                    <a:pt x="0" y="55291"/>
                  </a:lnTo>
                  <a:lnTo>
                    <a:pt x="54243" y="55291"/>
                  </a:lnTo>
                  <a:lnTo>
                    <a:pt x="54243" y="30506"/>
                  </a:lnTo>
                  <a:lnTo>
                    <a:pt x="107722" y="30506"/>
                  </a:lnTo>
                  <a:lnTo>
                    <a:pt x="107722" y="29362"/>
                  </a:lnTo>
                  <a:lnTo>
                    <a:pt x="108104" y="26311"/>
                  </a:lnTo>
                  <a:lnTo>
                    <a:pt x="109250" y="23260"/>
                  </a:lnTo>
                  <a:lnTo>
                    <a:pt x="110014" y="20973"/>
                  </a:lnTo>
                  <a:lnTo>
                    <a:pt x="111542" y="17922"/>
                  </a:lnTo>
                  <a:lnTo>
                    <a:pt x="114216" y="15253"/>
                  </a:lnTo>
                  <a:lnTo>
                    <a:pt x="116508" y="12965"/>
                  </a:lnTo>
                  <a:lnTo>
                    <a:pt x="119182" y="11058"/>
                  </a:lnTo>
                  <a:lnTo>
                    <a:pt x="122620" y="8389"/>
                  </a:lnTo>
                  <a:lnTo>
                    <a:pt x="126058" y="6864"/>
                  </a:lnTo>
                  <a:lnTo>
                    <a:pt x="129496" y="4957"/>
                  </a:lnTo>
                  <a:lnTo>
                    <a:pt x="134080" y="3432"/>
                  </a:lnTo>
                  <a:lnTo>
                    <a:pt x="138282" y="2669"/>
                  </a:lnTo>
                  <a:lnTo>
                    <a:pt x="143248" y="1525"/>
                  </a:lnTo>
                  <a:lnTo>
                    <a:pt x="147450" y="38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/>
            </a:p>
          </p:txBody>
        </p:sp>
        <p:sp>
          <p:nvSpPr>
            <p:cNvPr id="24" name="íṡļîde"/>
            <p:cNvSpPr/>
            <p:nvPr/>
          </p:nvSpPr>
          <p:spPr bwMode="auto">
            <a:xfrm>
              <a:off x="7610460" y="1731952"/>
              <a:ext cx="569337" cy="621928"/>
            </a:xfrm>
            <a:custGeom>
              <a:avLst/>
              <a:gdLst>
                <a:gd name="connsiteX0" fmla="*/ 265731 w 458697"/>
                <a:gd name="connsiteY0" fmla="*/ 415384 h 501068"/>
                <a:gd name="connsiteX1" fmla="*/ 261586 w 458697"/>
                <a:gd name="connsiteY1" fmla="*/ 415849 h 501068"/>
                <a:gd name="connsiteX2" fmla="*/ 257441 w 458697"/>
                <a:gd name="connsiteY2" fmla="*/ 417712 h 501068"/>
                <a:gd name="connsiteX3" fmla="*/ 253756 w 458697"/>
                <a:gd name="connsiteY3" fmla="*/ 420506 h 501068"/>
                <a:gd name="connsiteX4" fmla="*/ 250993 w 458697"/>
                <a:gd name="connsiteY4" fmla="*/ 423300 h 501068"/>
                <a:gd name="connsiteX5" fmla="*/ 248691 w 458697"/>
                <a:gd name="connsiteY5" fmla="*/ 427026 h 501068"/>
                <a:gd name="connsiteX6" fmla="*/ 246848 w 458697"/>
                <a:gd name="connsiteY6" fmla="*/ 431217 h 501068"/>
                <a:gd name="connsiteX7" fmla="*/ 245467 w 458697"/>
                <a:gd name="connsiteY7" fmla="*/ 436339 h 501068"/>
                <a:gd name="connsiteX8" fmla="*/ 245467 w 458697"/>
                <a:gd name="connsiteY8" fmla="*/ 440530 h 501068"/>
                <a:gd name="connsiteX9" fmla="*/ 245927 w 458697"/>
                <a:gd name="connsiteY9" fmla="*/ 445187 h 501068"/>
                <a:gd name="connsiteX10" fmla="*/ 247769 w 458697"/>
                <a:gd name="connsiteY10" fmla="*/ 448912 h 501068"/>
                <a:gd name="connsiteX11" fmla="*/ 250072 w 458697"/>
                <a:gd name="connsiteY11" fmla="*/ 453103 h 501068"/>
                <a:gd name="connsiteX12" fmla="*/ 253296 w 458697"/>
                <a:gd name="connsiteY12" fmla="*/ 456363 h 501068"/>
                <a:gd name="connsiteX13" fmla="*/ 256980 w 458697"/>
                <a:gd name="connsiteY13" fmla="*/ 458692 h 501068"/>
                <a:gd name="connsiteX14" fmla="*/ 261125 w 458697"/>
                <a:gd name="connsiteY14" fmla="*/ 460554 h 501068"/>
                <a:gd name="connsiteX15" fmla="*/ 265270 w 458697"/>
                <a:gd name="connsiteY15" fmla="*/ 461486 h 501068"/>
                <a:gd name="connsiteX16" fmla="*/ 270336 w 458697"/>
                <a:gd name="connsiteY16" fmla="*/ 461486 h 501068"/>
                <a:gd name="connsiteX17" fmla="*/ 274481 w 458697"/>
                <a:gd name="connsiteY17" fmla="*/ 461020 h 501068"/>
                <a:gd name="connsiteX18" fmla="*/ 278626 w 458697"/>
                <a:gd name="connsiteY18" fmla="*/ 459157 h 501068"/>
                <a:gd name="connsiteX19" fmla="*/ 282310 w 458697"/>
                <a:gd name="connsiteY19" fmla="*/ 456829 h 501068"/>
                <a:gd name="connsiteX20" fmla="*/ 285994 w 458697"/>
                <a:gd name="connsiteY20" fmla="*/ 453569 h 501068"/>
                <a:gd name="connsiteX21" fmla="*/ 288297 w 458697"/>
                <a:gd name="connsiteY21" fmla="*/ 450309 h 501068"/>
                <a:gd name="connsiteX22" fmla="*/ 290139 w 458697"/>
                <a:gd name="connsiteY22" fmla="*/ 445653 h 501068"/>
                <a:gd name="connsiteX23" fmla="*/ 291060 w 458697"/>
                <a:gd name="connsiteY23" fmla="*/ 440996 h 501068"/>
                <a:gd name="connsiteX24" fmla="*/ 291060 w 458697"/>
                <a:gd name="connsiteY24" fmla="*/ 436805 h 501068"/>
                <a:gd name="connsiteX25" fmla="*/ 290139 w 458697"/>
                <a:gd name="connsiteY25" fmla="*/ 431682 h 501068"/>
                <a:gd name="connsiteX26" fmla="*/ 288758 w 458697"/>
                <a:gd name="connsiteY26" fmla="*/ 427491 h 501068"/>
                <a:gd name="connsiteX27" fmla="*/ 286455 w 458697"/>
                <a:gd name="connsiteY27" fmla="*/ 423766 h 501068"/>
                <a:gd name="connsiteX28" fmla="*/ 283231 w 458697"/>
                <a:gd name="connsiteY28" fmla="*/ 420972 h 501068"/>
                <a:gd name="connsiteX29" fmla="*/ 279547 w 458697"/>
                <a:gd name="connsiteY29" fmla="*/ 418643 h 501068"/>
                <a:gd name="connsiteX30" fmla="*/ 275402 w 458697"/>
                <a:gd name="connsiteY30" fmla="*/ 416781 h 501068"/>
                <a:gd name="connsiteX31" fmla="*/ 270796 w 458697"/>
                <a:gd name="connsiteY31" fmla="*/ 415384 h 501068"/>
                <a:gd name="connsiteX32" fmla="*/ 267573 w 458697"/>
                <a:gd name="connsiteY32" fmla="*/ 375801 h 501068"/>
                <a:gd name="connsiteX33" fmla="*/ 282771 w 458697"/>
                <a:gd name="connsiteY33" fmla="*/ 377664 h 501068"/>
                <a:gd name="connsiteX34" fmla="*/ 282771 w 458697"/>
                <a:gd name="connsiteY34" fmla="*/ 379992 h 501068"/>
                <a:gd name="connsiteX35" fmla="*/ 282771 w 458697"/>
                <a:gd name="connsiteY35" fmla="*/ 382786 h 501068"/>
                <a:gd name="connsiteX36" fmla="*/ 283231 w 458697"/>
                <a:gd name="connsiteY36" fmla="*/ 385115 h 501068"/>
                <a:gd name="connsiteX37" fmla="*/ 284152 w 458697"/>
                <a:gd name="connsiteY37" fmla="*/ 386977 h 501068"/>
                <a:gd name="connsiteX38" fmla="*/ 286455 w 458697"/>
                <a:gd name="connsiteY38" fmla="*/ 389771 h 501068"/>
                <a:gd name="connsiteX39" fmla="*/ 290139 w 458697"/>
                <a:gd name="connsiteY39" fmla="*/ 392100 h 501068"/>
                <a:gd name="connsiteX40" fmla="*/ 293824 w 458697"/>
                <a:gd name="connsiteY40" fmla="*/ 393497 h 501068"/>
                <a:gd name="connsiteX41" fmla="*/ 297968 w 458697"/>
                <a:gd name="connsiteY41" fmla="*/ 393497 h 501068"/>
                <a:gd name="connsiteX42" fmla="*/ 299811 w 458697"/>
                <a:gd name="connsiteY42" fmla="*/ 393031 h 501068"/>
                <a:gd name="connsiteX43" fmla="*/ 301653 w 458697"/>
                <a:gd name="connsiteY43" fmla="*/ 392100 h 501068"/>
                <a:gd name="connsiteX44" fmla="*/ 303034 w 458697"/>
                <a:gd name="connsiteY44" fmla="*/ 391168 h 501068"/>
                <a:gd name="connsiteX45" fmla="*/ 304877 w 458697"/>
                <a:gd name="connsiteY45" fmla="*/ 389306 h 501068"/>
                <a:gd name="connsiteX46" fmla="*/ 308100 w 458697"/>
                <a:gd name="connsiteY46" fmla="*/ 391168 h 501068"/>
                <a:gd name="connsiteX47" fmla="*/ 310864 w 458697"/>
                <a:gd name="connsiteY47" fmla="*/ 393497 h 501068"/>
                <a:gd name="connsiteX48" fmla="*/ 313627 w 458697"/>
                <a:gd name="connsiteY48" fmla="*/ 395825 h 501068"/>
                <a:gd name="connsiteX49" fmla="*/ 315469 w 458697"/>
                <a:gd name="connsiteY49" fmla="*/ 398619 h 501068"/>
                <a:gd name="connsiteX50" fmla="*/ 312706 w 458697"/>
                <a:gd name="connsiteY50" fmla="*/ 401879 h 501068"/>
                <a:gd name="connsiteX51" fmla="*/ 310864 w 458697"/>
                <a:gd name="connsiteY51" fmla="*/ 405604 h 501068"/>
                <a:gd name="connsiteX52" fmla="*/ 310864 w 458697"/>
                <a:gd name="connsiteY52" fmla="*/ 409796 h 501068"/>
                <a:gd name="connsiteX53" fmla="*/ 312245 w 458697"/>
                <a:gd name="connsiteY53" fmla="*/ 413055 h 501068"/>
                <a:gd name="connsiteX54" fmla="*/ 314087 w 458697"/>
                <a:gd name="connsiteY54" fmla="*/ 416781 h 501068"/>
                <a:gd name="connsiteX55" fmla="*/ 316851 w 458697"/>
                <a:gd name="connsiteY55" fmla="*/ 418643 h 501068"/>
                <a:gd name="connsiteX56" fmla="*/ 319614 w 458697"/>
                <a:gd name="connsiteY56" fmla="*/ 419575 h 501068"/>
                <a:gd name="connsiteX57" fmla="*/ 321456 w 458697"/>
                <a:gd name="connsiteY57" fmla="*/ 420506 h 501068"/>
                <a:gd name="connsiteX58" fmla="*/ 326522 w 458697"/>
                <a:gd name="connsiteY58" fmla="*/ 420506 h 501068"/>
                <a:gd name="connsiteX59" fmla="*/ 328364 w 458697"/>
                <a:gd name="connsiteY59" fmla="*/ 427026 h 501068"/>
                <a:gd name="connsiteX60" fmla="*/ 329746 w 458697"/>
                <a:gd name="connsiteY60" fmla="*/ 434476 h 501068"/>
                <a:gd name="connsiteX61" fmla="*/ 327443 w 458697"/>
                <a:gd name="connsiteY61" fmla="*/ 434476 h 501068"/>
                <a:gd name="connsiteX62" fmla="*/ 325601 w 458697"/>
                <a:gd name="connsiteY62" fmla="*/ 435408 h 501068"/>
                <a:gd name="connsiteX63" fmla="*/ 323759 w 458697"/>
                <a:gd name="connsiteY63" fmla="*/ 436339 h 501068"/>
                <a:gd name="connsiteX64" fmla="*/ 321917 w 458697"/>
                <a:gd name="connsiteY64" fmla="*/ 437736 h 501068"/>
                <a:gd name="connsiteX65" fmla="*/ 320074 w 458697"/>
                <a:gd name="connsiteY65" fmla="*/ 440996 h 501068"/>
                <a:gd name="connsiteX66" fmla="*/ 318693 w 458697"/>
                <a:gd name="connsiteY66" fmla="*/ 444721 h 501068"/>
                <a:gd name="connsiteX67" fmla="*/ 318693 w 458697"/>
                <a:gd name="connsiteY67" fmla="*/ 448447 h 501068"/>
                <a:gd name="connsiteX68" fmla="*/ 320074 w 458697"/>
                <a:gd name="connsiteY68" fmla="*/ 451706 h 501068"/>
                <a:gd name="connsiteX69" fmla="*/ 321456 w 458697"/>
                <a:gd name="connsiteY69" fmla="*/ 453569 h 501068"/>
                <a:gd name="connsiteX70" fmla="*/ 323298 w 458697"/>
                <a:gd name="connsiteY70" fmla="*/ 454966 h 501068"/>
                <a:gd name="connsiteX71" fmla="*/ 324680 w 458697"/>
                <a:gd name="connsiteY71" fmla="*/ 456363 h 501068"/>
                <a:gd name="connsiteX72" fmla="*/ 327443 w 458697"/>
                <a:gd name="connsiteY72" fmla="*/ 457295 h 501068"/>
                <a:gd name="connsiteX73" fmla="*/ 324219 w 458697"/>
                <a:gd name="connsiteY73" fmla="*/ 464280 h 501068"/>
                <a:gd name="connsiteX74" fmla="*/ 321456 w 458697"/>
                <a:gd name="connsiteY74" fmla="*/ 470333 h 501068"/>
                <a:gd name="connsiteX75" fmla="*/ 315930 w 458697"/>
                <a:gd name="connsiteY75" fmla="*/ 468936 h 501068"/>
                <a:gd name="connsiteX76" fmla="*/ 311785 w 458697"/>
                <a:gd name="connsiteY76" fmla="*/ 468936 h 501068"/>
                <a:gd name="connsiteX77" fmla="*/ 308100 w 458697"/>
                <a:gd name="connsiteY77" fmla="*/ 470799 h 501068"/>
                <a:gd name="connsiteX78" fmla="*/ 304877 w 458697"/>
                <a:gd name="connsiteY78" fmla="*/ 473128 h 501068"/>
                <a:gd name="connsiteX79" fmla="*/ 303034 w 458697"/>
                <a:gd name="connsiteY79" fmla="*/ 476387 h 501068"/>
                <a:gd name="connsiteX80" fmla="*/ 302574 w 458697"/>
                <a:gd name="connsiteY80" fmla="*/ 480113 h 501068"/>
                <a:gd name="connsiteX81" fmla="*/ 303034 w 458697"/>
                <a:gd name="connsiteY81" fmla="*/ 483372 h 501068"/>
                <a:gd name="connsiteX82" fmla="*/ 304877 w 458697"/>
                <a:gd name="connsiteY82" fmla="*/ 487098 h 501068"/>
                <a:gd name="connsiteX83" fmla="*/ 303955 w 458697"/>
                <a:gd name="connsiteY83" fmla="*/ 488961 h 501068"/>
                <a:gd name="connsiteX84" fmla="*/ 303034 w 458697"/>
                <a:gd name="connsiteY84" fmla="*/ 490358 h 501068"/>
                <a:gd name="connsiteX85" fmla="*/ 300271 w 458697"/>
                <a:gd name="connsiteY85" fmla="*/ 492220 h 501068"/>
                <a:gd name="connsiteX86" fmla="*/ 294284 w 458697"/>
                <a:gd name="connsiteY86" fmla="*/ 495014 h 501068"/>
                <a:gd name="connsiteX87" fmla="*/ 291060 w 458697"/>
                <a:gd name="connsiteY87" fmla="*/ 491289 h 501068"/>
                <a:gd name="connsiteX88" fmla="*/ 287376 w 458697"/>
                <a:gd name="connsiteY88" fmla="*/ 489426 h 501068"/>
                <a:gd name="connsiteX89" fmla="*/ 283231 w 458697"/>
                <a:gd name="connsiteY89" fmla="*/ 488495 h 501068"/>
                <a:gd name="connsiteX90" fmla="*/ 279086 w 458697"/>
                <a:gd name="connsiteY90" fmla="*/ 488495 h 501068"/>
                <a:gd name="connsiteX91" fmla="*/ 274941 w 458697"/>
                <a:gd name="connsiteY91" fmla="*/ 489426 h 501068"/>
                <a:gd name="connsiteX92" fmla="*/ 273560 w 458697"/>
                <a:gd name="connsiteY92" fmla="*/ 490823 h 501068"/>
                <a:gd name="connsiteX93" fmla="*/ 272178 w 458697"/>
                <a:gd name="connsiteY93" fmla="*/ 492220 h 501068"/>
                <a:gd name="connsiteX94" fmla="*/ 270796 w 458697"/>
                <a:gd name="connsiteY94" fmla="*/ 494083 h 501068"/>
                <a:gd name="connsiteX95" fmla="*/ 269415 w 458697"/>
                <a:gd name="connsiteY95" fmla="*/ 495480 h 501068"/>
                <a:gd name="connsiteX96" fmla="*/ 268954 w 458697"/>
                <a:gd name="connsiteY96" fmla="*/ 498274 h 501068"/>
                <a:gd name="connsiteX97" fmla="*/ 268954 w 458697"/>
                <a:gd name="connsiteY97" fmla="*/ 501068 h 501068"/>
                <a:gd name="connsiteX98" fmla="*/ 253296 w 458697"/>
                <a:gd name="connsiteY98" fmla="*/ 499205 h 501068"/>
                <a:gd name="connsiteX99" fmla="*/ 253756 w 458697"/>
                <a:gd name="connsiteY99" fmla="*/ 496411 h 501068"/>
                <a:gd name="connsiteX100" fmla="*/ 253756 w 458697"/>
                <a:gd name="connsiteY100" fmla="*/ 494549 h 501068"/>
                <a:gd name="connsiteX101" fmla="*/ 253296 w 458697"/>
                <a:gd name="connsiteY101" fmla="*/ 492220 h 501068"/>
                <a:gd name="connsiteX102" fmla="*/ 252835 w 458697"/>
                <a:gd name="connsiteY102" fmla="*/ 490358 h 501068"/>
                <a:gd name="connsiteX103" fmla="*/ 249612 w 458697"/>
                <a:gd name="connsiteY103" fmla="*/ 486632 h 501068"/>
                <a:gd name="connsiteX104" fmla="*/ 246848 w 458697"/>
                <a:gd name="connsiteY104" fmla="*/ 484769 h 501068"/>
                <a:gd name="connsiteX105" fmla="*/ 242703 w 458697"/>
                <a:gd name="connsiteY105" fmla="*/ 483372 h 501068"/>
                <a:gd name="connsiteX106" fmla="*/ 239019 w 458697"/>
                <a:gd name="connsiteY106" fmla="*/ 483372 h 501068"/>
                <a:gd name="connsiteX107" fmla="*/ 236256 w 458697"/>
                <a:gd name="connsiteY107" fmla="*/ 483372 h 501068"/>
                <a:gd name="connsiteX108" fmla="*/ 234874 w 458697"/>
                <a:gd name="connsiteY108" fmla="*/ 484769 h 501068"/>
                <a:gd name="connsiteX109" fmla="*/ 233032 w 458697"/>
                <a:gd name="connsiteY109" fmla="*/ 486166 h 501068"/>
                <a:gd name="connsiteX110" fmla="*/ 231651 w 458697"/>
                <a:gd name="connsiteY110" fmla="*/ 487098 h 501068"/>
                <a:gd name="connsiteX111" fmla="*/ 227966 w 458697"/>
                <a:gd name="connsiteY111" fmla="*/ 486166 h 501068"/>
                <a:gd name="connsiteX112" fmla="*/ 225663 w 458697"/>
                <a:gd name="connsiteY112" fmla="*/ 483372 h 501068"/>
                <a:gd name="connsiteX113" fmla="*/ 223361 w 458697"/>
                <a:gd name="connsiteY113" fmla="*/ 481044 h 501068"/>
                <a:gd name="connsiteX114" fmla="*/ 221519 w 458697"/>
                <a:gd name="connsiteY114" fmla="*/ 478716 h 501068"/>
                <a:gd name="connsiteX115" fmla="*/ 223821 w 458697"/>
                <a:gd name="connsiteY115" fmla="*/ 474990 h 501068"/>
                <a:gd name="connsiteX116" fmla="*/ 225203 w 458697"/>
                <a:gd name="connsiteY116" fmla="*/ 471265 h 501068"/>
                <a:gd name="connsiteX117" fmla="*/ 225663 w 458697"/>
                <a:gd name="connsiteY117" fmla="*/ 467074 h 501068"/>
                <a:gd name="connsiteX118" fmla="*/ 224282 w 458697"/>
                <a:gd name="connsiteY118" fmla="*/ 463348 h 501068"/>
                <a:gd name="connsiteX119" fmla="*/ 222440 w 458697"/>
                <a:gd name="connsiteY119" fmla="*/ 460554 h 501068"/>
                <a:gd name="connsiteX120" fmla="*/ 219216 w 458697"/>
                <a:gd name="connsiteY120" fmla="*/ 458226 h 501068"/>
                <a:gd name="connsiteX121" fmla="*/ 217374 w 458697"/>
                <a:gd name="connsiteY121" fmla="*/ 457295 h 501068"/>
                <a:gd name="connsiteX122" fmla="*/ 214610 w 458697"/>
                <a:gd name="connsiteY122" fmla="*/ 456829 h 501068"/>
                <a:gd name="connsiteX123" fmla="*/ 209545 w 458697"/>
                <a:gd name="connsiteY123" fmla="*/ 456829 h 501068"/>
                <a:gd name="connsiteX124" fmla="*/ 207702 w 458697"/>
                <a:gd name="connsiteY124" fmla="*/ 450309 h 501068"/>
                <a:gd name="connsiteX125" fmla="*/ 206321 w 458697"/>
                <a:gd name="connsiteY125" fmla="*/ 442859 h 501068"/>
                <a:gd name="connsiteX126" fmla="*/ 208623 w 458697"/>
                <a:gd name="connsiteY126" fmla="*/ 442859 h 501068"/>
                <a:gd name="connsiteX127" fmla="*/ 210466 w 458697"/>
                <a:gd name="connsiteY127" fmla="*/ 442393 h 501068"/>
                <a:gd name="connsiteX128" fmla="*/ 212308 w 458697"/>
                <a:gd name="connsiteY128" fmla="*/ 440996 h 501068"/>
                <a:gd name="connsiteX129" fmla="*/ 214150 w 458697"/>
                <a:gd name="connsiteY129" fmla="*/ 439599 h 501068"/>
                <a:gd name="connsiteX130" fmla="*/ 215992 w 458697"/>
                <a:gd name="connsiteY130" fmla="*/ 436339 h 501068"/>
                <a:gd name="connsiteX131" fmla="*/ 217374 w 458697"/>
                <a:gd name="connsiteY131" fmla="*/ 432614 h 501068"/>
                <a:gd name="connsiteX132" fmla="*/ 217374 w 458697"/>
                <a:gd name="connsiteY132" fmla="*/ 428423 h 501068"/>
                <a:gd name="connsiteX133" fmla="*/ 215992 w 458697"/>
                <a:gd name="connsiteY133" fmla="*/ 424697 h 501068"/>
                <a:gd name="connsiteX134" fmla="*/ 214610 w 458697"/>
                <a:gd name="connsiteY134" fmla="*/ 423300 h 501068"/>
                <a:gd name="connsiteX135" fmla="*/ 213229 w 458697"/>
                <a:gd name="connsiteY135" fmla="*/ 421437 h 501068"/>
                <a:gd name="connsiteX136" fmla="*/ 211387 w 458697"/>
                <a:gd name="connsiteY136" fmla="*/ 420506 h 501068"/>
                <a:gd name="connsiteX137" fmla="*/ 209545 w 458697"/>
                <a:gd name="connsiteY137" fmla="*/ 419575 h 501068"/>
                <a:gd name="connsiteX138" fmla="*/ 212308 w 458697"/>
                <a:gd name="connsiteY138" fmla="*/ 413055 h 501068"/>
                <a:gd name="connsiteX139" fmla="*/ 215532 w 458697"/>
                <a:gd name="connsiteY139" fmla="*/ 407001 h 501068"/>
                <a:gd name="connsiteX140" fmla="*/ 220137 w 458697"/>
                <a:gd name="connsiteY140" fmla="*/ 407933 h 501068"/>
                <a:gd name="connsiteX141" fmla="*/ 225203 w 458697"/>
                <a:gd name="connsiteY141" fmla="*/ 407933 h 501068"/>
                <a:gd name="connsiteX142" fmla="*/ 228427 w 458697"/>
                <a:gd name="connsiteY142" fmla="*/ 406536 h 501068"/>
                <a:gd name="connsiteX143" fmla="*/ 231190 w 458697"/>
                <a:gd name="connsiteY143" fmla="*/ 403742 h 501068"/>
                <a:gd name="connsiteX144" fmla="*/ 233032 w 458697"/>
                <a:gd name="connsiteY144" fmla="*/ 400948 h 501068"/>
                <a:gd name="connsiteX145" fmla="*/ 233493 w 458697"/>
                <a:gd name="connsiteY145" fmla="*/ 397222 h 501068"/>
                <a:gd name="connsiteX146" fmla="*/ 233493 w 458697"/>
                <a:gd name="connsiteY146" fmla="*/ 393497 h 501068"/>
                <a:gd name="connsiteX147" fmla="*/ 231651 w 458697"/>
                <a:gd name="connsiteY147" fmla="*/ 389771 h 501068"/>
                <a:gd name="connsiteX148" fmla="*/ 232111 w 458697"/>
                <a:gd name="connsiteY148" fmla="*/ 387909 h 501068"/>
                <a:gd name="connsiteX149" fmla="*/ 233493 w 458697"/>
                <a:gd name="connsiteY149" fmla="*/ 386977 h 501068"/>
                <a:gd name="connsiteX150" fmla="*/ 236256 w 458697"/>
                <a:gd name="connsiteY150" fmla="*/ 385115 h 501068"/>
                <a:gd name="connsiteX151" fmla="*/ 242703 w 458697"/>
                <a:gd name="connsiteY151" fmla="*/ 381855 h 501068"/>
                <a:gd name="connsiteX152" fmla="*/ 245467 w 458697"/>
                <a:gd name="connsiteY152" fmla="*/ 385580 h 501068"/>
                <a:gd name="connsiteX153" fmla="*/ 249151 w 458697"/>
                <a:gd name="connsiteY153" fmla="*/ 387443 h 501068"/>
                <a:gd name="connsiteX154" fmla="*/ 253296 w 458697"/>
                <a:gd name="connsiteY154" fmla="*/ 388840 h 501068"/>
                <a:gd name="connsiteX155" fmla="*/ 257441 w 458697"/>
                <a:gd name="connsiteY155" fmla="*/ 388840 h 501068"/>
                <a:gd name="connsiteX156" fmla="*/ 261125 w 458697"/>
                <a:gd name="connsiteY156" fmla="*/ 387443 h 501068"/>
                <a:gd name="connsiteX157" fmla="*/ 262967 w 458697"/>
                <a:gd name="connsiteY157" fmla="*/ 386046 h 501068"/>
                <a:gd name="connsiteX158" fmla="*/ 264809 w 458697"/>
                <a:gd name="connsiteY158" fmla="*/ 385115 h 501068"/>
                <a:gd name="connsiteX159" fmla="*/ 265731 w 458697"/>
                <a:gd name="connsiteY159" fmla="*/ 383252 h 501068"/>
                <a:gd name="connsiteX160" fmla="*/ 266652 w 458697"/>
                <a:gd name="connsiteY160" fmla="*/ 381389 h 501068"/>
                <a:gd name="connsiteX161" fmla="*/ 267112 w 458697"/>
                <a:gd name="connsiteY161" fmla="*/ 379061 h 501068"/>
                <a:gd name="connsiteX162" fmla="*/ 109164 w 458697"/>
                <a:gd name="connsiteY162" fmla="*/ 303782 h 501068"/>
                <a:gd name="connsiteX163" fmla="*/ 105036 w 458697"/>
                <a:gd name="connsiteY163" fmla="*/ 304707 h 501068"/>
                <a:gd name="connsiteX164" fmla="*/ 100908 w 458697"/>
                <a:gd name="connsiteY164" fmla="*/ 305632 h 501068"/>
                <a:gd name="connsiteX165" fmla="*/ 96321 w 458697"/>
                <a:gd name="connsiteY165" fmla="*/ 307019 h 501068"/>
                <a:gd name="connsiteX166" fmla="*/ 93111 w 458697"/>
                <a:gd name="connsiteY166" fmla="*/ 308868 h 501068"/>
                <a:gd name="connsiteX167" fmla="*/ 89441 w 458697"/>
                <a:gd name="connsiteY167" fmla="*/ 311180 h 501068"/>
                <a:gd name="connsiteX168" fmla="*/ 86230 w 458697"/>
                <a:gd name="connsiteY168" fmla="*/ 313492 h 501068"/>
                <a:gd name="connsiteX169" fmla="*/ 83478 w 458697"/>
                <a:gd name="connsiteY169" fmla="*/ 316729 h 501068"/>
                <a:gd name="connsiteX170" fmla="*/ 80268 w 458697"/>
                <a:gd name="connsiteY170" fmla="*/ 319503 h 501068"/>
                <a:gd name="connsiteX171" fmla="*/ 77974 w 458697"/>
                <a:gd name="connsiteY171" fmla="*/ 322740 h 501068"/>
                <a:gd name="connsiteX172" fmla="*/ 75681 w 458697"/>
                <a:gd name="connsiteY172" fmla="*/ 326439 h 501068"/>
                <a:gd name="connsiteX173" fmla="*/ 73846 w 458697"/>
                <a:gd name="connsiteY173" fmla="*/ 330138 h 501068"/>
                <a:gd name="connsiteX174" fmla="*/ 72470 w 458697"/>
                <a:gd name="connsiteY174" fmla="*/ 334300 h 501068"/>
                <a:gd name="connsiteX175" fmla="*/ 71553 w 458697"/>
                <a:gd name="connsiteY175" fmla="*/ 338461 h 501068"/>
                <a:gd name="connsiteX176" fmla="*/ 70636 w 458697"/>
                <a:gd name="connsiteY176" fmla="*/ 342623 h 501068"/>
                <a:gd name="connsiteX177" fmla="*/ 70636 w 458697"/>
                <a:gd name="connsiteY177" fmla="*/ 346784 h 501068"/>
                <a:gd name="connsiteX178" fmla="*/ 70636 w 458697"/>
                <a:gd name="connsiteY178" fmla="*/ 351871 h 501068"/>
                <a:gd name="connsiteX179" fmla="*/ 71553 w 458697"/>
                <a:gd name="connsiteY179" fmla="*/ 356032 h 501068"/>
                <a:gd name="connsiteX180" fmla="*/ 72470 w 458697"/>
                <a:gd name="connsiteY180" fmla="*/ 360193 h 501068"/>
                <a:gd name="connsiteX181" fmla="*/ 73846 w 458697"/>
                <a:gd name="connsiteY181" fmla="*/ 363893 h 501068"/>
                <a:gd name="connsiteX182" fmla="*/ 75681 w 458697"/>
                <a:gd name="connsiteY182" fmla="*/ 367592 h 501068"/>
                <a:gd name="connsiteX183" fmla="*/ 77974 w 458697"/>
                <a:gd name="connsiteY183" fmla="*/ 370828 h 501068"/>
                <a:gd name="connsiteX184" fmla="*/ 80268 w 458697"/>
                <a:gd name="connsiteY184" fmla="*/ 374527 h 501068"/>
                <a:gd name="connsiteX185" fmla="*/ 83478 w 458697"/>
                <a:gd name="connsiteY185" fmla="*/ 377764 h 501068"/>
                <a:gd name="connsiteX186" fmla="*/ 86230 w 458697"/>
                <a:gd name="connsiteY186" fmla="*/ 380539 h 501068"/>
                <a:gd name="connsiteX187" fmla="*/ 89441 w 458697"/>
                <a:gd name="connsiteY187" fmla="*/ 383313 h 501068"/>
                <a:gd name="connsiteX188" fmla="*/ 93111 w 458697"/>
                <a:gd name="connsiteY188" fmla="*/ 384700 h 501068"/>
                <a:gd name="connsiteX189" fmla="*/ 96321 w 458697"/>
                <a:gd name="connsiteY189" fmla="*/ 386550 h 501068"/>
                <a:gd name="connsiteX190" fmla="*/ 100908 w 458697"/>
                <a:gd name="connsiteY190" fmla="*/ 388399 h 501068"/>
                <a:gd name="connsiteX191" fmla="*/ 105036 w 458697"/>
                <a:gd name="connsiteY191" fmla="*/ 389324 h 501068"/>
                <a:gd name="connsiteX192" fmla="*/ 109164 w 458697"/>
                <a:gd name="connsiteY192" fmla="*/ 390249 h 501068"/>
                <a:gd name="connsiteX193" fmla="*/ 113292 w 458697"/>
                <a:gd name="connsiteY193" fmla="*/ 390249 h 501068"/>
                <a:gd name="connsiteX194" fmla="*/ 118338 w 458697"/>
                <a:gd name="connsiteY194" fmla="*/ 390249 h 501068"/>
                <a:gd name="connsiteX195" fmla="*/ 122466 w 458697"/>
                <a:gd name="connsiteY195" fmla="*/ 389324 h 501068"/>
                <a:gd name="connsiteX196" fmla="*/ 126594 w 458697"/>
                <a:gd name="connsiteY196" fmla="*/ 388399 h 501068"/>
                <a:gd name="connsiteX197" fmla="*/ 130263 w 458697"/>
                <a:gd name="connsiteY197" fmla="*/ 386550 h 501068"/>
                <a:gd name="connsiteX198" fmla="*/ 133474 w 458697"/>
                <a:gd name="connsiteY198" fmla="*/ 384700 h 501068"/>
                <a:gd name="connsiteX199" fmla="*/ 137143 w 458697"/>
                <a:gd name="connsiteY199" fmla="*/ 383313 h 501068"/>
                <a:gd name="connsiteX200" fmla="*/ 140813 w 458697"/>
                <a:gd name="connsiteY200" fmla="*/ 380539 h 501068"/>
                <a:gd name="connsiteX201" fmla="*/ 144023 w 458697"/>
                <a:gd name="connsiteY201" fmla="*/ 377764 h 501068"/>
                <a:gd name="connsiteX202" fmla="*/ 146775 w 458697"/>
                <a:gd name="connsiteY202" fmla="*/ 374527 h 501068"/>
                <a:gd name="connsiteX203" fmla="*/ 149069 w 458697"/>
                <a:gd name="connsiteY203" fmla="*/ 370828 h 501068"/>
                <a:gd name="connsiteX204" fmla="*/ 150904 w 458697"/>
                <a:gd name="connsiteY204" fmla="*/ 367592 h 501068"/>
                <a:gd name="connsiteX205" fmla="*/ 152738 w 458697"/>
                <a:gd name="connsiteY205" fmla="*/ 363893 h 501068"/>
                <a:gd name="connsiteX206" fmla="*/ 154573 w 458697"/>
                <a:gd name="connsiteY206" fmla="*/ 360193 h 501068"/>
                <a:gd name="connsiteX207" fmla="*/ 155032 w 458697"/>
                <a:gd name="connsiteY207" fmla="*/ 356032 h 501068"/>
                <a:gd name="connsiteX208" fmla="*/ 156408 w 458697"/>
                <a:gd name="connsiteY208" fmla="*/ 351871 h 501068"/>
                <a:gd name="connsiteX209" fmla="*/ 156408 w 458697"/>
                <a:gd name="connsiteY209" fmla="*/ 346784 h 501068"/>
                <a:gd name="connsiteX210" fmla="*/ 156408 w 458697"/>
                <a:gd name="connsiteY210" fmla="*/ 342623 h 501068"/>
                <a:gd name="connsiteX211" fmla="*/ 155032 w 458697"/>
                <a:gd name="connsiteY211" fmla="*/ 338461 h 501068"/>
                <a:gd name="connsiteX212" fmla="*/ 154573 w 458697"/>
                <a:gd name="connsiteY212" fmla="*/ 334300 h 501068"/>
                <a:gd name="connsiteX213" fmla="*/ 152738 w 458697"/>
                <a:gd name="connsiteY213" fmla="*/ 330138 h 501068"/>
                <a:gd name="connsiteX214" fmla="*/ 150904 w 458697"/>
                <a:gd name="connsiteY214" fmla="*/ 326439 h 501068"/>
                <a:gd name="connsiteX215" fmla="*/ 149069 w 458697"/>
                <a:gd name="connsiteY215" fmla="*/ 322740 h 501068"/>
                <a:gd name="connsiteX216" fmla="*/ 146775 w 458697"/>
                <a:gd name="connsiteY216" fmla="*/ 319503 h 501068"/>
                <a:gd name="connsiteX217" fmla="*/ 144023 w 458697"/>
                <a:gd name="connsiteY217" fmla="*/ 316729 h 501068"/>
                <a:gd name="connsiteX218" fmla="*/ 140813 w 458697"/>
                <a:gd name="connsiteY218" fmla="*/ 313492 h 501068"/>
                <a:gd name="connsiteX219" fmla="*/ 137143 w 458697"/>
                <a:gd name="connsiteY219" fmla="*/ 311180 h 501068"/>
                <a:gd name="connsiteX220" fmla="*/ 133474 w 458697"/>
                <a:gd name="connsiteY220" fmla="*/ 308868 h 501068"/>
                <a:gd name="connsiteX221" fmla="*/ 130263 w 458697"/>
                <a:gd name="connsiteY221" fmla="*/ 307019 h 501068"/>
                <a:gd name="connsiteX222" fmla="*/ 126594 w 458697"/>
                <a:gd name="connsiteY222" fmla="*/ 305632 h 501068"/>
                <a:gd name="connsiteX223" fmla="*/ 122466 w 458697"/>
                <a:gd name="connsiteY223" fmla="*/ 304707 h 501068"/>
                <a:gd name="connsiteX224" fmla="*/ 118338 w 458697"/>
                <a:gd name="connsiteY224" fmla="*/ 303782 h 501068"/>
                <a:gd name="connsiteX225" fmla="*/ 113292 w 458697"/>
                <a:gd name="connsiteY225" fmla="*/ 303782 h 501068"/>
                <a:gd name="connsiteX226" fmla="*/ 280008 w 458697"/>
                <a:gd name="connsiteY226" fmla="*/ 287377 h 501068"/>
                <a:gd name="connsiteX227" fmla="*/ 282310 w 458697"/>
                <a:gd name="connsiteY227" fmla="*/ 288287 h 501068"/>
                <a:gd name="connsiteX228" fmla="*/ 286916 w 458697"/>
                <a:gd name="connsiteY228" fmla="*/ 289653 h 501068"/>
                <a:gd name="connsiteX229" fmla="*/ 292442 w 458697"/>
                <a:gd name="connsiteY229" fmla="*/ 290563 h 501068"/>
                <a:gd name="connsiteX230" fmla="*/ 297968 w 458697"/>
                <a:gd name="connsiteY230" fmla="*/ 291473 h 501068"/>
                <a:gd name="connsiteX231" fmla="*/ 303495 w 458697"/>
                <a:gd name="connsiteY231" fmla="*/ 291473 h 501068"/>
                <a:gd name="connsiteX232" fmla="*/ 311784 w 458697"/>
                <a:gd name="connsiteY232" fmla="*/ 290563 h 501068"/>
                <a:gd name="connsiteX233" fmla="*/ 319153 w 458697"/>
                <a:gd name="connsiteY233" fmla="*/ 289653 h 501068"/>
                <a:gd name="connsiteX234" fmla="*/ 325140 w 458697"/>
                <a:gd name="connsiteY234" fmla="*/ 288287 h 501068"/>
                <a:gd name="connsiteX235" fmla="*/ 327903 w 458697"/>
                <a:gd name="connsiteY235" fmla="*/ 287377 h 501068"/>
                <a:gd name="connsiteX236" fmla="*/ 325140 w 458697"/>
                <a:gd name="connsiteY236" fmla="*/ 313774 h 501068"/>
                <a:gd name="connsiteX237" fmla="*/ 311324 w 458697"/>
                <a:gd name="connsiteY237" fmla="*/ 326062 h 501068"/>
                <a:gd name="connsiteX238" fmla="*/ 295666 w 458697"/>
                <a:gd name="connsiteY238" fmla="*/ 326062 h 501068"/>
                <a:gd name="connsiteX239" fmla="*/ 282310 w 458697"/>
                <a:gd name="connsiteY239" fmla="*/ 314684 h 501068"/>
                <a:gd name="connsiteX240" fmla="*/ 99073 w 458697"/>
                <a:gd name="connsiteY240" fmla="*/ 232112 h 501068"/>
                <a:gd name="connsiteX241" fmla="*/ 127511 w 458697"/>
                <a:gd name="connsiteY241" fmla="*/ 232112 h 501068"/>
                <a:gd name="connsiteX242" fmla="*/ 127511 w 458697"/>
                <a:gd name="connsiteY242" fmla="*/ 236274 h 501068"/>
                <a:gd name="connsiteX243" fmla="*/ 128428 w 458697"/>
                <a:gd name="connsiteY243" fmla="*/ 240435 h 501068"/>
                <a:gd name="connsiteX244" fmla="*/ 129346 w 458697"/>
                <a:gd name="connsiteY244" fmla="*/ 244597 h 501068"/>
                <a:gd name="connsiteX245" fmla="*/ 132098 w 458697"/>
                <a:gd name="connsiteY245" fmla="*/ 248296 h 501068"/>
                <a:gd name="connsiteX246" fmla="*/ 134391 w 458697"/>
                <a:gd name="connsiteY246" fmla="*/ 251070 h 501068"/>
                <a:gd name="connsiteX247" fmla="*/ 136685 w 458697"/>
                <a:gd name="connsiteY247" fmla="*/ 253844 h 501068"/>
                <a:gd name="connsiteX248" fmla="*/ 140354 w 458697"/>
                <a:gd name="connsiteY248" fmla="*/ 255694 h 501068"/>
                <a:gd name="connsiteX249" fmla="*/ 144023 w 458697"/>
                <a:gd name="connsiteY249" fmla="*/ 257081 h 501068"/>
                <a:gd name="connsiteX250" fmla="*/ 147234 w 458697"/>
                <a:gd name="connsiteY250" fmla="*/ 258006 h 501068"/>
                <a:gd name="connsiteX251" fmla="*/ 150904 w 458697"/>
                <a:gd name="connsiteY251" fmla="*/ 258931 h 501068"/>
                <a:gd name="connsiteX252" fmla="*/ 155032 w 458697"/>
                <a:gd name="connsiteY252" fmla="*/ 258006 h 501068"/>
                <a:gd name="connsiteX253" fmla="*/ 158701 w 458697"/>
                <a:gd name="connsiteY253" fmla="*/ 257543 h 501068"/>
                <a:gd name="connsiteX254" fmla="*/ 162370 w 458697"/>
                <a:gd name="connsiteY254" fmla="*/ 256156 h 501068"/>
                <a:gd name="connsiteX255" fmla="*/ 165581 w 458697"/>
                <a:gd name="connsiteY255" fmla="*/ 254307 h 501068"/>
                <a:gd name="connsiteX256" fmla="*/ 168333 w 458697"/>
                <a:gd name="connsiteY256" fmla="*/ 251532 h 501068"/>
                <a:gd name="connsiteX257" fmla="*/ 170627 w 458697"/>
                <a:gd name="connsiteY257" fmla="*/ 248296 h 501068"/>
                <a:gd name="connsiteX258" fmla="*/ 177507 w 458697"/>
                <a:gd name="connsiteY258" fmla="*/ 251070 h 501068"/>
                <a:gd name="connsiteX259" fmla="*/ 183469 w 458697"/>
                <a:gd name="connsiteY259" fmla="*/ 253844 h 501068"/>
                <a:gd name="connsiteX260" fmla="*/ 187597 w 458697"/>
                <a:gd name="connsiteY260" fmla="*/ 258006 h 501068"/>
                <a:gd name="connsiteX261" fmla="*/ 191726 w 458697"/>
                <a:gd name="connsiteY261" fmla="*/ 263092 h 501068"/>
                <a:gd name="connsiteX262" fmla="*/ 189432 w 458697"/>
                <a:gd name="connsiteY262" fmla="*/ 266791 h 501068"/>
                <a:gd name="connsiteX263" fmla="*/ 188056 w 458697"/>
                <a:gd name="connsiteY263" fmla="*/ 270028 h 501068"/>
                <a:gd name="connsiteX264" fmla="*/ 187139 w 458697"/>
                <a:gd name="connsiteY264" fmla="*/ 273727 h 501068"/>
                <a:gd name="connsiteX265" fmla="*/ 186221 w 458697"/>
                <a:gd name="connsiteY265" fmla="*/ 277426 h 501068"/>
                <a:gd name="connsiteX266" fmla="*/ 186221 w 458697"/>
                <a:gd name="connsiteY266" fmla="*/ 281125 h 501068"/>
                <a:gd name="connsiteX267" fmla="*/ 187139 w 458697"/>
                <a:gd name="connsiteY267" fmla="*/ 284824 h 501068"/>
                <a:gd name="connsiteX268" fmla="*/ 187597 w 458697"/>
                <a:gd name="connsiteY268" fmla="*/ 287599 h 501068"/>
                <a:gd name="connsiteX269" fmla="*/ 189432 w 458697"/>
                <a:gd name="connsiteY269" fmla="*/ 290835 h 501068"/>
                <a:gd name="connsiteX270" fmla="*/ 191267 w 458697"/>
                <a:gd name="connsiteY270" fmla="*/ 293610 h 501068"/>
                <a:gd name="connsiteX271" fmla="*/ 193560 w 458697"/>
                <a:gd name="connsiteY271" fmla="*/ 296384 h 501068"/>
                <a:gd name="connsiteX272" fmla="*/ 196771 w 458697"/>
                <a:gd name="connsiteY272" fmla="*/ 297771 h 501068"/>
                <a:gd name="connsiteX273" fmla="*/ 199982 w 458697"/>
                <a:gd name="connsiteY273" fmla="*/ 299621 h 501068"/>
                <a:gd name="connsiteX274" fmla="*/ 203651 w 458697"/>
                <a:gd name="connsiteY274" fmla="*/ 301008 h 501068"/>
                <a:gd name="connsiteX275" fmla="*/ 208696 w 458697"/>
                <a:gd name="connsiteY275" fmla="*/ 301470 h 501068"/>
                <a:gd name="connsiteX276" fmla="*/ 213283 w 458697"/>
                <a:gd name="connsiteY276" fmla="*/ 301008 h 501068"/>
                <a:gd name="connsiteX277" fmla="*/ 218787 w 458697"/>
                <a:gd name="connsiteY277" fmla="*/ 300545 h 501068"/>
                <a:gd name="connsiteX278" fmla="*/ 222915 w 458697"/>
                <a:gd name="connsiteY278" fmla="*/ 312568 h 501068"/>
                <a:gd name="connsiteX279" fmla="*/ 226585 w 458697"/>
                <a:gd name="connsiteY279" fmla="*/ 325052 h 501068"/>
                <a:gd name="connsiteX280" fmla="*/ 222457 w 458697"/>
                <a:gd name="connsiteY280" fmla="*/ 326902 h 501068"/>
                <a:gd name="connsiteX281" fmla="*/ 218787 w 458697"/>
                <a:gd name="connsiteY281" fmla="*/ 328751 h 501068"/>
                <a:gd name="connsiteX282" fmla="*/ 215577 w 458697"/>
                <a:gd name="connsiteY282" fmla="*/ 331063 h 501068"/>
                <a:gd name="connsiteX283" fmla="*/ 212825 w 458697"/>
                <a:gd name="connsiteY283" fmla="*/ 333375 h 501068"/>
                <a:gd name="connsiteX284" fmla="*/ 210990 w 458697"/>
                <a:gd name="connsiteY284" fmla="*/ 336612 h 501068"/>
                <a:gd name="connsiteX285" fmla="*/ 209614 w 458697"/>
                <a:gd name="connsiteY285" fmla="*/ 340311 h 501068"/>
                <a:gd name="connsiteX286" fmla="*/ 208696 w 458697"/>
                <a:gd name="connsiteY286" fmla="*/ 343085 h 501068"/>
                <a:gd name="connsiteX287" fmla="*/ 208696 w 458697"/>
                <a:gd name="connsiteY287" fmla="*/ 346784 h 501068"/>
                <a:gd name="connsiteX288" fmla="*/ 208696 w 458697"/>
                <a:gd name="connsiteY288" fmla="*/ 350483 h 501068"/>
                <a:gd name="connsiteX289" fmla="*/ 209614 w 458697"/>
                <a:gd name="connsiteY289" fmla="*/ 354182 h 501068"/>
                <a:gd name="connsiteX290" fmla="*/ 210990 w 458697"/>
                <a:gd name="connsiteY290" fmla="*/ 356957 h 501068"/>
                <a:gd name="connsiteX291" fmla="*/ 212825 w 458697"/>
                <a:gd name="connsiteY291" fmla="*/ 360193 h 501068"/>
                <a:gd name="connsiteX292" fmla="*/ 215577 w 458697"/>
                <a:gd name="connsiteY292" fmla="*/ 362968 h 501068"/>
                <a:gd name="connsiteX293" fmla="*/ 218787 w 458697"/>
                <a:gd name="connsiteY293" fmla="*/ 365742 h 501068"/>
                <a:gd name="connsiteX294" fmla="*/ 222457 w 458697"/>
                <a:gd name="connsiteY294" fmla="*/ 367592 h 501068"/>
                <a:gd name="connsiteX295" fmla="*/ 226585 w 458697"/>
                <a:gd name="connsiteY295" fmla="*/ 368516 h 501068"/>
                <a:gd name="connsiteX296" fmla="*/ 222915 w 458697"/>
                <a:gd name="connsiteY296" fmla="*/ 381926 h 501068"/>
                <a:gd name="connsiteX297" fmla="*/ 218787 w 458697"/>
                <a:gd name="connsiteY297" fmla="*/ 393948 h 501068"/>
                <a:gd name="connsiteX298" fmla="*/ 213283 w 458697"/>
                <a:gd name="connsiteY298" fmla="*/ 392561 h 501068"/>
                <a:gd name="connsiteX299" fmla="*/ 208696 w 458697"/>
                <a:gd name="connsiteY299" fmla="*/ 392561 h 501068"/>
                <a:gd name="connsiteX300" fmla="*/ 204568 w 458697"/>
                <a:gd name="connsiteY300" fmla="*/ 393485 h 501068"/>
                <a:gd name="connsiteX301" fmla="*/ 200899 w 458697"/>
                <a:gd name="connsiteY301" fmla="*/ 393948 h 501068"/>
                <a:gd name="connsiteX302" fmla="*/ 197230 w 458697"/>
                <a:gd name="connsiteY302" fmla="*/ 395797 h 501068"/>
                <a:gd name="connsiteX303" fmla="*/ 194019 w 458697"/>
                <a:gd name="connsiteY303" fmla="*/ 397647 h 501068"/>
                <a:gd name="connsiteX304" fmla="*/ 191726 w 458697"/>
                <a:gd name="connsiteY304" fmla="*/ 399959 h 501068"/>
                <a:gd name="connsiteX305" fmla="*/ 189432 w 458697"/>
                <a:gd name="connsiteY305" fmla="*/ 402271 h 501068"/>
                <a:gd name="connsiteX306" fmla="*/ 188056 w 458697"/>
                <a:gd name="connsiteY306" fmla="*/ 405507 h 501068"/>
                <a:gd name="connsiteX307" fmla="*/ 187139 w 458697"/>
                <a:gd name="connsiteY307" fmla="*/ 409207 h 501068"/>
                <a:gd name="connsiteX308" fmla="*/ 186221 w 458697"/>
                <a:gd name="connsiteY308" fmla="*/ 411981 h 501068"/>
                <a:gd name="connsiteX309" fmla="*/ 186221 w 458697"/>
                <a:gd name="connsiteY309" fmla="*/ 415680 h 501068"/>
                <a:gd name="connsiteX310" fmla="*/ 187139 w 458697"/>
                <a:gd name="connsiteY310" fmla="*/ 419379 h 501068"/>
                <a:gd name="connsiteX311" fmla="*/ 187597 w 458697"/>
                <a:gd name="connsiteY311" fmla="*/ 422153 h 501068"/>
                <a:gd name="connsiteX312" fmla="*/ 189432 w 458697"/>
                <a:gd name="connsiteY312" fmla="*/ 425853 h 501068"/>
                <a:gd name="connsiteX313" fmla="*/ 191726 w 458697"/>
                <a:gd name="connsiteY313" fmla="*/ 429089 h 501068"/>
                <a:gd name="connsiteX314" fmla="*/ 190808 w 458697"/>
                <a:gd name="connsiteY314" fmla="*/ 432788 h 501068"/>
                <a:gd name="connsiteX315" fmla="*/ 188973 w 458697"/>
                <a:gd name="connsiteY315" fmla="*/ 435100 h 501068"/>
                <a:gd name="connsiteX316" fmla="*/ 187139 w 458697"/>
                <a:gd name="connsiteY316" fmla="*/ 437412 h 501068"/>
                <a:gd name="connsiteX317" fmla="*/ 184387 w 458697"/>
                <a:gd name="connsiteY317" fmla="*/ 439262 h 501068"/>
                <a:gd name="connsiteX318" fmla="*/ 178424 w 458697"/>
                <a:gd name="connsiteY318" fmla="*/ 442498 h 501068"/>
                <a:gd name="connsiteX319" fmla="*/ 173379 w 458697"/>
                <a:gd name="connsiteY319" fmla="*/ 445273 h 501068"/>
                <a:gd name="connsiteX320" fmla="*/ 170168 w 458697"/>
                <a:gd name="connsiteY320" fmla="*/ 442961 h 501068"/>
                <a:gd name="connsiteX321" fmla="*/ 167416 w 458697"/>
                <a:gd name="connsiteY321" fmla="*/ 440649 h 501068"/>
                <a:gd name="connsiteX322" fmla="*/ 163746 w 458697"/>
                <a:gd name="connsiteY322" fmla="*/ 437875 h 501068"/>
                <a:gd name="connsiteX323" fmla="*/ 160077 w 458697"/>
                <a:gd name="connsiteY323" fmla="*/ 436950 h 501068"/>
                <a:gd name="connsiteX324" fmla="*/ 155949 w 458697"/>
                <a:gd name="connsiteY324" fmla="*/ 436487 h 501068"/>
                <a:gd name="connsiteX325" fmla="*/ 151821 w 458697"/>
                <a:gd name="connsiteY325" fmla="*/ 435563 h 501068"/>
                <a:gd name="connsiteX326" fmla="*/ 148151 w 458697"/>
                <a:gd name="connsiteY326" fmla="*/ 436487 h 501068"/>
                <a:gd name="connsiteX327" fmla="*/ 144482 w 458697"/>
                <a:gd name="connsiteY327" fmla="*/ 436950 h 501068"/>
                <a:gd name="connsiteX328" fmla="*/ 140813 w 458697"/>
                <a:gd name="connsiteY328" fmla="*/ 437875 h 501068"/>
                <a:gd name="connsiteX329" fmla="*/ 137143 w 458697"/>
                <a:gd name="connsiteY329" fmla="*/ 439724 h 501068"/>
                <a:gd name="connsiteX330" fmla="*/ 134391 w 458697"/>
                <a:gd name="connsiteY330" fmla="*/ 442498 h 501068"/>
                <a:gd name="connsiteX331" fmla="*/ 132098 w 458697"/>
                <a:gd name="connsiteY331" fmla="*/ 445273 h 501068"/>
                <a:gd name="connsiteX332" fmla="*/ 130263 w 458697"/>
                <a:gd name="connsiteY332" fmla="*/ 448972 h 501068"/>
                <a:gd name="connsiteX333" fmla="*/ 128428 w 458697"/>
                <a:gd name="connsiteY333" fmla="*/ 452671 h 501068"/>
                <a:gd name="connsiteX334" fmla="*/ 127511 w 458697"/>
                <a:gd name="connsiteY334" fmla="*/ 457295 h 501068"/>
                <a:gd name="connsiteX335" fmla="*/ 127511 w 458697"/>
                <a:gd name="connsiteY335" fmla="*/ 462381 h 501068"/>
                <a:gd name="connsiteX336" fmla="*/ 99073 w 458697"/>
                <a:gd name="connsiteY336" fmla="*/ 462381 h 501068"/>
                <a:gd name="connsiteX337" fmla="*/ 99073 w 458697"/>
                <a:gd name="connsiteY337" fmla="*/ 457295 h 501068"/>
                <a:gd name="connsiteX338" fmla="*/ 98156 w 458697"/>
                <a:gd name="connsiteY338" fmla="*/ 453133 h 501068"/>
                <a:gd name="connsiteX339" fmla="*/ 97239 w 458697"/>
                <a:gd name="connsiteY339" fmla="*/ 449434 h 501068"/>
                <a:gd name="connsiteX340" fmla="*/ 95404 w 458697"/>
                <a:gd name="connsiteY340" fmla="*/ 445735 h 501068"/>
                <a:gd name="connsiteX341" fmla="*/ 93111 w 458697"/>
                <a:gd name="connsiteY341" fmla="*/ 442961 h 501068"/>
                <a:gd name="connsiteX342" fmla="*/ 89900 w 458697"/>
                <a:gd name="connsiteY342" fmla="*/ 440649 h 501068"/>
                <a:gd name="connsiteX343" fmla="*/ 87148 w 458697"/>
                <a:gd name="connsiteY343" fmla="*/ 438799 h 501068"/>
                <a:gd name="connsiteX344" fmla="*/ 83478 w 458697"/>
                <a:gd name="connsiteY344" fmla="*/ 436950 h 501068"/>
                <a:gd name="connsiteX345" fmla="*/ 79809 w 458697"/>
                <a:gd name="connsiteY345" fmla="*/ 436487 h 501068"/>
                <a:gd name="connsiteX346" fmla="*/ 75681 w 458697"/>
                <a:gd name="connsiteY346" fmla="*/ 435563 h 501068"/>
                <a:gd name="connsiteX347" fmla="*/ 72012 w 458697"/>
                <a:gd name="connsiteY347" fmla="*/ 435563 h 501068"/>
                <a:gd name="connsiteX348" fmla="*/ 68342 w 458697"/>
                <a:gd name="connsiteY348" fmla="*/ 436487 h 501068"/>
                <a:gd name="connsiteX349" fmla="*/ 64673 w 458697"/>
                <a:gd name="connsiteY349" fmla="*/ 437875 h 501068"/>
                <a:gd name="connsiteX350" fmla="*/ 61003 w 458697"/>
                <a:gd name="connsiteY350" fmla="*/ 439724 h 501068"/>
                <a:gd name="connsiteX351" fmla="*/ 58251 w 458697"/>
                <a:gd name="connsiteY351" fmla="*/ 442498 h 501068"/>
                <a:gd name="connsiteX352" fmla="*/ 55958 w 458697"/>
                <a:gd name="connsiteY352" fmla="*/ 445273 h 501068"/>
                <a:gd name="connsiteX353" fmla="*/ 49078 w 458697"/>
                <a:gd name="connsiteY353" fmla="*/ 443423 h 501068"/>
                <a:gd name="connsiteX354" fmla="*/ 44032 w 458697"/>
                <a:gd name="connsiteY354" fmla="*/ 439724 h 501068"/>
                <a:gd name="connsiteX355" fmla="*/ 38987 w 458697"/>
                <a:gd name="connsiteY355" fmla="*/ 436487 h 501068"/>
                <a:gd name="connsiteX356" fmla="*/ 35318 w 458697"/>
                <a:gd name="connsiteY356" fmla="*/ 431401 h 501068"/>
                <a:gd name="connsiteX357" fmla="*/ 37152 w 458697"/>
                <a:gd name="connsiteY357" fmla="*/ 427702 h 501068"/>
                <a:gd name="connsiteX358" fmla="*/ 38987 w 458697"/>
                <a:gd name="connsiteY358" fmla="*/ 424003 h 501068"/>
                <a:gd name="connsiteX359" fmla="*/ 39446 w 458697"/>
                <a:gd name="connsiteY359" fmla="*/ 420766 h 501068"/>
                <a:gd name="connsiteX360" fmla="*/ 40363 w 458697"/>
                <a:gd name="connsiteY360" fmla="*/ 417067 h 501068"/>
                <a:gd name="connsiteX361" fmla="*/ 40363 w 458697"/>
                <a:gd name="connsiteY361" fmla="*/ 413368 h 501068"/>
                <a:gd name="connsiteX362" fmla="*/ 40363 w 458697"/>
                <a:gd name="connsiteY362" fmla="*/ 409669 h 501068"/>
                <a:gd name="connsiteX363" fmla="*/ 38987 w 458697"/>
                <a:gd name="connsiteY363" fmla="*/ 405970 h 501068"/>
                <a:gd name="connsiteX364" fmla="*/ 38070 w 458697"/>
                <a:gd name="connsiteY364" fmla="*/ 403196 h 501068"/>
                <a:gd name="connsiteX365" fmla="*/ 35318 w 458697"/>
                <a:gd name="connsiteY365" fmla="*/ 400421 h 501068"/>
                <a:gd name="connsiteX366" fmla="*/ 33024 w 458697"/>
                <a:gd name="connsiteY366" fmla="*/ 398109 h 501068"/>
                <a:gd name="connsiteX367" fmla="*/ 30272 w 458697"/>
                <a:gd name="connsiteY367" fmla="*/ 395797 h 501068"/>
                <a:gd name="connsiteX368" fmla="*/ 27062 w 458697"/>
                <a:gd name="connsiteY368" fmla="*/ 394410 h 501068"/>
                <a:gd name="connsiteX369" fmla="*/ 22933 w 458697"/>
                <a:gd name="connsiteY369" fmla="*/ 393485 h 501068"/>
                <a:gd name="connsiteX370" fmla="*/ 18805 w 458697"/>
                <a:gd name="connsiteY370" fmla="*/ 392561 h 501068"/>
                <a:gd name="connsiteX371" fmla="*/ 13760 w 458697"/>
                <a:gd name="connsiteY371" fmla="*/ 392561 h 501068"/>
                <a:gd name="connsiteX372" fmla="*/ 8715 w 458697"/>
                <a:gd name="connsiteY372" fmla="*/ 393948 h 501068"/>
                <a:gd name="connsiteX373" fmla="*/ 4128 w 458697"/>
                <a:gd name="connsiteY373" fmla="*/ 381926 h 501068"/>
                <a:gd name="connsiteX374" fmla="*/ 0 w 458697"/>
                <a:gd name="connsiteY374" fmla="*/ 368516 h 501068"/>
                <a:gd name="connsiteX375" fmla="*/ 4128 w 458697"/>
                <a:gd name="connsiteY375" fmla="*/ 368054 h 501068"/>
                <a:gd name="connsiteX376" fmla="*/ 7797 w 458697"/>
                <a:gd name="connsiteY376" fmla="*/ 366205 h 501068"/>
                <a:gd name="connsiteX377" fmla="*/ 11008 w 458697"/>
                <a:gd name="connsiteY377" fmla="*/ 363893 h 501068"/>
                <a:gd name="connsiteX378" fmla="*/ 13301 w 458697"/>
                <a:gd name="connsiteY378" fmla="*/ 360656 h 501068"/>
                <a:gd name="connsiteX379" fmla="*/ 15136 w 458697"/>
                <a:gd name="connsiteY379" fmla="*/ 357882 h 501068"/>
                <a:gd name="connsiteX380" fmla="*/ 16971 w 458697"/>
                <a:gd name="connsiteY380" fmla="*/ 354182 h 501068"/>
                <a:gd name="connsiteX381" fmla="*/ 17429 w 458697"/>
                <a:gd name="connsiteY381" fmla="*/ 350483 h 501068"/>
                <a:gd name="connsiteX382" fmla="*/ 17888 w 458697"/>
                <a:gd name="connsiteY382" fmla="*/ 346784 h 501068"/>
                <a:gd name="connsiteX383" fmla="*/ 17429 w 458697"/>
                <a:gd name="connsiteY383" fmla="*/ 343085 h 501068"/>
                <a:gd name="connsiteX384" fmla="*/ 16971 w 458697"/>
                <a:gd name="connsiteY384" fmla="*/ 339848 h 501068"/>
                <a:gd name="connsiteX385" fmla="*/ 15136 w 458697"/>
                <a:gd name="connsiteY385" fmla="*/ 336149 h 501068"/>
                <a:gd name="connsiteX386" fmla="*/ 13301 w 458697"/>
                <a:gd name="connsiteY386" fmla="*/ 332913 h 501068"/>
                <a:gd name="connsiteX387" fmla="*/ 11008 w 458697"/>
                <a:gd name="connsiteY387" fmla="*/ 330601 h 501068"/>
                <a:gd name="connsiteX388" fmla="*/ 7797 w 458697"/>
                <a:gd name="connsiteY388" fmla="*/ 328289 h 501068"/>
                <a:gd name="connsiteX389" fmla="*/ 4128 w 458697"/>
                <a:gd name="connsiteY389" fmla="*/ 326439 h 501068"/>
                <a:gd name="connsiteX390" fmla="*/ 0 w 458697"/>
                <a:gd name="connsiteY390" fmla="*/ 325052 h 501068"/>
                <a:gd name="connsiteX391" fmla="*/ 4128 w 458697"/>
                <a:gd name="connsiteY391" fmla="*/ 312568 h 501068"/>
                <a:gd name="connsiteX392" fmla="*/ 8715 w 458697"/>
                <a:gd name="connsiteY392" fmla="*/ 300545 h 501068"/>
                <a:gd name="connsiteX393" fmla="*/ 13301 w 458697"/>
                <a:gd name="connsiteY393" fmla="*/ 301008 h 501068"/>
                <a:gd name="connsiteX394" fmla="*/ 17888 w 458697"/>
                <a:gd name="connsiteY394" fmla="*/ 301470 h 501068"/>
                <a:gd name="connsiteX395" fmla="*/ 22475 w 458697"/>
                <a:gd name="connsiteY395" fmla="*/ 301008 h 501068"/>
                <a:gd name="connsiteX396" fmla="*/ 26603 w 458697"/>
                <a:gd name="connsiteY396" fmla="*/ 299621 h 501068"/>
                <a:gd name="connsiteX397" fmla="*/ 30272 w 458697"/>
                <a:gd name="connsiteY397" fmla="*/ 298696 h 501068"/>
                <a:gd name="connsiteX398" fmla="*/ 33024 w 458697"/>
                <a:gd name="connsiteY398" fmla="*/ 296846 h 501068"/>
                <a:gd name="connsiteX399" fmla="*/ 35318 w 458697"/>
                <a:gd name="connsiteY399" fmla="*/ 294534 h 501068"/>
                <a:gd name="connsiteX400" fmla="*/ 37152 w 458697"/>
                <a:gd name="connsiteY400" fmla="*/ 291298 h 501068"/>
                <a:gd name="connsiteX401" fmla="*/ 38987 w 458697"/>
                <a:gd name="connsiteY401" fmla="*/ 288523 h 501068"/>
                <a:gd name="connsiteX402" fmla="*/ 40363 w 458697"/>
                <a:gd name="connsiteY402" fmla="*/ 285287 h 501068"/>
                <a:gd name="connsiteX403" fmla="*/ 40822 w 458697"/>
                <a:gd name="connsiteY403" fmla="*/ 281588 h 501068"/>
                <a:gd name="connsiteX404" fmla="*/ 40822 w 458697"/>
                <a:gd name="connsiteY404" fmla="*/ 278813 h 501068"/>
                <a:gd name="connsiteX405" fmla="*/ 40363 w 458697"/>
                <a:gd name="connsiteY405" fmla="*/ 275114 h 501068"/>
                <a:gd name="connsiteX406" fmla="*/ 38987 w 458697"/>
                <a:gd name="connsiteY406" fmla="*/ 271415 h 501068"/>
                <a:gd name="connsiteX407" fmla="*/ 37152 w 458697"/>
                <a:gd name="connsiteY407" fmla="*/ 268178 h 501068"/>
                <a:gd name="connsiteX408" fmla="*/ 35318 w 458697"/>
                <a:gd name="connsiteY408" fmla="*/ 265404 h 501068"/>
                <a:gd name="connsiteX409" fmla="*/ 36235 w 458697"/>
                <a:gd name="connsiteY409" fmla="*/ 261705 h 501068"/>
                <a:gd name="connsiteX410" fmla="*/ 38070 w 458697"/>
                <a:gd name="connsiteY410" fmla="*/ 258931 h 501068"/>
                <a:gd name="connsiteX411" fmla="*/ 40363 w 458697"/>
                <a:gd name="connsiteY411" fmla="*/ 257081 h 501068"/>
                <a:gd name="connsiteX412" fmla="*/ 42656 w 458697"/>
                <a:gd name="connsiteY412" fmla="*/ 255232 h 501068"/>
                <a:gd name="connsiteX413" fmla="*/ 48161 w 458697"/>
                <a:gd name="connsiteY413" fmla="*/ 251532 h 501068"/>
                <a:gd name="connsiteX414" fmla="*/ 54123 w 458697"/>
                <a:gd name="connsiteY414" fmla="*/ 248296 h 501068"/>
                <a:gd name="connsiteX415" fmla="*/ 56417 w 458697"/>
                <a:gd name="connsiteY415" fmla="*/ 251532 h 501068"/>
                <a:gd name="connsiteX416" fmla="*/ 60086 w 458697"/>
                <a:gd name="connsiteY416" fmla="*/ 253844 h 501068"/>
                <a:gd name="connsiteX417" fmla="*/ 63755 w 458697"/>
                <a:gd name="connsiteY417" fmla="*/ 255694 h 501068"/>
                <a:gd name="connsiteX418" fmla="*/ 67425 w 458697"/>
                <a:gd name="connsiteY418" fmla="*/ 257081 h 501068"/>
                <a:gd name="connsiteX419" fmla="*/ 70636 w 458697"/>
                <a:gd name="connsiteY419" fmla="*/ 258006 h 501068"/>
                <a:gd name="connsiteX420" fmla="*/ 74764 w 458697"/>
                <a:gd name="connsiteY420" fmla="*/ 258006 h 501068"/>
                <a:gd name="connsiteX421" fmla="*/ 79350 w 458697"/>
                <a:gd name="connsiteY421" fmla="*/ 258006 h 501068"/>
                <a:gd name="connsiteX422" fmla="*/ 82561 w 458697"/>
                <a:gd name="connsiteY422" fmla="*/ 257081 h 501068"/>
                <a:gd name="connsiteX423" fmla="*/ 86230 w 458697"/>
                <a:gd name="connsiteY423" fmla="*/ 255694 h 501068"/>
                <a:gd name="connsiteX424" fmla="*/ 89441 w 458697"/>
                <a:gd name="connsiteY424" fmla="*/ 253844 h 501068"/>
                <a:gd name="connsiteX425" fmla="*/ 92193 w 458697"/>
                <a:gd name="connsiteY425" fmla="*/ 251532 h 501068"/>
                <a:gd name="connsiteX426" fmla="*/ 94945 w 458697"/>
                <a:gd name="connsiteY426" fmla="*/ 248296 h 501068"/>
                <a:gd name="connsiteX427" fmla="*/ 97239 w 458697"/>
                <a:gd name="connsiteY427" fmla="*/ 245521 h 501068"/>
                <a:gd name="connsiteX428" fmla="*/ 98156 w 458697"/>
                <a:gd name="connsiteY428" fmla="*/ 241360 h 501068"/>
                <a:gd name="connsiteX429" fmla="*/ 99073 w 458697"/>
                <a:gd name="connsiteY429" fmla="*/ 237198 h 501068"/>
                <a:gd name="connsiteX430" fmla="*/ 427380 w 458697"/>
                <a:gd name="connsiteY430" fmla="*/ 149215 h 501068"/>
                <a:gd name="connsiteX431" fmla="*/ 458697 w 458697"/>
                <a:gd name="connsiteY431" fmla="*/ 149215 h 501068"/>
                <a:gd name="connsiteX432" fmla="*/ 458697 w 458697"/>
                <a:gd name="connsiteY432" fmla="*/ 169479 h 501068"/>
                <a:gd name="connsiteX433" fmla="*/ 427380 w 458697"/>
                <a:gd name="connsiteY433" fmla="*/ 169479 h 501068"/>
                <a:gd name="connsiteX434" fmla="*/ 427841 w 458697"/>
                <a:gd name="connsiteY434" fmla="*/ 164305 h 501068"/>
                <a:gd name="connsiteX435" fmla="*/ 428762 w 458697"/>
                <a:gd name="connsiteY435" fmla="*/ 159563 h 501068"/>
                <a:gd name="connsiteX436" fmla="*/ 427841 w 458697"/>
                <a:gd name="connsiteY436" fmla="*/ 154389 h 501068"/>
                <a:gd name="connsiteX437" fmla="*/ 149215 w 458697"/>
                <a:gd name="connsiteY437" fmla="*/ 149215 h 501068"/>
                <a:gd name="connsiteX438" fmla="*/ 180532 w 458697"/>
                <a:gd name="connsiteY438" fmla="*/ 149215 h 501068"/>
                <a:gd name="connsiteX439" fmla="*/ 180064 w 458697"/>
                <a:gd name="connsiteY439" fmla="*/ 154389 h 501068"/>
                <a:gd name="connsiteX440" fmla="*/ 179129 w 458697"/>
                <a:gd name="connsiteY440" fmla="*/ 159563 h 501068"/>
                <a:gd name="connsiteX441" fmla="*/ 180064 w 458697"/>
                <a:gd name="connsiteY441" fmla="*/ 164305 h 501068"/>
                <a:gd name="connsiteX442" fmla="*/ 180532 w 458697"/>
                <a:gd name="connsiteY442" fmla="*/ 169479 h 501068"/>
                <a:gd name="connsiteX443" fmla="*/ 149215 w 458697"/>
                <a:gd name="connsiteY443" fmla="*/ 169479 h 501068"/>
                <a:gd name="connsiteX444" fmla="*/ 303955 w 458697"/>
                <a:gd name="connsiteY444" fmla="*/ 62633 h 501068"/>
                <a:gd name="connsiteX445" fmla="*/ 311692 w 458697"/>
                <a:gd name="connsiteY445" fmla="*/ 63554 h 501068"/>
                <a:gd name="connsiteX446" fmla="*/ 319429 w 458697"/>
                <a:gd name="connsiteY446" fmla="*/ 64475 h 501068"/>
                <a:gd name="connsiteX447" fmla="*/ 327166 w 458697"/>
                <a:gd name="connsiteY447" fmla="*/ 67239 h 501068"/>
                <a:gd name="connsiteX448" fmla="*/ 334448 w 458697"/>
                <a:gd name="connsiteY448" fmla="*/ 69541 h 501068"/>
                <a:gd name="connsiteX449" fmla="*/ 340820 w 458697"/>
                <a:gd name="connsiteY449" fmla="*/ 73226 h 501068"/>
                <a:gd name="connsiteX450" fmla="*/ 347192 w 458697"/>
                <a:gd name="connsiteY450" fmla="*/ 77370 h 501068"/>
                <a:gd name="connsiteX451" fmla="*/ 353108 w 458697"/>
                <a:gd name="connsiteY451" fmla="*/ 81515 h 501068"/>
                <a:gd name="connsiteX452" fmla="*/ 358570 w 458697"/>
                <a:gd name="connsiteY452" fmla="*/ 87042 h 501068"/>
                <a:gd name="connsiteX453" fmla="*/ 363576 w 458697"/>
                <a:gd name="connsiteY453" fmla="*/ 93029 h 501068"/>
                <a:gd name="connsiteX454" fmla="*/ 368127 w 458697"/>
                <a:gd name="connsiteY454" fmla="*/ 99016 h 501068"/>
                <a:gd name="connsiteX455" fmla="*/ 371768 w 458697"/>
                <a:gd name="connsiteY455" fmla="*/ 105924 h 501068"/>
                <a:gd name="connsiteX456" fmla="*/ 375409 w 458697"/>
                <a:gd name="connsiteY456" fmla="*/ 112832 h 501068"/>
                <a:gd name="connsiteX457" fmla="*/ 377685 w 458697"/>
                <a:gd name="connsiteY457" fmla="*/ 120661 h 501068"/>
                <a:gd name="connsiteX458" fmla="*/ 379505 w 458697"/>
                <a:gd name="connsiteY458" fmla="*/ 128490 h 501068"/>
                <a:gd name="connsiteX459" fmla="*/ 380416 w 458697"/>
                <a:gd name="connsiteY459" fmla="*/ 136320 h 501068"/>
                <a:gd name="connsiteX460" fmla="*/ 381326 w 458697"/>
                <a:gd name="connsiteY460" fmla="*/ 144609 h 501068"/>
                <a:gd name="connsiteX461" fmla="*/ 380416 w 458697"/>
                <a:gd name="connsiteY461" fmla="*/ 152899 h 501068"/>
                <a:gd name="connsiteX462" fmla="*/ 379505 w 458697"/>
                <a:gd name="connsiteY462" fmla="*/ 161649 h 501068"/>
                <a:gd name="connsiteX463" fmla="*/ 377685 w 458697"/>
                <a:gd name="connsiteY463" fmla="*/ 169479 h 501068"/>
                <a:gd name="connsiteX464" fmla="*/ 374499 w 458697"/>
                <a:gd name="connsiteY464" fmla="*/ 177308 h 501068"/>
                <a:gd name="connsiteX465" fmla="*/ 371313 w 458697"/>
                <a:gd name="connsiteY465" fmla="*/ 184216 h 501068"/>
                <a:gd name="connsiteX466" fmla="*/ 367672 w 458697"/>
                <a:gd name="connsiteY466" fmla="*/ 191584 h 501068"/>
                <a:gd name="connsiteX467" fmla="*/ 362211 w 458697"/>
                <a:gd name="connsiteY467" fmla="*/ 198032 h 501068"/>
                <a:gd name="connsiteX468" fmla="*/ 356749 w 458697"/>
                <a:gd name="connsiteY468" fmla="*/ 204019 h 501068"/>
                <a:gd name="connsiteX469" fmla="*/ 353108 w 458697"/>
                <a:gd name="connsiteY469" fmla="*/ 211848 h 501068"/>
                <a:gd name="connsiteX470" fmla="*/ 350378 w 458697"/>
                <a:gd name="connsiteY470" fmla="*/ 218756 h 501068"/>
                <a:gd name="connsiteX471" fmla="*/ 346281 w 458697"/>
                <a:gd name="connsiteY471" fmla="*/ 229349 h 501068"/>
                <a:gd name="connsiteX472" fmla="*/ 344916 w 458697"/>
                <a:gd name="connsiteY472" fmla="*/ 236717 h 501068"/>
                <a:gd name="connsiteX473" fmla="*/ 344461 w 458697"/>
                <a:gd name="connsiteY473" fmla="*/ 239481 h 501068"/>
                <a:gd name="connsiteX474" fmla="*/ 344916 w 458697"/>
                <a:gd name="connsiteY474" fmla="*/ 243165 h 501068"/>
                <a:gd name="connsiteX475" fmla="*/ 345371 w 458697"/>
                <a:gd name="connsiteY475" fmla="*/ 246849 h 501068"/>
                <a:gd name="connsiteX476" fmla="*/ 345371 w 458697"/>
                <a:gd name="connsiteY476" fmla="*/ 250534 h 501068"/>
                <a:gd name="connsiteX477" fmla="*/ 344916 w 458697"/>
                <a:gd name="connsiteY477" fmla="*/ 253297 h 501068"/>
                <a:gd name="connsiteX478" fmla="*/ 343096 w 458697"/>
                <a:gd name="connsiteY478" fmla="*/ 258823 h 501068"/>
                <a:gd name="connsiteX479" fmla="*/ 340820 w 458697"/>
                <a:gd name="connsiteY479" fmla="*/ 263889 h 501068"/>
                <a:gd name="connsiteX480" fmla="*/ 338544 w 458697"/>
                <a:gd name="connsiteY480" fmla="*/ 267574 h 501068"/>
                <a:gd name="connsiteX481" fmla="*/ 336269 w 458697"/>
                <a:gd name="connsiteY481" fmla="*/ 269876 h 501068"/>
                <a:gd name="connsiteX482" fmla="*/ 333538 w 458697"/>
                <a:gd name="connsiteY482" fmla="*/ 271719 h 501068"/>
                <a:gd name="connsiteX483" fmla="*/ 333083 w 458697"/>
                <a:gd name="connsiteY483" fmla="*/ 272179 h 501068"/>
                <a:gd name="connsiteX484" fmla="*/ 324891 w 458697"/>
                <a:gd name="connsiteY484" fmla="*/ 274482 h 501068"/>
                <a:gd name="connsiteX485" fmla="*/ 316244 w 458697"/>
                <a:gd name="connsiteY485" fmla="*/ 276785 h 501068"/>
                <a:gd name="connsiteX486" fmla="*/ 308051 w 458697"/>
                <a:gd name="connsiteY486" fmla="*/ 278166 h 501068"/>
                <a:gd name="connsiteX487" fmla="*/ 300314 w 458697"/>
                <a:gd name="connsiteY487" fmla="*/ 278166 h 501068"/>
                <a:gd name="connsiteX488" fmla="*/ 294398 w 458697"/>
                <a:gd name="connsiteY488" fmla="*/ 278166 h 501068"/>
                <a:gd name="connsiteX489" fmla="*/ 288936 w 458697"/>
                <a:gd name="connsiteY489" fmla="*/ 277706 h 501068"/>
                <a:gd name="connsiteX490" fmla="*/ 284385 w 458697"/>
                <a:gd name="connsiteY490" fmla="*/ 276324 h 501068"/>
                <a:gd name="connsiteX491" fmla="*/ 280744 w 458697"/>
                <a:gd name="connsiteY491" fmla="*/ 274942 h 501068"/>
                <a:gd name="connsiteX492" fmla="*/ 275283 w 458697"/>
                <a:gd name="connsiteY492" fmla="*/ 272640 h 501068"/>
                <a:gd name="connsiteX493" fmla="*/ 273462 w 458697"/>
                <a:gd name="connsiteY493" fmla="*/ 271719 h 501068"/>
                <a:gd name="connsiteX494" fmla="*/ 270731 w 458697"/>
                <a:gd name="connsiteY494" fmla="*/ 268955 h 501068"/>
                <a:gd name="connsiteX495" fmla="*/ 268456 w 458697"/>
                <a:gd name="connsiteY495" fmla="*/ 266192 h 501068"/>
                <a:gd name="connsiteX496" fmla="*/ 265725 w 458697"/>
                <a:gd name="connsiteY496" fmla="*/ 262508 h 501068"/>
                <a:gd name="connsiteX497" fmla="*/ 264360 w 458697"/>
                <a:gd name="connsiteY497" fmla="*/ 258363 h 501068"/>
                <a:gd name="connsiteX498" fmla="*/ 262539 w 458697"/>
                <a:gd name="connsiteY498" fmla="*/ 252836 h 501068"/>
                <a:gd name="connsiteX499" fmla="*/ 262539 w 458697"/>
                <a:gd name="connsiteY499" fmla="*/ 246849 h 501068"/>
                <a:gd name="connsiteX500" fmla="*/ 262539 w 458697"/>
                <a:gd name="connsiteY500" fmla="*/ 243165 h 501068"/>
                <a:gd name="connsiteX501" fmla="*/ 262994 w 458697"/>
                <a:gd name="connsiteY501" fmla="*/ 239481 h 501068"/>
                <a:gd name="connsiteX502" fmla="*/ 262994 w 458697"/>
                <a:gd name="connsiteY502" fmla="*/ 236717 h 501068"/>
                <a:gd name="connsiteX503" fmla="*/ 261174 w 458697"/>
                <a:gd name="connsiteY503" fmla="*/ 229349 h 501068"/>
                <a:gd name="connsiteX504" fmla="*/ 257078 w 458697"/>
                <a:gd name="connsiteY504" fmla="*/ 217835 h 501068"/>
                <a:gd name="connsiteX505" fmla="*/ 253892 w 458697"/>
                <a:gd name="connsiteY505" fmla="*/ 211388 h 501068"/>
                <a:gd name="connsiteX506" fmla="*/ 249796 w 458697"/>
                <a:gd name="connsiteY506" fmla="*/ 203098 h 501068"/>
                <a:gd name="connsiteX507" fmla="*/ 244334 w 458697"/>
                <a:gd name="connsiteY507" fmla="*/ 197111 h 501068"/>
                <a:gd name="connsiteX508" fmla="*/ 239783 w 458697"/>
                <a:gd name="connsiteY508" fmla="*/ 190203 h 501068"/>
                <a:gd name="connsiteX509" fmla="*/ 236142 w 458697"/>
                <a:gd name="connsiteY509" fmla="*/ 183755 h 501068"/>
                <a:gd name="connsiteX510" fmla="*/ 232501 w 458697"/>
                <a:gd name="connsiteY510" fmla="*/ 176387 h 501068"/>
                <a:gd name="connsiteX511" fmla="*/ 230226 w 458697"/>
                <a:gd name="connsiteY511" fmla="*/ 168557 h 501068"/>
                <a:gd name="connsiteX512" fmla="*/ 228405 w 458697"/>
                <a:gd name="connsiteY512" fmla="*/ 160728 h 501068"/>
                <a:gd name="connsiteX513" fmla="*/ 227495 w 458697"/>
                <a:gd name="connsiteY513" fmla="*/ 152899 h 501068"/>
                <a:gd name="connsiteX514" fmla="*/ 226585 w 458697"/>
                <a:gd name="connsiteY514" fmla="*/ 144609 h 501068"/>
                <a:gd name="connsiteX515" fmla="*/ 227495 w 458697"/>
                <a:gd name="connsiteY515" fmla="*/ 136320 h 501068"/>
                <a:gd name="connsiteX516" fmla="*/ 228405 w 458697"/>
                <a:gd name="connsiteY516" fmla="*/ 128490 h 501068"/>
                <a:gd name="connsiteX517" fmla="*/ 230226 w 458697"/>
                <a:gd name="connsiteY517" fmla="*/ 120661 h 501068"/>
                <a:gd name="connsiteX518" fmla="*/ 233412 w 458697"/>
                <a:gd name="connsiteY518" fmla="*/ 112832 h 501068"/>
                <a:gd name="connsiteX519" fmla="*/ 236142 w 458697"/>
                <a:gd name="connsiteY519" fmla="*/ 105924 h 501068"/>
                <a:gd name="connsiteX520" fmla="*/ 240238 w 458697"/>
                <a:gd name="connsiteY520" fmla="*/ 99016 h 501068"/>
                <a:gd name="connsiteX521" fmla="*/ 244334 w 458697"/>
                <a:gd name="connsiteY521" fmla="*/ 93029 h 501068"/>
                <a:gd name="connsiteX522" fmla="*/ 249341 w 458697"/>
                <a:gd name="connsiteY522" fmla="*/ 87042 h 501068"/>
                <a:gd name="connsiteX523" fmla="*/ 255257 w 458697"/>
                <a:gd name="connsiteY523" fmla="*/ 81515 h 501068"/>
                <a:gd name="connsiteX524" fmla="*/ 261174 w 458697"/>
                <a:gd name="connsiteY524" fmla="*/ 77370 h 501068"/>
                <a:gd name="connsiteX525" fmla="*/ 267090 w 458697"/>
                <a:gd name="connsiteY525" fmla="*/ 73226 h 501068"/>
                <a:gd name="connsiteX526" fmla="*/ 274372 w 458697"/>
                <a:gd name="connsiteY526" fmla="*/ 69541 h 501068"/>
                <a:gd name="connsiteX527" fmla="*/ 281199 w 458697"/>
                <a:gd name="connsiteY527" fmla="*/ 67239 h 501068"/>
                <a:gd name="connsiteX528" fmla="*/ 288481 w 458697"/>
                <a:gd name="connsiteY528" fmla="*/ 64475 h 501068"/>
                <a:gd name="connsiteX529" fmla="*/ 296218 w 458697"/>
                <a:gd name="connsiteY529" fmla="*/ 63554 h 501068"/>
                <a:gd name="connsiteX530" fmla="*/ 405616 w 458697"/>
                <a:gd name="connsiteY530" fmla="*/ 42371 h 501068"/>
                <a:gd name="connsiteX531" fmla="*/ 421854 w 458697"/>
                <a:gd name="connsiteY531" fmla="*/ 57381 h 501068"/>
                <a:gd name="connsiteX532" fmla="*/ 398452 w 458697"/>
                <a:gd name="connsiteY532" fmla="*/ 79214 h 501068"/>
                <a:gd name="connsiteX533" fmla="*/ 391288 w 458697"/>
                <a:gd name="connsiteY533" fmla="*/ 71027 h 501068"/>
                <a:gd name="connsiteX534" fmla="*/ 383169 w 458697"/>
                <a:gd name="connsiteY534" fmla="*/ 63749 h 501068"/>
                <a:gd name="connsiteX535" fmla="*/ 198295 w 458697"/>
                <a:gd name="connsiteY535" fmla="*/ 42371 h 501068"/>
                <a:gd name="connsiteX536" fmla="*/ 222902 w 458697"/>
                <a:gd name="connsiteY536" fmla="*/ 65582 h 501068"/>
                <a:gd name="connsiteX537" fmla="*/ 214700 w 458697"/>
                <a:gd name="connsiteY537" fmla="*/ 72864 h 501068"/>
                <a:gd name="connsiteX538" fmla="*/ 207463 w 458697"/>
                <a:gd name="connsiteY538" fmla="*/ 81056 h 501068"/>
                <a:gd name="connsiteX539" fmla="*/ 182374 w 458697"/>
                <a:gd name="connsiteY539" fmla="*/ 57390 h 501068"/>
                <a:gd name="connsiteX540" fmla="*/ 300272 w 458697"/>
                <a:gd name="connsiteY540" fmla="*/ 0 h 501068"/>
                <a:gd name="connsiteX541" fmla="*/ 322378 w 458697"/>
                <a:gd name="connsiteY541" fmla="*/ 0 h 501068"/>
                <a:gd name="connsiteX542" fmla="*/ 322378 w 458697"/>
                <a:gd name="connsiteY542" fmla="*/ 35001 h 501068"/>
                <a:gd name="connsiteX543" fmla="*/ 313441 w 458697"/>
                <a:gd name="connsiteY543" fmla="*/ 33637 h 501068"/>
                <a:gd name="connsiteX544" fmla="*/ 304034 w 458697"/>
                <a:gd name="connsiteY544" fmla="*/ 33183 h 501068"/>
                <a:gd name="connsiteX545" fmla="*/ 300272 w 458697"/>
                <a:gd name="connsiteY545" fmla="*/ 33183 h 50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</a:cxnLst>
              <a:rect l="l" t="t" r="r" b="b"/>
              <a:pathLst>
                <a:path w="458697" h="501068">
                  <a:moveTo>
                    <a:pt x="265731" y="415384"/>
                  </a:moveTo>
                  <a:lnTo>
                    <a:pt x="261586" y="415849"/>
                  </a:lnTo>
                  <a:lnTo>
                    <a:pt x="257441" y="417712"/>
                  </a:lnTo>
                  <a:lnTo>
                    <a:pt x="253756" y="420506"/>
                  </a:lnTo>
                  <a:lnTo>
                    <a:pt x="250993" y="423300"/>
                  </a:lnTo>
                  <a:lnTo>
                    <a:pt x="248691" y="427026"/>
                  </a:lnTo>
                  <a:lnTo>
                    <a:pt x="246848" y="431217"/>
                  </a:lnTo>
                  <a:lnTo>
                    <a:pt x="245467" y="436339"/>
                  </a:lnTo>
                  <a:lnTo>
                    <a:pt x="245467" y="440530"/>
                  </a:lnTo>
                  <a:lnTo>
                    <a:pt x="245927" y="445187"/>
                  </a:lnTo>
                  <a:lnTo>
                    <a:pt x="247769" y="448912"/>
                  </a:lnTo>
                  <a:lnTo>
                    <a:pt x="250072" y="453103"/>
                  </a:lnTo>
                  <a:lnTo>
                    <a:pt x="253296" y="456363"/>
                  </a:lnTo>
                  <a:lnTo>
                    <a:pt x="256980" y="458692"/>
                  </a:lnTo>
                  <a:lnTo>
                    <a:pt x="261125" y="460554"/>
                  </a:lnTo>
                  <a:lnTo>
                    <a:pt x="265270" y="461486"/>
                  </a:lnTo>
                  <a:lnTo>
                    <a:pt x="270336" y="461486"/>
                  </a:lnTo>
                  <a:lnTo>
                    <a:pt x="274481" y="461020"/>
                  </a:lnTo>
                  <a:lnTo>
                    <a:pt x="278626" y="459157"/>
                  </a:lnTo>
                  <a:lnTo>
                    <a:pt x="282310" y="456829"/>
                  </a:lnTo>
                  <a:lnTo>
                    <a:pt x="285994" y="453569"/>
                  </a:lnTo>
                  <a:lnTo>
                    <a:pt x="288297" y="450309"/>
                  </a:lnTo>
                  <a:lnTo>
                    <a:pt x="290139" y="445653"/>
                  </a:lnTo>
                  <a:lnTo>
                    <a:pt x="291060" y="440996"/>
                  </a:lnTo>
                  <a:lnTo>
                    <a:pt x="291060" y="436805"/>
                  </a:lnTo>
                  <a:lnTo>
                    <a:pt x="290139" y="431682"/>
                  </a:lnTo>
                  <a:lnTo>
                    <a:pt x="288758" y="427491"/>
                  </a:lnTo>
                  <a:lnTo>
                    <a:pt x="286455" y="423766"/>
                  </a:lnTo>
                  <a:lnTo>
                    <a:pt x="283231" y="420972"/>
                  </a:lnTo>
                  <a:lnTo>
                    <a:pt x="279547" y="418643"/>
                  </a:lnTo>
                  <a:lnTo>
                    <a:pt x="275402" y="416781"/>
                  </a:lnTo>
                  <a:lnTo>
                    <a:pt x="270796" y="415384"/>
                  </a:lnTo>
                  <a:close/>
                  <a:moveTo>
                    <a:pt x="267573" y="375801"/>
                  </a:moveTo>
                  <a:lnTo>
                    <a:pt x="282771" y="377664"/>
                  </a:lnTo>
                  <a:lnTo>
                    <a:pt x="282771" y="379992"/>
                  </a:lnTo>
                  <a:lnTo>
                    <a:pt x="282771" y="382786"/>
                  </a:lnTo>
                  <a:lnTo>
                    <a:pt x="283231" y="385115"/>
                  </a:lnTo>
                  <a:lnTo>
                    <a:pt x="284152" y="386977"/>
                  </a:lnTo>
                  <a:lnTo>
                    <a:pt x="286455" y="389771"/>
                  </a:lnTo>
                  <a:lnTo>
                    <a:pt x="290139" y="392100"/>
                  </a:lnTo>
                  <a:lnTo>
                    <a:pt x="293824" y="393497"/>
                  </a:lnTo>
                  <a:lnTo>
                    <a:pt x="297968" y="393497"/>
                  </a:lnTo>
                  <a:lnTo>
                    <a:pt x="299811" y="393031"/>
                  </a:lnTo>
                  <a:lnTo>
                    <a:pt x="301653" y="392100"/>
                  </a:lnTo>
                  <a:lnTo>
                    <a:pt x="303034" y="391168"/>
                  </a:lnTo>
                  <a:lnTo>
                    <a:pt x="304877" y="389306"/>
                  </a:lnTo>
                  <a:lnTo>
                    <a:pt x="308100" y="391168"/>
                  </a:lnTo>
                  <a:lnTo>
                    <a:pt x="310864" y="393497"/>
                  </a:lnTo>
                  <a:lnTo>
                    <a:pt x="313627" y="395825"/>
                  </a:lnTo>
                  <a:lnTo>
                    <a:pt x="315469" y="398619"/>
                  </a:lnTo>
                  <a:lnTo>
                    <a:pt x="312706" y="401879"/>
                  </a:lnTo>
                  <a:lnTo>
                    <a:pt x="310864" y="405604"/>
                  </a:lnTo>
                  <a:lnTo>
                    <a:pt x="310864" y="409796"/>
                  </a:lnTo>
                  <a:lnTo>
                    <a:pt x="312245" y="413055"/>
                  </a:lnTo>
                  <a:lnTo>
                    <a:pt x="314087" y="416781"/>
                  </a:lnTo>
                  <a:lnTo>
                    <a:pt x="316851" y="418643"/>
                  </a:lnTo>
                  <a:lnTo>
                    <a:pt x="319614" y="419575"/>
                  </a:lnTo>
                  <a:lnTo>
                    <a:pt x="321456" y="420506"/>
                  </a:lnTo>
                  <a:lnTo>
                    <a:pt x="326522" y="420506"/>
                  </a:lnTo>
                  <a:lnTo>
                    <a:pt x="328364" y="427026"/>
                  </a:lnTo>
                  <a:lnTo>
                    <a:pt x="329746" y="434476"/>
                  </a:lnTo>
                  <a:lnTo>
                    <a:pt x="327443" y="434476"/>
                  </a:lnTo>
                  <a:lnTo>
                    <a:pt x="325601" y="435408"/>
                  </a:lnTo>
                  <a:lnTo>
                    <a:pt x="323759" y="436339"/>
                  </a:lnTo>
                  <a:lnTo>
                    <a:pt x="321917" y="437736"/>
                  </a:lnTo>
                  <a:lnTo>
                    <a:pt x="320074" y="440996"/>
                  </a:lnTo>
                  <a:lnTo>
                    <a:pt x="318693" y="444721"/>
                  </a:lnTo>
                  <a:lnTo>
                    <a:pt x="318693" y="448447"/>
                  </a:lnTo>
                  <a:lnTo>
                    <a:pt x="320074" y="451706"/>
                  </a:lnTo>
                  <a:lnTo>
                    <a:pt x="321456" y="453569"/>
                  </a:lnTo>
                  <a:lnTo>
                    <a:pt x="323298" y="454966"/>
                  </a:lnTo>
                  <a:lnTo>
                    <a:pt x="324680" y="456363"/>
                  </a:lnTo>
                  <a:lnTo>
                    <a:pt x="327443" y="457295"/>
                  </a:lnTo>
                  <a:lnTo>
                    <a:pt x="324219" y="464280"/>
                  </a:lnTo>
                  <a:lnTo>
                    <a:pt x="321456" y="470333"/>
                  </a:lnTo>
                  <a:lnTo>
                    <a:pt x="315930" y="468936"/>
                  </a:lnTo>
                  <a:lnTo>
                    <a:pt x="311785" y="468936"/>
                  </a:lnTo>
                  <a:lnTo>
                    <a:pt x="308100" y="470799"/>
                  </a:lnTo>
                  <a:lnTo>
                    <a:pt x="304877" y="473128"/>
                  </a:lnTo>
                  <a:lnTo>
                    <a:pt x="303034" y="476387"/>
                  </a:lnTo>
                  <a:lnTo>
                    <a:pt x="302574" y="480113"/>
                  </a:lnTo>
                  <a:lnTo>
                    <a:pt x="303034" y="483372"/>
                  </a:lnTo>
                  <a:lnTo>
                    <a:pt x="304877" y="487098"/>
                  </a:lnTo>
                  <a:lnTo>
                    <a:pt x="303955" y="488961"/>
                  </a:lnTo>
                  <a:lnTo>
                    <a:pt x="303034" y="490358"/>
                  </a:lnTo>
                  <a:lnTo>
                    <a:pt x="300271" y="492220"/>
                  </a:lnTo>
                  <a:lnTo>
                    <a:pt x="294284" y="495014"/>
                  </a:lnTo>
                  <a:lnTo>
                    <a:pt x="291060" y="491289"/>
                  </a:lnTo>
                  <a:lnTo>
                    <a:pt x="287376" y="489426"/>
                  </a:lnTo>
                  <a:lnTo>
                    <a:pt x="283231" y="488495"/>
                  </a:lnTo>
                  <a:lnTo>
                    <a:pt x="279086" y="488495"/>
                  </a:lnTo>
                  <a:lnTo>
                    <a:pt x="274941" y="489426"/>
                  </a:lnTo>
                  <a:lnTo>
                    <a:pt x="273560" y="490823"/>
                  </a:lnTo>
                  <a:lnTo>
                    <a:pt x="272178" y="492220"/>
                  </a:lnTo>
                  <a:lnTo>
                    <a:pt x="270796" y="494083"/>
                  </a:lnTo>
                  <a:lnTo>
                    <a:pt x="269415" y="495480"/>
                  </a:lnTo>
                  <a:lnTo>
                    <a:pt x="268954" y="498274"/>
                  </a:lnTo>
                  <a:lnTo>
                    <a:pt x="268954" y="501068"/>
                  </a:lnTo>
                  <a:lnTo>
                    <a:pt x="253296" y="499205"/>
                  </a:lnTo>
                  <a:lnTo>
                    <a:pt x="253756" y="496411"/>
                  </a:lnTo>
                  <a:lnTo>
                    <a:pt x="253756" y="494549"/>
                  </a:lnTo>
                  <a:lnTo>
                    <a:pt x="253296" y="492220"/>
                  </a:lnTo>
                  <a:lnTo>
                    <a:pt x="252835" y="490358"/>
                  </a:lnTo>
                  <a:lnTo>
                    <a:pt x="249612" y="486632"/>
                  </a:lnTo>
                  <a:lnTo>
                    <a:pt x="246848" y="484769"/>
                  </a:lnTo>
                  <a:lnTo>
                    <a:pt x="242703" y="483372"/>
                  </a:lnTo>
                  <a:lnTo>
                    <a:pt x="239019" y="483372"/>
                  </a:lnTo>
                  <a:lnTo>
                    <a:pt x="236256" y="483372"/>
                  </a:lnTo>
                  <a:lnTo>
                    <a:pt x="234874" y="484769"/>
                  </a:lnTo>
                  <a:lnTo>
                    <a:pt x="233032" y="486166"/>
                  </a:lnTo>
                  <a:lnTo>
                    <a:pt x="231651" y="487098"/>
                  </a:lnTo>
                  <a:lnTo>
                    <a:pt x="227966" y="486166"/>
                  </a:lnTo>
                  <a:lnTo>
                    <a:pt x="225663" y="483372"/>
                  </a:lnTo>
                  <a:lnTo>
                    <a:pt x="223361" y="481044"/>
                  </a:lnTo>
                  <a:lnTo>
                    <a:pt x="221519" y="478716"/>
                  </a:lnTo>
                  <a:lnTo>
                    <a:pt x="223821" y="474990"/>
                  </a:lnTo>
                  <a:lnTo>
                    <a:pt x="225203" y="471265"/>
                  </a:lnTo>
                  <a:lnTo>
                    <a:pt x="225663" y="467074"/>
                  </a:lnTo>
                  <a:lnTo>
                    <a:pt x="224282" y="463348"/>
                  </a:lnTo>
                  <a:lnTo>
                    <a:pt x="222440" y="460554"/>
                  </a:lnTo>
                  <a:lnTo>
                    <a:pt x="219216" y="458226"/>
                  </a:lnTo>
                  <a:lnTo>
                    <a:pt x="217374" y="457295"/>
                  </a:lnTo>
                  <a:lnTo>
                    <a:pt x="214610" y="456829"/>
                  </a:lnTo>
                  <a:lnTo>
                    <a:pt x="209545" y="456829"/>
                  </a:lnTo>
                  <a:lnTo>
                    <a:pt x="207702" y="450309"/>
                  </a:lnTo>
                  <a:lnTo>
                    <a:pt x="206321" y="442859"/>
                  </a:lnTo>
                  <a:lnTo>
                    <a:pt x="208623" y="442859"/>
                  </a:lnTo>
                  <a:lnTo>
                    <a:pt x="210466" y="442393"/>
                  </a:lnTo>
                  <a:lnTo>
                    <a:pt x="212308" y="440996"/>
                  </a:lnTo>
                  <a:lnTo>
                    <a:pt x="214150" y="439599"/>
                  </a:lnTo>
                  <a:lnTo>
                    <a:pt x="215992" y="436339"/>
                  </a:lnTo>
                  <a:lnTo>
                    <a:pt x="217374" y="432614"/>
                  </a:lnTo>
                  <a:lnTo>
                    <a:pt x="217374" y="428423"/>
                  </a:lnTo>
                  <a:lnTo>
                    <a:pt x="215992" y="424697"/>
                  </a:lnTo>
                  <a:lnTo>
                    <a:pt x="214610" y="423300"/>
                  </a:lnTo>
                  <a:lnTo>
                    <a:pt x="213229" y="421437"/>
                  </a:lnTo>
                  <a:lnTo>
                    <a:pt x="211387" y="420506"/>
                  </a:lnTo>
                  <a:lnTo>
                    <a:pt x="209545" y="419575"/>
                  </a:lnTo>
                  <a:lnTo>
                    <a:pt x="212308" y="413055"/>
                  </a:lnTo>
                  <a:lnTo>
                    <a:pt x="215532" y="407001"/>
                  </a:lnTo>
                  <a:lnTo>
                    <a:pt x="220137" y="407933"/>
                  </a:lnTo>
                  <a:lnTo>
                    <a:pt x="225203" y="407933"/>
                  </a:lnTo>
                  <a:lnTo>
                    <a:pt x="228427" y="406536"/>
                  </a:lnTo>
                  <a:lnTo>
                    <a:pt x="231190" y="403742"/>
                  </a:lnTo>
                  <a:lnTo>
                    <a:pt x="233032" y="400948"/>
                  </a:lnTo>
                  <a:lnTo>
                    <a:pt x="233493" y="397222"/>
                  </a:lnTo>
                  <a:lnTo>
                    <a:pt x="233493" y="393497"/>
                  </a:lnTo>
                  <a:lnTo>
                    <a:pt x="231651" y="389771"/>
                  </a:lnTo>
                  <a:lnTo>
                    <a:pt x="232111" y="387909"/>
                  </a:lnTo>
                  <a:lnTo>
                    <a:pt x="233493" y="386977"/>
                  </a:lnTo>
                  <a:lnTo>
                    <a:pt x="236256" y="385115"/>
                  </a:lnTo>
                  <a:lnTo>
                    <a:pt x="242703" y="381855"/>
                  </a:lnTo>
                  <a:lnTo>
                    <a:pt x="245467" y="385580"/>
                  </a:lnTo>
                  <a:lnTo>
                    <a:pt x="249151" y="387443"/>
                  </a:lnTo>
                  <a:lnTo>
                    <a:pt x="253296" y="388840"/>
                  </a:lnTo>
                  <a:lnTo>
                    <a:pt x="257441" y="388840"/>
                  </a:lnTo>
                  <a:lnTo>
                    <a:pt x="261125" y="387443"/>
                  </a:lnTo>
                  <a:lnTo>
                    <a:pt x="262967" y="386046"/>
                  </a:lnTo>
                  <a:lnTo>
                    <a:pt x="264809" y="385115"/>
                  </a:lnTo>
                  <a:lnTo>
                    <a:pt x="265731" y="383252"/>
                  </a:lnTo>
                  <a:lnTo>
                    <a:pt x="266652" y="381389"/>
                  </a:lnTo>
                  <a:lnTo>
                    <a:pt x="267112" y="379061"/>
                  </a:lnTo>
                  <a:close/>
                  <a:moveTo>
                    <a:pt x="109164" y="303782"/>
                  </a:moveTo>
                  <a:lnTo>
                    <a:pt x="105036" y="304707"/>
                  </a:lnTo>
                  <a:lnTo>
                    <a:pt x="100908" y="305632"/>
                  </a:lnTo>
                  <a:lnTo>
                    <a:pt x="96321" y="307019"/>
                  </a:lnTo>
                  <a:lnTo>
                    <a:pt x="93111" y="308868"/>
                  </a:lnTo>
                  <a:lnTo>
                    <a:pt x="89441" y="311180"/>
                  </a:lnTo>
                  <a:lnTo>
                    <a:pt x="86230" y="313492"/>
                  </a:lnTo>
                  <a:lnTo>
                    <a:pt x="83478" y="316729"/>
                  </a:lnTo>
                  <a:lnTo>
                    <a:pt x="80268" y="319503"/>
                  </a:lnTo>
                  <a:lnTo>
                    <a:pt x="77974" y="322740"/>
                  </a:lnTo>
                  <a:lnTo>
                    <a:pt x="75681" y="326439"/>
                  </a:lnTo>
                  <a:lnTo>
                    <a:pt x="73846" y="330138"/>
                  </a:lnTo>
                  <a:lnTo>
                    <a:pt x="72470" y="334300"/>
                  </a:lnTo>
                  <a:lnTo>
                    <a:pt x="71553" y="338461"/>
                  </a:lnTo>
                  <a:lnTo>
                    <a:pt x="70636" y="342623"/>
                  </a:lnTo>
                  <a:lnTo>
                    <a:pt x="70636" y="346784"/>
                  </a:lnTo>
                  <a:lnTo>
                    <a:pt x="70636" y="351871"/>
                  </a:lnTo>
                  <a:lnTo>
                    <a:pt x="71553" y="356032"/>
                  </a:lnTo>
                  <a:lnTo>
                    <a:pt x="72470" y="360193"/>
                  </a:lnTo>
                  <a:lnTo>
                    <a:pt x="73846" y="363893"/>
                  </a:lnTo>
                  <a:lnTo>
                    <a:pt x="75681" y="367592"/>
                  </a:lnTo>
                  <a:lnTo>
                    <a:pt x="77974" y="370828"/>
                  </a:lnTo>
                  <a:lnTo>
                    <a:pt x="80268" y="374527"/>
                  </a:lnTo>
                  <a:lnTo>
                    <a:pt x="83478" y="377764"/>
                  </a:lnTo>
                  <a:lnTo>
                    <a:pt x="86230" y="380539"/>
                  </a:lnTo>
                  <a:lnTo>
                    <a:pt x="89441" y="383313"/>
                  </a:lnTo>
                  <a:lnTo>
                    <a:pt x="93111" y="384700"/>
                  </a:lnTo>
                  <a:lnTo>
                    <a:pt x="96321" y="386550"/>
                  </a:lnTo>
                  <a:lnTo>
                    <a:pt x="100908" y="388399"/>
                  </a:lnTo>
                  <a:lnTo>
                    <a:pt x="105036" y="389324"/>
                  </a:lnTo>
                  <a:lnTo>
                    <a:pt x="109164" y="390249"/>
                  </a:lnTo>
                  <a:lnTo>
                    <a:pt x="113292" y="390249"/>
                  </a:lnTo>
                  <a:lnTo>
                    <a:pt x="118338" y="390249"/>
                  </a:lnTo>
                  <a:lnTo>
                    <a:pt x="122466" y="389324"/>
                  </a:lnTo>
                  <a:lnTo>
                    <a:pt x="126594" y="388399"/>
                  </a:lnTo>
                  <a:lnTo>
                    <a:pt x="130263" y="386550"/>
                  </a:lnTo>
                  <a:lnTo>
                    <a:pt x="133474" y="384700"/>
                  </a:lnTo>
                  <a:lnTo>
                    <a:pt x="137143" y="383313"/>
                  </a:lnTo>
                  <a:lnTo>
                    <a:pt x="140813" y="380539"/>
                  </a:lnTo>
                  <a:lnTo>
                    <a:pt x="144023" y="377764"/>
                  </a:lnTo>
                  <a:lnTo>
                    <a:pt x="146775" y="374527"/>
                  </a:lnTo>
                  <a:lnTo>
                    <a:pt x="149069" y="370828"/>
                  </a:lnTo>
                  <a:lnTo>
                    <a:pt x="150904" y="367592"/>
                  </a:lnTo>
                  <a:lnTo>
                    <a:pt x="152738" y="363893"/>
                  </a:lnTo>
                  <a:lnTo>
                    <a:pt x="154573" y="360193"/>
                  </a:lnTo>
                  <a:lnTo>
                    <a:pt x="155032" y="356032"/>
                  </a:lnTo>
                  <a:lnTo>
                    <a:pt x="156408" y="351871"/>
                  </a:lnTo>
                  <a:lnTo>
                    <a:pt x="156408" y="346784"/>
                  </a:lnTo>
                  <a:lnTo>
                    <a:pt x="156408" y="342623"/>
                  </a:lnTo>
                  <a:lnTo>
                    <a:pt x="155032" y="338461"/>
                  </a:lnTo>
                  <a:lnTo>
                    <a:pt x="154573" y="334300"/>
                  </a:lnTo>
                  <a:lnTo>
                    <a:pt x="152738" y="330138"/>
                  </a:lnTo>
                  <a:lnTo>
                    <a:pt x="150904" y="326439"/>
                  </a:lnTo>
                  <a:lnTo>
                    <a:pt x="149069" y="322740"/>
                  </a:lnTo>
                  <a:lnTo>
                    <a:pt x="146775" y="319503"/>
                  </a:lnTo>
                  <a:lnTo>
                    <a:pt x="144023" y="316729"/>
                  </a:lnTo>
                  <a:lnTo>
                    <a:pt x="140813" y="313492"/>
                  </a:lnTo>
                  <a:lnTo>
                    <a:pt x="137143" y="311180"/>
                  </a:lnTo>
                  <a:lnTo>
                    <a:pt x="133474" y="308868"/>
                  </a:lnTo>
                  <a:lnTo>
                    <a:pt x="130263" y="307019"/>
                  </a:lnTo>
                  <a:lnTo>
                    <a:pt x="126594" y="305632"/>
                  </a:lnTo>
                  <a:lnTo>
                    <a:pt x="122466" y="304707"/>
                  </a:lnTo>
                  <a:lnTo>
                    <a:pt x="118338" y="303782"/>
                  </a:lnTo>
                  <a:lnTo>
                    <a:pt x="113292" y="303782"/>
                  </a:lnTo>
                  <a:close/>
                  <a:moveTo>
                    <a:pt x="280008" y="287377"/>
                  </a:moveTo>
                  <a:lnTo>
                    <a:pt x="282310" y="288287"/>
                  </a:lnTo>
                  <a:lnTo>
                    <a:pt x="286916" y="289653"/>
                  </a:lnTo>
                  <a:lnTo>
                    <a:pt x="292442" y="290563"/>
                  </a:lnTo>
                  <a:lnTo>
                    <a:pt x="297968" y="291473"/>
                  </a:lnTo>
                  <a:lnTo>
                    <a:pt x="303495" y="291473"/>
                  </a:lnTo>
                  <a:lnTo>
                    <a:pt x="311784" y="290563"/>
                  </a:lnTo>
                  <a:lnTo>
                    <a:pt x="319153" y="289653"/>
                  </a:lnTo>
                  <a:lnTo>
                    <a:pt x="325140" y="288287"/>
                  </a:lnTo>
                  <a:lnTo>
                    <a:pt x="327903" y="287377"/>
                  </a:lnTo>
                  <a:lnTo>
                    <a:pt x="325140" y="313774"/>
                  </a:lnTo>
                  <a:lnTo>
                    <a:pt x="311324" y="326062"/>
                  </a:lnTo>
                  <a:lnTo>
                    <a:pt x="295666" y="326062"/>
                  </a:lnTo>
                  <a:lnTo>
                    <a:pt x="282310" y="314684"/>
                  </a:lnTo>
                  <a:close/>
                  <a:moveTo>
                    <a:pt x="99073" y="232112"/>
                  </a:moveTo>
                  <a:lnTo>
                    <a:pt x="127511" y="232112"/>
                  </a:lnTo>
                  <a:lnTo>
                    <a:pt x="127511" y="236274"/>
                  </a:lnTo>
                  <a:lnTo>
                    <a:pt x="128428" y="240435"/>
                  </a:lnTo>
                  <a:lnTo>
                    <a:pt x="129346" y="244597"/>
                  </a:lnTo>
                  <a:lnTo>
                    <a:pt x="132098" y="248296"/>
                  </a:lnTo>
                  <a:lnTo>
                    <a:pt x="134391" y="251070"/>
                  </a:lnTo>
                  <a:lnTo>
                    <a:pt x="136685" y="253844"/>
                  </a:lnTo>
                  <a:lnTo>
                    <a:pt x="140354" y="255694"/>
                  </a:lnTo>
                  <a:lnTo>
                    <a:pt x="144023" y="257081"/>
                  </a:lnTo>
                  <a:lnTo>
                    <a:pt x="147234" y="258006"/>
                  </a:lnTo>
                  <a:lnTo>
                    <a:pt x="150904" y="258931"/>
                  </a:lnTo>
                  <a:lnTo>
                    <a:pt x="155032" y="258006"/>
                  </a:lnTo>
                  <a:lnTo>
                    <a:pt x="158701" y="257543"/>
                  </a:lnTo>
                  <a:lnTo>
                    <a:pt x="162370" y="256156"/>
                  </a:lnTo>
                  <a:lnTo>
                    <a:pt x="165581" y="254307"/>
                  </a:lnTo>
                  <a:lnTo>
                    <a:pt x="168333" y="251532"/>
                  </a:lnTo>
                  <a:lnTo>
                    <a:pt x="170627" y="248296"/>
                  </a:lnTo>
                  <a:lnTo>
                    <a:pt x="177507" y="251070"/>
                  </a:lnTo>
                  <a:lnTo>
                    <a:pt x="183469" y="253844"/>
                  </a:lnTo>
                  <a:lnTo>
                    <a:pt x="187597" y="258006"/>
                  </a:lnTo>
                  <a:lnTo>
                    <a:pt x="191726" y="263092"/>
                  </a:lnTo>
                  <a:lnTo>
                    <a:pt x="189432" y="266791"/>
                  </a:lnTo>
                  <a:lnTo>
                    <a:pt x="188056" y="270028"/>
                  </a:lnTo>
                  <a:lnTo>
                    <a:pt x="187139" y="273727"/>
                  </a:lnTo>
                  <a:lnTo>
                    <a:pt x="186221" y="277426"/>
                  </a:lnTo>
                  <a:lnTo>
                    <a:pt x="186221" y="281125"/>
                  </a:lnTo>
                  <a:lnTo>
                    <a:pt x="187139" y="284824"/>
                  </a:lnTo>
                  <a:lnTo>
                    <a:pt x="187597" y="287599"/>
                  </a:lnTo>
                  <a:lnTo>
                    <a:pt x="189432" y="290835"/>
                  </a:lnTo>
                  <a:lnTo>
                    <a:pt x="191267" y="293610"/>
                  </a:lnTo>
                  <a:lnTo>
                    <a:pt x="193560" y="296384"/>
                  </a:lnTo>
                  <a:lnTo>
                    <a:pt x="196771" y="297771"/>
                  </a:lnTo>
                  <a:lnTo>
                    <a:pt x="199982" y="299621"/>
                  </a:lnTo>
                  <a:lnTo>
                    <a:pt x="203651" y="301008"/>
                  </a:lnTo>
                  <a:lnTo>
                    <a:pt x="208696" y="301470"/>
                  </a:lnTo>
                  <a:lnTo>
                    <a:pt x="213283" y="301008"/>
                  </a:lnTo>
                  <a:lnTo>
                    <a:pt x="218787" y="300545"/>
                  </a:lnTo>
                  <a:lnTo>
                    <a:pt x="222915" y="312568"/>
                  </a:lnTo>
                  <a:lnTo>
                    <a:pt x="226585" y="325052"/>
                  </a:lnTo>
                  <a:lnTo>
                    <a:pt x="222457" y="326902"/>
                  </a:lnTo>
                  <a:lnTo>
                    <a:pt x="218787" y="328751"/>
                  </a:lnTo>
                  <a:lnTo>
                    <a:pt x="215577" y="331063"/>
                  </a:lnTo>
                  <a:lnTo>
                    <a:pt x="212825" y="333375"/>
                  </a:lnTo>
                  <a:lnTo>
                    <a:pt x="210990" y="336612"/>
                  </a:lnTo>
                  <a:lnTo>
                    <a:pt x="209614" y="340311"/>
                  </a:lnTo>
                  <a:lnTo>
                    <a:pt x="208696" y="343085"/>
                  </a:lnTo>
                  <a:lnTo>
                    <a:pt x="208696" y="346784"/>
                  </a:lnTo>
                  <a:lnTo>
                    <a:pt x="208696" y="350483"/>
                  </a:lnTo>
                  <a:lnTo>
                    <a:pt x="209614" y="354182"/>
                  </a:lnTo>
                  <a:lnTo>
                    <a:pt x="210990" y="356957"/>
                  </a:lnTo>
                  <a:lnTo>
                    <a:pt x="212825" y="360193"/>
                  </a:lnTo>
                  <a:lnTo>
                    <a:pt x="215577" y="362968"/>
                  </a:lnTo>
                  <a:lnTo>
                    <a:pt x="218787" y="365742"/>
                  </a:lnTo>
                  <a:lnTo>
                    <a:pt x="222457" y="367592"/>
                  </a:lnTo>
                  <a:lnTo>
                    <a:pt x="226585" y="368516"/>
                  </a:lnTo>
                  <a:lnTo>
                    <a:pt x="222915" y="381926"/>
                  </a:lnTo>
                  <a:lnTo>
                    <a:pt x="218787" y="393948"/>
                  </a:lnTo>
                  <a:lnTo>
                    <a:pt x="213283" y="392561"/>
                  </a:lnTo>
                  <a:lnTo>
                    <a:pt x="208696" y="392561"/>
                  </a:lnTo>
                  <a:lnTo>
                    <a:pt x="204568" y="393485"/>
                  </a:lnTo>
                  <a:lnTo>
                    <a:pt x="200899" y="393948"/>
                  </a:lnTo>
                  <a:lnTo>
                    <a:pt x="197230" y="395797"/>
                  </a:lnTo>
                  <a:lnTo>
                    <a:pt x="194019" y="397647"/>
                  </a:lnTo>
                  <a:lnTo>
                    <a:pt x="191726" y="399959"/>
                  </a:lnTo>
                  <a:lnTo>
                    <a:pt x="189432" y="402271"/>
                  </a:lnTo>
                  <a:lnTo>
                    <a:pt x="188056" y="405507"/>
                  </a:lnTo>
                  <a:lnTo>
                    <a:pt x="187139" y="409207"/>
                  </a:lnTo>
                  <a:lnTo>
                    <a:pt x="186221" y="411981"/>
                  </a:lnTo>
                  <a:lnTo>
                    <a:pt x="186221" y="415680"/>
                  </a:lnTo>
                  <a:lnTo>
                    <a:pt x="187139" y="419379"/>
                  </a:lnTo>
                  <a:lnTo>
                    <a:pt x="187597" y="422153"/>
                  </a:lnTo>
                  <a:lnTo>
                    <a:pt x="189432" y="425853"/>
                  </a:lnTo>
                  <a:lnTo>
                    <a:pt x="191726" y="429089"/>
                  </a:lnTo>
                  <a:lnTo>
                    <a:pt x="190808" y="432788"/>
                  </a:lnTo>
                  <a:lnTo>
                    <a:pt x="188973" y="435100"/>
                  </a:lnTo>
                  <a:lnTo>
                    <a:pt x="187139" y="437412"/>
                  </a:lnTo>
                  <a:lnTo>
                    <a:pt x="184387" y="439262"/>
                  </a:lnTo>
                  <a:lnTo>
                    <a:pt x="178424" y="442498"/>
                  </a:lnTo>
                  <a:lnTo>
                    <a:pt x="173379" y="445273"/>
                  </a:lnTo>
                  <a:lnTo>
                    <a:pt x="170168" y="442961"/>
                  </a:lnTo>
                  <a:lnTo>
                    <a:pt x="167416" y="440649"/>
                  </a:lnTo>
                  <a:lnTo>
                    <a:pt x="163746" y="437875"/>
                  </a:lnTo>
                  <a:lnTo>
                    <a:pt x="160077" y="436950"/>
                  </a:lnTo>
                  <a:lnTo>
                    <a:pt x="155949" y="436487"/>
                  </a:lnTo>
                  <a:lnTo>
                    <a:pt x="151821" y="435563"/>
                  </a:lnTo>
                  <a:lnTo>
                    <a:pt x="148151" y="436487"/>
                  </a:lnTo>
                  <a:lnTo>
                    <a:pt x="144482" y="436950"/>
                  </a:lnTo>
                  <a:lnTo>
                    <a:pt x="140813" y="437875"/>
                  </a:lnTo>
                  <a:lnTo>
                    <a:pt x="137143" y="439724"/>
                  </a:lnTo>
                  <a:lnTo>
                    <a:pt x="134391" y="442498"/>
                  </a:lnTo>
                  <a:lnTo>
                    <a:pt x="132098" y="445273"/>
                  </a:lnTo>
                  <a:lnTo>
                    <a:pt x="130263" y="448972"/>
                  </a:lnTo>
                  <a:lnTo>
                    <a:pt x="128428" y="452671"/>
                  </a:lnTo>
                  <a:lnTo>
                    <a:pt x="127511" y="457295"/>
                  </a:lnTo>
                  <a:lnTo>
                    <a:pt x="127511" y="462381"/>
                  </a:lnTo>
                  <a:lnTo>
                    <a:pt x="99073" y="462381"/>
                  </a:lnTo>
                  <a:lnTo>
                    <a:pt x="99073" y="457295"/>
                  </a:lnTo>
                  <a:lnTo>
                    <a:pt x="98156" y="453133"/>
                  </a:lnTo>
                  <a:lnTo>
                    <a:pt x="97239" y="449434"/>
                  </a:lnTo>
                  <a:lnTo>
                    <a:pt x="95404" y="445735"/>
                  </a:lnTo>
                  <a:lnTo>
                    <a:pt x="93111" y="442961"/>
                  </a:lnTo>
                  <a:lnTo>
                    <a:pt x="89900" y="440649"/>
                  </a:lnTo>
                  <a:lnTo>
                    <a:pt x="87148" y="438799"/>
                  </a:lnTo>
                  <a:lnTo>
                    <a:pt x="83478" y="436950"/>
                  </a:lnTo>
                  <a:lnTo>
                    <a:pt x="79809" y="436487"/>
                  </a:lnTo>
                  <a:lnTo>
                    <a:pt x="75681" y="435563"/>
                  </a:lnTo>
                  <a:lnTo>
                    <a:pt x="72012" y="435563"/>
                  </a:lnTo>
                  <a:lnTo>
                    <a:pt x="68342" y="436487"/>
                  </a:lnTo>
                  <a:lnTo>
                    <a:pt x="64673" y="437875"/>
                  </a:lnTo>
                  <a:lnTo>
                    <a:pt x="61003" y="439724"/>
                  </a:lnTo>
                  <a:lnTo>
                    <a:pt x="58251" y="442498"/>
                  </a:lnTo>
                  <a:lnTo>
                    <a:pt x="55958" y="445273"/>
                  </a:lnTo>
                  <a:lnTo>
                    <a:pt x="49078" y="443423"/>
                  </a:lnTo>
                  <a:lnTo>
                    <a:pt x="44032" y="439724"/>
                  </a:lnTo>
                  <a:lnTo>
                    <a:pt x="38987" y="436487"/>
                  </a:lnTo>
                  <a:lnTo>
                    <a:pt x="35318" y="431401"/>
                  </a:lnTo>
                  <a:lnTo>
                    <a:pt x="37152" y="427702"/>
                  </a:lnTo>
                  <a:lnTo>
                    <a:pt x="38987" y="424003"/>
                  </a:lnTo>
                  <a:lnTo>
                    <a:pt x="39446" y="420766"/>
                  </a:lnTo>
                  <a:lnTo>
                    <a:pt x="40363" y="417067"/>
                  </a:lnTo>
                  <a:lnTo>
                    <a:pt x="40363" y="413368"/>
                  </a:lnTo>
                  <a:lnTo>
                    <a:pt x="40363" y="409669"/>
                  </a:lnTo>
                  <a:lnTo>
                    <a:pt x="38987" y="405970"/>
                  </a:lnTo>
                  <a:lnTo>
                    <a:pt x="38070" y="403196"/>
                  </a:lnTo>
                  <a:lnTo>
                    <a:pt x="35318" y="400421"/>
                  </a:lnTo>
                  <a:lnTo>
                    <a:pt x="33024" y="398109"/>
                  </a:lnTo>
                  <a:lnTo>
                    <a:pt x="30272" y="395797"/>
                  </a:lnTo>
                  <a:lnTo>
                    <a:pt x="27062" y="394410"/>
                  </a:lnTo>
                  <a:lnTo>
                    <a:pt x="22933" y="393485"/>
                  </a:lnTo>
                  <a:lnTo>
                    <a:pt x="18805" y="392561"/>
                  </a:lnTo>
                  <a:lnTo>
                    <a:pt x="13760" y="392561"/>
                  </a:lnTo>
                  <a:lnTo>
                    <a:pt x="8715" y="393948"/>
                  </a:lnTo>
                  <a:lnTo>
                    <a:pt x="4128" y="381926"/>
                  </a:lnTo>
                  <a:lnTo>
                    <a:pt x="0" y="368516"/>
                  </a:lnTo>
                  <a:lnTo>
                    <a:pt x="4128" y="368054"/>
                  </a:lnTo>
                  <a:lnTo>
                    <a:pt x="7797" y="366205"/>
                  </a:lnTo>
                  <a:lnTo>
                    <a:pt x="11008" y="363893"/>
                  </a:lnTo>
                  <a:lnTo>
                    <a:pt x="13301" y="360656"/>
                  </a:lnTo>
                  <a:lnTo>
                    <a:pt x="15136" y="357882"/>
                  </a:lnTo>
                  <a:lnTo>
                    <a:pt x="16971" y="354182"/>
                  </a:lnTo>
                  <a:lnTo>
                    <a:pt x="17429" y="350483"/>
                  </a:lnTo>
                  <a:lnTo>
                    <a:pt x="17888" y="346784"/>
                  </a:lnTo>
                  <a:lnTo>
                    <a:pt x="17429" y="343085"/>
                  </a:lnTo>
                  <a:lnTo>
                    <a:pt x="16971" y="339848"/>
                  </a:lnTo>
                  <a:lnTo>
                    <a:pt x="15136" y="336149"/>
                  </a:lnTo>
                  <a:lnTo>
                    <a:pt x="13301" y="332913"/>
                  </a:lnTo>
                  <a:lnTo>
                    <a:pt x="11008" y="330601"/>
                  </a:lnTo>
                  <a:lnTo>
                    <a:pt x="7797" y="328289"/>
                  </a:lnTo>
                  <a:lnTo>
                    <a:pt x="4128" y="326439"/>
                  </a:lnTo>
                  <a:lnTo>
                    <a:pt x="0" y="325052"/>
                  </a:lnTo>
                  <a:lnTo>
                    <a:pt x="4128" y="312568"/>
                  </a:lnTo>
                  <a:lnTo>
                    <a:pt x="8715" y="300545"/>
                  </a:lnTo>
                  <a:lnTo>
                    <a:pt x="13301" y="301008"/>
                  </a:lnTo>
                  <a:lnTo>
                    <a:pt x="17888" y="301470"/>
                  </a:lnTo>
                  <a:lnTo>
                    <a:pt x="22475" y="301008"/>
                  </a:lnTo>
                  <a:lnTo>
                    <a:pt x="26603" y="299621"/>
                  </a:lnTo>
                  <a:lnTo>
                    <a:pt x="30272" y="298696"/>
                  </a:lnTo>
                  <a:lnTo>
                    <a:pt x="33024" y="296846"/>
                  </a:lnTo>
                  <a:lnTo>
                    <a:pt x="35318" y="294534"/>
                  </a:lnTo>
                  <a:lnTo>
                    <a:pt x="37152" y="291298"/>
                  </a:lnTo>
                  <a:lnTo>
                    <a:pt x="38987" y="288523"/>
                  </a:lnTo>
                  <a:lnTo>
                    <a:pt x="40363" y="285287"/>
                  </a:lnTo>
                  <a:lnTo>
                    <a:pt x="40822" y="281588"/>
                  </a:lnTo>
                  <a:lnTo>
                    <a:pt x="40822" y="278813"/>
                  </a:lnTo>
                  <a:lnTo>
                    <a:pt x="40363" y="275114"/>
                  </a:lnTo>
                  <a:lnTo>
                    <a:pt x="38987" y="271415"/>
                  </a:lnTo>
                  <a:lnTo>
                    <a:pt x="37152" y="268178"/>
                  </a:lnTo>
                  <a:lnTo>
                    <a:pt x="35318" y="265404"/>
                  </a:lnTo>
                  <a:lnTo>
                    <a:pt x="36235" y="261705"/>
                  </a:lnTo>
                  <a:lnTo>
                    <a:pt x="38070" y="258931"/>
                  </a:lnTo>
                  <a:lnTo>
                    <a:pt x="40363" y="257081"/>
                  </a:lnTo>
                  <a:lnTo>
                    <a:pt x="42656" y="255232"/>
                  </a:lnTo>
                  <a:lnTo>
                    <a:pt x="48161" y="251532"/>
                  </a:lnTo>
                  <a:lnTo>
                    <a:pt x="54123" y="248296"/>
                  </a:lnTo>
                  <a:lnTo>
                    <a:pt x="56417" y="251532"/>
                  </a:lnTo>
                  <a:lnTo>
                    <a:pt x="60086" y="253844"/>
                  </a:lnTo>
                  <a:lnTo>
                    <a:pt x="63755" y="255694"/>
                  </a:lnTo>
                  <a:lnTo>
                    <a:pt x="67425" y="257081"/>
                  </a:lnTo>
                  <a:lnTo>
                    <a:pt x="70636" y="258006"/>
                  </a:lnTo>
                  <a:lnTo>
                    <a:pt x="74764" y="258006"/>
                  </a:lnTo>
                  <a:lnTo>
                    <a:pt x="79350" y="258006"/>
                  </a:lnTo>
                  <a:lnTo>
                    <a:pt x="82561" y="257081"/>
                  </a:lnTo>
                  <a:lnTo>
                    <a:pt x="86230" y="255694"/>
                  </a:lnTo>
                  <a:lnTo>
                    <a:pt x="89441" y="253844"/>
                  </a:lnTo>
                  <a:lnTo>
                    <a:pt x="92193" y="251532"/>
                  </a:lnTo>
                  <a:lnTo>
                    <a:pt x="94945" y="248296"/>
                  </a:lnTo>
                  <a:lnTo>
                    <a:pt x="97239" y="245521"/>
                  </a:lnTo>
                  <a:lnTo>
                    <a:pt x="98156" y="241360"/>
                  </a:lnTo>
                  <a:lnTo>
                    <a:pt x="99073" y="237198"/>
                  </a:lnTo>
                  <a:close/>
                  <a:moveTo>
                    <a:pt x="427380" y="149215"/>
                  </a:moveTo>
                  <a:lnTo>
                    <a:pt x="458697" y="149215"/>
                  </a:lnTo>
                  <a:lnTo>
                    <a:pt x="458697" y="169479"/>
                  </a:lnTo>
                  <a:lnTo>
                    <a:pt x="427380" y="169479"/>
                  </a:lnTo>
                  <a:lnTo>
                    <a:pt x="427841" y="164305"/>
                  </a:lnTo>
                  <a:lnTo>
                    <a:pt x="428762" y="159563"/>
                  </a:lnTo>
                  <a:lnTo>
                    <a:pt x="427841" y="154389"/>
                  </a:lnTo>
                  <a:close/>
                  <a:moveTo>
                    <a:pt x="149215" y="149215"/>
                  </a:moveTo>
                  <a:lnTo>
                    <a:pt x="180532" y="149215"/>
                  </a:lnTo>
                  <a:lnTo>
                    <a:pt x="180064" y="154389"/>
                  </a:lnTo>
                  <a:lnTo>
                    <a:pt x="179129" y="159563"/>
                  </a:lnTo>
                  <a:lnTo>
                    <a:pt x="180064" y="164305"/>
                  </a:lnTo>
                  <a:lnTo>
                    <a:pt x="180532" y="169479"/>
                  </a:lnTo>
                  <a:lnTo>
                    <a:pt x="149215" y="169479"/>
                  </a:lnTo>
                  <a:close/>
                  <a:moveTo>
                    <a:pt x="303955" y="62633"/>
                  </a:moveTo>
                  <a:lnTo>
                    <a:pt x="311692" y="63554"/>
                  </a:lnTo>
                  <a:lnTo>
                    <a:pt x="319429" y="64475"/>
                  </a:lnTo>
                  <a:lnTo>
                    <a:pt x="327166" y="67239"/>
                  </a:lnTo>
                  <a:lnTo>
                    <a:pt x="334448" y="69541"/>
                  </a:lnTo>
                  <a:lnTo>
                    <a:pt x="340820" y="73226"/>
                  </a:lnTo>
                  <a:lnTo>
                    <a:pt x="347192" y="77370"/>
                  </a:lnTo>
                  <a:lnTo>
                    <a:pt x="353108" y="81515"/>
                  </a:lnTo>
                  <a:lnTo>
                    <a:pt x="358570" y="87042"/>
                  </a:lnTo>
                  <a:lnTo>
                    <a:pt x="363576" y="93029"/>
                  </a:lnTo>
                  <a:lnTo>
                    <a:pt x="368127" y="99016"/>
                  </a:lnTo>
                  <a:lnTo>
                    <a:pt x="371768" y="105924"/>
                  </a:lnTo>
                  <a:lnTo>
                    <a:pt x="375409" y="112832"/>
                  </a:lnTo>
                  <a:lnTo>
                    <a:pt x="377685" y="120661"/>
                  </a:lnTo>
                  <a:lnTo>
                    <a:pt x="379505" y="128490"/>
                  </a:lnTo>
                  <a:lnTo>
                    <a:pt x="380416" y="136320"/>
                  </a:lnTo>
                  <a:lnTo>
                    <a:pt x="381326" y="144609"/>
                  </a:lnTo>
                  <a:lnTo>
                    <a:pt x="380416" y="152899"/>
                  </a:lnTo>
                  <a:lnTo>
                    <a:pt x="379505" y="161649"/>
                  </a:lnTo>
                  <a:lnTo>
                    <a:pt x="377685" y="169479"/>
                  </a:lnTo>
                  <a:lnTo>
                    <a:pt x="374499" y="177308"/>
                  </a:lnTo>
                  <a:lnTo>
                    <a:pt x="371313" y="184216"/>
                  </a:lnTo>
                  <a:lnTo>
                    <a:pt x="367672" y="191584"/>
                  </a:lnTo>
                  <a:lnTo>
                    <a:pt x="362211" y="198032"/>
                  </a:lnTo>
                  <a:lnTo>
                    <a:pt x="356749" y="204019"/>
                  </a:lnTo>
                  <a:lnTo>
                    <a:pt x="353108" y="211848"/>
                  </a:lnTo>
                  <a:lnTo>
                    <a:pt x="350378" y="218756"/>
                  </a:lnTo>
                  <a:lnTo>
                    <a:pt x="346281" y="229349"/>
                  </a:lnTo>
                  <a:lnTo>
                    <a:pt x="344916" y="236717"/>
                  </a:lnTo>
                  <a:lnTo>
                    <a:pt x="344461" y="239481"/>
                  </a:lnTo>
                  <a:lnTo>
                    <a:pt x="344916" y="243165"/>
                  </a:lnTo>
                  <a:lnTo>
                    <a:pt x="345371" y="246849"/>
                  </a:lnTo>
                  <a:lnTo>
                    <a:pt x="345371" y="250534"/>
                  </a:lnTo>
                  <a:lnTo>
                    <a:pt x="344916" y="253297"/>
                  </a:lnTo>
                  <a:lnTo>
                    <a:pt x="343096" y="258823"/>
                  </a:lnTo>
                  <a:lnTo>
                    <a:pt x="340820" y="263889"/>
                  </a:lnTo>
                  <a:lnTo>
                    <a:pt x="338544" y="267574"/>
                  </a:lnTo>
                  <a:lnTo>
                    <a:pt x="336269" y="269876"/>
                  </a:lnTo>
                  <a:lnTo>
                    <a:pt x="333538" y="271719"/>
                  </a:lnTo>
                  <a:lnTo>
                    <a:pt x="333083" y="272179"/>
                  </a:lnTo>
                  <a:lnTo>
                    <a:pt x="324891" y="274482"/>
                  </a:lnTo>
                  <a:lnTo>
                    <a:pt x="316244" y="276785"/>
                  </a:lnTo>
                  <a:lnTo>
                    <a:pt x="308051" y="278166"/>
                  </a:lnTo>
                  <a:lnTo>
                    <a:pt x="300314" y="278166"/>
                  </a:lnTo>
                  <a:lnTo>
                    <a:pt x="294398" y="278166"/>
                  </a:lnTo>
                  <a:lnTo>
                    <a:pt x="288936" y="277706"/>
                  </a:lnTo>
                  <a:lnTo>
                    <a:pt x="284385" y="276324"/>
                  </a:lnTo>
                  <a:lnTo>
                    <a:pt x="280744" y="274942"/>
                  </a:lnTo>
                  <a:lnTo>
                    <a:pt x="275283" y="272640"/>
                  </a:lnTo>
                  <a:lnTo>
                    <a:pt x="273462" y="271719"/>
                  </a:lnTo>
                  <a:lnTo>
                    <a:pt x="270731" y="268955"/>
                  </a:lnTo>
                  <a:lnTo>
                    <a:pt x="268456" y="266192"/>
                  </a:lnTo>
                  <a:lnTo>
                    <a:pt x="265725" y="262508"/>
                  </a:lnTo>
                  <a:lnTo>
                    <a:pt x="264360" y="258363"/>
                  </a:lnTo>
                  <a:lnTo>
                    <a:pt x="262539" y="252836"/>
                  </a:lnTo>
                  <a:lnTo>
                    <a:pt x="262539" y="246849"/>
                  </a:lnTo>
                  <a:lnTo>
                    <a:pt x="262539" y="243165"/>
                  </a:lnTo>
                  <a:lnTo>
                    <a:pt x="262994" y="239481"/>
                  </a:lnTo>
                  <a:lnTo>
                    <a:pt x="262994" y="236717"/>
                  </a:lnTo>
                  <a:lnTo>
                    <a:pt x="261174" y="229349"/>
                  </a:lnTo>
                  <a:lnTo>
                    <a:pt x="257078" y="217835"/>
                  </a:lnTo>
                  <a:lnTo>
                    <a:pt x="253892" y="211388"/>
                  </a:lnTo>
                  <a:lnTo>
                    <a:pt x="249796" y="203098"/>
                  </a:lnTo>
                  <a:lnTo>
                    <a:pt x="244334" y="197111"/>
                  </a:lnTo>
                  <a:lnTo>
                    <a:pt x="239783" y="190203"/>
                  </a:lnTo>
                  <a:lnTo>
                    <a:pt x="236142" y="183755"/>
                  </a:lnTo>
                  <a:lnTo>
                    <a:pt x="232501" y="176387"/>
                  </a:lnTo>
                  <a:lnTo>
                    <a:pt x="230226" y="168557"/>
                  </a:lnTo>
                  <a:lnTo>
                    <a:pt x="228405" y="160728"/>
                  </a:lnTo>
                  <a:lnTo>
                    <a:pt x="227495" y="152899"/>
                  </a:lnTo>
                  <a:lnTo>
                    <a:pt x="226585" y="144609"/>
                  </a:lnTo>
                  <a:lnTo>
                    <a:pt x="227495" y="136320"/>
                  </a:lnTo>
                  <a:lnTo>
                    <a:pt x="228405" y="128490"/>
                  </a:lnTo>
                  <a:lnTo>
                    <a:pt x="230226" y="120661"/>
                  </a:lnTo>
                  <a:lnTo>
                    <a:pt x="233412" y="112832"/>
                  </a:lnTo>
                  <a:lnTo>
                    <a:pt x="236142" y="105924"/>
                  </a:lnTo>
                  <a:lnTo>
                    <a:pt x="240238" y="99016"/>
                  </a:lnTo>
                  <a:lnTo>
                    <a:pt x="244334" y="93029"/>
                  </a:lnTo>
                  <a:lnTo>
                    <a:pt x="249341" y="87042"/>
                  </a:lnTo>
                  <a:lnTo>
                    <a:pt x="255257" y="81515"/>
                  </a:lnTo>
                  <a:lnTo>
                    <a:pt x="261174" y="77370"/>
                  </a:lnTo>
                  <a:lnTo>
                    <a:pt x="267090" y="73226"/>
                  </a:lnTo>
                  <a:lnTo>
                    <a:pt x="274372" y="69541"/>
                  </a:lnTo>
                  <a:lnTo>
                    <a:pt x="281199" y="67239"/>
                  </a:lnTo>
                  <a:lnTo>
                    <a:pt x="288481" y="64475"/>
                  </a:lnTo>
                  <a:lnTo>
                    <a:pt x="296218" y="63554"/>
                  </a:lnTo>
                  <a:close/>
                  <a:moveTo>
                    <a:pt x="405616" y="42371"/>
                  </a:moveTo>
                  <a:lnTo>
                    <a:pt x="421854" y="57381"/>
                  </a:lnTo>
                  <a:lnTo>
                    <a:pt x="398452" y="79214"/>
                  </a:lnTo>
                  <a:lnTo>
                    <a:pt x="391288" y="71027"/>
                  </a:lnTo>
                  <a:lnTo>
                    <a:pt x="383169" y="63749"/>
                  </a:lnTo>
                  <a:close/>
                  <a:moveTo>
                    <a:pt x="198295" y="42371"/>
                  </a:moveTo>
                  <a:lnTo>
                    <a:pt x="222902" y="65582"/>
                  </a:lnTo>
                  <a:lnTo>
                    <a:pt x="214700" y="72864"/>
                  </a:lnTo>
                  <a:lnTo>
                    <a:pt x="207463" y="81056"/>
                  </a:lnTo>
                  <a:lnTo>
                    <a:pt x="182374" y="57390"/>
                  </a:lnTo>
                  <a:close/>
                  <a:moveTo>
                    <a:pt x="300272" y="0"/>
                  </a:moveTo>
                  <a:lnTo>
                    <a:pt x="322378" y="0"/>
                  </a:lnTo>
                  <a:lnTo>
                    <a:pt x="322378" y="35001"/>
                  </a:lnTo>
                  <a:lnTo>
                    <a:pt x="313441" y="33637"/>
                  </a:lnTo>
                  <a:lnTo>
                    <a:pt x="304034" y="33183"/>
                  </a:lnTo>
                  <a:lnTo>
                    <a:pt x="300272" y="3318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/>
            </a:p>
          </p:txBody>
        </p:sp>
        <p:sp>
          <p:nvSpPr>
            <p:cNvPr id="25" name="isļïḍe"/>
            <p:cNvSpPr/>
            <p:nvPr/>
          </p:nvSpPr>
          <p:spPr bwMode="auto">
            <a:xfrm flipH="1">
              <a:off x="9455102" y="2315293"/>
              <a:ext cx="911995" cy="454037"/>
            </a:xfrm>
            <a:custGeom>
              <a:avLst/>
              <a:gdLst>
                <a:gd name="connsiteX0" fmla="*/ 100654 w 734766"/>
                <a:gd name="connsiteY0" fmla="*/ 169854 h 365803"/>
                <a:gd name="connsiteX1" fmla="*/ 104563 w 734766"/>
                <a:gd name="connsiteY1" fmla="*/ 170346 h 365803"/>
                <a:gd name="connsiteX2" fmla="*/ 107983 w 734766"/>
                <a:gd name="connsiteY2" fmla="*/ 171331 h 365803"/>
                <a:gd name="connsiteX3" fmla="*/ 111892 w 734766"/>
                <a:gd name="connsiteY3" fmla="*/ 173300 h 365803"/>
                <a:gd name="connsiteX4" fmla="*/ 114335 w 734766"/>
                <a:gd name="connsiteY4" fmla="*/ 175762 h 365803"/>
                <a:gd name="connsiteX5" fmla="*/ 116778 w 734766"/>
                <a:gd name="connsiteY5" fmla="*/ 178716 h 365803"/>
                <a:gd name="connsiteX6" fmla="*/ 118733 w 734766"/>
                <a:gd name="connsiteY6" fmla="*/ 181670 h 365803"/>
                <a:gd name="connsiteX7" fmla="*/ 119710 w 734766"/>
                <a:gd name="connsiteY7" fmla="*/ 185116 h 365803"/>
                <a:gd name="connsiteX8" fmla="*/ 119710 w 734766"/>
                <a:gd name="connsiteY8" fmla="*/ 189055 h 365803"/>
                <a:gd name="connsiteX9" fmla="*/ 119710 w 734766"/>
                <a:gd name="connsiteY9" fmla="*/ 192994 h 365803"/>
                <a:gd name="connsiteX10" fmla="*/ 118733 w 734766"/>
                <a:gd name="connsiteY10" fmla="*/ 196440 h 365803"/>
                <a:gd name="connsiteX11" fmla="*/ 116778 w 734766"/>
                <a:gd name="connsiteY11" fmla="*/ 199394 h 365803"/>
                <a:gd name="connsiteX12" fmla="*/ 114335 w 734766"/>
                <a:gd name="connsiteY12" fmla="*/ 202348 h 365803"/>
                <a:gd name="connsiteX13" fmla="*/ 111892 w 734766"/>
                <a:gd name="connsiteY13" fmla="*/ 204810 h 365803"/>
                <a:gd name="connsiteX14" fmla="*/ 107983 w 734766"/>
                <a:gd name="connsiteY14" fmla="*/ 206779 h 365803"/>
                <a:gd name="connsiteX15" fmla="*/ 104563 w 734766"/>
                <a:gd name="connsiteY15" fmla="*/ 207764 h 365803"/>
                <a:gd name="connsiteX16" fmla="*/ 100654 w 734766"/>
                <a:gd name="connsiteY16" fmla="*/ 208256 h 365803"/>
                <a:gd name="connsiteX17" fmla="*/ 97234 w 734766"/>
                <a:gd name="connsiteY17" fmla="*/ 207764 h 365803"/>
                <a:gd name="connsiteX18" fmla="*/ 93813 w 734766"/>
                <a:gd name="connsiteY18" fmla="*/ 206779 h 365803"/>
                <a:gd name="connsiteX19" fmla="*/ 90393 w 734766"/>
                <a:gd name="connsiteY19" fmla="*/ 204810 h 365803"/>
                <a:gd name="connsiteX20" fmla="*/ 87462 w 734766"/>
                <a:gd name="connsiteY20" fmla="*/ 202348 h 365803"/>
                <a:gd name="connsiteX21" fmla="*/ 85018 w 734766"/>
                <a:gd name="connsiteY21" fmla="*/ 199394 h 365803"/>
                <a:gd name="connsiteX22" fmla="*/ 83064 w 734766"/>
                <a:gd name="connsiteY22" fmla="*/ 196440 h 365803"/>
                <a:gd name="connsiteX23" fmla="*/ 82087 w 734766"/>
                <a:gd name="connsiteY23" fmla="*/ 192994 h 365803"/>
                <a:gd name="connsiteX24" fmla="*/ 82087 w 734766"/>
                <a:gd name="connsiteY24" fmla="*/ 189055 h 365803"/>
                <a:gd name="connsiteX25" fmla="*/ 82087 w 734766"/>
                <a:gd name="connsiteY25" fmla="*/ 185116 h 365803"/>
                <a:gd name="connsiteX26" fmla="*/ 83064 w 734766"/>
                <a:gd name="connsiteY26" fmla="*/ 181670 h 365803"/>
                <a:gd name="connsiteX27" fmla="*/ 85018 w 734766"/>
                <a:gd name="connsiteY27" fmla="*/ 178716 h 365803"/>
                <a:gd name="connsiteX28" fmla="*/ 87462 w 734766"/>
                <a:gd name="connsiteY28" fmla="*/ 175762 h 365803"/>
                <a:gd name="connsiteX29" fmla="*/ 90393 w 734766"/>
                <a:gd name="connsiteY29" fmla="*/ 173300 h 365803"/>
                <a:gd name="connsiteX30" fmla="*/ 93813 w 734766"/>
                <a:gd name="connsiteY30" fmla="*/ 171331 h 365803"/>
                <a:gd name="connsiteX31" fmla="*/ 97234 w 734766"/>
                <a:gd name="connsiteY31" fmla="*/ 170346 h 365803"/>
                <a:gd name="connsiteX32" fmla="*/ 168083 w 734766"/>
                <a:gd name="connsiteY32" fmla="*/ 169854 h 365803"/>
                <a:gd name="connsiteX33" fmla="*/ 171991 w 734766"/>
                <a:gd name="connsiteY33" fmla="*/ 170346 h 365803"/>
                <a:gd name="connsiteX34" fmla="*/ 175412 w 734766"/>
                <a:gd name="connsiteY34" fmla="*/ 171331 h 365803"/>
                <a:gd name="connsiteX35" fmla="*/ 178343 w 734766"/>
                <a:gd name="connsiteY35" fmla="*/ 173300 h 365803"/>
                <a:gd name="connsiteX36" fmla="*/ 181275 w 734766"/>
                <a:gd name="connsiteY36" fmla="*/ 175762 h 365803"/>
                <a:gd name="connsiteX37" fmla="*/ 183718 w 734766"/>
                <a:gd name="connsiteY37" fmla="*/ 178716 h 365803"/>
                <a:gd name="connsiteX38" fmla="*/ 185673 w 734766"/>
                <a:gd name="connsiteY38" fmla="*/ 181670 h 365803"/>
                <a:gd name="connsiteX39" fmla="*/ 186650 w 734766"/>
                <a:gd name="connsiteY39" fmla="*/ 185116 h 365803"/>
                <a:gd name="connsiteX40" fmla="*/ 187138 w 734766"/>
                <a:gd name="connsiteY40" fmla="*/ 189055 h 365803"/>
                <a:gd name="connsiteX41" fmla="*/ 186650 w 734766"/>
                <a:gd name="connsiteY41" fmla="*/ 192994 h 365803"/>
                <a:gd name="connsiteX42" fmla="*/ 185673 w 734766"/>
                <a:gd name="connsiteY42" fmla="*/ 196440 h 365803"/>
                <a:gd name="connsiteX43" fmla="*/ 183718 w 734766"/>
                <a:gd name="connsiteY43" fmla="*/ 199394 h 365803"/>
                <a:gd name="connsiteX44" fmla="*/ 181275 w 734766"/>
                <a:gd name="connsiteY44" fmla="*/ 202348 h 365803"/>
                <a:gd name="connsiteX45" fmla="*/ 178343 w 734766"/>
                <a:gd name="connsiteY45" fmla="*/ 204810 h 365803"/>
                <a:gd name="connsiteX46" fmla="*/ 175412 w 734766"/>
                <a:gd name="connsiteY46" fmla="*/ 206779 h 365803"/>
                <a:gd name="connsiteX47" fmla="*/ 171991 w 734766"/>
                <a:gd name="connsiteY47" fmla="*/ 207764 h 365803"/>
                <a:gd name="connsiteX48" fmla="*/ 168083 w 734766"/>
                <a:gd name="connsiteY48" fmla="*/ 208256 h 365803"/>
                <a:gd name="connsiteX49" fmla="*/ 164174 w 734766"/>
                <a:gd name="connsiteY49" fmla="*/ 207764 h 365803"/>
                <a:gd name="connsiteX50" fmla="*/ 160265 w 734766"/>
                <a:gd name="connsiteY50" fmla="*/ 206779 h 365803"/>
                <a:gd name="connsiteX51" fmla="*/ 157333 w 734766"/>
                <a:gd name="connsiteY51" fmla="*/ 204810 h 365803"/>
                <a:gd name="connsiteX52" fmla="*/ 154890 w 734766"/>
                <a:gd name="connsiteY52" fmla="*/ 202348 h 365803"/>
                <a:gd name="connsiteX53" fmla="*/ 152447 w 734766"/>
                <a:gd name="connsiteY53" fmla="*/ 199394 h 365803"/>
                <a:gd name="connsiteX54" fmla="*/ 150492 w 734766"/>
                <a:gd name="connsiteY54" fmla="*/ 196440 h 365803"/>
                <a:gd name="connsiteX55" fmla="*/ 149515 w 734766"/>
                <a:gd name="connsiteY55" fmla="*/ 192994 h 365803"/>
                <a:gd name="connsiteX56" fmla="*/ 149027 w 734766"/>
                <a:gd name="connsiteY56" fmla="*/ 189055 h 365803"/>
                <a:gd name="connsiteX57" fmla="*/ 149515 w 734766"/>
                <a:gd name="connsiteY57" fmla="*/ 185116 h 365803"/>
                <a:gd name="connsiteX58" fmla="*/ 150492 w 734766"/>
                <a:gd name="connsiteY58" fmla="*/ 181670 h 365803"/>
                <a:gd name="connsiteX59" fmla="*/ 152447 w 734766"/>
                <a:gd name="connsiteY59" fmla="*/ 178716 h 365803"/>
                <a:gd name="connsiteX60" fmla="*/ 154890 w 734766"/>
                <a:gd name="connsiteY60" fmla="*/ 175762 h 365803"/>
                <a:gd name="connsiteX61" fmla="*/ 157333 w 734766"/>
                <a:gd name="connsiteY61" fmla="*/ 173300 h 365803"/>
                <a:gd name="connsiteX62" fmla="*/ 160265 w 734766"/>
                <a:gd name="connsiteY62" fmla="*/ 171331 h 365803"/>
                <a:gd name="connsiteX63" fmla="*/ 164174 w 734766"/>
                <a:gd name="connsiteY63" fmla="*/ 170346 h 365803"/>
                <a:gd name="connsiteX64" fmla="*/ 235511 w 734766"/>
                <a:gd name="connsiteY64" fmla="*/ 169854 h 365803"/>
                <a:gd name="connsiteX65" fmla="*/ 239420 w 734766"/>
                <a:gd name="connsiteY65" fmla="*/ 170346 h 365803"/>
                <a:gd name="connsiteX66" fmla="*/ 242840 w 734766"/>
                <a:gd name="connsiteY66" fmla="*/ 171331 h 365803"/>
                <a:gd name="connsiteX67" fmla="*/ 245772 w 734766"/>
                <a:gd name="connsiteY67" fmla="*/ 173300 h 365803"/>
                <a:gd name="connsiteX68" fmla="*/ 248703 w 734766"/>
                <a:gd name="connsiteY68" fmla="*/ 175762 h 365803"/>
                <a:gd name="connsiteX69" fmla="*/ 251147 w 734766"/>
                <a:gd name="connsiteY69" fmla="*/ 178716 h 365803"/>
                <a:gd name="connsiteX70" fmla="*/ 253101 w 734766"/>
                <a:gd name="connsiteY70" fmla="*/ 181670 h 365803"/>
                <a:gd name="connsiteX71" fmla="*/ 254078 w 734766"/>
                <a:gd name="connsiteY71" fmla="*/ 185116 h 365803"/>
                <a:gd name="connsiteX72" fmla="*/ 254567 w 734766"/>
                <a:gd name="connsiteY72" fmla="*/ 189055 h 365803"/>
                <a:gd name="connsiteX73" fmla="*/ 254078 w 734766"/>
                <a:gd name="connsiteY73" fmla="*/ 192994 h 365803"/>
                <a:gd name="connsiteX74" fmla="*/ 253101 w 734766"/>
                <a:gd name="connsiteY74" fmla="*/ 196440 h 365803"/>
                <a:gd name="connsiteX75" fmla="*/ 251147 w 734766"/>
                <a:gd name="connsiteY75" fmla="*/ 199394 h 365803"/>
                <a:gd name="connsiteX76" fmla="*/ 248703 w 734766"/>
                <a:gd name="connsiteY76" fmla="*/ 202348 h 365803"/>
                <a:gd name="connsiteX77" fmla="*/ 245772 w 734766"/>
                <a:gd name="connsiteY77" fmla="*/ 204810 h 365803"/>
                <a:gd name="connsiteX78" fmla="*/ 242840 w 734766"/>
                <a:gd name="connsiteY78" fmla="*/ 206779 h 365803"/>
                <a:gd name="connsiteX79" fmla="*/ 239420 w 734766"/>
                <a:gd name="connsiteY79" fmla="*/ 207764 h 365803"/>
                <a:gd name="connsiteX80" fmla="*/ 235511 w 734766"/>
                <a:gd name="connsiteY80" fmla="*/ 208256 h 365803"/>
                <a:gd name="connsiteX81" fmla="*/ 231602 w 734766"/>
                <a:gd name="connsiteY81" fmla="*/ 207764 h 365803"/>
                <a:gd name="connsiteX82" fmla="*/ 227693 w 734766"/>
                <a:gd name="connsiteY82" fmla="*/ 206779 h 365803"/>
                <a:gd name="connsiteX83" fmla="*/ 224761 w 734766"/>
                <a:gd name="connsiteY83" fmla="*/ 204810 h 365803"/>
                <a:gd name="connsiteX84" fmla="*/ 222318 w 734766"/>
                <a:gd name="connsiteY84" fmla="*/ 202348 h 365803"/>
                <a:gd name="connsiteX85" fmla="*/ 219875 w 734766"/>
                <a:gd name="connsiteY85" fmla="*/ 199394 h 365803"/>
                <a:gd name="connsiteX86" fmla="*/ 217921 w 734766"/>
                <a:gd name="connsiteY86" fmla="*/ 196440 h 365803"/>
                <a:gd name="connsiteX87" fmla="*/ 216944 w 734766"/>
                <a:gd name="connsiteY87" fmla="*/ 192994 h 365803"/>
                <a:gd name="connsiteX88" fmla="*/ 216455 w 734766"/>
                <a:gd name="connsiteY88" fmla="*/ 189055 h 365803"/>
                <a:gd name="connsiteX89" fmla="*/ 216944 w 734766"/>
                <a:gd name="connsiteY89" fmla="*/ 185116 h 365803"/>
                <a:gd name="connsiteX90" fmla="*/ 217921 w 734766"/>
                <a:gd name="connsiteY90" fmla="*/ 181670 h 365803"/>
                <a:gd name="connsiteX91" fmla="*/ 219875 w 734766"/>
                <a:gd name="connsiteY91" fmla="*/ 178716 h 365803"/>
                <a:gd name="connsiteX92" fmla="*/ 222318 w 734766"/>
                <a:gd name="connsiteY92" fmla="*/ 175762 h 365803"/>
                <a:gd name="connsiteX93" fmla="*/ 224761 w 734766"/>
                <a:gd name="connsiteY93" fmla="*/ 173300 h 365803"/>
                <a:gd name="connsiteX94" fmla="*/ 227693 w 734766"/>
                <a:gd name="connsiteY94" fmla="*/ 171331 h 365803"/>
                <a:gd name="connsiteX95" fmla="*/ 231602 w 734766"/>
                <a:gd name="connsiteY95" fmla="*/ 170346 h 365803"/>
                <a:gd name="connsiteX96" fmla="*/ 499255 w 734766"/>
                <a:gd name="connsiteY96" fmla="*/ 92559 h 365803"/>
                <a:gd name="connsiteX97" fmla="*/ 503164 w 734766"/>
                <a:gd name="connsiteY97" fmla="*/ 93051 h 365803"/>
                <a:gd name="connsiteX98" fmla="*/ 507073 w 734766"/>
                <a:gd name="connsiteY98" fmla="*/ 94036 h 365803"/>
                <a:gd name="connsiteX99" fmla="*/ 510005 w 734766"/>
                <a:gd name="connsiteY99" fmla="*/ 96005 h 365803"/>
                <a:gd name="connsiteX100" fmla="*/ 512448 w 734766"/>
                <a:gd name="connsiteY100" fmla="*/ 98467 h 365803"/>
                <a:gd name="connsiteX101" fmla="*/ 514891 w 734766"/>
                <a:gd name="connsiteY101" fmla="*/ 101421 h 365803"/>
                <a:gd name="connsiteX102" fmla="*/ 516845 w 734766"/>
                <a:gd name="connsiteY102" fmla="*/ 104375 h 365803"/>
                <a:gd name="connsiteX103" fmla="*/ 517822 w 734766"/>
                <a:gd name="connsiteY103" fmla="*/ 107821 h 365803"/>
                <a:gd name="connsiteX104" fmla="*/ 518311 w 734766"/>
                <a:gd name="connsiteY104" fmla="*/ 111760 h 365803"/>
                <a:gd name="connsiteX105" fmla="*/ 517822 w 734766"/>
                <a:gd name="connsiteY105" fmla="*/ 115699 h 365803"/>
                <a:gd name="connsiteX106" fmla="*/ 516845 w 734766"/>
                <a:gd name="connsiteY106" fmla="*/ 119145 h 365803"/>
                <a:gd name="connsiteX107" fmla="*/ 514891 w 734766"/>
                <a:gd name="connsiteY107" fmla="*/ 122099 h 365803"/>
                <a:gd name="connsiteX108" fmla="*/ 512448 w 734766"/>
                <a:gd name="connsiteY108" fmla="*/ 125053 h 365803"/>
                <a:gd name="connsiteX109" fmla="*/ 510005 w 734766"/>
                <a:gd name="connsiteY109" fmla="*/ 127515 h 365803"/>
                <a:gd name="connsiteX110" fmla="*/ 507073 w 734766"/>
                <a:gd name="connsiteY110" fmla="*/ 129484 h 365803"/>
                <a:gd name="connsiteX111" fmla="*/ 503164 w 734766"/>
                <a:gd name="connsiteY111" fmla="*/ 130469 h 365803"/>
                <a:gd name="connsiteX112" fmla="*/ 499255 w 734766"/>
                <a:gd name="connsiteY112" fmla="*/ 130961 h 365803"/>
                <a:gd name="connsiteX113" fmla="*/ 495346 w 734766"/>
                <a:gd name="connsiteY113" fmla="*/ 130469 h 365803"/>
                <a:gd name="connsiteX114" fmla="*/ 491926 w 734766"/>
                <a:gd name="connsiteY114" fmla="*/ 129484 h 365803"/>
                <a:gd name="connsiteX115" fmla="*/ 488994 w 734766"/>
                <a:gd name="connsiteY115" fmla="*/ 127515 h 365803"/>
                <a:gd name="connsiteX116" fmla="*/ 486063 w 734766"/>
                <a:gd name="connsiteY116" fmla="*/ 125053 h 365803"/>
                <a:gd name="connsiteX117" fmla="*/ 483619 w 734766"/>
                <a:gd name="connsiteY117" fmla="*/ 122099 h 365803"/>
                <a:gd name="connsiteX118" fmla="*/ 481665 w 734766"/>
                <a:gd name="connsiteY118" fmla="*/ 119145 h 365803"/>
                <a:gd name="connsiteX119" fmla="*/ 480688 w 734766"/>
                <a:gd name="connsiteY119" fmla="*/ 115699 h 365803"/>
                <a:gd name="connsiteX120" fmla="*/ 480199 w 734766"/>
                <a:gd name="connsiteY120" fmla="*/ 111760 h 365803"/>
                <a:gd name="connsiteX121" fmla="*/ 480688 w 734766"/>
                <a:gd name="connsiteY121" fmla="*/ 107821 h 365803"/>
                <a:gd name="connsiteX122" fmla="*/ 481665 w 734766"/>
                <a:gd name="connsiteY122" fmla="*/ 104375 h 365803"/>
                <a:gd name="connsiteX123" fmla="*/ 483619 w 734766"/>
                <a:gd name="connsiteY123" fmla="*/ 101421 h 365803"/>
                <a:gd name="connsiteX124" fmla="*/ 486063 w 734766"/>
                <a:gd name="connsiteY124" fmla="*/ 98467 h 365803"/>
                <a:gd name="connsiteX125" fmla="*/ 488994 w 734766"/>
                <a:gd name="connsiteY125" fmla="*/ 96005 h 365803"/>
                <a:gd name="connsiteX126" fmla="*/ 491926 w 734766"/>
                <a:gd name="connsiteY126" fmla="*/ 94036 h 365803"/>
                <a:gd name="connsiteX127" fmla="*/ 495346 w 734766"/>
                <a:gd name="connsiteY127" fmla="*/ 93051 h 365803"/>
                <a:gd name="connsiteX128" fmla="*/ 566683 w 734766"/>
                <a:gd name="connsiteY128" fmla="*/ 92559 h 365803"/>
                <a:gd name="connsiteX129" fmla="*/ 570592 w 734766"/>
                <a:gd name="connsiteY129" fmla="*/ 93051 h 365803"/>
                <a:gd name="connsiteX130" fmla="*/ 574501 w 734766"/>
                <a:gd name="connsiteY130" fmla="*/ 94036 h 365803"/>
                <a:gd name="connsiteX131" fmla="*/ 577433 w 734766"/>
                <a:gd name="connsiteY131" fmla="*/ 96005 h 365803"/>
                <a:gd name="connsiteX132" fmla="*/ 579876 w 734766"/>
                <a:gd name="connsiteY132" fmla="*/ 98467 h 365803"/>
                <a:gd name="connsiteX133" fmla="*/ 582319 w 734766"/>
                <a:gd name="connsiteY133" fmla="*/ 101421 h 365803"/>
                <a:gd name="connsiteX134" fmla="*/ 584274 w 734766"/>
                <a:gd name="connsiteY134" fmla="*/ 104375 h 365803"/>
                <a:gd name="connsiteX135" fmla="*/ 585251 w 734766"/>
                <a:gd name="connsiteY135" fmla="*/ 107821 h 365803"/>
                <a:gd name="connsiteX136" fmla="*/ 585739 w 734766"/>
                <a:gd name="connsiteY136" fmla="*/ 111760 h 365803"/>
                <a:gd name="connsiteX137" fmla="*/ 585251 w 734766"/>
                <a:gd name="connsiteY137" fmla="*/ 115699 h 365803"/>
                <a:gd name="connsiteX138" fmla="*/ 584274 w 734766"/>
                <a:gd name="connsiteY138" fmla="*/ 119145 h 365803"/>
                <a:gd name="connsiteX139" fmla="*/ 582319 w 734766"/>
                <a:gd name="connsiteY139" fmla="*/ 122099 h 365803"/>
                <a:gd name="connsiteX140" fmla="*/ 579876 w 734766"/>
                <a:gd name="connsiteY140" fmla="*/ 125053 h 365803"/>
                <a:gd name="connsiteX141" fmla="*/ 577433 w 734766"/>
                <a:gd name="connsiteY141" fmla="*/ 127515 h 365803"/>
                <a:gd name="connsiteX142" fmla="*/ 574501 w 734766"/>
                <a:gd name="connsiteY142" fmla="*/ 129484 h 365803"/>
                <a:gd name="connsiteX143" fmla="*/ 570592 w 734766"/>
                <a:gd name="connsiteY143" fmla="*/ 130469 h 365803"/>
                <a:gd name="connsiteX144" fmla="*/ 566683 w 734766"/>
                <a:gd name="connsiteY144" fmla="*/ 130961 h 365803"/>
                <a:gd name="connsiteX145" fmla="*/ 562775 w 734766"/>
                <a:gd name="connsiteY145" fmla="*/ 130469 h 365803"/>
                <a:gd name="connsiteX146" fmla="*/ 559354 w 734766"/>
                <a:gd name="connsiteY146" fmla="*/ 129484 h 365803"/>
                <a:gd name="connsiteX147" fmla="*/ 556423 w 734766"/>
                <a:gd name="connsiteY147" fmla="*/ 127515 h 365803"/>
                <a:gd name="connsiteX148" fmla="*/ 553491 w 734766"/>
                <a:gd name="connsiteY148" fmla="*/ 125053 h 365803"/>
                <a:gd name="connsiteX149" fmla="*/ 551048 w 734766"/>
                <a:gd name="connsiteY149" fmla="*/ 122099 h 365803"/>
                <a:gd name="connsiteX150" fmla="*/ 549093 w 734766"/>
                <a:gd name="connsiteY150" fmla="*/ 119145 h 365803"/>
                <a:gd name="connsiteX151" fmla="*/ 548116 w 734766"/>
                <a:gd name="connsiteY151" fmla="*/ 115699 h 365803"/>
                <a:gd name="connsiteX152" fmla="*/ 547628 w 734766"/>
                <a:gd name="connsiteY152" fmla="*/ 111760 h 365803"/>
                <a:gd name="connsiteX153" fmla="*/ 548116 w 734766"/>
                <a:gd name="connsiteY153" fmla="*/ 107821 h 365803"/>
                <a:gd name="connsiteX154" fmla="*/ 549093 w 734766"/>
                <a:gd name="connsiteY154" fmla="*/ 104375 h 365803"/>
                <a:gd name="connsiteX155" fmla="*/ 551048 w 734766"/>
                <a:gd name="connsiteY155" fmla="*/ 101421 h 365803"/>
                <a:gd name="connsiteX156" fmla="*/ 553491 w 734766"/>
                <a:gd name="connsiteY156" fmla="*/ 98467 h 365803"/>
                <a:gd name="connsiteX157" fmla="*/ 556423 w 734766"/>
                <a:gd name="connsiteY157" fmla="*/ 96005 h 365803"/>
                <a:gd name="connsiteX158" fmla="*/ 559354 w 734766"/>
                <a:gd name="connsiteY158" fmla="*/ 94036 h 365803"/>
                <a:gd name="connsiteX159" fmla="*/ 562775 w 734766"/>
                <a:gd name="connsiteY159" fmla="*/ 93051 h 365803"/>
                <a:gd name="connsiteX160" fmla="*/ 634112 w 734766"/>
                <a:gd name="connsiteY160" fmla="*/ 92559 h 365803"/>
                <a:gd name="connsiteX161" fmla="*/ 637532 w 734766"/>
                <a:gd name="connsiteY161" fmla="*/ 93051 h 365803"/>
                <a:gd name="connsiteX162" fmla="*/ 640953 w 734766"/>
                <a:gd name="connsiteY162" fmla="*/ 94036 h 365803"/>
                <a:gd name="connsiteX163" fmla="*/ 644373 w 734766"/>
                <a:gd name="connsiteY163" fmla="*/ 96005 h 365803"/>
                <a:gd name="connsiteX164" fmla="*/ 647304 w 734766"/>
                <a:gd name="connsiteY164" fmla="*/ 98467 h 365803"/>
                <a:gd name="connsiteX165" fmla="*/ 649748 w 734766"/>
                <a:gd name="connsiteY165" fmla="*/ 101421 h 365803"/>
                <a:gd name="connsiteX166" fmla="*/ 651702 w 734766"/>
                <a:gd name="connsiteY166" fmla="*/ 104375 h 365803"/>
                <a:gd name="connsiteX167" fmla="*/ 652679 w 734766"/>
                <a:gd name="connsiteY167" fmla="*/ 107821 h 365803"/>
                <a:gd name="connsiteX168" fmla="*/ 652679 w 734766"/>
                <a:gd name="connsiteY168" fmla="*/ 111760 h 365803"/>
                <a:gd name="connsiteX169" fmla="*/ 652679 w 734766"/>
                <a:gd name="connsiteY169" fmla="*/ 115699 h 365803"/>
                <a:gd name="connsiteX170" fmla="*/ 651702 w 734766"/>
                <a:gd name="connsiteY170" fmla="*/ 119145 h 365803"/>
                <a:gd name="connsiteX171" fmla="*/ 649748 w 734766"/>
                <a:gd name="connsiteY171" fmla="*/ 122099 h 365803"/>
                <a:gd name="connsiteX172" fmla="*/ 647304 w 734766"/>
                <a:gd name="connsiteY172" fmla="*/ 125053 h 365803"/>
                <a:gd name="connsiteX173" fmla="*/ 644373 w 734766"/>
                <a:gd name="connsiteY173" fmla="*/ 127515 h 365803"/>
                <a:gd name="connsiteX174" fmla="*/ 640953 w 734766"/>
                <a:gd name="connsiteY174" fmla="*/ 129484 h 365803"/>
                <a:gd name="connsiteX175" fmla="*/ 637532 w 734766"/>
                <a:gd name="connsiteY175" fmla="*/ 130469 h 365803"/>
                <a:gd name="connsiteX176" fmla="*/ 634112 w 734766"/>
                <a:gd name="connsiteY176" fmla="*/ 130961 h 365803"/>
                <a:gd name="connsiteX177" fmla="*/ 630203 w 734766"/>
                <a:gd name="connsiteY177" fmla="*/ 130469 h 365803"/>
                <a:gd name="connsiteX178" fmla="*/ 626783 w 734766"/>
                <a:gd name="connsiteY178" fmla="*/ 129484 h 365803"/>
                <a:gd name="connsiteX179" fmla="*/ 622874 w 734766"/>
                <a:gd name="connsiteY179" fmla="*/ 127515 h 365803"/>
                <a:gd name="connsiteX180" fmla="*/ 620431 w 734766"/>
                <a:gd name="connsiteY180" fmla="*/ 125053 h 365803"/>
                <a:gd name="connsiteX181" fmla="*/ 617988 w 734766"/>
                <a:gd name="connsiteY181" fmla="*/ 122099 h 365803"/>
                <a:gd name="connsiteX182" fmla="*/ 616033 w 734766"/>
                <a:gd name="connsiteY182" fmla="*/ 119145 h 365803"/>
                <a:gd name="connsiteX183" fmla="*/ 615056 w 734766"/>
                <a:gd name="connsiteY183" fmla="*/ 115699 h 365803"/>
                <a:gd name="connsiteX184" fmla="*/ 615056 w 734766"/>
                <a:gd name="connsiteY184" fmla="*/ 111760 h 365803"/>
                <a:gd name="connsiteX185" fmla="*/ 615056 w 734766"/>
                <a:gd name="connsiteY185" fmla="*/ 107821 h 365803"/>
                <a:gd name="connsiteX186" fmla="*/ 616033 w 734766"/>
                <a:gd name="connsiteY186" fmla="*/ 104375 h 365803"/>
                <a:gd name="connsiteX187" fmla="*/ 617988 w 734766"/>
                <a:gd name="connsiteY187" fmla="*/ 101421 h 365803"/>
                <a:gd name="connsiteX188" fmla="*/ 620431 w 734766"/>
                <a:gd name="connsiteY188" fmla="*/ 98467 h 365803"/>
                <a:gd name="connsiteX189" fmla="*/ 622874 w 734766"/>
                <a:gd name="connsiteY189" fmla="*/ 96005 h 365803"/>
                <a:gd name="connsiteX190" fmla="*/ 626783 w 734766"/>
                <a:gd name="connsiteY190" fmla="*/ 94036 h 365803"/>
                <a:gd name="connsiteX191" fmla="*/ 630203 w 734766"/>
                <a:gd name="connsiteY191" fmla="*/ 93051 h 365803"/>
                <a:gd name="connsiteX192" fmla="*/ 334699 w 734766"/>
                <a:gd name="connsiteY192" fmla="*/ 77295 h 365803"/>
                <a:gd name="connsiteX193" fmla="*/ 330302 w 734766"/>
                <a:gd name="connsiteY193" fmla="*/ 77295 h 365803"/>
                <a:gd name="connsiteX194" fmla="*/ 20522 w 734766"/>
                <a:gd name="connsiteY194" fmla="*/ 77295 h 365803"/>
                <a:gd name="connsiteX195" fmla="*/ 15636 w 734766"/>
                <a:gd name="connsiteY195" fmla="*/ 77295 h 365803"/>
                <a:gd name="connsiteX196" fmla="*/ 11727 w 734766"/>
                <a:gd name="connsiteY196" fmla="*/ 78280 h 365803"/>
                <a:gd name="connsiteX197" fmla="*/ 8306 w 734766"/>
                <a:gd name="connsiteY197" fmla="*/ 80741 h 365803"/>
                <a:gd name="connsiteX198" fmla="*/ 5375 w 734766"/>
                <a:gd name="connsiteY198" fmla="*/ 83203 h 365803"/>
                <a:gd name="connsiteX199" fmla="*/ 2932 w 734766"/>
                <a:gd name="connsiteY199" fmla="*/ 86649 h 365803"/>
                <a:gd name="connsiteX200" fmla="*/ 1466 w 734766"/>
                <a:gd name="connsiteY200" fmla="*/ 90588 h 365803"/>
                <a:gd name="connsiteX201" fmla="*/ 0 w 734766"/>
                <a:gd name="connsiteY201" fmla="*/ 95512 h 365803"/>
                <a:gd name="connsiteX202" fmla="*/ 0 w 734766"/>
                <a:gd name="connsiteY202" fmla="*/ 100435 h 365803"/>
                <a:gd name="connsiteX203" fmla="*/ 0 w 734766"/>
                <a:gd name="connsiteY203" fmla="*/ 291953 h 365803"/>
                <a:gd name="connsiteX204" fmla="*/ 0 w 734766"/>
                <a:gd name="connsiteY204" fmla="*/ 296384 h 365803"/>
                <a:gd name="connsiteX205" fmla="*/ 1466 w 734766"/>
                <a:gd name="connsiteY205" fmla="*/ 300323 h 365803"/>
                <a:gd name="connsiteX206" fmla="*/ 3420 w 734766"/>
                <a:gd name="connsiteY206" fmla="*/ 303769 h 365803"/>
                <a:gd name="connsiteX207" fmla="*/ 5863 w 734766"/>
                <a:gd name="connsiteY207" fmla="*/ 306723 h 365803"/>
                <a:gd name="connsiteX208" fmla="*/ 8795 w 734766"/>
                <a:gd name="connsiteY208" fmla="*/ 309185 h 365803"/>
                <a:gd name="connsiteX209" fmla="*/ 12215 w 734766"/>
                <a:gd name="connsiteY209" fmla="*/ 311646 h 365803"/>
                <a:gd name="connsiteX210" fmla="*/ 16124 w 734766"/>
                <a:gd name="connsiteY210" fmla="*/ 312631 h 365803"/>
                <a:gd name="connsiteX211" fmla="*/ 20522 w 734766"/>
                <a:gd name="connsiteY211" fmla="*/ 312631 h 365803"/>
                <a:gd name="connsiteX212" fmla="*/ 239908 w 734766"/>
                <a:gd name="connsiteY212" fmla="*/ 312631 h 365803"/>
                <a:gd name="connsiteX213" fmla="*/ 306360 w 734766"/>
                <a:gd name="connsiteY213" fmla="*/ 364818 h 365803"/>
                <a:gd name="connsiteX214" fmla="*/ 308314 w 734766"/>
                <a:gd name="connsiteY214" fmla="*/ 365803 h 365803"/>
                <a:gd name="connsiteX215" fmla="*/ 309780 w 734766"/>
                <a:gd name="connsiteY215" fmla="*/ 365803 h 365803"/>
                <a:gd name="connsiteX216" fmla="*/ 311734 w 734766"/>
                <a:gd name="connsiteY216" fmla="*/ 365803 h 365803"/>
                <a:gd name="connsiteX217" fmla="*/ 312712 w 734766"/>
                <a:gd name="connsiteY217" fmla="*/ 365311 h 365803"/>
                <a:gd name="connsiteX218" fmla="*/ 313689 w 734766"/>
                <a:gd name="connsiteY218" fmla="*/ 364326 h 365803"/>
                <a:gd name="connsiteX219" fmla="*/ 315155 w 734766"/>
                <a:gd name="connsiteY219" fmla="*/ 362849 h 365803"/>
                <a:gd name="connsiteX220" fmla="*/ 315643 w 734766"/>
                <a:gd name="connsiteY220" fmla="*/ 361864 h 365803"/>
                <a:gd name="connsiteX221" fmla="*/ 315643 w 734766"/>
                <a:gd name="connsiteY221" fmla="*/ 359895 h 365803"/>
                <a:gd name="connsiteX222" fmla="*/ 315643 w 734766"/>
                <a:gd name="connsiteY222" fmla="*/ 312631 h 365803"/>
                <a:gd name="connsiteX223" fmla="*/ 330302 w 734766"/>
                <a:gd name="connsiteY223" fmla="*/ 312631 h 365803"/>
                <a:gd name="connsiteX224" fmla="*/ 334699 w 734766"/>
                <a:gd name="connsiteY224" fmla="*/ 312631 h 365803"/>
                <a:gd name="connsiteX225" fmla="*/ 338119 w 734766"/>
                <a:gd name="connsiteY225" fmla="*/ 311646 h 365803"/>
                <a:gd name="connsiteX226" fmla="*/ 342028 w 734766"/>
                <a:gd name="connsiteY226" fmla="*/ 309185 h 365803"/>
                <a:gd name="connsiteX227" fmla="*/ 344960 w 734766"/>
                <a:gd name="connsiteY227" fmla="*/ 306723 h 365803"/>
                <a:gd name="connsiteX228" fmla="*/ 347403 w 734766"/>
                <a:gd name="connsiteY228" fmla="*/ 303769 h 365803"/>
                <a:gd name="connsiteX229" fmla="*/ 349358 w 734766"/>
                <a:gd name="connsiteY229" fmla="*/ 300323 h 365803"/>
                <a:gd name="connsiteX230" fmla="*/ 350335 w 734766"/>
                <a:gd name="connsiteY230" fmla="*/ 296384 h 365803"/>
                <a:gd name="connsiteX231" fmla="*/ 351312 w 734766"/>
                <a:gd name="connsiteY231" fmla="*/ 291953 h 365803"/>
                <a:gd name="connsiteX232" fmla="*/ 351312 w 734766"/>
                <a:gd name="connsiteY232" fmla="*/ 100435 h 365803"/>
                <a:gd name="connsiteX233" fmla="*/ 350335 w 734766"/>
                <a:gd name="connsiteY233" fmla="*/ 95512 h 365803"/>
                <a:gd name="connsiteX234" fmla="*/ 349358 w 734766"/>
                <a:gd name="connsiteY234" fmla="*/ 90588 h 365803"/>
                <a:gd name="connsiteX235" fmla="*/ 347403 w 734766"/>
                <a:gd name="connsiteY235" fmla="*/ 86649 h 365803"/>
                <a:gd name="connsiteX236" fmla="*/ 345449 w 734766"/>
                <a:gd name="connsiteY236" fmla="*/ 83695 h 365803"/>
                <a:gd name="connsiteX237" fmla="*/ 342517 w 734766"/>
                <a:gd name="connsiteY237" fmla="*/ 80741 h 365803"/>
                <a:gd name="connsiteX238" fmla="*/ 339097 w 734766"/>
                <a:gd name="connsiteY238" fmla="*/ 78280 h 365803"/>
                <a:gd name="connsiteX239" fmla="*/ 719130 w 734766"/>
                <a:gd name="connsiteY239" fmla="*/ 0 h 365803"/>
                <a:gd name="connsiteX240" fmla="*/ 714244 w 734766"/>
                <a:gd name="connsiteY240" fmla="*/ 0 h 365803"/>
                <a:gd name="connsiteX241" fmla="*/ 404464 w 734766"/>
                <a:gd name="connsiteY241" fmla="*/ 0 h 365803"/>
                <a:gd name="connsiteX242" fmla="*/ 400067 w 734766"/>
                <a:gd name="connsiteY242" fmla="*/ 0 h 365803"/>
                <a:gd name="connsiteX243" fmla="*/ 395669 w 734766"/>
                <a:gd name="connsiteY243" fmla="*/ 985 h 365803"/>
                <a:gd name="connsiteX244" fmla="*/ 392249 w 734766"/>
                <a:gd name="connsiteY244" fmla="*/ 3446 h 365803"/>
                <a:gd name="connsiteX245" fmla="*/ 389317 w 734766"/>
                <a:gd name="connsiteY245" fmla="*/ 6400 h 365803"/>
                <a:gd name="connsiteX246" fmla="*/ 387363 w 734766"/>
                <a:gd name="connsiteY246" fmla="*/ 9354 h 365803"/>
                <a:gd name="connsiteX247" fmla="*/ 385408 w 734766"/>
                <a:gd name="connsiteY247" fmla="*/ 13293 h 365803"/>
                <a:gd name="connsiteX248" fmla="*/ 384431 w 734766"/>
                <a:gd name="connsiteY248" fmla="*/ 18217 h 365803"/>
                <a:gd name="connsiteX249" fmla="*/ 383454 w 734766"/>
                <a:gd name="connsiteY249" fmla="*/ 23140 h 365803"/>
                <a:gd name="connsiteX250" fmla="*/ 383454 w 734766"/>
                <a:gd name="connsiteY250" fmla="*/ 214658 h 365803"/>
                <a:gd name="connsiteX251" fmla="*/ 384431 w 734766"/>
                <a:gd name="connsiteY251" fmla="*/ 219089 h 365803"/>
                <a:gd name="connsiteX252" fmla="*/ 385408 w 734766"/>
                <a:gd name="connsiteY252" fmla="*/ 223028 h 365803"/>
                <a:gd name="connsiteX253" fmla="*/ 387363 w 734766"/>
                <a:gd name="connsiteY253" fmla="*/ 226474 h 365803"/>
                <a:gd name="connsiteX254" fmla="*/ 389806 w 734766"/>
                <a:gd name="connsiteY254" fmla="*/ 229428 h 365803"/>
                <a:gd name="connsiteX255" fmla="*/ 392738 w 734766"/>
                <a:gd name="connsiteY255" fmla="*/ 231890 h 365803"/>
                <a:gd name="connsiteX256" fmla="*/ 396647 w 734766"/>
                <a:gd name="connsiteY256" fmla="*/ 234351 h 365803"/>
                <a:gd name="connsiteX257" fmla="*/ 400067 w 734766"/>
                <a:gd name="connsiteY257" fmla="*/ 235336 h 365803"/>
                <a:gd name="connsiteX258" fmla="*/ 404464 w 734766"/>
                <a:gd name="connsiteY258" fmla="*/ 235336 h 365803"/>
                <a:gd name="connsiteX259" fmla="*/ 419123 w 734766"/>
                <a:gd name="connsiteY259" fmla="*/ 235336 h 365803"/>
                <a:gd name="connsiteX260" fmla="*/ 419123 w 734766"/>
                <a:gd name="connsiteY260" fmla="*/ 282600 h 365803"/>
                <a:gd name="connsiteX261" fmla="*/ 419123 w 734766"/>
                <a:gd name="connsiteY261" fmla="*/ 284569 h 365803"/>
                <a:gd name="connsiteX262" fmla="*/ 419611 w 734766"/>
                <a:gd name="connsiteY262" fmla="*/ 285554 h 365803"/>
                <a:gd name="connsiteX263" fmla="*/ 421077 w 734766"/>
                <a:gd name="connsiteY263" fmla="*/ 287031 h 365803"/>
                <a:gd name="connsiteX264" fmla="*/ 422054 w 734766"/>
                <a:gd name="connsiteY264" fmla="*/ 288016 h 365803"/>
                <a:gd name="connsiteX265" fmla="*/ 423032 w 734766"/>
                <a:gd name="connsiteY265" fmla="*/ 288508 h 365803"/>
                <a:gd name="connsiteX266" fmla="*/ 424986 w 734766"/>
                <a:gd name="connsiteY266" fmla="*/ 288508 h 365803"/>
                <a:gd name="connsiteX267" fmla="*/ 426452 w 734766"/>
                <a:gd name="connsiteY267" fmla="*/ 288508 h 365803"/>
                <a:gd name="connsiteX268" fmla="*/ 428406 w 734766"/>
                <a:gd name="connsiteY268" fmla="*/ 287523 h 365803"/>
                <a:gd name="connsiteX269" fmla="*/ 494858 w 734766"/>
                <a:gd name="connsiteY269" fmla="*/ 235336 h 365803"/>
                <a:gd name="connsiteX270" fmla="*/ 714244 w 734766"/>
                <a:gd name="connsiteY270" fmla="*/ 235336 h 365803"/>
                <a:gd name="connsiteX271" fmla="*/ 718642 w 734766"/>
                <a:gd name="connsiteY271" fmla="*/ 235336 h 365803"/>
                <a:gd name="connsiteX272" fmla="*/ 722551 w 734766"/>
                <a:gd name="connsiteY272" fmla="*/ 234351 h 365803"/>
                <a:gd name="connsiteX273" fmla="*/ 725971 w 734766"/>
                <a:gd name="connsiteY273" fmla="*/ 231890 h 365803"/>
                <a:gd name="connsiteX274" fmla="*/ 728903 w 734766"/>
                <a:gd name="connsiteY274" fmla="*/ 229428 h 365803"/>
                <a:gd name="connsiteX275" fmla="*/ 731346 w 734766"/>
                <a:gd name="connsiteY275" fmla="*/ 226474 h 365803"/>
                <a:gd name="connsiteX276" fmla="*/ 733300 w 734766"/>
                <a:gd name="connsiteY276" fmla="*/ 223028 h 365803"/>
                <a:gd name="connsiteX277" fmla="*/ 734766 w 734766"/>
                <a:gd name="connsiteY277" fmla="*/ 219089 h 365803"/>
                <a:gd name="connsiteX278" fmla="*/ 734766 w 734766"/>
                <a:gd name="connsiteY278" fmla="*/ 214658 h 365803"/>
                <a:gd name="connsiteX279" fmla="*/ 734766 w 734766"/>
                <a:gd name="connsiteY279" fmla="*/ 23140 h 365803"/>
                <a:gd name="connsiteX280" fmla="*/ 734766 w 734766"/>
                <a:gd name="connsiteY280" fmla="*/ 18217 h 365803"/>
                <a:gd name="connsiteX281" fmla="*/ 733300 w 734766"/>
                <a:gd name="connsiteY281" fmla="*/ 13293 h 365803"/>
                <a:gd name="connsiteX282" fmla="*/ 731834 w 734766"/>
                <a:gd name="connsiteY282" fmla="*/ 9354 h 365803"/>
                <a:gd name="connsiteX283" fmla="*/ 729391 w 734766"/>
                <a:gd name="connsiteY283" fmla="*/ 5908 h 365803"/>
                <a:gd name="connsiteX284" fmla="*/ 726460 w 734766"/>
                <a:gd name="connsiteY284" fmla="*/ 3446 h 365803"/>
                <a:gd name="connsiteX285" fmla="*/ 723039 w 734766"/>
                <a:gd name="connsiteY285" fmla="*/ 985 h 36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734766" h="365803">
                  <a:moveTo>
                    <a:pt x="100654" y="169854"/>
                  </a:moveTo>
                  <a:lnTo>
                    <a:pt x="104563" y="170346"/>
                  </a:lnTo>
                  <a:lnTo>
                    <a:pt x="107983" y="171331"/>
                  </a:lnTo>
                  <a:lnTo>
                    <a:pt x="111892" y="173300"/>
                  </a:lnTo>
                  <a:lnTo>
                    <a:pt x="114335" y="175762"/>
                  </a:lnTo>
                  <a:lnTo>
                    <a:pt x="116778" y="178716"/>
                  </a:lnTo>
                  <a:lnTo>
                    <a:pt x="118733" y="181670"/>
                  </a:lnTo>
                  <a:lnTo>
                    <a:pt x="119710" y="185116"/>
                  </a:lnTo>
                  <a:lnTo>
                    <a:pt x="119710" y="189055"/>
                  </a:lnTo>
                  <a:lnTo>
                    <a:pt x="119710" y="192994"/>
                  </a:lnTo>
                  <a:lnTo>
                    <a:pt x="118733" y="196440"/>
                  </a:lnTo>
                  <a:lnTo>
                    <a:pt x="116778" y="199394"/>
                  </a:lnTo>
                  <a:lnTo>
                    <a:pt x="114335" y="202348"/>
                  </a:lnTo>
                  <a:lnTo>
                    <a:pt x="111892" y="204810"/>
                  </a:lnTo>
                  <a:lnTo>
                    <a:pt x="107983" y="206779"/>
                  </a:lnTo>
                  <a:lnTo>
                    <a:pt x="104563" y="207764"/>
                  </a:lnTo>
                  <a:lnTo>
                    <a:pt x="100654" y="208256"/>
                  </a:lnTo>
                  <a:lnTo>
                    <a:pt x="97234" y="207764"/>
                  </a:lnTo>
                  <a:lnTo>
                    <a:pt x="93813" y="206779"/>
                  </a:lnTo>
                  <a:lnTo>
                    <a:pt x="90393" y="204810"/>
                  </a:lnTo>
                  <a:lnTo>
                    <a:pt x="87462" y="202348"/>
                  </a:lnTo>
                  <a:lnTo>
                    <a:pt x="85018" y="199394"/>
                  </a:lnTo>
                  <a:lnTo>
                    <a:pt x="83064" y="196440"/>
                  </a:lnTo>
                  <a:lnTo>
                    <a:pt x="82087" y="192994"/>
                  </a:lnTo>
                  <a:lnTo>
                    <a:pt x="82087" y="189055"/>
                  </a:lnTo>
                  <a:lnTo>
                    <a:pt x="82087" y="185116"/>
                  </a:lnTo>
                  <a:lnTo>
                    <a:pt x="83064" y="181670"/>
                  </a:lnTo>
                  <a:lnTo>
                    <a:pt x="85018" y="178716"/>
                  </a:lnTo>
                  <a:lnTo>
                    <a:pt x="87462" y="175762"/>
                  </a:lnTo>
                  <a:lnTo>
                    <a:pt x="90393" y="173300"/>
                  </a:lnTo>
                  <a:lnTo>
                    <a:pt x="93813" y="171331"/>
                  </a:lnTo>
                  <a:lnTo>
                    <a:pt x="97234" y="170346"/>
                  </a:lnTo>
                  <a:close/>
                  <a:moveTo>
                    <a:pt x="168083" y="169854"/>
                  </a:moveTo>
                  <a:lnTo>
                    <a:pt x="171991" y="170346"/>
                  </a:lnTo>
                  <a:lnTo>
                    <a:pt x="175412" y="171331"/>
                  </a:lnTo>
                  <a:lnTo>
                    <a:pt x="178343" y="173300"/>
                  </a:lnTo>
                  <a:lnTo>
                    <a:pt x="181275" y="175762"/>
                  </a:lnTo>
                  <a:lnTo>
                    <a:pt x="183718" y="178716"/>
                  </a:lnTo>
                  <a:lnTo>
                    <a:pt x="185673" y="181670"/>
                  </a:lnTo>
                  <a:lnTo>
                    <a:pt x="186650" y="185116"/>
                  </a:lnTo>
                  <a:lnTo>
                    <a:pt x="187138" y="189055"/>
                  </a:lnTo>
                  <a:lnTo>
                    <a:pt x="186650" y="192994"/>
                  </a:lnTo>
                  <a:lnTo>
                    <a:pt x="185673" y="196440"/>
                  </a:lnTo>
                  <a:lnTo>
                    <a:pt x="183718" y="199394"/>
                  </a:lnTo>
                  <a:lnTo>
                    <a:pt x="181275" y="202348"/>
                  </a:lnTo>
                  <a:lnTo>
                    <a:pt x="178343" y="204810"/>
                  </a:lnTo>
                  <a:lnTo>
                    <a:pt x="175412" y="206779"/>
                  </a:lnTo>
                  <a:lnTo>
                    <a:pt x="171991" y="207764"/>
                  </a:lnTo>
                  <a:lnTo>
                    <a:pt x="168083" y="208256"/>
                  </a:lnTo>
                  <a:lnTo>
                    <a:pt x="164174" y="207764"/>
                  </a:lnTo>
                  <a:lnTo>
                    <a:pt x="160265" y="206779"/>
                  </a:lnTo>
                  <a:lnTo>
                    <a:pt x="157333" y="204810"/>
                  </a:lnTo>
                  <a:lnTo>
                    <a:pt x="154890" y="202348"/>
                  </a:lnTo>
                  <a:lnTo>
                    <a:pt x="152447" y="199394"/>
                  </a:lnTo>
                  <a:lnTo>
                    <a:pt x="150492" y="196440"/>
                  </a:lnTo>
                  <a:lnTo>
                    <a:pt x="149515" y="192994"/>
                  </a:lnTo>
                  <a:lnTo>
                    <a:pt x="149027" y="189055"/>
                  </a:lnTo>
                  <a:lnTo>
                    <a:pt x="149515" y="185116"/>
                  </a:lnTo>
                  <a:lnTo>
                    <a:pt x="150492" y="181670"/>
                  </a:lnTo>
                  <a:lnTo>
                    <a:pt x="152447" y="178716"/>
                  </a:lnTo>
                  <a:lnTo>
                    <a:pt x="154890" y="175762"/>
                  </a:lnTo>
                  <a:lnTo>
                    <a:pt x="157333" y="173300"/>
                  </a:lnTo>
                  <a:lnTo>
                    <a:pt x="160265" y="171331"/>
                  </a:lnTo>
                  <a:lnTo>
                    <a:pt x="164174" y="170346"/>
                  </a:lnTo>
                  <a:close/>
                  <a:moveTo>
                    <a:pt x="235511" y="169854"/>
                  </a:moveTo>
                  <a:lnTo>
                    <a:pt x="239420" y="170346"/>
                  </a:lnTo>
                  <a:lnTo>
                    <a:pt x="242840" y="171331"/>
                  </a:lnTo>
                  <a:lnTo>
                    <a:pt x="245772" y="173300"/>
                  </a:lnTo>
                  <a:lnTo>
                    <a:pt x="248703" y="175762"/>
                  </a:lnTo>
                  <a:lnTo>
                    <a:pt x="251147" y="178716"/>
                  </a:lnTo>
                  <a:lnTo>
                    <a:pt x="253101" y="181670"/>
                  </a:lnTo>
                  <a:lnTo>
                    <a:pt x="254078" y="185116"/>
                  </a:lnTo>
                  <a:lnTo>
                    <a:pt x="254567" y="189055"/>
                  </a:lnTo>
                  <a:lnTo>
                    <a:pt x="254078" y="192994"/>
                  </a:lnTo>
                  <a:lnTo>
                    <a:pt x="253101" y="196440"/>
                  </a:lnTo>
                  <a:lnTo>
                    <a:pt x="251147" y="199394"/>
                  </a:lnTo>
                  <a:lnTo>
                    <a:pt x="248703" y="202348"/>
                  </a:lnTo>
                  <a:lnTo>
                    <a:pt x="245772" y="204810"/>
                  </a:lnTo>
                  <a:lnTo>
                    <a:pt x="242840" y="206779"/>
                  </a:lnTo>
                  <a:lnTo>
                    <a:pt x="239420" y="207764"/>
                  </a:lnTo>
                  <a:lnTo>
                    <a:pt x="235511" y="208256"/>
                  </a:lnTo>
                  <a:lnTo>
                    <a:pt x="231602" y="207764"/>
                  </a:lnTo>
                  <a:lnTo>
                    <a:pt x="227693" y="206779"/>
                  </a:lnTo>
                  <a:lnTo>
                    <a:pt x="224761" y="204810"/>
                  </a:lnTo>
                  <a:lnTo>
                    <a:pt x="222318" y="202348"/>
                  </a:lnTo>
                  <a:lnTo>
                    <a:pt x="219875" y="199394"/>
                  </a:lnTo>
                  <a:lnTo>
                    <a:pt x="217921" y="196440"/>
                  </a:lnTo>
                  <a:lnTo>
                    <a:pt x="216944" y="192994"/>
                  </a:lnTo>
                  <a:lnTo>
                    <a:pt x="216455" y="189055"/>
                  </a:lnTo>
                  <a:lnTo>
                    <a:pt x="216944" y="185116"/>
                  </a:lnTo>
                  <a:lnTo>
                    <a:pt x="217921" y="181670"/>
                  </a:lnTo>
                  <a:lnTo>
                    <a:pt x="219875" y="178716"/>
                  </a:lnTo>
                  <a:lnTo>
                    <a:pt x="222318" y="175762"/>
                  </a:lnTo>
                  <a:lnTo>
                    <a:pt x="224761" y="173300"/>
                  </a:lnTo>
                  <a:lnTo>
                    <a:pt x="227693" y="171331"/>
                  </a:lnTo>
                  <a:lnTo>
                    <a:pt x="231602" y="170346"/>
                  </a:lnTo>
                  <a:close/>
                  <a:moveTo>
                    <a:pt x="499255" y="92559"/>
                  </a:moveTo>
                  <a:lnTo>
                    <a:pt x="503164" y="93051"/>
                  </a:lnTo>
                  <a:lnTo>
                    <a:pt x="507073" y="94036"/>
                  </a:lnTo>
                  <a:lnTo>
                    <a:pt x="510005" y="96005"/>
                  </a:lnTo>
                  <a:lnTo>
                    <a:pt x="512448" y="98467"/>
                  </a:lnTo>
                  <a:lnTo>
                    <a:pt x="514891" y="101421"/>
                  </a:lnTo>
                  <a:lnTo>
                    <a:pt x="516845" y="104375"/>
                  </a:lnTo>
                  <a:lnTo>
                    <a:pt x="517822" y="107821"/>
                  </a:lnTo>
                  <a:lnTo>
                    <a:pt x="518311" y="111760"/>
                  </a:lnTo>
                  <a:lnTo>
                    <a:pt x="517822" y="115699"/>
                  </a:lnTo>
                  <a:lnTo>
                    <a:pt x="516845" y="119145"/>
                  </a:lnTo>
                  <a:lnTo>
                    <a:pt x="514891" y="122099"/>
                  </a:lnTo>
                  <a:lnTo>
                    <a:pt x="512448" y="125053"/>
                  </a:lnTo>
                  <a:lnTo>
                    <a:pt x="510005" y="127515"/>
                  </a:lnTo>
                  <a:lnTo>
                    <a:pt x="507073" y="129484"/>
                  </a:lnTo>
                  <a:lnTo>
                    <a:pt x="503164" y="130469"/>
                  </a:lnTo>
                  <a:lnTo>
                    <a:pt x="499255" y="130961"/>
                  </a:lnTo>
                  <a:lnTo>
                    <a:pt x="495346" y="130469"/>
                  </a:lnTo>
                  <a:lnTo>
                    <a:pt x="491926" y="129484"/>
                  </a:lnTo>
                  <a:lnTo>
                    <a:pt x="488994" y="127515"/>
                  </a:lnTo>
                  <a:lnTo>
                    <a:pt x="486063" y="125053"/>
                  </a:lnTo>
                  <a:lnTo>
                    <a:pt x="483619" y="122099"/>
                  </a:lnTo>
                  <a:lnTo>
                    <a:pt x="481665" y="119145"/>
                  </a:lnTo>
                  <a:lnTo>
                    <a:pt x="480688" y="115699"/>
                  </a:lnTo>
                  <a:lnTo>
                    <a:pt x="480199" y="111760"/>
                  </a:lnTo>
                  <a:lnTo>
                    <a:pt x="480688" y="107821"/>
                  </a:lnTo>
                  <a:lnTo>
                    <a:pt x="481665" y="104375"/>
                  </a:lnTo>
                  <a:lnTo>
                    <a:pt x="483619" y="101421"/>
                  </a:lnTo>
                  <a:lnTo>
                    <a:pt x="486063" y="98467"/>
                  </a:lnTo>
                  <a:lnTo>
                    <a:pt x="488994" y="96005"/>
                  </a:lnTo>
                  <a:lnTo>
                    <a:pt x="491926" y="94036"/>
                  </a:lnTo>
                  <a:lnTo>
                    <a:pt x="495346" y="93051"/>
                  </a:lnTo>
                  <a:close/>
                  <a:moveTo>
                    <a:pt x="566683" y="92559"/>
                  </a:moveTo>
                  <a:lnTo>
                    <a:pt x="570592" y="93051"/>
                  </a:lnTo>
                  <a:lnTo>
                    <a:pt x="574501" y="94036"/>
                  </a:lnTo>
                  <a:lnTo>
                    <a:pt x="577433" y="96005"/>
                  </a:lnTo>
                  <a:lnTo>
                    <a:pt x="579876" y="98467"/>
                  </a:lnTo>
                  <a:lnTo>
                    <a:pt x="582319" y="101421"/>
                  </a:lnTo>
                  <a:lnTo>
                    <a:pt x="584274" y="104375"/>
                  </a:lnTo>
                  <a:lnTo>
                    <a:pt x="585251" y="107821"/>
                  </a:lnTo>
                  <a:lnTo>
                    <a:pt x="585739" y="111760"/>
                  </a:lnTo>
                  <a:lnTo>
                    <a:pt x="585251" y="115699"/>
                  </a:lnTo>
                  <a:lnTo>
                    <a:pt x="584274" y="119145"/>
                  </a:lnTo>
                  <a:lnTo>
                    <a:pt x="582319" y="122099"/>
                  </a:lnTo>
                  <a:lnTo>
                    <a:pt x="579876" y="125053"/>
                  </a:lnTo>
                  <a:lnTo>
                    <a:pt x="577433" y="127515"/>
                  </a:lnTo>
                  <a:lnTo>
                    <a:pt x="574501" y="129484"/>
                  </a:lnTo>
                  <a:lnTo>
                    <a:pt x="570592" y="130469"/>
                  </a:lnTo>
                  <a:lnTo>
                    <a:pt x="566683" y="130961"/>
                  </a:lnTo>
                  <a:lnTo>
                    <a:pt x="562775" y="130469"/>
                  </a:lnTo>
                  <a:lnTo>
                    <a:pt x="559354" y="129484"/>
                  </a:lnTo>
                  <a:lnTo>
                    <a:pt x="556423" y="127515"/>
                  </a:lnTo>
                  <a:lnTo>
                    <a:pt x="553491" y="125053"/>
                  </a:lnTo>
                  <a:lnTo>
                    <a:pt x="551048" y="122099"/>
                  </a:lnTo>
                  <a:lnTo>
                    <a:pt x="549093" y="119145"/>
                  </a:lnTo>
                  <a:lnTo>
                    <a:pt x="548116" y="115699"/>
                  </a:lnTo>
                  <a:lnTo>
                    <a:pt x="547628" y="111760"/>
                  </a:lnTo>
                  <a:lnTo>
                    <a:pt x="548116" y="107821"/>
                  </a:lnTo>
                  <a:lnTo>
                    <a:pt x="549093" y="104375"/>
                  </a:lnTo>
                  <a:lnTo>
                    <a:pt x="551048" y="101421"/>
                  </a:lnTo>
                  <a:lnTo>
                    <a:pt x="553491" y="98467"/>
                  </a:lnTo>
                  <a:lnTo>
                    <a:pt x="556423" y="96005"/>
                  </a:lnTo>
                  <a:lnTo>
                    <a:pt x="559354" y="94036"/>
                  </a:lnTo>
                  <a:lnTo>
                    <a:pt x="562775" y="93051"/>
                  </a:lnTo>
                  <a:close/>
                  <a:moveTo>
                    <a:pt x="634112" y="92559"/>
                  </a:moveTo>
                  <a:lnTo>
                    <a:pt x="637532" y="93051"/>
                  </a:lnTo>
                  <a:lnTo>
                    <a:pt x="640953" y="94036"/>
                  </a:lnTo>
                  <a:lnTo>
                    <a:pt x="644373" y="96005"/>
                  </a:lnTo>
                  <a:lnTo>
                    <a:pt x="647304" y="98467"/>
                  </a:lnTo>
                  <a:lnTo>
                    <a:pt x="649748" y="101421"/>
                  </a:lnTo>
                  <a:lnTo>
                    <a:pt x="651702" y="104375"/>
                  </a:lnTo>
                  <a:lnTo>
                    <a:pt x="652679" y="107821"/>
                  </a:lnTo>
                  <a:lnTo>
                    <a:pt x="652679" y="111760"/>
                  </a:lnTo>
                  <a:lnTo>
                    <a:pt x="652679" y="115699"/>
                  </a:lnTo>
                  <a:lnTo>
                    <a:pt x="651702" y="119145"/>
                  </a:lnTo>
                  <a:lnTo>
                    <a:pt x="649748" y="122099"/>
                  </a:lnTo>
                  <a:lnTo>
                    <a:pt x="647304" y="125053"/>
                  </a:lnTo>
                  <a:lnTo>
                    <a:pt x="644373" y="127515"/>
                  </a:lnTo>
                  <a:lnTo>
                    <a:pt x="640953" y="129484"/>
                  </a:lnTo>
                  <a:lnTo>
                    <a:pt x="637532" y="130469"/>
                  </a:lnTo>
                  <a:lnTo>
                    <a:pt x="634112" y="130961"/>
                  </a:lnTo>
                  <a:lnTo>
                    <a:pt x="630203" y="130469"/>
                  </a:lnTo>
                  <a:lnTo>
                    <a:pt x="626783" y="129484"/>
                  </a:lnTo>
                  <a:lnTo>
                    <a:pt x="622874" y="127515"/>
                  </a:lnTo>
                  <a:lnTo>
                    <a:pt x="620431" y="125053"/>
                  </a:lnTo>
                  <a:lnTo>
                    <a:pt x="617988" y="122099"/>
                  </a:lnTo>
                  <a:lnTo>
                    <a:pt x="616033" y="119145"/>
                  </a:lnTo>
                  <a:lnTo>
                    <a:pt x="615056" y="115699"/>
                  </a:lnTo>
                  <a:lnTo>
                    <a:pt x="615056" y="111760"/>
                  </a:lnTo>
                  <a:lnTo>
                    <a:pt x="615056" y="107821"/>
                  </a:lnTo>
                  <a:lnTo>
                    <a:pt x="616033" y="104375"/>
                  </a:lnTo>
                  <a:lnTo>
                    <a:pt x="617988" y="101421"/>
                  </a:lnTo>
                  <a:lnTo>
                    <a:pt x="620431" y="98467"/>
                  </a:lnTo>
                  <a:lnTo>
                    <a:pt x="622874" y="96005"/>
                  </a:lnTo>
                  <a:lnTo>
                    <a:pt x="626783" y="94036"/>
                  </a:lnTo>
                  <a:lnTo>
                    <a:pt x="630203" y="93051"/>
                  </a:lnTo>
                  <a:close/>
                  <a:moveTo>
                    <a:pt x="334699" y="77295"/>
                  </a:moveTo>
                  <a:lnTo>
                    <a:pt x="330302" y="77295"/>
                  </a:lnTo>
                  <a:lnTo>
                    <a:pt x="20522" y="77295"/>
                  </a:lnTo>
                  <a:lnTo>
                    <a:pt x="15636" y="77295"/>
                  </a:lnTo>
                  <a:lnTo>
                    <a:pt x="11727" y="78280"/>
                  </a:lnTo>
                  <a:lnTo>
                    <a:pt x="8306" y="80741"/>
                  </a:lnTo>
                  <a:lnTo>
                    <a:pt x="5375" y="83203"/>
                  </a:lnTo>
                  <a:lnTo>
                    <a:pt x="2932" y="86649"/>
                  </a:lnTo>
                  <a:lnTo>
                    <a:pt x="1466" y="90588"/>
                  </a:lnTo>
                  <a:lnTo>
                    <a:pt x="0" y="95512"/>
                  </a:lnTo>
                  <a:lnTo>
                    <a:pt x="0" y="100435"/>
                  </a:lnTo>
                  <a:lnTo>
                    <a:pt x="0" y="291953"/>
                  </a:lnTo>
                  <a:lnTo>
                    <a:pt x="0" y="296384"/>
                  </a:lnTo>
                  <a:lnTo>
                    <a:pt x="1466" y="300323"/>
                  </a:lnTo>
                  <a:lnTo>
                    <a:pt x="3420" y="303769"/>
                  </a:lnTo>
                  <a:lnTo>
                    <a:pt x="5863" y="306723"/>
                  </a:lnTo>
                  <a:lnTo>
                    <a:pt x="8795" y="309185"/>
                  </a:lnTo>
                  <a:lnTo>
                    <a:pt x="12215" y="311646"/>
                  </a:lnTo>
                  <a:lnTo>
                    <a:pt x="16124" y="312631"/>
                  </a:lnTo>
                  <a:lnTo>
                    <a:pt x="20522" y="312631"/>
                  </a:lnTo>
                  <a:lnTo>
                    <a:pt x="239908" y="312631"/>
                  </a:lnTo>
                  <a:lnTo>
                    <a:pt x="306360" y="364818"/>
                  </a:lnTo>
                  <a:lnTo>
                    <a:pt x="308314" y="365803"/>
                  </a:lnTo>
                  <a:lnTo>
                    <a:pt x="309780" y="365803"/>
                  </a:lnTo>
                  <a:lnTo>
                    <a:pt x="311734" y="365803"/>
                  </a:lnTo>
                  <a:lnTo>
                    <a:pt x="312712" y="365311"/>
                  </a:lnTo>
                  <a:lnTo>
                    <a:pt x="313689" y="364326"/>
                  </a:lnTo>
                  <a:lnTo>
                    <a:pt x="315155" y="362849"/>
                  </a:lnTo>
                  <a:lnTo>
                    <a:pt x="315643" y="361864"/>
                  </a:lnTo>
                  <a:lnTo>
                    <a:pt x="315643" y="359895"/>
                  </a:lnTo>
                  <a:lnTo>
                    <a:pt x="315643" y="312631"/>
                  </a:lnTo>
                  <a:lnTo>
                    <a:pt x="330302" y="312631"/>
                  </a:lnTo>
                  <a:lnTo>
                    <a:pt x="334699" y="312631"/>
                  </a:lnTo>
                  <a:lnTo>
                    <a:pt x="338119" y="311646"/>
                  </a:lnTo>
                  <a:lnTo>
                    <a:pt x="342028" y="309185"/>
                  </a:lnTo>
                  <a:lnTo>
                    <a:pt x="344960" y="306723"/>
                  </a:lnTo>
                  <a:lnTo>
                    <a:pt x="347403" y="303769"/>
                  </a:lnTo>
                  <a:lnTo>
                    <a:pt x="349358" y="300323"/>
                  </a:lnTo>
                  <a:lnTo>
                    <a:pt x="350335" y="296384"/>
                  </a:lnTo>
                  <a:lnTo>
                    <a:pt x="351312" y="291953"/>
                  </a:lnTo>
                  <a:lnTo>
                    <a:pt x="351312" y="100435"/>
                  </a:lnTo>
                  <a:lnTo>
                    <a:pt x="350335" y="95512"/>
                  </a:lnTo>
                  <a:lnTo>
                    <a:pt x="349358" y="90588"/>
                  </a:lnTo>
                  <a:lnTo>
                    <a:pt x="347403" y="86649"/>
                  </a:lnTo>
                  <a:lnTo>
                    <a:pt x="345449" y="83695"/>
                  </a:lnTo>
                  <a:lnTo>
                    <a:pt x="342517" y="80741"/>
                  </a:lnTo>
                  <a:lnTo>
                    <a:pt x="339097" y="78280"/>
                  </a:lnTo>
                  <a:close/>
                  <a:moveTo>
                    <a:pt x="719130" y="0"/>
                  </a:moveTo>
                  <a:lnTo>
                    <a:pt x="714244" y="0"/>
                  </a:lnTo>
                  <a:lnTo>
                    <a:pt x="404464" y="0"/>
                  </a:lnTo>
                  <a:lnTo>
                    <a:pt x="400067" y="0"/>
                  </a:lnTo>
                  <a:lnTo>
                    <a:pt x="395669" y="985"/>
                  </a:lnTo>
                  <a:lnTo>
                    <a:pt x="392249" y="3446"/>
                  </a:lnTo>
                  <a:lnTo>
                    <a:pt x="389317" y="6400"/>
                  </a:lnTo>
                  <a:lnTo>
                    <a:pt x="387363" y="9354"/>
                  </a:lnTo>
                  <a:lnTo>
                    <a:pt x="385408" y="13293"/>
                  </a:lnTo>
                  <a:lnTo>
                    <a:pt x="384431" y="18217"/>
                  </a:lnTo>
                  <a:lnTo>
                    <a:pt x="383454" y="23140"/>
                  </a:lnTo>
                  <a:lnTo>
                    <a:pt x="383454" y="214658"/>
                  </a:lnTo>
                  <a:lnTo>
                    <a:pt x="384431" y="219089"/>
                  </a:lnTo>
                  <a:lnTo>
                    <a:pt x="385408" y="223028"/>
                  </a:lnTo>
                  <a:lnTo>
                    <a:pt x="387363" y="226474"/>
                  </a:lnTo>
                  <a:lnTo>
                    <a:pt x="389806" y="229428"/>
                  </a:lnTo>
                  <a:lnTo>
                    <a:pt x="392738" y="231890"/>
                  </a:lnTo>
                  <a:lnTo>
                    <a:pt x="396647" y="234351"/>
                  </a:lnTo>
                  <a:lnTo>
                    <a:pt x="400067" y="235336"/>
                  </a:lnTo>
                  <a:lnTo>
                    <a:pt x="404464" y="235336"/>
                  </a:lnTo>
                  <a:lnTo>
                    <a:pt x="419123" y="235336"/>
                  </a:lnTo>
                  <a:lnTo>
                    <a:pt x="419123" y="282600"/>
                  </a:lnTo>
                  <a:lnTo>
                    <a:pt x="419123" y="284569"/>
                  </a:lnTo>
                  <a:lnTo>
                    <a:pt x="419611" y="285554"/>
                  </a:lnTo>
                  <a:lnTo>
                    <a:pt x="421077" y="287031"/>
                  </a:lnTo>
                  <a:lnTo>
                    <a:pt x="422054" y="288016"/>
                  </a:lnTo>
                  <a:lnTo>
                    <a:pt x="423032" y="288508"/>
                  </a:lnTo>
                  <a:lnTo>
                    <a:pt x="424986" y="288508"/>
                  </a:lnTo>
                  <a:lnTo>
                    <a:pt x="426452" y="288508"/>
                  </a:lnTo>
                  <a:lnTo>
                    <a:pt x="428406" y="287523"/>
                  </a:lnTo>
                  <a:lnTo>
                    <a:pt x="494858" y="235336"/>
                  </a:lnTo>
                  <a:lnTo>
                    <a:pt x="714244" y="235336"/>
                  </a:lnTo>
                  <a:lnTo>
                    <a:pt x="718642" y="235336"/>
                  </a:lnTo>
                  <a:lnTo>
                    <a:pt x="722551" y="234351"/>
                  </a:lnTo>
                  <a:lnTo>
                    <a:pt x="725971" y="231890"/>
                  </a:lnTo>
                  <a:lnTo>
                    <a:pt x="728903" y="229428"/>
                  </a:lnTo>
                  <a:lnTo>
                    <a:pt x="731346" y="226474"/>
                  </a:lnTo>
                  <a:lnTo>
                    <a:pt x="733300" y="223028"/>
                  </a:lnTo>
                  <a:lnTo>
                    <a:pt x="734766" y="219089"/>
                  </a:lnTo>
                  <a:lnTo>
                    <a:pt x="734766" y="214658"/>
                  </a:lnTo>
                  <a:lnTo>
                    <a:pt x="734766" y="23140"/>
                  </a:lnTo>
                  <a:lnTo>
                    <a:pt x="734766" y="18217"/>
                  </a:lnTo>
                  <a:lnTo>
                    <a:pt x="733300" y="13293"/>
                  </a:lnTo>
                  <a:lnTo>
                    <a:pt x="731834" y="9354"/>
                  </a:lnTo>
                  <a:lnTo>
                    <a:pt x="729391" y="5908"/>
                  </a:lnTo>
                  <a:lnTo>
                    <a:pt x="726460" y="3446"/>
                  </a:lnTo>
                  <a:lnTo>
                    <a:pt x="723039" y="98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/>
            </a:p>
          </p:txBody>
        </p:sp>
        <p:sp>
          <p:nvSpPr>
            <p:cNvPr id="26" name="ïṩḻíḍé"/>
            <p:cNvSpPr txBox="1"/>
            <p:nvPr/>
          </p:nvSpPr>
          <p:spPr>
            <a:xfrm>
              <a:off x="664375" y="4005077"/>
              <a:ext cx="1741625" cy="696306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5pPr>
              <a:lvl6pPr marL="25139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6pPr>
              <a:lvl7pPr marL="29711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7pPr>
              <a:lvl8pPr marL="34283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8pPr>
              <a:lvl9pPr marL="38855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……</a:t>
              </a:r>
              <a:endParaRPr lang="zh-CN" altLang="en-US" sz="1100" dirty="0"/>
            </a:p>
          </p:txBody>
        </p:sp>
        <p:sp>
          <p:nvSpPr>
            <p:cNvPr id="27" name="îṣļíḑè"/>
            <p:cNvSpPr txBox="1"/>
            <p:nvPr/>
          </p:nvSpPr>
          <p:spPr>
            <a:xfrm>
              <a:off x="9780588" y="4005077"/>
              <a:ext cx="1741625" cy="696306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5pPr>
              <a:lvl6pPr marL="25139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6pPr>
              <a:lvl7pPr marL="29711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7pPr>
              <a:lvl8pPr marL="34283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8pPr>
              <a:lvl9pPr marL="38855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……</a:t>
              </a:r>
              <a:endParaRPr lang="zh-CN" altLang="en-US" sz="1100" dirty="0"/>
            </a:p>
          </p:txBody>
        </p:sp>
        <p:sp>
          <p:nvSpPr>
            <p:cNvPr id="28" name="ïS1ïďê"/>
            <p:cNvSpPr txBox="1"/>
            <p:nvPr/>
          </p:nvSpPr>
          <p:spPr>
            <a:xfrm>
              <a:off x="2943428" y="4005077"/>
              <a:ext cx="1741625" cy="696306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5pPr>
              <a:lvl6pPr marL="25139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6pPr>
              <a:lvl7pPr marL="29711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7pPr>
              <a:lvl8pPr marL="34283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8pPr>
              <a:lvl9pPr marL="38855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……</a:t>
              </a:r>
              <a:endParaRPr lang="zh-CN" altLang="en-US" sz="1100" dirty="0"/>
            </a:p>
          </p:txBody>
        </p:sp>
        <p:sp>
          <p:nvSpPr>
            <p:cNvPr id="29" name="iṥlíde"/>
            <p:cNvSpPr txBox="1"/>
            <p:nvPr/>
          </p:nvSpPr>
          <p:spPr>
            <a:xfrm>
              <a:off x="5222481" y="4005077"/>
              <a:ext cx="1741625" cy="696306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5pPr>
              <a:lvl6pPr marL="25139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6pPr>
              <a:lvl7pPr marL="29711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7pPr>
              <a:lvl8pPr marL="34283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8pPr>
              <a:lvl9pPr marL="38855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……</a:t>
              </a:r>
              <a:endParaRPr lang="zh-CN" altLang="en-US" sz="1100" dirty="0"/>
            </a:p>
          </p:txBody>
        </p:sp>
        <p:sp>
          <p:nvSpPr>
            <p:cNvPr id="30" name="îs1ïḍé"/>
            <p:cNvSpPr txBox="1"/>
            <p:nvPr/>
          </p:nvSpPr>
          <p:spPr>
            <a:xfrm>
              <a:off x="7501534" y="4005077"/>
              <a:ext cx="1741625" cy="696306"/>
            </a:xfrm>
            <a:prstGeom prst="rect">
              <a:avLst/>
            </a:prstGeom>
          </p:spPr>
          <p:txBody>
            <a:bodyPr wrap="square" anchor="t" anchorCtr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</a:defRPr>
              </a:lvl5pPr>
              <a:lvl6pPr marL="25139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6pPr>
              <a:lvl7pPr marL="29711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7pPr>
              <a:lvl8pPr marL="34283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8pPr>
              <a:lvl9pPr marL="3885565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 marL="0" indent="0" algn="ctr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100" dirty="0"/>
                <a:t>……</a:t>
              </a:r>
              <a:endParaRPr lang="zh-CN" altLang="en-US" sz="1100" dirty="0"/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664375" y="5004000"/>
              <a:ext cx="174162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2947175" y="5004000"/>
              <a:ext cx="174162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5229975" y="5004000"/>
              <a:ext cx="174162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7512775" y="5004000"/>
              <a:ext cx="174162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9795573" y="5004000"/>
              <a:ext cx="174162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íšļídè"/>
            <p:cNvSpPr txBox="1"/>
            <p:nvPr/>
          </p:nvSpPr>
          <p:spPr bwMode="auto">
            <a:xfrm>
              <a:off x="669925" y="5021175"/>
              <a:ext cx="1736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7" name="îṣ1îḍè"/>
            <p:cNvSpPr txBox="1"/>
            <p:nvPr/>
          </p:nvSpPr>
          <p:spPr bwMode="auto">
            <a:xfrm>
              <a:off x="2952725" y="5021175"/>
              <a:ext cx="1736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8" name="ísḷíďe"/>
            <p:cNvSpPr txBox="1"/>
            <p:nvPr/>
          </p:nvSpPr>
          <p:spPr bwMode="auto">
            <a:xfrm>
              <a:off x="5235525" y="5021175"/>
              <a:ext cx="1736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9" name="iS1îḓê"/>
            <p:cNvSpPr txBox="1"/>
            <p:nvPr/>
          </p:nvSpPr>
          <p:spPr bwMode="auto">
            <a:xfrm>
              <a:off x="7518325" y="5021175"/>
              <a:ext cx="1736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0" name="ïṡľïḓè"/>
            <p:cNvSpPr txBox="1"/>
            <p:nvPr/>
          </p:nvSpPr>
          <p:spPr bwMode="auto">
            <a:xfrm>
              <a:off x="9801123" y="5021175"/>
              <a:ext cx="1736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47db05-77a5-4915-8729-7e3a5a8666f1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2009" y="1125539"/>
            <a:ext cx="11377779" cy="5732461"/>
            <a:chOff x="152009" y="1125539"/>
            <a:chExt cx="11377779" cy="5732461"/>
          </a:xfrm>
        </p:grpSpPr>
        <p:sp>
          <p:nvSpPr>
            <p:cNvPr id="6" name="işļíḍe"/>
            <p:cNvSpPr/>
            <p:nvPr/>
          </p:nvSpPr>
          <p:spPr>
            <a:xfrm flipH="1">
              <a:off x="1127128" y="1130300"/>
              <a:ext cx="4397554" cy="5727700"/>
            </a:xfrm>
            <a:prstGeom prst="parallelogram">
              <a:avLst>
                <a:gd name="adj" fmla="val 63173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zh-CN" altLang="en-US" sz="2000" b="1" dirty="0"/>
            </a:p>
          </p:txBody>
        </p:sp>
        <p:grpSp>
          <p:nvGrpSpPr>
            <p:cNvPr id="7" name="ïṩļíḑé"/>
            <p:cNvGrpSpPr/>
            <p:nvPr/>
          </p:nvGrpSpPr>
          <p:grpSpPr>
            <a:xfrm>
              <a:off x="152009" y="2467086"/>
              <a:ext cx="5577385" cy="2889348"/>
              <a:chOff x="2459596" y="1610580"/>
              <a:chExt cx="7272808" cy="3767656"/>
            </a:xfrm>
          </p:grpSpPr>
          <p:sp>
            <p:nvSpPr>
              <p:cNvPr id="28" name="í$ḻíḓè"/>
              <p:cNvSpPr/>
              <p:nvPr/>
            </p:nvSpPr>
            <p:spPr>
              <a:xfrm>
                <a:off x="3215253" y="1628800"/>
                <a:ext cx="5761494" cy="3651552"/>
              </a:xfrm>
              <a:custGeom>
                <a:avLst/>
                <a:gdLst>
                  <a:gd name="connsiteX0" fmla="*/ 224028 w 7415784"/>
                  <a:gd name="connsiteY0" fmla="*/ 269748 h 4700016"/>
                  <a:gd name="connsiteX1" fmla="*/ 224028 w 7415784"/>
                  <a:gd name="connsiteY1" fmla="*/ 4430268 h 4700016"/>
                  <a:gd name="connsiteX2" fmla="*/ 7191756 w 7415784"/>
                  <a:gd name="connsiteY2" fmla="*/ 4430268 h 4700016"/>
                  <a:gd name="connsiteX3" fmla="*/ 7191756 w 7415784"/>
                  <a:gd name="connsiteY3" fmla="*/ 269748 h 4700016"/>
                  <a:gd name="connsiteX4" fmla="*/ 266867 w 7415784"/>
                  <a:gd name="connsiteY4" fmla="*/ 0 h 4700016"/>
                  <a:gd name="connsiteX5" fmla="*/ 7148917 w 7415784"/>
                  <a:gd name="connsiteY5" fmla="*/ 0 h 4700016"/>
                  <a:gd name="connsiteX6" fmla="*/ 7415784 w 7415784"/>
                  <a:gd name="connsiteY6" fmla="*/ 266867 h 4700016"/>
                  <a:gd name="connsiteX7" fmla="*/ 7415784 w 7415784"/>
                  <a:gd name="connsiteY7" fmla="*/ 4433149 h 4700016"/>
                  <a:gd name="connsiteX8" fmla="*/ 7148917 w 7415784"/>
                  <a:gd name="connsiteY8" fmla="*/ 4700016 h 4700016"/>
                  <a:gd name="connsiteX9" fmla="*/ 266867 w 7415784"/>
                  <a:gd name="connsiteY9" fmla="*/ 4700016 h 4700016"/>
                  <a:gd name="connsiteX10" fmla="*/ 0 w 7415784"/>
                  <a:gd name="connsiteY10" fmla="*/ 4433149 h 4700016"/>
                  <a:gd name="connsiteX11" fmla="*/ 0 w 7415784"/>
                  <a:gd name="connsiteY11" fmla="*/ 266867 h 4700016"/>
                  <a:gd name="connsiteX12" fmla="*/ 266867 w 7415784"/>
                  <a:gd name="connsiteY12" fmla="*/ 0 h 47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15784" h="4700016">
                    <a:moveTo>
                      <a:pt x="224028" y="269748"/>
                    </a:moveTo>
                    <a:lnTo>
                      <a:pt x="224028" y="4430268"/>
                    </a:lnTo>
                    <a:lnTo>
                      <a:pt x="7191756" y="4430268"/>
                    </a:lnTo>
                    <a:lnTo>
                      <a:pt x="7191756" y="269748"/>
                    </a:lnTo>
                    <a:close/>
                    <a:moveTo>
                      <a:pt x="266867" y="0"/>
                    </a:moveTo>
                    <a:lnTo>
                      <a:pt x="7148917" y="0"/>
                    </a:lnTo>
                    <a:cubicBezTo>
                      <a:pt x="7296304" y="0"/>
                      <a:pt x="7415784" y="119480"/>
                      <a:pt x="7415784" y="266867"/>
                    </a:cubicBezTo>
                    <a:lnTo>
                      <a:pt x="7415784" y="4433149"/>
                    </a:lnTo>
                    <a:cubicBezTo>
                      <a:pt x="7415784" y="4580536"/>
                      <a:pt x="7296304" y="4700016"/>
                      <a:pt x="7148917" y="4700016"/>
                    </a:cubicBezTo>
                    <a:lnTo>
                      <a:pt x="266867" y="4700016"/>
                    </a:lnTo>
                    <a:cubicBezTo>
                      <a:pt x="119480" y="4700016"/>
                      <a:pt x="0" y="4580536"/>
                      <a:pt x="0" y="4433149"/>
                    </a:cubicBezTo>
                    <a:lnTo>
                      <a:pt x="0" y="266867"/>
                    </a:lnTo>
                    <a:cubicBezTo>
                      <a:pt x="0" y="119480"/>
                      <a:pt x="119480" y="0"/>
                      <a:pt x="266867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0"/>
              </a:p>
            </p:txBody>
          </p:sp>
          <p:sp>
            <p:nvSpPr>
              <p:cNvPr id="29" name="íṧlïďé"/>
              <p:cNvSpPr/>
              <p:nvPr/>
            </p:nvSpPr>
            <p:spPr>
              <a:xfrm>
                <a:off x="3228835" y="1644767"/>
                <a:ext cx="5734330" cy="3619617"/>
              </a:xfrm>
              <a:custGeom>
                <a:avLst/>
                <a:gdLst>
                  <a:gd name="connsiteX0" fmla="*/ 252028 w 7380820"/>
                  <a:gd name="connsiteY0" fmla="*/ 295230 h 4658912"/>
                  <a:gd name="connsiteX1" fmla="*/ 252028 w 7380820"/>
                  <a:gd name="connsiteY1" fmla="*/ 4363682 h 4658912"/>
                  <a:gd name="connsiteX2" fmla="*/ 7128792 w 7380820"/>
                  <a:gd name="connsiteY2" fmla="*/ 4363682 h 4658912"/>
                  <a:gd name="connsiteX3" fmla="*/ 7128792 w 7380820"/>
                  <a:gd name="connsiteY3" fmla="*/ 295230 h 4658912"/>
                  <a:gd name="connsiteX4" fmla="*/ 264533 w 7380820"/>
                  <a:gd name="connsiteY4" fmla="*/ 0 h 4658912"/>
                  <a:gd name="connsiteX5" fmla="*/ 7116287 w 7380820"/>
                  <a:gd name="connsiteY5" fmla="*/ 0 h 4658912"/>
                  <a:gd name="connsiteX6" fmla="*/ 7380820 w 7380820"/>
                  <a:gd name="connsiteY6" fmla="*/ 264533 h 4658912"/>
                  <a:gd name="connsiteX7" fmla="*/ 7380820 w 7380820"/>
                  <a:gd name="connsiteY7" fmla="*/ 4394379 h 4658912"/>
                  <a:gd name="connsiteX8" fmla="*/ 7116287 w 7380820"/>
                  <a:gd name="connsiteY8" fmla="*/ 4658912 h 4658912"/>
                  <a:gd name="connsiteX9" fmla="*/ 264533 w 7380820"/>
                  <a:gd name="connsiteY9" fmla="*/ 4658912 h 4658912"/>
                  <a:gd name="connsiteX10" fmla="*/ 0 w 7380820"/>
                  <a:gd name="connsiteY10" fmla="*/ 4394379 h 4658912"/>
                  <a:gd name="connsiteX11" fmla="*/ 0 w 7380820"/>
                  <a:gd name="connsiteY11" fmla="*/ 264533 h 4658912"/>
                  <a:gd name="connsiteX12" fmla="*/ 264533 w 7380820"/>
                  <a:gd name="connsiteY12" fmla="*/ 0 h 4658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80820" h="4658912">
                    <a:moveTo>
                      <a:pt x="252028" y="295230"/>
                    </a:moveTo>
                    <a:lnTo>
                      <a:pt x="252028" y="4363682"/>
                    </a:lnTo>
                    <a:lnTo>
                      <a:pt x="7128792" y="4363682"/>
                    </a:lnTo>
                    <a:lnTo>
                      <a:pt x="7128792" y="295230"/>
                    </a:lnTo>
                    <a:close/>
                    <a:moveTo>
                      <a:pt x="264533" y="0"/>
                    </a:moveTo>
                    <a:lnTo>
                      <a:pt x="7116287" y="0"/>
                    </a:lnTo>
                    <a:cubicBezTo>
                      <a:pt x="7262385" y="0"/>
                      <a:pt x="7380820" y="118435"/>
                      <a:pt x="7380820" y="264533"/>
                    </a:cubicBezTo>
                    <a:lnTo>
                      <a:pt x="7380820" y="4394379"/>
                    </a:lnTo>
                    <a:cubicBezTo>
                      <a:pt x="7380820" y="4540477"/>
                      <a:pt x="7262385" y="4658912"/>
                      <a:pt x="7116287" y="4658912"/>
                    </a:cubicBezTo>
                    <a:lnTo>
                      <a:pt x="264533" y="4658912"/>
                    </a:lnTo>
                    <a:cubicBezTo>
                      <a:pt x="118435" y="4658912"/>
                      <a:pt x="0" y="4540477"/>
                      <a:pt x="0" y="4394379"/>
                    </a:cubicBezTo>
                    <a:lnTo>
                      <a:pt x="0" y="264533"/>
                    </a:lnTo>
                    <a:cubicBezTo>
                      <a:pt x="0" y="118435"/>
                      <a:pt x="118435" y="0"/>
                      <a:pt x="26453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0" dirty="0"/>
              </a:p>
            </p:txBody>
          </p:sp>
          <p:sp>
            <p:nvSpPr>
              <p:cNvPr id="30" name="ïş1ïdê"/>
              <p:cNvSpPr/>
              <p:nvPr/>
            </p:nvSpPr>
            <p:spPr>
              <a:xfrm>
                <a:off x="6040055" y="1707676"/>
                <a:ext cx="111889" cy="111889"/>
              </a:xfrm>
              <a:prstGeom prst="ellipse">
                <a:avLst/>
              </a:prstGeom>
              <a:gradFill flip="none" rotWithShape="1">
                <a:gsLst>
                  <a:gs pos="17000">
                    <a:schemeClr val="tx1"/>
                  </a:gs>
                  <a:gs pos="34000">
                    <a:srgbClr val="000000">
                      <a:lumMod val="84000"/>
                      <a:lumOff val="16000"/>
                    </a:srgbClr>
                  </a:gs>
                  <a:gs pos="100000">
                    <a:schemeClr val="bg1">
                      <a:lumMod val="50000"/>
                      <a:lumOff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0"/>
              </a:p>
            </p:txBody>
          </p:sp>
          <p:grpSp>
            <p:nvGrpSpPr>
              <p:cNvPr id="31" name="íṣļïḍé"/>
              <p:cNvGrpSpPr/>
              <p:nvPr/>
            </p:nvGrpSpPr>
            <p:grpSpPr>
              <a:xfrm>
                <a:off x="2459596" y="5232543"/>
                <a:ext cx="7272808" cy="145693"/>
                <a:chOff x="-1348120" y="5777968"/>
                <a:chExt cx="9361040" cy="187524"/>
              </a:xfrm>
            </p:grpSpPr>
            <p:sp>
              <p:nvSpPr>
                <p:cNvPr id="34" name="iṣḻiḑê"/>
                <p:cNvSpPr/>
                <p:nvPr/>
              </p:nvSpPr>
              <p:spPr>
                <a:xfrm flipV="1">
                  <a:off x="-1348120" y="5928916"/>
                  <a:ext cx="9361040" cy="36576"/>
                </a:xfrm>
                <a:prstGeom prst="trapezoid">
                  <a:avLst>
                    <a:gd name="adj" fmla="val 814192"/>
                  </a:avLst>
                </a:prstGeom>
                <a:solidFill>
                  <a:srgbClr val="80808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90"/>
                </a:p>
              </p:txBody>
            </p:sp>
            <p:sp>
              <p:nvSpPr>
                <p:cNvPr id="35" name="íSḻïḓe"/>
                <p:cNvSpPr/>
                <p:nvPr/>
              </p:nvSpPr>
              <p:spPr>
                <a:xfrm>
                  <a:off x="-1348120" y="5777968"/>
                  <a:ext cx="9361040" cy="151090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90"/>
                </a:p>
              </p:txBody>
            </p:sp>
          </p:grpSp>
          <p:sp>
            <p:nvSpPr>
              <p:cNvPr id="32" name="íṥḻíḋe"/>
              <p:cNvSpPr/>
              <p:nvPr/>
            </p:nvSpPr>
            <p:spPr>
              <a:xfrm>
                <a:off x="3359695" y="1867128"/>
                <a:ext cx="5439351" cy="3186711"/>
              </a:xfrm>
              <a:prstGeom prst="rect">
                <a:avLst/>
              </a:prstGeom>
              <a:pattFill prst="pct5">
                <a:fgClr>
                  <a:srgbClr val="E4E6EA"/>
                </a:fgClr>
                <a:bgClr>
                  <a:srgbClr val="ADB5BF"/>
                </a:bgClr>
              </a:pattFill>
              <a:ln w="571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íṥḻîdè"/>
              <p:cNvSpPr/>
              <p:nvPr/>
            </p:nvSpPr>
            <p:spPr>
              <a:xfrm>
                <a:off x="7010658" y="1610580"/>
                <a:ext cx="1966089" cy="3651552"/>
              </a:xfrm>
              <a:custGeom>
                <a:avLst/>
                <a:gdLst>
                  <a:gd name="connsiteX0" fmla="*/ 0 w 2530610"/>
                  <a:gd name="connsiteY0" fmla="*/ 0 h 4700016"/>
                  <a:gd name="connsiteX1" fmla="*/ 2263743 w 2530610"/>
                  <a:gd name="connsiteY1" fmla="*/ 0 h 4700016"/>
                  <a:gd name="connsiteX2" fmla="*/ 2530610 w 2530610"/>
                  <a:gd name="connsiteY2" fmla="*/ 266867 h 4700016"/>
                  <a:gd name="connsiteX3" fmla="*/ 2530610 w 2530610"/>
                  <a:gd name="connsiteY3" fmla="*/ 4433149 h 4700016"/>
                  <a:gd name="connsiteX4" fmla="*/ 2263743 w 2530610"/>
                  <a:gd name="connsiteY4" fmla="*/ 4700016 h 4700016"/>
                  <a:gd name="connsiteX5" fmla="*/ 1961175 w 2530610"/>
                  <a:gd name="connsiteY5" fmla="*/ 4700016 h 47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30610" h="4700016">
                    <a:moveTo>
                      <a:pt x="0" y="0"/>
                    </a:moveTo>
                    <a:lnTo>
                      <a:pt x="2263743" y="0"/>
                    </a:lnTo>
                    <a:cubicBezTo>
                      <a:pt x="2411130" y="0"/>
                      <a:pt x="2530610" y="119480"/>
                      <a:pt x="2530610" y="266867"/>
                    </a:cubicBezTo>
                    <a:lnTo>
                      <a:pt x="2530610" y="4433149"/>
                    </a:lnTo>
                    <a:cubicBezTo>
                      <a:pt x="2530610" y="4580536"/>
                      <a:pt x="2411130" y="4700016"/>
                      <a:pt x="2263743" y="4700016"/>
                    </a:cubicBezTo>
                    <a:lnTo>
                      <a:pt x="1961175" y="4700016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0" dirty="0"/>
              </a:p>
            </p:txBody>
          </p:sp>
        </p:grpSp>
        <p:cxnSp>
          <p:nvCxnSpPr>
            <p:cNvPr id="8" name="直接连接符 7"/>
            <p:cNvCxnSpPr/>
            <p:nvPr/>
          </p:nvCxnSpPr>
          <p:spPr>
            <a:xfrm>
              <a:off x="5729395" y="2403000"/>
              <a:ext cx="5800393" cy="0"/>
            </a:xfrm>
            <a:prstGeom prst="line">
              <a:avLst/>
            </a:prstGeom>
            <a:ln w="952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îS1ídé"/>
            <p:cNvGrpSpPr/>
            <p:nvPr/>
          </p:nvGrpSpPr>
          <p:grpSpPr>
            <a:xfrm>
              <a:off x="5676808" y="2691384"/>
              <a:ext cx="5852980" cy="1398667"/>
              <a:chOff x="5667508" y="2817384"/>
              <a:chExt cx="5852980" cy="1398667"/>
            </a:xfrm>
          </p:grpSpPr>
          <p:grpSp>
            <p:nvGrpSpPr>
              <p:cNvPr id="22" name="ïšlïḍè"/>
              <p:cNvGrpSpPr/>
              <p:nvPr/>
            </p:nvGrpSpPr>
            <p:grpSpPr>
              <a:xfrm>
                <a:off x="5667508" y="2895718"/>
                <a:ext cx="537820" cy="537824"/>
                <a:chOff x="5371847" y="2312243"/>
                <a:chExt cx="656438" cy="656442"/>
              </a:xfrm>
            </p:grpSpPr>
            <p:sp>
              <p:nvSpPr>
                <p:cNvPr id="26" name="iš1ïďé"/>
                <p:cNvSpPr/>
                <p:nvPr/>
              </p:nvSpPr>
              <p:spPr>
                <a:xfrm>
                  <a:off x="5371847" y="2312243"/>
                  <a:ext cx="656438" cy="656442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27" name="ísḻîḋê"/>
                <p:cNvSpPr/>
                <p:nvPr/>
              </p:nvSpPr>
              <p:spPr bwMode="auto">
                <a:xfrm>
                  <a:off x="5532705" y="2476366"/>
                  <a:ext cx="334720" cy="328193"/>
                </a:xfrm>
                <a:custGeom>
                  <a:avLst/>
                  <a:gdLst>
                    <a:gd name="T0" fmla="*/ 1312 w 1990"/>
                    <a:gd name="T1" fmla="*/ 1552 h 1954"/>
                    <a:gd name="T2" fmla="*/ 291 w 1990"/>
                    <a:gd name="T3" fmla="*/ 1746 h 1954"/>
                    <a:gd name="T4" fmla="*/ 0 w 1990"/>
                    <a:gd name="T5" fmla="*/ 540 h 1954"/>
                    <a:gd name="T6" fmla="*/ 515 w 1990"/>
                    <a:gd name="T7" fmla="*/ 249 h 1954"/>
                    <a:gd name="T8" fmla="*/ 1205 w 1990"/>
                    <a:gd name="T9" fmla="*/ 0 h 1954"/>
                    <a:gd name="T10" fmla="*/ 1496 w 1990"/>
                    <a:gd name="T11" fmla="*/ 489 h 1954"/>
                    <a:gd name="T12" fmla="*/ 1413 w 1990"/>
                    <a:gd name="T13" fmla="*/ 291 h 1954"/>
                    <a:gd name="T14" fmla="*/ 802 w 1990"/>
                    <a:gd name="T15" fmla="*/ 83 h 1954"/>
                    <a:gd name="T16" fmla="*/ 1039 w 1990"/>
                    <a:gd name="T17" fmla="*/ 249 h 1954"/>
                    <a:gd name="T18" fmla="*/ 1243 w 1990"/>
                    <a:gd name="T19" fmla="*/ 499 h 1954"/>
                    <a:gd name="T20" fmla="*/ 291 w 1990"/>
                    <a:gd name="T21" fmla="*/ 333 h 1954"/>
                    <a:gd name="T22" fmla="*/ 83 w 1990"/>
                    <a:gd name="T23" fmla="*/ 1455 h 1954"/>
                    <a:gd name="T24" fmla="*/ 1039 w 1990"/>
                    <a:gd name="T25" fmla="*/ 1663 h 1954"/>
                    <a:gd name="T26" fmla="*/ 1641 w 1990"/>
                    <a:gd name="T27" fmla="*/ 1453 h 1954"/>
                    <a:gd name="T28" fmla="*/ 1138 w 1990"/>
                    <a:gd name="T29" fmla="*/ 583 h 1954"/>
                    <a:gd name="T30" fmla="*/ 1641 w 1990"/>
                    <a:gd name="T31" fmla="*/ 1453 h 1954"/>
                    <a:gd name="T32" fmla="*/ 1752 w 1990"/>
                    <a:gd name="T33" fmla="*/ 809 h 1954"/>
                    <a:gd name="T34" fmla="*/ 1026 w 1990"/>
                    <a:gd name="T35" fmla="*/ 1228 h 1954"/>
                    <a:gd name="T36" fmla="*/ 1767 w 1990"/>
                    <a:gd name="T37" fmla="*/ 1422 h 1954"/>
                    <a:gd name="T38" fmla="*/ 1717 w 1990"/>
                    <a:gd name="T39" fmla="*/ 1835 h 1954"/>
                    <a:gd name="T40" fmla="*/ 1767 w 1990"/>
                    <a:gd name="T41" fmla="*/ 1422 h 1954"/>
                    <a:gd name="T42" fmla="*/ 1739 w 1990"/>
                    <a:gd name="T43" fmla="*/ 1874 h 1954"/>
                    <a:gd name="T44" fmla="*/ 1956 w 1990"/>
                    <a:gd name="T45" fmla="*/ 1749 h 1954"/>
                    <a:gd name="T46" fmla="*/ 249 w 1990"/>
                    <a:gd name="T47" fmla="*/ 551 h 1954"/>
                    <a:gd name="T48" fmla="*/ 803 w 1990"/>
                    <a:gd name="T49" fmla="*/ 613 h 1954"/>
                    <a:gd name="T50" fmla="*/ 675 w 1990"/>
                    <a:gd name="T51" fmla="*/ 828 h 1954"/>
                    <a:gd name="T52" fmla="*/ 249 w 1990"/>
                    <a:gd name="T53" fmla="*/ 890 h 1954"/>
                    <a:gd name="T54" fmla="*/ 675 w 1990"/>
                    <a:gd name="T55" fmla="*/ 828 h 1954"/>
                    <a:gd name="T56" fmla="*/ 675 w 1990"/>
                    <a:gd name="T57" fmla="*/ 1167 h 1954"/>
                    <a:gd name="T58" fmla="*/ 249 w 1990"/>
                    <a:gd name="T59" fmla="*/ 1105 h 1954"/>
                    <a:gd name="T60" fmla="*/ 249 w 1990"/>
                    <a:gd name="T61" fmla="*/ 1444 h 1954"/>
                    <a:gd name="T62" fmla="*/ 803 w 1990"/>
                    <a:gd name="T63" fmla="*/ 1382 h 1954"/>
                    <a:gd name="T64" fmla="*/ 249 w 1990"/>
                    <a:gd name="T65" fmla="*/ 1444 h 1954"/>
                    <a:gd name="T66" fmla="*/ 1179 w 1990"/>
                    <a:gd name="T67" fmla="*/ 961 h 1954"/>
                    <a:gd name="T68" fmla="*/ 1300 w 1990"/>
                    <a:gd name="T69" fmla="*/ 1219 h 1954"/>
                    <a:gd name="T70" fmla="*/ 1604 w 1990"/>
                    <a:gd name="T71" fmla="*/ 858 h 1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990" h="1954">
                      <a:moveTo>
                        <a:pt x="1231" y="1534"/>
                      </a:moveTo>
                      <a:cubicBezTo>
                        <a:pt x="1258" y="1542"/>
                        <a:pt x="1285" y="1548"/>
                        <a:pt x="1312" y="1552"/>
                      </a:cubicBezTo>
                      <a:cubicBezTo>
                        <a:pt x="1272" y="1665"/>
                        <a:pt x="1165" y="1746"/>
                        <a:pt x="1039" y="1746"/>
                      </a:cubicBezTo>
                      <a:lnTo>
                        <a:pt x="291" y="1746"/>
                      </a:lnTo>
                      <a:cubicBezTo>
                        <a:pt x="131" y="1746"/>
                        <a:pt x="0" y="1615"/>
                        <a:pt x="0" y="1455"/>
                      </a:cubicBezTo>
                      <a:lnTo>
                        <a:pt x="0" y="540"/>
                      </a:lnTo>
                      <a:cubicBezTo>
                        <a:pt x="0" y="380"/>
                        <a:pt x="131" y="249"/>
                        <a:pt x="291" y="249"/>
                      </a:cubicBezTo>
                      <a:lnTo>
                        <a:pt x="515" y="249"/>
                      </a:lnTo>
                      <a:cubicBezTo>
                        <a:pt x="535" y="109"/>
                        <a:pt x="656" y="0"/>
                        <a:pt x="802" y="0"/>
                      </a:cubicBezTo>
                      <a:lnTo>
                        <a:pt x="1205" y="0"/>
                      </a:lnTo>
                      <a:cubicBezTo>
                        <a:pt x="1366" y="0"/>
                        <a:pt x="1496" y="131"/>
                        <a:pt x="1496" y="291"/>
                      </a:cubicBezTo>
                      <a:lnTo>
                        <a:pt x="1496" y="489"/>
                      </a:lnTo>
                      <a:cubicBezTo>
                        <a:pt x="1469" y="484"/>
                        <a:pt x="1441" y="480"/>
                        <a:pt x="1413" y="479"/>
                      </a:cubicBezTo>
                      <a:lnTo>
                        <a:pt x="1413" y="291"/>
                      </a:lnTo>
                      <a:cubicBezTo>
                        <a:pt x="1413" y="176"/>
                        <a:pt x="1320" y="83"/>
                        <a:pt x="1205" y="83"/>
                      </a:cubicBezTo>
                      <a:lnTo>
                        <a:pt x="802" y="83"/>
                      </a:lnTo>
                      <a:cubicBezTo>
                        <a:pt x="701" y="83"/>
                        <a:pt x="617" y="155"/>
                        <a:pt x="598" y="249"/>
                      </a:cubicBezTo>
                      <a:lnTo>
                        <a:pt x="1039" y="249"/>
                      </a:lnTo>
                      <a:cubicBezTo>
                        <a:pt x="1180" y="249"/>
                        <a:pt x="1297" y="349"/>
                        <a:pt x="1324" y="482"/>
                      </a:cubicBezTo>
                      <a:cubicBezTo>
                        <a:pt x="1297" y="485"/>
                        <a:pt x="1270" y="491"/>
                        <a:pt x="1243" y="499"/>
                      </a:cubicBezTo>
                      <a:cubicBezTo>
                        <a:pt x="1224" y="404"/>
                        <a:pt x="1140" y="333"/>
                        <a:pt x="1039" y="333"/>
                      </a:cubicBezTo>
                      <a:lnTo>
                        <a:pt x="291" y="333"/>
                      </a:lnTo>
                      <a:cubicBezTo>
                        <a:pt x="177" y="333"/>
                        <a:pt x="83" y="426"/>
                        <a:pt x="83" y="540"/>
                      </a:cubicBezTo>
                      <a:lnTo>
                        <a:pt x="83" y="1455"/>
                      </a:lnTo>
                      <a:cubicBezTo>
                        <a:pt x="83" y="1569"/>
                        <a:pt x="177" y="1663"/>
                        <a:pt x="291" y="1663"/>
                      </a:cubicBezTo>
                      <a:lnTo>
                        <a:pt x="1039" y="1663"/>
                      </a:lnTo>
                      <a:cubicBezTo>
                        <a:pt x="1126" y="1663"/>
                        <a:pt x="1200" y="1609"/>
                        <a:pt x="1231" y="1534"/>
                      </a:cubicBezTo>
                      <a:close/>
                      <a:moveTo>
                        <a:pt x="1641" y="1453"/>
                      </a:moveTo>
                      <a:cubicBezTo>
                        <a:pt x="1401" y="1591"/>
                        <a:pt x="1093" y="1509"/>
                        <a:pt x="955" y="1269"/>
                      </a:cubicBezTo>
                      <a:cubicBezTo>
                        <a:pt x="816" y="1029"/>
                        <a:pt x="899" y="722"/>
                        <a:pt x="1138" y="583"/>
                      </a:cubicBezTo>
                      <a:cubicBezTo>
                        <a:pt x="1378" y="445"/>
                        <a:pt x="1686" y="527"/>
                        <a:pt x="1824" y="767"/>
                      </a:cubicBezTo>
                      <a:cubicBezTo>
                        <a:pt x="1963" y="1007"/>
                        <a:pt x="1880" y="1314"/>
                        <a:pt x="1641" y="1453"/>
                      </a:cubicBezTo>
                      <a:close/>
                      <a:moveTo>
                        <a:pt x="1599" y="1381"/>
                      </a:moveTo>
                      <a:cubicBezTo>
                        <a:pt x="1799" y="1266"/>
                        <a:pt x="1868" y="1009"/>
                        <a:pt x="1752" y="809"/>
                      </a:cubicBezTo>
                      <a:cubicBezTo>
                        <a:pt x="1637" y="608"/>
                        <a:pt x="1380" y="539"/>
                        <a:pt x="1180" y="655"/>
                      </a:cubicBezTo>
                      <a:cubicBezTo>
                        <a:pt x="980" y="771"/>
                        <a:pt x="911" y="1027"/>
                        <a:pt x="1026" y="1228"/>
                      </a:cubicBezTo>
                      <a:cubicBezTo>
                        <a:pt x="1142" y="1428"/>
                        <a:pt x="1399" y="1497"/>
                        <a:pt x="1599" y="1381"/>
                      </a:cubicBezTo>
                      <a:close/>
                      <a:moveTo>
                        <a:pt x="1767" y="1422"/>
                      </a:moveTo>
                      <a:lnTo>
                        <a:pt x="1551" y="1547"/>
                      </a:lnTo>
                      <a:lnTo>
                        <a:pt x="1717" y="1835"/>
                      </a:lnTo>
                      <a:lnTo>
                        <a:pt x="1933" y="1710"/>
                      </a:lnTo>
                      <a:lnTo>
                        <a:pt x="1767" y="1422"/>
                      </a:lnTo>
                      <a:close/>
                      <a:moveTo>
                        <a:pt x="1956" y="1749"/>
                      </a:moveTo>
                      <a:lnTo>
                        <a:pt x="1739" y="1874"/>
                      </a:lnTo>
                      <a:cubicBezTo>
                        <a:pt x="1774" y="1934"/>
                        <a:pt x="1850" y="1954"/>
                        <a:pt x="1910" y="1919"/>
                      </a:cubicBezTo>
                      <a:cubicBezTo>
                        <a:pt x="1969" y="1885"/>
                        <a:pt x="1990" y="1809"/>
                        <a:pt x="1956" y="1749"/>
                      </a:cubicBezTo>
                      <a:close/>
                      <a:moveTo>
                        <a:pt x="803" y="551"/>
                      </a:moveTo>
                      <a:lnTo>
                        <a:pt x="249" y="551"/>
                      </a:lnTo>
                      <a:lnTo>
                        <a:pt x="249" y="613"/>
                      </a:lnTo>
                      <a:lnTo>
                        <a:pt x="803" y="613"/>
                      </a:lnTo>
                      <a:lnTo>
                        <a:pt x="803" y="551"/>
                      </a:lnTo>
                      <a:close/>
                      <a:moveTo>
                        <a:pt x="675" y="828"/>
                      </a:moveTo>
                      <a:lnTo>
                        <a:pt x="249" y="828"/>
                      </a:lnTo>
                      <a:lnTo>
                        <a:pt x="249" y="890"/>
                      </a:lnTo>
                      <a:lnTo>
                        <a:pt x="675" y="890"/>
                      </a:lnTo>
                      <a:lnTo>
                        <a:pt x="675" y="828"/>
                      </a:lnTo>
                      <a:close/>
                      <a:moveTo>
                        <a:pt x="249" y="1167"/>
                      </a:moveTo>
                      <a:lnTo>
                        <a:pt x="675" y="1167"/>
                      </a:lnTo>
                      <a:lnTo>
                        <a:pt x="675" y="1105"/>
                      </a:lnTo>
                      <a:lnTo>
                        <a:pt x="249" y="1105"/>
                      </a:lnTo>
                      <a:lnTo>
                        <a:pt x="249" y="1167"/>
                      </a:lnTo>
                      <a:close/>
                      <a:moveTo>
                        <a:pt x="249" y="1444"/>
                      </a:moveTo>
                      <a:lnTo>
                        <a:pt x="803" y="1444"/>
                      </a:lnTo>
                      <a:lnTo>
                        <a:pt x="803" y="1382"/>
                      </a:lnTo>
                      <a:lnTo>
                        <a:pt x="249" y="1382"/>
                      </a:lnTo>
                      <a:lnTo>
                        <a:pt x="249" y="1444"/>
                      </a:lnTo>
                      <a:close/>
                      <a:moveTo>
                        <a:pt x="1308" y="1105"/>
                      </a:moveTo>
                      <a:lnTo>
                        <a:pt x="1179" y="961"/>
                      </a:lnTo>
                      <a:lnTo>
                        <a:pt x="1118" y="1017"/>
                      </a:lnTo>
                      <a:lnTo>
                        <a:pt x="1300" y="1219"/>
                      </a:lnTo>
                      <a:lnTo>
                        <a:pt x="1657" y="922"/>
                      </a:lnTo>
                      <a:lnTo>
                        <a:pt x="1604" y="858"/>
                      </a:lnTo>
                      <a:lnTo>
                        <a:pt x="1308" y="110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182832" tIns="91416" rIns="182832" bIns="91416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sz="7200" dirty="0"/>
                </a:p>
              </p:txBody>
            </p:sp>
          </p:grpSp>
          <p:grpSp>
            <p:nvGrpSpPr>
              <p:cNvPr id="23" name="iṧľïḋe"/>
              <p:cNvGrpSpPr/>
              <p:nvPr/>
            </p:nvGrpSpPr>
            <p:grpSpPr>
              <a:xfrm>
                <a:off x="6357453" y="2817384"/>
                <a:ext cx="5163035" cy="1398667"/>
                <a:chOff x="600814" y="3564001"/>
                <a:chExt cx="3096344" cy="1398667"/>
              </a:xfrm>
            </p:grpSpPr>
            <p:sp>
              <p:nvSpPr>
                <p:cNvPr id="24" name="iṩļidé"/>
                <p:cNvSpPr txBox="1"/>
                <p:nvPr/>
              </p:nvSpPr>
              <p:spPr>
                <a:xfrm>
                  <a:off x="600814" y="4035822"/>
                  <a:ext cx="3096344" cy="926846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/>
                </a:bodyPr>
                <a:lstStyle/>
                <a:p>
                  <a:pPr marL="171450" indent="-171450">
                    <a:lnSpc>
                      <a:spcPct val="16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Supporting Text here.</a:t>
                  </a:r>
                  <a:endParaRPr lang="en-US" altLang="zh-CN" sz="900" dirty="0"/>
                </a:p>
                <a:p>
                  <a:pPr marL="171450" indent="-171450">
                    <a:lnSpc>
                      <a:spcPct val="16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You can use the icon library in </a:t>
                  </a:r>
                  <a:r>
                    <a:rPr lang="en-US" altLang="zh-CN" sz="900" dirty="0" err="1"/>
                    <a:t>iSlide</a:t>
                  </a:r>
                  <a:r>
                    <a:rPr lang="en-US" altLang="zh-CN" sz="900" dirty="0"/>
                    <a:t>  (www.islide.cc) to filter and replace existing icon elements with one click.</a:t>
                  </a:r>
                  <a:endParaRPr lang="en-US" altLang="zh-CN" sz="900" dirty="0"/>
                </a:p>
              </p:txBody>
            </p:sp>
            <p:sp>
              <p:nvSpPr>
                <p:cNvPr id="25" name="íṥ1iḍè"/>
                <p:cNvSpPr txBox="1"/>
                <p:nvPr/>
              </p:nvSpPr>
              <p:spPr>
                <a:xfrm>
                  <a:off x="600814" y="3564001"/>
                  <a:ext cx="3096344" cy="471820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ctr">
                  <a:normAutofit/>
                </a:bodyPr>
                <a:lstStyle/>
                <a:p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</p:grpSp>
        </p:grpSp>
        <p:grpSp>
          <p:nvGrpSpPr>
            <p:cNvPr id="10" name="íšļîḑê"/>
            <p:cNvGrpSpPr/>
            <p:nvPr/>
          </p:nvGrpSpPr>
          <p:grpSpPr>
            <a:xfrm>
              <a:off x="5676808" y="4545033"/>
              <a:ext cx="5852980" cy="1413519"/>
              <a:chOff x="5667508" y="4671033"/>
              <a:chExt cx="5852980" cy="1413519"/>
            </a:xfrm>
          </p:grpSpPr>
          <p:grpSp>
            <p:nvGrpSpPr>
              <p:cNvPr id="16" name="iṣlîḑé"/>
              <p:cNvGrpSpPr/>
              <p:nvPr/>
            </p:nvGrpSpPr>
            <p:grpSpPr>
              <a:xfrm>
                <a:off x="5667508" y="4749367"/>
                <a:ext cx="537820" cy="537824"/>
                <a:chOff x="5371847" y="2312243"/>
                <a:chExt cx="656438" cy="656442"/>
              </a:xfrm>
            </p:grpSpPr>
            <p:sp>
              <p:nvSpPr>
                <p:cNvPr id="20" name="ïṩḷiḑé"/>
                <p:cNvSpPr/>
                <p:nvPr/>
              </p:nvSpPr>
              <p:spPr>
                <a:xfrm>
                  <a:off x="5371847" y="2312243"/>
                  <a:ext cx="656438" cy="656442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21" name="iṥľîďé"/>
                <p:cNvSpPr/>
                <p:nvPr/>
              </p:nvSpPr>
              <p:spPr bwMode="auto">
                <a:xfrm>
                  <a:off x="5532705" y="2473322"/>
                  <a:ext cx="334720" cy="334280"/>
                </a:xfrm>
                <a:custGeom>
                  <a:avLst/>
                  <a:gdLst>
                    <a:gd name="connsiteX0" fmla="*/ 86413 w 591547"/>
                    <a:gd name="connsiteY0" fmla="*/ 515758 h 590770"/>
                    <a:gd name="connsiteX1" fmla="*/ 171919 w 591547"/>
                    <a:gd name="connsiteY1" fmla="*/ 515758 h 590770"/>
                    <a:gd name="connsiteX2" fmla="*/ 171919 w 591547"/>
                    <a:gd name="connsiteY2" fmla="*/ 537523 h 590770"/>
                    <a:gd name="connsiteX3" fmla="*/ 86413 w 591547"/>
                    <a:gd name="connsiteY3" fmla="*/ 537523 h 590770"/>
                    <a:gd name="connsiteX4" fmla="*/ 86413 w 591547"/>
                    <a:gd name="connsiteY4" fmla="*/ 461733 h 590770"/>
                    <a:gd name="connsiteX5" fmla="*/ 171919 w 591547"/>
                    <a:gd name="connsiteY5" fmla="*/ 461733 h 590770"/>
                    <a:gd name="connsiteX6" fmla="*/ 171919 w 591547"/>
                    <a:gd name="connsiteY6" fmla="*/ 483498 h 590770"/>
                    <a:gd name="connsiteX7" fmla="*/ 86413 w 591547"/>
                    <a:gd name="connsiteY7" fmla="*/ 483498 h 590770"/>
                    <a:gd name="connsiteX8" fmla="*/ 86413 w 591547"/>
                    <a:gd name="connsiteY8" fmla="*/ 408616 h 590770"/>
                    <a:gd name="connsiteX9" fmla="*/ 171919 w 591547"/>
                    <a:gd name="connsiteY9" fmla="*/ 408616 h 590770"/>
                    <a:gd name="connsiteX10" fmla="*/ 171919 w 591547"/>
                    <a:gd name="connsiteY10" fmla="*/ 429474 h 590770"/>
                    <a:gd name="connsiteX11" fmla="*/ 86413 w 591547"/>
                    <a:gd name="connsiteY11" fmla="*/ 429474 h 590770"/>
                    <a:gd name="connsiteX12" fmla="*/ 204177 w 591547"/>
                    <a:gd name="connsiteY12" fmla="*/ 357041 h 590770"/>
                    <a:gd name="connsiteX13" fmla="*/ 204177 w 591547"/>
                    <a:gd name="connsiteY13" fmla="*/ 569815 h 590770"/>
                    <a:gd name="connsiteX14" fmla="*/ 333300 w 591547"/>
                    <a:gd name="connsiteY14" fmla="*/ 569815 h 590770"/>
                    <a:gd name="connsiteX15" fmla="*/ 333300 w 591547"/>
                    <a:gd name="connsiteY15" fmla="*/ 382026 h 590770"/>
                    <a:gd name="connsiteX16" fmla="*/ 183194 w 591547"/>
                    <a:gd name="connsiteY16" fmla="*/ 357041 h 590770"/>
                    <a:gd name="connsiteX17" fmla="*/ 75053 w 591547"/>
                    <a:gd name="connsiteY17" fmla="*/ 382026 h 590770"/>
                    <a:gd name="connsiteX18" fmla="*/ 75053 w 591547"/>
                    <a:gd name="connsiteY18" fmla="*/ 569815 h 590770"/>
                    <a:gd name="connsiteX19" fmla="*/ 183194 w 591547"/>
                    <a:gd name="connsiteY19" fmla="*/ 569815 h 590770"/>
                    <a:gd name="connsiteX20" fmla="*/ 247709 w 591547"/>
                    <a:gd name="connsiteY20" fmla="*/ 311838 h 590770"/>
                    <a:gd name="connsiteX21" fmla="*/ 322851 w 591547"/>
                    <a:gd name="connsiteY21" fmla="*/ 311838 h 590770"/>
                    <a:gd name="connsiteX22" fmla="*/ 322851 w 591547"/>
                    <a:gd name="connsiteY22" fmla="*/ 332826 h 590770"/>
                    <a:gd name="connsiteX23" fmla="*/ 247709 w 591547"/>
                    <a:gd name="connsiteY23" fmla="*/ 332826 h 590770"/>
                    <a:gd name="connsiteX24" fmla="*/ 247709 w 591547"/>
                    <a:gd name="connsiteY24" fmla="*/ 257944 h 590770"/>
                    <a:gd name="connsiteX25" fmla="*/ 322851 w 591547"/>
                    <a:gd name="connsiteY25" fmla="*/ 257944 h 590770"/>
                    <a:gd name="connsiteX26" fmla="*/ 322851 w 591547"/>
                    <a:gd name="connsiteY26" fmla="*/ 279580 h 590770"/>
                    <a:gd name="connsiteX27" fmla="*/ 247709 w 591547"/>
                    <a:gd name="connsiteY27" fmla="*/ 279580 h 590770"/>
                    <a:gd name="connsiteX28" fmla="*/ 247709 w 591547"/>
                    <a:gd name="connsiteY28" fmla="*/ 203919 h 590770"/>
                    <a:gd name="connsiteX29" fmla="*/ 322851 w 591547"/>
                    <a:gd name="connsiteY29" fmla="*/ 203919 h 590770"/>
                    <a:gd name="connsiteX30" fmla="*/ 322851 w 591547"/>
                    <a:gd name="connsiteY30" fmla="*/ 225684 h 590770"/>
                    <a:gd name="connsiteX31" fmla="*/ 247709 w 591547"/>
                    <a:gd name="connsiteY31" fmla="*/ 225684 h 590770"/>
                    <a:gd name="connsiteX32" fmla="*/ 247709 w 591547"/>
                    <a:gd name="connsiteY32" fmla="*/ 150672 h 590770"/>
                    <a:gd name="connsiteX33" fmla="*/ 322851 w 591547"/>
                    <a:gd name="connsiteY33" fmla="*/ 150672 h 590770"/>
                    <a:gd name="connsiteX34" fmla="*/ 322851 w 591547"/>
                    <a:gd name="connsiteY34" fmla="*/ 171660 h 590770"/>
                    <a:gd name="connsiteX35" fmla="*/ 247709 w 591547"/>
                    <a:gd name="connsiteY35" fmla="*/ 171660 h 590770"/>
                    <a:gd name="connsiteX36" fmla="*/ 355090 w 591547"/>
                    <a:gd name="connsiteY36" fmla="*/ 102357 h 590770"/>
                    <a:gd name="connsiteX37" fmla="*/ 355090 w 591547"/>
                    <a:gd name="connsiteY37" fmla="*/ 373160 h 590770"/>
                    <a:gd name="connsiteX38" fmla="*/ 355090 w 591547"/>
                    <a:gd name="connsiteY38" fmla="*/ 376384 h 590770"/>
                    <a:gd name="connsiteX39" fmla="*/ 355090 w 591547"/>
                    <a:gd name="connsiteY39" fmla="*/ 569815 h 590770"/>
                    <a:gd name="connsiteX40" fmla="*/ 484213 w 591547"/>
                    <a:gd name="connsiteY40" fmla="*/ 569815 h 590770"/>
                    <a:gd name="connsiteX41" fmla="*/ 484213 w 591547"/>
                    <a:gd name="connsiteY41" fmla="*/ 154744 h 590770"/>
                    <a:gd name="connsiteX42" fmla="*/ 333300 w 591547"/>
                    <a:gd name="connsiteY42" fmla="*/ 99939 h 590770"/>
                    <a:gd name="connsiteX43" fmla="*/ 236458 w 591547"/>
                    <a:gd name="connsiteY43" fmla="*/ 125730 h 590770"/>
                    <a:gd name="connsiteX44" fmla="*/ 236458 w 591547"/>
                    <a:gd name="connsiteY44" fmla="*/ 341728 h 590770"/>
                    <a:gd name="connsiteX45" fmla="*/ 333300 w 591547"/>
                    <a:gd name="connsiteY45" fmla="*/ 360265 h 590770"/>
                    <a:gd name="connsiteX46" fmla="*/ 397862 w 591547"/>
                    <a:gd name="connsiteY46" fmla="*/ 21761 h 590770"/>
                    <a:gd name="connsiteX47" fmla="*/ 387371 w 591547"/>
                    <a:gd name="connsiteY47" fmla="*/ 32238 h 590770"/>
                    <a:gd name="connsiteX48" fmla="*/ 397862 w 591547"/>
                    <a:gd name="connsiteY48" fmla="*/ 42716 h 590770"/>
                    <a:gd name="connsiteX49" fmla="*/ 409160 w 591547"/>
                    <a:gd name="connsiteY49" fmla="*/ 32238 h 590770"/>
                    <a:gd name="connsiteX50" fmla="*/ 397862 w 591547"/>
                    <a:gd name="connsiteY50" fmla="*/ 21761 h 590770"/>
                    <a:gd name="connsiteX51" fmla="*/ 397862 w 591547"/>
                    <a:gd name="connsiteY51" fmla="*/ 0 h 590770"/>
                    <a:gd name="connsiteX52" fmla="*/ 430143 w 591547"/>
                    <a:gd name="connsiteY52" fmla="*/ 32238 h 590770"/>
                    <a:gd name="connsiteX53" fmla="*/ 409160 w 591547"/>
                    <a:gd name="connsiteY53" fmla="*/ 62865 h 590770"/>
                    <a:gd name="connsiteX54" fmla="*/ 409160 w 591547"/>
                    <a:gd name="connsiteY54" fmla="*/ 100745 h 590770"/>
                    <a:gd name="connsiteX55" fmla="*/ 498740 w 591547"/>
                    <a:gd name="connsiteY55" fmla="*/ 137819 h 590770"/>
                    <a:gd name="connsiteX56" fmla="*/ 506003 w 591547"/>
                    <a:gd name="connsiteY56" fmla="*/ 147491 h 590770"/>
                    <a:gd name="connsiteX57" fmla="*/ 506003 w 591547"/>
                    <a:gd name="connsiteY57" fmla="*/ 569815 h 590770"/>
                    <a:gd name="connsiteX58" fmla="*/ 591547 w 591547"/>
                    <a:gd name="connsiteY58" fmla="*/ 569815 h 590770"/>
                    <a:gd name="connsiteX59" fmla="*/ 591547 w 591547"/>
                    <a:gd name="connsiteY59" fmla="*/ 590770 h 590770"/>
                    <a:gd name="connsiteX60" fmla="*/ 494705 w 591547"/>
                    <a:gd name="connsiteY60" fmla="*/ 590770 h 590770"/>
                    <a:gd name="connsiteX61" fmla="*/ 344598 w 591547"/>
                    <a:gd name="connsiteY61" fmla="*/ 590770 h 590770"/>
                    <a:gd name="connsiteX62" fmla="*/ 193685 w 591547"/>
                    <a:gd name="connsiteY62" fmla="*/ 590770 h 590770"/>
                    <a:gd name="connsiteX63" fmla="*/ 64562 w 591547"/>
                    <a:gd name="connsiteY63" fmla="*/ 590770 h 590770"/>
                    <a:gd name="connsiteX64" fmla="*/ 0 w 591547"/>
                    <a:gd name="connsiteY64" fmla="*/ 590770 h 590770"/>
                    <a:gd name="connsiteX65" fmla="*/ 0 w 591547"/>
                    <a:gd name="connsiteY65" fmla="*/ 569815 h 590770"/>
                    <a:gd name="connsiteX66" fmla="*/ 54070 w 591547"/>
                    <a:gd name="connsiteY66" fmla="*/ 569815 h 590770"/>
                    <a:gd name="connsiteX67" fmla="*/ 54070 w 591547"/>
                    <a:gd name="connsiteY67" fmla="*/ 373160 h 590770"/>
                    <a:gd name="connsiteX68" fmla="*/ 62141 w 591547"/>
                    <a:gd name="connsiteY68" fmla="*/ 362683 h 590770"/>
                    <a:gd name="connsiteX69" fmla="*/ 191264 w 591547"/>
                    <a:gd name="connsiteY69" fmla="*/ 333668 h 590770"/>
                    <a:gd name="connsiteX70" fmla="*/ 195299 w 591547"/>
                    <a:gd name="connsiteY70" fmla="*/ 333668 h 590770"/>
                    <a:gd name="connsiteX71" fmla="*/ 196106 w 591547"/>
                    <a:gd name="connsiteY71" fmla="*/ 333668 h 590770"/>
                    <a:gd name="connsiteX72" fmla="*/ 215475 w 591547"/>
                    <a:gd name="connsiteY72" fmla="*/ 336892 h 590770"/>
                    <a:gd name="connsiteX73" fmla="*/ 215475 w 591547"/>
                    <a:gd name="connsiteY73" fmla="*/ 116864 h 590770"/>
                    <a:gd name="connsiteX74" fmla="*/ 223545 w 591547"/>
                    <a:gd name="connsiteY74" fmla="*/ 106387 h 590770"/>
                    <a:gd name="connsiteX75" fmla="*/ 341370 w 591547"/>
                    <a:gd name="connsiteY75" fmla="*/ 75760 h 590770"/>
                    <a:gd name="connsiteX76" fmla="*/ 342984 w 591547"/>
                    <a:gd name="connsiteY76" fmla="*/ 75760 h 590770"/>
                    <a:gd name="connsiteX77" fmla="*/ 345405 w 591547"/>
                    <a:gd name="connsiteY77" fmla="*/ 75760 h 590770"/>
                    <a:gd name="connsiteX78" fmla="*/ 347020 w 591547"/>
                    <a:gd name="connsiteY78" fmla="*/ 75760 h 590770"/>
                    <a:gd name="connsiteX79" fmla="*/ 348634 w 591547"/>
                    <a:gd name="connsiteY79" fmla="*/ 75760 h 590770"/>
                    <a:gd name="connsiteX80" fmla="*/ 387371 w 591547"/>
                    <a:gd name="connsiteY80" fmla="*/ 91879 h 590770"/>
                    <a:gd name="connsiteX81" fmla="*/ 387371 w 591547"/>
                    <a:gd name="connsiteY81" fmla="*/ 62865 h 590770"/>
                    <a:gd name="connsiteX82" fmla="*/ 365581 w 591547"/>
                    <a:gd name="connsiteY82" fmla="*/ 32238 h 590770"/>
                    <a:gd name="connsiteX83" fmla="*/ 397862 w 591547"/>
                    <a:gd name="connsiteY83" fmla="*/ 0 h 590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591547" h="590770">
                      <a:moveTo>
                        <a:pt x="86413" y="515758"/>
                      </a:moveTo>
                      <a:lnTo>
                        <a:pt x="171919" y="515758"/>
                      </a:lnTo>
                      <a:lnTo>
                        <a:pt x="171919" y="537523"/>
                      </a:lnTo>
                      <a:lnTo>
                        <a:pt x="86413" y="537523"/>
                      </a:lnTo>
                      <a:close/>
                      <a:moveTo>
                        <a:pt x="86413" y="461733"/>
                      </a:moveTo>
                      <a:lnTo>
                        <a:pt x="171919" y="461733"/>
                      </a:lnTo>
                      <a:lnTo>
                        <a:pt x="171919" y="483498"/>
                      </a:lnTo>
                      <a:lnTo>
                        <a:pt x="86413" y="483498"/>
                      </a:lnTo>
                      <a:close/>
                      <a:moveTo>
                        <a:pt x="86413" y="408616"/>
                      </a:moveTo>
                      <a:lnTo>
                        <a:pt x="171919" y="408616"/>
                      </a:lnTo>
                      <a:lnTo>
                        <a:pt x="171919" y="429474"/>
                      </a:lnTo>
                      <a:lnTo>
                        <a:pt x="86413" y="429474"/>
                      </a:lnTo>
                      <a:close/>
                      <a:moveTo>
                        <a:pt x="204177" y="357041"/>
                      </a:moveTo>
                      <a:lnTo>
                        <a:pt x="204177" y="569815"/>
                      </a:lnTo>
                      <a:lnTo>
                        <a:pt x="333300" y="569815"/>
                      </a:lnTo>
                      <a:lnTo>
                        <a:pt x="333300" y="382026"/>
                      </a:lnTo>
                      <a:close/>
                      <a:moveTo>
                        <a:pt x="183194" y="357041"/>
                      </a:moveTo>
                      <a:lnTo>
                        <a:pt x="75053" y="382026"/>
                      </a:lnTo>
                      <a:lnTo>
                        <a:pt x="75053" y="569815"/>
                      </a:lnTo>
                      <a:lnTo>
                        <a:pt x="183194" y="569815"/>
                      </a:lnTo>
                      <a:close/>
                      <a:moveTo>
                        <a:pt x="247709" y="311838"/>
                      </a:moveTo>
                      <a:lnTo>
                        <a:pt x="322851" y="311838"/>
                      </a:lnTo>
                      <a:lnTo>
                        <a:pt x="322851" y="332826"/>
                      </a:lnTo>
                      <a:lnTo>
                        <a:pt x="247709" y="332826"/>
                      </a:lnTo>
                      <a:close/>
                      <a:moveTo>
                        <a:pt x="247709" y="257944"/>
                      </a:moveTo>
                      <a:lnTo>
                        <a:pt x="322851" y="257944"/>
                      </a:lnTo>
                      <a:lnTo>
                        <a:pt x="322851" y="279580"/>
                      </a:lnTo>
                      <a:lnTo>
                        <a:pt x="247709" y="279580"/>
                      </a:lnTo>
                      <a:close/>
                      <a:moveTo>
                        <a:pt x="247709" y="203919"/>
                      </a:moveTo>
                      <a:lnTo>
                        <a:pt x="322851" y="203919"/>
                      </a:lnTo>
                      <a:lnTo>
                        <a:pt x="322851" y="225684"/>
                      </a:lnTo>
                      <a:lnTo>
                        <a:pt x="247709" y="225684"/>
                      </a:lnTo>
                      <a:close/>
                      <a:moveTo>
                        <a:pt x="247709" y="150672"/>
                      </a:moveTo>
                      <a:lnTo>
                        <a:pt x="322851" y="150672"/>
                      </a:lnTo>
                      <a:lnTo>
                        <a:pt x="322851" y="171660"/>
                      </a:lnTo>
                      <a:lnTo>
                        <a:pt x="247709" y="171660"/>
                      </a:lnTo>
                      <a:close/>
                      <a:moveTo>
                        <a:pt x="355090" y="102357"/>
                      </a:moveTo>
                      <a:lnTo>
                        <a:pt x="355090" y="373160"/>
                      </a:lnTo>
                      <a:lnTo>
                        <a:pt x="355090" y="376384"/>
                      </a:lnTo>
                      <a:lnTo>
                        <a:pt x="355090" y="569815"/>
                      </a:lnTo>
                      <a:lnTo>
                        <a:pt x="484213" y="569815"/>
                      </a:lnTo>
                      <a:lnTo>
                        <a:pt x="484213" y="154744"/>
                      </a:lnTo>
                      <a:close/>
                      <a:moveTo>
                        <a:pt x="333300" y="99939"/>
                      </a:moveTo>
                      <a:lnTo>
                        <a:pt x="236458" y="125730"/>
                      </a:lnTo>
                      <a:lnTo>
                        <a:pt x="236458" y="341728"/>
                      </a:lnTo>
                      <a:lnTo>
                        <a:pt x="333300" y="360265"/>
                      </a:lnTo>
                      <a:close/>
                      <a:moveTo>
                        <a:pt x="397862" y="21761"/>
                      </a:moveTo>
                      <a:cubicBezTo>
                        <a:pt x="392213" y="21761"/>
                        <a:pt x="387371" y="26596"/>
                        <a:pt x="387371" y="32238"/>
                      </a:cubicBezTo>
                      <a:cubicBezTo>
                        <a:pt x="387371" y="37880"/>
                        <a:pt x="392213" y="42716"/>
                        <a:pt x="397862" y="42716"/>
                      </a:cubicBezTo>
                      <a:cubicBezTo>
                        <a:pt x="404318" y="42716"/>
                        <a:pt x="409160" y="37880"/>
                        <a:pt x="409160" y="32238"/>
                      </a:cubicBezTo>
                      <a:cubicBezTo>
                        <a:pt x="409160" y="26596"/>
                        <a:pt x="404318" y="21761"/>
                        <a:pt x="397862" y="21761"/>
                      </a:cubicBezTo>
                      <a:close/>
                      <a:moveTo>
                        <a:pt x="397862" y="0"/>
                      </a:moveTo>
                      <a:cubicBezTo>
                        <a:pt x="415616" y="0"/>
                        <a:pt x="430143" y="14507"/>
                        <a:pt x="430143" y="32238"/>
                      </a:cubicBezTo>
                      <a:cubicBezTo>
                        <a:pt x="430143" y="45940"/>
                        <a:pt x="421266" y="58029"/>
                        <a:pt x="409160" y="62865"/>
                      </a:cubicBezTo>
                      <a:lnTo>
                        <a:pt x="409160" y="100745"/>
                      </a:lnTo>
                      <a:lnTo>
                        <a:pt x="498740" y="137819"/>
                      </a:lnTo>
                      <a:cubicBezTo>
                        <a:pt x="502775" y="139431"/>
                        <a:pt x="506003" y="143461"/>
                        <a:pt x="506003" y="147491"/>
                      </a:cubicBezTo>
                      <a:lnTo>
                        <a:pt x="506003" y="569815"/>
                      </a:lnTo>
                      <a:lnTo>
                        <a:pt x="591547" y="569815"/>
                      </a:lnTo>
                      <a:lnTo>
                        <a:pt x="591547" y="590770"/>
                      </a:lnTo>
                      <a:lnTo>
                        <a:pt x="494705" y="590770"/>
                      </a:lnTo>
                      <a:lnTo>
                        <a:pt x="344598" y="590770"/>
                      </a:lnTo>
                      <a:lnTo>
                        <a:pt x="193685" y="590770"/>
                      </a:lnTo>
                      <a:lnTo>
                        <a:pt x="64562" y="590770"/>
                      </a:lnTo>
                      <a:lnTo>
                        <a:pt x="0" y="590770"/>
                      </a:lnTo>
                      <a:lnTo>
                        <a:pt x="0" y="569815"/>
                      </a:lnTo>
                      <a:lnTo>
                        <a:pt x="54070" y="569815"/>
                      </a:lnTo>
                      <a:lnTo>
                        <a:pt x="54070" y="373160"/>
                      </a:lnTo>
                      <a:cubicBezTo>
                        <a:pt x="54070" y="368324"/>
                        <a:pt x="57298" y="364294"/>
                        <a:pt x="62141" y="362683"/>
                      </a:cubicBezTo>
                      <a:lnTo>
                        <a:pt x="191264" y="333668"/>
                      </a:lnTo>
                      <a:cubicBezTo>
                        <a:pt x="192878" y="332862"/>
                        <a:pt x="194492" y="332862"/>
                        <a:pt x="195299" y="333668"/>
                      </a:cubicBezTo>
                      <a:cubicBezTo>
                        <a:pt x="196106" y="333668"/>
                        <a:pt x="196106" y="333668"/>
                        <a:pt x="196106" y="333668"/>
                      </a:cubicBezTo>
                      <a:lnTo>
                        <a:pt x="215475" y="336892"/>
                      </a:lnTo>
                      <a:lnTo>
                        <a:pt x="215475" y="116864"/>
                      </a:lnTo>
                      <a:cubicBezTo>
                        <a:pt x="215475" y="112028"/>
                        <a:pt x="218703" y="107999"/>
                        <a:pt x="223545" y="106387"/>
                      </a:cubicBezTo>
                      <a:lnTo>
                        <a:pt x="341370" y="75760"/>
                      </a:lnTo>
                      <a:cubicBezTo>
                        <a:pt x="342177" y="75760"/>
                        <a:pt x="342177" y="75760"/>
                        <a:pt x="342984" y="75760"/>
                      </a:cubicBezTo>
                      <a:cubicBezTo>
                        <a:pt x="343791" y="75760"/>
                        <a:pt x="344598" y="74954"/>
                        <a:pt x="345405" y="75760"/>
                      </a:cubicBezTo>
                      <a:cubicBezTo>
                        <a:pt x="346213" y="75760"/>
                        <a:pt x="347020" y="75760"/>
                        <a:pt x="347020" y="75760"/>
                      </a:cubicBezTo>
                      <a:cubicBezTo>
                        <a:pt x="347827" y="75760"/>
                        <a:pt x="347827" y="75760"/>
                        <a:pt x="348634" y="75760"/>
                      </a:cubicBezTo>
                      <a:lnTo>
                        <a:pt x="387371" y="91879"/>
                      </a:lnTo>
                      <a:lnTo>
                        <a:pt x="387371" y="62865"/>
                      </a:lnTo>
                      <a:cubicBezTo>
                        <a:pt x="375265" y="58029"/>
                        <a:pt x="365581" y="45940"/>
                        <a:pt x="365581" y="32238"/>
                      </a:cubicBezTo>
                      <a:cubicBezTo>
                        <a:pt x="365581" y="14507"/>
                        <a:pt x="380107" y="0"/>
                        <a:pt x="39786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182832" tIns="91416" rIns="182832" bIns="91416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sz="7200" dirty="0"/>
                </a:p>
              </p:txBody>
            </p:sp>
          </p:grpSp>
          <p:grpSp>
            <p:nvGrpSpPr>
              <p:cNvPr id="17" name="íŝḷïḓe"/>
              <p:cNvGrpSpPr/>
              <p:nvPr/>
            </p:nvGrpSpPr>
            <p:grpSpPr>
              <a:xfrm>
                <a:off x="6357453" y="4671033"/>
                <a:ext cx="5163035" cy="1413519"/>
                <a:chOff x="600814" y="3564001"/>
                <a:chExt cx="3096344" cy="1413519"/>
              </a:xfrm>
            </p:grpSpPr>
            <p:sp>
              <p:nvSpPr>
                <p:cNvPr id="18" name="îṩ1íḍé"/>
                <p:cNvSpPr txBox="1"/>
                <p:nvPr/>
              </p:nvSpPr>
              <p:spPr>
                <a:xfrm>
                  <a:off x="600814" y="4035821"/>
                  <a:ext cx="3096344" cy="941699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6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/>
                    <a:t>Supporting Text here.</a:t>
                  </a:r>
                  <a:endParaRPr lang="en-US" altLang="zh-CN" sz="900" dirty="0"/>
                </a:p>
                <a:p>
                  <a:pPr marL="171450" indent="-171450">
                    <a:lnSpc>
                      <a:spcPct val="16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900" dirty="0"/>
                    <a:t>You can use the icon library in </a:t>
                  </a:r>
                  <a:r>
                    <a:rPr lang="en-US" altLang="zh-CN" sz="900" dirty="0" err="1"/>
                    <a:t>iSlide</a:t>
                  </a:r>
                  <a:r>
                    <a:rPr lang="en-US" altLang="zh-CN" sz="900" dirty="0"/>
                    <a:t>  (www.islide.cc) to filter and replace existing icon elements with one click.</a:t>
                  </a:r>
                  <a:endParaRPr lang="en-US" altLang="zh-CN" sz="900" dirty="0"/>
                </a:p>
              </p:txBody>
            </p:sp>
            <p:sp>
              <p:nvSpPr>
                <p:cNvPr id="19" name="išliḋê"/>
                <p:cNvSpPr txBox="1"/>
                <p:nvPr/>
              </p:nvSpPr>
              <p:spPr>
                <a:xfrm>
                  <a:off x="600814" y="3564001"/>
                  <a:ext cx="3096344" cy="471820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en-US" altLang="zh-CN" sz="1600" b="1" dirty="0"/>
                    <a:t>Text here</a:t>
                  </a:r>
                  <a:endParaRPr lang="en-US" altLang="zh-CN" sz="1600" b="1" dirty="0"/>
                </a:p>
              </p:txBody>
            </p:sp>
          </p:grpSp>
        </p:grpSp>
        <p:cxnSp>
          <p:nvCxnSpPr>
            <p:cNvPr id="11" name="直接连接符 10"/>
            <p:cNvCxnSpPr/>
            <p:nvPr/>
          </p:nvCxnSpPr>
          <p:spPr>
            <a:xfrm>
              <a:off x="5676808" y="4160980"/>
              <a:ext cx="585298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îsľidé"/>
            <p:cNvSpPr/>
            <p:nvPr/>
          </p:nvSpPr>
          <p:spPr bwMode="auto">
            <a:xfrm>
              <a:off x="4728407" y="3489245"/>
              <a:ext cx="822142" cy="82214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Text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3" name="直接箭头连接符 12"/>
            <p:cNvCxnSpPr>
              <a:stCxn id="12" idx="7"/>
              <a:endCxn id="26" idx="3"/>
            </p:cNvCxnSpPr>
            <p:nvPr/>
          </p:nvCxnSpPr>
          <p:spPr>
            <a:xfrm flipV="1">
              <a:off x="5430149" y="3228779"/>
              <a:ext cx="325421" cy="380866"/>
            </a:xfrm>
            <a:prstGeom prst="straightConnector1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12" idx="5"/>
              <a:endCxn id="20" idx="1"/>
            </p:cNvCxnSpPr>
            <p:nvPr/>
          </p:nvCxnSpPr>
          <p:spPr>
            <a:xfrm>
              <a:off x="5430149" y="4190985"/>
              <a:ext cx="325421" cy="511145"/>
            </a:xfrm>
            <a:prstGeom prst="straightConnector1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íšľïďè"/>
            <p:cNvSpPr txBox="1"/>
            <p:nvPr/>
          </p:nvSpPr>
          <p:spPr>
            <a:xfrm>
              <a:off x="5676808" y="1125539"/>
              <a:ext cx="5843680" cy="1277459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 dirty="0"/>
                <a:t>Unified fonts make reading more fluent.</a:t>
              </a:r>
              <a:endParaRPr lang="en-US" altLang="zh-CN" sz="1200" dirty="0"/>
            </a:p>
            <a:p>
              <a:pPr>
                <a:lnSpc>
                  <a:spcPct val="150000"/>
                </a:lnSpc>
              </a:pPr>
              <a:r>
                <a:rPr lang="en-US" altLang="zh-CN" sz="1600" b="1" dirty="0"/>
                <a:t>Theme color makes PPT more convenient to change.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200" dirty="0"/>
                <a:t>Adjust the spacing to adapt to Chinese typesetting, use the reference line in PPT.</a:t>
              </a:r>
              <a:endParaRPr lang="en-US" sz="1400" b="1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0" name="04fbccbf-b70c-44fc-b71b-78506ba29b8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80" y="1275325"/>
            <a:ext cx="10833209" cy="4307350"/>
            <a:chOff x="687280" y="1275325"/>
            <a:chExt cx="10833209" cy="4307350"/>
          </a:xfrm>
        </p:grpSpPr>
        <p:grpSp>
          <p:nvGrpSpPr>
            <p:cNvPr id="21" name="îSľïḍê"/>
            <p:cNvGrpSpPr/>
            <p:nvPr/>
          </p:nvGrpSpPr>
          <p:grpSpPr>
            <a:xfrm>
              <a:off x="4356834" y="1914525"/>
              <a:ext cx="3478332" cy="3448050"/>
              <a:chOff x="3550663" y="1352550"/>
              <a:chExt cx="4612152" cy="4572000"/>
            </a:xfrm>
          </p:grpSpPr>
          <p:grpSp>
            <p:nvGrpSpPr>
              <p:cNvPr id="34" name="iSliḑê"/>
              <p:cNvGrpSpPr/>
              <p:nvPr/>
            </p:nvGrpSpPr>
            <p:grpSpPr>
              <a:xfrm>
                <a:off x="4141106" y="1999149"/>
                <a:ext cx="3431271" cy="3278802"/>
                <a:chOff x="4052545" y="1914525"/>
                <a:chExt cx="3608389" cy="3448050"/>
              </a:xfrm>
            </p:grpSpPr>
            <p:sp>
              <p:nvSpPr>
                <p:cNvPr id="98" name="íş1ïďé"/>
                <p:cNvSpPr/>
                <p:nvPr/>
              </p:nvSpPr>
              <p:spPr bwMode="auto">
                <a:xfrm>
                  <a:off x="5855946" y="1914525"/>
                  <a:ext cx="1495425" cy="1724025"/>
                </a:xfrm>
                <a:custGeom>
                  <a:avLst/>
                  <a:gdLst>
                    <a:gd name="T0" fmla="*/ 0 w 2415"/>
                    <a:gd name="T1" fmla="*/ 0 h 2788"/>
                    <a:gd name="T2" fmla="*/ 2415 w 2415"/>
                    <a:gd name="T3" fmla="*/ 1394 h 2788"/>
                    <a:gd name="T4" fmla="*/ 0 w 2415"/>
                    <a:gd name="T5" fmla="*/ 2788 h 2788"/>
                    <a:gd name="T6" fmla="*/ 0 w 2415"/>
                    <a:gd name="T7" fmla="*/ 0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0" y="0"/>
                      </a:moveTo>
                      <a:cubicBezTo>
                        <a:pt x="996" y="0"/>
                        <a:pt x="1917" y="531"/>
                        <a:pt x="2415" y="1394"/>
                      </a:cubicBezTo>
                      <a:lnTo>
                        <a:pt x="0" y="27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îṩḻîḍè"/>
                <p:cNvSpPr/>
                <p:nvPr/>
              </p:nvSpPr>
              <p:spPr bwMode="auto">
                <a:xfrm>
                  <a:off x="5855946" y="2776537"/>
                  <a:ext cx="1804988" cy="1724025"/>
                </a:xfrm>
                <a:custGeom>
                  <a:avLst/>
                  <a:gdLst>
                    <a:gd name="T0" fmla="*/ 2415 w 2913"/>
                    <a:gd name="T1" fmla="*/ 0 h 2788"/>
                    <a:gd name="T2" fmla="*/ 2415 w 2913"/>
                    <a:gd name="T3" fmla="*/ 2788 h 2788"/>
                    <a:gd name="T4" fmla="*/ 0 w 2913"/>
                    <a:gd name="T5" fmla="*/ 1394 h 2788"/>
                    <a:gd name="T6" fmla="*/ 2415 w 2913"/>
                    <a:gd name="T7" fmla="*/ 0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13" h="2788">
                      <a:moveTo>
                        <a:pt x="2415" y="0"/>
                      </a:moveTo>
                      <a:cubicBezTo>
                        <a:pt x="2913" y="863"/>
                        <a:pt x="2913" y="1925"/>
                        <a:pt x="2415" y="2788"/>
                      </a:cubicBezTo>
                      <a:lnTo>
                        <a:pt x="0" y="1394"/>
                      </a:lnTo>
                      <a:lnTo>
                        <a:pt x="2415" y="0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0" name="ïṡ1ïdê"/>
                <p:cNvSpPr/>
                <p:nvPr/>
              </p:nvSpPr>
              <p:spPr bwMode="auto">
                <a:xfrm>
                  <a:off x="5855946" y="3638550"/>
                  <a:ext cx="1495425" cy="1724025"/>
                </a:xfrm>
                <a:custGeom>
                  <a:avLst/>
                  <a:gdLst>
                    <a:gd name="T0" fmla="*/ 2415 w 2415"/>
                    <a:gd name="T1" fmla="*/ 1394 h 2788"/>
                    <a:gd name="T2" fmla="*/ 0 w 2415"/>
                    <a:gd name="T3" fmla="*/ 2788 h 2788"/>
                    <a:gd name="T4" fmla="*/ 0 w 2415"/>
                    <a:gd name="T5" fmla="*/ 0 h 2788"/>
                    <a:gd name="T6" fmla="*/ 2415 w 2415"/>
                    <a:gd name="T7" fmla="*/ 1394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2415" y="1394"/>
                      </a:moveTo>
                      <a:cubicBezTo>
                        <a:pt x="1917" y="2257"/>
                        <a:pt x="996" y="2788"/>
                        <a:pt x="0" y="2788"/>
                      </a:cubicBezTo>
                      <a:lnTo>
                        <a:pt x="0" y="0"/>
                      </a:lnTo>
                      <a:lnTo>
                        <a:pt x="2415" y="1394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íṩliḑè"/>
                <p:cNvSpPr/>
                <p:nvPr/>
              </p:nvSpPr>
              <p:spPr bwMode="auto">
                <a:xfrm>
                  <a:off x="4360521" y="3638550"/>
                  <a:ext cx="1495425" cy="1724025"/>
                </a:xfrm>
                <a:custGeom>
                  <a:avLst/>
                  <a:gdLst>
                    <a:gd name="T0" fmla="*/ 2415 w 2415"/>
                    <a:gd name="T1" fmla="*/ 2788 h 2788"/>
                    <a:gd name="T2" fmla="*/ 0 w 2415"/>
                    <a:gd name="T3" fmla="*/ 1394 h 2788"/>
                    <a:gd name="T4" fmla="*/ 2415 w 2415"/>
                    <a:gd name="T5" fmla="*/ 0 h 2788"/>
                    <a:gd name="T6" fmla="*/ 2415 w 2415"/>
                    <a:gd name="T7" fmla="*/ 2788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2415" y="2788"/>
                      </a:moveTo>
                      <a:cubicBezTo>
                        <a:pt x="1419" y="2788"/>
                        <a:pt x="498" y="2257"/>
                        <a:pt x="0" y="1394"/>
                      </a:cubicBezTo>
                      <a:lnTo>
                        <a:pt x="2415" y="0"/>
                      </a:lnTo>
                      <a:lnTo>
                        <a:pt x="2415" y="2788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2" name="îŝ1îḍé"/>
                <p:cNvSpPr/>
                <p:nvPr/>
              </p:nvSpPr>
              <p:spPr bwMode="auto">
                <a:xfrm>
                  <a:off x="4052545" y="2776537"/>
                  <a:ext cx="1803400" cy="1724025"/>
                </a:xfrm>
                <a:custGeom>
                  <a:avLst/>
                  <a:gdLst>
                    <a:gd name="T0" fmla="*/ 498 w 2913"/>
                    <a:gd name="T1" fmla="*/ 2788 h 2788"/>
                    <a:gd name="T2" fmla="*/ 498 w 2913"/>
                    <a:gd name="T3" fmla="*/ 0 h 2788"/>
                    <a:gd name="T4" fmla="*/ 2913 w 2913"/>
                    <a:gd name="T5" fmla="*/ 1394 h 2788"/>
                    <a:gd name="T6" fmla="*/ 498 w 2913"/>
                    <a:gd name="T7" fmla="*/ 2788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13" h="2788">
                      <a:moveTo>
                        <a:pt x="498" y="2788"/>
                      </a:moveTo>
                      <a:cubicBezTo>
                        <a:pt x="0" y="1925"/>
                        <a:pt x="0" y="863"/>
                        <a:pt x="498" y="0"/>
                      </a:cubicBezTo>
                      <a:lnTo>
                        <a:pt x="2913" y="1394"/>
                      </a:lnTo>
                      <a:lnTo>
                        <a:pt x="498" y="2788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ïṧḷïḍè"/>
                <p:cNvSpPr/>
                <p:nvPr/>
              </p:nvSpPr>
              <p:spPr bwMode="auto">
                <a:xfrm>
                  <a:off x="4360521" y="1914525"/>
                  <a:ext cx="1495425" cy="1724025"/>
                </a:xfrm>
                <a:custGeom>
                  <a:avLst/>
                  <a:gdLst>
                    <a:gd name="T0" fmla="*/ 0 w 2415"/>
                    <a:gd name="T1" fmla="*/ 1394 h 2788"/>
                    <a:gd name="T2" fmla="*/ 2415 w 2415"/>
                    <a:gd name="T3" fmla="*/ 0 h 2788"/>
                    <a:gd name="T4" fmla="*/ 2415 w 2415"/>
                    <a:gd name="T5" fmla="*/ 2788 h 2788"/>
                    <a:gd name="T6" fmla="*/ 0 w 2415"/>
                    <a:gd name="T7" fmla="*/ 1394 h 2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415" h="2788">
                      <a:moveTo>
                        <a:pt x="0" y="1394"/>
                      </a:moveTo>
                      <a:cubicBezTo>
                        <a:pt x="498" y="531"/>
                        <a:pt x="1419" y="0"/>
                        <a:pt x="2415" y="0"/>
                      </a:cubicBezTo>
                      <a:lnTo>
                        <a:pt x="2415" y="2788"/>
                      </a:lnTo>
                      <a:lnTo>
                        <a:pt x="0" y="139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ïşľíďé"/>
              <p:cNvGrpSpPr/>
              <p:nvPr/>
            </p:nvGrpSpPr>
            <p:grpSpPr>
              <a:xfrm>
                <a:off x="3550663" y="1352550"/>
                <a:ext cx="4612152" cy="4572000"/>
                <a:chOff x="-4157005" y="3516570"/>
                <a:chExt cx="14791511" cy="14662739"/>
              </a:xfrm>
            </p:grpSpPr>
            <p:grpSp>
              <p:nvGrpSpPr>
                <p:cNvPr id="36" name="îṧḷïďé"/>
                <p:cNvGrpSpPr/>
                <p:nvPr/>
              </p:nvGrpSpPr>
              <p:grpSpPr>
                <a:xfrm>
                  <a:off x="-3888264" y="3656539"/>
                  <a:ext cx="14522770" cy="14522770"/>
                  <a:chOff x="0" y="0"/>
                  <a:chExt cx="14522768" cy="14522768"/>
                </a:xfrm>
              </p:grpSpPr>
              <p:grpSp>
                <p:nvGrpSpPr>
                  <p:cNvPr id="46" name="íSḷîḑé"/>
                  <p:cNvGrpSpPr/>
                  <p:nvPr/>
                </p:nvGrpSpPr>
                <p:grpSpPr>
                  <a:xfrm>
                    <a:off x="2761852" y="2761852"/>
                    <a:ext cx="8999064" cy="8999063"/>
                    <a:chOff x="891063" y="891063"/>
                    <a:chExt cx="8999062" cy="8999062"/>
                  </a:xfrm>
                </p:grpSpPr>
                <p:sp>
                  <p:nvSpPr>
                    <p:cNvPr id="49" name="iś1iḑè"/>
                    <p:cNvSpPr/>
                    <p:nvPr/>
                  </p:nvSpPr>
                  <p:spPr>
                    <a:xfrm>
                      <a:off x="891063" y="891063"/>
                      <a:ext cx="8999062" cy="899906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71437" tIns="71437" rIns="71437" bIns="71437" numCol="1" anchor="ctr">
                      <a:noAutofit/>
                    </a:bodyPr>
                    <a:lstStyle/>
                    <a:p>
                      <a:pPr algn="ctr">
                        <a:defRPr sz="3200" cap="none">
                          <a:solidFill>
                            <a:srgbClr val="FFFFFF"/>
                          </a:solidFill>
                        </a:defRPr>
                      </a:pPr>
                    </a:p>
                  </p:txBody>
                </p:sp>
                <p:grpSp>
                  <p:nvGrpSpPr>
                    <p:cNvPr id="50" name="íṡḷíde"/>
                    <p:cNvGrpSpPr/>
                    <p:nvPr/>
                  </p:nvGrpSpPr>
                  <p:grpSpPr>
                    <a:xfrm>
                      <a:off x="1311695" y="1294979"/>
                      <a:ext cx="8157800" cy="8191231"/>
                      <a:chOff x="0" y="-1"/>
                      <a:chExt cx="8157798" cy="8191230"/>
                    </a:xfrm>
                  </p:grpSpPr>
                  <p:sp>
                    <p:nvSpPr>
                      <p:cNvPr id="51" name="iṡḷïḓè"/>
                      <p:cNvSpPr/>
                      <p:nvPr/>
                    </p:nvSpPr>
                    <p:spPr>
                      <a:xfrm>
                        <a:off x="0" y="33423"/>
                        <a:ext cx="8157798" cy="8157806"/>
                      </a:xfrm>
                      <a:prstGeom prst="ellipse">
                        <a:avLst/>
                      </a:prstGeom>
                      <a:noFill/>
                      <a:ln w="127000" cap="flat">
                        <a:solidFill>
                          <a:srgbClr val="DCDEE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11600" cap="none">
                            <a:solidFill>
                              <a:srgbClr val="77716C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2" name="ïšlîḍè"/>
                      <p:cNvSpPr/>
                      <p:nvPr/>
                    </p:nvSpPr>
                    <p:spPr>
                      <a:xfrm>
                        <a:off x="1393245" y="-1"/>
                        <a:ext cx="6731335" cy="37483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99" h="21511" extrusionOk="0">
                            <a:moveTo>
                              <a:pt x="6974" y="3251"/>
                            </a:moveTo>
                            <a:lnTo>
                              <a:pt x="6917" y="3349"/>
                            </a:lnTo>
                            <a:lnTo>
                              <a:pt x="6827" y="3350"/>
                            </a:lnTo>
                            <a:lnTo>
                              <a:pt x="6604" y="3534"/>
                            </a:lnTo>
                            <a:lnTo>
                              <a:pt x="6516" y="3506"/>
                            </a:lnTo>
                            <a:lnTo>
                              <a:pt x="6316" y="3666"/>
                            </a:lnTo>
                            <a:lnTo>
                              <a:pt x="6388" y="3748"/>
                            </a:lnTo>
                            <a:lnTo>
                              <a:pt x="6349" y="3897"/>
                            </a:lnTo>
                            <a:lnTo>
                              <a:pt x="6191" y="3956"/>
                            </a:lnTo>
                            <a:lnTo>
                              <a:pt x="6079" y="4058"/>
                            </a:lnTo>
                            <a:lnTo>
                              <a:pt x="5935" y="4082"/>
                            </a:lnTo>
                            <a:lnTo>
                              <a:pt x="5832" y="3953"/>
                            </a:lnTo>
                            <a:lnTo>
                              <a:pt x="5592" y="3895"/>
                            </a:lnTo>
                            <a:lnTo>
                              <a:pt x="5538" y="3965"/>
                            </a:lnTo>
                            <a:lnTo>
                              <a:pt x="5643" y="4107"/>
                            </a:lnTo>
                            <a:lnTo>
                              <a:pt x="5491" y="4212"/>
                            </a:lnTo>
                            <a:lnTo>
                              <a:pt x="5425" y="4373"/>
                            </a:lnTo>
                            <a:lnTo>
                              <a:pt x="5289" y="4561"/>
                            </a:lnTo>
                            <a:lnTo>
                              <a:pt x="5483" y="4605"/>
                            </a:lnTo>
                            <a:lnTo>
                              <a:pt x="5424" y="4718"/>
                            </a:lnTo>
                            <a:lnTo>
                              <a:pt x="5441" y="4859"/>
                            </a:lnTo>
                            <a:lnTo>
                              <a:pt x="5284" y="5054"/>
                            </a:lnTo>
                            <a:lnTo>
                              <a:pt x="5134" y="5348"/>
                            </a:lnTo>
                            <a:lnTo>
                              <a:pt x="5011" y="5415"/>
                            </a:lnTo>
                            <a:lnTo>
                              <a:pt x="4819" y="5473"/>
                            </a:lnTo>
                            <a:lnTo>
                              <a:pt x="4729" y="5579"/>
                            </a:lnTo>
                            <a:lnTo>
                              <a:pt x="4698" y="5763"/>
                            </a:lnTo>
                            <a:lnTo>
                              <a:pt x="4640" y="6049"/>
                            </a:lnTo>
                            <a:lnTo>
                              <a:pt x="4594" y="6214"/>
                            </a:lnTo>
                            <a:lnTo>
                              <a:pt x="4511" y="6355"/>
                            </a:lnTo>
                            <a:lnTo>
                              <a:pt x="4335" y="6402"/>
                            </a:lnTo>
                            <a:lnTo>
                              <a:pt x="4158" y="6496"/>
                            </a:lnTo>
                            <a:lnTo>
                              <a:pt x="4121" y="6731"/>
                            </a:lnTo>
                            <a:lnTo>
                              <a:pt x="4130" y="6918"/>
                            </a:lnTo>
                            <a:lnTo>
                              <a:pt x="4130" y="7106"/>
                            </a:lnTo>
                            <a:lnTo>
                              <a:pt x="4209" y="7153"/>
                            </a:lnTo>
                            <a:lnTo>
                              <a:pt x="4222" y="7294"/>
                            </a:lnTo>
                            <a:lnTo>
                              <a:pt x="4143" y="7373"/>
                            </a:lnTo>
                            <a:lnTo>
                              <a:pt x="4058" y="7373"/>
                            </a:lnTo>
                            <a:lnTo>
                              <a:pt x="4013" y="7501"/>
                            </a:lnTo>
                            <a:lnTo>
                              <a:pt x="4138" y="7589"/>
                            </a:lnTo>
                            <a:lnTo>
                              <a:pt x="4206" y="7523"/>
                            </a:lnTo>
                            <a:lnTo>
                              <a:pt x="4233" y="7687"/>
                            </a:lnTo>
                            <a:lnTo>
                              <a:pt x="4180" y="7866"/>
                            </a:lnTo>
                            <a:lnTo>
                              <a:pt x="4163" y="8053"/>
                            </a:lnTo>
                            <a:lnTo>
                              <a:pt x="4125" y="8305"/>
                            </a:lnTo>
                            <a:lnTo>
                              <a:pt x="4029" y="8541"/>
                            </a:lnTo>
                            <a:lnTo>
                              <a:pt x="3985" y="8685"/>
                            </a:lnTo>
                            <a:lnTo>
                              <a:pt x="3904" y="8905"/>
                            </a:lnTo>
                            <a:lnTo>
                              <a:pt x="3852" y="9140"/>
                            </a:lnTo>
                            <a:lnTo>
                              <a:pt x="3785" y="9331"/>
                            </a:lnTo>
                            <a:lnTo>
                              <a:pt x="3684" y="9449"/>
                            </a:lnTo>
                            <a:lnTo>
                              <a:pt x="3703" y="9593"/>
                            </a:lnTo>
                            <a:lnTo>
                              <a:pt x="3763" y="9804"/>
                            </a:lnTo>
                            <a:lnTo>
                              <a:pt x="3728" y="9961"/>
                            </a:lnTo>
                            <a:lnTo>
                              <a:pt x="3652" y="10090"/>
                            </a:lnTo>
                            <a:lnTo>
                              <a:pt x="3612" y="10294"/>
                            </a:lnTo>
                            <a:lnTo>
                              <a:pt x="3509" y="10317"/>
                            </a:lnTo>
                            <a:lnTo>
                              <a:pt x="3433" y="10306"/>
                            </a:lnTo>
                            <a:lnTo>
                              <a:pt x="3341" y="10180"/>
                            </a:lnTo>
                            <a:lnTo>
                              <a:pt x="3205" y="10239"/>
                            </a:lnTo>
                            <a:lnTo>
                              <a:pt x="3156" y="10321"/>
                            </a:lnTo>
                            <a:lnTo>
                              <a:pt x="3101" y="10211"/>
                            </a:lnTo>
                            <a:lnTo>
                              <a:pt x="3114" y="10027"/>
                            </a:lnTo>
                            <a:lnTo>
                              <a:pt x="3134" y="9895"/>
                            </a:lnTo>
                            <a:lnTo>
                              <a:pt x="3226" y="9711"/>
                            </a:lnTo>
                            <a:lnTo>
                              <a:pt x="3312" y="9617"/>
                            </a:lnTo>
                            <a:lnTo>
                              <a:pt x="3305" y="9492"/>
                            </a:lnTo>
                            <a:lnTo>
                              <a:pt x="3233" y="9289"/>
                            </a:lnTo>
                            <a:lnTo>
                              <a:pt x="3345" y="9214"/>
                            </a:lnTo>
                            <a:lnTo>
                              <a:pt x="3376" y="9053"/>
                            </a:lnTo>
                            <a:lnTo>
                              <a:pt x="3149" y="9260"/>
                            </a:lnTo>
                            <a:lnTo>
                              <a:pt x="3057" y="9190"/>
                            </a:lnTo>
                            <a:lnTo>
                              <a:pt x="2937" y="9072"/>
                            </a:lnTo>
                            <a:lnTo>
                              <a:pt x="2846" y="9272"/>
                            </a:lnTo>
                            <a:lnTo>
                              <a:pt x="2739" y="9402"/>
                            </a:lnTo>
                            <a:lnTo>
                              <a:pt x="2627" y="9539"/>
                            </a:lnTo>
                            <a:lnTo>
                              <a:pt x="2528" y="9539"/>
                            </a:lnTo>
                            <a:lnTo>
                              <a:pt x="2527" y="9402"/>
                            </a:lnTo>
                            <a:lnTo>
                              <a:pt x="2600" y="9273"/>
                            </a:lnTo>
                            <a:lnTo>
                              <a:pt x="2481" y="9029"/>
                            </a:lnTo>
                            <a:lnTo>
                              <a:pt x="2357" y="8831"/>
                            </a:lnTo>
                            <a:lnTo>
                              <a:pt x="2187" y="8576"/>
                            </a:lnTo>
                            <a:lnTo>
                              <a:pt x="2036" y="8658"/>
                            </a:lnTo>
                            <a:lnTo>
                              <a:pt x="2072" y="8493"/>
                            </a:lnTo>
                            <a:lnTo>
                              <a:pt x="2195" y="8270"/>
                            </a:lnTo>
                            <a:lnTo>
                              <a:pt x="2215" y="8039"/>
                            </a:lnTo>
                            <a:lnTo>
                              <a:pt x="2070" y="7991"/>
                            </a:lnTo>
                            <a:lnTo>
                              <a:pt x="2108" y="7828"/>
                            </a:lnTo>
                            <a:lnTo>
                              <a:pt x="2147" y="7527"/>
                            </a:lnTo>
                            <a:lnTo>
                              <a:pt x="2031" y="7598"/>
                            </a:lnTo>
                            <a:lnTo>
                              <a:pt x="1922" y="7527"/>
                            </a:lnTo>
                            <a:lnTo>
                              <a:pt x="1832" y="7657"/>
                            </a:lnTo>
                            <a:lnTo>
                              <a:pt x="1743" y="7786"/>
                            </a:lnTo>
                            <a:lnTo>
                              <a:pt x="1586" y="7876"/>
                            </a:lnTo>
                            <a:lnTo>
                              <a:pt x="1447" y="7969"/>
                            </a:lnTo>
                            <a:lnTo>
                              <a:pt x="1408" y="7863"/>
                            </a:lnTo>
                            <a:lnTo>
                              <a:pt x="1488" y="7747"/>
                            </a:lnTo>
                            <a:lnTo>
                              <a:pt x="1324" y="7782"/>
                            </a:lnTo>
                            <a:lnTo>
                              <a:pt x="1278" y="7896"/>
                            </a:lnTo>
                            <a:lnTo>
                              <a:pt x="1208" y="7955"/>
                            </a:lnTo>
                            <a:lnTo>
                              <a:pt x="1196" y="7791"/>
                            </a:lnTo>
                            <a:lnTo>
                              <a:pt x="1158" y="7674"/>
                            </a:lnTo>
                            <a:lnTo>
                              <a:pt x="1040" y="7720"/>
                            </a:lnTo>
                            <a:cubicBezTo>
                              <a:pt x="1028" y="7727"/>
                              <a:pt x="1016" y="7735"/>
                              <a:pt x="1005" y="7742"/>
                            </a:cubicBezTo>
                            <a:cubicBezTo>
                              <a:pt x="993" y="7749"/>
                              <a:pt x="981" y="7756"/>
                              <a:pt x="970" y="7763"/>
                            </a:cubicBezTo>
                            <a:lnTo>
                              <a:pt x="889" y="7639"/>
                            </a:lnTo>
                            <a:lnTo>
                              <a:pt x="759" y="7615"/>
                            </a:lnTo>
                            <a:lnTo>
                              <a:pt x="613" y="7348"/>
                            </a:lnTo>
                            <a:lnTo>
                              <a:pt x="685" y="7239"/>
                            </a:lnTo>
                            <a:lnTo>
                              <a:pt x="801" y="7263"/>
                            </a:lnTo>
                            <a:lnTo>
                              <a:pt x="818" y="7415"/>
                            </a:lnTo>
                            <a:lnTo>
                              <a:pt x="963" y="7254"/>
                            </a:lnTo>
                            <a:lnTo>
                              <a:pt x="1171" y="7066"/>
                            </a:lnTo>
                            <a:lnTo>
                              <a:pt x="1360" y="6964"/>
                            </a:lnTo>
                            <a:lnTo>
                              <a:pt x="1640" y="6779"/>
                            </a:lnTo>
                            <a:lnTo>
                              <a:pt x="1824" y="6697"/>
                            </a:lnTo>
                            <a:lnTo>
                              <a:pt x="1965" y="6776"/>
                            </a:lnTo>
                            <a:lnTo>
                              <a:pt x="2035" y="6806"/>
                            </a:lnTo>
                            <a:lnTo>
                              <a:pt x="1962" y="6970"/>
                            </a:lnTo>
                            <a:lnTo>
                              <a:pt x="2059" y="7060"/>
                            </a:lnTo>
                            <a:lnTo>
                              <a:pt x="2201" y="7154"/>
                            </a:lnTo>
                            <a:lnTo>
                              <a:pt x="2279" y="7259"/>
                            </a:lnTo>
                            <a:lnTo>
                              <a:pt x="2349" y="7380"/>
                            </a:lnTo>
                            <a:lnTo>
                              <a:pt x="2402" y="7486"/>
                            </a:lnTo>
                            <a:lnTo>
                              <a:pt x="2588" y="7427"/>
                            </a:lnTo>
                            <a:lnTo>
                              <a:pt x="2704" y="7392"/>
                            </a:lnTo>
                            <a:lnTo>
                              <a:pt x="2477" y="7353"/>
                            </a:lnTo>
                            <a:lnTo>
                              <a:pt x="2507" y="7224"/>
                            </a:lnTo>
                            <a:lnTo>
                              <a:pt x="2385" y="7111"/>
                            </a:lnTo>
                            <a:lnTo>
                              <a:pt x="2457" y="7001"/>
                            </a:lnTo>
                            <a:lnTo>
                              <a:pt x="2568" y="6884"/>
                            </a:lnTo>
                            <a:lnTo>
                              <a:pt x="2663" y="6782"/>
                            </a:lnTo>
                            <a:lnTo>
                              <a:pt x="2688" y="6638"/>
                            </a:lnTo>
                            <a:lnTo>
                              <a:pt x="2465" y="6293"/>
                            </a:lnTo>
                            <a:lnTo>
                              <a:pt x="2378" y="6333"/>
                            </a:lnTo>
                            <a:lnTo>
                              <a:pt x="2288" y="6439"/>
                            </a:lnTo>
                            <a:lnTo>
                              <a:pt x="2244" y="6334"/>
                            </a:lnTo>
                            <a:lnTo>
                              <a:pt x="2308" y="6154"/>
                            </a:lnTo>
                            <a:lnTo>
                              <a:pt x="2391" y="5828"/>
                            </a:lnTo>
                            <a:lnTo>
                              <a:pt x="2470" y="5946"/>
                            </a:lnTo>
                            <a:lnTo>
                              <a:pt x="2621" y="5667"/>
                            </a:lnTo>
                            <a:lnTo>
                              <a:pt x="2588" y="5538"/>
                            </a:lnTo>
                            <a:lnTo>
                              <a:pt x="2700" y="5236"/>
                            </a:lnTo>
                            <a:lnTo>
                              <a:pt x="2713" y="5107"/>
                            </a:lnTo>
                            <a:lnTo>
                              <a:pt x="2827" y="4916"/>
                            </a:lnTo>
                            <a:lnTo>
                              <a:pt x="2906" y="4653"/>
                            </a:lnTo>
                            <a:lnTo>
                              <a:pt x="2834" y="4528"/>
                            </a:lnTo>
                            <a:lnTo>
                              <a:pt x="2781" y="4435"/>
                            </a:lnTo>
                            <a:lnTo>
                              <a:pt x="2770" y="4225"/>
                            </a:lnTo>
                            <a:lnTo>
                              <a:pt x="2744" y="4021"/>
                            </a:lnTo>
                            <a:lnTo>
                              <a:pt x="2681" y="3962"/>
                            </a:lnTo>
                            <a:lnTo>
                              <a:pt x="2668" y="4165"/>
                            </a:lnTo>
                            <a:lnTo>
                              <a:pt x="2493" y="4247"/>
                            </a:lnTo>
                            <a:lnTo>
                              <a:pt x="2390" y="4259"/>
                            </a:lnTo>
                            <a:lnTo>
                              <a:pt x="2383" y="4388"/>
                            </a:lnTo>
                            <a:lnTo>
                              <a:pt x="2138" y="4670"/>
                            </a:lnTo>
                            <a:lnTo>
                              <a:pt x="2017" y="4784"/>
                            </a:lnTo>
                            <a:lnTo>
                              <a:pt x="2021" y="4928"/>
                            </a:lnTo>
                            <a:lnTo>
                              <a:pt x="2181" y="4928"/>
                            </a:lnTo>
                            <a:lnTo>
                              <a:pt x="2089" y="5051"/>
                            </a:lnTo>
                            <a:lnTo>
                              <a:pt x="1763" y="5172"/>
                            </a:lnTo>
                            <a:lnTo>
                              <a:pt x="1494" y="5367"/>
                            </a:lnTo>
                            <a:lnTo>
                              <a:pt x="1139" y="5673"/>
                            </a:lnTo>
                            <a:lnTo>
                              <a:pt x="1065" y="5619"/>
                            </a:lnTo>
                            <a:lnTo>
                              <a:pt x="1229" y="5493"/>
                            </a:lnTo>
                            <a:lnTo>
                              <a:pt x="1218" y="5329"/>
                            </a:lnTo>
                            <a:lnTo>
                              <a:pt x="1102" y="5458"/>
                            </a:lnTo>
                            <a:lnTo>
                              <a:pt x="951" y="5646"/>
                            </a:lnTo>
                            <a:lnTo>
                              <a:pt x="854" y="5952"/>
                            </a:lnTo>
                            <a:lnTo>
                              <a:pt x="668" y="6179"/>
                            </a:lnTo>
                            <a:lnTo>
                              <a:pt x="513" y="6351"/>
                            </a:lnTo>
                            <a:lnTo>
                              <a:pt x="357" y="6492"/>
                            </a:lnTo>
                            <a:lnTo>
                              <a:pt x="370" y="6645"/>
                            </a:lnTo>
                            <a:lnTo>
                              <a:pt x="328" y="6754"/>
                            </a:lnTo>
                            <a:lnTo>
                              <a:pt x="404" y="6918"/>
                            </a:lnTo>
                            <a:lnTo>
                              <a:pt x="341" y="7041"/>
                            </a:lnTo>
                            <a:lnTo>
                              <a:pt x="468" y="7096"/>
                            </a:lnTo>
                            <a:lnTo>
                              <a:pt x="435" y="7233"/>
                            </a:lnTo>
                            <a:lnTo>
                              <a:pt x="586" y="7126"/>
                            </a:lnTo>
                            <a:lnTo>
                              <a:pt x="490" y="7354"/>
                            </a:lnTo>
                            <a:lnTo>
                              <a:pt x="325" y="7154"/>
                            </a:lnTo>
                            <a:lnTo>
                              <a:pt x="301" y="6908"/>
                            </a:lnTo>
                            <a:lnTo>
                              <a:pt x="265" y="6667"/>
                            </a:lnTo>
                            <a:lnTo>
                              <a:pt x="0" y="6160"/>
                            </a:lnTo>
                            <a:cubicBezTo>
                              <a:pt x="607" y="5114"/>
                              <a:pt x="1274" y="4187"/>
                              <a:pt x="1990" y="3393"/>
                            </a:cubicBezTo>
                            <a:cubicBezTo>
                              <a:pt x="2818" y="2477"/>
                              <a:pt x="3705" y="1746"/>
                              <a:pt x="4632" y="1216"/>
                            </a:cubicBezTo>
                            <a:cubicBezTo>
                              <a:pt x="5586" y="636"/>
                              <a:pt x="6574" y="259"/>
                              <a:pt x="7577" y="95"/>
                            </a:cubicBezTo>
                            <a:cubicBezTo>
                              <a:pt x="8699" y="-89"/>
                              <a:pt x="9831" y="-6"/>
                              <a:pt x="10941" y="343"/>
                            </a:cubicBezTo>
                            <a:cubicBezTo>
                              <a:pt x="11759" y="594"/>
                              <a:pt x="12562" y="990"/>
                              <a:pt x="13336" y="1526"/>
                            </a:cubicBezTo>
                            <a:cubicBezTo>
                              <a:pt x="14083" y="2044"/>
                              <a:pt x="14800" y="2689"/>
                              <a:pt x="15478" y="3453"/>
                            </a:cubicBezTo>
                            <a:cubicBezTo>
                              <a:pt x="16137" y="4153"/>
                              <a:pt x="16753" y="4972"/>
                              <a:pt x="17319" y="5896"/>
                            </a:cubicBezTo>
                            <a:cubicBezTo>
                              <a:pt x="17855" y="6774"/>
                              <a:pt x="18343" y="7742"/>
                              <a:pt x="18774" y="8788"/>
                            </a:cubicBezTo>
                            <a:cubicBezTo>
                              <a:pt x="19246" y="9774"/>
                              <a:pt x="19668" y="10832"/>
                              <a:pt x="20036" y="11950"/>
                            </a:cubicBezTo>
                            <a:cubicBezTo>
                              <a:pt x="20392" y="13028"/>
                              <a:pt x="20696" y="14158"/>
                              <a:pt x="20945" y="15328"/>
                            </a:cubicBezTo>
                            <a:cubicBezTo>
                              <a:pt x="21172" y="16358"/>
                              <a:pt x="21341" y="17425"/>
                              <a:pt x="21451" y="18514"/>
                            </a:cubicBezTo>
                            <a:cubicBezTo>
                              <a:pt x="21551" y="19503"/>
                              <a:pt x="21600" y="20506"/>
                              <a:pt x="21599" y="21511"/>
                            </a:cubicBezTo>
                            <a:lnTo>
                              <a:pt x="21410" y="21296"/>
                            </a:lnTo>
                            <a:lnTo>
                              <a:pt x="21242" y="21132"/>
                            </a:lnTo>
                            <a:lnTo>
                              <a:pt x="21183" y="20971"/>
                            </a:lnTo>
                            <a:lnTo>
                              <a:pt x="21111" y="20701"/>
                            </a:lnTo>
                            <a:lnTo>
                              <a:pt x="21071" y="20595"/>
                            </a:lnTo>
                            <a:lnTo>
                              <a:pt x="20935" y="20474"/>
                            </a:lnTo>
                            <a:cubicBezTo>
                              <a:pt x="20910" y="20403"/>
                              <a:pt x="20893" y="20325"/>
                              <a:pt x="20885" y="20242"/>
                            </a:cubicBezTo>
                            <a:cubicBezTo>
                              <a:pt x="20878" y="20163"/>
                              <a:pt x="20879" y="20083"/>
                              <a:pt x="20878" y="20003"/>
                            </a:cubicBezTo>
                            <a:cubicBezTo>
                              <a:pt x="20878" y="19887"/>
                              <a:pt x="20873" y="19772"/>
                              <a:pt x="20865" y="19657"/>
                            </a:cubicBezTo>
                            <a:lnTo>
                              <a:pt x="20806" y="19224"/>
                            </a:lnTo>
                            <a:lnTo>
                              <a:pt x="20613" y="18374"/>
                            </a:lnTo>
                            <a:lnTo>
                              <a:pt x="20532" y="17853"/>
                            </a:lnTo>
                            <a:lnTo>
                              <a:pt x="20495" y="17531"/>
                            </a:lnTo>
                            <a:lnTo>
                              <a:pt x="20451" y="17300"/>
                            </a:lnTo>
                            <a:lnTo>
                              <a:pt x="20465" y="17039"/>
                            </a:lnTo>
                            <a:lnTo>
                              <a:pt x="20399" y="16647"/>
                            </a:lnTo>
                            <a:lnTo>
                              <a:pt x="20304" y="16145"/>
                            </a:lnTo>
                            <a:lnTo>
                              <a:pt x="20144" y="15894"/>
                            </a:lnTo>
                            <a:lnTo>
                              <a:pt x="19991" y="15416"/>
                            </a:lnTo>
                            <a:lnTo>
                              <a:pt x="19958" y="15078"/>
                            </a:lnTo>
                            <a:lnTo>
                              <a:pt x="19927" y="14823"/>
                            </a:lnTo>
                            <a:lnTo>
                              <a:pt x="19888" y="14647"/>
                            </a:lnTo>
                            <a:lnTo>
                              <a:pt x="19732" y="14102"/>
                            </a:lnTo>
                            <a:lnTo>
                              <a:pt x="19592" y="13641"/>
                            </a:lnTo>
                            <a:lnTo>
                              <a:pt x="19613" y="13386"/>
                            </a:lnTo>
                            <a:lnTo>
                              <a:pt x="19553" y="12708"/>
                            </a:lnTo>
                            <a:lnTo>
                              <a:pt x="19409" y="11711"/>
                            </a:lnTo>
                            <a:lnTo>
                              <a:pt x="19217" y="10880"/>
                            </a:lnTo>
                            <a:lnTo>
                              <a:pt x="18969" y="10276"/>
                            </a:lnTo>
                            <a:lnTo>
                              <a:pt x="18725" y="9684"/>
                            </a:lnTo>
                            <a:lnTo>
                              <a:pt x="18572" y="9272"/>
                            </a:lnTo>
                            <a:cubicBezTo>
                              <a:pt x="18530" y="9314"/>
                              <a:pt x="18481" y="9323"/>
                              <a:pt x="18436" y="9296"/>
                            </a:cubicBezTo>
                            <a:cubicBezTo>
                              <a:pt x="18372" y="9258"/>
                              <a:pt x="18326" y="9157"/>
                              <a:pt x="18319" y="9037"/>
                            </a:cubicBezTo>
                            <a:lnTo>
                              <a:pt x="18247" y="8955"/>
                            </a:lnTo>
                            <a:cubicBezTo>
                              <a:pt x="18222" y="8856"/>
                              <a:pt x="18192" y="8762"/>
                              <a:pt x="18157" y="8672"/>
                            </a:cubicBezTo>
                            <a:cubicBezTo>
                              <a:pt x="18124" y="8586"/>
                              <a:pt x="18087" y="8505"/>
                              <a:pt x="18046" y="8429"/>
                            </a:cubicBezTo>
                            <a:lnTo>
                              <a:pt x="17881" y="8472"/>
                            </a:lnTo>
                            <a:lnTo>
                              <a:pt x="17986" y="8711"/>
                            </a:lnTo>
                            <a:lnTo>
                              <a:pt x="18122" y="9040"/>
                            </a:lnTo>
                            <a:lnTo>
                              <a:pt x="18232" y="9295"/>
                            </a:lnTo>
                            <a:lnTo>
                              <a:pt x="18315" y="9523"/>
                            </a:lnTo>
                            <a:lnTo>
                              <a:pt x="18335" y="9837"/>
                            </a:lnTo>
                            <a:lnTo>
                              <a:pt x="18453" y="9994"/>
                            </a:lnTo>
                            <a:lnTo>
                              <a:pt x="18539" y="10147"/>
                            </a:lnTo>
                            <a:lnTo>
                              <a:pt x="18637" y="10335"/>
                            </a:lnTo>
                            <a:lnTo>
                              <a:pt x="18699" y="10696"/>
                            </a:lnTo>
                            <a:lnTo>
                              <a:pt x="18797" y="10856"/>
                            </a:lnTo>
                            <a:lnTo>
                              <a:pt x="18830" y="10605"/>
                            </a:lnTo>
                            <a:lnTo>
                              <a:pt x="18784" y="10311"/>
                            </a:lnTo>
                            <a:lnTo>
                              <a:pt x="18893" y="10444"/>
                            </a:lnTo>
                            <a:lnTo>
                              <a:pt x="18887" y="10702"/>
                            </a:lnTo>
                            <a:lnTo>
                              <a:pt x="18882" y="10938"/>
                            </a:lnTo>
                            <a:lnTo>
                              <a:pt x="18797" y="11008"/>
                            </a:lnTo>
                            <a:lnTo>
                              <a:pt x="18867" y="11235"/>
                            </a:lnTo>
                            <a:lnTo>
                              <a:pt x="18959" y="11501"/>
                            </a:lnTo>
                            <a:lnTo>
                              <a:pt x="19062" y="11501"/>
                            </a:lnTo>
                            <a:lnTo>
                              <a:pt x="19128" y="11783"/>
                            </a:lnTo>
                            <a:lnTo>
                              <a:pt x="19194" y="12022"/>
                            </a:lnTo>
                            <a:lnTo>
                              <a:pt x="19299" y="12258"/>
                            </a:lnTo>
                            <a:lnTo>
                              <a:pt x="19391" y="12481"/>
                            </a:lnTo>
                            <a:lnTo>
                              <a:pt x="19404" y="12645"/>
                            </a:lnTo>
                            <a:lnTo>
                              <a:pt x="19437" y="12770"/>
                            </a:lnTo>
                            <a:lnTo>
                              <a:pt x="19457" y="12985"/>
                            </a:lnTo>
                            <a:lnTo>
                              <a:pt x="19490" y="13181"/>
                            </a:lnTo>
                            <a:lnTo>
                              <a:pt x="19527" y="13396"/>
                            </a:lnTo>
                            <a:lnTo>
                              <a:pt x="19535" y="13690"/>
                            </a:lnTo>
                            <a:lnTo>
                              <a:pt x="19450" y="13613"/>
                            </a:lnTo>
                            <a:lnTo>
                              <a:pt x="19418" y="13938"/>
                            </a:lnTo>
                            <a:cubicBezTo>
                              <a:pt x="19416" y="13965"/>
                              <a:pt x="19414" y="13992"/>
                              <a:pt x="19412" y="14019"/>
                            </a:cubicBezTo>
                            <a:cubicBezTo>
                              <a:pt x="19411" y="14046"/>
                              <a:pt x="19409" y="14073"/>
                              <a:pt x="19407" y="14099"/>
                            </a:cubicBezTo>
                            <a:lnTo>
                              <a:pt x="19324" y="13888"/>
                            </a:lnTo>
                            <a:lnTo>
                              <a:pt x="19256" y="13900"/>
                            </a:lnTo>
                            <a:cubicBezTo>
                              <a:pt x="19229" y="13884"/>
                              <a:pt x="19204" y="13860"/>
                              <a:pt x="19182" y="13830"/>
                            </a:cubicBezTo>
                            <a:cubicBezTo>
                              <a:pt x="19144" y="13778"/>
                              <a:pt x="19115" y="13709"/>
                              <a:pt x="19099" y="13630"/>
                            </a:cubicBezTo>
                            <a:cubicBezTo>
                              <a:pt x="19074" y="13571"/>
                              <a:pt x="19048" y="13514"/>
                              <a:pt x="19022" y="13457"/>
                            </a:cubicBezTo>
                            <a:cubicBezTo>
                              <a:pt x="18987" y="13383"/>
                              <a:pt x="18951" y="13309"/>
                              <a:pt x="18914" y="13238"/>
                            </a:cubicBezTo>
                            <a:cubicBezTo>
                              <a:pt x="18890" y="13189"/>
                              <a:pt x="18863" y="13141"/>
                              <a:pt x="18836" y="13097"/>
                            </a:cubicBezTo>
                            <a:cubicBezTo>
                              <a:pt x="18804" y="13046"/>
                              <a:pt x="18770" y="12999"/>
                              <a:pt x="18735" y="12957"/>
                            </a:cubicBezTo>
                            <a:lnTo>
                              <a:pt x="18607" y="12862"/>
                            </a:lnTo>
                            <a:lnTo>
                              <a:pt x="18537" y="12655"/>
                            </a:lnTo>
                            <a:lnTo>
                              <a:pt x="18485" y="12443"/>
                            </a:lnTo>
                            <a:lnTo>
                              <a:pt x="18485" y="12232"/>
                            </a:lnTo>
                            <a:lnTo>
                              <a:pt x="18524" y="11844"/>
                            </a:lnTo>
                            <a:lnTo>
                              <a:pt x="18522" y="11374"/>
                            </a:lnTo>
                            <a:lnTo>
                              <a:pt x="18463" y="11103"/>
                            </a:lnTo>
                            <a:lnTo>
                              <a:pt x="18325" y="10880"/>
                            </a:lnTo>
                            <a:lnTo>
                              <a:pt x="18177" y="10554"/>
                            </a:lnTo>
                            <a:lnTo>
                              <a:pt x="18076" y="10495"/>
                            </a:lnTo>
                            <a:lnTo>
                              <a:pt x="17975" y="10495"/>
                            </a:lnTo>
                            <a:lnTo>
                              <a:pt x="17912" y="10531"/>
                            </a:lnTo>
                            <a:lnTo>
                              <a:pt x="17868" y="10778"/>
                            </a:lnTo>
                            <a:lnTo>
                              <a:pt x="17772" y="10789"/>
                            </a:lnTo>
                            <a:lnTo>
                              <a:pt x="17726" y="10624"/>
                            </a:lnTo>
                            <a:lnTo>
                              <a:pt x="17693" y="10412"/>
                            </a:lnTo>
                            <a:lnTo>
                              <a:pt x="17648" y="10178"/>
                            </a:lnTo>
                            <a:lnTo>
                              <a:pt x="17611" y="10088"/>
                            </a:lnTo>
                            <a:lnTo>
                              <a:pt x="17495" y="9991"/>
                            </a:lnTo>
                            <a:lnTo>
                              <a:pt x="17432" y="9874"/>
                            </a:lnTo>
                            <a:lnTo>
                              <a:pt x="17434" y="9725"/>
                            </a:lnTo>
                            <a:lnTo>
                              <a:pt x="17348" y="9467"/>
                            </a:lnTo>
                            <a:lnTo>
                              <a:pt x="17287" y="9251"/>
                            </a:lnTo>
                            <a:lnTo>
                              <a:pt x="17189" y="9133"/>
                            </a:lnTo>
                            <a:lnTo>
                              <a:pt x="17228" y="9309"/>
                            </a:lnTo>
                            <a:lnTo>
                              <a:pt x="17287" y="9508"/>
                            </a:lnTo>
                            <a:lnTo>
                              <a:pt x="17307" y="9659"/>
                            </a:lnTo>
                            <a:lnTo>
                              <a:pt x="17346" y="9929"/>
                            </a:lnTo>
                            <a:lnTo>
                              <a:pt x="17403" y="10239"/>
                            </a:lnTo>
                            <a:lnTo>
                              <a:pt x="17487" y="10525"/>
                            </a:lnTo>
                            <a:lnTo>
                              <a:pt x="17467" y="10678"/>
                            </a:lnTo>
                            <a:lnTo>
                              <a:pt x="17306" y="10380"/>
                            </a:lnTo>
                            <a:lnTo>
                              <a:pt x="17262" y="10267"/>
                            </a:lnTo>
                            <a:cubicBezTo>
                              <a:pt x="17251" y="10247"/>
                              <a:pt x="17241" y="10228"/>
                              <a:pt x="17230" y="10208"/>
                            </a:cubicBezTo>
                            <a:cubicBezTo>
                              <a:pt x="17219" y="10189"/>
                              <a:pt x="17208" y="10169"/>
                              <a:pt x="17197" y="10150"/>
                            </a:cubicBezTo>
                            <a:lnTo>
                              <a:pt x="17074" y="10079"/>
                            </a:lnTo>
                            <a:lnTo>
                              <a:pt x="17044" y="9958"/>
                            </a:lnTo>
                            <a:lnTo>
                              <a:pt x="16952" y="9852"/>
                            </a:lnTo>
                            <a:lnTo>
                              <a:pt x="16830" y="9710"/>
                            </a:lnTo>
                            <a:lnTo>
                              <a:pt x="16714" y="9503"/>
                            </a:lnTo>
                            <a:cubicBezTo>
                              <a:pt x="16693" y="9499"/>
                              <a:pt x="16673" y="9495"/>
                              <a:pt x="16652" y="9491"/>
                            </a:cubicBezTo>
                            <a:cubicBezTo>
                              <a:pt x="16631" y="9487"/>
                              <a:pt x="16610" y="9483"/>
                              <a:pt x="16590" y="9479"/>
                            </a:cubicBezTo>
                            <a:lnTo>
                              <a:pt x="16679" y="9690"/>
                            </a:lnTo>
                            <a:lnTo>
                              <a:pt x="16593" y="9705"/>
                            </a:lnTo>
                            <a:lnTo>
                              <a:pt x="16681" y="9850"/>
                            </a:lnTo>
                            <a:lnTo>
                              <a:pt x="16896" y="10027"/>
                            </a:lnTo>
                            <a:lnTo>
                              <a:pt x="17014" y="10234"/>
                            </a:lnTo>
                            <a:lnTo>
                              <a:pt x="17120" y="10490"/>
                            </a:lnTo>
                            <a:lnTo>
                              <a:pt x="17176" y="10650"/>
                            </a:lnTo>
                            <a:lnTo>
                              <a:pt x="17223" y="10823"/>
                            </a:lnTo>
                            <a:lnTo>
                              <a:pt x="17242" y="10963"/>
                            </a:lnTo>
                            <a:lnTo>
                              <a:pt x="17255" y="11139"/>
                            </a:lnTo>
                            <a:lnTo>
                              <a:pt x="17221" y="11277"/>
                            </a:lnTo>
                            <a:lnTo>
                              <a:pt x="17122" y="11218"/>
                            </a:lnTo>
                            <a:lnTo>
                              <a:pt x="17044" y="11065"/>
                            </a:lnTo>
                            <a:lnTo>
                              <a:pt x="16972" y="10901"/>
                            </a:lnTo>
                            <a:lnTo>
                              <a:pt x="16915" y="10869"/>
                            </a:lnTo>
                            <a:lnTo>
                              <a:pt x="16799" y="10810"/>
                            </a:lnTo>
                            <a:lnTo>
                              <a:pt x="16735" y="10569"/>
                            </a:lnTo>
                            <a:lnTo>
                              <a:pt x="16702" y="10456"/>
                            </a:lnTo>
                            <a:lnTo>
                              <a:pt x="16623" y="10338"/>
                            </a:lnTo>
                            <a:lnTo>
                              <a:pt x="16548" y="10162"/>
                            </a:lnTo>
                            <a:lnTo>
                              <a:pt x="16496" y="9985"/>
                            </a:lnTo>
                            <a:lnTo>
                              <a:pt x="16496" y="9856"/>
                            </a:lnTo>
                            <a:lnTo>
                              <a:pt x="16399" y="9684"/>
                            </a:lnTo>
                            <a:lnTo>
                              <a:pt x="16319" y="9746"/>
                            </a:lnTo>
                            <a:lnTo>
                              <a:pt x="16148" y="9582"/>
                            </a:lnTo>
                            <a:cubicBezTo>
                              <a:pt x="16168" y="9621"/>
                              <a:pt x="16188" y="9660"/>
                              <a:pt x="16208" y="9700"/>
                            </a:cubicBezTo>
                            <a:cubicBezTo>
                              <a:pt x="16228" y="9739"/>
                              <a:pt x="16248" y="9778"/>
                              <a:pt x="16268" y="9817"/>
                            </a:cubicBezTo>
                            <a:lnTo>
                              <a:pt x="16161" y="9785"/>
                            </a:lnTo>
                            <a:lnTo>
                              <a:pt x="16031" y="9605"/>
                            </a:lnTo>
                            <a:lnTo>
                              <a:pt x="15928" y="9436"/>
                            </a:lnTo>
                            <a:lnTo>
                              <a:pt x="15928" y="9271"/>
                            </a:lnTo>
                            <a:lnTo>
                              <a:pt x="16064" y="9294"/>
                            </a:lnTo>
                            <a:lnTo>
                              <a:pt x="15920" y="9071"/>
                            </a:lnTo>
                            <a:lnTo>
                              <a:pt x="15866" y="9021"/>
                            </a:lnTo>
                            <a:lnTo>
                              <a:pt x="15866" y="8880"/>
                            </a:lnTo>
                            <a:cubicBezTo>
                              <a:pt x="15853" y="8850"/>
                              <a:pt x="15840" y="8820"/>
                              <a:pt x="15827" y="8790"/>
                            </a:cubicBezTo>
                            <a:cubicBezTo>
                              <a:pt x="15814" y="8760"/>
                              <a:pt x="15802" y="8730"/>
                              <a:pt x="15789" y="8700"/>
                            </a:cubicBezTo>
                            <a:lnTo>
                              <a:pt x="15699" y="8587"/>
                            </a:lnTo>
                            <a:lnTo>
                              <a:pt x="15800" y="8465"/>
                            </a:lnTo>
                            <a:lnTo>
                              <a:pt x="15955" y="8825"/>
                            </a:lnTo>
                            <a:lnTo>
                              <a:pt x="16018" y="8926"/>
                            </a:lnTo>
                            <a:lnTo>
                              <a:pt x="16064" y="8785"/>
                            </a:lnTo>
                            <a:lnTo>
                              <a:pt x="16025" y="8621"/>
                            </a:lnTo>
                            <a:lnTo>
                              <a:pt x="16110" y="8648"/>
                            </a:lnTo>
                            <a:lnTo>
                              <a:pt x="16224" y="8926"/>
                            </a:lnTo>
                            <a:lnTo>
                              <a:pt x="16327" y="9004"/>
                            </a:lnTo>
                            <a:lnTo>
                              <a:pt x="16507" y="8902"/>
                            </a:lnTo>
                            <a:lnTo>
                              <a:pt x="16625" y="8926"/>
                            </a:lnTo>
                            <a:lnTo>
                              <a:pt x="16756" y="8993"/>
                            </a:lnTo>
                            <a:lnTo>
                              <a:pt x="16815" y="8935"/>
                            </a:lnTo>
                            <a:lnTo>
                              <a:pt x="16815" y="8794"/>
                            </a:lnTo>
                            <a:lnTo>
                              <a:pt x="16917" y="8704"/>
                            </a:lnTo>
                            <a:lnTo>
                              <a:pt x="16989" y="8868"/>
                            </a:lnTo>
                            <a:lnTo>
                              <a:pt x="17083" y="8926"/>
                            </a:lnTo>
                            <a:lnTo>
                              <a:pt x="17192" y="9012"/>
                            </a:lnTo>
                            <a:lnTo>
                              <a:pt x="17004" y="8639"/>
                            </a:lnTo>
                            <a:lnTo>
                              <a:pt x="16796" y="8294"/>
                            </a:lnTo>
                            <a:lnTo>
                              <a:pt x="16703" y="8212"/>
                            </a:lnTo>
                            <a:lnTo>
                              <a:pt x="16690" y="8028"/>
                            </a:lnTo>
                            <a:lnTo>
                              <a:pt x="16653" y="7942"/>
                            </a:lnTo>
                            <a:lnTo>
                              <a:pt x="16554" y="7699"/>
                            </a:lnTo>
                            <a:lnTo>
                              <a:pt x="16495" y="7535"/>
                            </a:lnTo>
                            <a:lnTo>
                              <a:pt x="16397" y="7441"/>
                            </a:lnTo>
                            <a:lnTo>
                              <a:pt x="16208" y="7323"/>
                            </a:lnTo>
                            <a:lnTo>
                              <a:pt x="16078" y="7281"/>
                            </a:lnTo>
                            <a:lnTo>
                              <a:pt x="15916" y="7194"/>
                            </a:lnTo>
                            <a:cubicBezTo>
                              <a:pt x="15898" y="7121"/>
                              <a:pt x="15877" y="7050"/>
                              <a:pt x="15853" y="6983"/>
                            </a:cubicBezTo>
                            <a:cubicBezTo>
                              <a:pt x="15819" y="6886"/>
                              <a:pt x="15778" y="6797"/>
                              <a:pt x="15733" y="6716"/>
                            </a:cubicBezTo>
                            <a:lnTo>
                              <a:pt x="15849" y="6650"/>
                            </a:lnTo>
                            <a:lnTo>
                              <a:pt x="15908" y="6771"/>
                            </a:lnTo>
                            <a:lnTo>
                              <a:pt x="16006" y="6865"/>
                            </a:lnTo>
                            <a:lnTo>
                              <a:pt x="16043" y="6709"/>
                            </a:lnTo>
                            <a:lnTo>
                              <a:pt x="16076" y="6580"/>
                            </a:lnTo>
                            <a:lnTo>
                              <a:pt x="16102" y="6415"/>
                            </a:lnTo>
                            <a:lnTo>
                              <a:pt x="16050" y="6289"/>
                            </a:lnTo>
                            <a:lnTo>
                              <a:pt x="15990" y="6090"/>
                            </a:lnTo>
                            <a:lnTo>
                              <a:pt x="15872" y="5960"/>
                            </a:lnTo>
                            <a:lnTo>
                              <a:pt x="15754" y="5795"/>
                            </a:lnTo>
                            <a:lnTo>
                              <a:pt x="15754" y="5678"/>
                            </a:lnTo>
                            <a:lnTo>
                              <a:pt x="15747" y="5514"/>
                            </a:lnTo>
                            <a:lnTo>
                              <a:pt x="15629" y="5350"/>
                            </a:lnTo>
                            <a:lnTo>
                              <a:pt x="15498" y="5291"/>
                            </a:lnTo>
                            <a:lnTo>
                              <a:pt x="15377" y="5244"/>
                            </a:lnTo>
                            <a:lnTo>
                              <a:pt x="15218" y="5151"/>
                            </a:lnTo>
                            <a:lnTo>
                              <a:pt x="15027" y="5057"/>
                            </a:lnTo>
                            <a:lnTo>
                              <a:pt x="14951" y="5057"/>
                            </a:lnTo>
                            <a:lnTo>
                              <a:pt x="14805" y="4924"/>
                            </a:lnTo>
                            <a:lnTo>
                              <a:pt x="14753" y="4736"/>
                            </a:lnTo>
                            <a:lnTo>
                              <a:pt x="14654" y="4665"/>
                            </a:lnTo>
                            <a:cubicBezTo>
                              <a:pt x="14618" y="4619"/>
                              <a:pt x="14583" y="4567"/>
                              <a:pt x="14551" y="4512"/>
                            </a:cubicBezTo>
                            <a:cubicBezTo>
                              <a:pt x="14509" y="4441"/>
                              <a:pt x="14471" y="4363"/>
                              <a:pt x="14426" y="4297"/>
                            </a:cubicBezTo>
                            <a:cubicBezTo>
                              <a:pt x="14366" y="4207"/>
                              <a:pt x="14296" y="4141"/>
                              <a:pt x="14221" y="4101"/>
                            </a:cubicBezTo>
                            <a:lnTo>
                              <a:pt x="14208" y="4261"/>
                            </a:lnTo>
                            <a:lnTo>
                              <a:pt x="14353" y="4386"/>
                            </a:lnTo>
                            <a:lnTo>
                              <a:pt x="14660" y="4807"/>
                            </a:lnTo>
                            <a:lnTo>
                              <a:pt x="14734" y="4924"/>
                            </a:lnTo>
                            <a:lnTo>
                              <a:pt x="14616" y="5124"/>
                            </a:lnTo>
                            <a:lnTo>
                              <a:pt x="14536" y="5069"/>
                            </a:lnTo>
                            <a:lnTo>
                              <a:pt x="14371" y="5081"/>
                            </a:lnTo>
                            <a:lnTo>
                              <a:pt x="14268" y="5045"/>
                            </a:lnTo>
                            <a:lnTo>
                              <a:pt x="14169" y="4932"/>
                            </a:lnTo>
                            <a:lnTo>
                              <a:pt x="14064" y="4790"/>
                            </a:lnTo>
                            <a:cubicBezTo>
                              <a:pt x="14027" y="4784"/>
                              <a:pt x="13989" y="4773"/>
                              <a:pt x="13953" y="4755"/>
                            </a:cubicBezTo>
                            <a:cubicBezTo>
                              <a:pt x="13881" y="4720"/>
                              <a:pt x="13812" y="4663"/>
                              <a:pt x="13751" y="4586"/>
                            </a:cubicBezTo>
                            <a:lnTo>
                              <a:pt x="13626" y="4586"/>
                            </a:lnTo>
                            <a:lnTo>
                              <a:pt x="13704" y="4815"/>
                            </a:lnTo>
                            <a:lnTo>
                              <a:pt x="13805" y="4877"/>
                            </a:lnTo>
                            <a:lnTo>
                              <a:pt x="13912" y="4978"/>
                            </a:lnTo>
                            <a:lnTo>
                              <a:pt x="14054" y="5110"/>
                            </a:lnTo>
                            <a:lnTo>
                              <a:pt x="14200" y="5122"/>
                            </a:lnTo>
                            <a:lnTo>
                              <a:pt x="14341" y="5193"/>
                            </a:lnTo>
                            <a:lnTo>
                              <a:pt x="14409" y="5310"/>
                            </a:lnTo>
                            <a:lnTo>
                              <a:pt x="14551" y="5401"/>
                            </a:lnTo>
                            <a:lnTo>
                              <a:pt x="14665" y="5526"/>
                            </a:lnTo>
                            <a:lnTo>
                              <a:pt x="14777" y="5585"/>
                            </a:lnTo>
                            <a:lnTo>
                              <a:pt x="14803" y="5443"/>
                            </a:lnTo>
                            <a:lnTo>
                              <a:pt x="14727" y="5307"/>
                            </a:lnTo>
                            <a:lnTo>
                              <a:pt x="14746" y="5201"/>
                            </a:lnTo>
                            <a:lnTo>
                              <a:pt x="14832" y="5178"/>
                            </a:lnTo>
                            <a:lnTo>
                              <a:pt x="14850" y="5345"/>
                            </a:lnTo>
                            <a:lnTo>
                              <a:pt x="15040" y="5345"/>
                            </a:lnTo>
                            <a:lnTo>
                              <a:pt x="15097" y="5473"/>
                            </a:lnTo>
                            <a:lnTo>
                              <a:pt x="15143" y="5638"/>
                            </a:lnTo>
                            <a:lnTo>
                              <a:pt x="15231" y="5795"/>
                            </a:lnTo>
                            <a:lnTo>
                              <a:pt x="15371" y="5771"/>
                            </a:lnTo>
                            <a:lnTo>
                              <a:pt x="15454" y="5747"/>
                            </a:lnTo>
                            <a:lnTo>
                              <a:pt x="15548" y="5771"/>
                            </a:lnTo>
                            <a:lnTo>
                              <a:pt x="15640" y="5912"/>
                            </a:lnTo>
                            <a:lnTo>
                              <a:pt x="15713" y="6050"/>
                            </a:lnTo>
                            <a:lnTo>
                              <a:pt x="15776" y="6107"/>
                            </a:lnTo>
                            <a:lnTo>
                              <a:pt x="15877" y="6262"/>
                            </a:lnTo>
                            <a:lnTo>
                              <a:pt x="15969" y="6317"/>
                            </a:lnTo>
                            <a:lnTo>
                              <a:pt x="16008" y="6454"/>
                            </a:lnTo>
                            <a:lnTo>
                              <a:pt x="15993" y="6635"/>
                            </a:lnTo>
                            <a:lnTo>
                              <a:pt x="15761" y="6583"/>
                            </a:lnTo>
                            <a:lnTo>
                              <a:pt x="15595" y="6548"/>
                            </a:lnTo>
                            <a:lnTo>
                              <a:pt x="15529" y="6594"/>
                            </a:lnTo>
                            <a:cubicBezTo>
                              <a:pt x="15502" y="6606"/>
                              <a:pt x="15480" y="6643"/>
                              <a:pt x="15472" y="6692"/>
                            </a:cubicBezTo>
                            <a:cubicBezTo>
                              <a:pt x="15450" y="6832"/>
                              <a:pt x="15530" y="6954"/>
                              <a:pt x="15604" y="6892"/>
                            </a:cubicBezTo>
                            <a:lnTo>
                              <a:pt x="15660" y="6962"/>
                            </a:lnTo>
                            <a:lnTo>
                              <a:pt x="15750" y="7076"/>
                            </a:lnTo>
                            <a:lnTo>
                              <a:pt x="15770" y="7193"/>
                            </a:lnTo>
                            <a:lnTo>
                              <a:pt x="15750" y="7322"/>
                            </a:lnTo>
                            <a:lnTo>
                              <a:pt x="15647" y="7404"/>
                            </a:lnTo>
                            <a:lnTo>
                              <a:pt x="15496" y="7381"/>
                            </a:lnTo>
                            <a:cubicBezTo>
                              <a:pt x="15439" y="7357"/>
                              <a:pt x="15382" y="7334"/>
                              <a:pt x="15325" y="7310"/>
                            </a:cubicBezTo>
                            <a:cubicBezTo>
                              <a:pt x="15287" y="7294"/>
                              <a:pt x="15249" y="7279"/>
                              <a:pt x="15211" y="7263"/>
                            </a:cubicBezTo>
                            <a:cubicBezTo>
                              <a:pt x="15178" y="7253"/>
                              <a:pt x="15146" y="7237"/>
                              <a:pt x="15115" y="7216"/>
                            </a:cubicBezTo>
                            <a:cubicBezTo>
                              <a:pt x="15055" y="7175"/>
                              <a:pt x="15000" y="7114"/>
                              <a:pt x="14946" y="7051"/>
                            </a:cubicBezTo>
                            <a:cubicBezTo>
                              <a:pt x="14901" y="6998"/>
                              <a:pt x="14856" y="6943"/>
                              <a:pt x="14812" y="6886"/>
                            </a:cubicBezTo>
                            <a:lnTo>
                              <a:pt x="14701" y="6781"/>
                            </a:lnTo>
                            <a:lnTo>
                              <a:pt x="14628" y="6581"/>
                            </a:lnTo>
                            <a:lnTo>
                              <a:pt x="14552" y="6460"/>
                            </a:lnTo>
                            <a:lnTo>
                              <a:pt x="14427" y="6249"/>
                            </a:lnTo>
                            <a:lnTo>
                              <a:pt x="14008" y="5995"/>
                            </a:lnTo>
                            <a:lnTo>
                              <a:pt x="13773" y="5752"/>
                            </a:lnTo>
                            <a:lnTo>
                              <a:pt x="13618" y="5646"/>
                            </a:lnTo>
                            <a:lnTo>
                              <a:pt x="13668" y="5807"/>
                            </a:lnTo>
                            <a:lnTo>
                              <a:pt x="13459" y="5705"/>
                            </a:lnTo>
                            <a:lnTo>
                              <a:pt x="13336" y="5611"/>
                            </a:lnTo>
                            <a:lnTo>
                              <a:pt x="13218" y="5505"/>
                            </a:lnTo>
                            <a:lnTo>
                              <a:pt x="13086" y="5340"/>
                            </a:lnTo>
                            <a:lnTo>
                              <a:pt x="12928" y="5187"/>
                            </a:lnTo>
                            <a:lnTo>
                              <a:pt x="12829" y="5070"/>
                            </a:lnTo>
                            <a:lnTo>
                              <a:pt x="12805" y="4968"/>
                            </a:lnTo>
                            <a:lnTo>
                              <a:pt x="12632" y="4933"/>
                            </a:lnTo>
                            <a:lnTo>
                              <a:pt x="12585" y="4795"/>
                            </a:lnTo>
                            <a:lnTo>
                              <a:pt x="12542" y="4623"/>
                            </a:lnTo>
                            <a:lnTo>
                              <a:pt x="12470" y="4531"/>
                            </a:lnTo>
                            <a:lnTo>
                              <a:pt x="12439" y="4311"/>
                            </a:lnTo>
                            <a:lnTo>
                              <a:pt x="12524" y="4252"/>
                            </a:lnTo>
                            <a:lnTo>
                              <a:pt x="12522" y="4084"/>
                            </a:lnTo>
                            <a:lnTo>
                              <a:pt x="12446" y="4049"/>
                            </a:lnTo>
                            <a:lnTo>
                              <a:pt x="12446" y="3892"/>
                            </a:lnTo>
                            <a:lnTo>
                              <a:pt x="12389" y="3724"/>
                            </a:lnTo>
                            <a:lnTo>
                              <a:pt x="12352" y="3576"/>
                            </a:lnTo>
                            <a:lnTo>
                              <a:pt x="12292" y="3369"/>
                            </a:lnTo>
                            <a:lnTo>
                              <a:pt x="12279" y="3219"/>
                            </a:lnTo>
                            <a:lnTo>
                              <a:pt x="12386" y="3162"/>
                            </a:lnTo>
                            <a:lnTo>
                              <a:pt x="12555" y="3138"/>
                            </a:lnTo>
                            <a:lnTo>
                              <a:pt x="12614" y="3330"/>
                            </a:lnTo>
                            <a:lnTo>
                              <a:pt x="12699" y="3479"/>
                            </a:lnTo>
                            <a:lnTo>
                              <a:pt x="12786" y="3690"/>
                            </a:lnTo>
                            <a:lnTo>
                              <a:pt x="12924" y="3743"/>
                            </a:lnTo>
                            <a:lnTo>
                              <a:pt x="12970" y="3587"/>
                            </a:lnTo>
                            <a:lnTo>
                              <a:pt x="13119" y="3622"/>
                            </a:lnTo>
                            <a:lnTo>
                              <a:pt x="13075" y="3363"/>
                            </a:lnTo>
                            <a:lnTo>
                              <a:pt x="12994" y="3433"/>
                            </a:lnTo>
                            <a:lnTo>
                              <a:pt x="12918" y="3445"/>
                            </a:lnTo>
                            <a:lnTo>
                              <a:pt x="12848" y="3410"/>
                            </a:lnTo>
                            <a:lnTo>
                              <a:pt x="12780" y="3320"/>
                            </a:lnTo>
                            <a:lnTo>
                              <a:pt x="12656" y="3211"/>
                            </a:lnTo>
                            <a:lnTo>
                              <a:pt x="12432" y="3030"/>
                            </a:lnTo>
                            <a:lnTo>
                              <a:pt x="12318" y="3046"/>
                            </a:lnTo>
                            <a:lnTo>
                              <a:pt x="12270" y="2956"/>
                            </a:lnTo>
                            <a:lnTo>
                              <a:pt x="12192" y="2991"/>
                            </a:lnTo>
                            <a:lnTo>
                              <a:pt x="12146" y="3120"/>
                            </a:lnTo>
                            <a:lnTo>
                              <a:pt x="12041" y="3155"/>
                            </a:lnTo>
                            <a:lnTo>
                              <a:pt x="11985" y="3225"/>
                            </a:lnTo>
                            <a:lnTo>
                              <a:pt x="11911" y="3108"/>
                            </a:lnTo>
                            <a:lnTo>
                              <a:pt x="11854" y="2983"/>
                            </a:lnTo>
                            <a:lnTo>
                              <a:pt x="11985" y="2908"/>
                            </a:lnTo>
                            <a:lnTo>
                              <a:pt x="12027" y="2806"/>
                            </a:lnTo>
                            <a:lnTo>
                              <a:pt x="11961" y="2747"/>
                            </a:lnTo>
                            <a:lnTo>
                              <a:pt x="11856" y="2759"/>
                            </a:lnTo>
                            <a:lnTo>
                              <a:pt x="11654" y="2818"/>
                            </a:lnTo>
                            <a:lnTo>
                              <a:pt x="11644" y="2963"/>
                            </a:lnTo>
                            <a:lnTo>
                              <a:pt x="11565" y="2998"/>
                            </a:lnTo>
                            <a:lnTo>
                              <a:pt x="11447" y="2939"/>
                            </a:lnTo>
                            <a:lnTo>
                              <a:pt x="11484" y="2787"/>
                            </a:lnTo>
                            <a:lnTo>
                              <a:pt x="11601" y="2767"/>
                            </a:lnTo>
                            <a:lnTo>
                              <a:pt x="11411" y="2709"/>
                            </a:lnTo>
                            <a:lnTo>
                              <a:pt x="11181" y="2594"/>
                            </a:lnTo>
                            <a:lnTo>
                              <a:pt x="11205" y="2473"/>
                            </a:lnTo>
                            <a:lnTo>
                              <a:pt x="10949" y="2473"/>
                            </a:lnTo>
                            <a:lnTo>
                              <a:pt x="10859" y="2391"/>
                            </a:lnTo>
                            <a:lnTo>
                              <a:pt x="10836" y="2266"/>
                            </a:lnTo>
                            <a:lnTo>
                              <a:pt x="10753" y="2337"/>
                            </a:lnTo>
                            <a:lnTo>
                              <a:pt x="10783" y="2528"/>
                            </a:lnTo>
                            <a:lnTo>
                              <a:pt x="10705" y="2591"/>
                            </a:lnTo>
                            <a:lnTo>
                              <a:pt x="10829" y="2655"/>
                            </a:lnTo>
                            <a:lnTo>
                              <a:pt x="10941" y="2667"/>
                            </a:lnTo>
                            <a:lnTo>
                              <a:pt x="11077" y="2820"/>
                            </a:lnTo>
                            <a:lnTo>
                              <a:pt x="11180" y="2968"/>
                            </a:lnTo>
                            <a:lnTo>
                              <a:pt x="11098" y="3145"/>
                            </a:lnTo>
                            <a:lnTo>
                              <a:pt x="10969" y="3191"/>
                            </a:lnTo>
                            <a:lnTo>
                              <a:pt x="10829" y="3203"/>
                            </a:lnTo>
                            <a:lnTo>
                              <a:pt x="10711" y="3309"/>
                            </a:lnTo>
                            <a:lnTo>
                              <a:pt x="10601" y="3427"/>
                            </a:lnTo>
                            <a:lnTo>
                              <a:pt x="10504" y="3544"/>
                            </a:lnTo>
                            <a:lnTo>
                              <a:pt x="10414" y="3544"/>
                            </a:lnTo>
                            <a:lnTo>
                              <a:pt x="10330" y="3497"/>
                            </a:lnTo>
                            <a:lnTo>
                              <a:pt x="10164" y="3497"/>
                            </a:lnTo>
                            <a:lnTo>
                              <a:pt x="10098" y="3520"/>
                            </a:lnTo>
                            <a:lnTo>
                              <a:pt x="9890" y="3508"/>
                            </a:lnTo>
                            <a:lnTo>
                              <a:pt x="9724" y="3532"/>
                            </a:lnTo>
                            <a:lnTo>
                              <a:pt x="9643" y="3497"/>
                            </a:lnTo>
                            <a:lnTo>
                              <a:pt x="9713" y="3293"/>
                            </a:lnTo>
                            <a:lnTo>
                              <a:pt x="9851" y="3269"/>
                            </a:lnTo>
                            <a:lnTo>
                              <a:pt x="9958" y="3277"/>
                            </a:lnTo>
                            <a:lnTo>
                              <a:pt x="10123" y="3277"/>
                            </a:lnTo>
                            <a:lnTo>
                              <a:pt x="10213" y="3297"/>
                            </a:lnTo>
                            <a:cubicBezTo>
                              <a:pt x="10235" y="3286"/>
                              <a:pt x="10257" y="3274"/>
                              <a:pt x="10278" y="3262"/>
                            </a:cubicBezTo>
                            <a:cubicBezTo>
                              <a:pt x="10331" y="3231"/>
                              <a:pt x="10383" y="3196"/>
                              <a:pt x="10434" y="3156"/>
                            </a:cubicBezTo>
                            <a:lnTo>
                              <a:pt x="10537" y="3073"/>
                            </a:lnTo>
                            <a:cubicBezTo>
                              <a:pt x="10587" y="3061"/>
                              <a:pt x="10635" y="3037"/>
                              <a:pt x="10682" y="3003"/>
                            </a:cubicBezTo>
                            <a:cubicBezTo>
                              <a:pt x="10709" y="2983"/>
                              <a:pt x="10735" y="2960"/>
                              <a:pt x="10760" y="2933"/>
                            </a:cubicBezTo>
                            <a:lnTo>
                              <a:pt x="10845" y="2827"/>
                            </a:lnTo>
                            <a:lnTo>
                              <a:pt x="10603" y="2467"/>
                            </a:lnTo>
                            <a:lnTo>
                              <a:pt x="10462" y="2362"/>
                            </a:lnTo>
                            <a:lnTo>
                              <a:pt x="10412" y="2264"/>
                            </a:lnTo>
                            <a:lnTo>
                              <a:pt x="10265" y="2064"/>
                            </a:lnTo>
                            <a:lnTo>
                              <a:pt x="10161" y="2017"/>
                            </a:lnTo>
                            <a:lnTo>
                              <a:pt x="10195" y="2209"/>
                            </a:lnTo>
                            <a:lnTo>
                              <a:pt x="10183" y="2334"/>
                            </a:lnTo>
                            <a:lnTo>
                              <a:pt x="10112" y="2400"/>
                            </a:lnTo>
                            <a:lnTo>
                              <a:pt x="9985" y="2471"/>
                            </a:lnTo>
                            <a:lnTo>
                              <a:pt x="9919" y="2595"/>
                            </a:lnTo>
                            <a:lnTo>
                              <a:pt x="9851" y="2631"/>
                            </a:lnTo>
                            <a:lnTo>
                              <a:pt x="9762" y="2702"/>
                            </a:lnTo>
                            <a:lnTo>
                              <a:pt x="9586" y="2584"/>
                            </a:lnTo>
                            <a:lnTo>
                              <a:pt x="9620" y="2459"/>
                            </a:lnTo>
                            <a:lnTo>
                              <a:pt x="9672" y="2350"/>
                            </a:lnTo>
                            <a:lnTo>
                              <a:pt x="9681" y="2241"/>
                            </a:lnTo>
                            <a:lnTo>
                              <a:pt x="9726" y="1986"/>
                            </a:lnTo>
                            <a:lnTo>
                              <a:pt x="9713" y="1813"/>
                            </a:lnTo>
                            <a:lnTo>
                              <a:pt x="9842" y="1677"/>
                            </a:lnTo>
                            <a:lnTo>
                              <a:pt x="9919" y="1654"/>
                            </a:lnTo>
                            <a:lnTo>
                              <a:pt x="9974" y="1564"/>
                            </a:lnTo>
                            <a:lnTo>
                              <a:pt x="9839" y="1552"/>
                            </a:lnTo>
                            <a:lnTo>
                              <a:pt x="9736" y="1599"/>
                            </a:lnTo>
                            <a:lnTo>
                              <a:pt x="9642" y="1713"/>
                            </a:lnTo>
                            <a:lnTo>
                              <a:pt x="9638" y="1944"/>
                            </a:lnTo>
                            <a:lnTo>
                              <a:pt x="9619" y="2149"/>
                            </a:lnTo>
                            <a:lnTo>
                              <a:pt x="9597" y="2321"/>
                            </a:lnTo>
                            <a:lnTo>
                              <a:pt x="9507" y="2426"/>
                            </a:lnTo>
                            <a:lnTo>
                              <a:pt x="9470" y="2633"/>
                            </a:lnTo>
                            <a:lnTo>
                              <a:pt x="9387" y="2563"/>
                            </a:lnTo>
                            <a:lnTo>
                              <a:pt x="9420" y="2422"/>
                            </a:lnTo>
                            <a:lnTo>
                              <a:pt x="9414" y="2273"/>
                            </a:lnTo>
                            <a:lnTo>
                              <a:pt x="9317" y="2391"/>
                            </a:lnTo>
                            <a:lnTo>
                              <a:pt x="9256" y="2450"/>
                            </a:lnTo>
                            <a:lnTo>
                              <a:pt x="9144" y="2450"/>
                            </a:lnTo>
                            <a:lnTo>
                              <a:pt x="9026" y="2344"/>
                            </a:lnTo>
                            <a:lnTo>
                              <a:pt x="8960" y="2364"/>
                            </a:lnTo>
                            <a:lnTo>
                              <a:pt x="9052" y="2528"/>
                            </a:lnTo>
                            <a:lnTo>
                              <a:pt x="8986" y="2692"/>
                            </a:lnTo>
                            <a:lnTo>
                              <a:pt x="8866" y="2704"/>
                            </a:lnTo>
                            <a:lnTo>
                              <a:pt x="8737" y="2657"/>
                            </a:lnTo>
                            <a:lnTo>
                              <a:pt x="8588" y="2669"/>
                            </a:lnTo>
                            <a:lnTo>
                              <a:pt x="8708" y="2818"/>
                            </a:lnTo>
                            <a:lnTo>
                              <a:pt x="8704" y="2943"/>
                            </a:lnTo>
                            <a:lnTo>
                              <a:pt x="8619" y="2966"/>
                            </a:lnTo>
                            <a:lnTo>
                              <a:pt x="8490" y="3049"/>
                            </a:lnTo>
                            <a:lnTo>
                              <a:pt x="8317" y="3162"/>
                            </a:lnTo>
                            <a:lnTo>
                              <a:pt x="8223" y="3264"/>
                            </a:lnTo>
                            <a:lnTo>
                              <a:pt x="8190" y="3452"/>
                            </a:lnTo>
                            <a:lnTo>
                              <a:pt x="8125" y="3440"/>
                            </a:lnTo>
                            <a:lnTo>
                              <a:pt x="8047" y="3366"/>
                            </a:lnTo>
                            <a:lnTo>
                              <a:pt x="7916" y="3402"/>
                            </a:lnTo>
                            <a:lnTo>
                              <a:pt x="7870" y="3579"/>
                            </a:lnTo>
                            <a:lnTo>
                              <a:pt x="7830" y="3696"/>
                            </a:lnTo>
                            <a:lnTo>
                              <a:pt x="7706" y="3767"/>
                            </a:lnTo>
                            <a:lnTo>
                              <a:pt x="7588" y="3708"/>
                            </a:lnTo>
                            <a:lnTo>
                              <a:pt x="7518" y="3637"/>
                            </a:lnTo>
                            <a:lnTo>
                              <a:pt x="7374" y="3728"/>
                            </a:lnTo>
                            <a:lnTo>
                              <a:pt x="7276" y="3814"/>
                            </a:lnTo>
                            <a:lnTo>
                              <a:pt x="7250" y="3709"/>
                            </a:lnTo>
                            <a:lnTo>
                              <a:pt x="7132" y="3651"/>
                            </a:lnTo>
                            <a:lnTo>
                              <a:pt x="7044" y="3662"/>
                            </a:lnTo>
                            <a:lnTo>
                              <a:pt x="7031" y="3416"/>
                            </a:lnTo>
                            <a:lnTo>
                              <a:pt x="7130" y="3325"/>
                            </a:lnTo>
                            <a:lnTo>
                              <a:pt x="7056" y="3263"/>
                            </a:lnTo>
                            <a:lnTo>
                              <a:pt x="6974" y="3251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lnSpc>
                            <a:spcPct val="90000"/>
                          </a:lnSpc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3" name="iṡľïḍè"/>
                      <p:cNvSpPr/>
                      <p:nvPr/>
                    </p:nvSpPr>
                    <p:spPr>
                      <a:xfrm>
                        <a:off x="5786225" y="1589914"/>
                        <a:ext cx="227666" cy="2855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180" h="20974" extrusionOk="0">
                            <a:moveTo>
                              <a:pt x="10266" y="844"/>
                            </a:moveTo>
                            <a:lnTo>
                              <a:pt x="7674" y="844"/>
                            </a:lnTo>
                            <a:lnTo>
                              <a:pt x="4819" y="0"/>
                            </a:lnTo>
                            <a:lnTo>
                              <a:pt x="4343" y="2648"/>
                            </a:lnTo>
                            <a:lnTo>
                              <a:pt x="2634" y="3496"/>
                            </a:lnTo>
                            <a:lnTo>
                              <a:pt x="5752" y="6202"/>
                            </a:lnTo>
                            <a:lnTo>
                              <a:pt x="4694" y="7602"/>
                            </a:lnTo>
                            <a:lnTo>
                              <a:pt x="4320" y="9806"/>
                            </a:lnTo>
                            <a:lnTo>
                              <a:pt x="7247" y="11451"/>
                            </a:lnTo>
                            <a:lnTo>
                              <a:pt x="6761" y="13208"/>
                            </a:lnTo>
                            <a:lnTo>
                              <a:pt x="3970" y="12204"/>
                            </a:lnTo>
                            <a:lnTo>
                              <a:pt x="42" y="12204"/>
                            </a:lnTo>
                            <a:lnTo>
                              <a:pt x="0" y="14301"/>
                            </a:lnTo>
                            <a:lnTo>
                              <a:pt x="2309" y="16253"/>
                            </a:lnTo>
                            <a:lnTo>
                              <a:pt x="4721" y="18507"/>
                            </a:lnTo>
                            <a:lnTo>
                              <a:pt x="6812" y="16856"/>
                            </a:lnTo>
                            <a:lnTo>
                              <a:pt x="8832" y="15707"/>
                            </a:lnTo>
                            <a:lnTo>
                              <a:pt x="8816" y="18671"/>
                            </a:lnTo>
                            <a:lnTo>
                              <a:pt x="9961" y="20811"/>
                            </a:lnTo>
                            <a:lnTo>
                              <a:pt x="12927" y="20962"/>
                            </a:lnTo>
                            <a:lnTo>
                              <a:pt x="12355" y="16900"/>
                            </a:lnTo>
                            <a:lnTo>
                              <a:pt x="16744" y="18407"/>
                            </a:lnTo>
                            <a:cubicBezTo>
                              <a:pt x="15981" y="19175"/>
                              <a:pt x="16286" y="20301"/>
                              <a:pt x="17380" y="20755"/>
                            </a:cubicBezTo>
                            <a:cubicBezTo>
                              <a:pt x="19416" y="21600"/>
                              <a:pt x="21600" y="19840"/>
                              <a:pt x="20489" y="18250"/>
                            </a:cubicBezTo>
                            <a:lnTo>
                              <a:pt x="20107" y="16159"/>
                            </a:lnTo>
                            <a:lnTo>
                              <a:pt x="21180" y="14263"/>
                            </a:lnTo>
                            <a:lnTo>
                              <a:pt x="20099" y="10999"/>
                            </a:lnTo>
                            <a:lnTo>
                              <a:pt x="19153" y="8035"/>
                            </a:lnTo>
                            <a:lnTo>
                              <a:pt x="18580" y="6177"/>
                            </a:lnTo>
                            <a:cubicBezTo>
                              <a:pt x="18217" y="5416"/>
                              <a:pt x="17705" y="4704"/>
                              <a:pt x="17062" y="4068"/>
                            </a:cubicBezTo>
                            <a:cubicBezTo>
                              <a:pt x="16337" y="3351"/>
                              <a:pt x="15456" y="2741"/>
                              <a:pt x="14461" y="2266"/>
                            </a:cubicBezTo>
                            <a:lnTo>
                              <a:pt x="10266" y="84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4" name="íS1iďé"/>
                      <p:cNvSpPr/>
                      <p:nvPr/>
                    </p:nvSpPr>
                    <p:spPr>
                      <a:xfrm>
                        <a:off x="6185641" y="1418051"/>
                        <a:ext cx="78706" cy="3803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776" y="999"/>
                            </a:moveTo>
                            <a:lnTo>
                              <a:pt x="16031" y="2988"/>
                            </a:lnTo>
                            <a:lnTo>
                              <a:pt x="21600" y="17424"/>
                            </a:lnTo>
                            <a:lnTo>
                              <a:pt x="13178" y="21600"/>
                            </a:lnTo>
                            <a:lnTo>
                              <a:pt x="5321" y="12716"/>
                            </a:lnTo>
                            <a:lnTo>
                              <a:pt x="0" y="0"/>
                            </a:lnTo>
                            <a:lnTo>
                              <a:pt x="7776" y="999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5" name="îs1îḓê"/>
                      <p:cNvSpPr/>
                      <p:nvPr/>
                    </p:nvSpPr>
                    <p:spPr>
                      <a:xfrm>
                        <a:off x="6102574" y="1512190"/>
                        <a:ext cx="91712" cy="6015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4898" y="0"/>
                            </a:moveTo>
                            <a:lnTo>
                              <a:pt x="10252" y="4850"/>
                            </a:lnTo>
                            <a:lnTo>
                              <a:pt x="21600" y="13527"/>
                            </a:lnTo>
                            <a:lnTo>
                              <a:pt x="17432" y="21600"/>
                            </a:lnTo>
                            <a:lnTo>
                              <a:pt x="12804" y="18684"/>
                            </a:lnTo>
                            <a:lnTo>
                              <a:pt x="7529" y="18684"/>
                            </a:lnTo>
                            <a:lnTo>
                              <a:pt x="3200" y="14264"/>
                            </a:lnTo>
                            <a:lnTo>
                              <a:pt x="0" y="6164"/>
                            </a:lnTo>
                            <a:lnTo>
                              <a:pt x="4898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6" name="ïsḻïďe"/>
                      <p:cNvSpPr/>
                      <p:nvPr/>
                    </p:nvSpPr>
                    <p:spPr>
                      <a:xfrm>
                        <a:off x="6125067" y="938634"/>
                        <a:ext cx="87135" cy="492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0"/>
                            </a:moveTo>
                            <a:lnTo>
                              <a:pt x="2543" y="10415"/>
                            </a:lnTo>
                            <a:lnTo>
                              <a:pt x="11409" y="21600"/>
                            </a:lnTo>
                            <a:lnTo>
                              <a:pt x="21600" y="19952"/>
                            </a:lnTo>
                            <a:lnTo>
                              <a:pt x="14185" y="6837"/>
                            </a:lnTo>
                            <a:lnTo>
                              <a:pt x="7404" y="204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7" name="îŝḻîḓé"/>
                      <p:cNvSpPr/>
                      <p:nvPr/>
                    </p:nvSpPr>
                    <p:spPr>
                      <a:xfrm>
                        <a:off x="5536742" y="1355264"/>
                        <a:ext cx="48935" cy="4238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0"/>
                            </a:moveTo>
                            <a:lnTo>
                              <a:pt x="17239" y="6531"/>
                            </a:lnTo>
                            <a:lnTo>
                              <a:pt x="21600" y="21600"/>
                            </a:lnTo>
                            <a:lnTo>
                              <a:pt x="7563" y="1741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8" name="íṡľíḓe"/>
                      <p:cNvSpPr/>
                      <p:nvPr/>
                    </p:nvSpPr>
                    <p:spPr>
                      <a:xfrm>
                        <a:off x="4753528" y="896632"/>
                        <a:ext cx="342486" cy="1713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2449" y="2836"/>
                            </a:moveTo>
                            <a:lnTo>
                              <a:pt x="4638" y="3611"/>
                            </a:lnTo>
                            <a:lnTo>
                              <a:pt x="7047" y="6139"/>
                            </a:lnTo>
                            <a:lnTo>
                              <a:pt x="8502" y="8873"/>
                            </a:lnTo>
                            <a:lnTo>
                              <a:pt x="9483" y="6470"/>
                            </a:lnTo>
                            <a:lnTo>
                              <a:pt x="10000" y="2333"/>
                            </a:lnTo>
                            <a:lnTo>
                              <a:pt x="11639" y="0"/>
                            </a:lnTo>
                            <a:lnTo>
                              <a:pt x="14954" y="71"/>
                            </a:lnTo>
                            <a:lnTo>
                              <a:pt x="16717" y="3714"/>
                            </a:lnTo>
                            <a:lnTo>
                              <a:pt x="13709" y="4575"/>
                            </a:lnTo>
                            <a:lnTo>
                              <a:pt x="14825" y="6806"/>
                            </a:lnTo>
                            <a:lnTo>
                              <a:pt x="12296" y="8099"/>
                            </a:lnTo>
                            <a:lnTo>
                              <a:pt x="14021" y="10405"/>
                            </a:lnTo>
                            <a:lnTo>
                              <a:pt x="17207" y="9123"/>
                            </a:lnTo>
                            <a:lnTo>
                              <a:pt x="20312" y="7571"/>
                            </a:lnTo>
                            <a:lnTo>
                              <a:pt x="21600" y="9619"/>
                            </a:lnTo>
                            <a:lnTo>
                              <a:pt x="19837" y="11925"/>
                            </a:lnTo>
                            <a:lnTo>
                              <a:pt x="18295" y="13368"/>
                            </a:lnTo>
                            <a:lnTo>
                              <a:pt x="16624" y="14995"/>
                            </a:lnTo>
                            <a:lnTo>
                              <a:pt x="14043" y="15685"/>
                            </a:lnTo>
                            <a:lnTo>
                              <a:pt x="14905" y="18864"/>
                            </a:lnTo>
                            <a:lnTo>
                              <a:pt x="11886" y="20576"/>
                            </a:lnTo>
                            <a:lnTo>
                              <a:pt x="10216" y="21600"/>
                            </a:lnTo>
                            <a:lnTo>
                              <a:pt x="7973" y="21600"/>
                            </a:lnTo>
                            <a:lnTo>
                              <a:pt x="7251" y="16612"/>
                            </a:lnTo>
                            <a:lnTo>
                              <a:pt x="5245" y="15750"/>
                            </a:lnTo>
                            <a:lnTo>
                              <a:pt x="4232" y="13261"/>
                            </a:lnTo>
                            <a:lnTo>
                              <a:pt x="1267" y="14036"/>
                            </a:lnTo>
                            <a:lnTo>
                              <a:pt x="1135" y="11473"/>
                            </a:lnTo>
                            <a:lnTo>
                              <a:pt x="1577" y="9156"/>
                            </a:lnTo>
                            <a:lnTo>
                              <a:pt x="171" y="8391"/>
                            </a:lnTo>
                            <a:lnTo>
                              <a:pt x="0" y="5470"/>
                            </a:lnTo>
                            <a:lnTo>
                              <a:pt x="2449" y="283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59" name="iṡḷïḓè"/>
                      <p:cNvSpPr/>
                      <p:nvPr/>
                    </p:nvSpPr>
                    <p:spPr>
                      <a:xfrm>
                        <a:off x="4354293" y="735896"/>
                        <a:ext cx="241452" cy="9626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108" y="1841"/>
                            </a:moveTo>
                            <a:lnTo>
                              <a:pt x="11219" y="0"/>
                            </a:lnTo>
                            <a:lnTo>
                              <a:pt x="12693" y="2920"/>
                            </a:lnTo>
                            <a:lnTo>
                              <a:pt x="15002" y="7025"/>
                            </a:lnTo>
                            <a:lnTo>
                              <a:pt x="17984" y="6564"/>
                            </a:lnTo>
                            <a:lnTo>
                              <a:pt x="20370" y="7178"/>
                            </a:lnTo>
                            <a:lnTo>
                              <a:pt x="21592" y="11781"/>
                            </a:lnTo>
                            <a:lnTo>
                              <a:pt x="20377" y="16536"/>
                            </a:lnTo>
                            <a:lnTo>
                              <a:pt x="21600" y="20967"/>
                            </a:lnTo>
                            <a:lnTo>
                              <a:pt x="18320" y="21600"/>
                            </a:lnTo>
                            <a:lnTo>
                              <a:pt x="15874" y="18991"/>
                            </a:lnTo>
                            <a:lnTo>
                              <a:pt x="13304" y="18531"/>
                            </a:lnTo>
                            <a:lnTo>
                              <a:pt x="13366" y="13775"/>
                            </a:lnTo>
                            <a:lnTo>
                              <a:pt x="10805" y="13793"/>
                            </a:lnTo>
                            <a:lnTo>
                              <a:pt x="9589" y="17629"/>
                            </a:lnTo>
                            <a:lnTo>
                              <a:pt x="7203" y="17936"/>
                            </a:lnTo>
                            <a:lnTo>
                              <a:pt x="4443" y="20698"/>
                            </a:lnTo>
                            <a:lnTo>
                              <a:pt x="4471" y="15980"/>
                            </a:lnTo>
                            <a:lnTo>
                              <a:pt x="5077" y="11088"/>
                            </a:lnTo>
                            <a:lnTo>
                              <a:pt x="0" y="11088"/>
                            </a:lnTo>
                            <a:lnTo>
                              <a:pt x="1197" y="3322"/>
                            </a:lnTo>
                            <a:lnTo>
                              <a:pt x="3832" y="1039"/>
                            </a:lnTo>
                            <a:lnTo>
                              <a:pt x="5591" y="6390"/>
                            </a:lnTo>
                            <a:lnTo>
                              <a:pt x="8108" y="1841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0" name="íšļiḋé"/>
                      <p:cNvSpPr/>
                      <p:nvPr/>
                    </p:nvSpPr>
                    <p:spPr>
                      <a:xfrm>
                        <a:off x="3824320" y="638649"/>
                        <a:ext cx="238589" cy="12930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1598" y="3226"/>
                            </a:moveTo>
                            <a:lnTo>
                              <a:pt x="13655" y="5410"/>
                            </a:lnTo>
                            <a:lnTo>
                              <a:pt x="16478" y="8622"/>
                            </a:lnTo>
                            <a:lnTo>
                              <a:pt x="18327" y="5996"/>
                            </a:lnTo>
                            <a:lnTo>
                              <a:pt x="20857" y="7022"/>
                            </a:lnTo>
                            <a:lnTo>
                              <a:pt x="21600" y="12391"/>
                            </a:lnTo>
                            <a:lnTo>
                              <a:pt x="18938" y="14662"/>
                            </a:lnTo>
                            <a:lnTo>
                              <a:pt x="19124" y="19672"/>
                            </a:lnTo>
                            <a:lnTo>
                              <a:pt x="16540" y="21600"/>
                            </a:lnTo>
                            <a:lnTo>
                              <a:pt x="14133" y="19544"/>
                            </a:lnTo>
                            <a:lnTo>
                              <a:pt x="12834" y="16474"/>
                            </a:lnTo>
                            <a:lnTo>
                              <a:pt x="11162" y="13734"/>
                            </a:lnTo>
                            <a:lnTo>
                              <a:pt x="8028" y="8479"/>
                            </a:lnTo>
                            <a:lnTo>
                              <a:pt x="6001" y="11749"/>
                            </a:lnTo>
                            <a:lnTo>
                              <a:pt x="2356" y="11749"/>
                            </a:lnTo>
                            <a:lnTo>
                              <a:pt x="262" y="8665"/>
                            </a:lnTo>
                            <a:lnTo>
                              <a:pt x="0" y="4897"/>
                            </a:lnTo>
                            <a:lnTo>
                              <a:pt x="4482" y="2384"/>
                            </a:lnTo>
                            <a:lnTo>
                              <a:pt x="5906" y="0"/>
                            </a:lnTo>
                            <a:lnTo>
                              <a:pt x="8629" y="878"/>
                            </a:lnTo>
                            <a:lnTo>
                              <a:pt x="9527" y="5373"/>
                            </a:lnTo>
                            <a:lnTo>
                              <a:pt x="11598" y="322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1" name="íś1íḓè"/>
                      <p:cNvSpPr/>
                      <p:nvPr/>
                    </p:nvSpPr>
                    <p:spPr>
                      <a:xfrm>
                        <a:off x="3177706" y="817351"/>
                        <a:ext cx="129874" cy="9636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20237" y="0"/>
                            </a:moveTo>
                            <a:lnTo>
                              <a:pt x="10984" y="172"/>
                            </a:lnTo>
                            <a:lnTo>
                              <a:pt x="3381" y="1772"/>
                            </a:lnTo>
                            <a:lnTo>
                              <a:pt x="4897" y="8630"/>
                            </a:lnTo>
                            <a:lnTo>
                              <a:pt x="1644" y="12271"/>
                            </a:lnTo>
                            <a:lnTo>
                              <a:pt x="0" y="18536"/>
                            </a:lnTo>
                            <a:lnTo>
                              <a:pt x="4912" y="21600"/>
                            </a:lnTo>
                            <a:lnTo>
                              <a:pt x="10939" y="17022"/>
                            </a:lnTo>
                            <a:lnTo>
                              <a:pt x="16851" y="13650"/>
                            </a:lnTo>
                            <a:lnTo>
                              <a:pt x="21600" y="7998"/>
                            </a:lnTo>
                            <a:lnTo>
                              <a:pt x="20237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2" name="ísľidê"/>
                      <p:cNvSpPr/>
                      <p:nvPr/>
                    </p:nvSpPr>
                    <p:spPr>
                      <a:xfrm>
                        <a:off x="3113575" y="927702"/>
                        <a:ext cx="92821" cy="4769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682" y="304"/>
                            </a:moveTo>
                            <a:lnTo>
                              <a:pt x="3918" y="3868"/>
                            </a:lnTo>
                            <a:lnTo>
                              <a:pt x="0" y="9563"/>
                            </a:lnTo>
                            <a:lnTo>
                              <a:pt x="1470" y="18816"/>
                            </a:lnTo>
                            <a:lnTo>
                              <a:pt x="6166" y="21600"/>
                            </a:lnTo>
                            <a:lnTo>
                              <a:pt x="14598" y="13241"/>
                            </a:lnTo>
                            <a:lnTo>
                              <a:pt x="21600" y="7047"/>
                            </a:lnTo>
                            <a:lnTo>
                              <a:pt x="18557" y="0"/>
                            </a:lnTo>
                            <a:lnTo>
                              <a:pt x="10682" y="30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3" name="íṧľîḓé"/>
                      <p:cNvSpPr/>
                      <p:nvPr/>
                    </p:nvSpPr>
                    <p:spPr>
                      <a:xfrm>
                        <a:off x="3083711" y="825045"/>
                        <a:ext cx="94392" cy="6219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436" y="0"/>
                            </a:moveTo>
                            <a:lnTo>
                              <a:pt x="5445" y="6706"/>
                            </a:lnTo>
                            <a:lnTo>
                              <a:pt x="0" y="13317"/>
                            </a:lnTo>
                            <a:lnTo>
                              <a:pt x="1676" y="21600"/>
                            </a:lnTo>
                            <a:lnTo>
                              <a:pt x="9416" y="19225"/>
                            </a:lnTo>
                            <a:lnTo>
                              <a:pt x="16925" y="15663"/>
                            </a:lnTo>
                            <a:lnTo>
                              <a:pt x="21600" y="6401"/>
                            </a:lnTo>
                            <a:lnTo>
                              <a:pt x="14597" y="5005"/>
                            </a:lnTo>
                            <a:lnTo>
                              <a:pt x="9436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4" name="iSľiḑè"/>
                      <p:cNvSpPr/>
                      <p:nvPr/>
                    </p:nvSpPr>
                    <p:spPr>
                      <a:xfrm>
                        <a:off x="4158770" y="507118"/>
                        <a:ext cx="35417" cy="5943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6188" y="0"/>
                            </a:moveTo>
                            <a:lnTo>
                              <a:pt x="0" y="11338"/>
                            </a:lnTo>
                            <a:lnTo>
                              <a:pt x="14062" y="21600"/>
                            </a:lnTo>
                            <a:lnTo>
                              <a:pt x="21600" y="10385"/>
                            </a:lnTo>
                            <a:lnTo>
                              <a:pt x="6188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5" name="işľíḑê"/>
                      <p:cNvSpPr/>
                      <p:nvPr/>
                    </p:nvSpPr>
                    <p:spPr>
                      <a:xfrm>
                        <a:off x="2739514" y="1415803"/>
                        <a:ext cx="86548" cy="7752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6290" y="2206"/>
                            </a:moveTo>
                            <a:lnTo>
                              <a:pt x="21600" y="7730"/>
                            </a:lnTo>
                            <a:lnTo>
                              <a:pt x="19740" y="16457"/>
                            </a:lnTo>
                            <a:lnTo>
                              <a:pt x="13790" y="21600"/>
                            </a:lnTo>
                            <a:lnTo>
                              <a:pt x="2574" y="13289"/>
                            </a:lnTo>
                            <a:lnTo>
                              <a:pt x="0" y="4928"/>
                            </a:lnTo>
                            <a:lnTo>
                              <a:pt x="11167" y="0"/>
                            </a:lnTo>
                            <a:lnTo>
                              <a:pt x="16290" y="220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6" name="îṣļíḍè"/>
                      <p:cNvSpPr/>
                      <p:nvPr/>
                    </p:nvSpPr>
                    <p:spPr>
                      <a:xfrm>
                        <a:off x="4000830" y="1245606"/>
                        <a:ext cx="1877765" cy="130196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5455" y="4385"/>
                            </a:moveTo>
                            <a:lnTo>
                              <a:pt x="4472" y="4411"/>
                            </a:lnTo>
                            <a:lnTo>
                              <a:pt x="3992" y="4496"/>
                            </a:lnTo>
                            <a:lnTo>
                              <a:pt x="3545" y="5108"/>
                            </a:lnTo>
                            <a:lnTo>
                              <a:pt x="3512" y="5585"/>
                            </a:lnTo>
                            <a:lnTo>
                              <a:pt x="3157" y="5595"/>
                            </a:lnTo>
                            <a:lnTo>
                              <a:pt x="2556" y="6377"/>
                            </a:lnTo>
                            <a:lnTo>
                              <a:pt x="2234" y="6807"/>
                            </a:lnTo>
                            <a:lnTo>
                              <a:pt x="1976" y="7544"/>
                            </a:lnTo>
                            <a:lnTo>
                              <a:pt x="1979" y="8270"/>
                            </a:lnTo>
                            <a:lnTo>
                              <a:pt x="2073" y="9040"/>
                            </a:lnTo>
                            <a:lnTo>
                              <a:pt x="2292" y="9198"/>
                            </a:lnTo>
                            <a:lnTo>
                              <a:pt x="2425" y="9685"/>
                            </a:lnTo>
                            <a:lnTo>
                              <a:pt x="2606" y="9969"/>
                            </a:lnTo>
                            <a:lnTo>
                              <a:pt x="2809" y="10262"/>
                            </a:lnTo>
                            <a:lnTo>
                              <a:pt x="3224" y="10329"/>
                            </a:lnTo>
                            <a:lnTo>
                              <a:pt x="3452" y="10228"/>
                            </a:lnTo>
                            <a:lnTo>
                              <a:pt x="3771" y="10238"/>
                            </a:lnTo>
                            <a:lnTo>
                              <a:pt x="3582" y="10771"/>
                            </a:lnTo>
                            <a:lnTo>
                              <a:pt x="3207" y="11483"/>
                            </a:lnTo>
                            <a:lnTo>
                              <a:pt x="2791" y="11619"/>
                            </a:lnTo>
                            <a:lnTo>
                              <a:pt x="2240" y="11381"/>
                            </a:lnTo>
                            <a:lnTo>
                              <a:pt x="2697" y="10963"/>
                            </a:lnTo>
                            <a:lnTo>
                              <a:pt x="2556" y="10498"/>
                            </a:lnTo>
                            <a:lnTo>
                              <a:pt x="2242" y="9919"/>
                            </a:lnTo>
                            <a:lnTo>
                              <a:pt x="1724" y="9488"/>
                            </a:lnTo>
                            <a:lnTo>
                              <a:pt x="1531" y="10112"/>
                            </a:lnTo>
                            <a:lnTo>
                              <a:pt x="1700" y="10382"/>
                            </a:lnTo>
                            <a:lnTo>
                              <a:pt x="1928" y="10847"/>
                            </a:lnTo>
                            <a:lnTo>
                              <a:pt x="1834" y="11334"/>
                            </a:lnTo>
                            <a:lnTo>
                              <a:pt x="1810" y="11911"/>
                            </a:lnTo>
                            <a:lnTo>
                              <a:pt x="2068" y="12114"/>
                            </a:lnTo>
                            <a:lnTo>
                              <a:pt x="2178" y="12510"/>
                            </a:lnTo>
                            <a:lnTo>
                              <a:pt x="1991" y="12734"/>
                            </a:lnTo>
                            <a:lnTo>
                              <a:pt x="1669" y="12768"/>
                            </a:lnTo>
                            <a:lnTo>
                              <a:pt x="1551" y="11629"/>
                            </a:lnTo>
                            <a:lnTo>
                              <a:pt x="1105" y="11495"/>
                            </a:lnTo>
                            <a:lnTo>
                              <a:pt x="863" y="11833"/>
                            </a:lnTo>
                            <a:lnTo>
                              <a:pt x="428" y="11809"/>
                            </a:lnTo>
                            <a:lnTo>
                              <a:pt x="444" y="10906"/>
                            </a:lnTo>
                            <a:lnTo>
                              <a:pt x="314" y="10373"/>
                            </a:lnTo>
                            <a:lnTo>
                              <a:pt x="23" y="10305"/>
                            </a:lnTo>
                            <a:lnTo>
                              <a:pt x="84" y="11072"/>
                            </a:lnTo>
                            <a:lnTo>
                              <a:pt x="164" y="11604"/>
                            </a:lnTo>
                            <a:lnTo>
                              <a:pt x="188" y="12215"/>
                            </a:lnTo>
                            <a:lnTo>
                              <a:pt x="141" y="12778"/>
                            </a:lnTo>
                            <a:lnTo>
                              <a:pt x="47" y="13175"/>
                            </a:lnTo>
                            <a:lnTo>
                              <a:pt x="0" y="13515"/>
                            </a:lnTo>
                            <a:lnTo>
                              <a:pt x="306" y="13651"/>
                            </a:lnTo>
                            <a:lnTo>
                              <a:pt x="391" y="13076"/>
                            </a:lnTo>
                            <a:lnTo>
                              <a:pt x="769" y="12861"/>
                            </a:lnTo>
                            <a:lnTo>
                              <a:pt x="957" y="13382"/>
                            </a:lnTo>
                            <a:lnTo>
                              <a:pt x="1333" y="13775"/>
                            </a:lnTo>
                            <a:lnTo>
                              <a:pt x="1585" y="13911"/>
                            </a:lnTo>
                            <a:lnTo>
                              <a:pt x="1741" y="13505"/>
                            </a:lnTo>
                            <a:lnTo>
                              <a:pt x="2013" y="13958"/>
                            </a:lnTo>
                            <a:lnTo>
                              <a:pt x="2516" y="14058"/>
                            </a:lnTo>
                            <a:lnTo>
                              <a:pt x="2696" y="13494"/>
                            </a:lnTo>
                            <a:lnTo>
                              <a:pt x="2485" y="12861"/>
                            </a:lnTo>
                            <a:lnTo>
                              <a:pt x="2422" y="12432"/>
                            </a:lnTo>
                            <a:lnTo>
                              <a:pt x="2822" y="12308"/>
                            </a:lnTo>
                            <a:lnTo>
                              <a:pt x="2893" y="12818"/>
                            </a:lnTo>
                            <a:cubicBezTo>
                              <a:pt x="2695" y="13095"/>
                              <a:pt x="2706" y="13557"/>
                              <a:pt x="2917" y="13814"/>
                            </a:cubicBezTo>
                            <a:cubicBezTo>
                              <a:pt x="3063" y="13993"/>
                              <a:pt x="3272" y="14016"/>
                              <a:pt x="3435" y="13871"/>
                            </a:cubicBezTo>
                            <a:lnTo>
                              <a:pt x="3898" y="13905"/>
                            </a:lnTo>
                            <a:lnTo>
                              <a:pt x="4157" y="14041"/>
                            </a:lnTo>
                            <a:cubicBezTo>
                              <a:pt x="4345" y="14008"/>
                              <a:pt x="4534" y="13981"/>
                              <a:pt x="4723" y="13962"/>
                            </a:cubicBezTo>
                            <a:cubicBezTo>
                              <a:pt x="4883" y="13945"/>
                              <a:pt x="5042" y="13934"/>
                              <a:pt x="5203" y="13928"/>
                            </a:cubicBezTo>
                            <a:lnTo>
                              <a:pt x="5493" y="13803"/>
                            </a:lnTo>
                            <a:lnTo>
                              <a:pt x="5752" y="13248"/>
                            </a:lnTo>
                            <a:lnTo>
                              <a:pt x="5587" y="12216"/>
                            </a:lnTo>
                            <a:lnTo>
                              <a:pt x="5218" y="12250"/>
                            </a:lnTo>
                            <a:cubicBezTo>
                              <a:pt x="5045" y="12150"/>
                              <a:pt x="4851" y="12150"/>
                              <a:pt x="4678" y="12250"/>
                            </a:cubicBezTo>
                            <a:cubicBezTo>
                              <a:pt x="4514" y="12345"/>
                              <a:pt x="4380" y="12522"/>
                              <a:pt x="4301" y="12748"/>
                            </a:cubicBezTo>
                            <a:lnTo>
                              <a:pt x="3971" y="12816"/>
                            </a:lnTo>
                            <a:lnTo>
                              <a:pt x="3492" y="12681"/>
                            </a:lnTo>
                            <a:lnTo>
                              <a:pt x="3516" y="12216"/>
                            </a:lnTo>
                            <a:lnTo>
                              <a:pt x="3830" y="12092"/>
                            </a:lnTo>
                            <a:lnTo>
                              <a:pt x="4190" y="12126"/>
                            </a:lnTo>
                            <a:lnTo>
                              <a:pt x="4612" y="11921"/>
                            </a:lnTo>
                            <a:lnTo>
                              <a:pt x="5130" y="11548"/>
                            </a:lnTo>
                            <a:lnTo>
                              <a:pt x="5538" y="11719"/>
                            </a:lnTo>
                            <a:lnTo>
                              <a:pt x="5781" y="11347"/>
                            </a:lnTo>
                            <a:lnTo>
                              <a:pt x="5757" y="10950"/>
                            </a:lnTo>
                            <a:lnTo>
                              <a:pt x="5474" y="10520"/>
                            </a:lnTo>
                            <a:lnTo>
                              <a:pt x="5545" y="10078"/>
                            </a:lnTo>
                            <a:lnTo>
                              <a:pt x="5686" y="9569"/>
                            </a:lnTo>
                            <a:lnTo>
                              <a:pt x="5773" y="9070"/>
                            </a:lnTo>
                            <a:lnTo>
                              <a:pt x="5639" y="8469"/>
                            </a:lnTo>
                            <a:lnTo>
                              <a:pt x="5835" y="7692"/>
                            </a:lnTo>
                            <a:lnTo>
                              <a:pt x="5874" y="7125"/>
                            </a:lnTo>
                            <a:lnTo>
                              <a:pt x="5898" y="6467"/>
                            </a:lnTo>
                            <a:lnTo>
                              <a:pt x="6055" y="6094"/>
                            </a:lnTo>
                            <a:lnTo>
                              <a:pt x="6243" y="7171"/>
                            </a:lnTo>
                            <a:lnTo>
                              <a:pt x="6627" y="7205"/>
                            </a:lnTo>
                            <a:lnTo>
                              <a:pt x="6769" y="7534"/>
                            </a:lnTo>
                            <a:lnTo>
                              <a:pt x="6446" y="7941"/>
                            </a:lnTo>
                            <a:lnTo>
                              <a:pt x="6360" y="8406"/>
                            </a:lnTo>
                            <a:lnTo>
                              <a:pt x="6061" y="9324"/>
                            </a:lnTo>
                            <a:lnTo>
                              <a:pt x="6454" y="9494"/>
                            </a:lnTo>
                            <a:lnTo>
                              <a:pt x="6501" y="9845"/>
                            </a:lnTo>
                            <a:lnTo>
                              <a:pt x="6643" y="10262"/>
                            </a:lnTo>
                            <a:lnTo>
                              <a:pt x="6869" y="10431"/>
                            </a:lnTo>
                            <a:lnTo>
                              <a:pt x="7199" y="10805"/>
                            </a:lnTo>
                            <a:cubicBezTo>
                              <a:pt x="7319" y="10894"/>
                              <a:pt x="7445" y="10962"/>
                              <a:pt x="7576" y="11008"/>
                            </a:cubicBezTo>
                            <a:cubicBezTo>
                              <a:pt x="7740" y="11066"/>
                              <a:pt x="7910" y="11089"/>
                              <a:pt x="8079" y="11076"/>
                            </a:cubicBezTo>
                            <a:cubicBezTo>
                              <a:pt x="8180" y="10950"/>
                              <a:pt x="8282" y="10826"/>
                              <a:pt x="8385" y="10703"/>
                            </a:cubicBezTo>
                            <a:cubicBezTo>
                              <a:pt x="8537" y="10522"/>
                              <a:pt x="8692" y="10344"/>
                              <a:pt x="8848" y="10170"/>
                            </a:cubicBezTo>
                            <a:cubicBezTo>
                              <a:pt x="9056" y="10000"/>
                              <a:pt x="9309" y="9987"/>
                              <a:pt x="9524" y="10136"/>
                            </a:cubicBezTo>
                            <a:cubicBezTo>
                              <a:pt x="9653" y="10225"/>
                              <a:pt x="9759" y="10367"/>
                              <a:pt x="9831" y="10545"/>
                            </a:cubicBezTo>
                            <a:lnTo>
                              <a:pt x="10562" y="11156"/>
                            </a:lnTo>
                            <a:lnTo>
                              <a:pt x="10939" y="11575"/>
                            </a:lnTo>
                            <a:lnTo>
                              <a:pt x="11173" y="11869"/>
                            </a:lnTo>
                            <a:lnTo>
                              <a:pt x="11668" y="12527"/>
                            </a:lnTo>
                            <a:lnTo>
                              <a:pt x="11809" y="12866"/>
                            </a:lnTo>
                            <a:lnTo>
                              <a:pt x="12130" y="13385"/>
                            </a:lnTo>
                            <a:lnTo>
                              <a:pt x="12743" y="13521"/>
                            </a:lnTo>
                            <a:lnTo>
                              <a:pt x="12789" y="12670"/>
                            </a:lnTo>
                            <a:lnTo>
                              <a:pt x="12976" y="13124"/>
                            </a:lnTo>
                            <a:lnTo>
                              <a:pt x="13300" y="13380"/>
                            </a:lnTo>
                            <a:lnTo>
                              <a:pt x="13091" y="13707"/>
                            </a:lnTo>
                            <a:lnTo>
                              <a:pt x="13529" y="14077"/>
                            </a:lnTo>
                            <a:lnTo>
                              <a:pt x="14080" y="14236"/>
                            </a:lnTo>
                            <a:lnTo>
                              <a:pt x="14692" y="14678"/>
                            </a:lnTo>
                            <a:lnTo>
                              <a:pt x="14967" y="15064"/>
                            </a:lnTo>
                            <a:lnTo>
                              <a:pt x="14742" y="15356"/>
                            </a:lnTo>
                            <a:cubicBezTo>
                              <a:pt x="14636" y="15162"/>
                              <a:pt x="14437" y="15146"/>
                              <a:pt x="14318" y="15322"/>
                            </a:cubicBezTo>
                            <a:cubicBezTo>
                              <a:pt x="14192" y="15507"/>
                              <a:pt x="14214" y="15805"/>
                              <a:pt x="14334" y="16014"/>
                            </a:cubicBezTo>
                            <a:cubicBezTo>
                              <a:pt x="14459" y="16233"/>
                              <a:pt x="14659" y="16317"/>
                              <a:pt x="14821" y="16477"/>
                            </a:cubicBezTo>
                            <a:cubicBezTo>
                              <a:pt x="14992" y="16646"/>
                              <a:pt x="15117" y="16894"/>
                              <a:pt x="15175" y="17180"/>
                            </a:cubicBezTo>
                            <a:lnTo>
                              <a:pt x="15545" y="17848"/>
                            </a:lnTo>
                            <a:lnTo>
                              <a:pt x="16056" y="18257"/>
                            </a:lnTo>
                            <a:lnTo>
                              <a:pt x="16488" y="18620"/>
                            </a:lnTo>
                            <a:lnTo>
                              <a:pt x="17344" y="19017"/>
                            </a:lnTo>
                            <a:lnTo>
                              <a:pt x="17565" y="19686"/>
                            </a:lnTo>
                            <a:lnTo>
                              <a:pt x="17776" y="19924"/>
                            </a:lnTo>
                            <a:cubicBezTo>
                              <a:pt x="17877" y="19983"/>
                              <a:pt x="17976" y="20047"/>
                              <a:pt x="18073" y="20116"/>
                            </a:cubicBezTo>
                            <a:cubicBezTo>
                              <a:pt x="18211" y="20212"/>
                              <a:pt x="18344" y="20318"/>
                              <a:pt x="18475" y="20433"/>
                            </a:cubicBezTo>
                            <a:lnTo>
                              <a:pt x="18843" y="20727"/>
                            </a:lnTo>
                            <a:cubicBezTo>
                              <a:pt x="19008" y="20916"/>
                              <a:pt x="19184" y="21083"/>
                              <a:pt x="19370" y="21226"/>
                            </a:cubicBezTo>
                            <a:cubicBezTo>
                              <a:pt x="19573" y="21381"/>
                              <a:pt x="19786" y="21507"/>
                              <a:pt x="20006" y="21600"/>
                            </a:cubicBezTo>
                            <a:lnTo>
                              <a:pt x="20217" y="21329"/>
                            </a:lnTo>
                            <a:cubicBezTo>
                              <a:pt x="20232" y="21155"/>
                              <a:pt x="20310" y="21005"/>
                              <a:pt x="20421" y="20934"/>
                            </a:cubicBezTo>
                            <a:cubicBezTo>
                              <a:pt x="20556" y="20847"/>
                              <a:pt x="20708" y="20895"/>
                              <a:pt x="20853" y="20934"/>
                            </a:cubicBezTo>
                            <a:cubicBezTo>
                              <a:pt x="21009" y="20976"/>
                              <a:pt x="21166" y="21006"/>
                              <a:pt x="21325" y="21024"/>
                            </a:cubicBezTo>
                            <a:lnTo>
                              <a:pt x="21600" y="20832"/>
                            </a:lnTo>
                            <a:lnTo>
                              <a:pt x="21600" y="20196"/>
                            </a:lnTo>
                            <a:lnTo>
                              <a:pt x="21529" y="19901"/>
                            </a:lnTo>
                            <a:lnTo>
                              <a:pt x="21396" y="19494"/>
                            </a:lnTo>
                            <a:lnTo>
                              <a:pt x="21122" y="18883"/>
                            </a:lnTo>
                            <a:lnTo>
                              <a:pt x="20697" y="18284"/>
                            </a:lnTo>
                            <a:lnTo>
                              <a:pt x="20462" y="17843"/>
                            </a:lnTo>
                            <a:lnTo>
                              <a:pt x="20351" y="17105"/>
                            </a:lnTo>
                            <a:lnTo>
                              <a:pt x="20092" y="16188"/>
                            </a:lnTo>
                            <a:lnTo>
                              <a:pt x="19550" y="15781"/>
                            </a:lnTo>
                            <a:lnTo>
                              <a:pt x="19056" y="15102"/>
                            </a:lnTo>
                            <a:lnTo>
                              <a:pt x="19103" y="14614"/>
                            </a:lnTo>
                            <a:lnTo>
                              <a:pt x="19378" y="14082"/>
                            </a:lnTo>
                            <a:lnTo>
                              <a:pt x="19520" y="13539"/>
                            </a:lnTo>
                            <a:lnTo>
                              <a:pt x="19339" y="12845"/>
                            </a:lnTo>
                            <a:lnTo>
                              <a:pt x="19425" y="12302"/>
                            </a:lnTo>
                            <a:cubicBezTo>
                              <a:pt x="19354" y="12106"/>
                              <a:pt x="19267" y="11924"/>
                              <a:pt x="19166" y="11757"/>
                            </a:cubicBezTo>
                            <a:cubicBezTo>
                              <a:pt x="19038" y="11546"/>
                              <a:pt x="18890" y="11362"/>
                              <a:pt x="18725" y="11213"/>
                            </a:cubicBezTo>
                            <a:cubicBezTo>
                              <a:pt x="18709" y="10836"/>
                              <a:pt x="18715" y="10457"/>
                              <a:pt x="18742" y="10081"/>
                            </a:cubicBezTo>
                            <a:cubicBezTo>
                              <a:pt x="18778" y="9593"/>
                              <a:pt x="18850" y="9109"/>
                              <a:pt x="18844" y="8618"/>
                            </a:cubicBezTo>
                            <a:cubicBezTo>
                              <a:pt x="18840" y="8191"/>
                              <a:pt x="18776" y="7766"/>
                              <a:pt x="18632" y="7393"/>
                            </a:cubicBezTo>
                            <a:cubicBezTo>
                              <a:pt x="18466" y="6963"/>
                              <a:pt x="18202" y="6628"/>
                              <a:pt x="17886" y="6443"/>
                            </a:cubicBezTo>
                            <a:lnTo>
                              <a:pt x="17218" y="5830"/>
                            </a:lnTo>
                            <a:lnTo>
                              <a:pt x="17030" y="5628"/>
                            </a:lnTo>
                            <a:lnTo>
                              <a:pt x="16513" y="5379"/>
                            </a:lnTo>
                            <a:lnTo>
                              <a:pt x="16208" y="5209"/>
                            </a:lnTo>
                            <a:lnTo>
                              <a:pt x="15862" y="4869"/>
                            </a:lnTo>
                            <a:lnTo>
                              <a:pt x="15516" y="4632"/>
                            </a:lnTo>
                            <a:lnTo>
                              <a:pt x="15304" y="3986"/>
                            </a:lnTo>
                            <a:lnTo>
                              <a:pt x="14889" y="3727"/>
                            </a:lnTo>
                            <a:lnTo>
                              <a:pt x="14606" y="3168"/>
                            </a:lnTo>
                            <a:lnTo>
                              <a:pt x="14215" y="2823"/>
                            </a:lnTo>
                            <a:lnTo>
                              <a:pt x="13904" y="2916"/>
                            </a:lnTo>
                            <a:lnTo>
                              <a:pt x="14115" y="3368"/>
                            </a:lnTo>
                            <a:lnTo>
                              <a:pt x="14373" y="3705"/>
                            </a:lnTo>
                            <a:lnTo>
                              <a:pt x="13832" y="3433"/>
                            </a:lnTo>
                            <a:lnTo>
                              <a:pt x="13486" y="3229"/>
                            </a:lnTo>
                            <a:lnTo>
                              <a:pt x="13109" y="3127"/>
                            </a:lnTo>
                            <a:lnTo>
                              <a:pt x="13376" y="2869"/>
                            </a:lnTo>
                            <a:lnTo>
                              <a:pt x="13633" y="2667"/>
                            </a:lnTo>
                            <a:lnTo>
                              <a:pt x="13224" y="2262"/>
                            </a:lnTo>
                            <a:lnTo>
                              <a:pt x="12902" y="2205"/>
                            </a:lnTo>
                            <a:lnTo>
                              <a:pt x="12369" y="2310"/>
                            </a:lnTo>
                            <a:cubicBezTo>
                              <a:pt x="12246" y="2320"/>
                              <a:pt x="12125" y="2273"/>
                              <a:pt x="12024" y="2175"/>
                            </a:cubicBezTo>
                            <a:cubicBezTo>
                              <a:pt x="11913" y="2069"/>
                              <a:pt x="11834" y="1912"/>
                              <a:pt x="11740" y="1777"/>
                            </a:cubicBezTo>
                            <a:cubicBezTo>
                              <a:pt x="11554" y="1508"/>
                              <a:pt x="11315" y="1328"/>
                              <a:pt x="11056" y="1261"/>
                            </a:cubicBezTo>
                            <a:cubicBezTo>
                              <a:pt x="10964" y="1225"/>
                              <a:pt x="10868" y="1298"/>
                              <a:pt x="10836" y="1427"/>
                            </a:cubicBezTo>
                            <a:cubicBezTo>
                              <a:pt x="10791" y="1608"/>
                              <a:pt x="10883" y="1799"/>
                              <a:pt x="11016" y="1802"/>
                            </a:cubicBezTo>
                            <a:lnTo>
                              <a:pt x="10545" y="1702"/>
                            </a:lnTo>
                            <a:lnTo>
                              <a:pt x="10279" y="1238"/>
                            </a:lnTo>
                            <a:lnTo>
                              <a:pt x="9981" y="768"/>
                            </a:lnTo>
                            <a:cubicBezTo>
                              <a:pt x="9877" y="581"/>
                              <a:pt x="9753" y="421"/>
                              <a:pt x="9612" y="294"/>
                            </a:cubicBezTo>
                            <a:cubicBezTo>
                              <a:pt x="9446" y="145"/>
                              <a:pt x="9262" y="45"/>
                              <a:pt x="9069" y="0"/>
                            </a:cubicBezTo>
                            <a:lnTo>
                              <a:pt x="8724" y="38"/>
                            </a:lnTo>
                            <a:lnTo>
                              <a:pt x="8676" y="704"/>
                            </a:lnTo>
                            <a:lnTo>
                              <a:pt x="8559" y="1135"/>
                            </a:lnTo>
                            <a:lnTo>
                              <a:pt x="7961" y="999"/>
                            </a:lnTo>
                            <a:lnTo>
                              <a:pt x="7560" y="933"/>
                            </a:lnTo>
                            <a:lnTo>
                              <a:pt x="7443" y="1306"/>
                            </a:lnTo>
                            <a:lnTo>
                              <a:pt x="7127" y="1309"/>
                            </a:lnTo>
                            <a:lnTo>
                              <a:pt x="6632" y="1751"/>
                            </a:lnTo>
                            <a:lnTo>
                              <a:pt x="6491" y="2171"/>
                            </a:lnTo>
                            <a:lnTo>
                              <a:pt x="6349" y="2646"/>
                            </a:lnTo>
                            <a:lnTo>
                              <a:pt x="6396" y="3143"/>
                            </a:lnTo>
                            <a:lnTo>
                              <a:pt x="6679" y="3404"/>
                            </a:lnTo>
                            <a:lnTo>
                              <a:pt x="6539" y="3969"/>
                            </a:lnTo>
                            <a:lnTo>
                              <a:pt x="6273" y="3957"/>
                            </a:lnTo>
                            <a:lnTo>
                              <a:pt x="6187" y="4296"/>
                            </a:lnTo>
                            <a:lnTo>
                              <a:pt x="6053" y="4782"/>
                            </a:lnTo>
                            <a:lnTo>
                              <a:pt x="6124" y="5338"/>
                            </a:lnTo>
                            <a:lnTo>
                              <a:pt x="5983" y="5717"/>
                            </a:lnTo>
                            <a:lnTo>
                              <a:pt x="5828" y="5062"/>
                            </a:lnTo>
                            <a:lnTo>
                              <a:pt x="5828" y="4723"/>
                            </a:lnTo>
                            <a:lnTo>
                              <a:pt x="5455" y="4385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7" name="ísļïdé"/>
                      <p:cNvSpPr/>
                      <p:nvPr/>
                    </p:nvSpPr>
                    <p:spPr>
                      <a:xfrm>
                        <a:off x="4027020" y="1767840"/>
                        <a:ext cx="100169" cy="12545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4554" y="0"/>
                            </a:moveTo>
                            <a:lnTo>
                              <a:pt x="12145" y="2252"/>
                            </a:lnTo>
                            <a:lnTo>
                              <a:pt x="17508" y="4147"/>
                            </a:lnTo>
                            <a:lnTo>
                              <a:pt x="21305" y="11063"/>
                            </a:lnTo>
                            <a:lnTo>
                              <a:pt x="21600" y="19260"/>
                            </a:lnTo>
                            <a:lnTo>
                              <a:pt x="16900" y="20658"/>
                            </a:lnTo>
                            <a:lnTo>
                              <a:pt x="10708" y="21600"/>
                            </a:lnTo>
                            <a:lnTo>
                              <a:pt x="6468" y="17037"/>
                            </a:lnTo>
                            <a:lnTo>
                              <a:pt x="0" y="12815"/>
                            </a:lnTo>
                            <a:lnTo>
                              <a:pt x="1830" y="6252"/>
                            </a:lnTo>
                            <a:lnTo>
                              <a:pt x="576" y="2013"/>
                            </a:lnTo>
                            <a:lnTo>
                              <a:pt x="4554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8" name="îşľïḑê"/>
                      <p:cNvSpPr/>
                      <p:nvPr/>
                    </p:nvSpPr>
                    <p:spPr>
                      <a:xfrm>
                        <a:off x="4111089" y="1709213"/>
                        <a:ext cx="37192" cy="5859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065" y="0"/>
                            </a:moveTo>
                            <a:lnTo>
                              <a:pt x="19230" y="6996"/>
                            </a:lnTo>
                            <a:lnTo>
                              <a:pt x="21600" y="18575"/>
                            </a:lnTo>
                            <a:lnTo>
                              <a:pt x="7846" y="21600"/>
                            </a:lnTo>
                            <a:lnTo>
                              <a:pt x="0" y="15332"/>
                            </a:lnTo>
                            <a:lnTo>
                              <a:pt x="7065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69" name="iŝ1ïďe"/>
                      <p:cNvSpPr/>
                      <p:nvPr/>
                    </p:nvSpPr>
                    <p:spPr>
                      <a:xfrm>
                        <a:off x="3868682" y="1781792"/>
                        <a:ext cx="106470" cy="11786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034" y="4084"/>
                            </a:moveTo>
                            <a:lnTo>
                              <a:pt x="14037" y="951"/>
                            </a:lnTo>
                            <a:lnTo>
                              <a:pt x="20768" y="0"/>
                            </a:lnTo>
                            <a:lnTo>
                              <a:pt x="21600" y="4466"/>
                            </a:lnTo>
                            <a:lnTo>
                              <a:pt x="21600" y="9462"/>
                            </a:lnTo>
                            <a:lnTo>
                              <a:pt x="18270" y="14709"/>
                            </a:lnTo>
                            <a:lnTo>
                              <a:pt x="11767" y="21600"/>
                            </a:lnTo>
                            <a:lnTo>
                              <a:pt x="5959" y="21600"/>
                            </a:lnTo>
                            <a:lnTo>
                              <a:pt x="4656" y="12656"/>
                            </a:lnTo>
                            <a:lnTo>
                              <a:pt x="987" y="11920"/>
                            </a:lnTo>
                            <a:lnTo>
                              <a:pt x="0" y="7424"/>
                            </a:lnTo>
                            <a:lnTo>
                              <a:pt x="7034" y="408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0" name="iṡḷîḋê"/>
                      <p:cNvSpPr/>
                      <p:nvPr/>
                    </p:nvSpPr>
                    <p:spPr>
                      <a:xfrm>
                        <a:off x="3683931" y="1847822"/>
                        <a:ext cx="316253" cy="22398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135" y="116"/>
                            </a:moveTo>
                            <a:lnTo>
                              <a:pt x="7736" y="0"/>
                            </a:lnTo>
                            <a:lnTo>
                              <a:pt x="5503" y="1867"/>
                            </a:lnTo>
                            <a:lnTo>
                              <a:pt x="3311" y="3631"/>
                            </a:lnTo>
                            <a:lnTo>
                              <a:pt x="0" y="5601"/>
                            </a:lnTo>
                            <a:lnTo>
                              <a:pt x="553" y="8428"/>
                            </a:lnTo>
                            <a:lnTo>
                              <a:pt x="3528" y="11857"/>
                            </a:lnTo>
                            <a:lnTo>
                              <a:pt x="4929" y="13233"/>
                            </a:lnTo>
                            <a:lnTo>
                              <a:pt x="8513" y="9615"/>
                            </a:lnTo>
                            <a:lnTo>
                              <a:pt x="6289" y="14923"/>
                            </a:lnTo>
                            <a:lnTo>
                              <a:pt x="6937" y="17404"/>
                            </a:lnTo>
                            <a:lnTo>
                              <a:pt x="9406" y="17404"/>
                            </a:lnTo>
                            <a:lnTo>
                              <a:pt x="8624" y="20231"/>
                            </a:lnTo>
                            <a:lnTo>
                              <a:pt x="12079" y="21600"/>
                            </a:lnTo>
                            <a:cubicBezTo>
                              <a:pt x="12715" y="21450"/>
                              <a:pt x="13354" y="21318"/>
                              <a:pt x="13994" y="21204"/>
                            </a:cubicBezTo>
                            <a:cubicBezTo>
                              <a:pt x="14954" y="21034"/>
                              <a:pt x="15918" y="20905"/>
                              <a:pt x="16883" y="20817"/>
                            </a:cubicBezTo>
                            <a:cubicBezTo>
                              <a:pt x="17565" y="20989"/>
                              <a:pt x="18268" y="20853"/>
                              <a:pt x="18892" y="20429"/>
                            </a:cubicBezTo>
                            <a:cubicBezTo>
                              <a:pt x="19533" y="19993"/>
                              <a:pt x="20057" y="19276"/>
                              <a:pt x="20386" y="18385"/>
                            </a:cubicBezTo>
                            <a:lnTo>
                              <a:pt x="21600" y="14899"/>
                            </a:lnTo>
                            <a:lnTo>
                              <a:pt x="21180" y="11865"/>
                            </a:lnTo>
                            <a:lnTo>
                              <a:pt x="18798" y="12063"/>
                            </a:lnTo>
                            <a:lnTo>
                              <a:pt x="17958" y="8907"/>
                            </a:lnTo>
                            <a:lnTo>
                              <a:pt x="15762" y="9558"/>
                            </a:lnTo>
                            <a:lnTo>
                              <a:pt x="14689" y="13250"/>
                            </a:lnTo>
                            <a:lnTo>
                              <a:pt x="13714" y="10490"/>
                            </a:lnTo>
                            <a:lnTo>
                              <a:pt x="13159" y="8132"/>
                            </a:lnTo>
                            <a:lnTo>
                              <a:pt x="13585" y="4909"/>
                            </a:lnTo>
                            <a:lnTo>
                              <a:pt x="13445" y="2799"/>
                            </a:lnTo>
                            <a:lnTo>
                              <a:pt x="10836" y="6483"/>
                            </a:lnTo>
                            <a:lnTo>
                              <a:pt x="10001" y="4769"/>
                            </a:lnTo>
                            <a:lnTo>
                              <a:pt x="11116" y="3393"/>
                            </a:lnTo>
                            <a:lnTo>
                              <a:pt x="11945" y="928"/>
                            </a:lnTo>
                            <a:lnTo>
                              <a:pt x="10135" y="116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1" name="iSľíḍè"/>
                      <p:cNvSpPr/>
                      <p:nvPr/>
                    </p:nvSpPr>
                    <p:spPr>
                      <a:xfrm>
                        <a:off x="4022290" y="2105921"/>
                        <a:ext cx="159823" cy="21117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516" h="21281" extrusionOk="0">
                            <a:moveTo>
                              <a:pt x="16062" y="145"/>
                            </a:moveTo>
                            <a:lnTo>
                              <a:pt x="18559" y="1996"/>
                            </a:lnTo>
                            <a:lnTo>
                              <a:pt x="18755" y="4746"/>
                            </a:lnTo>
                            <a:lnTo>
                              <a:pt x="21516" y="7829"/>
                            </a:lnTo>
                            <a:lnTo>
                              <a:pt x="20964" y="11197"/>
                            </a:lnTo>
                            <a:lnTo>
                              <a:pt x="19031" y="14918"/>
                            </a:lnTo>
                            <a:lnTo>
                              <a:pt x="18479" y="18087"/>
                            </a:lnTo>
                            <a:lnTo>
                              <a:pt x="15084" y="20077"/>
                            </a:lnTo>
                            <a:cubicBezTo>
                              <a:pt x="14091" y="20966"/>
                              <a:pt x="12556" y="21409"/>
                              <a:pt x="11023" y="21249"/>
                            </a:cubicBezTo>
                            <a:cubicBezTo>
                              <a:pt x="7381" y="20867"/>
                              <a:pt x="5464" y="17810"/>
                              <a:pt x="7399" y="15469"/>
                            </a:cubicBezTo>
                            <a:lnTo>
                              <a:pt x="1984" y="15469"/>
                            </a:lnTo>
                            <a:lnTo>
                              <a:pt x="10" y="10379"/>
                            </a:lnTo>
                            <a:cubicBezTo>
                              <a:pt x="-84" y="9375"/>
                              <a:pt x="478" y="8398"/>
                              <a:pt x="1518" y="7760"/>
                            </a:cubicBezTo>
                            <a:cubicBezTo>
                              <a:pt x="3296" y="6669"/>
                              <a:pt x="5899" y="6789"/>
                              <a:pt x="7484" y="8036"/>
                            </a:cubicBezTo>
                            <a:cubicBezTo>
                              <a:pt x="7545" y="9180"/>
                              <a:pt x="9290" y="9808"/>
                              <a:pt x="10523" y="9130"/>
                            </a:cubicBezTo>
                            <a:cubicBezTo>
                              <a:pt x="11635" y="8518"/>
                              <a:pt x="11430" y="7310"/>
                              <a:pt x="10799" y="6305"/>
                            </a:cubicBezTo>
                            <a:cubicBezTo>
                              <a:pt x="9787" y="4695"/>
                              <a:pt x="8151" y="3351"/>
                              <a:pt x="6104" y="2446"/>
                            </a:cubicBezTo>
                            <a:cubicBezTo>
                              <a:pt x="6962" y="1800"/>
                              <a:pt x="7958" y="1265"/>
                              <a:pt x="9050" y="862"/>
                            </a:cubicBezTo>
                            <a:cubicBezTo>
                              <a:pt x="11222" y="61"/>
                              <a:pt x="13682" y="-191"/>
                              <a:pt x="16062" y="145"/>
                            </a:cubicBez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2" name="işľïdé"/>
                      <p:cNvSpPr/>
                      <p:nvPr/>
                    </p:nvSpPr>
                    <p:spPr>
                      <a:xfrm>
                        <a:off x="1556793" y="1766037"/>
                        <a:ext cx="6358012" cy="596988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6982" y="827"/>
                            </a:moveTo>
                            <a:lnTo>
                              <a:pt x="7131" y="835"/>
                            </a:lnTo>
                            <a:lnTo>
                              <a:pt x="7235" y="824"/>
                            </a:lnTo>
                            <a:lnTo>
                              <a:pt x="7298" y="913"/>
                            </a:lnTo>
                            <a:lnTo>
                              <a:pt x="7325" y="1000"/>
                            </a:lnTo>
                            <a:lnTo>
                              <a:pt x="7441" y="1022"/>
                            </a:lnTo>
                            <a:lnTo>
                              <a:pt x="7487" y="1088"/>
                            </a:lnTo>
                            <a:lnTo>
                              <a:pt x="7527" y="1212"/>
                            </a:lnTo>
                            <a:lnTo>
                              <a:pt x="7603" y="1298"/>
                            </a:lnTo>
                            <a:lnTo>
                              <a:pt x="7603" y="1387"/>
                            </a:lnTo>
                            <a:lnTo>
                              <a:pt x="7656" y="1456"/>
                            </a:lnTo>
                            <a:lnTo>
                              <a:pt x="7774" y="1483"/>
                            </a:lnTo>
                            <a:lnTo>
                              <a:pt x="7846" y="1517"/>
                            </a:lnTo>
                            <a:lnTo>
                              <a:pt x="7900" y="1570"/>
                            </a:lnTo>
                            <a:cubicBezTo>
                              <a:pt x="7875" y="1614"/>
                              <a:pt x="7901" y="1671"/>
                              <a:pt x="7949" y="1678"/>
                            </a:cubicBezTo>
                            <a:cubicBezTo>
                              <a:pt x="8022" y="1689"/>
                              <a:pt x="8065" y="1593"/>
                              <a:pt x="8011" y="1539"/>
                            </a:cubicBezTo>
                            <a:lnTo>
                              <a:pt x="8004" y="1414"/>
                            </a:lnTo>
                            <a:lnTo>
                              <a:pt x="8064" y="1310"/>
                            </a:lnTo>
                            <a:lnTo>
                              <a:pt x="8148" y="1280"/>
                            </a:lnTo>
                            <a:lnTo>
                              <a:pt x="8245" y="1273"/>
                            </a:lnTo>
                            <a:lnTo>
                              <a:pt x="8314" y="1372"/>
                            </a:lnTo>
                            <a:lnTo>
                              <a:pt x="8307" y="1465"/>
                            </a:lnTo>
                            <a:lnTo>
                              <a:pt x="8250" y="1544"/>
                            </a:lnTo>
                            <a:lnTo>
                              <a:pt x="8238" y="1638"/>
                            </a:lnTo>
                            <a:lnTo>
                              <a:pt x="8280" y="1741"/>
                            </a:lnTo>
                            <a:lnTo>
                              <a:pt x="8252" y="1852"/>
                            </a:lnTo>
                            <a:lnTo>
                              <a:pt x="8315" y="2016"/>
                            </a:lnTo>
                            <a:lnTo>
                              <a:pt x="8370" y="2072"/>
                            </a:lnTo>
                            <a:lnTo>
                              <a:pt x="8444" y="2116"/>
                            </a:lnTo>
                            <a:lnTo>
                              <a:pt x="8525" y="2102"/>
                            </a:lnTo>
                            <a:lnTo>
                              <a:pt x="8606" y="2124"/>
                            </a:lnTo>
                            <a:lnTo>
                              <a:pt x="8558" y="2220"/>
                            </a:lnTo>
                            <a:lnTo>
                              <a:pt x="8485" y="2205"/>
                            </a:lnTo>
                            <a:lnTo>
                              <a:pt x="8462" y="2284"/>
                            </a:lnTo>
                            <a:lnTo>
                              <a:pt x="8441" y="2449"/>
                            </a:lnTo>
                            <a:lnTo>
                              <a:pt x="8379" y="2618"/>
                            </a:lnTo>
                            <a:lnTo>
                              <a:pt x="8312" y="2588"/>
                            </a:lnTo>
                            <a:lnTo>
                              <a:pt x="8203" y="2531"/>
                            </a:lnTo>
                            <a:lnTo>
                              <a:pt x="8124" y="2598"/>
                            </a:lnTo>
                            <a:lnTo>
                              <a:pt x="8205" y="2699"/>
                            </a:lnTo>
                            <a:cubicBezTo>
                              <a:pt x="8263" y="2733"/>
                              <a:pt x="8323" y="2760"/>
                              <a:pt x="8386" y="2780"/>
                            </a:cubicBezTo>
                            <a:cubicBezTo>
                              <a:pt x="8432" y="2794"/>
                              <a:pt x="8479" y="2805"/>
                              <a:pt x="8525" y="2795"/>
                            </a:cubicBezTo>
                            <a:cubicBezTo>
                              <a:pt x="8571" y="2785"/>
                              <a:pt x="8611" y="2757"/>
                              <a:pt x="8637" y="2716"/>
                            </a:cubicBezTo>
                            <a:lnTo>
                              <a:pt x="8664" y="2637"/>
                            </a:lnTo>
                            <a:lnTo>
                              <a:pt x="8584" y="2645"/>
                            </a:lnTo>
                            <a:cubicBezTo>
                              <a:pt x="8554" y="2675"/>
                              <a:pt x="8510" y="2681"/>
                              <a:pt x="8473" y="2662"/>
                            </a:cubicBezTo>
                            <a:cubicBezTo>
                              <a:pt x="8359" y="2599"/>
                              <a:pt x="8398" y="2415"/>
                              <a:pt x="8527" y="2412"/>
                            </a:cubicBezTo>
                            <a:lnTo>
                              <a:pt x="8630" y="2449"/>
                            </a:lnTo>
                            <a:lnTo>
                              <a:pt x="8693" y="2335"/>
                            </a:lnTo>
                            <a:lnTo>
                              <a:pt x="8728" y="2264"/>
                            </a:lnTo>
                            <a:lnTo>
                              <a:pt x="8813" y="2264"/>
                            </a:lnTo>
                            <a:lnTo>
                              <a:pt x="8883" y="2328"/>
                            </a:lnTo>
                            <a:lnTo>
                              <a:pt x="8913" y="2180"/>
                            </a:lnTo>
                            <a:lnTo>
                              <a:pt x="8888" y="2034"/>
                            </a:lnTo>
                            <a:lnTo>
                              <a:pt x="8901" y="1920"/>
                            </a:lnTo>
                            <a:lnTo>
                              <a:pt x="8955" y="1834"/>
                            </a:lnTo>
                            <a:cubicBezTo>
                              <a:pt x="8964" y="1773"/>
                              <a:pt x="8971" y="1712"/>
                              <a:pt x="8975" y="1651"/>
                            </a:cubicBezTo>
                            <a:cubicBezTo>
                              <a:pt x="8979" y="1601"/>
                              <a:pt x="8982" y="1552"/>
                              <a:pt x="8982" y="1502"/>
                            </a:cubicBezTo>
                            <a:lnTo>
                              <a:pt x="8975" y="1347"/>
                            </a:lnTo>
                            <a:cubicBezTo>
                              <a:pt x="8984" y="1319"/>
                              <a:pt x="9001" y="1296"/>
                              <a:pt x="9024" y="1280"/>
                            </a:cubicBezTo>
                            <a:cubicBezTo>
                              <a:pt x="9068" y="1251"/>
                              <a:pt x="9123" y="1256"/>
                              <a:pt x="9175" y="1258"/>
                            </a:cubicBezTo>
                            <a:cubicBezTo>
                              <a:pt x="9214" y="1260"/>
                              <a:pt x="9254" y="1260"/>
                              <a:pt x="9293" y="1258"/>
                            </a:cubicBezTo>
                            <a:lnTo>
                              <a:pt x="9383" y="1324"/>
                            </a:lnTo>
                            <a:lnTo>
                              <a:pt x="9342" y="1409"/>
                            </a:lnTo>
                            <a:lnTo>
                              <a:pt x="9274" y="1569"/>
                            </a:lnTo>
                            <a:lnTo>
                              <a:pt x="9178" y="1638"/>
                            </a:lnTo>
                            <a:lnTo>
                              <a:pt x="9194" y="1866"/>
                            </a:lnTo>
                            <a:lnTo>
                              <a:pt x="9194" y="1997"/>
                            </a:lnTo>
                            <a:lnTo>
                              <a:pt x="9264" y="2101"/>
                            </a:lnTo>
                            <a:cubicBezTo>
                              <a:pt x="9307" y="2131"/>
                              <a:pt x="9342" y="2173"/>
                              <a:pt x="9366" y="2222"/>
                            </a:cubicBezTo>
                            <a:cubicBezTo>
                              <a:pt x="9382" y="2255"/>
                              <a:pt x="9393" y="2291"/>
                              <a:pt x="9399" y="2328"/>
                            </a:cubicBezTo>
                            <a:lnTo>
                              <a:pt x="9482" y="2336"/>
                            </a:lnTo>
                            <a:lnTo>
                              <a:pt x="9556" y="2400"/>
                            </a:lnTo>
                            <a:cubicBezTo>
                              <a:pt x="9583" y="2419"/>
                              <a:pt x="9608" y="2443"/>
                              <a:pt x="9630" y="2469"/>
                            </a:cubicBezTo>
                            <a:cubicBezTo>
                              <a:pt x="9660" y="2506"/>
                              <a:pt x="9685" y="2549"/>
                              <a:pt x="9702" y="2595"/>
                            </a:cubicBezTo>
                            <a:cubicBezTo>
                              <a:pt x="9712" y="2619"/>
                              <a:pt x="9722" y="2644"/>
                              <a:pt x="9732" y="2668"/>
                            </a:cubicBezTo>
                            <a:cubicBezTo>
                              <a:pt x="9742" y="2692"/>
                              <a:pt x="9752" y="2716"/>
                              <a:pt x="9762" y="2740"/>
                            </a:cubicBezTo>
                            <a:lnTo>
                              <a:pt x="9811" y="2856"/>
                            </a:lnTo>
                            <a:lnTo>
                              <a:pt x="9887" y="2814"/>
                            </a:lnTo>
                            <a:lnTo>
                              <a:pt x="9859" y="2582"/>
                            </a:lnTo>
                            <a:lnTo>
                              <a:pt x="9928" y="2479"/>
                            </a:lnTo>
                            <a:lnTo>
                              <a:pt x="9921" y="2310"/>
                            </a:lnTo>
                            <a:lnTo>
                              <a:pt x="9875" y="2239"/>
                            </a:lnTo>
                            <a:lnTo>
                              <a:pt x="9712" y="2214"/>
                            </a:lnTo>
                            <a:lnTo>
                              <a:pt x="9622" y="2125"/>
                            </a:lnTo>
                            <a:lnTo>
                              <a:pt x="9548" y="1994"/>
                            </a:lnTo>
                            <a:lnTo>
                              <a:pt x="9500" y="1935"/>
                            </a:lnTo>
                            <a:lnTo>
                              <a:pt x="9451" y="1765"/>
                            </a:lnTo>
                            <a:lnTo>
                              <a:pt x="9437" y="1636"/>
                            </a:lnTo>
                            <a:lnTo>
                              <a:pt x="9444" y="1522"/>
                            </a:lnTo>
                            <a:lnTo>
                              <a:pt x="9505" y="1384"/>
                            </a:lnTo>
                            <a:lnTo>
                              <a:pt x="9539" y="1305"/>
                            </a:lnTo>
                            <a:lnTo>
                              <a:pt x="9644" y="1275"/>
                            </a:lnTo>
                            <a:lnTo>
                              <a:pt x="9776" y="1268"/>
                            </a:lnTo>
                            <a:lnTo>
                              <a:pt x="9843" y="1297"/>
                            </a:lnTo>
                            <a:lnTo>
                              <a:pt x="9987" y="1259"/>
                            </a:lnTo>
                            <a:lnTo>
                              <a:pt x="10085" y="1215"/>
                            </a:lnTo>
                            <a:lnTo>
                              <a:pt x="10208" y="1215"/>
                            </a:lnTo>
                            <a:lnTo>
                              <a:pt x="10317" y="1280"/>
                            </a:lnTo>
                            <a:lnTo>
                              <a:pt x="10446" y="1371"/>
                            </a:lnTo>
                            <a:lnTo>
                              <a:pt x="10527" y="1403"/>
                            </a:lnTo>
                            <a:lnTo>
                              <a:pt x="10673" y="1499"/>
                            </a:lnTo>
                            <a:lnTo>
                              <a:pt x="10750" y="1507"/>
                            </a:lnTo>
                            <a:lnTo>
                              <a:pt x="10903" y="1507"/>
                            </a:lnTo>
                            <a:lnTo>
                              <a:pt x="10965" y="1558"/>
                            </a:lnTo>
                            <a:lnTo>
                              <a:pt x="11043" y="1622"/>
                            </a:lnTo>
                            <a:lnTo>
                              <a:pt x="11141" y="1642"/>
                            </a:lnTo>
                            <a:cubicBezTo>
                              <a:pt x="11167" y="1646"/>
                              <a:pt x="11193" y="1654"/>
                              <a:pt x="11218" y="1664"/>
                            </a:cubicBezTo>
                            <a:cubicBezTo>
                              <a:pt x="11254" y="1680"/>
                              <a:pt x="11287" y="1703"/>
                              <a:pt x="11315" y="1731"/>
                            </a:cubicBezTo>
                            <a:lnTo>
                              <a:pt x="11396" y="1808"/>
                            </a:lnTo>
                            <a:lnTo>
                              <a:pt x="11452" y="1948"/>
                            </a:lnTo>
                            <a:lnTo>
                              <a:pt x="11505" y="2034"/>
                            </a:lnTo>
                            <a:lnTo>
                              <a:pt x="11670" y="2064"/>
                            </a:lnTo>
                            <a:lnTo>
                              <a:pt x="11784" y="2091"/>
                            </a:lnTo>
                            <a:lnTo>
                              <a:pt x="12021" y="2143"/>
                            </a:lnTo>
                            <a:lnTo>
                              <a:pt x="12188" y="2173"/>
                            </a:lnTo>
                            <a:cubicBezTo>
                              <a:pt x="12226" y="2161"/>
                              <a:pt x="12267" y="2168"/>
                              <a:pt x="12299" y="2193"/>
                            </a:cubicBezTo>
                            <a:cubicBezTo>
                              <a:pt x="12345" y="2228"/>
                              <a:pt x="12365" y="2291"/>
                              <a:pt x="12348" y="2348"/>
                            </a:cubicBezTo>
                            <a:lnTo>
                              <a:pt x="12320" y="2499"/>
                            </a:lnTo>
                            <a:lnTo>
                              <a:pt x="12307" y="2647"/>
                            </a:lnTo>
                            <a:lnTo>
                              <a:pt x="12353" y="2763"/>
                            </a:lnTo>
                            <a:lnTo>
                              <a:pt x="12265" y="2812"/>
                            </a:lnTo>
                            <a:cubicBezTo>
                              <a:pt x="12226" y="2799"/>
                              <a:pt x="12189" y="2782"/>
                              <a:pt x="12154" y="2760"/>
                            </a:cubicBezTo>
                            <a:cubicBezTo>
                              <a:pt x="12092" y="2723"/>
                              <a:pt x="12039" y="2672"/>
                              <a:pt x="11996" y="2612"/>
                            </a:cubicBezTo>
                            <a:lnTo>
                              <a:pt x="11906" y="2598"/>
                            </a:lnTo>
                            <a:lnTo>
                              <a:pt x="11869" y="2672"/>
                            </a:lnTo>
                            <a:lnTo>
                              <a:pt x="11943" y="2778"/>
                            </a:lnTo>
                            <a:lnTo>
                              <a:pt x="12073" y="2842"/>
                            </a:lnTo>
                            <a:lnTo>
                              <a:pt x="12196" y="2870"/>
                            </a:lnTo>
                            <a:cubicBezTo>
                              <a:pt x="12252" y="2881"/>
                              <a:pt x="12306" y="2906"/>
                              <a:pt x="12352" y="2941"/>
                            </a:cubicBezTo>
                            <a:cubicBezTo>
                              <a:pt x="12395" y="2975"/>
                              <a:pt x="12431" y="3017"/>
                              <a:pt x="12459" y="3065"/>
                            </a:cubicBezTo>
                            <a:lnTo>
                              <a:pt x="12466" y="3161"/>
                            </a:lnTo>
                            <a:cubicBezTo>
                              <a:pt x="12485" y="3191"/>
                              <a:pt x="12502" y="3222"/>
                              <a:pt x="12517" y="3255"/>
                            </a:cubicBezTo>
                            <a:cubicBezTo>
                              <a:pt x="12534" y="3294"/>
                              <a:pt x="12548" y="3335"/>
                              <a:pt x="12558" y="3378"/>
                            </a:cubicBezTo>
                            <a:lnTo>
                              <a:pt x="12459" y="3479"/>
                            </a:lnTo>
                            <a:lnTo>
                              <a:pt x="12328" y="3383"/>
                            </a:lnTo>
                            <a:lnTo>
                              <a:pt x="12360" y="3497"/>
                            </a:lnTo>
                            <a:lnTo>
                              <a:pt x="12388" y="3606"/>
                            </a:lnTo>
                            <a:lnTo>
                              <a:pt x="12168" y="3614"/>
                            </a:lnTo>
                            <a:lnTo>
                              <a:pt x="11947" y="3586"/>
                            </a:lnTo>
                            <a:lnTo>
                              <a:pt x="11769" y="3586"/>
                            </a:lnTo>
                            <a:lnTo>
                              <a:pt x="11618" y="3490"/>
                            </a:lnTo>
                            <a:cubicBezTo>
                              <a:pt x="11588" y="3446"/>
                              <a:pt x="11548" y="3411"/>
                              <a:pt x="11502" y="3389"/>
                            </a:cubicBezTo>
                            <a:cubicBezTo>
                              <a:pt x="11446" y="3361"/>
                              <a:pt x="11382" y="3353"/>
                              <a:pt x="11321" y="3367"/>
                            </a:cubicBezTo>
                            <a:lnTo>
                              <a:pt x="11148" y="3411"/>
                            </a:lnTo>
                            <a:lnTo>
                              <a:pt x="11080" y="3520"/>
                            </a:lnTo>
                            <a:lnTo>
                              <a:pt x="11173" y="3562"/>
                            </a:lnTo>
                            <a:lnTo>
                              <a:pt x="11173" y="3658"/>
                            </a:lnTo>
                            <a:lnTo>
                              <a:pt x="11041" y="3688"/>
                            </a:lnTo>
                            <a:cubicBezTo>
                              <a:pt x="11002" y="3696"/>
                              <a:pt x="10964" y="3668"/>
                              <a:pt x="10957" y="3626"/>
                            </a:cubicBezTo>
                            <a:cubicBezTo>
                              <a:pt x="10950" y="3580"/>
                              <a:pt x="10984" y="3542"/>
                              <a:pt x="10992" y="3497"/>
                            </a:cubicBezTo>
                            <a:cubicBezTo>
                              <a:pt x="11001" y="3449"/>
                              <a:pt x="10979" y="3400"/>
                              <a:pt x="10939" y="3377"/>
                            </a:cubicBezTo>
                            <a:lnTo>
                              <a:pt x="10871" y="3214"/>
                            </a:lnTo>
                            <a:lnTo>
                              <a:pt x="10927" y="3087"/>
                            </a:lnTo>
                            <a:lnTo>
                              <a:pt x="11099" y="3058"/>
                            </a:lnTo>
                            <a:cubicBezTo>
                              <a:pt x="11143" y="3095"/>
                              <a:pt x="11209" y="3081"/>
                              <a:pt x="11236" y="3028"/>
                            </a:cubicBezTo>
                            <a:cubicBezTo>
                              <a:pt x="11261" y="2979"/>
                              <a:pt x="11242" y="2918"/>
                              <a:pt x="11194" y="2895"/>
                            </a:cubicBezTo>
                            <a:lnTo>
                              <a:pt x="11162" y="2836"/>
                            </a:lnTo>
                            <a:lnTo>
                              <a:pt x="11197" y="2733"/>
                            </a:lnTo>
                            <a:lnTo>
                              <a:pt x="11222" y="2589"/>
                            </a:lnTo>
                            <a:lnTo>
                              <a:pt x="11197" y="2443"/>
                            </a:lnTo>
                            <a:lnTo>
                              <a:pt x="11053" y="2409"/>
                            </a:lnTo>
                            <a:lnTo>
                              <a:pt x="10999" y="2596"/>
                            </a:lnTo>
                            <a:lnTo>
                              <a:pt x="10942" y="2690"/>
                            </a:lnTo>
                            <a:lnTo>
                              <a:pt x="10865" y="2727"/>
                            </a:lnTo>
                            <a:lnTo>
                              <a:pt x="10817" y="2660"/>
                            </a:lnTo>
                            <a:lnTo>
                              <a:pt x="10754" y="2500"/>
                            </a:lnTo>
                            <a:lnTo>
                              <a:pt x="10781" y="2399"/>
                            </a:lnTo>
                            <a:lnTo>
                              <a:pt x="10830" y="2332"/>
                            </a:lnTo>
                            <a:lnTo>
                              <a:pt x="10781" y="2275"/>
                            </a:lnTo>
                            <a:lnTo>
                              <a:pt x="10684" y="2238"/>
                            </a:lnTo>
                            <a:lnTo>
                              <a:pt x="10600" y="2181"/>
                            </a:lnTo>
                            <a:lnTo>
                              <a:pt x="10517" y="2122"/>
                            </a:lnTo>
                            <a:lnTo>
                              <a:pt x="10552" y="2262"/>
                            </a:lnTo>
                            <a:lnTo>
                              <a:pt x="10607" y="2328"/>
                            </a:lnTo>
                            <a:lnTo>
                              <a:pt x="10633" y="2419"/>
                            </a:lnTo>
                            <a:lnTo>
                              <a:pt x="10639" y="2505"/>
                            </a:lnTo>
                            <a:lnTo>
                              <a:pt x="10498" y="2436"/>
                            </a:lnTo>
                            <a:lnTo>
                              <a:pt x="10463" y="2355"/>
                            </a:lnTo>
                            <a:lnTo>
                              <a:pt x="10421" y="2254"/>
                            </a:lnTo>
                            <a:lnTo>
                              <a:pt x="10345" y="2231"/>
                            </a:lnTo>
                            <a:lnTo>
                              <a:pt x="10299" y="2312"/>
                            </a:lnTo>
                            <a:lnTo>
                              <a:pt x="10338" y="2436"/>
                            </a:lnTo>
                            <a:lnTo>
                              <a:pt x="10382" y="2609"/>
                            </a:lnTo>
                            <a:lnTo>
                              <a:pt x="10389" y="2728"/>
                            </a:lnTo>
                            <a:lnTo>
                              <a:pt x="10389" y="2839"/>
                            </a:lnTo>
                            <a:lnTo>
                              <a:pt x="10361" y="2940"/>
                            </a:lnTo>
                            <a:lnTo>
                              <a:pt x="10333" y="3026"/>
                            </a:lnTo>
                            <a:lnTo>
                              <a:pt x="10284" y="3159"/>
                            </a:lnTo>
                            <a:lnTo>
                              <a:pt x="10277" y="3241"/>
                            </a:lnTo>
                            <a:lnTo>
                              <a:pt x="10356" y="3317"/>
                            </a:lnTo>
                            <a:lnTo>
                              <a:pt x="10495" y="3376"/>
                            </a:lnTo>
                            <a:lnTo>
                              <a:pt x="10586" y="3406"/>
                            </a:lnTo>
                            <a:lnTo>
                              <a:pt x="10704" y="3512"/>
                            </a:lnTo>
                            <a:lnTo>
                              <a:pt x="10778" y="3620"/>
                            </a:lnTo>
                            <a:lnTo>
                              <a:pt x="10737" y="3709"/>
                            </a:lnTo>
                            <a:lnTo>
                              <a:pt x="10654" y="3714"/>
                            </a:lnTo>
                            <a:lnTo>
                              <a:pt x="10517" y="3662"/>
                            </a:lnTo>
                            <a:lnTo>
                              <a:pt x="10380" y="3677"/>
                            </a:lnTo>
                            <a:cubicBezTo>
                              <a:pt x="10381" y="3717"/>
                              <a:pt x="10367" y="3755"/>
                              <a:pt x="10343" y="3785"/>
                            </a:cubicBezTo>
                            <a:cubicBezTo>
                              <a:pt x="10311" y="3826"/>
                              <a:pt x="10262" y="3848"/>
                              <a:pt x="10211" y="3845"/>
                            </a:cubicBezTo>
                            <a:lnTo>
                              <a:pt x="10102" y="3793"/>
                            </a:lnTo>
                            <a:lnTo>
                              <a:pt x="9970" y="3800"/>
                            </a:lnTo>
                            <a:cubicBezTo>
                              <a:pt x="9960" y="3762"/>
                              <a:pt x="9953" y="3723"/>
                              <a:pt x="9952" y="3684"/>
                            </a:cubicBezTo>
                            <a:cubicBezTo>
                              <a:pt x="9947" y="3578"/>
                              <a:pt x="9975" y="3473"/>
                              <a:pt x="10031" y="3385"/>
                            </a:cubicBezTo>
                            <a:cubicBezTo>
                              <a:pt x="10030" y="3354"/>
                              <a:pt x="10014" y="3327"/>
                              <a:pt x="9989" y="3313"/>
                            </a:cubicBezTo>
                            <a:cubicBezTo>
                              <a:pt x="9848" y="3235"/>
                              <a:pt x="9741" y="3476"/>
                              <a:pt x="9887" y="3542"/>
                            </a:cubicBezTo>
                            <a:lnTo>
                              <a:pt x="9827" y="3688"/>
                            </a:lnTo>
                            <a:lnTo>
                              <a:pt x="9732" y="3812"/>
                            </a:lnTo>
                            <a:lnTo>
                              <a:pt x="9628" y="3864"/>
                            </a:lnTo>
                            <a:cubicBezTo>
                              <a:pt x="9618" y="3904"/>
                              <a:pt x="9599" y="3942"/>
                              <a:pt x="9575" y="3975"/>
                            </a:cubicBezTo>
                            <a:cubicBezTo>
                              <a:pt x="9539" y="4021"/>
                              <a:pt x="9492" y="4056"/>
                              <a:pt x="9438" y="4074"/>
                            </a:cubicBezTo>
                            <a:cubicBezTo>
                              <a:pt x="9430" y="4101"/>
                              <a:pt x="9420" y="4127"/>
                              <a:pt x="9407" y="4152"/>
                            </a:cubicBezTo>
                            <a:cubicBezTo>
                              <a:pt x="9381" y="4206"/>
                              <a:pt x="9343" y="4252"/>
                              <a:pt x="9298" y="4288"/>
                            </a:cubicBezTo>
                            <a:lnTo>
                              <a:pt x="9263" y="4415"/>
                            </a:lnTo>
                            <a:lnTo>
                              <a:pt x="9187" y="4486"/>
                            </a:lnTo>
                            <a:cubicBezTo>
                              <a:pt x="9179" y="4525"/>
                              <a:pt x="9172" y="4564"/>
                              <a:pt x="9166" y="4602"/>
                            </a:cubicBezTo>
                            <a:cubicBezTo>
                              <a:pt x="9156" y="4659"/>
                              <a:pt x="9148" y="4716"/>
                              <a:pt x="9140" y="4773"/>
                            </a:cubicBezTo>
                            <a:cubicBezTo>
                              <a:pt x="9148" y="4808"/>
                              <a:pt x="9158" y="4842"/>
                              <a:pt x="9168" y="4876"/>
                            </a:cubicBezTo>
                            <a:cubicBezTo>
                              <a:pt x="9180" y="4914"/>
                              <a:pt x="9193" y="4951"/>
                              <a:pt x="9207" y="4988"/>
                            </a:cubicBezTo>
                            <a:cubicBezTo>
                              <a:pt x="9233" y="5010"/>
                              <a:pt x="9256" y="5035"/>
                              <a:pt x="9277" y="5061"/>
                            </a:cubicBezTo>
                            <a:cubicBezTo>
                              <a:pt x="9326" y="5123"/>
                              <a:pt x="9362" y="5194"/>
                              <a:pt x="9384" y="5272"/>
                            </a:cubicBezTo>
                            <a:lnTo>
                              <a:pt x="9452" y="5434"/>
                            </a:lnTo>
                            <a:lnTo>
                              <a:pt x="9547" y="5508"/>
                            </a:lnTo>
                            <a:cubicBezTo>
                              <a:pt x="9551" y="5474"/>
                              <a:pt x="9565" y="5443"/>
                              <a:pt x="9589" y="5419"/>
                            </a:cubicBezTo>
                            <a:cubicBezTo>
                              <a:pt x="9650" y="5357"/>
                              <a:pt x="9747" y="5360"/>
                              <a:pt x="9804" y="5427"/>
                            </a:cubicBezTo>
                            <a:lnTo>
                              <a:pt x="9972" y="5464"/>
                            </a:lnTo>
                            <a:lnTo>
                              <a:pt x="10020" y="5560"/>
                            </a:lnTo>
                            <a:lnTo>
                              <a:pt x="10113" y="5567"/>
                            </a:lnTo>
                            <a:lnTo>
                              <a:pt x="10248" y="5653"/>
                            </a:lnTo>
                            <a:lnTo>
                              <a:pt x="10422" y="5737"/>
                            </a:lnTo>
                            <a:lnTo>
                              <a:pt x="10522" y="5745"/>
                            </a:lnTo>
                            <a:lnTo>
                              <a:pt x="10694" y="5750"/>
                            </a:lnTo>
                            <a:cubicBezTo>
                              <a:pt x="10727" y="5745"/>
                              <a:pt x="10760" y="5748"/>
                              <a:pt x="10792" y="5757"/>
                            </a:cubicBezTo>
                            <a:cubicBezTo>
                              <a:pt x="10842" y="5772"/>
                              <a:pt x="10887" y="5803"/>
                              <a:pt x="10924" y="5841"/>
                            </a:cubicBezTo>
                            <a:cubicBezTo>
                              <a:pt x="10976" y="5894"/>
                              <a:pt x="11014" y="5959"/>
                              <a:pt x="11036" y="6032"/>
                            </a:cubicBezTo>
                            <a:cubicBezTo>
                              <a:pt x="11037" y="6070"/>
                              <a:pt x="11050" y="6106"/>
                              <a:pt x="11073" y="6136"/>
                            </a:cubicBezTo>
                            <a:cubicBezTo>
                              <a:pt x="11105" y="6176"/>
                              <a:pt x="11151" y="6197"/>
                              <a:pt x="11198" y="6215"/>
                            </a:cubicBezTo>
                            <a:cubicBezTo>
                              <a:pt x="11235" y="6228"/>
                              <a:pt x="11272" y="6240"/>
                              <a:pt x="11309" y="6249"/>
                            </a:cubicBezTo>
                            <a:lnTo>
                              <a:pt x="11323" y="6403"/>
                            </a:lnTo>
                            <a:lnTo>
                              <a:pt x="11329" y="6534"/>
                            </a:lnTo>
                            <a:lnTo>
                              <a:pt x="11403" y="6648"/>
                            </a:lnTo>
                            <a:lnTo>
                              <a:pt x="11547" y="6749"/>
                            </a:lnTo>
                            <a:cubicBezTo>
                              <a:pt x="11589" y="6765"/>
                              <a:pt x="11635" y="6760"/>
                              <a:pt x="11672" y="6735"/>
                            </a:cubicBezTo>
                            <a:cubicBezTo>
                              <a:pt x="11760" y="6675"/>
                              <a:pt x="11771" y="6543"/>
                              <a:pt x="11695" y="6467"/>
                            </a:cubicBezTo>
                            <a:cubicBezTo>
                              <a:pt x="11673" y="6413"/>
                              <a:pt x="11648" y="6361"/>
                              <a:pt x="11621" y="6309"/>
                            </a:cubicBezTo>
                            <a:cubicBezTo>
                              <a:pt x="11573" y="6217"/>
                              <a:pt x="11519" y="6128"/>
                              <a:pt x="11458" y="6044"/>
                            </a:cubicBezTo>
                            <a:lnTo>
                              <a:pt x="11458" y="5953"/>
                            </a:lnTo>
                            <a:lnTo>
                              <a:pt x="11505" y="5842"/>
                            </a:lnTo>
                            <a:lnTo>
                              <a:pt x="11491" y="5746"/>
                            </a:lnTo>
                            <a:lnTo>
                              <a:pt x="11394" y="5687"/>
                            </a:lnTo>
                            <a:lnTo>
                              <a:pt x="11255" y="5608"/>
                            </a:lnTo>
                            <a:lnTo>
                              <a:pt x="11234" y="5437"/>
                            </a:lnTo>
                            <a:lnTo>
                              <a:pt x="11292" y="5363"/>
                            </a:lnTo>
                            <a:lnTo>
                              <a:pt x="11359" y="5363"/>
                            </a:lnTo>
                            <a:lnTo>
                              <a:pt x="11442" y="5413"/>
                            </a:lnTo>
                            <a:lnTo>
                              <a:pt x="11484" y="5501"/>
                            </a:lnTo>
                            <a:lnTo>
                              <a:pt x="11496" y="5603"/>
                            </a:lnTo>
                            <a:lnTo>
                              <a:pt x="11546" y="5684"/>
                            </a:lnTo>
                            <a:lnTo>
                              <a:pt x="11602" y="5755"/>
                            </a:lnTo>
                            <a:cubicBezTo>
                              <a:pt x="11632" y="5747"/>
                              <a:pt x="11659" y="5729"/>
                              <a:pt x="11678" y="5703"/>
                            </a:cubicBezTo>
                            <a:cubicBezTo>
                              <a:pt x="11720" y="5647"/>
                              <a:pt x="11720" y="5567"/>
                              <a:pt x="11678" y="5510"/>
                            </a:cubicBezTo>
                            <a:lnTo>
                              <a:pt x="11687" y="5305"/>
                            </a:lnTo>
                            <a:lnTo>
                              <a:pt x="11631" y="5137"/>
                            </a:lnTo>
                            <a:lnTo>
                              <a:pt x="11504" y="5001"/>
                            </a:lnTo>
                            <a:lnTo>
                              <a:pt x="11355" y="4959"/>
                            </a:lnTo>
                            <a:lnTo>
                              <a:pt x="11334" y="4831"/>
                            </a:lnTo>
                            <a:lnTo>
                              <a:pt x="11341" y="4729"/>
                            </a:lnTo>
                            <a:lnTo>
                              <a:pt x="11348" y="4507"/>
                            </a:lnTo>
                            <a:lnTo>
                              <a:pt x="11294" y="4448"/>
                            </a:lnTo>
                            <a:lnTo>
                              <a:pt x="11212" y="4396"/>
                            </a:lnTo>
                            <a:lnTo>
                              <a:pt x="11184" y="4307"/>
                            </a:lnTo>
                            <a:lnTo>
                              <a:pt x="11212" y="4203"/>
                            </a:lnTo>
                            <a:lnTo>
                              <a:pt x="11142" y="4028"/>
                            </a:lnTo>
                            <a:lnTo>
                              <a:pt x="11149" y="3859"/>
                            </a:lnTo>
                            <a:lnTo>
                              <a:pt x="11226" y="3845"/>
                            </a:lnTo>
                            <a:lnTo>
                              <a:pt x="11432" y="3859"/>
                            </a:lnTo>
                            <a:lnTo>
                              <a:pt x="11485" y="3771"/>
                            </a:lnTo>
                            <a:lnTo>
                              <a:pt x="11550" y="3741"/>
                            </a:lnTo>
                            <a:lnTo>
                              <a:pt x="11760" y="3790"/>
                            </a:lnTo>
                            <a:lnTo>
                              <a:pt x="11845" y="3861"/>
                            </a:lnTo>
                            <a:lnTo>
                              <a:pt x="11924" y="3913"/>
                            </a:lnTo>
                            <a:lnTo>
                              <a:pt x="12056" y="3943"/>
                            </a:lnTo>
                            <a:lnTo>
                              <a:pt x="12235" y="3948"/>
                            </a:lnTo>
                            <a:lnTo>
                              <a:pt x="12277" y="4074"/>
                            </a:lnTo>
                            <a:lnTo>
                              <a:pt x="12320" y="4299"/>
                            </a:lnTo>
                            <a:lnTo>
                              <a:pt x="12439" y="4425"/>
                            </a:lnTo>
                            <a:lnTo>
                              <a:pt x="12576" y="4455"/>
                            </a:lnTo>
                            <a:lnTo>
                              <a:pt x="12685" y="4418"/>
                            </a:lnTo>
                            <a:cubicBezTo>
                              <a:pt x="12703" y="4385"/>
                              <a:pt x="12717" y="4350"/>
                              <a:pt x="12727" y="4314"/>
                            </a:cubicBezTo>
                            <a:cubicBezTo>
                              <a:pt x="12750" y="4222"/>
                              <a:pt x="12742" y="4125"/>
                              <a:pt x="12706" y="4039"/>
                            </a:cubicBezTo>
                            <a:lnTo>
                              <a:pt x="12706" y="3894"/>
                            </a:lnTo>
                            <a:lnTo>
                              <a:pt x="12724" y="3822"/>
                            </a:lnTo>
                            <a:lnTo>
                              <a:pt x="12840" y="3889"/>
                            </a:lnTo>
                            <a:lnTo>
                              <a:pt x="12901" y="3933"/>
                            </a:lnTo>
                            <a:cubicBezTo>
                              <a:pt x="12943" y="3970"/>
                              <a:pt x="12987" y="4005"/>
                              <a:pt x="13033" y="4037"/>
                            </a:cubicBezTo>
                            <a:cubicBezTo>
                              <a:pt x="13072" y="4063"/>
                              <a:pt x="13112" y="4088"/>
                              <a:pt x="13153" y="4111"/>
                            </a:cubicBezTo>
                            <a:lnTo>
                              <a:pt x="13279" y="4204"/>
                            </a:lnTo>
                            <a:lnTo>
                              <a:pt x="13409" y="4320"/>
                            </a:lnTo>
                            <a:lnTo>
                              <a:pt x="13497" y="4426"/>
                            </a:lnTo>
                            <a:lnTo>
                              <a:pt x="13646" y="4604"/>
                            </a:lnTo>
                            <a:lnTo>
                              <a:pt x="13736" y="4662"/>
                            </a:lnTo>
                            <a:lnTo>
                              <a:pt x="13914" y="4702"/>
                            </a:lnTo>
                            <a:lnTo>
                              <a:pt x="14011" y="4724"/>
                            </a:lnTo>
                            <a:lnTo>
                              <a:pt x="14211" y="4717"/>
                            </a:lnTo>
                            <a:lnTo>
                              <a:pt x="14343" y="4746"/>
                            </a:lnTo>
                            <a:lnTo>
                              <a:pt x="14331" y="4858"/>
                            </a:lnTo>
                            <a:lnTo>
                              <a:pt x="14487" y="4917"/>
                            </a:lnTo>
                            <a:lnTo>
                              <a:pt x="14563" y="4932"/>
                            </a:lnTo>
                            <a:lnTo>
                              <a:pt x="14665" y="5055"/>
                            </a:lnTo>
                            <a:cubicBezTo>
                              <a:pt x="14686" y="5090"/>
                              <a:pt x="14708" y="5125"/>
                              <a:pt x="14730" y="5159"/>
                            </a:cubicBezTo>
                            <a:cubicBezTo>
                              <a:pt x="14787" y="5245"/>
                              <a:pt x="14849" y="5328"/>
                              <a:pt x="14916" y="5406"/>
                            </a:cubicBezTo>
                            <a:lnTo>
                              <a:pt x="14958" y="5478"/>
                            </a:lnTo>
                            <a:lnTo>
                              <a:pt x="14951" y="5594"/>
                            </a:lnTo>
                            <a:cubicBezTo>
                              <a:pt x="14966" y="5643"/>
                              <a:pt x="15001" y="5682"/>
                              <a:pt x="15046" y="5700"/>
                            </a:cubicBezTo>
                            <a:cubicBezTo>
                              <a:pt x="15081" y="5714"/>
                              <a:pt x="15120" y="5714"/>
                              <a:pt x="15155" y="5700"/>
                            </a:cubicBezTo>
                            <a:lnTo>
                              <a:pt x="15241" y="5610"/>
                            </a:lnTo>
                            <a:lnTo>
                              <a:pt x="15354" y="5635"/>
                            </a:lnTo>
                            <a:lnTo>
                              <a:pt x="15403" y="5723"/>
                            </a:lnTo>
                            <a:lnTo>
                              <a:pt x="15521" y="5750"/>
                            </a:lnTo>
                            <a:lnTo>
                              <a:pt x="15616" y="5755"/>
                            </a:lnTo>
                            <a:lnTo>
                              <a:pt x="15674" y="5874"/>
                            </a:lnTo>
                            <a:lnTo>
                              <a:pt x="15716" y="5943"/>
                            </a:lnTo>
                            <a:lnTo>
                              <a:pt x="15756" y="6020"/>
                            </a:lnTo>
                            <a:lnTo>
                              <a:pt x="15769" y="6098"/>
                            </a:lnTo>
                            <a:lnTo>
                              <a:pt x="15797" y="6229"/>
                            </a:lnTo>
                            <a:lnTo>
                              <a:pt x="15651" y="6288"/>
                            </a:lnTo>
                            <a:lnTo>
                              <a:pt x="15538" y="6288"/>
                            </a:lnTo>
                            <a:lnTo>
                              <a:pt x="15480" y="6363"/>
                            </a:lnTo>
                            <a:lnTo>
                              <a:pt x="15427" y="6491"/>
                            </a:lnTo>
                            <a:lnTo>
                              <a:pt x="15305" y="6481"/>
                            </a:lnTo>
                            <a:lnTo>
                              <a:pt x="15263" y="6414"/>
                            </a:lnTo>
                            <a:cubicBezTo>
                              <a:pt x="15274" y="6398"/>
                              <a:pt x="15284" y="6382"/>
                              <a:pt x="15295" y="6366"/>
                            </a:cubicBezTo>
                            <a:cubicBezTo>
                              <a:pt x="15305" y="6350"/>
                              <a:pt x="15315" y="6334"/>
                              <a:pt x="15326" y="6318"/>
                            </a:cubicBezTo>
                            <a:lnTo>
                              <a:pt x="15136" y="6399"/>
                            </a:lnTo>
                            <a:lnTo>
                              <a:pt x="15055" y="6480"/>
                            </a:lnTo>
                            <a:lnTo>
                              <a:pt x="14951" y="6532"/>
                            </a:lnTo>
                            <a:lnTo>
                              <a:pt x="14820" y="6525"/>
                            </a:lnTo>
                            <a:lnTo>
                              <a:pt x="14820" y="6431"/>
                            </a:lnTo>
                            <a:lnTo>
                              <a:pt x="14799" y="6330"/>
                            </a:lnTo>
                            <a:lnTo>
                              <a:pt x="14780" y="6258"/>
                            </a:lnTo>
                            <a:lnTo>
                              <a:pt x="14780" y="6120"/>
                            </a:lnTo>
                            <a:cubicBezTo>
                              <a:pt x="14775" y="6084"/>
                              <a:pt x="14770" y="6047"/>
                              <a:pt x="14766" y="6011"/>
                            </a:cubicBezTo>
                            <a:cubicBezTo>
                              <a:pt x="14757" y="5930"/>
                              <a:pt x="14751" y="5848"/>
                              <a:pt x="14748" y="5767"/>
                            </a:cubicBezTo>
                            <a:lnTo>
                              <a:pt x="14692" y="5626"/>
                            </a:lnTo>
                            <a:lnTo>
                              <a:pt x="14680" y="5534"/>
                            </a:lnTo>
                            <a:lnTo>
                              <a:pt x="14581" y="5665"/>
                            </a:lnTo>
                            <a:lnTo>
                              <a:pt x="14539" y="5840"/>
                            </a:lnTo>
                            <a:lnTo>
                              <a:pt x="14478" y="5951"/>
                            </a:lnTo>
                            <a:cubicBezTo>
                              <a:pt x="14456" y="5983"/>
                              <a:pt x="14429" y="6010"/>
                              <a:pt x="14397" y="6030"/>
                            </a:cubicBezTo>
                            <a:cubicBezTo>
                              <a:pt x="14341" y="6066"/>
                              <a:pt x="14276" y="6080"/>
                              <a:pt x="14214" y="6102"/>
                            </a:cubicBezTo>
                            <a:cubicBezTo>
                              <a:pt x="14166" y="6118"/>
                              <a:pt x="14120" y="6140"/>
                              <a:pt x="14077" y="6166"/>
                            </a:cubicBezTo>
                            <a:lnTo>
                              <a:pt x="14144" y="6237"/>
                            </a:lnTo>
                            <a:cubicBezTo>
                              <a:pt x="14183" y="6237"/>
                              <a:pt x="14222" y="6242"/>
                              <a:pt x="14260" y="6252"/>
                            </a:cubicBezTo>
                            <a:cubicBezTo>
                              <a:pt x="14308" y="6264"/>
                              <a:pt x="14354" y="6284"/>
                              <a:pt x="14397" y="6311"/>
                            </a:cubicBezTo>
                            <a:lnTo>
                              <a:pt x="14302" y="6422"/>
                            </a:lnTo>
                            <a:lnTo>
                              <a:pt x="14116" y="6399"/>
                            </a:lnTo>
                            <a:lnTo>
                              <a:pt x="14014" y="6392"/>
                            </a:lnTo>
                            <a:lnTo>
                              <a:pt x="13938" y="6311"/>
                            </a:lnTo>
                            <a:lnTo>
                              <a:pt x="13796" y="6355"/>
                            </a:lnTo>
                            <a:lnTo>
                              <a:pt x="13720" y="6390"/>
                            </a:lnTo>
                            <a:lnTo>
                              <a:pt x="13666" y="6473"/>
                            </a:lnTo>
                            <a:lnTo>
                              <a:pt x="13648" y="6629"/>
                            </a:lnTo>
                            <a:cubicBezTo>
                              <a:pt x="13623" y="6645"/>
                              <a:pt x="13599" y="6664"/>
                              <a:pt x="13579" y="6686"/>
                            </a:cubicBezTo>
                            <a:cubicBezTo>
                              <a:pt x="13547" y="6718"/>
                              <a:pt x="13521" y="6757"/>
                              <a:pt x="13502" y="6799"/>
                            </a:cubicBezTo>
                            <a:lnTo>
                              <a:pt x="13471" y="6886"/>
                            </a:lnTo>
                            <a:lnTo>
                              <a:pt x="13598" y="6791"/>
                            </a:lnTo>
                            <a:lnTo>
                              <a:pt x="13761" y="6628"/>
                            </a:lnTo>
                            <a:lnTo>
                              <a:pt x="13863" y="6539"/>
                            </a:lnTo>
                            <a:lnTo>
                              <a:pt x="14007" y="6524"/>
                            </a:lnTo>
                            <a:cubicBezTo>
                              <a:pt x="14032" y="6528"/>
                              <a:pt x="14056" y="6540"/>
                              <a:pt x="14076" y="6557"/>
                            </a:cubicBezTo>
                            <a:cubicBezTo>
                              <a:pt x="14122" y="6595"/>
                              <a:pt x="14143" y="6659"/>
                              <a:pt x="14130" y="6720"/>
                            </a:cubicBezTo>
                            <a:lnTo>
                              <a:pt x="14220" y="6892"/>
                            </a:lnTo>
                            <a:lnTo>
                              <a:pt x="14227" y="6989"/>
                            </a:lnTo>
                            <a:cubicBezTo>
                              <a:pt x="14208" y="7016"/>
                              <a:pt x="14211" y="7055"/>
                              <a:pt x="14234" y="7079"/>
                            </a:cubicBezTo>
                            <a:cubicBezTo>
                              <a:pt x="14303" y="7152"/>
                              <a:pt x="14415" y="7066"/>
                              <a:pt x="14371" y="6973"/>
                            </a:cubicBezTo>
                            <a:lnTo>
                              <a:pt x="14498" y="6973"/>
                            </a:lnTo>
                            <a:lnTo>
                              <a:pt x="14700" y="7015"/>
                            </a:lnTo>
                            <a:lnTo>
                              <a:pt x="14697" y="6827"/>
                            </a:lnTo>
                            <a:lnTo>
                              <a:pt x="14739" y="6696"/>
                            </a:lnTo>
                            <a:lnTo>
                              <a:pt x="14818" y="6696"/>
                            </a:lnTo>
                            <a:lnTo>
                              <a:pt x="14882" y="6777"/>
                            </a:lnTo>
                            <a:lnTo>
                              <a:pt x="14965" y="6878"/>
                            </a:lnTo>
                            <a:cubicBezTo>
                              <a:pt x="15005" y="6910"/>
                              <a:pt x="15027" y="6961"/>
                              <a:pt x="15025" y="7013"/>
                            </a:cubicBezTo>
                            <a:cubicBezTo>
                              <a:pt x="15023" y="7087"/>
                              <a:pt x="14976" y="7152"/>
                              <a:pt x="14909" y="7172"/>
                            </a:cubicBezTo>
                            <a:lnTo>
                              <a:pt x="14863" y="7275"/>
                            </a:lnTo>
                            <a:lnTo>
                              <a:pt x="14759" y="7388"/>
                            </a:lnTo>
                            <a:lnTo>
                              <a:pt x="14713" y="7589"/>
                            </a:lnTo>
                            <a:lnTo>
                              <a:pt x="14646" y="7618"/>
                            </a:lnTo>
                            <a:lnTo>
                              <a:pt x="14597" y="7756"/>
                            </a:lnTo>
                            <a:cubicBezTo>
                              <a:pt x="14605" y="7815"/>
                              <a:pt x="14590" y="7873"/>
                              <a:pt x="14556" y="7919"/>
                            </a:cubicBezTo>
                            <a:cubicBezTo>
                              <a:pt x="14517" y="7972"/>
                              <a:pt x="14457" y="8003"/>
                              <a:pt x="14394" y="8003"/>
                            </a:cubicBezTo>
                            <a:cubicBezTo>
                              <a:pt x="14339" y="8054"/>
                              <a:pt x="14257" y="8049"/>
                              <a:pt x="14208" y="7993"/>
                            </a:cubicBezTo>
                            <a:cubicBezTo>
                              <a:pt x="14161" y="7939"/>
                              <a:pt x="14161" y="7855"/>
                              <a:pt x="14208" y="7801"/>
                            </a:cubicBezTo>
                            <a:cubicBezTo>
                              <a:pt x="14245" y="7760"/>
                              <a:pt x="14270" y="7709"/>
                              <a:pt x="14278" y="7653"/>
                            </a:cubicBezTo>
                            <a:cubicBezTo>
                              <a:pt x="14287" y="7592"/>
                              <a:pt x="14276" y="7530"/>
                              <a:pt x="14248" y="7477"/>
                            </a:cubicBezTo>
                            <a:lnTo>
                              <a:pt x="14129" y="7739"/>
                            </a:lnTo>
                            <a:cubicBezTo>
                              <a:pt x="14099" y="7772"/>
                              <a:pt x="14069" y="7805"/>
                              <a:pt x="14038" y="7838"/>
                            </a:cubicBezTo>
                            <a:cubicBezTo>
                              <a:pt x="13983" y="7899"/>
                              <a:pt x="13927" y="7960"/>
                              <a:pt x="13874" y="8023"/>
                            </a:cubicBezTo>
                            <a:cubicBezTo>
                              <a:pt x="13811" y="8097"/>
                              <a:pt x="13750" y="8173"/>
                              <a:pt x="13692" y="8251"/>
                            </a:cubicBezTo>
                            <a:cubicBezTo>
                              <a:pt x="13674" y="8300"/>
                              <a:pt x="13662" y="8353"/>
                              <a:pt x="13658" y="8406"/>
                            </a:cubicBezTo>
                            <a:cubicBezTo>
                              <a:pt x="13652" y="8468"/>
                              <a:pt x="13657" y="8531"/>
                              <a:pt x="13671" y="8591"/>
                            </a:cubicBezTo>
                            <a:lnTo>
                              <a:pt x="13815" y="8608"/>
                            </a:lnTo>
                            <a:cubicBezTo>
                              <a:pt x="13848" y="8648"/>
                              <a:pt x="13863" y="8702"/>
                              <a:pt x="13854" y="8754"/>
                            </a:cubicBezTo>
                            <a:cubicBezTo>
                              <a:pt x="13842" y="8831"/>
                              <a:pt x="13785" y="8890"/>
                              <a:pt x="13713" y="8902"/>
                            </a:cubicBezTo>
                            <a:cubicBezTo>
                              <a:pt x="13663" y="8907"/>
                              <a:pt x="13617" y="8928"/>
                              <a:pt x="13578" y="8961"/>
                            </a:cubicBezTo>
                            <a:cubicBezTo>
                              <a:pt x="13521" y="9010"/>
                              <a:pt x="13486" y="9080"/>
                              <a:pt x="13457" y="9151"/>
                            </a:cubicBezTo>
                            <a:cubicBezTo>
                              <a:pt x="13436" y="9205"/>
                              <a:pt x="13417" y="9261"/>
                              <a:pt x="13390" y="9312"/>
                            </a:cubicBezTo>
                            <a:cubicBezTo>
                              <a:pt x="13361" y="9365"/>
                              <a:pt x="13323" y="9412"/>
                              <a:pt x="13290" y="9462"/>
                            </a:cubicBezTo>
                            <a:cubicBezTo>
                              <a:pt x="13253" y="9518"/>
                              <a:pt x="13221" y="9578"/>
                              <a:pt x="13195" y="9641"/>
                            </a:cubicBezTo>
                            <a:lnTo>
                              <a:pt x="13153" y="9816"/>
                            </a:lnTo>
                            <a:lnTo>
                              <a:pt x="13113" y="10014"/>
                            </a:lnTo>
                            <a:lnTo>
                              <a:pt x="13227" y="10272"/>
                            </a:lnTo>
                            <a:lnTo>
                              <a:pt x="13282" y="10524"/>
                            </a:lnTo>
                            <a:lnTo>
                              <a:pt x="13227" y="10658"/>
                            </a:lnTo>
                            <a:cubicBezTo>
                              <a:pt x="13128" y="10708"/>
                              <a:pt x="13040" y="10780"/>
                              <a:pt x="12969" y="10870"/>
                            </a:cubicBezTo>
                            <a:cubicBezTo>
                              <a:pt x="12918" y="10934"/>
                              <a:pt x="12878" y="11005"/>
                              <a:pt x="12834" y="11075"/>
                            </a:cubicBezTo>
                            <a:cubicBezTo>
                              <a:pt x="12768" y="11180"/>
                              <a:pt x="12696" y="11282"/>
                              <a:pt x="12646" y="11397"/>
                            </a:cubicBezTo>
                            <a:cubicBezTo>
                              <a:pt x="12614" y="11470"/>
                              <a:pt x="12591" y="11550"/>
                              <a:pt x="12537" y="11607"/>
                            </a:cubicBezTo>
                            <a:cubicBezTo>
                              <a:pt x="12460" y="11689"/>
                              <a:pt x="12338" y="11706"/>
                              <a:pt x="12270" y="11797"/>
                            </a:cubicBezTo>
                            <a:cubicBezTo>
                              <a:pt x="12214" y="11872"/>
                              <a:pt x="12209" y="11977"/>
                              <a:pt x="12258" y="12057"/>
                            </a:cubicBezTo>
                            <a:lnTo>
                              <a:pt x="12300" y="12215"/>
                            </a:lnTo>
                            <a:lnTo>
                              <a:pt x="12404" y="12462"/>
                            </a:lnTo>
                            <a:lnTo>
                              <a:pt x="12515" y="12738"/>
                            </a:lnTo>
                            <a:cubicBezTo>
                              <a:pt x="12556" y="12789"/>
                              <a:pt x="12589" y="12847"/>
                              <a:pt x="12613" y="12909"/>
                            </a:cubicBezTo>
                            <a:cubicBezTo>
                              <a:pt x="12652" y="13010"/>
                              <a:pt x="12665" y="13119"/>
                              <a:pt x="12662" y="13228"/>
                            </a:cubicBezTo>
                            <a:cubicBezTo>
                              <a:pt x="12659" y="13331"/>
                              <a:pt x="12641" y="13436"/>
                              <a:pt x="12587" y="13522"/>
                            </a:cubicBezTo>
                            <a:cubicBezTo>
                              <a:pt x="12538" y="13603"/>
                              <a:pt x="12461" y="13661"/>
                              <a:pt x="12374" y="13685"/>
                            </a:cubicBezTo>
                            <a:cubicBezTo>
                              <a:pt x="12357" y="13669"/>
                              <a:pt x="12345" y="13649"/>
                              <a:pt x="12339" y="13626"/>
                            </a:cubicBezTo>
                            <a:cubicBezTo>
                              <a:pt x="12321" y="13557"/>
                              <a:pt x="12355" y="13485"/>
                              <a:pt x="12418" y="13461"/>
                            </a:cubicBezTo>
                            <a:cubicBezTo>
                              <a:pt x="12408" y="13436"/>
                              <a:pt x="12396" y="13412"/>
                              <a:pt x="12384" y="13389"/>
                            </a:cubicBezTo>
                            <a:cubicBezTo>
                              <a:pt x="12346" y="13322"/>
                              <a:pt x="12297" y="13263"/>
                              <a:pt x="12240" y="13214"/>
                            </a:cubicBezTo>
                            <a:lnTo>
                              <a:pt x="12143" y="13081"/>
                            </a:lnTo>
                            <a:cubicBezTo>
                              <a:pt x="12128" y="13006"/>
                              <a:pt x="12114" y="12931"/>
                              <a:pt x="12101" y="12856"/>
                            </a:cubicBezTo>
                            <a:cubicBezTo>
                              <a:pt x="12089" y="12787"/>
                              <a:pt x="12076" y="12716"/>
                              <a:pt x="12043" y="12656"/>
                            </a:cubicBezTo>
                            <a:cubicBezTo>
                              <a:pt x="11992" y="12563"/>
                              <a:pt x="11903" y="12506"/>
                              <a:pt x="11804" y="12487"/>
                            </a:cubicBezTo>
                            <a:cubicBezTo>
                              <a:pt x="11728" y="12473"/>
                              <a:pt x="11650" y="12483"/>
                              <a:pt x="11578" y="12515"/>
                            </a:cubicBezTo>
                            <a:cubicBezTo>
                              <a:pt x="11541" y="12556"/>
                              <a:pt x="11487" y="12576"/>
                              <a:pt x="11433" y="12566"/>
                            </a:cubicBezTo>
                            <a:cubicBezTo>
                              <a:pt x="11359" y="12553"/>
                              <a:pt x="11303" y="12489"/>
                              <a:pt x="11294" y="12410"/>
                            </a:cubicBezTo>
                            <a:lnTo>
                              <a:pt x="11069" y="12447"/>
                            </a:lnTo>
                            <a:lnTo>
                              <a:pt x="10769" y="12485"/>
                            </a:lnTo>
                            <a:cubicBezTo>
                              <a:pt x="10692" y="12422"/>
                              <a:pt x="10581" y="12447"/>
                              <a:pt x="10533" y="12536"/>
                            </a:cubicBezTo>
                            <a:cubicBezTo>
                              <a:pt x="10477" y="12642"/>
                              <a:pt x="10535" y="12774"/>
                              <a:pt x="10647" y="12796"/>
                            </a:cubicBezTo>
                            <a:cubicBezTo>
                              <a:pt x="10640" y="12843"/>
                              <a:pt x="10601" y="12878"/>
                              <a:pt x="10556" y="12878"/>
                            </a:cubicBezTo>
                            <a:cubicBezTo>
                              <a:pt x="10517" y="12877"/>
                              <a:pt x="10484" y="12849"/>
                              <a:pt x="10448" y="12833"/>
                            </a:cubicBezTo>
                            <a:cubicBezTo>
                              <a:pt x="10387" y="12806"/>
                              <a:pt x="10318" y="12811"/>
                              <a:pt x="10262" y="12848"/>
                            </a:cubicBezTo>
                            <a:lnTo>
                              <a:pt x="9890" y="12736"/>
                            </a:lnTo>
                            <a:lnTo>
                              <a:pt x="9698" y="12744"/>
                            </a:lnTo>
                            <a:lnTo>
                              <a:pt x="9561" y="12781"/>
                            </a:lnTo>
                            <a:cubicBezTo>
                              <a:pt x="9511" y="12813"/>
                              <a:pt x="9459" y="12842"/>
                              <a:pt x="9405" y="12868"/>
                            </a:cubicBezTo>
                            <a:cubicBezTo>
                              <a:pt x="9327" y="12905"/>
                              <a:pt x="9245" y="12935"/>
                              <a:pt x="9161" y="12957"/>
                            </a:cubicBezTo>
                            <a:cubicBezTo>
                              <a:pt x="9135" y="12986"/>
                              <a:pt x="9104" y="13011"/>
                              <a:pt x="9071" y="13031"/>
                            </a:cubicBezTo>
                            <a:cubicBezTo>
                              <a:pt x="8994" y="13076"/>
                              <a:pt x="8903" y="13092"/>
                              <a:pt x="8837" y="13154"/>
                            </a:cubicBezTo>
                            <a:cubicBezTo>
                              <a:pt x="8802" y="13187"/>
                              <a:pt x="8777" y="13230"/>
                              <a:pt x="8765" y="13278"/>
                            </a:cubicBezTo>
                            <a:cubicBezTo>
                              <a:pt x="8753" y="13328"/>
                              <a:pt x="8742" y="13379"/>
                              <a:pt x="8730" y="13429"/>
                            </a:cubicBezTo>
                            <a:cubicBezTo>
                              <a:pt x="8716" y="13488"/>
                              <a:pt x="8701" y="13548"/>
                              <a:pt x="8686" y="13607"/>
                            </a:cubicBezTo>
                            <a:lnTo>
                              <a:pt x="8681" y="13783"/>
                            </a:lnTo>
                            <a:cubicBezTo>
                              <a:pt x="8682" y="13874"/>
                              <a:pt x="8671" y="13964"/>
                              <a:pt x="8649" y="14052"/>
                            </a:cubicBezTo>
                            <a:cubicBezTo>
                              <a:pt x="8626" y="14140"/>
                              <a:pt x="8593" y="14224"/>
                              <a:pt x="8549" y="14302"/>
                            </a:cubicBezTo>
                            <a:cubicBezTo>
                              <a:pt x="8561" y="14389"/>
                              <a:pt x="8581" y="14474"/>
                              <a:pt x="8607" y="14557"/>
                            </a:cubicBezTo>
                            <a:cubicBezTo>
                              <a:pt x="8651" y="14698"/>
                              <a:pt x="8715" y="14833"/>
                              <a:pt x="8795" y="14955"/>
                            </a:cubicBezTo>
                            <a:lnTo>
                              <a:pt x="8872" y="15104"/>
                            </a:lnTo>
                            <a:lnTo>
                              <a:pt x="8990" y="15311"/>
                            </a:lnTo>
                            <a:cubicBezTo>
                              <a:pt x="9060" y="15309"/>
                              <a:pt x="9128" y="15325"/>
                              <a:pt x="9192" y="15356"/>
                            </a:cubicBezTo>
                            <a:cubicBezTo>
                              <a:pt x="9236" y="15378"/>
                              <a:pt x="9277" y="15408"/>
                              <a:pt x="9322" y="15430"/>
                            </a:cubicBezTo>
                            <a:cubicBezTo>
                              <a:pt x="9377" y="15457"/>
                              <a:pt x="9437" y="15472"/>
                              <a:pt x="9498" y="15479"/>
                            </a:cubicBezTo>
                            <a:cubicBezTo>
                              <a:pt x="9657" y="15497"/>
                              <a:pt x="9815" y="15460"/>
                              <a:pt x="9969" y="15415"/>
                            </a:cubicBezTo>
                            <a:cubicBezTo>
                              <a:pt x="10055" y="15390"/>
                              <a:pt x="10140" y="15363"/>
                              <a:pt x="10224" y="15333"/>
                            </a:cubicBezTo>
                            <a:cubicBezTo>
                              <a:pt x="10255" y="15283"/>
                              <a:pt x="10280" y="15230"/>
                              <a:pt x="10298" y="15173"/>
                            </a:cubicBezTo>
                            <a:cubicBezTo>
                              <a:pt x="10323" y="15097"/>
                              <a:pt x="10335" y="15016"/>
                              <a:pt x="10333" y="14936"/>
                            </a:cubicBezTo>
                            <a:lnTo>
                              <a:pt x="10419" y="14730"/>
                            </a:lnTo>
                            <a:lnTo>
                              <a:pt x="10705" y="14612"/>
                            </a:lnTo>
                            <a:lnTo>
                              <a:pt x="10907" y="14582"/>
                            </a:lnTo>
                            <a:lnTo>
                              <a:pt x="11139" y="14560"/>
                            </a:lnTo>
                            <a:lnTo>
                              <a:pt x="11290" y="14604"/>
                            </a:lnTo>
                            <a:lnTo>
                              <a:pt x="11318" y="14728"/>
                            </a:lnTo>
                            <a:cubicBezTo>
                              <a:pt x="11308" y="14764"/>
                              <a:pt x="11292" y="14798"/>
                              <a:pt x="11272" y="14828"/>
                            </a:cubicBezTo>
                            <a:cubicBezTo>
                              <a:pt x="11236" y="14881"/>
                              <a:pt x="11187" y="14922"/>
                              <a:pt x="11130" y="14947"/>
                            </a:cubicBezTo>
                            <a:cubicBezTo>
                              <a:pt x="11128" y="15011"/>
                              <a:pt x="11128" y="15075"/>
                              <a:pt x="11130" y="15139"/>
                            </a:cubicBezTo>
                            <a:cubicBezTo>
                              <a:pt x="11132" y="15208"/>
                              <a:pt x="11137" y="15278"/>
                              <a:pt x="11119" y="15344"/>
                            </a:cubicBezTo>
                            <a:cubicBezTo>
                              <a:pt x="11101" y="15410"/>
                              <a:pt x="11062" y="15466"/>
                              <a:pt x="11009" y="15505"/>
                            </a:cubicBezTo>
                            <a:cubicBezTo>
                              <a:pt x="11037" y="15517"/>
                              <a:pt x="11060" y="15540"/>
                              <a:pt x="11072" y="15569"/>
                            </a:cubicBezTo>
                            <a:cubicBezTo>
                              <a:pt x="11115" y="15670"/>
                              <a:pt x="11039" y="15782"/>
                              <a:pt x="10935" y="15772"/>
                            </a:cubicBezTo>
                            <a:cubicBezTo>
                              <a:pt x="10909" y="15783"/>
                              <a:pt x="10889" y="15807"/>
                              <a:pt x="10882" y="15836"/>
                            </a:cubicBezTo>
                            <a:cubicBezTo>
                              <a:pt x="10871" y="15877"/>
                              <a:pt x="10886" y="15921"/>
                              <a:pt x="10916" y="15949"/>
                            </a:cubicBezTo>
                            <a:cubicBezTo>
                              <a:pt x="10994" y="16022"/>
                              <a:pt x="11116" y="15982"/>
                              <a:pt x="11142" y="15875"/>
                            </a:cubicBezTo>
                            <a:lnTo>
                              <a:pt x="11369" y="15757"/>
                            </a:lnTo>
                            <a:cubicBezTo>
                              <a:pt x="11387" y="15722"/>
                              <a:pt x="11410" y="15692"/>
                              <a:pt x="11439" y="15668"/>
                            </a:cubicBezTo>
                            <a:cubicBezTo>
                              <a:pt x="11497" y="15617"/>
                              <a:pt x="11572" y="15593"/>
                              <a:pt x="11647" y="15601"/>
                            </a:cubicBezTo>
                            <a:cubicBezTo>
                              <a:pt x="11673" y="15627"/>
                              <a:pt x="11685" y="15663"/>
                              <a:pt x="11682" y="15700"/>
                            </a:cubicBezTo>
                            <a:cubicBezTo>
                              <a:pt x="11679" y="15738"/>
                              <a:pt x="11662" y="15770"/>
                              <a:pt x="11634" y="15789"/>
                            </a:cubicBezTo>
                            <a:cubicBezTo>
                              <a:pt x="11584" y="15823"/>
                              <a:pt x="11514" y="15805"/>
                              <a:pt x="11487" y="15742"/>
                            </a:cubicBezTo>
                            <a:lnTo>
                              <a:pt x="11471" y="15865"/>
                            </a:lnTo>
                            <a:lnTo>
                              <a:pt x="11715" y="15865"/>
                            </a:lnTo>
                            <a:lnTo>
                              <a:pt x="11945" y="15842"/>
                            </a:lnTo>
                            <a:lnTo>
                              <a:pt x="12161" y="15860"/>
                            </a:lnTo>
                            <a:lnTo>
                              <a:pt x="12272" y="15949"/>
                            </a:lnTo>
                            <a:cubicBezTo>
                              <a:pt x="12282" y="15999"/>
                              <a:pt x="12277" y="16052"/>
                              <a:pt x="12259" y="16099"/>
                            </a:cubicBezTo>
                            <a:cubicBezTo>
                              <a:pt x="12238" y="16156"/>
                              <a:pt x="12199" y="16203"/>
                              <a:pt x="12150" y="16233"/>
                            </a:cubicBezTo>
                            <a:lnTo>
                              <a:pt x="12124" y="16495"/>
                            </a:lnTo>
                            <a:lnTo>
                              <a:pt x="12150" y="16676"/>
                            </a:lnTo>
                            <a:lnTo>
                              <a:pt x="12166" y="16791"/>
                            </a:lnTo>
                            <a:lnTo>
                              <a:pt x="12236" y="16910"/>
                            </a:lnTo>
                            <a:lnTo>
                              <a:pt x="12340" y="17004"/>
                            </a:lnTo>
                            <a:lnTo>
                              <a:pt x="12530" y="17140"/>
                            </a:lnTo>
                            <a:lnTo>
                              <a:pt x="12662" y="17184"/>
                            </a:lnTo>
                            <a:cubicBezTo>
                              <a:pt x="12691" y="17185"/>
                              <a:pt x="12720" y="17183"/>
                              <a:pt x="12748" y="17177"/>
                            </a:cubicBezTo>
                            <a:cubicBezTo>
                              <a:pt x="12813" y="17164"/>
                              <a:pt x="12873" y="17133"/>
                              <a:pt x="12924" y="17088"/>
                            </a:cubicBezTo>
                            <a:cubicBezTo>
                              <a:pt x="12961" y="17031"/>
                              <a:pt x="13014" y="16988"/>
                              <a:pt x="13075" y="16965"/>
                            </a:cubicBezTo>
                            <a:cubicBezTo>
                              <a:pt x="13126" y="16945"/>
                              <a:pt x="13182" y="16940"/>
                              <a:pt x="13235" y="16950"/>
                            </a:cubicBezTo>
                            <a:cubicBezTo>
                              <a:pt x="13325" y="16961"/>
                              <a:pt x="13415" y="16973"/>
                              <a:pt x="13505" y="16987"/>
                            </a:cubicBezTo>
                            <a:cubicBezTo>
                              <a:pt x="13590" y="17000"/>
                              <a:pt x="13675" y="17014"/>
                              <a:pt x="13760" y="17029"/>
                            </a:cubicBezTo>
                            <a:cubicBezTo>
                              <a:pt x="13780" y="17020"/>
                              <a:pt x="13800" y="17008"/>
                              <a:pt x="13818" y="16994"/>
                            </a:cubicBezTo>
                            <a:cubicBezTo>
                              <a:pt x="13861" y="16962"/>
                              <a:pt x="13896" y="16918"/>
                              <a:pt x="13920" y="16868"/>
                            </a:cubicBezTo>
                            <a:cubicBezTo>
                              <a:pt x="13958" y="16829"/>
                              <a:pt x="13988" y="16782"/>
                              <a:pt x="14008" y="16730"/>
                            </a:cubicBezTo>
                            <a:cubicBezTo>
                              <a:pt x="14027" y="16682"/>
                              <a:pt x="14036" y="16630"/>
                              <a:pt x="14036" y="16577"/>
                            </a:cubicBezTo>
                            <a:lnTo>
                              <a:pt x="14105" y="16446"/>
                            </a:lnTo>
                            <a:lnTo>
                              <a:pt x="14184" y="16355"/>
                            </a:lnTo>
                            <a:lnTo>
                              <a:pt x="14303" y="16315"/>
                            </a:lnTo>
                            <a:lnTo>
                              <a:pt x="14386" y="16229"/>
                            </a:lnTo>
                            <a:lnTo>
                              <a:pt x="14463" y="16155"/>
                            </a:lnTo>
                            <a:lnTo>
                              <a:pt x="14572" y="16091"/>
                            </a:lnTo>
                            <a:lnTo>
                              <a:pt x="14694" y="16026"/>
                            </a:lnTo>
                            <a:lnTo>
                              <a:pt x="14775" y="15863"/>
                            </a:lnTo>
                            <a:lnTo>
                              <a:pt x="14865" y="15780"/>
                            </a:lnTo>
                            <a:lnTo>
                              <a:pt x="15009" y="15717"/>
                            </a:lnTo>
                            <a:lnTo>
                              <a:pt x="15065" y="15847"/>
                            </a:lnTo>
                            <a:lnTo>
                              <a:pt x="14965" y="15940"/>
                            </a:lnTo>
                            <a:cubicBezTo>
                              <a:pt x="14932" y="15958"/>
                              <a:pt x="14915" y="15998"/>
                              <a:pt x="14924" y="16036"/>
                            </a:cubicBezTo>
                            <a:cubicBezTo>
                              <a:pt x="14946" y="16129"/>
                              <a:pt x="15067" y="16139"/>
                              <a:pt x="15103" y="16051"/>
                            </a:cubicBezTo>
                            <a:lnTo>
                              <a:pt x="15193" y="15920"/>
                            </a:lnTo>
                            <a:lnTo>
                              <a:pt x="15214" y="15722"/>
                            </a:lnTo>
                            <a:cubicBezTo>
                              <a:pt x="15240" y="15695"/>
                              <a:pt x="15275" y="15682"/>
                              <a:pt x="15311" y="15686"/>
                            </a:cubicBezTo>
                            <a:cubicBezTo>
                              <a:pt x="15369" y="15692"/>
                              <a:pt x="15415" y="15740"/>
                              <a:pt x="15472" y="15750"/>
                            </a:cubicBezTo>
                            <a:cubicBezTo>
                              <a:pt x="15522" y="15759"/>
                              <a:pt x="15573" y="15736"/>
                              <a:pt x="15622" y="15750"/>
                            </a:cubicBezTo>
                            <a:cubicBezTo>
                              <a:pt x="15665" y="15761"/>
                              <a:pt x="15697" y="15796"/>
                              <a:pt x="15708" y="15841"/>
                            </a:cubicBezTo>
                            <a:lnTo>
                              <a:pt x="15897" y="15759"/>
                            </a:lnTo>
                            <a:cubicBezTo>
                              <a:pt x="15912" y="15738"/>
                              <a:pt x="15931" y="15720"/>
                              <a:pt x="15952" y="15705"/>
                            </a:cubicBezTo>
                            <a:cubicBezTo>
                              <a:pt x="16001" y="15671"/>
                              <a:pt x="16061" y="15658"/>
                              <a:pt x="16119" y="15668"/>
                            </a:cubicBezTo>
                            <a:cubicBezTo>
                              <a:pt x="16169" y="15681"/>
                              <a:pt x="16221" y="15683"/>
                              <a:pt x="16273" y="15676"/>
                            </a:cubicBezTo>
                            <a:cubicBezTo>
                              <a:pt x="16322" y="15668"/>
                              <a:pt x="16370" y="15652"/>
                              <a:pt x="16414" y="15626"/>
                            </a:cubicBezTo>
                            <a:cubicBezTo>
                              <a:pt x="16471" y="15600"/>
                              <a:pt x="16522" y="15564"/>
                              <a:pt x="16568" y="15520"/>
                            </a:cubicBezTo>
                            <a:cubicBezTo>
                              <a:pt x="16610" y="15478"/>
                              <a:pt x="16646" y="15430"/>
                              <a:pt x="16674" y="15376"/>
                            </a:cubicBezTo>
                            <a:cubicBezTo>
                              <a:pt x="16701" y="15337"/>
                              <a:pt x="16735" y="15305"/>
                              <a:pt x="16774" y="15280"/>
                            </a:cubicBezTo>
                            <a:cubicBezTo>
                              <a:pt x="16825" y="15248"/>
                              <a:pt x="16882" y="15230"/>
                              <a:pt x="16941" y="15228"/>
                            </a:cubicBezTo>
                            <a:lnTo>
                              <a:pt x="16912" y="15376"/>
                            </a:lnTo>
                            <a:lnTo>
                              <a:pt x="17051" y="15371"/>
                            </a:lnTo>
                            <a:lnTo>
                              <a:pt x="17222" y="15364"/>
                            </a:lnTo>
                            <a:lnTo>
                              <a:pt x="17277" y="15457"/>
                            </a:lnTo>
                            <a:lnTo>
                              <a:pt x="17382" y="15457"/>
                            </a:lnTo>
                            <a:lnTo>
                              <a:pt x="17563" y="15484"/>
                            </a:lnTo>
                            <a:cubicBezTo>
                              <a:pt x="17620" y="15517"/>
                              <a:pt x="17682" y="15541"/>
                              <a:pt x="17745" y="15558"/>
                            </a:cubicBezTo>
                            <a:cubicBezTo>
                              <a:pt x="17822" y="15578"/>
                              <a:pt x="17901" y="15585"/>
                              <a:pt x="17980" y="15580"/>
                            </a:cubicBezTo>
                            <a:cubicBezTo>
                              <a:pt x="18020" y="15573"/>
                              <a:pt x="18059" y="15561"/>
                              <a:pt x="18096" y="15543"/>
                            </a:cubicBezTo>
                            <a:cubicBezTo>
                              <a:pt x="18150" y="15518"/>
                              <a:pt x="18199" y="15483"/>
                              <a:pt x="18251" y="15454"/>
                            </a:cubicBezTo>
                            <a:cubicBezTo>
                              <a:pt x="18310" y="15421"/>
                              <a:pt x="18373" y="15396"/>
                              <a:pt x="18437" y="15378"/>
                            </a:cubicBezTo>
                            <a:cubicBezTo>
                              <a:pt x="18482" y="15358"/>
                              <a:pt x="18526" y="15337"/>
                              <a:pt x="18569" y="15316"/>
                            </a:cubicBezTo>
                            <a:cubicBezTo>
                              <a:pt x="18610" y="15296"/>
                              <a:pt x="18651" y="15275"/>
                              <a:pt x="18694" y="15261"/>
                            </a:cubicBezTo>
                            <a:cubicBezTo>
                              <a:pt x="18742" y="15247"/>
                              <a:pt x="18791" y="15242"/>
                              <a:pt x="18840" y="15246"/>
                            </a:cubicBezTo>
                            <a:lnTo>
                              <a:pt x="18942" y="15232"/>
                            </a:lnTo>
                            <a:lnTo>
                              <a:pt x="19062" y="15343"/>
                            </a:lnTo>
                            <a:lnTo>
                              <a:pt x="19037" y="15464"/>
                            </a:lnTo>
                            <a:lnTo>
                              <a:pt x="19096" y="15522"/>
                            </a:lnTo>
                            <a:lnTo>
                              <a:pt x="19177" y="15535"/>
                            </a:lnTo>
                            <a:cubicBezTo>
                              <a:pt x="19178" y="15563"/>
                              <a:pt x="19179" y="15591"/>
                              <a:pt x="19180" y="15619"/>
                            </a:cubicBezTo>
                            <a:cubicBezTo>
                              <a:pt x="19180" y="15657"/>
                              <a:pt x="19180" y="15696"/>
                              <a:pt x="19180" y="15735"/>
                            </a:cubicBezTo>
                            <a:cubicBezTo>
                              <a:pt x="19210" y="15759"/>
                              <a:pt x="19244" y="15776"/>
                              <a:pt x="19281" y="15784"/>
                            </a:cubicBezTo>
                            <a:cubicBezTo>
                              <a:pt x="19315" y="15791"/>
                              <a:pt x="19350" y="15791"/>
                              <a:pt x="19383" y="15784"/>
                            </a:cubicBezTo>
                            <a:lnTo>
                              <a:pt x="19461" y="15703"/>
                            </a:lnTo>
                            <a:lnTo>
                              <a:pt x="19622" y="15601"/>
                            </a:lnTo>
                            <a:lnTo>
                              <a:pt x="19682" y="15557"/>
                            </a:lnTo>
                            <a:lnTo>
                              <a:pt x="19823" y="15461"/>
                            </a:lnTo>
                            <a:lnTo>
                              <a:pt x="19946" y="15414"/>
                            </a:lnTo>
                            <a:lnTo>
                              <a:pt x="20087" y="15436"/>
                            </a:lnTo>
                            <a:lnTo>
                              <a:pt x="20392" y="15113"/>
                            </a:lnTo>
                            <a:cubicBezTo>
                              <a:pt x="20433" y="15083"/>
                              <a:pt x="20473" y="15051"/>
                              <a:pt x="20510" y="15016"/>
                            </a:cubicBezTo>
                            <a:cubicBezTo>
                              <a:pt x="20554" y="14975"/>
                              <a:pt x="20595" y="14931"/>
                              <a:pt x="20633" y="14883"/>
                            </a:cubicBezTo>
                            <a:cubicBezTo>
                              <a:pt x="20671" y="14828"/>
                              <a:pt x="20703" y="14769"/>
                              <a:pt x="20731" y="14708"/>
                            </a:cubicBezTo>
                            <a:cubicBezTo>
                              <a:pt x="20760" y="14642"/>
                              <a:pt x="20782" y="14573"/>
                              <a:pt x="20798" y="14502"/>
                            </a:cubicBezTo>
                            <a:lnTo>
                              <a:pt x="20854" y="14369"/>
                            </a:lnTo>
                            <a:lnTo>
                              <a:pt x="21220" y="14097"/>
                            </a:lnTo>
                            <a:lnTo>
                              <a:pt x="21600" y="13667"/>
                            </a:lnTo>
                            <a:cubicBezTo>
                              <a:pt x="20995" y="15418"/>
                              <a:pt x="20065" y="17021"/>
                              <a:pt x="18866" y="18381"/>
                            </a:cubicBezTo>
                            <a:cubicBezTo>
                              <a:pt x="17655" y="19753"/>
                              <a:pt x="16194" y="20848"/>
                              <a:pt x="14574" y="21600"/>
                            </a:cubicBezTo>
                            <a:lnTo>
                              <a:pt x="14750" y="20991"/>
                            </a:lnTo>
                            <a:lnTo>
                              <a:pt x="14599" y="20978"/>
                            </a:lnTo>
                            <a:lnTo>
                              <a:pt x="14486" y="20965"/>
                            </a:lnTo>
                            <a:lnTo>
                              <a:pt x="14417" y="20987"/>
                            </a:lnTo>
                            <a:lnTo>
                              <a:pt x="14284" y="21002"/>
                            </a:lnTo>
                            <a:lnTo>
                              <a:pt x="14142" y="21022"/>
                            </a:lnTo>
                            <a:cubicBezTo>
                              <a:pt x="14098" y="21025"/>
                              <a:pt x="14053" y="21027"/>
                              <a:pt x="14008" y="21029"/>
                            </a:cubicBezTo>
                            <a:cubicBezTo>
                              <a:pt x="13951" y="21032"/>
                              <a:pt x="13895" y="21035"/>
                              <a:pt x="13838" y="21037"/>
                            </a:cubicBezTo>
                            <a:lnTo>
                              <a:pt x="13664" y="21022"/>
                            </a:lnTo>
                            <a:lnTo>
                              <a:pt x="13606" y="20927"/>
                            </a:lnTo>
                            <a:lnTo>
                              <a:pt x="13627" y="20853"/>
                            </a:lnTo>
                            <a:lnTo>
                              <a:pt x="13627" y="20782"/>
                            </a:lnTo>
                            <a:cubicBezTo>
                              <a:pt x="13595" y="20753"/>
                              <a:pt x="13563" y="20725"/>
                              <a:pt x="13532" y="20695"/>
                            </a:cubicBezTo>
                            <a:cubicBezTo>
                              <a:pt x="13497" y="20661"/>
                              <a:pt x="13462" y="20627"/>
                              <a:pt x="13428" y="20591"/>
                            </a:cubicBezTo>
                            <a:lnTo>
                              <a:pt x="13262" y="20421"/>
                            </a:lnTo>
                            <a:lnTo>
                              <a:pt x="13165" y="20251"/>
                            </a:lnTo>
                            <a:lnTo>
                              <a:pt x="13097" y="20206"/>
                            </a:lnTo>
                            <a:lnTo>
                              <a:pt x="12974" y="20132"/>
                            </a:lnTo>
                            <a:lnTo>
                              <a:pt x="12851" y="20147"/>
                            </a:lnTo>
                            <a:lnTo>
                              <a:pt x="12679" y="20118"/>
                            </a:lnTo>
                            <a:lnTo>
                              <a:pt x="12675" y="20031"/>
                            </a:lnTo>
                            <a:lnTo>
                              <a:pt x="12730" y="19989"/>
                            </a:lnTo>
                            <a:lnTo>
                              <a:pt x="12668" y="19829"/>
                            </a:lnTo>
                            <a:lnTo>
                              <a:pt x="12668" y="19747"/>
                            </a:lnTo>
                            <a:lnTo>
                              <a:pt x="12772" y="19680"/>
                            </a:lnTo>
                            <a:lnTo>
                              <a:pt x="12881" y="19598"/>
                            </a:lnTo>
                            <a:lnTo>
                              <a:pt x="12969" y="19517"/>
                            </a:lnTo>
                            <a:lnTo>
                              <a:pt x="12869" y="19465"/>
                            </a:lnTo>
                            <a:lnTo>
                              <a:pt x="12831" y="19350"/>
                            </a:lnTo>
                            <a:lnTo>
                              <a:pt x="12879" y="19115"/>
                            </a:lnTo>
                            <a:lnTo>
                              <a:pt x="12946" y="19011"/>
                            </a:lnTo>
                            <a:lnTo>
                              <a:pt x="12995" y="18937"/>
                            </a:lnTo>
                            <a:lnTo>
                              <a:pt x="13009" y="18841"/>
                            </a:lnTo>
                            <a:cubicBezTo>
                              <a:pt x="13038" y="18804"/>
                              <a:pt x="13071" y="18771"/>
                              <a:pt x="13108" y="18742"/>
                            </a:cubicBezTo>
                            <a:cubicBezTo>
                              <a:pt x="13140" y="18717"/>
                              <a:pt x="13175" y="18696"/>
                              <a:pt x="13212" y="18678"/>
                            </a:cubicBezTo>
                            <a:lnTo>
                              <a:pt x="13399" y="18498"/>
                            </a:lnTo>
                            <a:lnTo>
                              <a:pt x="13532" y="18261"/>
                            </a:lnTo>
                            <a:lnTo>
                              <a:pt x="13641" y="18101"/>
                            </a:lnTo>
                            <a:lnTo>
                              <a:pt x="13641" y="18005"/>
                            </a:lnTo>
                            <a:lnTo>
                              <a:pt x="13634" y="17908"/>
                            </a:lnTo>
                            <a:lnTo>
                              <a:pt x="13648" y="17834"/>
                            </a:lnTo>
                            <a:lnTo>
                              <a:pt x="13661" y="17694"/>
                            </a:lnTo>
                            <a:lnTo>
                              <a:pt x="13654" y="17501"/>
                            </a:lnTo>
                            <a:cubicBezTo>
                              <a:pt x="13611" y="17467"/>
                              <a:pt x="13568" y="17434"/>
                              <a:pt x="13525" y="17400"/>
                            </a:cubicBezTo>
                            <a:cubicBezTo>
                              <a:pt x="13480" y="17366"/>
                              <a:pt x="13435" y="17332"/>
                              <a:pt x="13390" y="17299"/>
                            </a:cubicBezTo>
                            <a:lnTo>
                              <a:pt x="13335" y="17173"/>
                            </a:lnTo>
                            <a:lnTo>
                              <a:pt x="13154" y="17136"/>
                            </a:lnTo>
                            <a:lnTo>
                              <a:pt x="13110" y="17213"/>
                            </a:lnTo>
                            <a:lnTo>
                              <a:pt x="13008" y="17257"/>
                            </a:lnTo>
                            <a:lnTo>
                              <a:pt x="13002" y="17382"/>
                            </a:lnTo>
                            <a:lnTo>
                              <a:pt x="12925" y="17476"/>
                            </a:lnTo>
                            <a:lnTo>
                              <a:pt x="12807" y="17491"/>
                            </a:lnTo>
                            <a:lnTo>
                              <a:pt x="12693" y="17491"/>
                            </a:lnTo>
                            <a:cubicBezTo>
                              <a:pt x="12657" y="17497"/>
                              <a:pt x="12619" y="17499"/>
                              <a:pt x="12582" y="17498"/>
                            </a:cubicBezTo>
                            <a:cubicBezTo>
                              <a:pt x="12512" y="17497"/>
                              <a:pt x="12442" y="17484"/>
                              <a:pt x="12376" y="17461"/>
                            </a:cubicBezTo>
                            <a:lnTo>
                              <a:pt x="12230" y="17439"/>
                            </a:lnTo>
                            <a:lnTo>
                              <a:pt x="12087" y="17417"/>
                            </a:lnTo>
                            <a:lnTo>
                              <a:pt x="12040" y="17293"/>
                            </a:lnTo>
                            <a:lnTo>
                              <a:pt x="11943" y="17278"/>
                            </a:lnTo>
                            <a:lnTo>
                              <a:pt x="11832" y="17271"/>
                            </a:lnTo>
                            <a:lnTo>
                              <a:pt x="11684" y="17240"/>
                            </a:lnTo>
                            <a:lnTo>
                              <a:pt x="11594" y="17210"/>
                            </a:lnTo>
                            <a:lnTo>
                              <a:pt x="11536" y="17052"/>
                            </a:lnTo>
                            <a:lnTo>
                              <a:pt x="11497" y="16966"/>
                            </a:lnTo>
                            <a:lnTo>
                              <a:pt x="11294" y="16770"/>
                            </a:lnTo>
                            <a:lnTo>
                              <a:pt x="11162" y="16667"/>
                            </a:lnTo>
                            <a:lnTo>
                              <a:pt x="11021" y="16602"/>
                            </a:lnTo>
                            <a:lnTo>
                              <a:pt x="10879" y="16600"/>
                            </a:lnTo>
                            <a:lnTo>
                              <a:pt x="10582" y="16570"/>
                            </a:lnTo>
                            <a:lnTo>
                              <a:pt x="10482" y="16514"/>
                            </a:lnTo>
                            <a:lnTo>
                              <a:pt x="10260" y="16484"/>
                            </a:lnTo>
                            <a:lnTo>
                              <a:pt x="10018" y="16462"/>
                            </a:lnTo>
                            <a:lnTo>
                              <a:pt x="9851" y="16380"/>
                            </a:lnTo>
                            <a:lnTo>
                              <a:pt x="9740" y="16247"/>
                            </a:lnTo>
                            <a:lnTo>
                              <a:pt x="9629" y="16158"/>
                            </a:lnTo>
                            <a:lnTo>
                              <a:pt x="9471" y="16064"/>
                            </a:lnTo>
                            <a:lnTo>
                              <a:pt x="9348" y="16026"/>
                            </a:lnTo>
                            <a:lnTo>
                              <a:pt x="9086" y="16026"/>
                            </a:lnTo>
                            <a:cubicBezTo>
                              <a:pt x="9018" y="16049"/>
                              <a:pt x="8949" y="16069"/>
                              <a:pt x="8880" y="16086"/>
                            </a:cubicBezTo>
                            <a:cubicBezTo>
                              <a:pt x="8816" y="16101"/>
                              <a:pt x="8752" y="16113"/>
                              <a:pt x="8687" y="16123"/>
                            </a:cubicBezTo>
                            <a:cubicBezTo>
                              <a:pt x="8651" y="16123"/>
                              <a:pt x="8616" y="16116"/>
                              <a:pt x="8583" y="16100"/>
                            </a:cubicBezTo>
                            <a:cubicBezTo>
                              <a:pt x="8545" y="16082"/>
                              <a:pt x="8511" y="16054"/>
                              <a:pt x="8486" y="16019"/>
                            </a:cubicBezTo>
                            <a:lnTo>
                              <a:pt x="8304" y="15945"/>
                            </a:lnTo>
                            <a:lnTo>
                              <a:pt x="8244" y="15908"/>
                            </a:lnTo>
                            <a:lnTo>
                              <a:pt x="8146" y="15901"/>
                            </a:lnTo>
                            <a:lnTo>
                              <a:pt x="8051" y="15856"/>
                            </a:lnTo>
                            <a:lnTo>
                              <a:pt x="7947" y="15797"/>
                            </a:lnTo>
                            <a:lnTo>
                              <a:pt x="7787" y="15715"/>
                            </a:lnTo>
                            <a:lnTo>
                              <a:pt x="7692" y="15678"/>
                            </a:lnTo>
                            <a:cubicBezTo>
                              <a:pt x="7650" y="15669"/>
                              <a:pt x="7610" y="15652"/>
                              <a:pt x="7574" y="15627"/>
                            </a:cubicBezTo>
                            <a:cubicBezTo>
                              <a:pt x="7513" y="15584"/>
                              <a:pt x="7467" y="15522"/>
                              <a:pt x="7442" y="15449"/>
                            </a:cubicBezTo>
                            <a:lnTo>
                              <a:pt x="7244" y="15434"/>
                            </a:lnTo>
                            <a:lnTo>
                              <a:pt x="7026" y="15332"/>
                            </a:lnTo>
                            <a:lnTo>
                              <a:pt x="6917" y="15226"/>
                            </a:lnTo>
                            <a:lnTo>
                              <a:pt x="6773" y="15092"/>
                            </a:lnTo>
                            <a:lnTo>
                              <a:pt x="6718" y="14996"/>
                            </a:lnTo>
                            <a:lnTo>
                              <a:pt x="6704" y="14803"/>
                            </a:lnTo>
                            <a:lnTo>
                              <a:pt x="6765" y="14736"/>
                            </a:lnTo>
                            <a:lnTo>
                              <a:pt x="6751" y="14628"/>
                            </a:lnTo>
                            <a:lnTo>
                              <a:pt x="6668" y="14423"/>
                            </a:lnTo>
                            <a:lnTo>
                              <a:pt x="6454" y="14101"/>
                            </a:lnTo>
                            <a:lnTo>
                              <a:pt x="6341" y="13946"/>
                            </a:lnTo>
                            <a:lnTo>
                              <a:pt x="6275" y="13847"/>
                            </a:lnTo>
                            <a:lnTo>
                              <a:pt x="6185" y="13760"/>
                            </a:lnTo>
                            <a:lnTo>
                              <a:pt x="6101" y="13671"/>
                            </a:lnTo>
                            <a:lnTo>
                              <a:pt x="6020" y="13597"/>
                            </a:lnTo>
                            <a:lnTo>
                              <a:pt x="5987" y="13530"/>
                            </a:lnTo>
                            <a:lnTo>
                              <a:pt x="5988" y="13389"/>
                            </a:lnTo>
                            <a:lnTo>
                              <a:pt x="5974" y="13290"/>
                            </a:lnTo>
                            <a:lnTo>
                              <a:pt x="5856" y="13186"/>
                            </a:lnTo>
                            <a:cubicBezTo>
                              <a:pt x="5819" y="13118"/>
                              <a:pt x="5779" y="13052"/>
                              <a:pt x="5736" y="12989"/>
                            </a:cubicBezTo>
                            <a:cubicBezTo>
                              <a:pt x="5704" y="12942"/>
                              <a:pt x="5670" y="12897"/>
                              <a:pt x="5635" y="12853"/>
                            </a:cubicBezTo>
                            <a:lnTo>
                              <a:pt x="5558" y="12742"/>
                            </a:lnTo>
                            <a:lnTo>
                              <a:pt x="5449" y="12628"/>
                            </a:lnTo>
                            <a:cubicBezTo>
                              <a:pt x="5397" y="12606"/>
                              <a:pt x="5362" y="12554"/>
                              <a:pt x="5359" y="12495"/>
                            </a:cubicBezTo>
                            <a:cubicBezTo>
                              <a:pt x="5355" y="12444"/>
                              <a:pt x="5377" y="12395"/>
                              <a:pt x="5415" y="12364"/>
                            </a:cubicBezTo>
                            <a:lnTo>
                              <a:pt x="5394" y="12119"/>
                            </a:lnTo>
                            <a:lnTo>
                              <a:pt x="5325" y="11968"/>
                            </a:lnTo>
                            <a:lnTo>
                              <a:pt x="5166" y="11822"/>
                            </a:lnTo>
                            <a:lnTo>
                              <a:pt x="5013" y="11755"/>
                            </a:lnTo>
                            <a:lnTo>
                              <a:pt x="5012" y="11918"/>
                            </a:lnTo>
                            <a:lnTo>
                              <a:pt x="5039" y="12079"/>
                            </a:lnTo>
                            <a:lnTo>
                              <a:pt x="5109" y="12264"/>
                            </a:lnTo>
                            <a:lnTo>
                              <a:pt x="5150" y="12351"/>
                            </a:lnTo>
                            <a:lnTo>
                              <a:pt x="5247" y="12502"/>
                            </a:lnTo>
                            <a:lnTo>
                              <a:pt x="5321" y="12634"/>
                            </a:lnTo>
                            <a:lnTo>
                              <a:pt x="5314" y="12769"/>
                            </a:lnTo>
                            <a:lnTo>
                              <a:pt x="5389" y="12885"/>
                            </a:lnTo>
                            <a:lnTo>
                              <a:pt x="5472" y="13018"/>
                            </a:lnTo>
                            <a:lnTo>
                              <a:pt x="5565" y="13176"/>
                            </a:lnTo>
                            <a:lnTo>
                              <a:pt x="5577" y="13290"/>
                            </a:lnTo>
                            <a:lnTo>
                              <a:pt x="5639" y="13477"/>
                            </a:lnTo>
                            <a:lnTo>
                              <a:pt x="5667" y="13609"/>
                            </a:lnTo>
                            <a:lnTo>
                              <a:pt x="5667" y="13694"/>
                            </a:lnTo>
                            <a:lnTo>
                              <a:pt x="5774" y="13736"/>
                            </a:lnTo>
                            <a:lnTo>
                              <a:pt x="5875" y="13857"/>
                            </a:lnTo>
                            <a:lnTo>
                              <a:pt x="5943" y="13973"/>
                            </a:lnTo>
                            <a:lnTo>
                              <a:pt x="5943" y="14087"/>
                            </a:lnTo>
                            <a:lnTo>
                              <a:pt x="5875" y="14138"/>
                            </a:lnTo>
                            <a:lnTo>
                              <a:pt x="5725" y="14044"/>
                            </a:lnTo>
                            <a:lnTo>
                              <a:pt x="5598" y="13872"/>
                            </a:lnTo>
                            <a:lnTo>
                              <a:pt x="5544" y="13793"/>
                            </a:lnTo>
                            <a:lnTo>
                              <a:pt x="5454" y="13741"/>
                            </a:lnTo>
                            <a:lnTo>
                              <a:pt x="5352" y="13666"/>
                            </a:lnTo>
                            <a:lnTo>
                              <a:pt x="5296" y="13585"/>
                            </a:lnTo>
                            <a:cubicBezTo>
                              <a:pt x="5309" y="13549"/>
                              <a:pt x="5318" y="13512"/>
                              <a:pt x="5324" y="13474"/>
                            </a:cubicBezTo>
                            <a:cubicBezTo>
                              <a:pt x="5332" y="13417"/>
                              <a:pt x="5332" y="13360"/>
                              <a:pt x="5324" y="13303"/>
                            </a:cubicBezTo>
                            <a:cubicBezTo>
                              <a:pt x="5305" y="13264"/>
                              <a:pt x="5284" y="13226"/>
                              <a:pt x="5261" y="13189"/>
                            </a:cubicBezTo>
                            <a:cubicBezTo>
                              <a:pt x="5223" y="13130"/>
                              <a:pt x="5178" y="13075"/>
                              <a:pt x="5129" y="13026"/>
                            </a:cubicBezTo>
                            <a:lnTo>
                              <a:pt x="4901" y="12863"/>
                            </a:lnTo>
                            <a:lnTo>
                              <a:pt x="4781" y="12722"/>
                            </a:lnTo>
                            <a:lnTo>
                              <a:pt x="4851" y="12663"/>
                            </a:lnTo>
                            <a:lnTo>
                              <a:pt x="5005" y="12678"/>
                            </a:lnTo>
                            <a:lnTo>
                              <a:pt x="5033" y="12515"/>
                            </a:lnTo>
                            <a:cubicBezTo>
                              <a:pt x="5022" y="12432"/>
                              <a:pt x="4988" y="12354"/>
                              <a:pt x="4935" y="12292"/>
                            </a:cubicBezTo>
                            <a:cubicBezTo>
                              <a:pt x="4898" y="12248"/>
                              <a:pt x="4852" y="12213"/>
                              <a:pt x="4801" y="12189"/>
                            </a:cubicBezTo>
                            <a:lnTo>
                              <a:pt x="4715" y="11949"/>
                            </a:lnTo>
                            <a:lnTo>
                              <a:pt x="4662" y="11732"/>
                            </a:lnTo>
                            <a:lnTo>
                              <a:pt x="4648" y="11591"/>
                            </a:lnTo>
                            <a:lnTo>
                              <a:pt x="4627" y="11487"/>
                            </a:lnTo>
                            <a:lnTo>
                              <a:pt x="4586" y="11332"/>
                            </a:lnTo>
                            <a:lnTo>
                              <a:pt x="4532" y="11231"/>
                            </a:lnTo>
                            <a:lnTo>
                              <a:pt x="4469" y="11127"/>
                            </a:lnTo>
                            <a:cubicBezTo>
                              <a:pt x="4455" y="11089"/>
                              <a:pt x="4439" y="11051"/>
                              <a:pt x="4420" y="11016"/>
                            </a:cubicBezTo>
                            <a:cubicBezTo>
                              <a:pt x="4402" y="10980"/>
                              <a:pt x="4380" y="10946"/>
                              <a:pt x="4353" y="10917"/>
                            </a:cubicBezTo>
                            <a:cubicBezTo>
                              <a:pt x="4302" y="10864"/>
                              <a:pt x="4235" y="10834"/>
                              <a:pt x="4169" y="10806"/>
                            </a:cubicBezTo>
                            <a:cubicBezTo>
                              <a:pt x="4118" y="10784"/>
                              <a:pt x="4067" y="10761"/>
                              <a:pt x="4017" y="10739"/>
                            </a:cubicBezTo>
                            <a:lnTo>
                              <a:pt x="4017" y="10628"/>
                            </a:lnTo>
                            <a:cubicBezTo>
                              <a:pt x="4019" y="10594"/>
                              <a:pt x="4020" y="10560"/>
                              <a:pt x="4019" y="10527"/>
                            </a:cubicBezTo>
                            <a:cubicBezTo>
                              <a:pt x="4019" y="10449"/>
                              <a:pt x="4012" y="10373"/>
                              <a:pt x="4001" y="10296"/>
                            </a:cubicBezTo>
                            <a:lnTo>
                              <a:pt x="3910" y="10081"/>
                            </a:lnTo>
                            <a:lnTo>
                              <a:pt x="3815" y="9819"/>
                            </a:lnTo>
                            <a:lnTo>
                              <a:pt x="3821" y="9591"/>
                            </a:lnTo>
                            <a:lnTo>
                              <a:pt x="3843" y="9426"/>
                            </a:lnTo>
                            <a:lnTo>
                              <a:pt x="3805" y="9077"/>
                            </a:lnTo>
                            <a:lnTo>
                              <a:pt x="3761" y="8972"/>
                            </a:lnTo>
                            <a:lnTo>
                              <a:pt x="3858" y="8809"/>
                            </a:lnTo>
                            <a:lnTo>
                              <a:pt x="3886" y="8671"/>
                            </a:lnTo>
                            <a:lnTo>
                              <a:pt x="3900" y="8500"/>
                            </a:lnTo>
                            <a:lnTo>
                              <a:pt x="3933" y="8389"/>
                            </a:lnTo>
                            <a:lnTo>
                              <a:pt x="4014" y="8214"/>
                            </a:lnTo>
                            <a:lnTo>
                              <a:pt x="4056" y="8112"/>
                            </a:lnTo>
                            <a:cubicBezTo>
                              <a:pt x="4089" y="8064"/>
                              <a:pt x="4117" y="8012"/>
                              <a:pt x="4139" y="7956"/>
                            </a:cubicBezTo>
                            <a:cubicBezTo>
                              <a:pt x="4160" y="7903"/>
                              <a:pt x="4176" y="7848"/>
                              <a:pt x="4186" y="7791"/>
                            </a:cubicBezTo>
                            <a:lnTo>
                              <a:pt x="4325" y="7527"/>
                            </a:lnTo>
                            <a:lnTo>
                              <a:pt x="4367" y="7352"/>
                            </a:lnTo>
                            <a:lnTo>
                              <a:pt x="4346" y="7226"/>
                            </a:lnTo>
                            <a:lnTo>
                              <a:pt x="4304" y="7102"/>
                            </a:lnTo>
                            <a:lnTo>
                              <a:pt x="4381" y="6944"/>
                            </a:lnTo>
                            <a:lnTo>
                              <a:pt x="4346" y="6858"/>
                            </a:lnTo>
                            <a:lnTo>
                              <a:pt x="4237" y="6727"/>
                            </a:lnTo>
                            <a:lnTo>
                              <a:pt x="4172" y="6595"/>
                            </a:lnTo>
                            <a:lnTo>
                              <a:pt x="4126" y="6464"/>
                            </a:lnTo>
                            <a:lnTo>
                              <a:pt x="4112" y="6378"/>
                            </a:lnTo>
                            <a:lnTo>
                              <a:pt x="4049" y="6267"/>
                            </a:lnTo>
                            <a:lnTo>
                              <a:pt x="4102" y="6183"/>
                            </a:lnTo>
                            <a:lnTo>
                              <a:pt x="4204" y="6100"/>
                            </a:lnTo>
                            <a:lnTo>
                              <a:pt x="4218" y="6026"/>
                            </a:lnTo>
                            <a:lnTo>
                              <a:pt x="4204" y="5873"/>
                            </a:lnTo>
                            <a:lnTo>
                              <a:pt x="4176" y="5697"/>
                            </a:lnTo>
                            <a:lnTo>
                              <a:pt x="4128" y="5431"/>
                            </a:lnTo>
                            <a:lnTo>
                              <a:pt x="4116" y="5359"/>
                            </a:lnTo>
                            <a:lnTo>
                              <a:pt x="4165" y="5250"/>
                            </a:lnTo>
                            <a:lnTo>
                              <a:pt x="4206" y="5043"/>
                            </a:lnTo>
                            <a:lnTo>
                              <a:pt x="4074" y="5013"/>
                            </a:lnTo>
                            <a:cubicBezTo>
                              <a:pt x="4031" y="5035"/>
                              <a:pt x="3981" y="5026"/>
                              <a:pt x="3947" y="4991"/>
                            </a:cubicBezTo>
                            <a:cubicBezTo>
                              <a:pt x="3897" y="4941"/>
                              <a:pt x="3897" y="4856"/>
                              <a:pt x="3947" y="4806"/>
                            </a:cubicBezTo>
                            <a:lnTo>
                              <a:pt x="3972" y="4719"/>
                            </a:lnTo>
                            <a:lnTo>
                              <a:pt x="4013" y="4535"/>
                            </a:lnTo>
                            <a:lnTo>
                              <a:pt x="3965" y="4446"/>
                            </a:lnTo>
                            <a:cubicBezTo>
                              <a:pt x="3975" y="4384"/>
                              <a:pt x="3981" y="4320"/>
                              <a:pt x="3981" y="4256"/>
                            </a:cubicBezTo>
                            <a:cubicBezTo>
                              <a:pt x="3981" y="4197"/>
                              <a:pt x="3976" y="4137"/>
                              <a:pt x="3967" y="4078"/>
                            </a:cubicBezTo>
                            <a:cubicBezTo>
                              <a:pt x="3978" y="4040"/>
                              <a:pt x="3987" y="4002"/>
                              <a:pt x="3992" y="3962"/>
                            </a:cubicBezTo>
                            <a:cubicBezTo>
                              <a:pt x="3998" y="3922"/>
                              <a:pt x="4000" y="3882"/>
                              <a:pt x="3999" y="3841"/>
                            </a:cubicBezTo>
                            <a:lnTo>
                              <a:pt x="3951" y="3670"/>
                            </a:lnTo>
                            <a:lnTo>
                              <a:pt x="3932" y="3510"/>
                            </a:lnTo>
                            <a:lnTo>
                              <a:pt x="3925" y="3391"/>
                            </a:lnTo>
                            <a:cubicBezTo>
                              <a:pt x="3885" y="3400"/>
                              <a:pt x="3844" y="3392"/>
                              <a:pt x="3809" y="3369"/>
                            </a:cubicBezTo>
                            <a:cubicBezTo>
                              <a:pt x="3762" y="3338"/>
                              <a:pt x="3733" y="3282"/>
                              <a:pt x="3733" y="3223"/>
                            </a:cubicBezTo>
                            <a:lnTo>
                              <a:pt x="3606" y="3139"/>
                            </a:lnTo>
                            <a:lnTo>
                              <a:pt x="3535" y="3122"/>
                            </a:lnTo>
                            <a:lnTo>
                              <a:pt x="3513" y="3031"/>
                            </a:lnTo>
                            <a:lnTo>
                              <a:pt x="3497" y="2935"/>
                            </a:lnTo>
                            <a:lnTo>
                              <a:pt x="3435" y="2863"/>
                            </a:lnTo>
                            <a:lnTo>
                              <a:pt x="3316" y="2856"/>
                            </a:lnTo>
                            <a:lnTo>
                              <a:pt x="3219" y="2871"/>
                            </a:lnTo>
                            <a:lnTo>
                              <a:pt x="3134" y="2780"/>
                            </a:lnTo>
                            <a:lnTo>
                              <a:pt x="2927" y="2750"/>
                            </a:lnTo>
                            <a:lnTo>
                              <a:pt x="2816" y="2683"/>
                            </a:lnTo>
                            <a:lnTo>
                              <a:pt x="2757" y="2787"/>
                            </a:lnTo>
                            <a:lnTo>
                              <a:pt x="2677" y="2878"/>
                            </a:lnTo>
                            <a:cubicBezTo>
                              <a:pt x="2624" y="2900"/>
                              <a:pt x="2570" y="2922"/>
                              <a:pt x="2517" y="2942"/>
                            </a:cubicBezTo>
                            <a:cubicBezTo>
                              <a:pt x="2470" y="2960"/>
                              <a:pt x="2423" y="2978"/>
                              <a:pt x="2376" y="2994"/>
                            </a:cubicBezTo>
                            <a:lnTo>
                              <a:pt x="2156" y="2979"/>
                            </a:lnTo>
                            <a:lnTo>
                              <a:pt x="2099" y="2906"/>
                            </a:lnTo>
                            <a:lnTo>
                              <a:pt x="2230" y="2775"/>
                            </a:lnTo>
                            <a:cubicBezTo>
                              <a:pt x="2285" y="2773"/>
                              <a:pt x="2340" y="2768"/>
                              <a:pt x="2394" y="2760"/>
                            </a:cubicBezTo>
                            <a:cubicBezTo>
                              <a:pt x="2490" y="2746"/>
                              <a:pt x="2584" y="2722"/>
                              <a:pt x="2675" y="2688"/>
                            </a:cubicBezTo>
                            <a:lnTo>
                              <a:pt x="2901" y="2602"/>
                            </a:lnTo>
                            <a:lnTo>
                              <a:pt x="3019" y="2479"/>
                            </a:lnTo>
                            <a:lnTo>
                              <a:pt x="3112" y="2372"/>
                            </a:lnTo>
                            <a:lnTo>
                              <a:pt x="2898" y="2424"/>
                            </a:lnTo>
                            <a:lnTo>
                              <a:pt x="2783" y="2528"/>
                            </a:lnTo>
                            <a:lnTo>
                              <a:pt x="2697" y="2585"/>
                            </a:lnTo>
                            <a:lnTo>
                              <a:pt x="2479" y="2672"/>
                            </a:lnTo>
                            <a:lnTo>
                              <a:pt x="2258" y="2701"/>
                            </a:lnTo>
                            <a:lnTo>
                              <a:pt x="2121" y="2716"/>
                            </a:lnTo>
                            <a:lnTo>
                              <a:pt x="2054" y="2795"/>
                            </a:lnTo>
                            <a:cubicBezTo>
                              <a:pt x="2021" y="2791"/>
                              <a:pt x="1989" y="2782"/>
                              <a:pt x="1959" y="2768"/>
                            </a:cubicBezTo>
                            <a:cubicBezTo>
                              <a:pt x="1907" y="2743"/>
                              <a:pt x="1861" y="2704"/>
                              <a:pt x="1827" y="2654"/>
                            </a:cubicBezTo>
                            <a:lnTo>
                              <a:pt x="1753" y="2654"/>
                            </a:lnTo>
                            <a:lnTo>
                              <a:pt x="1629" y="2679"/>
                            </a:lnTo>
                            <a:lnTo>
                              <a:pt x="1643" y="2812"/>
                            </a:lnTo>
                            <a:lnTo>
                              <a:pt x="1530" y="2782"/>
                            </a:lnTo>
                            <a:lnTo>
                              <a:pt x="1495" y="2713"/>
                            </a:lnTo>
                            <a:lnTo>
                              <a:pt x="1518" y="2587"/>
                            </a:lnTo>
                            <a:lnTo>
                              <a:pt x="1427" y="2565"/>
                            </a:lnTo>
                            <a:lnTo>
                              <a:pt x="1312" y="2551"/>
                            </a:lnTo>
                            <a:lnTo>
                              <a:pt x="1247" y="2571"/>
                            </a:lnTo>
                            <a:lnTo>
                              <a:pt x="1227" y="2482"/>
                            </a:lnTo>
                            <a:lnTo>
                              <a:pt x="1201" y="2390"/>
                            </a:lnTo>
                            <a:lnTo>
                              <a:pt x="1076" y="2390"/>
                            </a:lnTo>
                            <a:lnTo>
                              <a:pt x="964" y="2360"/>
                            </a:lnTo>
                            <a:lnTo>
                              <a:pt x="812" y="2294"/>
                            </a:lnTo>
                            <a:lnTo>
                              <a:pt x="745" y="2192"/>
                            </a:lnTo>
                            <a:lnTo>
                              <a:pt x="630" y="2185"/>
                            </a:lnTo>
                            <a:lnTo>
                              <a:pt x="593" y="2111"/>
                            </a:lnTo>
                            <a:lnTo>
                              <a:pt x="512" y="2002"/>
                            </a:lnTo>
                            <a:lnTo>
                              <a:pt x="428" y="1869"/>
                            </a:lnTo>
                            <a:lnTo>
                              <a:pt x="373" y="1738"/>
                            </a:lnTo>
                            <a:cubicBezTo>
                              <a:pt x="342" y="1717"/>
                              <a:pt x="313" y="1693"/>
                              <a:pt x="287" y="1666"/>
                            </a:cubicBezTo>
                            <a:cubicBezTo>
                              <a:pt x="248" y="1626"/>
                              <a:pt x="215" y="1580"/>
                              <a:pt x="188" y="1530"/>
                            </a:cubicBezTo>
                            <a:lnTo>
                              <a:pt x="140" y="1443"/>
                            </a:lnTo>
                            <a:lnTo>
                              <a:pt x="135" y="1337"/>
                            </a:lnTo>
                            <a:lnTo>
                              <a:pt x="62" y="1243"/>
                            </a:lnTo>
                            <a:lnTo>
                              <a:pt x="0" y="1191"/>
                            </a:lnTo>
                            <a:lnTo>
                              <a:pt x="0" y="1060"/>
                            </a:lnTo>
                            <a:lnTo>
                              <a:pt x="8" y="972"/>
                            </a:lnTo>
                            <a:lnTo>
                              <a:pt x="15" y="861"/>
                            </a:lnTo>
                            <a:lnTo>
                              <a:pt x="82" y="802"/>
                            </a:lnTo>
                            <a:lnTo>
                              <a:pt x="110" y="601"/>
                            </a:lnTo>
                            <a:lnTo>
                              <a:pt x="75" y="468"/>
                            </a:lnTo>
                            <a:lnTo>
                              <a:pt x="130" y="315"/>
                            </a:lnTo>
                            <a:lnTo>
                              <a:pt x="151" y="134"/>
                            </a:lnTo>
                            <a:lnTo>
                              <a:pt x="268" y="140"/>
                            </a:lnTo>
                            <a:lnTo>
                              <a:pt x="196" y="371"/>
                            </a:lnTo>
                            <a:lnTo>
                              <a:pt x="74" y="1050"/>
                            </a:lnTo>
                            <a:lnTo>
                              <a:pt x="247" y="1332"/>
                            </a:lnTo>
                            <a:lnTo>
                              <a:pt x="293" y="1442"/>
                            </a:lnTo>
                            <a:lnTo>
                              <a:pt x="293" y="1523"/>
                            </a:lnTo>
                            <a:lnTo>
                              <a:pt x="393" y="1652"/>
                            </a:lnTo>
                            <a:lnTo>
                              <a:pt x="485" y="1772"/>
                            </a:lnTo>
                            <a:lnTo>
                              <a:pt x="408" y="1986"/>
                            </a:lnTo>
                            <a:lnTo>
                              <a:pt x="588" y="1927"/>
                            </a:lnTo>
                            <a:lnTo>
                              <a:pt x="671" y="1957"/>
                            </a:lnTo>
                            <a:lnTo>
                              <a:pt x="755" y="2061"/>
                            </a:lnTo>
                            <a:lnTo>
                              <a:pt x="836" y="2124"/>
                            </a:lnTo>
                            <a:lnTo>
                              <a:pt x="924" y="2198"/>
                            </a:lnTo>
                            <a:lnTo>
                              <a:pt x="1083" y="2223"/>
                            </a:lnTo>
                            <a:lnTo>
                              <a:pt x="1187" y="2208"/>
                            </a:lnTo>
                            <a:lnTo>
                              <a:pt x="1236" y="2277"/>
                            </a:lnTo>
                            <a:lnTo>
                              <a:pt x="1424" y="2277"/>
                            </a:lnTo>
                            <a:lnTo>
                              <a:pt x="1470" y="2349"/>
                            </a:lnTo>
                            <a:lnTo>
                              <a:pt x="1642" y="2349"/>
                            </a:lnTo>
                            <a:lnTo>
                              <a:pt x="1730" y="2356"/>
                            </a:lnTo>
                            <a:lnTo>
                              <a:pt x="1872" y="2406"/>
                            </a:lnTo>
                            <a:lnTo>
                              <a:pt x="2099" y="2433"/>
                            </a:lnTo>
                            <a:lnTo>
                              <a:pt x="2229" y="2426"/>
                            </a:lnTo>
                            <a:lnTo>
                              <a:pt x="2303" y="2330"/>
                            </a:lnTo>
                            <a:lnTo>
                              <a:pt x="2288" y="2222"/>
                            </a:lnTo>
                            <a:lnTo>
                              <a:pt x="2212" y="2237"/>
                            </a:lnTo>
                            <a:lnTo>
                              <a:pt x="2198" y="2140"/>
                            </a:lnTo>
                            <a:lnTo>
                              <a:pt x="2121" y="2024"/>
                            </a:lnTo>
                            <a:lnTo>
                              <a:pt x="2052" y="1883"/>
                            </a:lnTo>
                            <a:lnTo>
                              <a:pt x="2200" y="1804"/>
                            </a:lnTo>
                            <a:lnTo>
                              <a:pt x="2326" y="1715"/>
                            </a:lnTo>
                            <a:lnTo>
                              <a:pt x="2228" y="1606"/>
                            </a:lnTo>
                            <a:lnTo>
                              <a:pt x="2230" y="1518"/>
                            </a:lnTo>
                            <a:lnTo>
                              <a:pt x="2269" y="1377"/>
                            </a:lnTo>
                            <a:lnTo>
                              <a:pt x="2166" y="1354"/>
                            </a:lnTo>
                            <a:lnTo>
                              <a:pt x="2035" y="1280"/>
                            </a:lnTo>
                            <a:lnTo>
                              <a:pt x="2038" y="1119"/>
                            </a:lnTo>
                            <a:lnTo>
                              <a:pt x="2244" y="1090"/>
                            </a:lnTo>
                            <a:lnTo>
                              <a:pt x="2262" y="1193"/>
                            </a:lnTo>
                            <a:lnTo>
                              <a:pt x="2318" y="1302"/>
                            </a:lnTo>
                            <a:lnTo>
                              <a:pt x="2431" y="1117"/>
                            </a:lnTo>
                            <a:lnTo>
                              <a:pt x="2594" y="1035"/>
                            </a:lnTo>
                            <a:lnTo>
                              <a:pt x="2753" y="998"/>
                            </a:lnTo>
                            <a:lnTo>
                              <a:pt x="2888" y="998"/>
                            </a:lnTo>
                            <a:lnTo>
                              <a:pt x="2923" y="1065"/>
                            </a:lnTo>
                            <a:lnTo>
                              <a:pt x="3069" y="1072"/>
                            </a:lnTo>
                            <a:lnTo>
                              <a:pt x="3108" y="1149"/>
                            </a:lnTo>
                            <a:lnTo>
                              <a:pt x="3239" y="1082"/>
                            </a:lnTo>
                            <a:lnTo>
                              <a:pt x="3274" y="1018"/>
                            </a:lnTo>
                            <a:lnTo>
                              <a:pt x="3225" y="929"/>
                            </a:lnTo>
                            <a:lnTo>
                              <a:pt x="3135" y="825"/>
                            </a:lnTo>
                            <a:cubicBezTo>
                              <a:pt x="3100" y="795"/>
                              <a:pt x="3075" y="755"/>
                              <a:pt x="3061" y="709"/>
                            </a:cubicBezTo>
                            <a:cubicBezTo>
                              <a:pt x="3045" y="658"/>
                              <a:pt x="3045" y="603"/>
                              <a:pt x="3061" y="551"/>
                            </a:cubicBezTo>
                            <a:lnTo>
                              <a:pt x="3114" y="415"/>
                            </a:lnTo>
                            <a:lnTo>
                              <a:pt x="3174" y="331"/>
                            </a:lnTo>
                            <a:lnTo>
                              <a:pt x="3258" y="299"/>
                            </a:lnTo>
                            <a:lnTo>
                              <a:pt x="3443" y="344"/>
                            </a:lnTo>
                            <a:lnTo>
                              <a:pt x="3508" y="405"/>
                            </a:lnTo>
                            <a:lnTo>
                              <a:pt x="3570" y="469"/>
                            </a:lnTo>
                            <a:lnTo>
                              <a:pt x="3623" y="555"/>
                            </a:lnTo>
                            <a:lnTo>
                              <a:pt x="3566" y="680"/>
                            </a:lnTo>
                            <a:lnTo>
                              <a:pt x="3691" y="725"/>
                            </a:lnTo>
                            <a:lnTo>
                              <a:pt x="3724" y="631"/>
                            </a:lnTo>
                            <a:lnTo>
                              <a:pt x="3749" y="451"/>
                            </a:lnTo>
                            <a:lnTo>
                              <a:pt x="3793" y="340"/>
                            </a:lnTo>
                            <a:lnTo>
                              <a:pt x="3814" y="110"/>
                            </a:lnTo>
                            <a:lnTo>
                              <a:pt x="3868" y="0"/>
                            </a:lnTo>
                            <a:lnTo>
                              <a:pt x="4025" y="31"/>
                            </a:lnTo>
                            <a:lnTo>
                              <a:pt x="4108" y="78"/>
                            </a:lnTo>
                            <a:lnTo>
                              <a:pt x="4156" y="181"/>
                            </a:lnTo>
                            <a:lnTo>
                              <a:pt x="4253" y="151"/>
                            </a:lnTo>
                            <a:lnTo>
                              <a:pt x="4367" y="92"/>
                            </a:lnTo>
                            <a:cubicBezTo>
                              <a:pt x="4405" y="76"/>
                              <a:pt x="4445" y="68"/>
                              <a:pt x="4486" y="70"/>
                            </a:cubicBezTo>
                            <a:cubicBezTo>
                              <a:pt x="4528" y="71"/>
                              <a:pt x="4569" y="83"/>
                              <a:pt x="4606" y="104"/>
                            </a:cubicBezTo>
                            <a:lnTo>
                              <a:pt x="4716" y="162"/>
                            </a:lnTo>
                            <a:lnTo>
                              <a:pt x="4781" y="268"/>
                            </a:lnTo>
                            <a:lnTo>
                              <a:pt x="4875" y="254"/>
                            </a:lnTo>
                            <a:lnTo>
                              <a:pt x="4955" y="313"/>
                            </a:lnTo>
                            <a:lnTo>
                              <a:pt x="4934" y="396"/>
                            </a:lnTo>
                            <a:lnTo>
                              <a:pt x="4969" y="492"/>
                            </a:lnTo>
                            <a:lnTo>
                              <a:pt x="5036" y="567"/>
                            </a:lnTo>
                            <a:lnTo>
                              <a:pt x="4983" y="620"/>
                            </a:lnTo>
                            <a:lnTo>
                              <a:pt x="4970" y="701"/>
                            </a:lnTo>
                            <a:lnTo>
                              <a:pt x="5114" y="798"/>
                            </a:lnTo>
                            <a:lnTo>
                              <a:pt x="5178" y="901"/>
                            </a:lnTo>
                            <a:lnTo>
                              <a:pt x="5280" y="1037"/>
                            </a:lnTo>
                            <a:lnTo>
                              <a:pt x="5361" y="1143"/>
                            </a:lnTo>
                            <a:lnTo>
                              <a:pt x="5403" y="1254"/>
                            </a:lnTo>
                            <a:lnTo>
                              <a:pt x="5445" y="1414"/>
                            </a:lnTo>
                            <a:lnTo>
                              <a:pt x="5552" y="1441"/>
                            </a:lnTo>
                            <a:lnTo>
                              <a:pt x="5552" y="1572"/>
                            </a:lnTo>
                            <a:lnTo>
                              <a:pt x="5628" y="1696"/>
                            </a:lnTo>
                            <a:lnTo>
                              <a:pt x="5741" y="1590"/>
                            </a:lnTo>
                            <a:lnTo>
                              <a:pt x="5864" y="1604"/>
                            </a:lnTo>
                            <a:lnTo>
                              <a:pt x="5906" y="1698"/>
                            </a:lnTo>
                            <a:lnTo>
                              <a:pt x="6031" y="1691"/>
                            </a:lnTo>
                            <a:lnTo>
                              <a:pt x="6147" y="1683"/>
                            </a:lnTo>
                            <a:lnTo>
                              <a:pt x="6221" y="1668"/>
                            </a:lnTo>
                            <a:lnTo>
                              <a:pt x="6284" y="1754"/>
                            </a:lnTo>
                            <a:lnTo>
                              <a:pt x="6357" y="1690"/>
                            </a:lnTo>
                            <a:lnTo>
                              <a:pt x="6413" y="1559"/>
                            </a:lnTo>
                            <a:lnTo>
                              <a:pt x="6465" y="1660"/>
                            </a:lnTo>
                            <a:lnTo>
                              <a:pt x="6417" y="1769"/>
                            </a:lnTo>
                            <a:lnTo>
                              <a:pt x="6412" y="1877"/>
                            </a:lnTo>
                            <a:lnTo>
                              <a:pt x="6481" y="1936"/>
                            </a:lnTo>
                            <a:lnTo>
                              <a:pt x="6563" y="1822"/>
                            </a:lnTo>
                            <a:lnTo>
                              <a:pt x="6625" y="1758"/>
                            </a:lnTo>
                            <a:lnTo>
                              <a:pt x="6669" y="1841"/>
                            </a:lnTo>
                            <a:lnTo>
                              <a:pt x="6625" y="1957"/>
                            </a:lnTo>
                            <a:lnTo>
                              <a:pt x="6731" y="1994"/>
                            </a:lnTo>
                            <a:lnTo>
                              <a:pt x="6807" y="2069"/>
                            </a:lnTo>
                            <a:lnTo>
                              <a:pt x="6890" y="2135"/>
                            </a:lnTo>
                            <a:lnTo>
                              <a:pt x="6978" y="2204"/>
                            </a:lnTo>
                            <a:lnTo>
                              <a:pt x="7027" y="2270"/>
                            </a:lnTo>
                            <a:lnTo>
                              <a:pt x="7091" y="2327"/>
                            </a:lnTo>
                            <a:lnTo>
                              <a:pt x="7170" y="2349"/>
                            </a:lnTo>
                            <a:lnTo>
                              <a:pt x="7165" y="2275"/>
                            </a:lnTo>
                            <a:lnTo>
                              <a:pt x="7110" y="2144"/>
                            </a:lnTo>
                            <a:lnTo>
                              <a:pt x="7296" y="2137"/>
                            </a:lnTo>
                            <a:lnTo>
                              <a:pt x="7472" y="2095"/>
                            </a:lnTo>
                            <a:cubicBezTo>
                              <a:pt x="7497" y="2085"/>
                              <a:pt x="7514" y="2059"/>
                              <a:pt x="7514" y="2031"/>
                            </a:cubicBezTo>
                            <a:cubicBezTo>
                              <a:pt x="7514" y="1939"/>
                              <a:pt x="7398" y="1910"/>
                              <a:pt x="7359" y="1991"/>
                            </a:cubicBezTo>
                            <a:lnTo>
                              <a:pt x="7180" y="1932"/>
                            </a:lnTo>
                            <a:lnTo>
                              <a:pt x="7115" y="1848"/>
                            </a:lnTo>
                            <a:lnTo>
                              <a:pt x="7171" y="1788"/>
                            </a:lnTo>
                            <a:lnTo>
                              <a:pt x="7154" y="1702"/>
                            </a:lnTo>
                            <a:lnTo>
                              <a:pt x="7197" y="1532"/>
                            </a:lnTo>
                            <a:lnTo>
                              <a:pt x="7001" y="1616"/>
                            </a:lnTo>
                            <a:lnTo>
                              <a:pt x="6874" y="1710"/>
                            </a:lnTo>
                            <a:lnTo>
                              <a:pt x="6760" y="1730"/>
                            </a:lnTo>
                            <a:lnTo>
                              <a:pt x="6767" y="1582"/>
                            </a:lnTo>
                            <a:lnTo>
                              <a:pt x="6704" y="1510"/>
                            </a:lnTo>
                            <a:lnTo>
                              <a:pt x="6683" y="1398"/>
                            </a:lnTo>
                            <a:lnTo>
                              <a:pt x="6811" y="1298"/>
                            </a:lnTo>
                            <a:lnTo>
                              <a:pt x="6911" y="1176"/>
                            </a:lnTo>
                            <a:lnTo>
                              <a:pt x="6929" y="1048"/>
                            </a:lnTo>
                            <a:lnTo>
                              <a:pt x="6901" y="918"/>
                            </a:lnTo>
                            <a:lnTo>
                              <a:pt x="6982" y="827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2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3" name="ï$1ïḍé"/>
                      <p:cNvSpPr/>
                      <p:nvPr/>
                    </p:nvSpPr>
                    <p:spPr>
                      <a:xfrm>
                        <a:off x="1751724" y="1477330"/>
                        <a:ext cx="79062" cy="706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384" y="2101"/>
                            </a:moveTo>
                            <a:lnTo>
                              <a:pt x="0" y="10018"/>
                            </a:lnTo>
                            <a:lnTo>
                              <a:pt x="1924" y="21600"/>
                            </a:lnTo>
                            <a:lnTo>
                              <a:pt x="9832" y="12960"/>
                            </a:lnTo>
                            <a:lnTo>
                              <a:pt x="21600" y="0"/>
                            </a:lnTo>
                            <a:lnTo>
                              <a:pt x="8384" y="2101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4" name="isľíḋê"/>
                      <p:cNvSpPr/>
                      <p:nvPr/>
                    </p:nvSpPr>
                    <p:spPr>
                      <a:xfrm>
                        <a:off x="1961885" y="2112953"/>
                        <a:ext cx="39439" cy="4601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4695" y="0"/>
                            </a:moveTo>
                            <a:lnTo>
                              <a:pt x="2150" y="1966"/>
                            </a:lnTo>
                            <a:lnTo>
                              <a:pt x="0" y="14899"/>
                            </a:lnTo>
                            <a:lnTo>
                              <a:pt x="13781" y="21600"/>
                            </a:lnTo>
                            <a:lnTo>
                              <a:pt x="21600" y="8558"/>
                            </a:lnTo>
                            <a:lnTo>
                              <a:pt x="14695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5" name="ïŝḷíde"/>
                      <p:cNvSpPr/>
                      <p:nvPr/>
                    </p:nvSpPr>
                    <p:spPr>
                      <a:xfrm>
                        <a:off x="2305751" y="1841904"/>
                        <a:ext cx="68286" cy="1079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1311" y="1188"/>
                            </a:moveTo>
                            <a:lnTo>
                              <a:pt x="2903" y="3754"/>
                            </a:lnTo>
                            <a:lnTo>
                              <a:pt x="6906" y="9918"/>
                            </a:lnTo>
                            <a:lnTo>
                              <a:pt x="0" y="19975"/>
                            </a:lnTo>
                            <a:lnTo>
                              <a:pt x="8431" y="21600"/>
                            </a:lnTo>
                            <a:lnTo>
                              <a:pt x="15976" y="18316"/>
                            </a:lnTo>
                            <a:lnTo>
                              <a:pt x="18572" y="10244"/>
                            </a:lnTo>
                            <a:lnTo>
                              <a:pt x="21600" y="5318"/>
                            </a:lnTo>
                            <a:lnTo>
                              <a:pt x="19816" y="0"/>
                            </a:lnTo>
                            <a:lnTo>
                              <a:pt x="11311" y="1188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6" name="îŝḻïďê"/>
                      <p:cNvSpPr/>
                      <p:nvPr/>
                    </p:nvSpPr>
                    <p:spPr>
                      <a:xfrm>
                        <a:off x="2123371" y="1927258"/>
                        <a:ext cx="43087" cy="5030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701" y="0"/>
                            </a:moveTo>
                            <a:lnTo>
                              <a:pt x="2286" y="8809"/>
                            </a:lnTo>
                            <a:lnTo>
                              <a:pt x="0" y="21600"/>
                            </a:lnTo>
                            <a:lnTo>
                              <a:pt x="15560" y="16644"/>
                            </a:lnTo>
                            <a:lnTo>
                              <a:pt x="21600" y="3209"/>
                            </a:lnTo>
                            <a:lnTo>
                              <a:pt x="9701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7" name="isľïḓé"/>
                      <p:cNvSpPr/>
                      <p:nvPr/>
                    </p:nvSpPr>
                    <p:spPr>
                      <a:xfrm>
                        <a:off x="4234346" y="671190"/>
                        <a:ext cx="35418" cy="4857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7459" y="0"/>
                            </a:moveTo>
                            <a:lnTo>
                              <a:pt x="0" y="7565"/>
                            </a:lnTo>
                            <a:lnTo>
                              <a:pt x="9131" y="21600"/>
                            </a:lnTo>
                            <a:lnTo>
                              <a:pt x="21600" y="15555"/>
                            </a:lnTo>
                            <a:lnTo>
                              <a:pt x="17459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8" name="î$ļídé"/>
                      <p:cNvSpPr/>
                      <p:nvPr/>
                    </p:nvSpPr>
                    <p:spPr>
                      <a:xfrm>
                        <a:off x="4190360" y="737340"/>
                        <a:ext cx="40834" cy="3832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589" y="0"/>
                            </a:moveTo>
                            <a:lnTo>
                              <a:pt x="0" y="7324"/>
                            </a:lnTo>
                            <a:lnTo>
                              <a:pt x="11835" y="21600"/>
                            </a:lnTo>
                            <a:lnTo>
                              <a:pt x="21600" y="7437"/>
                            </a:lnTo>
                            <a:lnTo>
                              <a:pt x="9589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79" name="iśḻiḑe"/>
                      <p:cNvSpPr/>
                      <p:nvPr/>
                    </p:nvSpPr>
                    <p:spPr>
                      <a:xfrm>
                        <a:off x="4610555" y="2843631"/>
                        <a:ext cx="84940" cy="688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2863" y="1314"/>
                            </a:moveTo>
                            <a:lnTo>
                              <a:pt x="3082" y="0"/>
                            </a:lnTo>
                            <a:lnTo>
                              <a:pt x="0" y="13744"/>
                            </a:lnTo>
                            <a:lnTo>
                              <a:pt x="4388" y="21412"/>
                            </a:lnTo>
                            <a:lnTo>
                              <a:pt x="16385" y="21600"/>
                            </a:lnTo>
                            <a:lnTo>
                              <a:pt x="21600" y="6584"/>
                            </a:lnTo>
                            <a:lnTo>
                              <a:pt x="12863" y="1314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0" name="íṥḷîḑê"/>
                      <p:cNvSpPr/>
                      <p:nvPr/>
                    </p:nvSpPr>
                    <p:spPr>
                      <a:xfrm>
                        <a:off x="4753937" y="2851496"/>
                        <a:ext cx="53883" cy="9241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691" y="0"/>
                            </a:moveTo>
                            <a:lnTo>
                              <a:pt x="0" y="3197"/>
                            </a:lnTo>
                            <a:lnTo>
                              <a:pt x="349" y="9792"/>
                            </a:lnTo>
                            <a:lnTo>
                              <a:pt x="3031" y="18244"/>
                            </a:lnTo>
                            <a:lnTo>
                              <a:pt x="15055" y="21600"/>
                            </a:lnTo>
                            <a:lnTo>
                              <a:pt x="21600" y="13149"/>
                            </a:lnTo>
                            <a:lnTo>
                              <a:pt x="17522" y="4680"/>
                            </a:lnTo>
                            <a:lnTo>
                              <a:pt x="10691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1" name="ïšḻíḋè"/>
                      <p:cNvSpPr/>
                      <p:nvPr/>
                    </p:nvSpPr>
                    <p:spPr>
                      <a:xfrm>
                        <a:off x="4798381" y="3030377"/>
                        <a:ext cx="36369" cy="6015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036" y="0"/>
                            </a:moveTo>
                            <a:lnTo>
                              <a:pt x="0" y="11875"/>
                            </a:lnTo>
                            <a:lnTo>
                              <a:pt x="4136" y="21600"/>
                            </a:lnTo>
                            <a:lnTo>
                              <a:pt x="17945" y="19175"/>
                            </a:lnTo>
                            <a:lnTo>
                              <a:pt x="21600" y="1742"/>
                            </a:lnTo>
                            <a:lnTo>
                              <a:pt x="9036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2" name="ïsliďè"/>
                      <p:cNvSpPr/>
                      <p:nvPr/>
                    </p:nvSpPr>
                    <p:spPr>
                      <a:xfrm>
                        <a:off x="5198113" y="2851239"/>
                        <a:ext cx="41036" cy="6743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1910" y="0"/>
                            </a:moveTo>
                            <a:lnTo>
                              <a:pt x="880" y="2109"/>
                            </a:lnTo>
                            <a:lnTo>
                              <a:pt x="0" y="13088"/>
                            </a:lnTo>
                            <a:lnTo>
                              <a:pt x="7921" y="21600"/>
                            </a:lnTo>
                            <a:lnTo>
                              <a:pt x="21600" y="7612"/>
                            </a:lnTo>
                            <a:lnTo>
                              <a:pt x="1191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3" name="isľïďe"/>
                      <p:cNvSpPr/>
                      <p:nvPr/>
                    </p:nvSpPr>
                    <p:spPr>
                      <a:xfrm>
                        <a:off x="5234657" y="2749387"/>
                        <a:ext cx="41186" cy="4570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3498" y="0"/>
                            </a:moveTo>
                            <a:lnTo>
                              <a:pt x="0" y="9289"/>
                            </a:lnTo>
                            <a:lnTo>
                              <a:pt x="7613" y="17722"/>
                            </a:lnTo>
                            <a:lnTo>
                              <a:pt x="19807" y="21600"/>
                            </a:lnTo>
                            <a:lnTo>
                              <a:pt x="21600" y="4514"/>
                            </a:lnTo>
                            <a:lnTo>
                              <a:pt x="3498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4" name="íṡḷiḋê"/>
                      <p:cNvSpPr/>
                      <p:nvPr/>
                    </p:nvSpPr>
                    <p:spPr>
                      <a:xfrm>
                        <a:off x="4988943" y="5593945"/>
                        <a:ext cx="743838" cy="23275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0258" extrusionOk="0">
                            <a:moveTo>
                              <a:pt x="0" y="14220"/>
                            </a:moveTo>
                            <a:lnTo>
                              <a:pt x="613" y="10143"/>
                            </a:lnTo>
                            <a:lnTo>
                              <a:pt x="2247" y="6258"/>
                            </a:lnTo>
                            <a:lnTo>
                              <a:pt x="3538" y="5398"/>
                            </a:lnTo>
                            <a:lnTo>
                              <a:pt x="5022" y="3450"/>
                            </a:lnTo>
                            <a:lnTo>
                              <a:pt x="6054" y="2255"/>
                            </a:lnTo>
                            <a:lnTo>
                              <a:pt x="7558" y="1542"/>
                            </a:lnTo>
                            <a:lnTo>
                              <a:pt x="9385" y="0"/>
                            </a:lnTo>
                            <a:cubicBezTo>
                              <a:pt x="9830" y="32"/>
                              <a:pt x="10273" y="131"/>
                              <a:pt x="10715" y="295"/>
                            </a:cubicBezTo>
                            <a:cubicBezTo>
                              <a:pt x="11331" y="526"/>
                              <a:pt x="11942" y="884"/>
                              <a:pt x="12542" y="1369"/>
                            </a:cubicBezTo>
                            <a:lnTo>
                              <a:pt x="14366" y="1488"/>
                            </a:lnTo>
                            <a:lnTo>
                              <a:pt x="15018" y="2024"/>
                            </a:lnTo>
                            <a:cubicBezTo>
                              <a:pt x="15400" y="3033"/>
                              <a:pt x="15828" y="3875"/>
                              <a:pt x="16289" y="4524"/>
                            </a:cubicBezTo>
                            <a:cubicBezTo>
                              <a:pt x="16814" y="5262"/>
                              <a:pt x="17376" y="5742"/>
                              <a:pt x="17952" y="5944"/>
                            </a:cubicBezTo>
                            <a:lnTo>
                              <a:pt x="19084" y="6301"/>
                            </a:lnTo>
                            <a:lnTo>
                              <a:pt x="20389" y="7015"/>
                            </a:lnTo>
                            <a:lnTo>
                              <a:pt x="21600" y="8741"/>
                            </a:lnTo>
                            <a:lnTo>
                              <a:pt x="21441" y="11114"/>
                            </a:lnTo>
                            <a:lnTo>
                              <a:pt x="20766" y="12178"/>
                            </a:lnTo>
                            <a:lnTo>
                              <a:pt x="19161" y="13896"/>
                            </a:lnTo>
                            <a:lnTo>
                              <a:pt x="18031" y="15146"/>
                            </a:lnTo>
                            <a:cubicBezTo>
                              <a:pt x="17549" y="14608"/>
                              <a:pt x="17009" y="14808"/>
                              <a:pt x="16584" y="15681"/>
                            </a:cubicBezTo>
                            <a:cubicBezTo>
                              <a:pt x="16194" y="16484"/>
                              <a:pt x="15934" y="17809"/>
                              <a:pt x="15492" y="18345"/>
                            </a:cubicBezTo>
                            <a:cubicBezTo>
                              <a:pt x="15117" y="18799"/>
                              <a:pt x="14689" y="18593"/>
                              <a:pt x="14381" y="17809"/>
                            </a:cubicBezTo>
                            <a:lnTo>
                              <a:pt x="15053" y="13666"/>
                            </a:lnTo>
                            <a:lnTo>
                              <a:pt x="13847" y="14915"/>
                            </a:lnTo>
                            <a:cubicBezTo>
                              <a:pt x="13591" y="14965"/>
                              <a:pt x="13334" y="14965"/>
                              <a:pt x="13078" y="14915"/>
                            </a:cubicBezTo>
                            <a:cubicBezTo>
                              <a:pt x="12502" y="14804"/>
                              <a:pt x="11934" y="14443"/>
                              <a:pt x="11393" y="13844"/>
                            </a:cubicBezTo>
                            <a:lnTo>
                              <a:pt x="11097" y="11716"/>
                            </a:lnTo>
                            <a:lnTo>
                              <a:pt x="12539" y="11478"/>
                            </a:lnTo>
                            <a:lnTo>
                              <a:pt x="13155" y="9455"/>
                            </a:lnTo>
                            <a:lnTo>
                              <a:pt x="11789" y="9455"/>
                            </a:lnTo>
                            <a:lnTo>
                              <a:pt x="10226" y="11173"/>
                            </a:lnTo>
                            <a:lnTo>
                              <a:pt x="8997" y="10638"/>
                            </a:lnTo>
                            <a:lnTo>
                              <a:pt x="8109" y="9931"/>
                            </a:lnTo>
                            <a:lnTo>
                              <a:pt x="7039" y="9931"/>
                            </a:lnTo>
                            <a:lnTo>
                              <a:pt x="5391" y="9574"/>
                            </a:lnTo>
                            <a:cubicBezTo>
                              <a:pt x="5206" y="9574"/>
                              <a:pt x="5021" y="9574"/>
                              <a:pt x="4835" y="9574"/>
                            </a:cubicBezTo>
                            <a:cubicBezTo>
                              <a:pt x="4650" y="9574"/>
                              <a:pt x="4465" y="9574"/>
                              <a:pt x="4280" y="9574"/>
                            </a:cubicBezTo>
                            <a:lnTo>
                              <a:pt x="3270" y="12133"/>
                            </a:lnTo>
                            <a:lnTo>
                              <a:pt x="5669" y="11821"/>
                            </a:lnTo>
                            <a:lnTo>
                              <a:pt x="7258" y="14246"/>
                            </a:lnTo>
                            <a:lnTo>
                              <a:pt x="6069" y="15793"/>
                            </a:lnTo>
                            <a:lnTo>
                              <a:pt x="5237" y="16976"/>
                            </a:lnTo>
                            <a:cubicBezTo>
                              <a:pt x="5476" y="20061"/>
                              <a:pt x="4041" y="21600"/>
                              <a:pt x="3572" y="18761"/>
                            </a:cubicBezTo>
                            <a:cubicBezTo>
                              <a:pt x="3449" y="18015"/>
                              <a:pt x="3506" y="17140"/>
                              <a:pt x="3453" y="16328"/>
                            </a:cubicBezTo>
                            <a:cubicBezTo>
                              <a:pt x="3385" y="15280"/>
                              <a:pt x="3140" y="14398"/>
                              <a:pt x="2798" y="14127"/>
                            </a:cubicBezTo>
                            <a:cubicBezTo>
                              <a:pt x="2476" y="13872"/>
                              <a:pt x="2134" y="14221"/>
                              <a:pt x="1932" y="15012"/>
                            </a:cubicBezTo>
                            <a:lnTo>
                              <a:pt x="1279" y="15719"/>
                            </a:lnTo>
                            <a:lnTo>
                              <a:pt x="108" y="16433"/>
                            </a:lnTo>
                            <a:lnTo>
                              <a:pt x="0" y="1422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5" name="iṣ1îḍè"/>
                      <p:cNvSpPr/>
                      <p:nvPr/>
                    </p:nvSpPr>
                    <p:spPr>
                      <a:xfrm>
                        <a:off x="5460781" y="5851724"/>
                        <a:ext cx="177716" cy="7855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450" h="21213" extrusionOk="0">
                            <a:moveTo>
                              <a:pt x="9324" y="5830"/>
                            </a:moveTo>
                            <a:lnTo>
                              <a:pt x="4847" y="6015"/>
                            </a:lnTo>
                            <a:lnTo>
                              <a:pt x="0" y="9579"/>
                            </a:lnTo>
                            <a:lnTo>
                              <a:pt x="5079" y="21213"/>
                            </a:lnTo>
                            <a:lnTo>
                              <a:pt x="12286" y="21213"/>
                            </a:lnTo>
                            <a:lnTo>
                              <a:pt x="15990" y="15119"/>
                            </a:lnTo>
                            <a:lnTo>
                              <a:pt x="21426" y="10133"/>
                            </a:lnTo>
                            <a:cubicBezTo>
                              <a:pt x="21600" y="6572"/>
                              <a:pt x="20830" y="3110"/>
                              <a:pt x="19456" y="1272"/>
                            </a:cubicBezTo>
                            <a:cubicBezTo>
                              <a:pt x="18408" y="-129"/>
                              <a:pt x="17133" y="-387"/>
                              <a:pt x="15990" y="571"/>
                            </a:cubicBezTo>
                            <a:lnTo>
                              <a:pt x="9324" y="583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6" name="iṥļîdê"/>
                      <p:cNvSpPr/>
                      <p:nvPr/>
                    </p:nvSpPr>
                    <p:spPr>
                      <a:xfrm>
                        <a:off x="5320859" y="5814497"/>
                        <a:ext cx="64575" cy="3897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636" y="668"/>
                            </a:moveTo>
                            <a:lnTo>
                              <a:pt x="0" y="6733"/>
                            </a:lnTo>
                            <a:lnTo>
                              <a:pt x="107" y="21600"/>
                            </a:lnTo>
                            <a:lnTo>
                              <a:pt x="16082" y="14778"/>
                            </a:lnTo>
                            <a:lnTo>
                              <a:pt x="21600" y="0"/>
                            </a:lnTo>
                            <a:lnTo>
                              <a:pt x="10636" y="668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7" name="î$ḻiḑê"/>
                      <p:cNvSpPr/>
                      <p:nvPr/>
                    </p:nvSpPr>
                    <p:spPr>
                      <a:xfrm>
                        <a:off x="5226488" y="5850585"/>
                        <a:ext cx="56116" cy="4374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390" y="0"/>
                            </a:moveTo>
                            <a:lnTo>
                              <a:pt x="0" y="9116"/>
                            </a:lnTo>
                            <a:lnTo>
                              <a:pt x="4193" y="21600"/>
                            </a:lnTo>
                            <a:lnTo>
                              <a:pt x="16108" y="16535"/>
                            </a:lnTo>
                            <a:lnTo>
                              <a:pt x="21600" y="3705"/>
                            </a:lnTo>
                            <a:lnTo>
                              <a:pt x="8390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8" name="ísľîďè"/>
                      <p:cNvSpPr/>
                      <p:nvPr/>
                    </p:nvSpPr>
                    <p:spPr>
                      <a:xfrm>
                        <a:off x="5351389" y="5301378"/>
                        <a:ext cx="317624" cy="24839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432" h="21600" extrusionOk="0">
                            <a:moveTo>
                              <a:pt x="2011" y="2763"/>
                            </a:moveTo>
                            <a:lnTo>
                              <a:pt x="4225" y="2050"/>
                            </a:lnTo>
                            <a:lnTo>
                              <a:pt x="4801" y="0"/>
                            </a:lnTo>
                            <a:lnTo>
                              <a:pt x="6317" y="125"/>
                            </a:lnTo>
                            <a:lnTo>
                              <a:pt x="8486" y="894"/>
                            </a:lnTo>
                            <a:lnTo>
                              <a:pt x="10100" y="2559"/>
                            </a:lnTo>
                            <a:lnTo>
                              <a:pt x="8722" y="6602"/>
                            </a:lnTo>
                            <a:lnTo>
                              <a:pt x="11161" y="8200"/>
                            </a:lnTo>
                            <a:lnTo>
                              <a:pt x="13007" y="8319"/>
                            </a:lnTo>
                            <a:lnTo>
                              <a:pt x="13745" y="10578"/>
                            </a:lnTo>
                            <a:lnTo>
                              <a:pt x="15077" y="11225"/>
                            </a:lnTo>
                            <a:lnTo>
                              <a:pt x="17845" y="12109"/>
                            </a:lnTo>
                            <a:lnTo>
                              <a:pt x="18814" y="14361"/>
                            </a:lnTo>
                            <a:lnTo>
                              <a:pt x="20924" y="15179"/>
                            </a:lnTo>
                            <a:lnTo>
                              <a:pt x="20094" y="17141"/>
                            </a:lnTo>
                            <a:lnTo>
                              <a:pt x="21063" y="18984"/>
                            </a:lnTo>
                            <a:lnTo>
                              <a:pt x="21432" y="21481"/>
                            </a:lnTo>
                            <a:lnTo>
                              <a:pt x="19691" y="21600"/>
                            </a:lnTo>
                            <a:lnTo>
                              <a:pt x="16507" y="19638"/>
                            </a:lnTo>
                            <a:lnTo>
                              <a:pt x="14345" y="20174"/>
                            </a:lnTo>
                            <a:lnTo>
                              <a:pt x="12228" y="16190"/>
                            </a:lnTo>
                            <a:lnTo>
                              <a:pt x="15504" y="15714"/>
                            </a:lnTo>
                            <a:lnTo>
                              <a:pt x="18272" y="17081"/>
                            </a:lnTo>
                            <a:lnTo>
                              <a:pt x="16427" y="13878"/>
                            </a:lnTo>
                            <a:lnTo>
                              <a:pt x="14212" y="12986"/>
                            </a:lnTo>
                            <a:lnTo>
                              <a:pt x="12389" y="13150"/>
                            </a:lnTo>
                            <a:lnTo>
                              <a:pt x="10313" y="11077"/>
                            </a:lnTo>
                            <a:lnTo>
                              <a:pt x="8618" y="8468"/>
                            </a:lnTo>
                            <a:lnTo>
                              <a:pt x="7107" y="8118"/>
                            </a:lnTo>
                            <a:lnTo>
                              <a:pt x="6143" y="6878"/>
                            </a:lnTo>
                            <a:lnTo>
                              <a:pt x="5867" y="5153"/>
                            </a:lnTo>
                            <a:lnTo>
                              <a:pt x="3796" y="6045"/>
                            </a:lnTo>
                            <a:lnTo>
                              <a:pt x="1818" y="6937"/>
                            </a:lnTo>
                            <a:cubicBezTo>
                              <a:pt x="1194" y="7473"/>
                              <a:pt x="346" y="7126"/>
                              <a:pt x="77" y="6223"/>
                            </a:cubicBezTo>
                            <a:cubicBezTo>
                              <a:pt x="-168" y="5402"/>
                              <a:pt x="194" y="4488"/>
                              <a:pt x="854" y="4261"/>
                            </a:cubicBezTo>
                            <a:lnTo>
                              <a:pt x="2011" y="2763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89" name="îṩḷïde"/>
                      <p:cNvSpPr/>
                      <p:nvPr/>
                    </p:nvSpPr>
                    <p:spPr>
                      <a:xfrm>
                        <a:off x="5404535" y="5401105"/>
                        <a:ext cx="82146" cy="1489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7232" y="0"/>
                            </a:moveTo>
                            <a:lnTo>
                              <a:pt x="6579" y="4363"/>
                            </a:lnTo>
                            <a:lnTo>
                              <a:pt x="409" y="9021"/>
                            </a:lnTo>
                            <a:lnTo>
                              <a:pt x="0" y="12293"/>
                            </a:lnTo>
                            <a:lnTo>
                              <a:pt x="4904" y="15849"/>
                            </a:lnTo>
                            <a:lnTo>
                              <a:pt x="12094" y="19320"/>
                            </a:lnTo>
                            <a:lnTo>
                              <a:pt x="17646" y="21600"/>
                            </a:lnTo>
                            <a:lnTo>
                              <a:pt x="21600" y="18031"/>
                            </a:lnTo>
                            <a:lnTo>
                              <a:pt x="21600" y="12392"/>
                            </a:lnTo>
                            <a:lnTo>
                              <a:pt x="18545" y="9529"/>
                            </a:lnTo>
                            <a:lnTo>
                              <a:pt x="15016" y="6393"/>
                            </a:lnTo>
                            <a:lnTo>
                              <a:pt x="14499" y="3531"/>
                            </a:lnTo>
                            <a:lnTo>
                              <a:pt x="7232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0" name="iṧļiḋé"/>
                      <p:cNvSpPr/>
                      <p:nvPr/>
                    </p:nvSpPr>
                    <p:spPr>
                      <a:xfrm>
                        <a:off x="5686924" y="5497159"/>
                        <a:ext cx="56079" cy="9372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0973" h="21211" extrusionOk="0">
                            <a:moveTo>
                              <a:pt x="11293" y="0"/>
                            </a:moveTo>
                            <a:lnTo>
                              <a:pt x="6627" y="5552"/>
                            </a:lnTo>
                            <a:lnTo>
                              <a:pt x="112" y="8400"/>
                            </a:lnTo>
                            <a:lnTo>
                              <a:pt x="0" y="15188"/>
                            </a:lnTo>
                            <a:lnTo>
                              <a:pt x="4724" y="20914"/>
                            </a:lnTo>
                            <a:cubicBezTo>
                              <a:pt x="8686" y="21600"/>
                              <a:pt x="12952" y="21081"/>
                              <a:pt x="16167" y="19521"/>
                            </a:cubicBezTo>
                            <a:cubicBezTo>
                              <a:pt x="19834" y="17742"/>
                              <a:pt x="21600" y="14892"/>
                              <a:pt x="20771" y="12093"/>
                            </a:cubicBezTo>
                            <a:lnTo>
                              <a:pt x="18469" y="3584"/>
                            </a:lnTo>
                            <a:lnTo>
                              <a:pt x="11293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1" name="ísḷïďè"/>
                      <p:cNvSpPr/>
                      <p:nvPr/>
                    </p:nvSpPr>
                    <p:spPr>
                      <a:xfrm>
                        <a:off x="5806327" y="5532384"/>
                        <a:ext cx="116920" cy="583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0516" h="20408" extrusionOk="0">
                            <a:moveTo>
                              <a:pt x="4937" y="0"/>
                            </a:moveTo>
                            <a:lnTo>
                              <a:pt x="649" y="3882"/>
                            </a:lnTo>
                            <a:lnTo>
                              <a:pt x="0" y="17047"/>
                            </a:lnTo>
                            <a:lnTo>
                              <a:pt x="5619" y="16300"/>
                            </a:lnTo>
                            <a:lnTo>
                              <a:pt x="11978" y="14148"/>
                            </a:lnTo>
                            <a:cubicBezTo>
                              <a:pt x="12597" y="18932"/>
                              <a:pt x="15156" y="21600"/>
                              <a:pt x="17481" y="19887"/>
                            </a:cubicBezTo>
                            <a:cubicBezTo>
                              <a:pt x="21175" y="17165"/>
                              <a:pt x="21600" y="7095"/>
                              <a:pt x="18187" y="3182"/>
                            </a:cubicBezTo>
                            <a:lnTo>
                              <a:pt x="13868" y="313"/>
                            </a:lnTo>
                            <a:lnTo>
                              <a:pt x="4937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2" name="îṩ1íḋé"/>
                      <p:cNvSpPr/>
                      <p:nvPr/>
                    </p:nvSpPr>
                    <p:spPr>
                      <a:xfrm>
                        <a:off x="5725972" y="5590926"/>
                        <a:ext cx="71504" cy="6131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456" extrusionOk="0">
                            <a:moveTo>
                              <a:pt x="12529" y="0"/>
                            </a:moveTo>
                            <a:lnTo>
                              <a:pt x="9020" y="6402"/>
                            </a:lnTo>
                            <a:lnTo>
                              <a:pt x="0" y="10890"/>
                            </a:lnTo>
                            <a:lnTo>
                              <a:pt x="1726" y="19983"/>
                            </a:lnTo>
                            <a:cubicBezTo>
                              <a:pt x="4112" y="21109"/>
                              <a:pt x="6687" y="21600"/>
                              <a:pt x="9259" y="21419"/>
                            </a:cubicBezTo>
                            <a:cubicBezTo>
                              <a:pt x="14047" y="21082"/>
                              <a:pt x="18507" y="18488"/>
                              <a:pt x="21600" y="14240"/>
                            </a:cubicBezTo>
                            <a:lnTo>
                              <a:pt x="12529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3" name="i$ḷïḑe"/>
                      <p:cNvSpPr/>
                      <p:nvPr/>
                    </p:nvSpPr>
                    <p:spPr>
                      <a:xfrm>
                        <a:off x="5582425" y="5573150"/>
                        <a:ext cx="36293" cy="500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0532" y="0"/>
                            </a:moveTo>
                            <a:lnTo>
                              <a:pt x="0" y="8076"/>
                            </a:lnTo>
                            <a:lnTo>
                              <a:pt x="7701" y="21600"/>
                            </a:lnTo>
                            <a:lnTo>
                              <a:pt x="21600" y="12165"/>
                            </a:lnTo>
                            <a:lnTo>
                              <a:pt x="10532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4" name="íṥļîďê"/>
                      <p:cNvSpPr/>
                      <p:nvPr/>
                    </p:nvSpPr>
                    <p:spPr>
                      <a:xfrm>
                        <a:off x="5716593" y="5613963"/>
                        <a:ext cx="403114" cy="23800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442" h="21600" extrusionOk="0">
                            <a:moveTo>
                              <a:pt x="10688" y="2269"/>
                            </a:moveTo>
                            <a:lnTo>
                              <a:pt x="8365" y="5138"/>
                            </a:lnTo>
                            <a:lnTo>
                              <a:pt x="6581" y="4846"/>
                            </a:lnTo>
                            <a:lnTo>
                              <a:pt x="5179" y="5025"/>
                            </a:lnTo>
                            <a:lnTo>
                              <a:pt x="3513" y="7003"/>
                            </a:lnTo>
                            <a:lnTo>
                              <a:pt x="2812" y="9539"/>
                            </a:lnTo>
                            <a:lnTo>
                              <a:pt x="3993" y="10283"/>
                            </a:lnTo>
                            <a:lnTo>
                              <a:pt x="4866" y="12828"/>
                            </a:lnTo>
                            <a:lnTo>
                              <a:pt x="3561" y="14674"/>
                            </a:lnTo>
                            <a:lnTo>
                              <a:pt x="3379" y="16597"/>
                            </a:lnTo>
                            <a:lnTo>
                              <a:pt x="907" y="17342"/>
                            </a:lnTo>
                            <a:lnTo>
                              <a:pt x="0" y="20483"/>
                            </a:lnTo>
                            <a:lnTo>
                              <a:pt x="1965" y="21600"/>
                            </a:lnTo>
                            <a:cubicBezTo>
                              <a:pt x="2527" y="21022"/>
                              <a:pt x="3095" y="20464"/>
                              <a:pt x="3670" y="19925"/>
                            </a:cubicBezTo>
                            <a:cubicBezTo>
                              <a:pt x="4635" y="19021"/>
                              <a:pt x="5617" y="18172"/>
                              <a:pt x="6616" y="17381"/>
                            </a:cubicBezTo>
                            <a:cubicBezTo>
                              <a:pt x="6992" y="15657"/>
                              <a:pt x="8163" y="14875"/>
                              <a:pt x="9125" y="15705"/>
                            </a:cubicBezTo>
                            <a:cubicBezTo>
                              <a:pt x="9895" y="16371"/>
                              <a:pt x="10265" y="17898"/>
                              <a:pt x="9993" y="19297"/>
                            </a:cubicBezTo>
                            <a:lnTo>
                              <a:pt x="11916" y="15876"/>
                            </a:lnTo>
                            <a:cubicBezTo>
                              <a:pt x="11807" y="14699"/>
                              <a:pt x="12006" y="13499"/>
                              <a:pt x="12461" y="12595"/>
                            </a:cubicBezTo>
                            <a:cubicBezTo>
                              <a:pt x="13240" y="11050"/>
                              <a:pt x="14550" y="10660"/>
                              <a:pt x="15589" y="11665"/>
                            </a:cubicBezTo>
                            <a:lnTo>
                              <a:pt x="18025" y="8500"/>
                            </a:lnTo>
                            <a:cubicBezTo>
                              <a:pt x="18812" y="9933"/>
                              <a:pt x="20144" y="9933"/>
                              <a:pt x="20930" y="8500"/>
                            </a:cubicBezTo>
                            <a:cubicBezTo>
                              <a:pt x="21483" y="7493"/>
                              <a:pt x="21600" y="5997"/>
                              <a:pt x="21221" y="4778"/>
                            </a:cubicBezTo>
                            <a:lnTo>
                              <a:pt x="16857" y="0"/>
                            </a:lnTo>
                            <a:cubicBezTo>
                              <a:pt x="16003" y="558"/>
                              <a:pt x="15155" y="1138"/>
                              <a:pt x="14311" y="1740"/>
                            </a:cubicBezTo>
                            <a:cubicBezTo>
                              <a:pt x="13470" y="2341"/>
                              <a:pt x="12633" y="2964"/>
                              <a:pt x="11802" y="3609"/>
                            </a:cubicBezTo>
                            <a:lnTo>
                              <a:pt x="10688" y="2269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5" name="îṩľíḑè"/>
                      <p:cNvSpPr/>
                      <p:nvPr/>
                    </p:nvSpPr>
                    <p:spPr>
                      <a:xfrm>
                        <a:off x="6151374" y="5634611"/>
                        <a:ext cx="96397" cy="6234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13916" y="0"/>
                            </a:moveTo>
                            <a:lnTo>
                              <a:pt x="7327" y="1214"/>
                            </a:lnTo>
                            <a:lnTo>
                              <a:pt x="0" y="10763"/>
                            </a:lnTo>
                            <a:lnTo>
                              <a:pt x="5173" y="21600"/>
                            </a:lnTo>
                            <a:lnTo>
                              <a:pt x="16698" y="11889"/>
                            </a:lnTo>
                            <a:lnTo>
                              <a:pt x="21600" y="6440"/>
                            </a:lnTo>
                            <a:lnTo>
                              <a:pt x="13916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6" name="iŝ1íḓé"/>
                      <p:cNvSpPr/>
                      <p:nvPr/>
                    </p:nvSpPr>
                    <p:spPr>
                      <a:xfrm>
                        <a:off x="4528164" y="7085119"/>
                        <a:ext cx="187193" cy="10387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0918" h="21600" extrusionOk="0">
                            <a:moveTo>
                              <a:pt x="9444" y="0"/>
                            </a:moveTo>
                            <a:cubicBezTo>
                              <a:pt x="8750" y="158"/>
                              <a:pt x="8056" y="316"/>
                              <a:pt x="7362" y="474"/>
                            </a:cubicBezTo>
                            <a:cubicBezTo>
                              <a:pt x="6669" y="632"/>
                              <a:pt x="5975" y="790"/>
                              <a:pt x="5281" y="948"/>
                            </a:cubicBezTo>
                            <a:lnTo>
                              <a:pt x="0" y="7666"/>
                            </a:lnTo>
                            <a:lnTo>
                              <a:pt x="1291" y="12904"/>
                            </a:lnTo>
                            <a:lnTo>
                              <a:pt x="730" y="18969"/>
                            </a:lnTo>
                            <a:lnTo>
                              <a:pt x="4168" y="21600"/>
                            </a:lnTo>
                            <a:lnTo>
                              <a:pt x="6919" y="17642"/>
                            </a:lnTo>
                            <a:lnTo>
                              <a:pt x="11708" y="14231"/>
                            </a:lnTo>
                            <a:lnTo>
                              <a:pt x="14649" y="18187"/>
                            </a:lnTo>
                            <a:cubicBezTo>
                              <a:pt x="15852" y="19903"/>
                              <a:pt x="17488" y="20126"/>
                              <a:pt x="18814" y="18756"/>
                            </a:cubicBezTo>
                            <a:cubicBezTo>
                              <a:pt x="21018" y="16477"/>
                              <a:pt x="21600" y="11064"/>
                              <a:pt x="20036" y="7382"/>
                            </a:cubicBezTo>
                            <a:lnTo>
                              <a:pt x="10281" y="7951"/>
                            </a:lnTo>
                            <a:lnTo>
                              <a:pt x="9444" y="0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  <p:sp>
                    <p:nvSpPr>
                      <p:cNvPr id="97" name="iṥliďè"/>
                      <p:cNvSpPr/>
                      <p:nvPr/>
                    </p:nvSpPr>
                    <p:spPr>
                      <a:xfrm>
                        <a:off x="693491" y="4250061"/>
                        <a:ext cx="145613" cy="37224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58"/>
                            </a:moveTo>
                            <a:lnTo>
                              <a:pt x="6998" y="0"/>
                            </a:lnTo>
                            <a:lnTo>
                              <a:pt x="7417" y="2219"/>
                            </a:lnTo>
                            <a:lnTo>
                              <a:pt x="11745" y="4335"/>
                            </a:lnTo>
                            <a:lnTo>
                              <a:pt x="14449" y="6610"/>
                            </a:lnTo>
                            <a:lnTo>
                              <a:pt x="16072" y="9777"/>
                            </a:lnTo>
                            <a:lnTo>
                              <a:pt x="16207" y="11728"/>
                            </a:lnTo>
                            <a:lnTo>
                              <a:pt x="18084" y="13467"/>
                            </a:lnTo>
                            <a:lnTo>
                              <a:pt x="18084" y="15319"/>
                            </a:lnTo>
                            <a:lnTo>
                              <a:pt x="20112" y="18168"/>
                            </a:lnTo>
                            <a:lnTo>
                              <a:pt x="21600" y="20602"/>
                            </a:lnTo>
                            <a:lnTo>
                              <a:pt x="17948" y="21600"/>
                            </a:lnTo>
                            <a:lnTo>
                              <a:pt x="14905" y="18863"/>
                            </a:lnTo>
                            <a:lnTo>
                              <a:pt x="13687" y="14313"/>
                            </a:lnTo>
                            <a:cubicBezTo>
                              <a:pt x="12597" y="13444"/>
                              <a:pt x="11654" y="12547"/>
                              <a:pt x="10865" y="11629"/>
                            </a:cubicBezTo>
                            <a:cubicBezTo>
                              <a:pt x="10077" y="10711"/>
                              <a:pt x="9445" y="9775"/>
                              <a:pt x="8972" y="8825"/>
                            </a:cubicBezTo>
                            <a:lnTo>
                              <a:pt x="7501" y="6299"/>
                            </a:lnTo>
                            <a:lnTo>
                              <a:pt x="5522" y="3819"/>
                            </a:lnTo>
                            <a:lnTo>
                              <a:pt x="0" y="258"/>
                            </a:lnTo>
                            <a:close/>
                          </a:path>
                        </a:pathLst>
                      </a:custGeom>
                      <a:solidFill>
                        <a:srgbClr val="DCDEE0"/>
                      </a:solid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square" lIns="45719" tIns="45719" rIns="45719" bIns="45719" numCol="1" anchor="ctr">
                        <a:noAutofit/>
                      </a:bodyPr>
                      <a:lstStyle/>
                      <a:p>
                        <a:pPr defTabSz="457200">
                          <a:defRPr sz="8400" cap="none">
                            <a:solidFill>
                              <a:srgbClr val="070707"/>
                            </a:solidFill>
                          </a:defRPr>
                        </a:pPr>
                      </a:p>
                    </p:txBody>
                  </p:sp>
                </p:grpSp>
              </p:grpSp>
              <p:sp>
                <p:nvSpPr>
                  <p:cNvPr id="47" name="íśliḓê"/>
                  <p:cNvSpPr/>
                  <p:nvPr/>
                </p:nvSpPr>
                <p:spPr>
                  <a:xfrm>
                    <a:off x="0" y="0"/>
                    <a:ext cx="14522768" cy="14522768"/>
                  </a:xfrm>
                  <a:prstGeom prst="ellipse">
                    <a:avLst/>
                  </a:prstGeom>
                  <a:noFill/>
                  <a:ln w="25400" cap="flat">
                    <a:solidFill>
                      <a:srgbClr val="DCDEE0"/>
                    </a:solidFill>
                    <a:custDash>
                      <a:ds d="200000" sp="200000"/>
                    </a:custDash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 algn="ctr">
                      <a:defRPr sz="3200" cap="none"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  <p:sp>
                <p:nvSpPr>
                  <p:cNvPr id="48" name="íślîḑé"/>
                  <p:cNvSpPr/>
                  <p:nvPr/>
                </p:nvSpPr>
                <p:spPr>
                  <a:xfrm>
                    <a:off x="1044416" y="1044416"/>
                    <a:ext cx="12433936" cy="12433936"/>
                  </a:xfrm>
                  <a:prstGeom prst="ellipse">
                    <a:avLst/>
                  </a:prstGeom>
                  <a:noFill/>
                  <a:ln w="25400" cap="flat">
                    <a:solidFill>
                      <a:srgbClr val="A6AAA9"/>
                    </a:solidFill>
                    <a:custDash>
                      <a:ds d="200000" sp="200000"/>
                    </a:custDash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 algn="ctr">
                      <a:defRPr sz="3200" cap="none">
                        <a:solidFill>
                          <a:srgbClr val="FFFFFF"/>
                        </a:solidFill>
                      </a:defRPr>
                    </a:pPr>
                  </a:p>
                </p:txBody>
              </p:sp>
            </p:grpSp>
            <p:sp>
              <p:nvSpPr>
                <p:cNvPr id="37" name="ïṧ1îḋè"/>
                <p:cNvSpPr/>
                <p:nvPr/>
              </p:nvSpPr>
              <p:spPr>
                <a:xfrm>
                  <a:off x="4300367" y="10222532"/>
                  <a:ext cx="653614" cy="9310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21" y="0"/>
                      </a:moveTo>
                      <a:cubicBezTo>
                        <a:pt x="4975" y="0"/>
                        <a:pt x="0" y="3298"/>
                        <a:pt x="0" y="7618"/>
                      </a:cubicBezTo>
                      <a:cubicBezTo>
                        <a:pt x="0" y="13164"/>
                        <a:pt x="10821" y="21600"/>
                        <a:pt x="10821" y="21600"/>
                      </a:cubicBezTo>
                      <a:cubicBezTo>
                        <a:pt x="10821" y="21600"/>
                        <a:pt x="21600" y="13164"/>
                        <a:pt x="21600" y="7618"/>
                      </a:cubicBezTo>
                      <a:cubicBezTo>
                        <a:pt x="21600" y="3298"/>
                        <a:pt x="16666" y="0"/>
                        <a:pt x="10821" y="0"/>
                      </a:cubicBezTo>
                      <a:close/>
                      <a:moveTo>
                        <a:pt x="10821" y="10304"/>
                      </a:moveTo>
                      <a:cubicBezTo>
                        <a:pt x="8748" y="10304"/>
                        <a:pt x="7007" y="9165"/>
                        <a:pt x="7007" y="7618"/>
                      </a:cubicBezTo>
                      <a:cubicBezTo>
                        <a:pt x="7007" y="6071"/>
                        <a:pt x="8748" y="4962"/>
                        <a:pt x="10821" y="4962"/>
                      </a:cubicBezTo>
                      <a:cubicBezTo>
                        <a:pt x="12852" y="4962"/>
                        <a:pt x="14593" y="6071"/>
                        <a:pt x="14593" y="7618"/>
                      </a:cubicBezTo>
                      <a:cubicBezTo>
                        <a:pt x="14593" y="9165"/>
                        <a:pt x="12852" y="10304"/>
                        <a:pt x="10821" y="1030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8" name="ïśḻîḋé"/>
                <p:cNvSpPr/>
                <p:nvPr/>
              </p:nvSpPr>
              <p:spPr>
                <a:xfrm>
                  <a:off x="1218357" y="8586048"/>
                  <a:ext cx="486517" cy="6930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21" y="0"/>
                      </a:moveTo>
                      <a:cubicBezTo>
                        <a:pt x="4975" y="0"/>
                        <a:pt x="0" y="3298"/>
                        <a:pt x="0" y="7618"/>
                      </a:cubicBezTo>
                      <a:cubicBezTo>
                        <a:pt x="0" y="13164"/>
                        <a:pt x="10821" y="21600"/>
                        <a:pt x="10821" y="21600"/>
                      </a:cubicBezTo>
                      <a:cubicBezTo>
                        <a:pt x="10821" y="21600"/>
                        <a:pt x="21600" y="13164"/>
                        <a:pt x="21600" y="7618"/>
                      </a:cubicBezTo>
                      <a:cubicBezTo>
                        <a:pt x="21600" y="3298"/>
                        <a:pt x="16666" y="0"/>
                        <a:pt x="10821" y="0"/>
                      </a:cubicBezTo>
                      <a:close/>
                      <a:moveTo>
                        <a:pt x="10821" y="10304"/>
                      </a:moveTo>
                      <a:cubicBezTo>
                        <a:pt x="8748" y="10304"/>
                        <a:pt x="7007" y="9165"/>
                        <a:pt x="7007" y="7618"/>
                      </a:cubicBezTo>
                      <a:cubicBezTo>
                        <a:pt x="7007" y="6071"/>
                        <a:pt x="8748" y="4962"/>
                        <a:pt x="10821" y="4962"/>
                      </a:cubicBezTo>
                      <a:cubicBezTo>
                        <a:pt x="12852" y="4962"/>
                        <a:pt x="14593" y="6071"/>
                        <a:pt x="14593" y="7618"/>
                      </a:cubicBezTo>
                      <a:cubicBezTo>
                        <a:pt x="14593" y="9165"/>
                        <a:pt x="12852" y="10304"/>
                        <a:pt x="10821" y="1030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9" name="îŝľiḑe"/>
                <p:cNvSpPr/>
                <p:nvPr/>
              </p:nvSpPr>
              <p:spPr>
                <a:xfrm>
                  <a:off x="4896820" y="9490432"/>
                  <a:ext cx="486517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21" y="0"/>
                      </a:moveTo>
                      <a:cubicBezTo>
                        <a:pt x="4975" y="0"/>
                        <a:pt x="0" y="3298"/>
                        <a:pt x="0" y="7618"/>
                      </a:cubicBezTo>
                      <a:cubicBezTo>
                        <a:pt x="0" y="13164"/>
                        <a:pt x="10821" y="21600"/>
                        <a:pt x="10821" y="21600"/>
                      </a:cubicBezTo>
                      <a:cubicBezTo>
                        <a:pt x="10821" y="21600"/>
                        <a:pt x="21600" y="13164"/>
                        <a:pt x="21600" y="7618"/>
                      </a:cubicBezTo>
                      <a:cubicBezTo>
                        <a:pt x="21600" y="3298"/>
                        <a:pt x="16666" y="0"/>
                        <a:pt x="10821" y="0"/>
                      </a:cubicBezTo>
                      <a:close/>
                      <a:moveTo>
                        <a:pt x="10821" y="10304"/>
                      </a:moveTo>
                      <a:cubicBezTo>
                        <a:pt x="8748" y="10304"/>
                        <a:pt x="7007" y="9165"/>
                        <a:pt x="7007" y="7618"/>
                      </a:cubicBezTo>
                      <a:cubicBezTo>
                        <a:pt x="7007" y="6071"/>
                        <a:pt x="8748" y="4962"/>
                        <a:pt x="10821" y="4962"/>
                      </a:cubicBezTo>
                      <a:cubicBezTo>
                        <a:pt x="12852" y="4962"/>
                        <a:pt x="14593" y="6071"/>
                        <a:pt x="14593" y="7618"/>
                      </a:cubicBezTo>
                      <a:cubicBezTo>
                        <a:pt x="14593" y="9165"/>
                        <a:pt x="12852" y="10304"/>
                        <a:pt x="10821" y="103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0" name="ïśļidé"/>
                <p:cNvSpPr/>
                <p:nvPr/>
              </p:nvSpPr>
              <p:spPr>
                <a:xfrm rot="18802755">
                  <a:off x="-1525587" y="6310570"/>
                  <a:ext cx="728202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A6AAA9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1" name="îṥḷídè"/>
                <p:cNvSpPr/>
                <p:nvPr/>
              </p:nvSpPr>
              <p:spPr>
                <a:xfrm rot="1021271">
                  <a:off x="4893223" y="4646870"/>
                  <a:ext cx="728203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A6AAA9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2" name="iŝ1íḍe"/>
                <p:cNvSpPr/>
                <p:nvPr/>
              </p:nvSpPr>
              <p:spPr>
                <a:xfrm rot="5387886">
                  <a:off x="9223923" y="10526970"/>
                  <a:ext cx="728203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A6AAA9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3" name="íṥľïdé"/>
                <p:cNvSpPr/>
                <p:nvPr/>
              </p:nvSpPr>
              <p:spPr>
                <a:xfrm rot="14608625">
                  <a:off x="9630323" y="7593270"/>
                  <a:ext cx="728203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4" name="îŝḻîḑe"/>
                <p:cNvSpPr/>
                <p:nvPr/>
              </p:nvSpPr>
              <p:spPr>
                <a:xfrm rot="9921958">
                  <a:off x="1311824" y="3516570"/>
                  <a:ext cx="728202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45" name="í$ḷiḓè"/>
                <p:cNvSpPr/>
                <p:nvPr/>
              </p:nvSpPr>
              <p:spPr>
                <a:xfrm rot="5805315">
                  <a:off x="-4174576" y="9505968"/>
                  <a:ext cx="728202" cy="6930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908"/>
                      </a:moveTo>
                      <a:cubicBezTo>
                        <a:pt x="21600" y="10041"/>
                        <a:pt x="20981" y="9173"/>
                        <a:pt x="19950" y="9173"/>
                      </a:cubicBezTo>
                      <a:lnTo>
                        <a:pt x="14115" y="9173"/>
                      </a:lnTo>
                      <a:lnTo>
                        <a:pt x="8516" y="0"/>
                      </a:lnTo>
                      <a:lnTo>
                        <a:pt x="6453" y="0"/>
                      </a:lnTo>
                      <a:lnTo>
                        <a:pt x="9135" y="9173"/>
                      </a:lnTo>
                      <a:lnTo>
                        <a:pt x="3124" y="9173"/>
                      </a:lnTo>
                      <a:lnTo>
                        <a:pt x="1473" y="6756"/>
                      </a:lnTo>
                      <a:lnTo>
                        <a:pt x="0" y="6756"/>
                      </a:lnTo>
                      <a:lnTo>
                        <a:pt x="1031" y="10908"/>
                      </a:lnTo>
                      <a:lnTo>
                        <a:pt x="0" y="14844"/>
                      </a:lnTo>
                      <a:lnTo>
                        <a:pt x="1473" y="14844"/>
                      </a:lnTo>
                      <a:lnTo>
                        <a:pt x="3124" y="12644"/>
                      </a:lnTo>
                      <a:lnTo>
                        <a:pt x="9135" y="12644"/>
                      </a:lnTo>
                      <a:lnTo>
                        <a:pt x="6453" y="21600"/>
                      </a:lnTo>
                      <a:lnTo>
                        <a:pt x="8516" y="21600"/>
                      </a:lnTo>
                      <a:lnTo>
                        <a:pt x="14115" y="12644"/>
                      </a:lnTo>
                      <a:lnTo>
                        <a:pt x="19950" y="12644"/>
                      </a:lnTo>
                      <a:cubicBezTo>
                        <a:pt x="20981" y="12644"/>
                        <a:pt x="21600" y="11776"/>
                        <a:pt x="21600" y="10908"/>
                      </a:cubicBezTo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45719" rIns="45719" anchor="ctr"/>
                <a:lstStyle/>
                <a:p>
                  <a:pPr defTabSz="914400">
                    <a:defRPr sz="1800" cap="none">
                      <a:solidFill>
                        <a:srgbClr val="000000"/>
                      </a:solidFill>
                    </a:defRPr>
                  </a:pPr>
                </a:p>
              </p:txBody>
            </p:sp>
          </p:grpSp>
        </p:grpSp>
        <p:grpSp>
          <p:nvGrpSpPr>
            <p:cNvPr id="22" name="íṧļiḑè"/>
            <p:cNvGrpSpPr/>
            <p:nvPr/>
          </p:nvGrpSpPr>
          <p:grpSpPr>
            <a:xfrm>
              <a:off x="687280" y="2639453"/>
              <a:ext cx="3791329" cy="1998194"/>
              <a:chOff x="687278" y="2398652"/>
              <a:chExt cx="3524773" cy="1998194"/>
            </a:xfrm>
          </p:grpSpPr>
          <p:sp>
            <p:nvSpPr>
              <p:cNvPr id="32" name="iṧļíďé"/>
              <p:cNvSpPr/>
              <p:nvPr/>
            </p:nvSpPr>
            <p:spPr>
              <a:xfrm>
                <a:off x="687278" y="2840457"/>
                <a:ext cx="3524773" cy="15563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33" name="îṥlîḑé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  <p:grpSp>
          <p:nvGrpSpPr>
            <p:cNvPr id="23" name="íśļîďe"/>
            <p:cNvGrpSpPr/>
            <p:nvPr/>
          </p:nvGrpSpPr>
          <p:grpSpPr>
            <a:xfrm>
              <a:off x="8208339" y="1275325"/>
              <a:ext cx="3312150" cy="1198477"/>
              <a:chOff x="7686225" y="1275325"/>
              <a:chExt cx="3834264" cy="1198477"/>
            </a:xfrm>
          </p:grpSpPr>
          <p:sp>
            <p:nvSpPr>
              <p:cNvPr id="30" name="íslíḓê"/>
              <p:cNvSpPr/>
              <p:nvPr/>
            </p:nvSpPr>
            <p:spPr bwMode="auto">
              <a:xfrm>
                <a:off x="7686225" y="1666883"/>
                <a:ext cx="3834264" cy="806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31" name="îşlïḑè"/>
              <p:cNvSpPr txBox="1"/>
              <p:nvPr/>
            </p:nvSpPr>
            <p:spPr bwMode="auto">
              <a:xfrm>
                <a:off x="7686225" y="1275325"/>
                <a:ext cx="3834264" cy="3915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01.Text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iş1îḓè"/>
            <p:cNvGrpSpPr/>
            <p:nvPr/>
          </p:nvGrpSpPr>
          <p:grpSpPr>
            <a:xfrm>
              <a:off x="8208339" y="2829762"/>
              <a:ext cx="3312150" cy="1198477"/>
              <a:chOff x="7686225" y="1275325"/>
              <a:chExt cx="3834264" cy="1198477"/>
            </a:xfrm>
          </p:grpSpPr>
          <p:sp>
            <p:nvSpPr>
              <p:cNvPr id="28" name="ïSḻîdê"/>
              <p:cNvSpPr/>
              <p:nvPr/>
            </p:nvSpPr>
            <p:spPr bwMode="auto">
              <a:xfrm>
                <a:off x="7686225" y="1666883"/>
                <a:ext cx="3834264" cy="806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9" name="îSḻîḍé"/>
              <p:cNvSpPr txBox="1"/>
              <p:nvPr/>
            </p:nvSpPr>
            <p:spPr bwMode="auto">
              <a:xfrm>
                <a:off x="7686225" y="1275325"/>
                <a:ext cx="3834264" cy="39155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02.Text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" name="ïš1ïḍè"/>
            <p:cNvGrpSpPr/>
            <p:nvPr/>
          </p:nvGrpSpPr>
          <p:grpSpPr>
            <a:xfrm>
              <a:off x="8208339" y="4384198"/>
              <a:ext cx="3312150" cy="1198477"/>
              <a:chOff x="7686225" y="1275325"/>
              <a:chExt cx="3834264" cy="1198477"/>
            </a:xfrm>
          </p:grpSpPr>
          <p:sp>
            <p:nvSpPr>
              <p:cNvPr id="26" name="ísļîḋé"/>
              <p:cNvSpPr/>
              <p:nvPr/>
            </p:nvSpPr>
            <p:spPr bwMode="auto">
              <a:xfrm>
                <a:off x="7686225" y="1666883"/>
                <a:ext cx="3834264" cy="806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7" name="íS1íḋè"/>
              <p:cNvSpPr txBox="1"/>
              <p:nvPr/>
            </p:nvSpPr>
            <p:spPr bwMode="auto">
              <a:xfrm>
                <a:off x="7686225" y="1275325"/>
                <a:ext cx="3834264" cy="39155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03.Text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ab7107-17d2-4277-ad90-21e7344c8078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30300"/>
            <a:ext cx="10850564" cy="5080512"/>
            <a:chOff x="669925" y="495300"/>
            <a:chExt cx="10850564" cy="5080512"/>
          </a:xfrm>
        </p:grpSpPr>
        <p:sp>
          <p:nvSpPr>
            <p:cNvPr id="6" name="iŝḻiḑè"/>
            <p:cNvSpPr/>
            <p:nvPr/>
          </p:nvSpPr>
          <p:spPr>
            <a:xfrm>
              <a:off x="669925" y="495300"/>
              <a:ext cx="5426075" cy="2971800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571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í$ļîde"/>
            <p:cNvSpPr/>
            <p:nvPr/>
          </p:nvSpPr>
          <p:spPr>
            <a:xfrm>
              <a:off x="6096001" y="495300"/>
              <a:ext cx="5424488" cy="2971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íSḻïḓé"/>
            <p:cNvSpPr txBox="1"/>
            <p:nvPr/>
          </p:nvSpPr>
          <p:spPr>
            <a:xfrm>
              <a:off x="1568298" y="3904639"/>
              <a:ext cx="3629329" cy="1671173"/>
            </a:xfrm>
            <a:prstGeom prst="rect">
              <a:avLst/>
            </a:prstGeom>
            <a:noFill/>
          </p:spPr>
          <p:txBody>
            <a:bodyPr wrap="square" lIns="90000" tIns="46800" rIns="90000" bIns="4680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Unified fonts make reading more fluent.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Theme color makes PPT more convenient to change.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Adjust the spacing to adapt to Chinese typesetting, use the reference line in PPT.</a:t>
              </a:r>
              <a:endParaRPr lang="en-US" altLang="zh-CN" sz="1100" dirty="0"/>
            </a:p>
          </p:txBody>
        </p:sp>
        <p:sp>
          <p:nvSpPr>
            <p:cNvPr id="9" name="i$ļîďé"/>
            <p:cNvSpPr/>
            <p:nvPr/>
          </p:nvSpPr>
          <p:spPr>
            <a:xfrm>
              <a:off x="1568299" y="3466842"/>
              <a:ext cx="3629328" cy="437798"/>
            </a:xfrm>
            <a:prstGeom prst="rect">
              <a:avLst/>
            </a:prstGeom>
          </p:spPr>
          <p:txBody>
            <a:bodyPr wrap="none" lIns="90000" tIns="46800" rIns="90000" bIns="46800" anchor="b" anchorCtr="1">
              <a:normAutofit/>
            </a:bodyPr>
            <a:lstStyle/>
            <a:p>
              <a:pPr lvl="0" defTabSz="914400"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0" name="îṥḻïďé"/>
            <p:cNvSpPr txBox="1"/>
            <p:nvPr/>
          </p:nvSpPr>
          <p:spPr>
            <a:xfrm>
              <a:off x="6993581" y="3904639"/>
              <a:ext cx="3629329" cy="1671173"/>
            </a:xfrm>
            <a:prstGeom prst="rect">
              <a:avLst/>
            </a:prstGeom>
            <a:noFill/>
          </p:spPr>
          <p:txBody>
            <a:bodyPr wrap="square" lIns="90000" tIns="46800" rIns="90000" bIns="4680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Unified fonts make reading more fluent.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Theme color makes PPT more convenient to change.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Adjust the spacing to adapt to Chinese typesetting, use the reference line in PPT.</a:t>
              </a:r>
              <a:endParaRPr lang="en-US" altLang="zh-CN" sz="1100" dirty="0"/>
            </a:p>
          </p:txBody>
        </p:sp>
        <p:sp>
          <p:nvSpPr>
            <p:cNvPr id="11" name="îSlîdè"/>
            <p:cNvSpPr/>
            <p:nvPr/>
          </p:nvSpPr>
          <p:spPr>
            <a:xfrm>
              <a:off x="6993582" y="3466842"/>
              <a:ext cx="3629328" cy="437798"/>
            </a:xfrm>
            <a:prstGeom prst="rect">
              <a:avLst/>
            </a:prstGeom>
          </p:spPr>
          <p:txBody>
            <a:bodyPr wrap="none" lIns="90000" tIns="46800" rIns="90000" bIns="46800" anchor="b" anchorCtr="1">
              <a:normAutofit/>
            </a:bodyPr>
            <a:lstStyle/>
            <a:p>
              <a:pPr lvl="0" defTabSz="914400"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2" name="íšľïďé"/>
            <p:cNvSpPr/>
            <p:nvPr/>
          </p:nvSpPr>
          <p:spPr bwMode="auto">
            <a:xfrm>
              <a:off x="6684502" y="1192405"/>
              <a:ext cx="683444" cy="682174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iš1íḋê"/>
            <p:cNvSpPr txBox="1"/>
            <p:nvPr/>
          </p:nvSpPr>
          <p:spPr>
            <a:xfrm>
              <a:off x="6591000" y="1977508"/>
              <a:ext cx="1976498" cy="110799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lnSpcReduction="10000"/>
            </a:bodyPr>
            <a:lstStyle/>
            <a:p>
              <a:r>
                <a:rPr lang="en-US" altLang="zh-CN" sz="7200" dirty="0">
                  <a:solidFill>
                    <a:schemeClr val="bg1"/>
                  </a:solidFill>
                  <a:latin typeface="Impact" panose="020B0806030902050204" pitchFamily="34" charset="0"/>
                </a:rPr>
                <a:t>80</a:t>
              </a:r>
              <a:r>
                <a:rPr lang="en-US" altLang="zh-CN" sz="7200" dirty="0">
                  <a:solidFill>
                    <a:schemeClr val="bg1"/>
                  </a:solidFill>
                </a:rPr>
                <a:t>%</a:t>
              </a:r>
              <a:endParaRPr lang="en-US" altLang="zh-CN" sz="7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997e0b69-8920-4265-9cf1-6dea7c5dd26b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0800" y="1449000"/>
            <a:ext cx="10839689" cy="4306352"/>
            <a:chOff x="680800" y="1449000"/>
            <a:chExt cx="10839689" cy="4306352"/>
          </a:xfrm>
        </p:grpSpPr>
        <p:grpSp>
          <p:nvGrpSpPr>
            <p:cNvPr id="6" name="ïş1íďè"/>
            <p:cNvGrpSpPr/>
            <p:nvPr/>
          </p:nvGrpSpPr>
          <p:grpSpPr>
            <a:xfrm>
              <a:off x="3705225" y="1449000"/>
              <a:ext cx="4781550" cy="4141912"/>
              <a:chOff x="3705226" y="1449000"/>
              <a:chExt cx="4781550" cy="4141912"/>
            </a:xfrm>
          </p:grpSpPr>
          <p:sp>
            <p:nvSpPr>
              <p:cNvPr id="21" name="i$ḷîḋè"/>
              <p:cNvSpPr/>
              <p:nvPr/>
            </p:nvSpPr>
            <p:spPr bwMode="auto">
              <a:xfrm>
                <a:off x="5388208" y="1449000"/>
                <a:ext cx="1399863" cy="1216359"/>
              </a:xfrm>
              <a:custGeom>
                <a:avLst/>
                <a:gdLst>
                  <a:gd name="T0" fmla="*/ 0 w 267"/>
                  <a:gd name="T1" fmla="*/ 232 h 232"/>
                  <a:gd name="T2" fmla="*/ 135 w 267"/>
                  <a:gd name="T3" fmla="*/ 0 h 232"/>
                  <a:gd name="T4" fmla="*/ 267 w 267"/>
                  <a:gd name="T5" fmla="*/ 232 h 232"/>
                  <a:gd name="T6" fmla="*/ 0 w 267"/>
                  <a:gd name="T7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7" h="232">
                    <a:moveTo>
                      <a:pt x="0" y="232"/>
                    </a:moveTo>
                    <a:lnTo>
                      <a:pt x="135" y="0"/>
                    </a:lnTo>
                    <a:lnTo>
                      <a:pt x="267" y="232"/>
                    </a:ln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1"/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b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íSḷîďè"/>
              <p:cNvSpPr/>
              <p:nvPr/>
            </p:nvSpPr>
            <p:spPr bwMode="auto">
              <a:xfrm>
                <a:off x="4905857" y="2922265"/>
                <a:ext cx="2364562" cy="571480"/>
              </a:xfrm>
              <a:custGeom>
                <a:avLst/>
                <a:gdLst>
                  <a:gd name="T0" fmla="*/ 0 w 451"/>
                  <a:gd name="T1" fmla="*/ 109 h 109"/>
                  <a:gd name="T2" fmla="*/ 64 w 451"/>
                  <a:gd name="T3" fmla="*/ 0 h 109"/>
                  <a:gd name="T4" fmla="*/ 387 w 451"/>
                  <a:gd name="T5" fmla="*/ 0 h 109"/>
                  <a:gd name="T6" fmla="*/ 451 w 451"/>
                  <a:gd name="T7" fmla="*/ 109 h 109"/>
                  <a:gd name="T8" fmla="*/ 0 w 451"/>
                  <a:gd name="T9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1" h="109">
                    <a:moveTo>
                      <a:pt x="0" y="109"/>
                    </a:moveTo>
                    <a:lnTo>
                      <a:pt x="64" y="0"/>
                    </a:lnTo>
                    <a:lnTo>
                      <a:pt x="387" y="0"/>
                    </a:lnTo>
                    <a:lnTo>
                      <a:pt x="451" y="109"/>
                    </a:lnTo>
                    <a:lnTo>
                      <a:pt x="0" y="109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 here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ï$ľïḍe"/>
              <p:cNvSpPr/>
              <p:nvPr/>
            </p:nvSpPr>
            <p:spPr bwMode="auto">
              <a:xfrm>
                <a:off x="4433995" y="3755887"/>
                <a:ext cx="3318774" cy="566237"/>
              </a:xfrm>
              <a:custGeom>
                <a:avLst/>
                <a:gdLst>
                  <a:gd name="T0" fmla="*/ 0 w 633"/>
                  <a:gd name="T1" fmla="*/ 108 h 108"/>
                  <a:gd name="T2" fmla="*/ 62 w 633"/>
                  <a:gd name="T3" fmla="*/ 0 h 108"/>
                  <a:gd name="T4" fmla="*/ 570 w 633"/>
                  <a:gd name="T5" fmla="*/ 0 h 108"/>
                  <a:gd name="T6" fmla="*/ 633 w 633"/>
                  <a:gd name="T7" fmla="*/ 108 h 108"/>
                  <a:gd name="T8" fmla="*/ 0 w 633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3" h="108">
                    <a:moveTo>
                      <a:pt x="0" y="108"/>
                    </a:moveTo>
                    <a:lnTo>
                      <a:pt x="62" y="0"/>
                    </a:lnTo>
                    <a:lnTo>
                      <a:pt x="570" y="0"/>
                    </a:lnTo>
                    <a:lnTo>
                      <a:pt x="633" y="108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 here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îṣ1ide"/>
              <p:cNvSpPr/>
              <p:nvPr/>
            </p:nvSpPr>
            <p:spPr bwMode="auto">
              <a:xfrm>
                <a:off x="3705226" y="4584270"/>
                <a:ext cx="4781550" cy="1006642"/>
              </a:xfrm>
              <a:custGeom>
                <a:avLst/>
                <a:gdLst>
                  <a:gd name="T0" fmla="*/ 0 w 912"/>
                  <a:gd name="T1" fmla="*/ 192 h 192"/>
                  <a:gd name="T2" fmla="*/ 111 w 912"/>
                  <a:gd name="T3" fmla="*/ 0 h 192"/>
                  <a:gd name="T4" fmla="*/ 801 w 912"/>
                  <a:gd name="T5" fmla="*/ 0 h 192"/>
                  <a:gd name="T6" fmla="*/ 912 w 912"/>
                  <a:gd name="T7" fmla="*/ 192 h 192"/>
                  <a:gd name="T8" fmla="*/ 0 w 912"/>
                  <a:gd name="T9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2" h="192">
                    <a:moveTo>
                      <a:pt x="0" y="192"/>
                    </a:moveTo>
                    <a:lnTo>
                      <a:pt x="111" y="0"/>
                    </a:lnTo>
                    <a:lnTo>
                      <a:pt x="801" y="0"/>
                    </a:lnTo>
                    <a:lnTo>
                      <a:pt x="912" y="192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non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Text here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íŝ1íḑè"/>
              <p:cNvSpPr/>
              <p:nvPr/>
            </p:nvSpPr>
            <p:spPr bwMode="auto">
              <a:xfrm>
                <a:off x="5388207" y="2665358"/>
                <a:ext cx="1546665" cy="256905"/>
              </a:xfrm>
              <a:custGeom>
                <a:avLst/>
                <a:gdLst>
                  <a:gd name="T0" fmla="*/ 0 w 295"/>
                  <a:gd name="T1" fmla="*/ 0 h 49"/>
                  <a:gd name="T2" fmla="*/ 206 w 295"/>
                  <a:gd name="T3" fmla="*/ 0 h 49"/>
                  <a:gd name="T4" fmla="*/ 295 w 295"/>
                  <a:gd name="T5" fmla="*/ 49 h 49"/>
                  <a:gd name="T6" fmla="*/ 90 w 295"/>
                  <a:gd name="T7" fmla="*/ 49 h 49"/>
                  <a:gd name="T8" fmla="*/ 0 w 295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49">
                    <a:moveTo>
                      <a:pt x="0" y="0"/>
                    </a:moveTo>
                    <a:lnTo>
                      <a:pt x="206" y="0"/>
                    </a:lnTo>
                    <a:lnTo>
                      <a:pt x="295" y="49"/>
                    </a:lnTo>
                    <a:lnTo>
                      <a:pt x="90" y="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iṣ1íḍe"/>
              <p:cNvSpPr/>
              <p:nvPr/>
            </p:nvSpPr>
            <p:spPr bwMode="auto">
              <a:xfrm>
                <a:off x="4905857" y="3493742"/>
                <a:ext cx="2516606" cy="262146"/>
              </a:xfrm>
              <a:custGeom>
                <a:avLst/>
                <a:gdLst>
                  <a:gd name="T0" fmla="*/ 0 w 480"/>
                  <a:gd name="T1" fmla="*/ 0 h 50"/>
                  <a:gd name="T2" fmla="*/ 333 w 480"/>
                  <a:gd name="T3" fmla="*/ 0 h 50"/>
                  <a:gd name="T4" fmla="*/ 480 w 480"/>
                  <a:gd name="T5" fmla="*/ 50 h 50"/>
                  <a:gd name="T6" fmla="*/ 146 w 480"/>
                  <a:gd name="T7" fmla="*/ 50 h 50"/>
                  <a:gd name="T8" fmla="*/ 0 w 480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0" h="50">
                    <a:moveTo>
                      <a:pt x="0" y="0"/>
                    </a:moveTo>
                    <a:lnTo>
                      <a:pt x="333" y="0"/>
                    </a:lnTo>
                    <a:lnTo>
                      <a:pt x="480" y="50"/>
                    </a:lnTo>
                    <a:lnTo>
                      <a:pt x="146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îś1ïḍè"/>
              <p:cNvSpPr/>
              <p:nvPr/>
            </p:nvSpPr>
            <p:spPr bwMode="auto">
              <a:xfrm>
                <a:off x="4433995" y="4322125"/>
                <a:ext cx="3470818" cy="262146"/>
              </a:xfrm>
              <a:custGeom>
                <a:avLst/>
                <a:gdLst>
                  <a:gd name="T0" fmla="*/ 0 w 662"/>
                  <a:gd name="T1" fmla="*/ 0 h 50"/>
                  <a:gd name="T2" fmla="*/ 461 w 662"/>
                  <a:gd name="T3" fmla="*/ 0 h 50"/>
                  <a:gd name="T4" fmla="*/ 662 w 662"/>
                  <a:gd name="T5" fmla="*/ 50 h 50"/>
                  <a:gd name="T6" fmla="*/ 201 w 662"/>
                  <a:gd name="T7" fmla="*/ 50 h 50"/>
                  <a:gd name="T8" fmla="*/ 0 w 662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2" h="50">
                    <a:moveTo>
                      <a:pt x="0" y="0"/>
                    </a:moveTo>
                    <a:lnTo>
                      <a:pt x="461" y="0"/>
                    </a:lnTo>
                    <a:lnTo>
                      <a:pt x="662" y="50"/>
                    </a:lnTo>
                    <a:lnTo>
                      <a:pt x="201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5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7" name="íṧḻidé"/>
            <p:cNvGrpSpPr/>
            <p:nvPr/>
          </p:nvGrpSpPr>
          <p:grpSpPr>
            <a:xfrm>
              <a:off x="7086000" y="1449000"/>
              <a:ext cx="4434482" cy="1254907"/>
              <a:chOff x="7086000" y="1449000"/>
              <a:chExt cx="4434482" cy="1254907"/>
            </a:xfrm>
          </p:grpSpPr>
          <p:sp>
            <p:nvSpPr>
              <p:cNvPr id="17" name="íṣḷíde"/>
              <p:cNvSpPr txBox="1"/>
              <p:nvPr/>
            </p:nvSpPr>
            <p:spPr>
              <a:xfrm>
                <a:off x="7086000" y="1773596"/>
                <a:ext cx="951341" cy="713505"/>
              </a:xfrm>
              <a:prstGeom prst="rect">
                <a:avLst/>
              </a:prstGeom>
              <a:noFill/>
            </p:spPr>
            <p:txBody>
              <a:bodyPr wrap="none" anchor="ctr" anchorCtr="0">
                <a:prstTxWarp prst="textPlain">
                  <a:avLst/>
                </a:prstTxWarp>
                <a:normAutofit fontScale="85000" lnSpcReduction="20000"/>
              </a:bodyPr>
              <a:lstStyle/>
              <a:p>
                <a:r>
                  <a:rPr lang="en-US" sz="60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66%</a:t>
                </a:r>
                <a:endParaRPr lang="en-US" sz="6000" dirty="0">
                  <a:solidFill>
                    <a:schemeClr val="accent1"/>
                  </a:solidFill>
                  <a:latin typeface="Impact" panose="020B0806030902050204" pitchFamily="34" charset="0"/>
                </a:endParaRPr>
              </a:p>
            </p:txBody>
          </p:sp>
          <p:cxnSp>
            <p:nvCxnSpPr>
              <p:cNvPr id="18" name="直接连接符 17"/>
              <p:cNvCxnSpPr/>
              <p:nvPr/>
            </p:nvCxnSpPr>
            <p:spPr>
              <a:xfrm>
                <a:off x="8256000" y="1674000"/>
                <a:ext cx="0" cy="90000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ï$liḍê"/>
              <p:cNvSpPr txBox="1"/>
              <p:nvPr/>
            </p:nvSpPr>
            <p:spPr bwMode="auto">
              <a:xfrm>
                <a:off x="8389225" y="1449000"/>
                <a:ext cx="313125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0" name="îS1ïdé"/>
              <p:cNvSpPr/>
              <p:nvPr/>
            </p:nvSpPr>
            <p:spPr bwMode="auto">
              <a:xfrm>
                <a:off x="8389225" y="1890806"/>
                <a:ext cx="3131257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8" name="îSlîḍê"/>
            <p:cNvGrpSpPr/>
            <p:nvPr/>
          </p:nvGrpSpPr>
          <p:grpSpPr>
            <a:xfrm>
              <a:off x="680800" y="2477281"/>
              <a:ext cx="4091832" cy="1196386"/>
              <a:chOff x="666932" y="4425289"/>
              <a:chExt cx="3082945" cy="1196386"/>
            </a:xfrm>
          </p:grpSpPr>
          <p:sp>
            <p:nvSpPr>
              <p:cNvPr id="15" name="işľíḑè"/>
              <p:cNvSpPr txBox="1"/>
              <p:nvPr/>
            </p:nvSpPr>
            <p:spPr bwMode="auto">
              <a:xfrm>
                <a:off x="666932" y="4425289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6" name="íṣḷiḋe"/>
              <p:cNvSpPr/>
              <p:nvPr/>
            </p:nvSpPr>
            <p:spPr bwMode="auto">
              <a:xfrm>
                <a:off x="666932" y="4867096"/>
                <a:ext cx="3082945" cy="754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9" name="ïsľiḋè"/>
            <p:cNvGrpSpPr/>
            <p:nvPr/>
          </p:nvGrpSpPr>
          <p:grpSpPr>
            <a:xfrm>
              <a:off x="7742281" y="3494166"/>
              <a:ext cx="3778208" cy="1220011"/>
              <a:chOff x="666932" y="4425289"/>
              <a:chExt cx="3082945" cy="1220011"/>
            </a:xfrm>
          </p:grpSpPr>
          <p:sp>
            <p:nvSpPr>
              <p:cNvPr id="13" name="ïŝlîḓè"/>
              <p:cNvSpPr txBox="1"/>
              <p:nvPr/>
            </p:nvSpPr>
            <p:spPr bwMode="auto">
              <a:xfrm>
                <a:off x="666932" y="4425289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4" name="í$ḷiḍè"/>
              <p:cNvSpPr/>
              <p:nvPr/>
            </p:nvSpPr>
            <p:spPr bwMode="auto">
              <a:xfrm>
                <a:off x="666932" y="4867096"/>
                <a:ext cx="3082945" cy="778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10" name="iS1ídè"/>
            <p:cNvGrpSpPr/>
            <p:nvPr/>
          </p:nvGrpSpPr>
          <p:grpSpPr>
            <a:xfrm>
              <a:off x="680800" y="4419829"/>
              <a:ext cx="3171231" cy="1335523"/>
              <a:chOff x="666932" y="4425289"/>
              <a:chExt cx="3082945" cy="1335523"/>
            </a:xfrm>
          </p:grpSpPr>
          <p:sp>
            <p:nvSpPr>
              <p:cNvPr id="11" name="is1íḑè"/>
              <p:cNvSpPr txBox="1"/>
              <p:nvPr/>
            </p:nvSpPr>
            <p:spPr bwMode="auto">
              <a:xfrm>
                <a:off x="666932" y="4425289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2" name="iš1îḑé"/>
              <p:cNvSpPr/>
              <p:nvPr/>
            </p:nvSpPr>
            <p:spPr bwMode="auto">
              <a:xfrm>
                <a:off x="666932" y="4867096"/>
                <a:ext cx="3082945" cy="8937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90fe317-6869-4d80-943b-93850d5f7197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4" y="1123950"/>
            <a:ext cx="10850797" cy="4974310"/>
            <a:chOff x="669924" y="1123950"/>
            <a:chExt cx="10850797" cy="4974310"/>
          </a:xfrm>
        </p:grpSpPr>
        <p:sp>
          <p:nvSpPr>
            <p:cNvPr id="6" name="iŝľîde"/>
            <p:cNvSpPr/>
            <p:nvPr/>
          </p:nvSpPr>
          <p:spPr bwMode="auto">
            <a:xfrm>
              <a:off x="2502872" y="1123950"/>
              <a:ext cx="2123225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íš1iḑe"/>
            <p:cNvSpPr/>
            <p:nvPr/>
          </p:nvSpPr>
          <p:spPr bwMode="gray">
            <a:xfrm>
              <a:off x="3417946" y="2283238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8" name="îśļîḑè"/>
            <p:cNvSpPr/>
            <p:nvPr/>
          </p:nvSpPr>
          <p:spPr>
            <a:xfrm>
              <a:off x="3417946" y="2282684"/>
              <a:ext cx="291612" cy="281354"/>
            </a:xfrm>
            <a:prstGeom prst="pie">
              <a:avLst>
                <a:gd name="adj1" fmla="val 16200000"/>
                <a:gd name="adj2" fmla="val 135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ïṡḷiḋê"/>
            <p:cNvSpPr/>
            <p:nvPr/>
          </p:nvSpPr>
          <p:spPr bwMode="gray">
            <a:xfrm>
              <a:off x="3417946" y="2785144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10" name="iṩľíďê"/>
            <p:cNvSpPr/>
            <p:nvPr/>
          </p:nvSpPr>
          <p:spPr>
            <a:xfrm>
              <a:off x="3417946" y="2784590"/>
              <a:ext cx="291612" cy="281354"/>
            </a:xfrm>
            <a:prstGeom prst="pie">
              <a:avLst>
                <a:gd name="adj1" fmla="val 16200000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îṡliḍê"/>
            <p:cNvSpPr/>
            <p:nvPr/>
          </p:nvSpPr>
          <p:spPr bwMode="gray">
            <a:xfrm>
              <a:off x="3417946" y="3284632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12" name="îŝľîḋê"/>
            <p:cNvSpPr/>
            <p:nvPr/>
          </p:nvSpPr>
          <p:spPr>
            <a:xfrm>
              <a:off x="3417946" y="3284078"/>
              <a:ext cx="291612" cy="281354"/>
            </a:xfrm>
            <a:prstGeom prst="pie">
              <a:avLst>
                <a:gd name="adj1" fmla="val 16200000"/>
                <a:gd name="adj2" fmla="val 54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iṥļîḍe"/>
            <p:cNvSpPr/>
            <p:nvPr/>
          </p:nvSpPr>
          <p:spPr bwMode="gray">
            <a:xfrm>
              <a:off x="3417946" y="3785329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14" name="ïśļîḑe"/>
            <p:cNvSpPr/>
            <p:nvPr/>
          </p:nvSpPr>
          <p:spPr>
            <a:xfrm>
              <a:off x="3417946" y="3784775"/>
              <a:ext cx="291612" cy="281354"/>
            </a:xfrm>
            <a:prstGeom prst="pie">
              <a:avLst>
                <a:gd name="adj1" fmla="val 16200000"/>
                <a:gd name="adj2" fmla="val 108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5" name="isľîḑé"/>
            <p:cNvSpPr/>
            <p:nvPr/>
          </p:nvSpPr>
          <p:spPr bwMode="gray">
            <a:xfrm>
              <a:off x="3417946" y="4286026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16" name="îšḻiḍe"/>
            <p:cNvSpPr/>
            <p:nvPr/>
          </p:nvSpPr>
          <p:spPr>
            <a:xfrm>
              <a:off x="3417946" y="4285472"/>
              <a:ext cx="291612" cy="281354"/>
            </a:xfrm>
            <a:prstGeom prst="pie">
              <a:avLst>
                <a:gd name="adj1" fmla="val 16200000"/>
                <a:gd name="adj2" fmla="val 189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7" name="ïṩḷïḋê"/>
            <p:cNvSpPr/>
            <p:nvPr/>
          </p:nvSpPr>
          <p:spPr bwMode="gray">
            <a:xfrm>
              <a:off x="3417946" y="4786723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18" name="i$1ïdê"/>
            <p:cNvSpPr/>
            <p:nvPr/>
          </p:nvSpPr>
          <p:spPr>
            <a:xfrm>
              <a:off x="3417946" y="4786169"/>
              <a:ext cx="291612" cy="281354"/>
            </a:xfrm>
            <a:prstGeom prst="pie">
              <a:avLst>
                <a:gd name="adj1" fmla="val 16200000"/>
                <a:gd name="adj2" fmla="val 81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9" name="íṡ1íḍé"/>
            <p:cNvSpPr/>
            <p:nvPr/>
          </p:nvSpPr>
          <p:spPr bwMode="gray">
            <a:xfrm>
              <a:off x="3417946" y="5287420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20" name="íşḷidè"/>
            <p:cNvSpPr/>
            <p:nvPr/>
          </p:nvSpPr>
          <p:spPr>
            <a:xfrm>
              <a:off x="3417946" y="5286866"/>
              <a:ext cx="291612" cy="281354"/>
            </a:xfrm>
            <a:prstGeom prst="pie">
              <a:avLst>
                <a:gd name="adj1" fmla="val 16200000"/>
                <a:gd name="adj2" fmla="val 27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1" name="íS1îďè"/>
            <p:cNvSpPr/>
            <p:nvPr/>
          </p:nvSpPr>
          <p:spPr bwMode="gray">
            <a:xfrm>
              <a:off x="3417946" y="5788121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22" name="iş1íďê"/>
            <p:cNvSpPr/>
            <p:nvPr/>
          </p:nvSpPr>
          <p:spPr>
            <a:xfrm>
              <a:off x="3417946" y="5787567"/>
              <a:ext cx="291612" cy="281354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3" name="í$1îḑè"/>
            <p:cNvSpPr/>
            <p:nvPr/>
          </p:nvSpPr>
          <p:spPr>
            <a:xfrm>
              <a:off x="3417946" y="1781987"/>
              <a:ext cx="291612" cy="281354"/>
            </a:xfrm>
            <a:prstGeom prst="pie">
              <a:avLst>
                <a:gd name="adj1" fmla="val 16200000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4" name="ïś1îde"/>
            <p:cNvSpPr/>
            <p:nvPr/>
          </p:nvSpPr>
          <p:spPr bwMode="auto">
            <a:xfrm>
              <a:off x="680117" y="1123950"/>
              <a:ext cx="1410883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îṡľíďé"/>
            <p:cNvSpPr txBox="1"/>
            <p:nvPr/>
          </p:nvSpPr>
          <p:spPr>
            <a:xfrm>
              <a:off x="669924" y="1772819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26" name="íṣľíḍe"/>
            <p:cNvSpPr txBox="1"/>
            <p:nvPr/>
          </p:nvSpPr>
          <p:spPr>
            <a:xfrm>
              <a:off x="669924" y="2277955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27" name="ïṡlîḓe"/>
            <p:cNvSpPr txBox="1"/>
            <p:nvPr/>
          </p:nvSpPr>
          <p:spPr>
            <a:xfrm>
              <a:off x="669924" y="2783091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28" name="ïSļiďe"/>
            <p:cNvSpPr txBox="1"/>
            <p:nvPr/>
          </p:nvSpPr>
          <p:spPr>
            <a:xfrm>
              <a:off x="669924" y="3288227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29" name="îṥľíḋê"/>
            <p:cNvSpPr txBox="1"/>
            <p:nvPr/>
          </p:nvSpPr>
          <p:spPr>
            <a:xfrm>
              <a:off x="669924" y="3793363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30" name="íṧḻïdé"/>
            <p:cNvSpPr txBox="1"/>
            <p:nvPr/>
          </p:nvSpPr>
          <p:spPr>
            <a:xfrm>
              <a:off x="669924" y="4298499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31" name="ïṧ1íḓè"/>
            <p:cNvSpPr txBox="1"/>
            <p:nvPr/>
          </p:nvSpPr>
          <p:spPr>
            <a:xfrm>
              <a:off x="669924" y="4803635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32" name="íşḷïďe"/>
            <p:cNvSpPr txBox="1"/>
            <p:nvPr/>
          </p:nvSpPr>
          <p:spPr>
            <a:xfrm>
              <a:off x="669924" y="5308771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33" name="iśļïďe"/>
            <p:cNvSpPr txBox="1"/>
            <p:nvPr/>
          </p:nvSpPr>
          <p:spPr>
            <a:xfrm>
              <a:off x="669924" y="5813907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34" name="îṩļíḓè"/>
            <p:cNvSpPr/>
            <p:nvPr/>
          </p:nvSpPr>
          <p:spPr bwMode="auto">
            <a:xfrm>
              <a:off x="5039687" y="1123950"/>
              <a:ext cx="2624441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isľîdé"/>
            <p:cNvSpPr txBox="1"/>
            <p:nvPr/>
          </p:nvSpPr>
          <p:spPr>
            <a:xfrm>
              <a:off x="5037969" y="1772819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36" name="iṧlîḓê"/>
            <p:cNvSpPr txBox="1"/>
            <p:nvPr/>
          </p:nvSpPr>
          <p:spPr>
            <a:xfrm>
              <a:off x="5037969" y="2277955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37" name="iślíḓê"/>
            <p:cNvSpPr txBox="1"/>
            <p:nvPr/>
          </p:nvSpPr>
          <p:spPr>
            <a:xfrm>
              <a:off x="5037969" y="2783091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38" name="íṣļíḍê"/>
            <p:cNvSpPr txBox="1"/>
            <p:nvPr/>
          </p:nvSpPr>
          <p:spPr>
            <a:xfrm>
              <a:off x="5037969" y="3288227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39" name="íṩḻïḋé"/>
            <p:cNvSpPr txBox="1"/>
            <p:nvPr/>
          </p:nvSpPr>
          <p:spPr>
            <a:xfrm>
              <a:off x="5037969" y="3793363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40" name="iṣ1ïḍé"/>
            <p:cNvSpPr txBox="1"/>
            <p:nvPr/>
          </p:nvSpPr>
          <p:spPr>
            <a:xfrm>
              <a:off x="5037969" y="4298499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41" name="ïşḷiḓe"/>
            <p:cNvSpPr txBox="1"/>
            <p:nvPr/>
          </p:nvSpPr>
          <p:spPr>
            <a:xfrm>
              <a:off x="5037969" y="4803635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42" name="ïśľîḓé"/>
            <p:cNvSpPr txBox="1"/>
            <p:nvPr/>
          </p:nvSpPr>
          <p:spPr>
            <a:xfrm>
              <a:off x="5037969" y="5308771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43" name="ïṡḷîďe"/>
            <p:cNvSpPr txBox="1"/>
            <p:nvPr/>
          </p:nvSpPr>
          <p:spPr>
            <a:xfrm>
              <a:off x="5037969" y="5813907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44" name="îšḷîḋé"/>
            <p:cNvSpPr/>
            <p:nvPr/>
          </p:nvSpPr>
          <p:spPr bwMode="auto">
            <a:xfrm>
              <a:off x="8076000" y="1123950"/>
              <a:ext cx="3444721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îṩļîḑe"/>
            <p:cNvSpPr txBox="1"/>
            <p:nvPr/>
          </p:nvSpPr>
          <p:spPr>
            <a:xfrm>
              <a:off x="8076056" y="1772819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46" name="ïśḻîḍê"/>
            <p:cNvSpPr txBox="1"/>
            <p:nvPr/>
          </p:nvSpPr>
          <p:spPr>
            <a:xfrm>
              <a:off x="8076056" y="2277955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47" name="i$ḻíḍe"/>
            <p:cNvSpPr txBox="1"/>
            <p:nvPr/>
          </p:nvSpPr>
          <p:spPr>
            <a:xfrm>
              <a:off x="8076056" y="2783091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48" name="íṧļídê"/>
            <p:cNvSpPr txBox="1"/>
            <p:nvPr/>
          </p:nvSpPr>
          <p:spPr>
            <a:xfrm>
              <a:off x="8076056" y="3288227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49" name="ïṩḷidé"/>
            <p:cNvSpPr txBox="1"/>
            <p:nvPr/>
          </p:nvSpPr>
          <p:spPr>
            <a:xfrm>
              <a:off x="8076056" y="3793363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50" name="iśḷiḑè"/>
            <p:cNvSpPr txBox="1"/>
            <p:nvPr/>
          </p:nvSpPr>
          <p:spPr>
            <a:xfrm>
              <a:off x="8076056" y="4298499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51" name="î$ļíḓé"/>
            <p:cNvSpPr txBox="1"/>
            <p:nvPr/>
          </p:nvSpPr>
          <p:spPr>
            <a:xfrm>
              <a:off x="8076056" y="4803635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52" name="îśḻïḑé"/>
            <p:cNvSpPr txBox="1"/>
            <p:nvPr/>
          </p:nvSpPr>
          <p:spPr>
            <a:xfrm>
              <a:off x="8076056" y="5308771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53" name="iśľîdè"/>
            <p:cNvSpPr txBox="1"/>
            <p:nvPr/>
          </p:nvSpPr>
          <p:spPr>
            <a:xfrm>
              <a:off x="8076056" y="5813907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  <a:endParaRPr lang="en-US" altLang="zh-CN" dirty="0"/>
          </a:p>
          <a:p>
            <a:pPr lvl="0"/>
            <a:r>
              <a:rPr lang="en-US" altLang="zh-CN" dirty="0"/>
              <a:t>When you copy &amp; </a:t>
            </a:r>
            <a:r>
              <a:rPr lang="en-US" altLang="zh-CN" dirty="0" err="1"/>
              <a:t>apaste</a:t>
            </a:r>
            <a:r>
              <a:rPr lang="en-US" altLang="zh-CN" dirty="0"/>
              <a:t>, choose "keep text only" option.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863241" y="2133599"/>
            <a:ext cx="1135773" cy="98751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659655" y="1150374"/>
            <a:ext cx="11530758" cy="5707627"/>
            <a:chOff x="659655" y="1150374"/>
            <a:chExt cx="11530758" cy="5707627"/>
          </a:xfrm>
        </p:grpSpPr>
        <p:sp>
          <p:nvSpPr>
            <p:cNvPr id="31" name="椭圆 52"/>
            <p:cNvSpPr/>
            <p:nvPr/>
          </p:nvSpPr>
          <p:spPr bwMode="auto">
            <a:xfrm>
              <a:off x="668199" y="1683645"/>
              <a:ext cx="622800" cy="622458"/>
            </a:xfrm>
            <a:prstGeom prst="ellipse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32" name="椭圆 53"/>
            <p:cNvSpPr/>
            <p:nvPr/>
          </p:nvSpPr>
          <p:spPr bwMode="auto">
            <a:xfrm>
              <a:off x="669889" y="3210982"/>
              <a:ext cx="622800" cy="62245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33" name="椭圆 54"/>
            <p:cNvSpPr/>
            <p:nvPr/>
          </p:nvSpPr>
          <p:spPr bwMode="auto">
            <a:xfrm>
              <a:off x="659655" y="4767086"/>
              <a:ext cx="622458" cy="622800"/>
            </a:xfrm>
            <a:prstGeom prst="ellipse">
              <a:avLst/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34" name="iSļîḓè"/>
            <p:cNvSpPr/>
            <p:nvPr/>
          </p:nvSpPr>
          <p:spPr>
            <a:xfrm>
              <a:off x="5134025" y="1150374"/>
              <a:ext cx="7056388" cy="5707627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571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35" name="í$ḷíḓè"/>
            <p:cNvSpPr/>
            <p:nvPr/>
          </p:nvSpPr>
          <p:spPr>
            <a:xfrm>
              <a:off x="5134026" y="1150374"/>
              <a:ext cx="3531522" cy="5707627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36" name="矩形 35"/>
            <p:cNvSpPr/>
            <p:nvPr/>
          </p:nvSpPr>
          <p:spPr>
            <a:xfrm>
              <a:off x="5708721" y="2022199"/>
              <a:ext cx="2213089" cy="61215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200" dirty="0">
                  <a:solidFill>
                    <a:schemeClr val="bg1"/>
                  </a:solidFill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altLang="zh-CN" sz="1200" dirty="0">
                  <a:solidFill>
                    <a:schemeClr val="bg1"/>
                  </a:solidFill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altLang="zh-CN" sz="1200" dirty="0">
                <a:solidFill>
                  <a:schemeClr val="bg1"/>
                </a:solidFill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7" name="íšḷïde"/>
            <p:cNvSpPr txBox="1"/>
            <p:nvPr/>
          </p:nvSpPr>
          <p:spPr>
            <a:xfrm>
              <a:off x="5708721" y="1683645"/>
              <a:ext cx="221308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</a:rPr>
                <a:t>Text here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708721" y="3495399"/>
              <a:ext cx="2213089" cy="61215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200" dirty="0">
                  <a:solidFill>
                    <a:schemeClr val="bg1"/>
                  </a:solidFill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altLang="zh-CN" sz="1200" dirty="0">
                  <a:solidFill>
                    <a:schemeClr val="bg1"/>
                  </a:solidFill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altLang="zh-CN" sz="1200" dirty="0">
                <a:solidFill>
                  <a:schemeClr val="bg1"/>
                </a:solidFill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9" name="íšḷïde"/>
            <p:cNvSpPr txBox="1"/>
            <p:nvPr/>
          </p:nvSpPr>
          <p:spPr>
            <a:xfrm>
              <a:off x="5708721" y="3156845"/>
              <a:ext cx="221308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</a:rPr>
                <a:t>Text here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708721" y="4968599"/>
              <a:ext cx="2213089" cy="61215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200" dirty="0">
                  <a:solidFill>
                    <a:schemeClr val="bg1"/>
                  </a:solidFill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altLang="zh-CN" sz="1200" dirty="0">
                  <a:solidFill>
                    <a:schemeClr val="bg1"/>
                  </a:solidFill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altLang="zh-CN" sz="1200" dirty="0">
                <a:solidFill>
                  <a:schemeClr val="bg1"/>
                </a:solidFill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" name="íšḷïde"/>
            <p:cNvSpPr txBox="1"/>
            <p:nvPr/>
          </p:nvSpPr>
          <p:spPr>
            <a:xfrm>
              <a:off x="5708721" y="4630045"/>
              <a:ext cx="221308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</a:rPr>
                <a:t>Text here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733199" y="2022199"/>
              <a:ext cx="2213089" cy="61215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altLang="zh-CN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altLang="zh-CN" sz="1200" dirty="0"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" name="íšḷïde"/>
            <p:cNvSpPr txBox="1"/>
            <p:nvPr/>
          </p:nvSpPr>
          <p:spPr>
            <a:xfrm>
              <a:off x="1733199" y="1683645"/>
              <a:ext cx="221308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/>
            </a:bodyPr>
            <a:lstStyle/>
            <a:p>
              <a:r>
                <a:rPr lang="en-US" altLang="zh-CN" sz="1600" b="1" dirty="0"/>
                <a:t>Text here</a:t>
              </a:r>
              <a:endParaRPr lang="en-US" altLang="zh-CN" sz="1600" b="1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733199" y="3495399"/>
              <a:ext cx="2213089" cy="61215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altLang="zh-CN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altLang="zh-CN" sz="1200" dirty="0"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5" name="íšḷïde"/>
            <p:cNvSpPr txBox="1"/>
            <p:nvPr/>
          </p:nvSpPr>
          <p:spPr>
            <a:xfrm>
              <a:off x="1733199" y="3156845"/>
              <a:ext cx="221308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/>
            </a:bodyPr>
            <a:lstStyle/>
            <a:p>
              <a:r>
                <a:rPr lang="en-US" altLang="zh-CN" sz="1600" b="1" dirty="0"/>
                <a:t>Text here</a:t>
              </a:r>
              <a:endParaRPr lang="en-US" altLang="zh-CN" sz="1600" b="1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1733199" y="4968599"/>
              <a:ext cx="2213089" cy="61215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ct val="150000"/>
                </a:lnSpc>
                <a:buSzPct val="25000"/>
              </a:pPr>
              <a:r>
                <a:rPr lang="en-US" altLang="zh-CN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Copy paste fonts. Choose the only option to retain text.…</a:t>
              </a:r>
              <a:r>
                <a:rPr lang="de-DE" altLang="zh-CN" sz="1200" dirty="0">
                  <a:ea typeface="Calibri" panose="020F0502020204030204"/>
                  <a:cs typeface="Calibri" panose="020F0502020204030204"/>
                  <a:sym typeface="Calibri" panose="020F0502020204030204"/>
                </a:rPr>
                <a:t>.</a:t>
              </a:r>
              <a:endParaRPr lang="de-DE" altLang="zh-CN" sz="1200" dirty="0"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" name="íšḷïde"/>
            <p:cNvSpPr txBox="1"/>
            <p:nvPr/>
          </p:nvSpPr>
          <p:spPr>
            <a:xfrm>
              <a:off x="1733199" y="4630045"/>
              <a:ext cx="221308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normAutofit/>
            </a:bodyPr>
            <a:lstStyle/>
            <a:p>
              <a:r>
                <a:rPr lang="en-US" altLang="zh-CN" sz="1600" b="1" dirty="0"/>
                <a:t>Text here</a:t>
              </a:r>
              <a:endParaRPr lang="en-US" altLang="zh-CN" sz="1600" b="1" dirty="0"/>
            </a:p>
          </p:txBody>
        </p:sp>
        <p:sp>
          <p:nvSpPr>
            <p:cNvPr id="48" name="椭圆 52"/>
            <p:cNvSpPr/>
            <p:nvPr/>
          </p:nvSpPr>
          <p:spPr bwMode="auto">
            <a:xfrm>
              <a:off x="825284" y="1836203"/>
              <a:ext cx="308630" cy="317342"/>
            </a:xfrm>
            <a:custGeom>
              <a:avLst/>
              <a:gdLst>
                <a:gd name="connsiteX0" fmla="*/ 275280 w 590140"/>
                <a:gd name="connsiteY0" fmla="*/ 496336 h 606798"/>
                <a:gd name="connsiteX1" fmla="*/ 314935 w 590140"/>
                <a:gd name="connsiteY1" fmla="*/ 496336 h 606798"/>
                <a:gd name="connsiteX2" fmla="*/ 314935 w 590140"/>
                <a:gd name="connsiteY2" fmla="*/ 542822 h 606798"/>
                <a:gd name="connsiteX3" fmla="*/ 347213 w 590140"/>
                <a:gd name="connsiteY3" fmla="*/ 542822 h 606798"/>
                <a:gd name="connsiteX4" fmla="*/ 347213 w 590140"/>
                <a:gd name="connsiteY4" fmla="*/ 554789 h 606798"/>
                <a:gd name="connsiteX5" fmla="*/ 458801 w 590140"/>
                <a:gd name="connsiteY5" fmla="*/ 554789 h 606798"/>
                <a:gd name="connsiteX6" fmla="*/ 458801 w 590140"/>
                <a:gd name="connsiteY6" fmla="*/ 594831 h 606798"/>
                <a:gd name="connsiteX7" fmla="*/ 347213 w 590140"/>
                <a:gd name="connsiteY7" fmla="*/ 594831 h 606798"/>
                <a:gd name="connsiteX8" fmla="*/ 347213 w 590140"/>
                <a:gd name="connsiteY8" fmla="*/ 606798 h 606798"/>
                <a:gd name="connsiteX9" fmla="*/ 243463 w 590140"/>
                <a:gd name="connsiteY9" fmla="*/ 606798 h 606798"/>
                <a:gd name="connsiteX10" fmla="*/ 243463 w 590140"/>
                <a:gd name="connsiteY10" fmla="*/ 594831 h 606798"/>
                <a:gd name="connsiteX11" fmla="*/ 131414 w 590140"/>
                <a:gd name="connsiteY11" fmla="*/ 594831 h 606798"/>
                <a:gd name="connsiteX12" fmla="*/ 131414 w 590140"/>
                <a:gd name="connsiteY12" fmla="*/ 554789 h 606798"/>
                <a:gd name="connsiteX13" fmla="*/ 243463 w 590140"/>
                <a:gd name="connsiteY13" fmla="*/ 554789 h 606798"/>
                <a:gd name="connsiteX14" fmla="*/ 243463 w 590140"/>
                <a:gd name="connsiteY14" fmla="*/ 542822 h 606798"/>
                <a:gd name="connsiteX15" fmla="*/ 275280 w 590140"/>
                <a:gd name="connsiteY15" fmla="*/ 542822 h 606798"/>
                <a:gd name="connsiteX16" fmla="*/ 341174 w 590140"/>
                <a:gd name="connsiteY16" fmla="*/ 439218 h 606798"/>
                <a:gd name="connsiteX17" fmla="*/ 341174 w 590140"/>
                <a:gd name="connsiteY17" fmla="*/ 464548 h 606798"/>
                <a:gd name="connsiteX18" fmla="*/ 416785 w 590140"/>
                <a:gd name="connsiteY18" fmla="*/ 464548 h 606798"/>
                <a:gd name="connsiteX19" fmla="*/ 416785 w 590140"/>
                <a:gd name="connsiteY19" fmla="*/ 439218 h 606798"/>
                <a:gd name="connsiteX20" fmla="*/ 159063 w 590140"/>
                <a:gd name="connsiteY20" fmla="*/ 412046 h 606798"/>
                <a:gd name="connsiteX21" fmla="*/ 148459 w 590140"/>
                <a:gd name="connsiteY21" fmla="*/ 422638 h 606798"/>
                <a:gd name="connsiteX22" fmla="*/ 159063 w 590140"/>
                <a:gd name="connsiteY22" fmla="*/ 433692 h 606798"/>
                <a:gd name="connsiteX23" fmla="*/ 169667 w 590140"/>
                <a:gd name="connsiteY23" fmla="*/ 422638 h 606798"/>
                <a:gd name="connsiteX24" fmla="*/ 159063 w 590140"/>
                <a:gd name="connsiteY24" fmla="*/ 412046 h 606798"/>
                <a:gd name="connsiteX25" fmla="*/ 145232 w 590140"/>
                <a:gd name="connsiteY25" fmla="*/ 392242 h 606798"/>
                <a:gd name="connsiteX26" fmla="*/ 445369 w 590140"/>
                <a:gd name="connsiteY26" fmla="*/ 392242 h 606798"/>
                <a:gd name="connsiteX27" fmla="*/ 462428 w 590140"/>
                <a:gd name="connsiteY27" fmla="*/ 409743 h 606798"/>
                <a:gd name="connsiteX28" fmla="*/ 462428 w 590140"/>
                <a:gd name="connsiteY28" fmla="*/ 468693 h 606798"/>
                <a:gd name="connsiteX29" fmla="*/ 445369 w 590140"/>
                <a:gd name="connsiteY29" fmla="*/ 486194 h 606798"/>
                <a:gd name="connsiteX30" fmla="*/ 145232 w 590140"/>
                <a:gd name="connsiteY30" fmla="*/ 486194 h 606798"/>
                <a:gd name="connsiteX31" fmla="*/ 127712 w 590140"/>
                <a:gd name="connsiteY31" fmla="*/ 468693 h 606798"/>
                <a:gd name="connsiteX32" fmla="*/ 127712 w 590140"/>
                <a:gd name="connsiteY32" fmla="*/ 409743 h 606798"/>
                <a:gd name="connsiteX33" fmla="*/ 145232 w 590140"/>
                <a:gd name="connsiteY33" fmla="*/ 392242 h 606798"/>
                <a:gd name="connsiteX34" fmla="*/ 341174 w 590140"/>
                <a:gd name="connsiteY34" fmla="*/ 336094 h 606798"/>
                <a:gd name="connsiteX35" fmla="*/ 341174 w 590140"/>
                <a:gd name="connsiteY35" fmla="*/ 360968 h 606798"/>
                <a:gd name="connsiteX36" fmla="*/ 416785 w 590140"/>
                <a:gd name="connsiteY36" fmla="*/ 360968 h 606798"/>
                <a:gd name="connsiteX37" fmla="*/ 416785 w 590140"/>
                <a:gd name="connsiteY37" fmla="*/ 336094 h 606798"/>
                <a:gd name="connsiteX38" fmla="*/ 159063 w 590140"/>
                <a:gd name="connsiteY38" fmla="*/ 308917 h 606798"/>
                <a:gd name="connsiteX39" fmla="*/ 148459 w 590140"/>
                <a:gd name="connsiteY39" fmla="*/ 319511 h 606798"/>
                <a:gd name="connsiteX40" fmla="*/ 159063 w 590140"/>
                <a:gd name="connsiteY40" fmla="*/ 330106 h 606798"/>
                <a:gd name="connsiteX41" fmla="*/ 169667 w 590140"/>
                <a:gd name="connsiteY41" fmla="*/ 319511 h 606798"/>
                <a:gd name="connsiteX42" fmla="*/ 159063 w 590140"/>
                <a:gd name="connsiteY42" fmla="*/ 308917 h 606798"/>
                <a:gd name="connsiteX43" fmla="*/ 145232 w 590140"/>
                <a:gd name="connsiteY43" fmla="*/ 289110 h 606798"/>
                <a:gd name="connsiteX44" fmla="*/ 445369 w 590140"/>
                <a:gd name="connsiteY44" fmla="*/ 289110 h 606798"/>
                <a:gd name="connsiteX45" fmla="*/ 462428 w 590140"/>
                <a:gd name="connsiteY45" fmla="*/ 306153 h 606798"/>
                <a:gd name="connsiteX46" fmla="*/ 462428 w 590140"/>
                <a:gd name="connsiteY46" fmla="*/ 365574 h 606798"/>
                <a:gd name="connsiteX47" fmla="*/ 445369 w 590140"/>
                <a:gd name="connsiteY47" fmla="*/ 382617 h 606798"/>
                <a:gd name="connsiteX48" fmla="*/ 145232 w 590140"/>
                <a:gd name="connsiteY48" fmla="*/ 382617 h 606798"/>
                <a:gd name="connsiteX49" fmla="*/ 127712 w 590140"/>
                <a:gd name="connsiteY49" fmla="*/ 365574 h 606798"/>
                <a:gd name="connsiteX50" fmla="*/ 127712 w 590140"/>
                <a:gd name="connsiteY50" fmla="*/ 306153 h 606798"/>
                <a:gd name="connsiteX51" fmla="*/ 145232 w 590140"/>
                <a:gd name="connsiteY51" fmla="*/ 289110 h 606798"/>
                <a:gd name="connsiteX52" fmla="*/ 341174 w 590140"/>
                <a:gd name="connsiteY52" fmla="*/ 232510 h 606798"/>
                <a:gd name="connsiteX53" fmla="*/ 341174 w 590140"/>
                <a:gd name="connsiteY53" fmla="*/ 257840 h 606798"/>
                <a:gd name="connsiteX54" fmla="*/ 416785 w 590140"/>
                <a:gd name="connsiteY54" fmla="*/ 257840 h 606798"/>
                <a:gd name="connsiteX55" fmla="*/ 416785 w 590140"/>
                <a:gd name="connsiteY55" fmla="*/ 232510 h 606798"/>
                <a:gd name="connsiteX56" fmla="*/ 159063 w 590140"/>
                <a:gd name="connsiteY56" fmla="*/ 205338 h 606798"/>
                <a:gd name="connsiteX57" fmla="*/ 148459 w 590140"/>
                <a:gd name="connsiteY57" fmla="*/ 215930 h 606798"/>
                <a:gd name="connsiteX58" fmla="*/ 159063 w 590140"/>
                <a:gd name="connsiteY58" fmla="*/ 226984 h 606798"/>
                <a:gd name="connsiteX59" fmla="*/ 169667 w 590140"/>
                <a:gd name="connsiteY59" fmla="*/ 215930 h 606798"/>
                <a:gd name="connsiteX60" fmla="*/ 159063 w 590140"/>
                <a:gd name="connsiteY60" fmla="*/ 205338 h 606798"/>
                <a:gd name="connsiteX61" fmla="*/ 145232 w 590140"/>
                <a:gd name="connsiteY61" fmla="*/ 185534 h 606798"/>
                <a:gd name="connsiteX62" fmla="*/ 445369 w 590140"/>
                <a:gd name="connsiteY62" fmla="*/ 185534 h 606798"/>
                <a:gd name="connsiteX63" fmla="*/ 462428 w 590140"/>
                <a:gd name="connsiteY63" fmla="*/ 203035 h 606798"/>
                <a:gd name="connsiteX64" fmla="*/ 462428 w 590140"/>
                <a:gd name="connsiteY64" fmla="*/ 261985 h 606798"/>
                <a:gd name="connsiteX65" fmla="*/ 445369 w 590140"/>
                <a:gd name="connsiteY65" fmla="*/ 279486 h 606798"/>
                <a:gd name="connsiteX66" fmla="*/ 145232 w 590140"/>
                <a:gd name="connsiteY66" fmla="*/ 279486 h 606798"/>
                <a:gd name="connsiteX67" fmla="*/ 127712 w 590140"/>
                <a:gd name="connsiteY67" fmla="*/ 261985 h 606798"/>
                <a:gd name="connsiteX68" fmla="*/ 127712 w 590140"/>
                <a:gd name="connsiteY68" fmla="*/ 203035 h 606798"/>
                <a:gd name="connsiteX69" fmla="*/ 145232 w 590140"/>
                <a:gd name="connsiteY69" fmla="*/ 185534 h 606798"/>
                <a:gd name="connsiteX70" fmla="*/ 253115 w 590140"/>
                <a:gd name="connsiteY70" fmla="*/ 0 h 606798"/>
                <a:gd name="connsiteX71" fmla="*/ 340253 w 590140"/>
                <a:gd name="connsiteY71" fmla="*/ 29007 h 606798"/>
                <a:gd name="connsiteX72" fmla="*/ 349935 w 590140"/>
                <a:gd name="connsiteY72" fmla="*/ 32230 h 606798"/>
                <a:gd name="connsiteX73" fmla="*/ 357772 w 590140"/>
                <a:gd name="connsiteY73" fmla="*/ 31770 h 606798"/>
                <a:gd name="connsiteX74" fmla="*/ 461508 w 590140"/>
                <a:gd name="connsiteY74" fmla="*/ 84258 h 606798"/>
                <a:gd name="connsiteX75" fmla="*/ 472112 w 590140"/>
                <a:gd name="connsiteY75" fmla="*/ 90244 h 606798"/>
                <a:gd name="connsiteX76" fmla="*/ 590140 w 590140"/>
                <a:gd name="connsiteY76" fmla="*/ 218702 h 606798"/>
                <a:gd name="connsiteX77" fmla="*/ 487788 w 590140"/>
                <a:gd name="connsiteY77" fmla="*/ 344399 h 606798"/>
                <a:gd name="connsiteX78" fmla="*/ 487788 w 590140"/>
                <a:gd name="connsiteY78" fmla="*/ 306183 h 606798"/>
                <a:gd name="connsiteX79" fmla="*/ 485482 w 590140"/>
                <a:gd name="connsiteY79" fmla="*/ 292831 h 606798"/>
                <a:gd name="connsiteX80" fmla="*/ 539425 w 590140"/>
                <a:gd name="connsiteY80" fmla="*/ 218702 h 606798"/>
                <a:gd name="connsiteX81" fmla="*/ 461508 w 590140"/>
                <a:gd name="connsiteY81" fmla="*/ 140430 h 606798"/>
                <a:gd name="connsiteX82" fmla="*/ 453670 w 590140"/>
                <a:gd name="connsiteY82" fmla="*/ 140890 h 606798"/>
                <a:gd name="connsiteX83" fmla="*/ 428313 w 590140"/>
                <a:gd name="connsiteY83" fmla="*/ 126617 h 606798"/>
                <a:gd name="connsiteX84" fmla="*/ 357772 w 590140"/>
                <a:gd name="connsiteY84" fmla="*/ 82416 h 606798"/>
                <a:gd name="connsiteX85" fmla="*/ 341636 w 590140"/>
                <a:gd name="connsiteY85" fmla="*/ 84258 h 606798"/>
                <a:gd name="connsiteX86" fmla="*/ 318583 w 590140"/>
                <a:gd name="connsiteY86" fmla="*/ 77352 h 606798"/>
                <a:gd name="connsiteX87" fmla="*/ 253115 w 590140"/>
                <a:gd name="connsiteY87" fmla="*/ 50647 h 606798"/>
                <a:gd name="connsiteX88" fmla="*/ 161827 w 590140"/>
                <a:gd name="connsiteY88" fmla="*/ 122013 h 606798"/>
                <a:gd name="connsiteX89" fmla="*/ 135087 w 590140"/>
                <a:gd name="connsiteY89" fmla="*/ 140890 h 606798"/>
                <a:gd name="connsiteX90" fmla="*/ 129093 w 590140"/>
                <a:gd name="connsiteY90" fmla="*/ 140430 h 606798"/>
                <a:gd name="connsiteX91" fmla="*/ 50715 w 590140"/>
                <a:gd name="connsiteY91" fmla="*/ 218702 h 606798"/>
                <a:gd name="connsiteX92" fmla="*/ 104658 w 590140"/>
                <a:gd name="connsiteY92" fmla="*/ 292831 h 606798"/>
                <a:gd name="connsiteX93" fmla="*/ 102352 w 590140"/>
                <a:gd name="connsiteY93" fmla="*/ 306183 h 606798"/>
                <a:gd name="connsiteX94" fmla="*/ 102352 w 590140"/>
                <a:gd name="connsiteY94" fmla="*/ 344859 h 606798"/>
                <a:gd name="connsiteX95" fmla="*/ 0 w 590140"/>
                <a:gd name="connsiteY95" fmla="*/ 218702 h 606798"/>
                <a:gd name="connsiteX96" fmla="*/ 110651 w 590140"/>
                <a:gd name="connsiteY96" fmla="*/ 91164 h 606798"/>
                <a:gd name="connsiteX97" fmla="*/ 122177 w 590140"/>
                <a:gd name="connsiteY97" fmla="*/ 82416 h 606798"/>
                <a:gd name="connsiteX98" fmla="*/ 253115 w 590140"/>
                <a:gd name="connsiteY98" fmla="*/ 0 h 606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590140" h="606798">
                  <a:moveTo>
                    <a:pt x="275280" y="496336"/>
                  </a:moveTo>
                  <a:lnTo>
                    <a:pt x="314935" y="496336"/>
                  </a:lnTo>
                  <a:lnTo>
                    <a:pt x="314935" y="542822"/>
                  </a:lnTo>
                  <a:lnTo>
                    <a:pt x="347213" y="542822"/>
                  </a:lnTo>
                  <a:lnTo>
                    <a:pt x="347213" y="554789"/>
                  </a:lnTo>
                  <a:lnTo>
                    <a:pt x="458801" y="554789"/>
                  </a:lnTo>
                  <a:lnTo>
                    <a:pt x="458801" y="594831"/>
                  </a:lnTo>
                  <a:lnTo>
                    <a:pt x="347213" y="594831"/>
                  </a:lnTo>
                  <a:lnTo>
                    <a:pt x="347213" y="606798"/>
                  </a:lnTo>
                  <a:lnTo>
                    <a:pt x="243463" y="606798"/>
                  </a:lnTo>
                  <a:lnTo>
                    <a:pt x="243463" y="594831"/>
                  </a:lnTo>
                  <a:lnTo>
                    <a:pt x="131414" y="594831"/>
                  </a:lnTo>
                  <a:lnTo>
                    <a:pt x="131414" y="554789"/>
                  </a:lnTo>
                  <a:lnTo>
                    <a:pt x="243463" y="554789"/>
                  </a:lnTo>
                  <a:lnTo>
                    <a:pt x="243463" y="542822"/>
                  </a:lnTo>
                  <a:lnTo>
                    <a:pt x="275280" y="542822"/>
                  </a:lnTo>
                  <a:close/>
                  <a:moveTo>
                    <a:pt x="341174" y="439218"/>
                  </a:moveTo>
                  <a:lnTo>
                    <a:pt x="341174" y="464548"/>
                  </a:lnTo>
                  <a:lnTo>
                    <a:pt x="416785" y="464548"/>
                  </a:lnTo>
                  <a:lnTo>
                    <a:pt x="416785" y="439218"/>
                  </a:lnTo>
                  <a:close/>
                  <a:moveTo>
                    <a:pt x="159063" y="412046"/>
                  </a:moveTo>
                  <a:cubicBezTo>
                    <a:pt x="153069" y="412046"/>
                    <a:pt x="148459" y="416651"/>
                    <a:pt x="148459" y="422638"/>
                  </a:cubicBezTo>
                  <a:cubicBezTo>
                    <a:pt x="148459" y="428625"/>
                    <a:pt x="153069" y="433692"/>
                    <a:pt x="159063" y="433692"/>
                  </a:cubicBezTo>
                  <a:cubicBezTo>
                    <a:pt x="165056" y="433692"/>
                    <a:pt x="169667" y="428625"/>
                    <a:pt x="169667" y="422638"/>
                  </a:cubicBezTo>
                  <a:cubicBezTo>
                    <a:pt x="169667" y="416651"/>
                    <a:pt x="165056" y="412046"/>
                    <a:pt x="159063" y="412046"/>
                  </a:cubicBezTo>
                  <a:close/>
                  <a:moveTo>
                    <a:pt x="145232" y="392242"/>
                  </a:moveTo>
                  <a:lnTo>
                    <a:pt x="445369" y="392242"/>
                  </a:lnTo>
                  <a:cubicBezTo>
                    <a:pt x="454590" y="392242"/>
                    <a:pt x="462428" y="400071"/>
                    <a:pt x="462428" y="409743"/>
                  </a:cubicBezTo>
                  <a:lnTo>
                    <a:pt x="462428" y="468693"/>
                  </a:lnTo>
                  <a:cubicBezTo>
                    <a:pt x="462428" y="478365"/>
                    <a:pt x="454590" y="486194"/>
                    <a:pt x="445369" y="486194"/>
                  </a:cubicBezTo>
                  <a:lnTo>
                    <a:pt x="145232" y="486194"/>
                  </a:lnTo>
                  <a:cubicBezTo>
                    <a:pt x="135550" y="486194"/>
                    <a:pt x="127712" y="478365"/>
                    <a:pt x="127712" y="468693"/>
                  </a:cubicBezTo>
                  <a:lnTo>
                    <a:pt x="127712" y="409743"/>
                  </a:lnTo>
                  <a:cubicBezTo>
                    <a:pt x="127712" y="400071"/>
                    <a:pt x="135550" y="392242"/>
                    <a:pt x="145232" y="392242"/>
                  </a:cubicBezTo>
                  <a:close/>
                  <a:moveTo>
                    <a:pt x="341174" y="336094"/>
                  </a:moveTo>
                  <a:lnTo>
                    <a:pt x="341174" y="360968"/>
                  </a:lnTo>
                  <a:lnTo>
                    <a:pt x="416785" y="360968"/>
                  </a:lnTo>
                  <a:lnTo>
                    <a:pt x="416785" y="336094"/>
                  </a:lnTo>
                  <a:close/>
                  <a:moveTo>
                    <a:pt x="159063" y="308917"/>
                  </a:moveTo>
                  <a:cubicBezTo>
                    <a:pt x="153069" y="308917"/>
                    <a:pt x="148459" y="313523"/>
                    <a:pt x="148459" y="319511"/>
                  </a:cubicBezTo>
                  <a:cubicBezTo>
                    <a:pt x="148459" y="325500"/>
                    <a:pt x="153069" y="330106"/>
                    <a:pt x="159063" y="330106"/>
                  </a:cubicBezTo>
                  <a:cubicBezTo>
                    <a:pt x="165056" y="330106"/>
                    <a:pt x="169667" y="325500"/>
                    <a:pt x="169667" y="319511"/>
                  </a:cubicBezTo>
                  <a:cubicBezTo>
                    <a:pt x="169667" y="313523"/>
                    <a:pt x="165056" y="308917"/>
                    <a:pt x="159063" y="308917"/>
                  </a:cubicBezTo>
                  <a:close/>
                  <a:moveTo>
                    <a:pt x="145232" y="289110"/>
                  </a:moveTo>
                  <a:lnTo>
                    <a:pt x="445369" y="289110"/>
                  </a:lnTo>
                  <a:cubicBezTo>
                    <a:pt x="454590" y="289110"/>
                    <a:pt x="462428" y="296941"/>
                    <a:pt x="462428" y="306153"/>
                  </a:cubicBezTo>
                  <a:lnTo>
                    <a:pt x="462428" y="365574"/>
                  </a:lnTo>
                  <a:cubicBezTo>
                    <a:pt x="462428" y="375247"/>
                    <a:pt x="454590" y="382617"/>
                    <a:pt x="445369" y="382617"/>
                  </a:cubicBezTo>
                  <a:lnTo>
                    <a:pt x="145232" y="382617"/>
                  </a:lnTo>
                  <a:cubicBezTo>
                    <a:pt x="135550" y="382617"/>
                    <a:pt x="127712" y="375247"/>
                    <a:pt x="127712" y="365574"/>
                  </a:cubicBezTo>
                  <a:lnTo>
                    <a:pt x="127712" y="306153"/>
                  </a:lnTo>
                  <a:cubicBezTo>
                    <a:pt x="127712" y="296941"/>
                    <a:pt x="135550" y="289110"/>
                    <a:pt x="145232" y="289110"/>
                  </a:cubicBezTo>
                  <a:close/>
                  <a:moveTo>
                    <a:pt x="341174" y="232510"/>
                  </a:moveTo>
                  <a:lnTo>
                    <a:pt x="341174" y="257840"/>
                  </a:lnTo>
                  <a:lnTo>
                    <a:pt x="416785" y="257840"/>
                  </a:lnTo>
                  <a:lnTo>
                    <a:pt x="416785" y="232510"/>
                  </a:lnTo>
                  <a:close/>
                  <a:moveTo>
                    <a:pt x="159063" y="205338"/>
                  </a:moveTo>
                  <a:cubicBezTo>
                    <a:pt x="153069" y="205338"/>
                    <a:pt x="148459" y="209943"/>
                    <a:pt x="148459" y="215930"/>
                  </a:cubicBezTo>
                  <a:cubicBezTo>
                    <a:pt x="148459" y="221917"/>
                    <a:pt x="153069" y="226984"/>
                    <a:pt x="159063" y="226984"/>
                  </a:cubicBezTo>
                  <a:cubicBezTo>
                    <a:pt x="165056" y="226984"/>
                    <a:pt x="169667" y="221917"/>
                    <a:pt x="169667" y="215930"/>
                  </a:cubicBezTo>
                  <a:cubicBezTo>
                    <a:pt x="169667" y="209943"/>
                    <a:pt x="165056" y="205338"/>
                    <a:pt x="159063" y="205338"/>
                  </a:cubicBezTo>
                  <a:close/>
                  <a:moveTo>
                    <a:pt x="145232" y="185534"/>
                  </a:moveTo>
                  <a:lnTo>
                    <a:pt x="445369" y="185534"/>
                  </a:lnTo>
                  <a:cubicBezTo>
                    <a:pt x="454590" y="185534"/>
                    <a:pt x="462428" y="193363"/>
                    <a:pt x="462428" y="203035"/>
                  </a:cubicBezTo>
                  <a:lnTo>
                    <a:pt x="462428" y="261985"/>
                  </a:lnTo>
                  <a:cubicBezTo>
                    <a:pt x="462428" y="271657"/>
                    <a:pt x="454590" y="279486"/>
                    <a:pt x="445369" y="279486"/>
                  </a:cubicBezTo>
                  <a:lnTo>
                    <a:pt x="145232" y="279486"/>
                  </a:lnTo>
                  <a:cubicBezTo>
                    <a:pt x="135550" y="279486"/>
                    <a:pt x="127712" y="271657"/>
                    <a:pt x="127712" y="261985"/>
                  </a:cubicBezTo>
                  <a:lnTo>
                    <a:pt x="127712" y="203035"/>
                  </a:lnTo>
                  <a:cubicBezTo>
                    <a:pt x="127712" y="193363"/>
                    <a:pt x="135550" y="185534"/>
                    <a:pt x="145232" y="185534"/>
                  </a:cubicBezTo>
                  <a:close/>
                  <a:moveTo>
                    <a:pt x="253115" y="0"/>
                  </a:moveTo>
                  <a:cubicBezTo>
                    <a:pt x="284927" y="0"/>
                    <a:pt x="315356" y="10129"/>
                    <a:pt x="340253" y="29007"/>
                  </a:cubicBezTo>
                  <a:cubicBezTo>
                    <a:pt x="343019" y="31309"/>
                    <a:pt x="346707" y="32230"/>
                    <a:pt x="349935" y="32230"/>
                  </a:cubicBezTo>
                  <a:cubicBezTo>
                    <a:pt x="352701" y="31770"/>
                    <a:pt x="355006" y="31770"/>
                    <a:pt x="357772" y="31770"/>
                  </a:cubicBezTo>
                  <a:cubicBezTo>
                    <a:pt x="398806" y="31770"/>
                    <a:pt x="437533" y="52028"/>
                    <a:pt x="461508" y="84258"/>
                  </a:cubicBezTo>
                  <a:cubicBezTo>
                    <a:pt x="463813" y="87941"/>
                    <a:pt x="467963" y="89783"/>
                    <a:pt x="472112" y="90244"/>
                  </a:cubicBezTo>
                  <a:cubicBezTo>
                    <a:pt x="538503" y="95769"/>
                    <a:pt x="590140" y="151480"/>
                    <a:pt x="590140" y="218702"/>
                  </a:cubicBezTo>
                  <a:cubicBezTo>
                    <a:pt x="590140" y="280400"/>
                    <a:pt x="546341" y="332428"/>
                    <a:pt x="487788" y="344399"/>
                  </a:cubicBezTo>
                  <a:lnTo>
                    <a:pt x="487788" y="306183"/>
                  </a:lnTo>
                  <a:cubicBezTo>
                    <a:pt x="487788" y="301579"/>
                    <a:pt x="487327" y="296975"/>
                    <a:pt x="485482" y="292831"/>
                  </a:cubicBezTo>
                  <a:cubicBezTo>
                    <a:pt x="516834" y="282702"/>
                    <a:pt x="539425" y="253234"/>
                    <a:pt x="539425" y="218702"/>
                  </a:cubicBezTo>
                  <a:cubicBezTo>
                    <a:pt x="539425" y="175422"/>
                    <a:pt x="504385" y="140430"/>
                    <a:pt x="461508" y="140430"/>
                  </a:cubicBezTo>
                  <a:cubicBezTo>
                    <a:pt x="458742" y="140430"/>
                    <a:pt x="455975" y="140890"/>
                    <a:pt x="453670" y="140890"/>
                  </a:cubicBezTo>
                  <a:cubicBezTo>
                    <a:pt x="443066" y="142272"/>
                    <a:pt x="432923" y="136286"/>
                    <a:pt x="428313" y="126617"/>
                  </a:cubicBezTo>
                  <a:cubicBezTo>
                    <a:pt x="414942" y="99452"/>
                    <a:pt x="387740" y="82416"/>
                    <a:pt x="357772" y="82416"/>
                  </a:cubicBezTo>
                  <a:cubicBezTo>
                    <a:pt x="352240" y="82416"/>
                    <a:pt x="347168" y="82877"/>
                    <a:pt x="341636" y="84258"/>
                  </a:cubicBezTo>
                  <a:cubicBezTo>
                    <a:pt x="333337" y="86100"/>
                    <a:pt x="325038" y="83337"/>
                    <a:pt x="318583" y="77352"/>
                  </a:cubicBezTo>
                  <a:cubicBezTo>
                    <a:pt x="301064" y="60316"/>
                    <a:pt x="277550" y="50647"/>
                    <a:pt x="253115" y="50647"/>
                  </a:cubicBezTo>
                  <a:cubicBezTo>
                    <a:pt x="209776" y="50647"/>
                    <a:pt x="172432" y="80114"/>
                    <a:pt x="161827" y="122013"/>
                  </a:cubicBezTo>
                  <a:cubicBezTo>
                    <a:pt x="159061" y="133984"/>
                    <a:pt x="147535" y="141811"/>
                    <a:pt x="135087" y="140890"/>
                  </a:cubicBezTo>
                  <a:cubicBezTo>
                    <a:pt x="133243" y="140890"/>
                    <a:pt x="130937" y="140430"/>
                    <a:pt x="129093" y="140430"/>
                  </a:cubicBezTo>
                  <a:cubicBezTo>
                    <a:pt x="85755" y="140430"/>
                    <a:pt x="50715" y="175422"/>
                    <a:pt x="50715" y="218702"/>
                  </a:cubicBezTo>
                  <a:cubicBezTo>
                    <a:pt x="50715" y="253234"/>
                    <a:pt x="73306" y="282702"/>
                    <a:pt x="104658" y="292831"/>
                  </a:cubicBezTo>
                  <a:cubicBezTo>
                    <a:pt x="103275" y="296975"/>
                    <a:pt x="102352" y="301579"/>
                    <a:pt x="102352" y="306183"/>
                  </a:cubicBezTo>
                  <a:lnTo>
                    <a:pt x="102352" y="344859"/>
                  </a:lnTo>
                  <a:cubicBezTo>
                    <a:pt x="43799" y="332428"/>
                    <a:pt x="0" y="280400"/>
                    <a:pt x="0" y="218702"/>
                  </a:cubicBezTo>
                  <a:cubicBezTo>
                    <a:pt x="0" y="153782"/>
                    <a:pt x="48410" y="99913"/>
                    <a:pt x="110651" y="91164"/>
                  </a:cubicBezTo>
                  <a:cubicBezTo>
                    <a:pt x="115723" y="90244"/>
                    <a:pt x="120333" y="87021"/>
                    <a:pt x="122177" y="82416"/>
                  </a:cubicBezTo>
                  <a:cubicBezTo>
                    <a:pt x="145691" y="32690"/>
                    <a:pt x="196406" y="0"/>
                    <a:pt x="25311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49" name="椭圆 53"/>
            <p:cNvSpPr/>
            <p:nvPr/>
          </p:nvSpPr>
          <p:spPr bwMode="auto">
            <a:xfrm>
              <a:off x="827836" y="3363540"/>
              <a:ext cx="306906" cy="317342"/>
            </a:xfrm>
            <a:custGeom>
              <a:avLst/>
              <a:gdLst>
                <a:gd name="T0" fmla="*/ 417 w 902"/>
                <a:gd name="T1" fmla="*/ 446 h 934"/>
                <a:gd name="T2" fmla="*/ 648 w 902"/>
                <a:gd name="T3" fmla="*/ 643 h 934"/>
                <a:gd name="T4" fmla="*/ 590 w 902"/>
                <a:gd name="T5" fmla="*/ 643 h 934"/>
                <a:gd name="T6" fmla="*/ 417 w 902"/>
                <a:gd name="T7" fmla="*/ 503 h 934"/>
                <a:gd name="T8" fmla="*/ 590 w 902"/>
                <a:gd name="T9" fmla="*/ 643 h 934"/>
                <a:gd name="T10" fmla="*/ 417 w 902"/>
                <a:gd name="T11" fmla="*/ 529 h 934"/>
                <a:gd name="T12" fmla="*/ 497 w 902"/>
                <a:gd name="T13" fmla="*/ 643 h 934"/>
                <a:gd name="T14" fmla="*/ 417 w 902"/>
                <a:gd name="T15" fmla="*/ 529 h 934"/>
                <a:gd name="T16" fmla="*/ 759 w 902"/>
                <a:gd name="T17" fmla="*/ 429 h 934"/>
                <a:gd name="T18" fmla="*/ 697 w 902"/>
                <a:gd name="T19" fmla="*/ 479 h 934"/>
                <a:gd name="T20" fmla="*/ 746 w 902"/>
                <a:gd name="T21" fmla="*/ 535 h 934"/>
                <a:gd name="T22" fmla="*/ 852 w 902"/>
                <a:gd name="T23" fmla="*/ 535 h 934"/>
                <a:gd name="T24" fmla="*/ 902 w 902"/>
                <a:gd name="T25" fmla="*/ 479 h 934"/>
                <a:gd name="T26" fmla="*/ 902 w 902"/>
                <a:gd name="T27" fmla="*/ 355 h 934"/>
                <a:gd name="T28" fmla="*/ 852 w 902"/>
                <a:gd name="T29" fmla="*/ 410 h 934"/>
                <a:gd name="T30" fmla="*/ 759 w 902"/>
                <a:gd name="T31" fmla="*/ 410 h 934"/>
                <a:gd name="T32" fmla="*/ 697 w 902"/>
                <a:gd name="T33" fmla="*/ 360 h 934"/>
                <a:gd name="T34" fmla="*/ 746 w 902"/>
                <a:gd name="T35" fmla="*/ 305 h 934"/>
                <a:gd name="T36" fmla="*/ 759 w 902"/>
                <a:gd name="T37" fmla="*/ 305 h 934"/>
                <a:gd name="T38" fmla="*/ 786 w 902"/>
                <a:gd name="T39" fmla="*/ 100 h 934"/>
                <a:gd name="T40" fmla="*/ 331 w 902"/>
                <a:gd name="T41" fmla="*/ 212 h 934"/>
                <a:gd name="T42" fmla="*/ 514 w 902"/>
                <a:gd name="T43" fmla="*/ 207 h 934"/>
                <a:gd name="T44" fmla="*/ 331 w 902"/>
                <a:gd name="T45" fmla="*/ 364 h 934"/>
                <a:gd name="T46" fmla="*/ 786 w 902"/>
                <a:gd name="T47" fmla="*/ 817 h 934"/>
                <a:gd name="T48" fmla="*/ 746 w 902"/>
                <a:gd name="T49" fmla="*/ 784 h 934"/>
                <a:gd name="T50" fmla="*/ 697 w 902"/>
                <a:gd name="T51" fmla="*/ 728 h 934"/>
                <a:gd name="T52" fmla="*/ 759 w 902"/>
                <a:gd name="T53" fmla="*/ 678 h 934"/>
                <a:gd name="T54" fmla="*/ 852 w 902"/>
                <a:gd name="T55" fmla="*/ 678 h 934"/>
                <a:gd name="T56" fmla="*/ 902 w 902"/>
                <a:gd name="T57" fmla="*/ 734 h 934"/>
                <a:gd name="T58" fmla="*/ 840 w 902"/>
                <a:gd name="T59" fmla="*/ 784 h 934"/>
                <a:gd name="T60" fmla="*/ 830 w 902"/>
                <a:gd name="T61" fmla="*/ 784 h 934"/>
                <a:gd name="T62" fmla="*/ 767 w 902"/>
                <a:gd name="T63" fmla="*/ 934 h 934"/>
                <a:gd name="T64" fmla="*/ 287 w 902"/>
                <a:gd name="T65" fmla="*/ 871 h 934"/>
                <a:gd name="T66" fmla="*/ 211 w 902"/>
                <a:gd name="T67" fmla="*/ 799 h 934"/>
                <a:gd name="T68" fmla="*/ 37 w 902"/>
                <a:gd name="T69" fmla="*/ 704 h 934"/>
                <a:gd name="T70" fmla="*/ 24 w 902"/>
                <a:gd name="T71" fmla="*/ 680 h 934"/>
                <a:gd name="T72" fmla="*/ 10 w 902"/>
                <a:gd name="T73" fmla="*/ 643 h 934"/>
                <a:gd name="T74" fmla="*/ 4 w 902"/>
                <a:gd name="T75" fmla="*/ 610 h 934"/>
                <a:gd name="T76" fmla="*/ 0 w 902"/>
                <a:gd name="T77" fmla="*/ 563 h 934"/>
                <a:gd name="T78" fmla="*/ 287 w 902"/>
                <a:gd name="T79" fmla="*/ 236 h 934"/>
                <a:gd name="T80" fmla="*/ 350 w 902"/>
                <a:gd name="T81" fmla="*/ 0 h 934"/>
                <a:gd name="T82" fmla="*/ 830 w 902"/>
                <a:gd name="T83" fmla="*/ 63 h 934"/>
                <a:gd name="T84" fmla="*/ 852 w 902"/>
                <a:gd name="T85" fmla="*/ 305 h 934"/>
                <a:gd name="T86" fmla="*/ 527 w 902"/>
                <a:gd name="T87" fmla="*/ 871 h 934"/>
                <a:gd name="T88" fmla="*/ 590 w 902"/>
                <a:gd name="T89" fmla="*/ 871 h 934"/>
                <a:gd name="T90" fmla="*/ 527 w 902"/>
                <a:gd name="T91" fmla="*/ 871 h 934"/>
                <a:gd name="T92" fmla="*/ 625 w 902"/>
                <a:gd name="T93" fmla="*/ 45 h 934"/>
                <a:gd name="T94" fmla="*/ 484 w 902"/>
                <a:gd name="T95" fmla="*/ 53 h 934"/>
                <a:gd name="T96" fmla="*/ 625 w 902"/>
                <a:gd name="T97" fmla="*/ 61 h 934"/>
                <a:gd name="T98" fmla="*/ 852 w 902"/>
                <a:gd name="T99" fmla="*/ 554 h 934"/>
                <a:gd name="T100" fmla="*/ 746 w 902"/>
                <a:gd name="T101" fmla="*/ 554 h 934"/>
                <a:gd name="T102" fmla="*/ 697 w 902"/>
                <a:gd name="T103" fmla="*/ 609 h 934"/>
                <a:gd name="T104" fmla="*/ 759 w 902"/>
                <a:gd name="T105" fmla="*/ 659 h 934"/>
                <a:gd name="T106" fmla="*/ 852 w 902"/>
                <a:gd name="T107" fmla="*/ 659 h 934"/>
                <a:gd name="T108" fmla="*/ 902 w 902"/>
                <a:gd name="T109" fmla="*/ 604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2" h="934">
                  <a:moveTo>
                    <a:pt x="615" y="643"/>
                  </a:moveTo>
                  <a:cubicBezTo>
                    <a:pt x="615" y="534"/>
                    <a:pt x="526" y="446"/>
                    <a:pt x="417" y="446"/>
                  </a:cubicBezTo>
                  <a:lnTo>
                    <a:pt x="417" y="412"/>
                  </a:lnTo>
                  <a:cubicBezTo>
                    <a:pt x="544" y="412"/>
                    <a:pt x="648" y="516"/>
                    <a:pt x="648" y="643"/>
                  </a:cubicBezTo>
                  <a:lnTo>
                    <a:pt x="615" y="643"/>
                  </a:lnTo>
                  <a:close/>
                  <a:moveTo>
                    <a:pt x="590" y="643"/>
                  </a:moveTo>
                  <a:cubicBezTo>
                    <a:pt x="590" y="547"/>
                    <a:pt x="513" y="470"/>
                    <a:pt x="417" y="470"/>
                  </a:cubicBezTo>
                  <a:lnTo>
                    <a:pt x="417" y="503"/>
                  </a:lnTo>
                  <a:cubicBezTo>
                    <a:pt x="494" y="503"/>
                    <a:pt x="557" y="566"/>
                    <a:pt x="557" y="643"/>
                  </a:cubicBezTo>
                  <a:lnTo>
                    <a:pt x="590" y="643"/>
                  </a:lnTo>
                  <a:lnTo>
                    <a:pt x="590" y="643"/>
                  </a:lnTo>
                  <a:close/>
                  <a:moveTo>
                    <a:pt x="417" y="529"/>
                  </a:moveTo>
                  <a:lnTo>
                    <a:pt x="417" y="563"/>
                  </a:lnTo>
                  <a:cubicBezTo>
                    <a:pt x="461" y="562"/>
                    <a:pt x="497" y="599"/>
                    <a:pt x="497" y="643"/>
                  </a:cubicBezTo>
                  <a:lnTo>
                    <a:pt x="531" y="643"/>
                  </a:lnTo>
                  <a:cubicBezTo>
                    <a:pt x="531" y="580"/>
                    <a:pt x="480" y="529"/>
                    <a:pt x="417" y="529"/>
                  </a:cubicBezTo>
                  <a:close/>
                  <a:moveTo>
                    <a:pt x="852" y="429"/>
                  </a:moveTo>
                  <a:lnTo>
                    <a:pt x="759" y="429"/>
                  </a:lnTo>
                  <a:lnTo>
                    <a:pt x="746" y="429"/>
                  </a:lnTo>
                  <a:cubicBezTo>
                    <a:pt x="719" y="429"/>
                    <a:pt x="697" y="452"/>
                    <a:pt x="697" y="479"/>
                  </a:cubicBezTo>
                  <a:lnTo>
                    <a:pt x="697" y="485"/>
                  </a:lnTo>
                  <a:cubicBezTo>
                    <a:pt x="697" y="512"/>
                    <a:pt x="719" y="535"/>
                    <a:pt x="746" y="535"/>
                  </a:cubicBezTo>
                  <a:lnTo>
                    <a:pt x="840" y="535"/>
                  </a:lnTo>
                  <a:lnTo>
                    <a:pt x="852" y="535"/>
                  </a:lnTo>
                  <a:cubicBezTo>
                    <a:pt x="880" y="535"/>
                    <a:pt x="902" y="512"/>
                    <a:pt x="902" y="485"/>
                  </a:cubicBezTo>
                  <a:lnTo>
                    <a:pt x="902" y="479"/>
                  </a:lnTo>
                  <a:cubicBezTo>
                    <a:pt x="902" y="452"/>
                    <a:pt x="880" y="429"/>
                    <a:pt x="852" y="429"/>
                  </a:cubicBezTo>
                  <a:close/>
                  <a:moveTo>
                    <a:pt x="902" y="355"/>
                  </a:moveTo>
                  <a:lnTo>
                    <a:pt x="902" y="360"/>
                  </a:lnTo>
                  <a:cubicBezTo>
                    <a:pt x="902" y="388"/>
                    <a:pt x="880" y="410"/>
                    <a:pt x="852" y="410"/>
                  </a:cubicBezTo>
                  <a:lnTo>
                    <a:pt x="840" y="410"/>
                  </a:lnTo>
                  <a:lnTo>
                    <a:pt x="759" y="410"/>
                  </a:lnTo>
                  <a:lnTo>
                    <a:pt x="746" y="410"/>
                  </a:lnTo>
                  <a:cubicBezTo>
                    <a:pt x="719" y="410"/>
                    <a:pt x="697" y="388"/>
                    <a:pt x="697" y="360"/>
                  </a:cubicBezTo>
                  <a:lnTo>
                    <a:pt x="697" y="355"/>
                  </a:lnTo>
                  <a:cubicBezTo>
                    <a:pt x="697" y="327"/>
                    <a:pt x="719" y="305"/>
                    <a:pt x="746" y="305"/>
                  </a:cubicBezTo>
                  <a:lnTo>
                    <a:pt x="759" y="305"/>
                  </a:lnTo>
                  <a:lnTo>
                    <a:pt x="759" y="305"/>
                  </a:lnTo>
                  <a:lnTo>
                    <a:pt x="786" y="305"/>
                  </a:lnTo>
                  <a:lnTo>
                    <a:pt x="786" y="100"/>
                  </a:lnTo>
                  <a:lnTo>
                    <a:pt x="331" y="100"/>
                  </a:lnTo>
                  <a:lnTo>
                    <a:pt x="331" y="212"/>
                  </a:lnTo>
                  <a:cubicBezTo>
                    <a:pt x="375" y="187"/>
                    <a:pt x="413" y="166"/>
                    <a:pt x="431" y="156"/>
                  </a:cubicBezTo>
                  <a:cubicBezTo>
                    <a:pt x="491" y="126"/>
                    <a:pt x="524" y="163"/>
                    <a:pt x="514" y="207"/>
                  </a:cubicBezTo>
                  <a:cubicBezTo>
                    <a:pt x="506" y="242"/>
                    <a:pt x="448" y="279"/>
                    <a:pt x="387" y="326"/>
                  </a:cubicBezTo>
                  <a:cubicBezTo>
                    <a:pt x="375" y="336"/>
                    <a:pt x="354" y="350"/>
                    <a:pt x="331" y="364"/>
                  </a:cubicBezTo>
                  <a:lnTo>
                    <a:pt x="331" y="817"/>
                  </a:lnTo>
                  <a:lnTo>
                    <a:pt x="786" y="817"/>
                  </a:lnTo>
                  <a:lnTo>
                    <a:pt x="786" y="784"/>
                  </a:lnTo>
                  <a:lnTo>
                    <a:pt x="746" y="784"/>
                  </a:lnTo>
                  <a:cubicBezTo>
                    <a:pt x="719" y="784"/>
                    <a:pt x="697" y="761"/>
                    <a:pt x="697" y="734"/>
                  </a:cubicBezTo>
                  <a:lnTo>
                    <a:pt x="697" y="728"/>
                  </a:lnTo>
                  <a:cubicBezTo>
                    <a:pt x="697" y="701"/>
                    <a:pt x="719" y="678"/>
                    <a:pt x="746" y="678"/>
                  </a:cubicBezTo>
                  <a:lnTo>
                    <a:pt x="759" y="678"/>
                  </a:lnTo>
                  <a:lnTo>
                    <a:pt x="840" y="678"/>
                  </a:lnTo>
                  <a:lnTo>
                    <a:pt x="852" y="678"/>
                  </a:lnTo>
                  <a:cubicBezTo>
                    <a:pt x="880" y="678"/>
                    <a:pt x="902" y="701"/>
                    <a:pt x="902" y="728"/>
                  </a:cubicBezTo>
                  <a:lnTo>
                    <a:pt x="902" y="734"/>
                  </a:lnTo>
                  <a:cubicBezTo>
                    <a:pt x="902" y="761"/>
                    <a:pt x="880" y="784"/>
                    <a:pt x="852" y="784"/>
                  </a:cubicBezTo>
                  <a:lnTo>
                    <a:pt x="840" y="784"/>
                  </a:lnTo>
                  <a:lnTo>
                    <a:pt x="840" y="784"/>
                  </a:lnTo>
                  <a:lnTo>
                    <a:pt x="830" y="784"/>
                  </a:lnTo>
                  <a:lnTo>
                    <a:pt x="830" y="871"/>
                  </a:lnTo>
                  <a:cubicBezTo>
                    <a:pt x="830" y="906"/>
                    <a:pt x="802" y="934"/>
                    <a:pt x="767" y="934"/>
                  </a:cubicBezTo>
                  <a:lnTo>
                    <a:pt x="350" y="934"/>
                  </a:lnTo>
                  <a:cubicBezTo>
                    <a:pt x="316" y="934"/>
                    <a:pt x="287" y="906"/>
                    <a:pt x="287" y="871"/>
                  </a:cubicBezTo>
                  <a:lnTo>
                    <a:pt x="287" y="799"/>
                  </a:lnTo>
                  <a:lnTo>
                    <a:pt x="211" y="799"/>
                  </a:lnTo>
                  <a:cubicBezTo>
                    <a:pt x="211" y="799"/>
                    <a:pt x="99" y="799"/>
                    <a:pt x="39" y="707"/>
                  </a:cubicBezTo>
                  <a:cubicBezTo>
                    <a:pt x="38" y="706"/>
                    <a:pt x="37" y="705"/>
                    <a:pt x="37" y="704"/>
                  </a:cubicBezTo>
                  <a:cubicBezTo>
                    <a:pt x="34" y="700"/>
                    <a:pt x="32" y="696"/>
                    <a:pt x="29" y="692"/>
                  </a:cubicBezTo>
                  <a:cubicBezTo>
                    <a:pt x="27" y="688"/>
                    <a:pt x="26" y="684"/>
                    <a:pt x="24" y="680"/>
                  </a:cubicBezTo>
                  <a:cubicBezTo>
                    <a:pt x="22" y="677"/>
                    <a:pt x="20" y="673"/>
                    <a:pt x="19" y="669"/>
                  </a:cubicBezTo>
                  <a:cubicBezTo>
                    <a:pt x="15" y="661"/>
                    <a:pt x="13" y="652"/>
                    <a:pt x="10" y="643"/>
                  </a:cubicBezTo>
                  <a:cubicBezTo>
                    <a:pt x="9" y="641"/>
                    <a:pt x="9" y="638"/>
                    <a:pt x="8" y="635"/>
                  </a:cubicBezTo>
                  <a:cubicBezTo>
                    <a:pt x="6" y="627"/>
                    <a:pt x="5" y="619"/>
                    <a:pt x="4" y="610"/>
                  </a:cubicBezTo>
                  <a:cubicBezTo>
                    <a:pt x="3" y="607"/>
                    <a:pt x="3" y="604"/>
                    <a:pt x="2" y="600"/>
                  </a:cubicBezTo>
                  <a:cubicBezTo>
                    <a:pt x="1" y="588"/>
                    <a:pt x="0" y="576"/>
                    <a:pt x="0" y="563"/>
                  </a:cubicBezTo>
                  <a:cubicBezTo>
                    <a:pt x="0" y="416"/>
                    <a:pt x="69" y="353"/>
                    <a:pt x="116" y="334"/>
                  </a:cubicBezTo>
                  <a:cubicBezTo>
                    <a:pt x="117" y="334"/>
                    <a:pt x="203" y="284"/>
                    <a:pt x="287" y="236"/>
                  </a:cubicBezTo>
                  <a:lnTo>
                    <a:pt x="287" y="63"/>
                  </a:lnTo>
                  <a:cubicBezTo>
                    <a:pt x="287" y="28"/>
                    <a:pt x="316" y="0"/>
                    <a:pt x="350" y="0"/>
                  </a:cubicBezTo>
                  <a:lnTo>
                    <a:pt x="767" y="0"/>
                  </a:lnTo>
                  <a:cubicBezTo>
                    <a:pt x="802" y="0"/>
                    <a:pt x="830" y="28"/>
                    <a:pt x="830" y="63"/>
                  </a:cubicBezTo>
                  <a:lnTo>
                    <a:pt x="830" y="305"/>
                  </a:lnTo>
                  <a:lnTo>
                    <a:pt x="852" y="305"/>
                  </a:lnTo>
                  <a:cubicBezTo>
                    <a:pt x="880" y="305"/>
                    <a:pt x="902" y="327"/>
                    <a:pt x="902" y="355"/>
                  </a:cubicBezTo>
                  <a:close/>
                  <a:moveTo>
                    <a:pt x="527" y="871"/>
                  </a:moveTo>
                  <a:cubicBezTo>
                    <a:pt x="527" y="889"/>
                    <a:pt x="541" y="903"/>
                    <a:pt x="559" y="903"/>
                  </a:cubicBezTo>
                  <a:cubicBezTo>
                    <a:pt x="576" y="903"/>
                    <a:pt x="590" y="889"/>
                    <a:pt x="590" y="871"/>
                  </a:cubicBezTo>
                  <a:cubicBezTo>
                    <a:pt x="590" y="854"/>
                    <a:pt x="576" y="840"/>
                    <a:pt x="559" y="840"/>
                  </a:cubicBezTo>
                  <a:cubicBezTo>
                    <a:pt x="541" y="840"/>
                    <a:pt x="527" y="854"/>
                    <a:pt x="527" y="871"/>
                  </a:cubicBezTo>
                  <a:close/>
                  <a:moveTo>
                    <a:pt x="633" y="53"/>
                  </a:moveTo>
                  <a:cubicBezTo>
                    <a:pt x="633" y="49"/>
                    <a:pt x="629" y="45"/>
                    <a:pt x="625" y="45"/>
                  </a:cubicBezTo>
                  <a:lnTo>
                    <a:pt x="492" y="45"/>
                  </a:lnTo>
                  <a:cubicBezTo>
                    <a:pt x="488" y="45"/>
                    <a:pt x="484" y="49"/>
                    <a:pt x="484" y="53"/>
                  </a:cubicBezTo>
                  <a:cubicBezTo>
                    <a:pt x="484" y="57"/>
                    <a:pt x="488" y="61"/>
                    <a:pt x="492" y="61"/>
                  </a:cubicBezTo>
                  <a:lnTo>
                    <a:pt x="625" y="61"/>
                  </a:lnTo>
                  <a:cubicBezTo>
                    <a:pt x="629" y="61"/>
                    <a:pt x="633" y="57"/>
                    <a:pt x="633" y="53"/>
                  </a:cubicBezTo>
                  <a:close/>
                  <a:moveTo>
                    <a:pt x="852" y="554"/>
                  </a:moveTo>
                  <a:lnTo>
                    <a:pt x="840" y="554"/>
                  </a:lnTo>
                  <a:lnTo>
                    <a:pt x="746" y="554"/>
                  </a:lnTo>
                  <a:cubicBezTo>
                    <a:pt x="719" y="554"/>
                    <a:pt x="697" y="576"/>
                    <a:pt x="697" y="604"/>
                  </a:cubicBezTo>
                  <a:lnTo>
                    <a:pt x="697" y="609"/>
                  </a:lnTo>
                  <a:cubicBezTo>
                    <a:pt x="697" y="637"/>
                    <a:pt x="719" y="659"/>
                    <a:pt x="746" y="659"/>
                  </a:cubicBezTo>
                  <a:lnTo>
                    <a:pt x="759" y="659"/>
                  </a:lnTo>
                  <a:lnTo>
                    <a:pt x="840" y="659"/>
                  </a:lnTo>
                  <a:lnTo>
                    <a:pt x="852" y="659"/>
                  </a:lnTo>
                  <a:cubicBezTo>
                    <a:pt x="880" y="659"/>
                    <a:pt x="902" y="637"/>
                    <a:pt x="902" y="609"/>
                  </a:cubicBezTo>
                  <a:lnTo>
                    <a:pt x="902" y="604"/>
                  </a:lnTo>
                  <a:cubicBezTo>
                    <a:pt x="902" y="576"/>
                    <a:pt x="880" y="554"/>
                    <a:pt x="852" y="554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dk1"/>
                </a:solidFill>
              </a:endParaRPr>
            </a:p>
          </p:txBody>
        </p:sp>
        <p:sp>
          <p:nvSpPr>
            <p:cNvPr id="50" name="椭圆 54"/>
            <p:cNvSpPr/>
            <p:nvPr/>
          </p:nvSpPr>
          <p:spPr bwMode="auto">
            <a:xfrm>
              <a:off x="812213" y="4934481"/>
              <a:ext cx="317342" cy="288010"/>
            </a:xfrm>
            <a:custGeom>
              <a:avLst/>
              <a:gdLst>
                <a:gd name="connsiteX0" fmla="*/ 610004 w 610004"/>
                <a:gd name="connsiteY0" fmla="*/ 450415 h 553622"/>
                <a:gd name="connsiteX1" fmla="*/ 610004 w 610004"/>
                <a:gd name="connsiteY1" fmla="*/ 498049 h 553622"/>
                <a:gd name="connsiteX2" fmla="*/ 553375 w 610004"/>
                <a:gd name="connsiteY2" fmla="*/ 553622 h 553622"/>
                <a:gd name="connsiteX3" fmla="*/ 55636 w 610004"/>
                <a:gd name="connsiteY3" fmla="*/ 553622 h 553622"/>
                <a:gd name="connsiteX4" fmla="*/ 19870 w 610004"/>
                <a:gd name="connsiteY4" fmla="*/ 540721 h 553622"/>
                <a:gd name="connsiteX5" fmla="*/ 0 w 610004"/>
                <a:gd name="connsiteY5" fmla="*/ 498049 h 553622"/>
                <a:gd name="connsiteX6" fmla="*/ 0 w 610004"/>
                <a:gd name="connsiteY6" fmla="*/ 459347 h 553622"/>
                <a:gd name="connsiteX7" fmla="*/ 11922 w 610004"/>
                <a:gd name="connsiteY7" fmla="*/ 459347 h 553622"/>
                <a:gd name="connsiteX8" fmla="*/ 55636 w 610004"/>
                <a:gd name="connsiteY8" fmla="*/ 471255 h 553622"/>
                <a:gd name="connsiteX9" fmla="*/ 92395 w 610004"/>
                <a:gd name="connsiteY9" fmla="*/ 471255 h 553622"/>
                <a:gd name="connsiteX10" fmla="*/ 117232 w 610004"/>
                <a:gd name="connsiteY10" fmla="*/ 511942 h 553622"/>
                <a:gd name="connsiteX11" fmla="*/ 491779 w 610004"/>
                <a:gd name="connsiteY11" fmla="*/ 511942 h 553622"/>
                <a:gd name="connsiteX12" fmla="*/ 515623 w 610004"/>
                <a:gd name="connsiteY12" fmla="*/ 471255 h 553622"/>
                <a:gd name="connsiteX13" fmla="*/ 553375 w 610004"/>
                <a:gd name="connsiteY13" fmla="*/ 471255 h 553622"/>
                <a:gd name="connsiteX14" fmla="*/ 610004 w 610004"/>
                <a:gd name="connsiteY14" fmla="*/ 450415 h 553622"/>
                <a:gd name="connsiteX15" fmla="*/ 610004 w 610004"/>
                <a:gd name="connsiteY15" fmla="*/ 340360 h 553622"/>
                <a:gd name="connsiteX16" fmla="*/ 610004 w 610004"/>
                <a:gd name="connsiteY16" fmla="*/ 387920 h 553622"/>
                <a:gd name="connsiteX17" fmla="*/ 553375 w 610004"/>
                <a:gd name="connsiteY17" fmla="*/ 443408 h 553622"/>
                <a:gd name="connsiteX18" fmla="*/ 55636 w 610004"/>
                <a:gd name="connsiteY18" fmla="*/ 443408 h 553622"/>
                <a:gd name="connsiteX19" fmla="*/ 19870 w 610004"/>
                <a:gd name="connsiteY19" fmla="*/ 431518 h 553622"/>
                <a:gd name="connsiteX20" fmla="*/ 0 w 610004"/>
                <a:gd name="connsiteY20" fmla="*/ 387920 h 553622"/>
                <a:gd name="connsiteX21" fmla="*/ 0 w 610004"/>
                <a:gd name="connsiteY21" fmla="*/ 349277 h 553622"/>
                <a:gd name="connsiteX22" fmla="*/ 11922 w 610004"/>
                <a:gd name="connsiteY22" fmla="*/ 349277 h 553622"/>
                <a:gd name="connsiteX23" fmla="*/ 55636 w 610004"/>
                <a:gd name="connsiteY23" fmla="*/ 362158 h 553622"/>
                <a:gd name="connsiteX24" fmla="*/ 92395 w 610004"/>
                <a:gd name="connsiteY24" fmla="*/ 362158 h 553622"/>
                <a:gd name="connsiteX25" fmla="*/ 117232 w 610004"/>
                <a:gd name="connsiteY25" fmla="*/ 401792 h 553622"/>
                <a:gd name="connsiteX26" fmla="*/ 491779 w 610004"/>
                <a:gd name="connsiteY26" fmla="*/ 401792 h 553622"/>
                <a:gd name="connsiteX27" fmla="*/ 515623 w 610004"/>
                <a:gd name="connsiteY27" fmla="*/ 362158 h 553622"/>
                <a:gd name="connsiteX28" fmla="*/ 553375 w 610004"/>
                <a:gd name="connsiteY28" fmla="*/ 362158 h 553622"/>
                <a:gd name="connsiteX29" fmla="*/ 610004 w 610004"/>
                <a:gd name="connsiteY29" fmla="*/ 340360 h 553622"/>
                <a:gd name="connsiteX30" fmla="*/ 296003 w 610004"/>
                <a:gd name="connsiteY30" fmla="*/ 93312 h 553622"/>
                <a:gd name="connsiteX31" fmla="*/ 296003 w 610004"/>
                <a:gd name="connsiteY31" fmla="*/ 110170 h 553622"/>
                <a:gd name="connsiteX32" fmla="*/ 265212 w 610004"/>
                <a:gd name="connsiteY32" fmla="*/ 142894 h 553622"/>
                <a:gd name="connsiteX33" fmla="*/ 297989 w 610004"/>
                <a:gd name="connsiteY33" fmla="*/ 175618 h 553622"/>
                <a:gd name="connsiteX34" fmla="*/ 316861 w 610004"/>
                <a:gd name="connsiteY34" fmla="*/ 191484 h 553622"/>
                <a:gd name="connsiteX35" fmla="*/ 298982 w 610004"/>
                <a:gd name="connsiteY35" fmla="*/ 203384 h 553622"/>
                <a:gd name="connsiteX36" fmla="*/ 269185 w 610004"/>
                <a:gd name="connsiteY36" fmla="*/ 195450 h 553622"/>
                <a:gd name="connsiteX37" fmla="*/ 264219 w 610004"/>
                <a:gd name="connsiteY37" fmla="*/ 216275 h 553622"/>
                <a:gd name="connsiteX38" fmla="*/ 295010 w 610004"/>
                <a:gd name="connsiteY38" fmla="*/ 224208 h 553622"/>
                <a:gd name="connsiteX39" fmla="*/ 295010 w 610004"/>
                <a:gd name="connsiteY39" fmla="*/ 241066 h 553622"/>
                <a:gd name="connsiteX40" fmla="*/ 311895 w 610004"/>
                <a:gd name="connsiteY40" fmla="*/ 241066 h 553622"/>
                <a:gd name="connsiteX41" fmla="*/ 311895 w 610004"/>
                <a:gd name="connsiteY41" fmla="*/ 223216 h 553622"/>
                <a:gd name="connsiteX42" fmla="*/ 344671 w 610004"/>
                <a:gd name="connsiteY42" fmla="*/ 189501 h 553622"/>
                <a:gd name="connsiteX43" fmla="*/ 314874 w 610004"/>
                <a:gd name="connsiteY43" fmla="*/ 154793 h 553622"/>
                <a:gd name="connsiteX44" fmla="*/ 293023 w 610004"/>
                <a:gd name="connsiteY44" fmla="*/ 139919 h 553622"/>
                <a:gd name="connsiteX45" fmla="*/ 307922 w 610004"/>
                <a:gd name="connsiteY45" fmla="*/ 129011 h 553622"/>
                <a:gd name="connsiteX46" fmla="*/ 334739 w 610004"/>
                <a:gd name="connsiteY46" fmla="*/ 135952 h 553622"/>
                <a:gd name="connsiteX47" fmla="*/ 339705 w 610004"/>
                <a:gd name="connsiteY47" fmla="*/ 115128 h 553622"/>
                <a:gd name="connsiteX48" fmla="*/ 313881 w 610004"/>
                <a:gd name="connsiteY48" fmla="*/ 109178 h 553622"/>
                <a:gd name="connsiteX49" fmla="*/ 313881 w 610004"/>
                <a:gd name="connsiteY49" fmla="*/ 93312 h 553622"/>
                <a:gd name="connsiteX50" fmla="*/ 303949 w 610004"/>
                <a:gd name="connsiteY50" fmla="*/ 67530 h 553622"/>
                <a:gd name="connsiteX51" fmla="*/ 403272 w 610004"/>
                <a:gd name="connsiteY51" fmla="*/ 166693 h 553622"/>
                <a:gd name="connsiteX52" fmla="*/ 303949 w 610004"/>
                <a:gd name="connsiteY52" fmla="*/ 264865 h 553622"/>
                <a:gd name="connsiteX53" fmla="*/ 205618 w 610004"/>
                <a:gd name="connsiteY53" fmla="*/ 166693 h 553622"/>
                <a:gd name="connsiteX54" fmla="*/ 303949 w 610004"/>
                <a:gd name="connsiteY54" fmla="*/ 67530 h 553622"/>
                <a:gd name="connsiteX55" fmla="*/ 116239 w 610004"/>
                <a:gd name="connsiteY55" fmla="*/ 40672 h 553622"/>
                <a:gd name="connsiteX56" fmla="*/ 41727 w 610004"/>
                <a:gd name="connsiteY56" fmla="*/ 117057 h 553622"/>
                <a:gd name="connsiteX57" fmla="*/ 41727 w 610004"/>
                <a:gd name="connsiteY57" fmla="*/ 216258 h 553622"/>
                <a:gd name="connsiteX58" fmla="*/ 117232 w 610004"/>
                <a:gd name="connsiteY58" fmla="*/ 292642 h 553622"/>
                <a:gd name="connsiteX59" fmla="*/ 491779 w 610004"/>
                <a:gd name="connsiteY59" fmla="*/ 292642 h 553622"/>
                <a:gd name="connsiteX60" fmla="*/ 568278 w 610004"/>
                <a:gd name="connsiteY60" fmla="*/ 215266 h 553622"/>
                <a:gd name="connsiteX61" fmla="*/ 568278 w 610004"/>
                <a:gd name="connsiteY61" fmla="*/ 118049 h 553622"/>
                <a:gd name="connsiteX62" fmla="*/ 492772 w 610004"/>
                <a:gd name="connsiteY62" fmla="*/ 40672 h 553622"/>
                <a:gd name="connsiteX63" fmla="*/ 55636 w 610004"/>
                <a:gd name="connsiteY63" fmla="*/ 0 h 553622"/>
                <a:gd name="connsiteX64" fmla="*/ 553375 w 610004"/>
                <a:gd name="connsiteY64" fmla="*/ 0 h 553622"/>
                <a:gd name="connsiteX65" fmla="*/ 610004 w 610004"/>
                <a:gd name="connsiteY65" fmla="*/ 54560 h 553622"/>
                <a:gd name="connsiteX66" fmla="*/ 610004 w 610004"/>
                <a:gd name="connsiteY66" fmla="*/ 277762 h 553622"/>
                <a:gd name="connsiteX67" fmla="*/ 553375 w 610004"/>
                <a:gd name="connsiteY67" fmla="*/ 334307 h 553622"/>
                <a:gd name="connsiteX68" fmla="*/ 55636 w 610004"/>
                <a:gd name="connsiteY68" fmla="*/ 334307 h 553622"/>
                <a:gd name="connsiteX69" fmla="*/ 19870 w 610004"/>
                <a:gd name="connsiteY69" fmla="*/ 321411 h 553622"/>
                <a:gd name="connsiteX70" fmla="*/ 0 w 610004"/>
                <a:gd name="connsiteY70" fmla="*/ 277762 h 553622"/>
                <a:gd name="connsiteX71" fmla="*/ 0 w 610004"/>
                <a:gd name="connsiteY71" fmla="*/ 54560 h 553622"/>
                <a:gd name="connsiteX72" fmla="*/ 55636 w 610004"/>
                <a:gd name="connsiteY72" fmla="*/ 0 h 55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10004" h="553622">
                  <a:moveTo>
                    <a:pt x="610004" y="450415"/>
                  </a:moveTo>
                  <a:lnTo>
                    <a:pt x="610004" y="498049"/>
                  </a:lnTo>
                  <a:cubicBezTo>
                    <a:pt x="610004" y="528813"/>
                    <a:pt x="584173" y="553622"/>
                    <a:pt x="553375" y="553622"/>
                  </a:cubicBezTo>
                  <a:lnTo>
                    <a:pt x="55636" y="553622"/>
                  </a:lnTo>
                  <a:cubicBezTo>
                    <a:pt x="42720" y="553622"/>
                    <a:pt x="27818" y="547668"/>
                    <a:pt x="19870" y="540721"/>
                  </a:cubicBezTo>
                  <a:cubicBezTo>
                    <a:pt x="10929" y="532782"/>
                    <a:pt x="0" y="514920"/>
                    <a:pt x="0" y="498049"/>
                  </a:cubicBezTo>
                  <a:lnTo>
                    <a:pt x="0" y="459347"/>
                  </a:lnTo>
                  <a:lnTo>
                    <a:pt x="11922" y="459347"/>
                  </a:lnTo>
                  <a:cubicBezTo>
                    <a:pt x="24838" y="467286"/>
                    <a:pt x="40733" y="471255"/>
                    <a:pt x="55636" y="471255"/>
                  </a:cubicBezTo>
                  <a:lnTo>
                    <a:pt x="92395" y="471255"/>
                  </a:lnTo>
                  <a:cubicBezTo>
                    <a:pt x="102330" y="483164"/>
                    <a:pt x="111271" y="496064"/>
                    <a:pt x="117232" y="511942"/>
                  </a:cubicBezTo>
                  <a:lnTo>
                    <a:pt x="491779" y="511942"/>
                  </a:lnTo>
                  <a:cubicBezTo>
                    <a:pt x="497740" y="496064"/>
                    <a:pt x="505688" y="483164"/>
                    <a:pt x="515623" y="471255"/>
                  </a:cubicBezTo>
                  <a:lnTo>
                    <a:pt x="553375" y="471255"/>
                  </a:lnTo>
                  <a:cubicBezTo>
                    <a:pt x="575232" y="471255"/>
                    <a:pt x="595102" y="463316"/>
                    <a:pt x="610004" y="450415"/>
                  </a:cubicBezTo>
                  <a:close/>
                  <a:moveTo>
                    <a:pt x="610004" y="340360"/>
                  </a:moveTo>
                  <a:lnTo>
                    <a:pt x="610004" y="387920"/>
                  </a:lnTo>
                  <a:cubicBezTo>
                    <a:pt x="610004" y="418637"/>
                    <a:pt x="584173" y="443408"/>
                    <a:pt x="553375" y="443408"/>
                  </a:cubicBezTo>
                  <a:lnTo>
                    <a:pt x="55636" y="443408"/>
                  </a:lnTo>
                  <a:cubicBezTo>
                    <a:pt x="42720" y="443408"/>
                    <a:pt x="27818" y="437463"/>
                    <a:pt x="19870" y="431518"/>
                  </a:cubicBezTo>
                  <a:cubicBezTo>
                    <a:pt x="10929" y="423591"/>
                    <a:pt x="0" y="404765"/>
                    <a:pt x="0" y="387920"/>
                  </a:cubicBezTo>
                  <a:lnTo>
                    <a:pt x="0" y="349277"/>
                  </a:lnTo>
                  <a:lnTo>
                    <a:pt x="11922" y="349277"/>
                  </a:lnTo>
                  <a:cubicBezTo>
                    <a:pt x="24838" y="357204"/>
                    <a:pt x="40733" y="362158"/>
                    <a:pt x="55636" y="362158"/>
                  </a:cubicBezTo>
                  <a:lnTo>
                    <a:pt x="92395" y="362158"/>
                  </a:lnTo>
                  <a:cubicBezTo>
                    <a:pt x="102330" y="373058"/>
                    <a:pt x="111271" y="386930"/>
                    <a:pt x="117232" y="401792"/>
                  </a:cubicBezTo>
                  <a:lnTo>
                    <a:pt x="491779" y="401792"/>
                  </a:lnTo>
                  <a:cubicBezTo>
                    <a:pt x="497740" y="386930"/>
                    <a:pt x="505688" y="373058"/>
                    <a:pt x="515623" y="362158"/>
                  </a:cubicBezTo>
                  <a:lnTo>
                    <a:pt x="553375" y="362158"/>
                  </a:lnTo>
                  <a:cubicBezTo>
                    <a:pt x="575232" y="362158"/>
                    <a:pt x="595102" y="353241"/>
                    <a:pt x="610004" y="340360"/>
                  </a:cubicBezTo>
                  <a:close/>
                  <a:moveTo>
                    <a:pt x="296003" y="93312"/>
                  </a:moveTo>
                  <a:lnTo>
                    <a:pt x="296003" y="110170"/>
                  </a:lnTo>
                  <a:cubicBezTo>
                    <a:pt x="276138" y="114137"/>
                    <a:pt x="265212" y="127028"/>
                    <a:pt x="265212" y="142894"/>
                  </a:cubicBezTo>
                  <a:cubicBezTo>
                    <a:pt x="265212" y="160743"/>
                    <a:pt x="278124" y="169668"/>
                    <a:pt x="297989" y="175618"/>
                  </a:cubicBezTo>
                  <a:cubicBezTo>
                    <a:pt x="310901" y="180576"/>
                    <a:pt x="316861" y="184542"/>
                    <a:pt x="316861" y="191484"/>
                  </a:cubicBezTo>
                  <a:cubicBezTo>
                    <a:pt x="316861" y="199417"/>
                    <a:pt x="309908" y="203384"/>
                    <a:pt x="298982" y="203384"/>
                  </a:cubicBezTo>
                  <a:cubicBezTo>
                    <a:pt x="288057" y="203384"/>
                    <a:pt x="277131" y="199417"/>
                    <a:pt x="269185" y="195450"/>
                  </a:cubicBezTo>
                  <a:lnTo>
                    <a:pt x="264219" y="216275"/>
                  </a:lnTo>
                  <a:cubicBezTo>
                    <a:pt x="271172" y="220241"/>
                    <a:pt x="282097" y="224208"/>
                    <a:pt x="295010" y="224208"/>
                  </a:cubicBezTo>
                  <a:lnTo>
                    <a:pt x="295010" y="241066"/>
                  </a:lnTo>
                  <a:lnTo>
                    <a:pt x="311895" y="241066"/>
                  </a:lnTo>
                  <a:lnTo>
                    <a:pt x="311895" y="223216"/>
                  </a:lnTo>
                  <a:cubicBezTo>
                    <a:pt x="332752" y="219250"/>
                    <a:pt x="344671" y="205367"/>
                    <a:pt x="344671" y="189501"/>
                  </a:cubicBezTo>
                  <a:cubicBezTo>
                    <a:pt x="344671" y="172643"/>
                    <a:pt x="336725" y="162727"/>
                    <a:pt x="314874" y="154793"/>
                  </a:cubicBezTo>
                  <a:cubicBezTo>
                    <a:pt x="298982" y="149835"/>
                    <a:pt x="293023" y="145869"/>
                    <a:pt x="293023" y="139919"/>
                  </a:cubicBezTo>
                  <a:cubicBezTo>
                    <a:pt x="293023" y="133969"/>
                    <a:pt x="296996" y="129011"/>
                    <a:pt x="307922" y="129011"/>
                  </a:cubicBezTo>
                  <a:cubicBezTo>
                    <a:pt x="321827" y="129011"/>
                    <a:pt x="329773" y="133969"/>
                    <a:pt x="334739" y="135952"/>
                  </a:cubicBezTo>
                  <a:lnTo>
                    <a:pt x="339705" y="115128"/>
                  </a:lnTo>
                  <a:cubicBezTo>
                    <a:pt x="333746" y="112153"/>
                    <a:pt x="325800" y="109178"/>
                    <a:pt x="313881" y="109178"/>
                  </a:cubicBezTo>
                  <a:lnTo>
                    <a:pt x="313881" y="93312"/>
                  </a:lnTo>
                  <a:close/>
                  <a:moveTo>
                    <a:pt x="303949" y="67530"/>
                  </a:moveTo>
                  <a:cubicBezTo>
                    <a:pt x="358577" y="67530"/>
                    <a:pt x="403272" y="112153"/>
                    <a:pt x="403272" y="166693"/>
                  </a:cubicBezTo>
                  <a:cubicBezTo>
                    <a:pt x="403272" y="221233"/>
                    <a:pt x="358577" y="264865"/>
                    <a:pt x="303949" y="264865"/>
                  </a:cubicBezTo>
                  <a:cubicBezTo>
                    <a:pt x="249321" y="264865"/>
                    <a:pt x="205618" y="221233"/>
                    <a:pt x="205618" y="166693"/>
                  </a:cubicBezTo>
                  <a:cubicBezTo>
                    <a:pt x="205618" y="112153"/>
                    <a:pt x="249321" y="67530"/>
                    <a:pt x="303949" y="67530"/>
                  </a:cubicBezTo>
                  <a:close/>
                  <a:moveTo>
                    <a:pt x="116239" y="40672"/>
                  </a:moveTo>
                  <a:cubicBezTo>
                    <a:pt x="103323" y="79360"/>
                    <a:pt x="73519" y="105153"/>
                    <a:pt x="41727" y="117057"/>
                  </a:cubicBezTo>
                  <a:lnTo>
                    <a:pt x="41727" y="216258"/>
                  </a:lnTo>
                  <a:cubicBezTo>
                    <a:pt x="73519" y="228162"/>
                    <a:pt x="103323" y="254946"/>
                    <a:pt x="117232" y="292642"/>
                  </a:cubicBezTo>
                  <a:lnTo>
                    <a:pt x="491779" y="292642"/>
                  </a:lnTo>
                  <a:cubicBezTo>
                    <a:pt x="505688" y="253954"/>
                    <a:pt x="535492" y="227170"/>
                    <a:pt x="568278" y="215266"/>
                  </a:cubicBezTo>
                  <a:lnTo>
                    <a:pt x="568278" y="118049"/>
                  </a:lnTo>
                  <a:cubicBezTo>
                    <a:pt x="534499" y="106145"/>
                    <a:pt x="505688" y="81344"/>
                    <a:pt x="492772" y="40672"/>
                  </a:cubicBezTo>
                  <a:close/>
                  <a:moveTo>
                    <a:pt x="55636" y="0"/>
                  </a:moveTo>
                  <a:lnTo>
                    <a:pt x="553375" y="0"/>
                  </a:lnTo>
                  <a:cubicBezTo>
                    <a:pt x="584173" y="0"/>
                    <a:pt x="610004" y="23808"/>
                    <a:pt x="610004" y="54560"/>
                  </a:cubicBezTo>
                  <a:lnTo>
                    <a:pt x="610004" y="277762"/>
                  </a:lnTo>
                  <a:cubicBezTo>
                    <a:pt x="610004" y="308515"/>
                    <a:pt x="584173" y="334307"/>
                    <a:pt x="553375" y="334307"/>
                  </a:cubicBezTo>
                  <a:lnTo>
                    <a:pt x="55636" y="334307"/>
                  </a:lnTo>
                  <a:cubicBezTo>
                    <a:pt x="42720" y="334307"/>
                    <a:pt x="27818" y="327363"/>
                    <a:pt x="19870" y="321411"/>
                  </a:cubicBezTo>
                  <a:cubicBezTo>
                    <a:pt x="10929" y="313475"/>
                    <a:pt x="0" y="294626"/>
                    <a:pt x="0" y="277762"/>
                  </a:cubicBezTo>
                  <a:lnTo>
                    <a:pt x="0" y="54560"/>
                  </a:lnTo>
                  <a:cubicBezTo>
                    <a:pt x="0" y="23808"/>
                    <a:pt x="24838" y="0"/>
                    <a:pt x="55636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5f8ddc0b-6e9a-4720-90a3-ca5dda9eabb0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45793" y="1125538"/>
            <a:ext cx="10974695" cy="5018087"/>
            <a:chOff x="545793" y="1125538"/>
            <a:chExt cx="10974695" cy="5018087"/>
          </a:xfrm>
        </p:grpSpPr>
        <p:grpSp>
          <p:nvGrpSpPr>
            <p:cNvPr id="6" name="îṧḻíďe"/>
            <p:cNvGrpSpPr/>
            <p:nvPr/>
          </p:nvGrpSpPr>
          <p:grpSpPr>
            <a:xfrm>
              <a:off x="545793" y="1679216"/>
              <a:ext cx="4639113" cy="3499567"/>
              <a:chOff x="1546225" y="-4763"/>
              <a:chExt cx="9099551" cy="6864351"/>
            </a:xfrm>
          </p:grpSpPr>
          <p:sp>
            <p:nvSpPr>
              <p:cNvPr id="23" name="iṡḻíḋe"/>
              <p:cNvSpPr/>
              <p:nvPr/>
            </p:nvSpPr>
            <p:spPr bwMode="auto">
              <a:xfrm>
                <a:off x="1552575" y="1588"/>
                <a:ext cx="8428038" cy="6478588"/>
              </a:xfrm>
              <a:custGeom>
                <a:avLst/>
                <a:gdLst>
                  <a:gd name="T0" fmla="*/ 3783 w 3929"/>
                  <a:gd name="T1" fmla="*/ 411 h 3024"/>
                  <a:gd name="T2" fmla="*/ 3631 w 3929"/>
                  <a:gd name="T3" fmla="*/ 334 h 3024"/>
                  <a:gd name="T4" fmla="*/ 3454 w 3929"/>
                  <a:gd name="T5" fmla="*/ 245 h 3024"/>
                  <a:gd name="T6" fmla="*/ 3347 w 3929"/>
                  <a:gd name="T7" fmla="*/ 65 h 3024"/>
                  <a:gd name="T8" fmla="*/ 3157 w 3929"/>
                  <a:gd name="T9" fmla="*/ 12 h 3024"/>
                  <a:gd name="T10" fmla="*/ 3016 w 3929"/>
                  <a:gd name="T11" fmla="*/ 194 h 3024"/>
                  <a:gd name="T12" fmla="*/ 2915 w 3929"/>
                  <a:gd name="T13" fmla="*/ 373 h 3024"/>
                  <a:gd name="T14" fmla="*/ 2902 w 3929"/>
                  <a:gd name="T15" fmla="*/ 540 h 3024"/>
                  <a:gd name="T16" fmla="*/ 3040 w 3929"/>
                  <a:gd name="T17" fmla="*/ 630 h 3024"/>
                  <a:gd name="T18" fmla="*/ 2836 w 3929"/>
                  <a:gd name="T19" fmla="*/ 724 h 3024"/>
                  <a:gd name="T20" fmla="*/ 2545 w 3929"/>
                  <a:gd name="T21" fmla="*/ 877 h 3024"/>
                  <a:gd name="T22" fmla="*/ 2287 w 3929"/>
                  <a:gd name="T23" fmla="*/ 1041 h 3024"/>
                  <a:gd name="T24" fmla="*/ 1615 w 3929"/>
                  <a:gd name="T25" fmla="*/ 961 h 3024"/>
                  <a:gd name="T26" fmla="*/ 1340 w 3929"/>
                  <a:gd name="T27" fmla="*/ 711 h 3024"/>
                  <a:gd name="T28" fmla="*/ 1266 w 3929"/>
                  <a:gd name="T29" fmla="*/ 461 h 3024"/>
                  <a:gd name="T30" fmla="*/ 1143 w 3929"/>
                  <a:gd name="T31" fmla="*/ 350 h 3024"/>
                  <a:gd name="T32" fmla="*/ 1012 w 3929"/>
                  <a:gd name="T33" fmla="*/ 326 h 3024"/>
                  <a:gd name="T34" fmla="*/ 788 w 3929"/>
                  <a:gd name="T35" fmla="*/ 431 h 3024"/>
                  <a:gd name="T36" fmla="*/ 574 w 3929"/>
                  <a:gd name="T37" fmla="*/ 536 h 3024"/>
                  <a:gd name="T38" fmla="*/ 541 w 3929"/>
                  <a:gd name="T39" fmla="*/ 720 h 3024"/>
                  <a:gd name="T40" fmla="*/ 284 w 3929"/>
                  <a:gd name="T41" fmla="*/ 808 h 3024"/>
                  <a:gd name="T42" fmla="*/ 141 w 3929"/>
                  <a:gd name="T43" fmla="*/ 813 h 3024"/>
                  <a:gd name="T44" fmla="*/ 25 w 3929"/>
                  <a:gd name="T45" fmla="*/ 914 h 3024"/>
                  <a:gd name="T46" fmla="*/ 63 w 3929"/>
                  <a:gd name="T47" fmla="*/ 1127 h 3024"/>
                  <a:gd name="T48" fmla="*/ 166 w 3929"/>
                  <a:gd name="T49" fmla="*/ 1298 h 3024"/>
                  <a:gd name="T50" fmla="*/ 206 w 3929"/>
                  <a:gd name="T51" fmla="*/ 1439 h 3024"/>
                  <a:gd name="T52" fmla="*/ 135 w 3929"/>
                  <a:gd name="T53" fmla="*/ 1592 h 3024"/>
                  <a:gd name="T54" fmla="*/ 218 w 3929"/>
                  <a:gd name="T55" fmla="*/ 1767 h 3024"/>
                  <a:gd name="T56" fmla="*/ 383 w 3929"/>
                  <a:gd name="T57" fmla="*/ 1895 h 3024"/>
                  <a:gd name="T58" fmla="*/ 516 w 3929"/>
                  <a:gd name="T59" fmla="*/ 2034 h 3024"/>
                  <a:gd name="T60" fmla="*/ 619 w 3929"/>
                  <a:gd name="T61" fmla="*/ 2119 h 3024"/>
                  <a:gd name="T62" fmla="*/ 792 w 3929"/>
                  <a:gd name="T63" fmla="*/ 2186 h 3024"/>
                  <a:gd name="T64" fmla="*/ 1005 w 3929"/>
                  <a:gd name="T65" fmla="*/ 2204 h 3024"/>
                  <a:gd name="T66" fmla="*/ 1240 w 3929"/>
                  <a:gd name="T67" fmla="*/ 2270 h 3024"/>
                  <a:gd name="T68" fmla="*/ 1467 w 3929"/>
                  <a:gd name="T69" fmla="*/ 2242 h 3024"/>
                  <a:gd name="T70" fmla="*/ 1556 w 3929"/>
                  <a:gd name="T71" fmla="*/ 2378 h 3024"/>
                  <a:gd name="T72" fmla="*/ 1442 w 3929"/>
                  <a:gd name="T73" fmla="*/ 2559 h 3024"/>
                  <a:gd name="T74" fmla="*/ 1534 w 3929"/>
                  <a:gd name="T75" fmla="*/ 2670 h 3024"/>
                  <a:gd name="T76" fmla="*/ 1560 w 3929"/>
                  <a:gd name="T77" fmla="*/ 2781 h 3024"/>
                  <a:gd name="T78" fmla="*/ 1711 w 3929"/>
                  <a:gd name="T79" fmla="*/ 2875 h 3024"/>
                  <a:gd name="T80" fmla="*/ 1782 w 3929"/>
                  <a:gd name="T81" fmla="*/ 2800 h 3024"/>
                  <a:gd name="T82" fmla="*/ 1975 w 3929"/>
                  <a:gd name="T83" fmla="*/ 2781 h 3024"/>
                  <a:gd name="T84" fmla="*/ 2163 w 3929"/>
                  <a:gd name="T85" fmla="*/ 2815 h 3024"/>
                  <a:gd name="T86" fmla="*/ 2342 w 3929"/>
                  <a:gd name="T87" fmla="*/ 2901 h 3024"/>
                  <a:gd name="T88" fmla="*/ 2491 w 3929"/>
                  <a:gd name="T89" fmla="*/ 3002 h 3024"/>
                  <a:gd name="T90" fmla="*/ 2604 w 3929"/>
                  <a:gd name="T91" fmla="*/ 2910 h 3024"/>
                  <a:gd name="T92" fmla="*/ 2767 w 3929"/>
                  <a:gd name="T93" fmla="*/ 2807 h 3024"/>
                  <a:gd name="T94" fmla="*/ 2914 w 3929"/>
                  <a:gd name="T95" fmla="*/ 2798 h 3024"/>
                  <a:gd name="T96" fmla="*/ 3118 w 3929"/>
                  <a:gd name="T97" fmla="*/ 2612 h 3024"/>
                  <a:gd name="T98" fmla="*/ 3241 w 3929"/>
                  <a:gd name="T99" fmla="*/ 2444 h 3024"/>
                  <a:gd name="T100" fmla="*/ 3325 w 3929"/>
                  <a:gd name="T101" fmla="*/ 2268 h 3024"/>
                  <a:gd name="T102" fmla="*/ 3340 w 3929"/>
                  <a:gd name="T103" fmla="*/ 2104 h 3024"/>
                  <a:gd name="T104" fmla="*/ 3191 w 3929"/>
                  <a:gd name="T105" fmla="*/ 1721 h 3024"/>
                  <a:gd name="T106" fmla="*/ 3319 w 3929"/>
                  <a:gd name="T107" fmla="*/ 1465 h 3024"/>
                  <a:gd name="T108" fmla="*/ 3060 w 3929"/>
                  <a:gd name="T109" fmla="*/ 1402 h 3024"/>
                  <a:gd name="T110" fmla="*/ 3241 w 3929"/>
                  <a:gd name="T111" fmla="*/ 1133 h 3024"/>
                  <a:gd name="T112" fmla="*/ 3351 w 3929"/>
                  <a:gd name="T113" fmla="*/ 1223 h 3024"/>
                  <a:gd name="T114" fmla="*/ 3526 w 3929"/>
                  <a:gd name="T115" fmla="*/ 1058 h 3024"/>
                  <a:gd name="T116" fmla="*/ 3644 w 3929"/>
                  <a:gd name="T117" fmla="*/ 999 h 3024"/>
                  <a:gd name="T118" fmla="*/ 3777 w 3929"/>
                  <a:gd name="T119" fmla="*/ 896 h 3024"/>
                  <a:gd name="T120" fmla="*/ 3783 w 3929"/>
                  <a:gd name="T121" fmla="*/ 720 h 3024"/>
                  <a:gd name="T122" fmla="*/ 3890 w 3929"/>
                  <a:gd name="T123" fmla="*/ 555 h 3024"/>
                  <a:gd name="T124" fmla="*/ 3926 w 3929"/>
                  <a:gd name="T125" fmla="*/ 317 h 3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29" h="3024">
                    <a:moveTo>
                      <a:pt x="3926" y="317"/>
                    </a:moveTo>
                    <a:cubicBezTo>
                      <a:pt x="3929" y="313"/>
                      <a:pt x="3928" y="312"/>
                      <a:pt x="3926" y="311"/>
                    </a:cubicBezTo>
                    <a:cubicBezTo>
                      <a:pt x="3926" y="310"/>
                      <a:pt x="3924" y="310"/>
                      <a:pt x="3921" y="311"/>
                    </a:cubicBezTo>
                    <a:cubicBezTo>
                      <a:pt x="3917" y="313"/>
                      <a:pt x="3917" y="314"/>
                      <a:pt x="3916" y="317"/>
                    </a:cubicBezTo>
                    <a:cubicBezTo>
                      <a:pt x="3915" y="320"/>
                      <a:pt x="3911" y="322"/>
                      <a:pt x="3904" y="321"/>
                    </a:cubicBezTo>
                    <a:cubicBezTo>
                      <a:pt x="3897" y="320"/>
                      <a:pt x="3899" y="323"/>
                      <a:pt x="3893" y="324"/>
                    </a:cubicBezTo>
                    <a:cubicBezTo>
                      <a:pt x="3887" y="326"/>
                      <a:pt x="3888" y="326"/>
                      <a:pt x="3885" y="327"/>
                    </a:cubicBezTo>
                    <a:cubicBezTo>
                      <a:pt x="3881" y="327"/>
                      <a:pt x="3879" y="330"/>
                      <a:pt x="3876" y="332"/>
                    </a:cubicBezTo>
                    <a:cubicBezTo>
                      <a:pt x="3873" y="334"/>
                      <a:pt x="3874" y="334"/>
                      <a:pt x="3870" y="335"/>
                    </a:cubicBezTo>
                    <a:cubicBezTo>
                      <a:pt x="3867" y="336"/>
                      <a:pt x="3868" y="338"/>
                      <a:pt x="3868" y="340"/>
                    </a:cubicBezTo>
                    <a:cubicBezTo>
                      <a:pt x="3867" y="343"/>
                      <a:pt x="3867" y="343"/>
                      <a:pt x="3862" y="344"/>
                    </a:cubicBezTo>
                    <a:cubicBezTo>
                      <a:pt x="3858" y="344"/>
                      <a:pt x="3855" y="348"/>
                      <a:pt x="3854" y="351"/>
                    </a:cubicBezTo>
                    <a:cubicBezTo>
                      <a:pt x="3853" y="353"/>
                      <a:pt x="3853" y="354"/>
                      <a:pt x="3850" y="354"/>
                    </a:cubicBezTo>
                    <a:cubicBezTo>
                      <a:pt x="3847" y="354"/>
                      <a:pt x="3849" y="355"/>
                      <a:pt x="3848" y="360"/>
                    </a:cubicBezTo>
                    <a:cubicBezTo>
                      <a:pt x="3847" y="365"/>
                      <a:pt x="3842" y="363"/>
                      <a:pt x="3839" y="363"/>
                    </a:cubicBezTo>
                    <a:cubicBezTo>
                      <a:pt x="3836" y="363"/>
                      <a:pt x="3838" y="363"/>
                      <a:pt x="3835" y="366"/>
                    </a:cubicBezTo>
                    <a:cubicBezTo>
                      <a:pt x="3832" y="368"/>
                      <a:pt x="3827" y="367"/>
                      <a:pt x="3824" y="367"/>
                    </a:cubicBezTo>
                    <a:cubicBezTo>
                      <a:pt x="3821" y="367"/>
                      <a:pt x="3817" y="372"/>
                      <a:pt x="3816" y="376"/>
                    </a:cubicBezTo>
                    <a:cubicBezTo>
                      <a:pt x="3815" y="379"/>
                      <a:pt x="3813" y="379"/>
                      <a:pt x="3810" y="380"/>
                    </a:cubicBezTo>
                    <a:cubicBezTo>
                      <a:pt x="3807" y="381"/>
                      <a:pt x="3808" y="382"/>
                      <a:pt x="3807" y="387"/>
                    </a:cubicBezTo>
                    <a:cubicBezTo>
                      <a:pt x="3807" y="391"/>
                      <a:pt x="3804" y="388"/>
                      <a:pt x="3801" y="388"/>
                    </a:cubicBezTo>
                    <a:cubicBezTo>
                      <a:pt x="3798" y="388"/>
                      <a:pt x="3799" y="390"/>
                      <a:pt x="3798" y="392"/>
                    </a:cubicBezTo>
                    <a:cubicBezTo>
                      <a:pt x="3798" y="395"/>
                      <a:pt x="3796" y="399"/>
                      <a:pt x="3797" y="404"/>
                    </a:cubicBezTo>
                    <a:cubicBezTo>
                      <a:pt x="3798" y="408"/>
                      <a:pt x="3798" y="409"/>
                      <a:pt x="3796" y="411"/>
                    </a:cubicBezTo>
                    <a:cubicBezTo>
                      <a:pt x="3795" y="413"/>
                      <a:pt x="3791" y="412"/>
                      <a:pt x="3788" y="411"/>
                    </a:cubicBezTo>
                    <a:cubicBezTo>
                      <a:pt x="3786" y="410"/>
                      <a:pt x="3785" y="410"/>
                      <a:pt x="3783" y="411"/>
                    </a:cubicBezTo>
                    <a:cubicBezTo>
                      <a:pt x="3782" y="411"/>
                      <a:pt x="3781" y="412"/>
                      <a:pt x="3780" y="413"/>
                    </a:cubicBezTo>
                    <a:cubicBezTo>
                      <a:pt x="3779" y="415"/>
                      <a:pt x="3779" y="416"/>
                      <a:pt x="3776" y="417"/>
                    </a:cubicBezTo>
                    <a:cubicBezTo>
                      <a:pt x="3773" y="417"/>
                      <a:pt x="3768" y="417"/>
                      <a:pt x="3767" y="419"/>
                    </a:cubicBezTo>
                    <a:cubicBezTo>
                      <a:pt x="3766" y="420"/>
                      <a:pt x="3763" y="421"/>
                      <a:pt x="3761" y="422"/>
                    </a:cubicBezTo>
                    <a:cubicBezTo>
                      <a:pt x="3759" y="423"/>
                      <a:pt x="3754" y="422"/>
                      <a:pt x="3751" y="422"/>
                    </a:cubicBezTo>
                    <a:cubicBezTo>
                      <a:pt x="3748" y="422"/>
                      <a:pt x="3747" y="424"/>
                      <a:pt x="3745" y="426"/>
                    </a:cubicBezTo>
                    <a:cubicBezTo>
                      <a:pt x="3743" y="428"/>
                      <a:pt x="3738" y="427"/>
                      <a:pt x="3737" y="425"/>
                    </a:cubicBezTo>
                    <a:cubicBezTo>
                      <a:pt x="3735" y="423"/>
                      <a:pt x="3733" y="422"/>
                      <a:pt x="3725" y="423"/>
                    </a:cubicBezTo>
                    <a:cubicBezTo>
                      <a:pt x="3717" y="425"/>
                      <a:pt x="3716" y="428"/>
                      <a:pt x="3715" y="431"/>
                    </a:cubicBezTo>
                    <a:cubicBezTo>
                      <a:pt x="3714" y="433"/>
                      <a:pt x="3708" y="435"/>
                      <a:pt x="3707" y="434"/>
                    </a:cubicBezTo>
                    <a:cubicBezTo>
                      <a:pt x="3705" y="434"/>
                      <a:pt x="3700" y="431"/>
                      <a:pt x="3700" y="429"/>
                    </a:cubicBezTo>
                    <a:cubicBezTo>
                      <a:pt x="3699" y="427"/>
                      <a:pt x="3697" y="423"/>
                      <a:pt x="3696" y="420"/>
                    </a:cubicBezTo>
                    <a:cubicBezTo>
                      <a:pt x="3696" y="418"/>
                      <a:pt x="3683" y="408"/>
                      <a:pt x="3679" y="406"/>
                    </a:cubicBezTo>
                    <a:cubicBezTo>
                      <a:pt x="3676" y="404"/>
                      <a:pt x="3675" y="399"/>
                      <a:pt x="3677" y="396"/>
                    </a:cubicBezTo>
                    <a:cubicBezTo>
                      <a:pt x="3680" y="393"/>
                      <a:pt x="3679" y="388"/>
                      <a:pt x="3680" y="385"/>
                    </a:cubicBezTo>
                    <a:cubicBezTo>
                      <a:pt x="3681" y="382"/>
                      <a:pt x="3678" y="379"/>
                      <a:pt x="3677" y="377"/>
                    </a:cubicBezTo>
                    <a:cubicBezTo>
                      <a:pt x="3675" y="376"/>
                      <a:pt x="3674" y="376"/>
                      <a:pt x="3675" y="369"/>
                    </a:cubicBezTo>
                    <a:cubicBezTo>
                      <a:pt x="3676" y="363"/>
                      <a:pt x="3670" y="365"/>
                      <a:pt x="3668" y="368"/>
                    </a:cubicBezTo>
                    <a:cubicBezTo>
                      <a:pt x="3666" y="371"/>
                      <a:pt x="3664" y="367"/>
                      <a:pt x="3664" y="364"/>
                    </a:cubicBezTo>
                    <a:cubicBezTo>
                      <a:pt x="3664" y="361"/>
                      <a:pt x="3662" y="358"/>
                      <a:pt x="3660" y="357"/>
                    </a:cubicBezTo>
                    <a:cubicBezTo>
                      <a:pt x="3658" y="357"/>
                      <a:pt x="3658" y="355"/>
                      <a:pt x="3658" y="352"/>
                    </a:cubicBezTo>
                    <a:cubicBezTo>
                      <a:pt x="3658" y="347"/>
                      <a:pt x="3660" y="343"/>
                      <a:pt x="3661" y="338"/>
                    </a:cubicBezTo>
                    <a:cubicBezTo>
                      <a:pt x="3661" y="336"/>
                      <a:pt x="3661" y="334"/>
                      <a:pt x="3658" y="335"/>
                    </a:cubicBezTo>
                    <a:cubicBezTo>
                      <a:pt x="3656" y="337"/>
                      <a:pt x="3655" y="336"/>
                      <a:pt x="3650" y="334"/>
                    </a:cubicBezTo>
                    <a:cubicBezTo>
                      <a:pt x="3645" y="331"/>
                      <a:pt x="3643" y="331"/>
                      <a:pt x="3641" y="334"/>
                    </a:cubicBezTo>
                    <a:cubicBezTo>
                      <a:pt x="3639" y="336"/>
                      <a:pt x="3636" y="335"/>
                      <a:pt x="3631" y="334"/>
                    </a:cubicBezTo>
                    <a:cubicBezTo>
                      <a:pt x="3628" y="332"/>
                      <a:pt x="3624" y="329"/>
                      <a:pt x="3620" y="326"/>
                    </a:cubicBezTo>
                    <a:cubicBezTo>
                      <a:pt x="3618" y="325"/>
                      <a:pt x="3614" y="319"/>
                      <a:pt x="3611" y="317"/>
                    </a:cubicBezTo>
                    <a:cubicBezTo>
                      <a:pt x="3608" y="315"/>
                      <a:pt x="3606" y="315"/>
                      <a:pt x="3605" y="315"/>
                    </a:cubicBezTo>
                    <a:cubicBezTo>
                      <a:pt x="3602" y="315"/>
                      <a:pt x="3602" y="313"/>
                      <a:pt x="3600" y="311"/>
                    </a:cubicBezTo>
                    <a:cubicBezTo>
                      <a:pt x="3599" y="309"/>
                      <a:pt x="3597" y="307"/>
                      <a:pt x="3594" y="308"/>
                    </a:cubicBezTo>
                    <a:cubicBezTo>
                      <a:pt x="3592" y="310"/>
                      <a:pt x="3590" y="307"/>
                      <a:pt x="3590" y="303"/>
                    </a:cubicBezTo>
                    <a:cubicBezTo>
                      <a:pt x="3590" y="300"/>
                      <a:pt x="3587" y="299"/>
                      <a:pt x="3582" y="298"/>
                    </a:cubicBezTo>
                    <a:cubicBezTo>
                      <a:pt x="3578" y="297"/>
                      <a:pt x="3577" y="299"/>
                      <a:pt x="3577" y="301"/>
                    </a:cubicBezTo>
                    <a:cubicBezTo>
                      <a:pt x="3577" y="304"/>
                      <a:pt x="3576" y="306"/>
                      <a:pt x="3573" y="305"/>
                    </a:cubicBezTo>
                    <a:cubicBezTo>
                      <a:pt x="3570" y="303"/>
                      <a:pt x="3571" y="304"/>
                      <a:pt x="3566" y="306"/>
                    </a:cubicBezTo>
                    <a:cubicBezTo>
                      <a:pt x="3562" y="309"/>
                      <a:pt x="3560" y="310"/>
                      <a:pt x="3558" y="303"/>
                    </a:cubicBezTo>
                    <a:cubicBezTo>
                      <a:pt x="3556" y="297"/>
                      <a:pt x="3549" y="300"/>
                      <a:pt x="3544" y="301"/>
                    </a:cubicBezTo>
                    <a:cubicBezTo>
                      <a:pt x="3539" y="302"/>
                      <a:pt x="3540" y="298"/>
                      <a:pt x="3541" y="295"/>
                    </a:cubicBezTo>
                    <a:cubicBezTo>
                      <a:pt x="3542" y="292"/>
                      <a:pt x="3537" y="293"/>
                      <a:pt x="3536" y="294"/>
                    </a:cubicBezTo>
                    <a:cubicBezTo>
                      <a:pt x="3533" y="296"/>
                      <a:pt x="3531" y="291"/>
                      <a:pt x="3526" y="294"/>
                    </a:cubicBezTo>
                    <a:cubicBezTo>
                      <a:pt x="3519" y="298"/>
                      <a:pt x="3512" y="300"/>
                      <a:pt x="3505" y="303"/>
                    </a:cubicBezTo>
                    <a:cubicBezTo>
                      <a:pt x="3502" y="305"/>
                      <a:pt x="3498" y="304"/>
                      <a:pt x="3496" y="301"/>
                    </a:cubicBezTo>
                    <a:cubicBezTo>
                      <a:pt x="3493" y="297"/>
                      <a:pt x="3491" y="297"/>
                      <a:pt x="3490" y="300"/>
                    </a:cubicBezTo>
                    <a:cubicBezTo>
                      <a:pt x="3488" y="303"/>
                      <a:pt x="3484" y="302"/>
                      <a:pt x="3482" y="300"/>
                    </a:cubicBezTo>
                    <a:cubicBezTo>
                      <a:pt x="3479" y="298"/>
                      <a:pt x="3474" y="293"/>
                      <a:pt x="3474" y="289"/>
                    </a:cubicBezTo>
                    <a:cubicBezTo>
                      <a:pt x="3475" y="284"/>
                      <a:pt x="3470" y="287"/>
                      <a:pt x="3467" y="287"/>
                    </a:cubicBezTo>
                    <a:cubicBezTo>
                      <a:pt x="3464" y="286"/>
                      <a:pt x="3463" y="284"/>
                      <a:pt x="3463" y="278"/>
                    </a:cubicBezTo>
                    <a:cubicBezTo>
                      <a:pt x="3464" y="273"/>
                      <a:pt x="3464" y="273"/>
                      <a:pt x="3462" y="271"/>
                    </a:cubicBezTo>
                    <a:cubicBezTo>
                      <a:pt x="3460" y="268"/>
                      <a:pt x="3461" y="264"/>
                      <a:pt x="3463" y="256"/>
                    </a:cubicBezTo>
                    <a:cubicBezTo>
                      <a:pt x="3465" y="249"/>
                      <a:pt x="3461" y="246"/>
                      <a:pt x="3459" y="246"/>
                    </a:cubicBezTo>
                    <a:cubicBezTo>
                      <a:pt x="3458" y="246"/>
                      <a:pt x="3456" y="246"/>
                      <a:pt x="3454" y="245"/>
                    </a:cubicBezTo>
                    <a:cubicBezTo>
                      <a:pt x="3453" y="244"/>
                      <a:pt x="3451" y="243"/>
                      <a:pt x="3450" y="242"/>
                    </a:cubicBezTo>
                    <a:cubicBezTo>
                      <a:pt x="3445" y="239"/>
                      <a:pt x="3447" y="234"/>
                      <a:pt x="3443" y="230"/>
                    </a:cubicBezTo>
                    <a:cubicBezTo>
                      <a:pt x="3441" y="228"/>
                      <a:pt x="3442" y="224"/>
                      <a:pt x="3444" y="221"/>
                    </a:cubicBezTo>
                    <a:cubicBezTo>
                      <a:pt x="3444" y="220"/>
                      <a:pt x="3444" y="216"/>
                      <a:pt x="3442" y="212"/>
                    </a:cubicBezTo>
                    <a:cubicBezTo>
                      <a:pt x="3439" y="208"/>
                      <a:pt x="3434" y="205"/>
                      <a:pt x="3433" y="204"/>
                    </a:cubicBezTo>
                    <a:cubicBezTo>
                      <a:pt x="3432" y="203"/>
                      <a:pt x="3430" y="200"/>
                      <a:pt x="3429" y="198"/>
                    </a:cubicBezTo>
                    <a:cubicBezTo>
                      <a:pt x="3428" y="196"/>
                      <a:pt x="3428" y="195"/>
                      <a:pt x="3426" y="191"/>
                    </a:cubicBezTo>
                    <a:cubicBezTo>
                      <a:pt x="3424" y="188"/>
                      <a:pt x="3416" y="186"/>
                      <a:pt x="3413" y="184"/>
                    </a:cubicBezTo>
                    <a:cubicBezTo>
                      <a:pt x="3410" y="181"/>
                      <a:pt x="3409" y="177"/>
                      <a:pt x="3409" y="176"/>
                    </a:cubicBezTo>
                    <a:cubicBezTo>
                      <a:pt x="3408" y="173"/>
                      <a:pt x="3412" y="161"/>
                      <a:pt x="3409" y="160"/>
                    </a:cubicBezTo>
                    <a:cubicBezTo>
                      <a:pt x="3403" y="159"/>
                      <a:pt x="3407" y="165"/>
                      <a:pt x="3405" y="166"/>
                    </a:cubicBezTo>
                    <a:cubicBezTo>
                      <a:pt x="3403" y="167"/>
                      <a:pt x="3400" y="166"/>
                      <a:pt x="3400" y="164"/>
                    </a:cubicBezTo>
                    <a:cubicBezTo>
                      <a:pt x="3400" y="163"/>
                      <a:pt x="3399" y="161"/>
                      <a:pt x="3403" y="156"/>
                    </a:cubicBezTo>
                    <a:cubicBezTo>
                      <a:pt x="3407" y="152"/>
                      <a:pt x="3403" y="152"/>
                      <a:pt x="3401" y="151"/>
                    </a:cubicBezTo>
                    <a:cubicBezTo>
                      <a:pt x="3396" y="148"/>
                      <a:pt x="3402" y="143"/>
                      <a:pt x="3395" y="142"/>
                    </a:cubicBezTo>
                    <a:cubicBezTo>
                      <a:pt x="3393" y="142"/>
                      <a:pt x="3391" y="140"/>
                      <a:pt x="3390" y="134"/>
                    </a:cubicBezTo>
                    <a:cubicBezTo>
                      <a:pt x="3390" y="129"/>
                      <a:pt x="3388" y="126"/>
                      <a:pt x="3386" y="125"/>
                    </a:cubicBezTo>
                    <a:cubicBezTo>
                      <a:pt x="3385" y="124"/>
                      <a:pt x="3381" y="121"/>
                      <a:pt x="3380" y="119"/>
                    </a:cubicBezTo>
                    <a:cubicBezTo>
                      <a:pt x="3379" y="117"/>
                      <a:pt x="3374" y="112"/>
                      <a:pt x="3372" y="110"/>
                    </a:cubicBezTo>
                    <a:cubicBezTo>
                      <a:pt x="3370" y="107"/>
                      <a:pt x="3371" y="103"/>
                      <a:pt x="3373" y="101"/>
                    </a:cubicBezTo>
                    <a:cubicBezTo>
                      <a:pt x="3375" y="99"/>
                      <a:pt x="3374" y="93"/>
                      <a:pt x="3371" y="93"/>
                    </a:cubicBezTo>
                    <a:cubicBezTo>
                      <a:pt x="3368" y="92"/>
                      <a:pt x="3362" y="92"/>
                      <a:pt x="3362" y="90"/>
                    </a:cubicBezTo>
                    <a:cubicBezTo>
                      <a:pt x="3361" y="89"/>
                      <a:pt x="3360" y="87"/>
                      <a:pt x="3362" y="84"/>
                    </a:cubicBezTo>
                    <a:cubicBezTo>
                      <a:pt x="3363" y="84"/>
                      <a:pt x="3365" y="81"/>
                      <a:pt x="3364" y="79"/>
                    </a:cubicBezTo>
                    <a:cubicBezTo>
                      <a:pt x="3362" y="75"/>
                      <a:pt x="3356" y="73"/>
                      <a:pt x="3356" y="73"/>
                    </a:cubicBezTo>
                    <a:cubicBezTo>
                      <a:pt x="3354" y="72"/>
                      <a:pt x="3350" y="69"/>
                      <a:pt x="3347" y="65"/>
                    </a:cubicBezTo>
                    <a:cubicBezTo>
                      <a:pt x="3343" y="57"/>
                      <a:pt x="3338" y="68"/>
                      <a:pt x="3335" y="60"/>
                    </a:cubicBezTo>
                    <a:cubicBezTo>
                      <a:pt x="3334" y="57"/>
                      <a:pt x="3335" y="56"/>
                      <a:pt x="3336" y="55"/>
                    </a:cubicBezTo>
                    <a:cubicBezTo>
                      <a:pt x="3337" y="53"/>
                      <a:pt x="3339" y="53"/>
                      <a:pt x="3339" y="48"/>
                    </a:cubicBezTo>
                    <a:cubicBezTo>
                      <a:pt x="3339" y="45"/>
                      <a:pt x="3336" y="45"/>
                      <a:pt x="3332" y="46"/>
                    </a:cubicBezTo>
                    <a:cubicBezTo>
                      <a:pt x="3329" y="46"/>
                      <a:pt x="3327" y="42"/>
                      <a:pt x="3325" y="38"/>
                    </a:cubicBezTo>
                    <a:cubicBezTo>
                      <a:pt x="3322" y="35"/>
                      <a:pt x="3319" y="39"/>
                      <a:pt x="3317" y="41"/>
                    </a:cubicBezTo>
                    <a:cubicBezTo>
                      <a:pt x="3315" y="42"/>
                      <a:pt x="3311" y="39"/>
                      <a:pt x="3314" y="37"/>
                    </a:cubicBezTo>
                    <a:cubicBezTo>
                      <a:pt x="3316" y="35"/>
                      <a:pt x="3315" y="33"/>
                      <a:pt x="3314" y="30"/>
                    </a:cubicBezTo>
                    <a:cubicBezTo>
                      <a:pt x="3312" y="26"/>
                      <a:pt x="3312" y="26"/>
                      <a:pt x="3306" y="26"/>
                    </a:cubicBezTo>
                    <a:cubicBezTo>
                      <a:pt x="3300" y="26"/>
                      <a:pt x="3300" y="27"/>
                      <a:pt x="3292" y="23"/>
                    </a:cubicBezTo>
                    <a:cubicBezTo>
                      <a:pt x="3284" y="19"/>
                      <a:pt x="3280" y="18"/>
                      <a:pt x="3275" y="18"/>
                    </a:cubicBezTo>
                    <a:cubicBezTo>
                      <a:pt x="3269" y="18"/>
                      <a:pt x="3269" y="22"/>
                      <a:pt x="3268" y="25"/>
                    </a:cubicBezTo>
                    <a:cubicBezTo>
                      <a:pt x="3266" y="28"/>
                      <a:pt x="3263" y="27"/>
                      <a:pt x="3260" y="24"/>
                    </a:cubicBezTo>
                    <a:cubicBezTo>
                      <a:pt x="3256" y="20"/>
                      <a:pt x="3253" y="22"/>
                      <a:pt x="3248" y="24"/>
                    </a:cubicBezTo>
                    <a:cubicBezTo>
                      <a:pt x="3244" y="25"/>
                      <a:pt x="3240" y="19"/>
                      <a:pt x="3237" y="15"/>
                    </a:cubicBezTo>
                    <a:cubicBezTo>
                      <a:pt x="3236" y="13"/>
                      <a:pt x="3235" y="13"/>
                      <a:pt x="3234" y="12"/>
                    </a:cubicBezTo>
                    <a:cubicBezTo>
                      <a:pt x="3231" y="10"/>
                      <a:pt x="3227" y="11"/>
                      <a:pt x="3225" y="12"/>
                    </a:cubicBezTo>
                    <a:cubicBezTo>
                      <a:pt x="3224" y="13"/>
                      <a:pt x="3220" y="13"/>
                      <a:pt x="3218" y="11"/>
                    </a:cubicBezTo>
                    <a:cubicBezTo>
                      <a:pt x="3216" y="9"/>
                      <a:pt x="3210" y="8"/>
                      <a:pt x="3206" y="4"/>
                    </a:cubicBezTo>
                    <a:cubicBezTo>
                      <a:pt x="3202" y="0"/>
                      <a:pt x="3194" y="2"/>
                      <a:pt x="3193" y="4"/>
                    </a:cubicBezTo>
                    <a:cubicBezTo>
                      <a:pt x="3192" y="6"/>
                      <a:pt x="3191" y="5"/>
                      <a:pt x="3189" y="4"/>
                    </a:cubicBezTo>
                    <a:cubicBezTo>
                      <a:pt x="3188" y="3"/>
                      <a:pt x="3188" y="4"/>
                      <a:pt x="3187" y="5"/>
                    </a:cubicBezTo>
                    <a:cubicBezTo>
                      <a:pt x="3186" y="6"/>
                      <a:pt x="3185" y="7"/>
                      <a:pt x="3180" y="5"/>
                    </a:cubicBezTo>
                    <a:cubicBezTo>
                      <a:pt x="3174" y="3"/>
                      <a:pt x="3174" y="3"/>
                      <a:pt x="3173" y="5"/>
                    </a:cubicBezTo>
                    <a:cubicBezTo>
                      <a:pt x="3172" y="7"/>
                      <a:pt x="3170" y="8"/>
                      <a:pt x="3167" y="10"/>
                    </a:cubicBezTo>
                    <a:cubicBezTo>
                      <a:pt x="3163" y="13"/>
                      <a:pt x="3159" y="9"/>
                      <a:pt x="3157" y="12"/>
                    </a:cubicBezTo>
                    <a:cubicBezTo>
                      <a:pt x="3155" y="15"/>
                      <a:pt x="3150" y="16"/>
                      <a:pt x="3147" y="16"/>
                    </a:cubicBezTo>
                    <a:cubicBezTo>
                      <a:pt x="3144" y="17"/>
                      <a:pt x="3142" y="17"/>
                      <a:pt x="3138" y="17"/>
                    </a:cubicBezTo>
                    <a:cubicBezTo>
                      <a:pt x="3134" y="18"/>
                      <a:pt x="3131" y="18"/>
                      <a:pt x="3124" y="16"/>
                    </a:cubicBezTo>
                    <a:cubicBezTo>
                      <a:pt x="3117" y="14"/>
                      <a:pt x="3113" y="18"/>
                      <a:pt x="3111" y="20"/>
                    </a:cubicBezTo>
                    <a:cubicBezTo>
                      <a:pt x="3110" y="23"/>
                      <a:pt x="3110" y="24"/>
                      <a:pt x="3102" y="24"/>
                    </a:cubicBezTo>
                    <a:cubicBezTo>
                      <a:pt x="3095" y="25"/>
                      <a:pt x="3096" y="27"/>
                      <a:pt x="3090" y="29"/>
                    </a:cubicBezTo>
                    <a:cubicBezTo>
                      <a:pt x="3085" y="31"/>
                      <a:pt x="3077" y="35"/>
                      <a:pt x="3072" y="38"/>
                    </a:cubicBezTo>
                    <a:cubicBezTo>
                      <a:pt x="3067" y="40"/>
                      <a:pt x="3058" y="41"/>
                      <a:pt x="3048" y="41"/>
                    </a:cubicBezTo>
                    <a:cubicBezTo>
                      <a:pt x="3038" y="42"/>
                      <a:pt x="3039" y="44"/>
                      <a:pt x="3039" y="48"/>
                    </a:cubicBezTo>
                    <a:cubicBezTo>
                      <a:pt x="3038" y="52"/>
                      <a:pt x="3037" y="51"/>
                      <a:pt x="3033" y="57"/>
                    </a:cubicBezTo>
                    <a:cubicBezTo>
                      <a:pt x="3030" y="62"/>
                      <a:pt x="3022" y="68"/>
                      <a:pt x="3019" y="74"/>
                    </a:cubicBezTo>
                    <a:cubicBezTo>
                      <a:pt x="3016" y="80"/>
                      <a:pt x="3012" y="82"/>
                      <a:pt x="3008" y="85"/>
                    </a:cubicBezTo>
                    <a:cubicBezTo>
                      <a:pt x="3005" y="88"/>
                      <a:pt x="3004" y="89"/>
                      <a:pt x="3007" y="92"/>
                    </a:cubicBezTo>
                    <a:cubicBezTo>
                      <a:pt x="3009" y="94"/>
                      <a:pt x="3008" y="94"/>
                      <a:pt x="3006" y="98"/>
                    </a:cubicBezTo>
                    <a:cubicBezTo>
                      <a:pt x="3005" y="102"/>
                      <a:pt x="3005" y="101"/>
                      <a:pt x="3006" y="104"/>
                    </a:cubicBezTo>
                    <a:cubicBezTo>
                      <a:pt x="3007" y="107"/>
                      <a:pt x="3013" y="107"/>
                      <a:pt x="3020" y="102"/>
                    </a:cubicBezTo>
                    <a:cubicBezTo>
                      <a:pt x="3027" y="97"/>
                      <a:pt x="3037" y="102"/>
                      <a:pt x="3040" y="103"/>
                    </a:cubicBezTo>
                    <a:cubicBezTo>
                      <a:pt x="3043" y="105"/>
                      <a:pt x="3044" y="107"/>
                      <a:pt x="3044" y="108"/>
                    </a:cubicBezTo>
                    <a:cubicBezTo>
                      <a:pt x="3044" y="110"/>
                      <a:pt x="3044" y="112"/>
                      <a:pt x="3042" y="119"/>
                    </a:cubicBezTo>
                    <a:cubicBezTo>
                      <a:pt x="3040" y="126"/>
                      <a:pt x="3042" y="127"/>
                      <a:pt x="3046" y="129"/>
                    </a:cubicBezTo>
                    <a:cubicBezTo>
                      <a:pt x="3051" y="132"/>
                      <a:pt x="3049" y="142"/>
                      <a:pt x="3050" y="146"/>
                    </a:cubicBezTo>
                    <a:cubicBezTo>
                      <a:pt x="3050" y="150"/>
                      <a:pt x="3050" y="151"/>
                      <a:pt x="3049" y="154"/>
                    </a:cubicBezTo>
                    <a:cubicBezTo>
                      <a:pt x="3047" y="156"/>
                      <a:pt x="3034" y="166"/>
                      <a:pt x="3032" y="169"/>
                    </a:cubicBezTo>
                    <a:cubicBezTo>
                      <a:pt x="3030" y="171"/>
                      <a:pt x="3023" y="179"/>
                      <a:pt x="3021" y="181"/>
                    </a:cubicBezTo>
                    <a:cubicBezTo>
                      <a:pt x="3019" y="183"/>
                      <a:pt x="3017" y="184"/>
                      <a:pt x="3016" y="187"/>
                    </a:cubicBezTo>
                    <a:cubicBezTo>
                      <a:pt x="3016" y="189"/>
                      <a:pt x="3016" y="190"/>
                      <a:pt x="3016" y="194"/>
                    </a:cubicBezTo>
                    <a:cubicBezTo>
                      <a:pt x="3015" y="199"/>
                      <a:pt x="3014" y="200"/>
                      <a:pt x="3014" y="202"/>
                    </a:cubicBezTo>
                    <a:cubicBezTo>
                      <a:pt x="3014" y="205"/>
                      <a:pt x="3014" y="207"/>
                      <a:pt x="3012" y="208"/>
                    </a:cubicBezTo>
                    <a:cubicBezTo>
                      <a:pt x="3010" y="209"/>
                      <a:pt x="3011" y="210"/>
                      <a:pt x="3011" y="213"/>
                    </a:cubicBezTo>
                    <a:cubicBezTo>
                      <a:pt x="3011" y="216"/>
                      <a:pt x="3010" y="215"/>
                      <a:pt x="3009" y="217"/>
                    </a:cubicBezTo>
                    <a:cubicBezTo>
                      <a:pt x="3007" y="219"/>
                      <a:pt x="3007" y="220"/>
                      <a:pt x="3007" y="221"/>
                    </a:cubicBezTo>
                    <a:cubicBezTo>
                      <a:pt x="3007" y="223"/>
                      <a:pt x="3007" y="223"/>
                      <a:pt x="3005" y="225"/>
                    </a:cubicBezTo>
                    <a:cubicBezTo>
                      <a:pt x="3003" y="226"/>
                      <a:pt x="3003" y="228"/>
                      <a:pt x="3004" y="233"/>
                    </a:cubicBezTo>
                    <a:cubicBezTo>
                      <a:pt x="3005" y="239"/>
                      <a:pt x="2999" y="245"/>
                      <a:pt x="2995" y="248"/>
                    </a:cubicBezTo>
                    <a:cubicBezTo>
                      <a:pt x="2992" y="252"/>
                      <a:pt x="2991" y="256"/>
                      <a:pt x="2992" y="259"/>
                    </a:cubicBezTo>
                    <a:cubicBezTo>
                      <a:pt x="2992" y="262"/>
                      <a:pt x="2992" y="265"/>
                      <a:pt x="2990" y="269"/>
                    </a:cubicBezTo>
                    <a:cubicBezTo>
                      <a:pt x="2989" y="272"/>
                      <a:pt x="2984" y="278"/>
                      <a:pt x="2982" y="281"/>
                    </a:cubicBezTo>
                    <a:cubicBezTo>
                      <a:pt x="2981" y="284"/>
                      <a:pt x="2980" y="286"/>
                      <a:pt x="2980" y="290"/>
                    </a:cubicBezTo>
                    <a:cubicBezTo>
                      <a:pt x="2981" y="293"/>
                      <a:pt x="2979" y="295"/>
                      <a:pt x="2976" y="297"/>
                    </a:cubicBezTo>
                    <a:cubicBezTo>
                      <a:pt x="2974" y="299"/>
                      <a:pt x="2972" y="298"/>
                      <a:pt x="2973" y="301"/>
                    </a:cubicBezTo>
                    <a:cubicBezTo>
                      <a:pt x="2974" y="305"/>
                      <a:pt x="2978" y="304"/>
                      <a:pt x="2984" y="304"/>
                    </a:cubicBezTo>
                    <a:cubicBezTo>
                      <a:pt x="2990" y="303"/>
                      <a:pt x="2987" y="306"/>
                      <a:pt x="2987" y="307"/>
                    </a:cubicBezTo>
                    <a:cubicBezTo>
                      <a:pt x="2987" y="307"/>
                      <a:pt x="2987" y="307"/>
                      <a:pt x="2987" y="307"/>
                    </a:cubicBezTo>
                    <a:cubicBezTo>
                      <a:pt x="2986" y="310"/>
                      <a:pt x="2986" y="310"/>
                      <a:pt x="2987" y="315"/>
                    </a:cubicBezTo>
                    <a:cubicBezTo>
                      <a:pt x="2988" y="319"/>
                      <a:pt x="2986" y="322"/>
                      <a:pt x="2983" y="325"/>
                    </a:cubicBezTo>
                    <a:cubicBezTo>
                      <a:pt x="2980" y="328"/>
                      <a:pt x="2976" y="330"/>
                      <a:pt x="2974" y="334"/>
                    </a:cubicBezTo>
                    <a:cubicBezTo>
                      <a:pt x="2973" y="338"/>
                      <a:pt x="2971" y="338"/>
                      <a:pt x="2967" y="338"/>
                    </a:cubicBezTo>
                    <a:cubicBezTo>
                      <a:pt x="2963" y="338"/>
                      <a:pt x="2961" y="337"/>
                      <a:pt x="2959" y="339"/>
                    </a:cubicBezTo>
                    <a:cubicBezTo>
                      <a:pt x="2957" y="340"/>
                      <a:pt x="2956" y="340"/>
                      <a:pt x="2948" y="342"/>
                    </a:cubicBezTo>
                    <a:cubicBezTo>
                      <a:pt x="2941" y="344"/>
                      <a:pt x="2942" y="347"/>
                      <a:pt x="2939" y="351"/>
                    </a:cubicBezTo>
                    <a:cubicBezTo>
                      <a:pt x="2936" y="354"/>
                      <a:pt x="2929" y="362"/>
                      <a:pt x="2927" y="367"/>
                    </a:cubicBezTo>
                    <a:cubicBezTo>
                      <a:pt x="2926" y="369"/>
                      <a:pt x="2921" y="371"/>
                      <a:pt x="2915" y="373"/>
                    </a:cubicBezTo>
                    <a:cubicBezTo>
                      <a:pt x="2915" y="373"/>
                      <a:pt x="2907" y="375"/>
                      <a:pt x="2904" y="377"/>
                    </a:cubicBezTo>
                    <a:cubicBezTo>
                      <a:pt x="2901" y="379"/>
                      <a:pt x="2897" y="379"/>
                      <a:pt x="2892" y="374"/>
                    </a:cubicBezTo>
                    <a:cubicBezTo>
                      <a:pt x="2888" y="370"/>
                      <a:pt x="2877" y="373"/>
                      <a:pt x="2873" y="373"/>
                    </a:cubicBezTo>
                    <a:cubicBezTo>
                      <a:pt x="2869" y="373"/>
                      <a:pt x="2858" y="368"/>
                      <a:pt x="2849" y="361"/>
                    </a:cubicBezTo>
                    <a:cubicBezTo>
                      <a:pt x="2839" y="353"/>
                      <a:pt x="2838" y="361"/>
                      <a:pt x="2838" y="361"/>
                    </a:cubicBezTo>
                    <a:cubicBezTo>
                      <a:pt x="2838" y="361"/>
                      <a:pt x="2818" y="414"/>
                      <a:pt x="2816" y="418"/>
                    </a:cubicBezTo>
                    <a:cubicBezTo>
                      <a:pt x="2815" y="422"/>
                      <a:pt x="2809" y="438"/>
                      <a:pt x="2806" y="443"/>
                    </a:cubicBezTo>
                    <a:cubicBezTo>
                      <a:pt x="2804" y="448"/>
                      <a:pt x="2808" y="450"/>
                      <a:pt x="2807" y="454"/>
                    </a:cubicBezTo>
                    <a:cubicBezTo>
                      <a:pt x="2806" y="457"/>
                      <a:pt x="2798" y="468"/>
                      <a:pt x="2796" y="470"/>
                    </a:cubicBezTo>
                    <a:cubicBezTo>
                      <a:pt x="2794" y="472"/>
                      <a:pt x="2793" y="478"/>
                      <a:pt x="2793" y="478"/>
                    </a:cubicBezTo>
                    <a:cubicBezTo>
                      <a:pt x="2793" y="478"/>
                      <a:pt x="2795" y="492"/>
                      <a:pt x="2795" y="495"/>
                    </a:cubicBezTo>
                    <a:cubicBezTo>
                      <a:pt x="2795" y="499"/>
                      <a:pt x="2792" y="501"/>
                      <a:pt x="2787" y="504"/>
                    </a:cubicBezTo>
                    <a:cubicBezTo>
                      <a:pt x="2781" y="508"/>
                      <a:pt x="2781" y="510"/>
                      <a:pt x="2781" y="510"/>
                    </a:cubicBezTo>
                    <a:cubicBezTo>
                      <a:pt x="2781" y="510"/>
                      <a:pt x="2780" y="521"/>
                      <a:pt x="2780" y="527"/>
                    </a:cubicBezTo>
                    <a:cubicBezTo>
                      <a:pt x="2780" y="533"/>
                      <a:pt x="2783" y="534"/>
                      <a:pt x="2783" y="534"/>
                    </a:cubicBezTo>
                    <a:cubicBezTo>
                      <a:pt x="2783" y="534"/>
                      <a:pt x="2793" y="546"/>
                      <a:pt x="2797" y="549"/>
                    </a:cubicBezTo>
                    <a:cubicBezTo>
                      <a:pt x="2800" y="551"/>
                      <a:pt x="2804" y="555"/>
                      <a:pt x="2806" y="553"/>
                    </a:cubicBezTo>
                    <a:cubicBezTo>
                      <a:pt x="2809" y="551"/>
                      <a:pt x="2813" y="543"/>
                      <a:pt x="2816" y="539"/>
                    </a:cubicBezTo>
                    <a:cubicBezTo>
                      <a:pt x="2819" y="534"/>
                      <a:pt x="2824" y="536"/>
                      <a:pt x="2833" y="537"/>
                    </a:cubicBezTo>
                    <a:cubicBezTo>
                      <a:pt x="2842" y="537"/>
                      <a:pt x="2842" y="537"/>
                      <a:pt x="2845" y="534"/>
                    </a:cubicBezTo>
                    <a:cubicBezTo>
                      <a:pt x="2848" y="532"/>
                      <a:pt x="2852" y="532"/>
                      <a:pt x="2852" y="532"/>
                    </a:cubicBezTo>
                    <a:cubicBezTo>
                      <a:pt x="2852" y="532"/>
                      <a:pt x="2858" y="534"/>
                      <a:pt x="2862" y="533"/>
                    </a:cubicBezTo>
                    <a:cubicBezTo>
                      <a:pt x="2867" y="533"/>
                      <a:pt x="2868" y="535"/>
                      <a:pt x="2870" y="537"/>
                    </a:cubicBezTo>
                    <a:cubicBezTo>
                      <a:pt x="2873" y="539"/>
                      <a:pt x="2880" y="542"/>
                      <a:pt x="2883" y="546"/>
                    </a:cubicBezTo>
                    <a:cubicBezTo>
                      <a:pt x="2887" y="550"/>
                      <a:pt x="2891" y="552"/>
                      <a:pt x="2893" y="551"/>
                    </a:cubicBezTo>
                    <a:cubicBezTo>
                      <a:pt x="2895" y="550"/>
                      <a:pt x="2899" y="545"/>
                      <a:pt x="2902" y="540"/>
                    </a:cubicBezTo>
                    <a:cubicBezTo>
                      <a:pt x="2904" y="536"/>
                      <a:pt x="2913" y="523"/>
                      <a:pt x="2916" y="518"/>
                    </a:cubicBezTo>
                    <a:cubicBezTo>
                      <a:pt x="2919" y="514"/>
                      <a:pt x="2921" y="520"/>
                      <a:pt x="2927" y="517"/>
                    </a:cubicBezTo>
                    <a:cubicBezTo>
                      <a:pt x="2931" y="514"/>
                      <a:pt x="2935" y="513"/>
                      <a:pt x="2938" y="515"/>
                    </a:cubicBezTo>
                    <a:cubicBezTo>
                      <a:pt x="2941" y="516"/>
                      <a:pt x="2948" y="516"/>
                      <a:pt x="2951" y="516"/>
                    </a:cubicBezTo>
                    <a:cubicBezTo>
                      <a:pt x="2952" y="516"/>
                      <a:pt x="2953" y="517"/>
                      <a:pt x="2955" y="517"/>
                    </a:cubicBezTo>
                    <a:cubicBezTo>
                      <a:pt x="2960" y="516"/>
                      <a:pt x="2962" y="520"/>
                      <a:pt x="2963" y="523"/>
                    </a:cubicBezTo>
                    <a:cubicBezTo>
                      <a:pt x="2963" y="526"/>
                      <a:pt x="2970" y="534"/>
                      <a:pt x="2972" y="536"/>
                    </a:cubicBezTo>
                    <a:cubicBezTo>
                      <a:pt x="2975" y="538"/>
                      <a:pt x="2990" y="542"/>
                      <a:pt x="2993" y="544"/>
                    </a:cubicBezTo>
                    <a:cubicBezTo>
                      <a:pt x="2996" y="546"/>
                      <a:pt x="2997" y="549"/>
                      <a:pt x="2998" y="551"/>
                    </a:cubicBezTo>
                    <a:cubicBezTo>
                      <a:pt x="2999" y="553"/>
                      <a:pt x="3007" y="558"/>
                      <a:pt x="3008" y="560"/>
                    </a:cubicBezTo>
                    <a:cubicBezTo>
                      <a:pt x="3010" y="563"/>
                      <a:pt x="3011" y="563"/>
                      <a:pt x="3012" y="563"/>
                    </a:cubicBezTo>
                    <a:cubicBezTo>
                      <a:pt x="3015" y="563"/>
                      <a:pt x="3031" y="582"/>
                      <a:pt x="3036" y="587"/>
                    </a:cubicBezTo>
                    <a:cubicBezTo>
                      <a:pt x="3037" y="589"/>
                      <a:pt x="3039" y="592"/>
                      <a:pt x="3039" y="594"/>
                    </a:cubicBezTo>
                    <a:cubicBezTo>
                      <a:pt x="3039" y="597"/>
                      <a:pt x="3043" y="599"/>
                      <a:pt x="3044" y="601"/>
                    </a:cubicBezTo>
                    <a:cubicBezTo>
                      <a:pt x="3044" y="601"/>
                      <a:pt x="3044" y="601"/>
                      <a:pt x="3045" y="601"/>
                    </a:cubicBezTo>
                    <a:cubicBezTo>
                      <a:pt x="3046" y="603"/>
                      <a:pt x="3047" y="605"/>
                      <a:pt x="3048" y="607"/>
                    </a:cubicBezTo>
                    <a:cubicBezTo>
                      <a:pt x="3049" y="609"/>
                      <a:pt x="3049" y="611"/>
                      <a:pt x="3049" y="613"/>
                    </a:cubicBezTo>
                    <a:cubicBezTo>
                      <a:pt x="3049" y="616"/>
                      <a:pt x="3048" y="618"/>
                      <a:pt x="3047" y="620"/>
                    </a:cubicBezTo>
                    <a:cubicBezTo>
                      <a:pt x="3048" y="620"/>
                      <a:pt x="3049" y="620"/>
                      <a:pt x="3050" y="619"/>
                    </a:cubicBezTo>
                    <a:cubicBezTo>
                      <a:pt x="3049" y="621"/>
                      <a:pt x="3048" y="622"/>
                      <a:pt x="3046" y="623"/>
                    </a:cubicBezTo>
                    <a:cubicBezTo>
                      <a:pt x="3046" y="623"/>
                      <a:pt x="3045" y="623"/>
                      <a:pt x="3045" y="624"/>
                    </a:cubicBezTo>
                    <a:cubicBezTo>
                      <a:pt x="3046" y="623"/>
                      <a:pt x="3046" y="621"/>
                      <a:pt x="3047" y="620"/>
                    </a:cubicBezTo>
                    <a:cubicBezTo>
                      <a:pt x="3047" y="620"/>
                      <a:pt x="3047" y="620"/>
                      <a:pt x="3047" y="620"/>
                    </a:cubicBezTo>
                    <a:cubicBezTo>
                      <a:pt x="3044" y="621"/>
                      <a:pt x="3045" y="623"/>
                      <a:pt x="3044" y="625"/>
                    </a:cubicBezTo>
                    <a:cubicBezTo>
                      <a:pt x="3042" y="626"/>
                      <a:pt x="3042" y="628"/>
                      <a:pt x="3041" y="629"/>
                    </a:cubicBezTo>
                    <a:cubicBezTo>
                      <a:pt x="3041" y="629"/>
                      <a:pt x="3041" y="630"/>
                      <a:pt x="3040" y="630"/>
                    </a:cubicBezTo>
                    <a:cubicBezTo>
                      <a:pt x="3037" y="632"/>
                      <a:pt x="3036" y="634"/>
                      <a:pt x="3029" y="633"/>
                    </a:cubicBezTo>
                    <a:cubicBezTo>
                      <a:pt x="3022" y="632"/>
                      <a:pt x="3018" y="633"/>
                      <a:pt x="3016" y="634"/>
                    </a:cubicBezTo>
                    <a:cubicBezTo>
                      <a:pt x="3014" y="635"/>
                      <a:pt x="3008" y="634"/>
                      <a:pt x="3006" y="634"/>
                    </a:cubicBezTo>
                    <a:cubicBezTo>
                      <a:pt x="3005" y="634"/>
                      <a:pt x="3001" y="632"/>
                      <a:pt x="3000" y="630"/>
                    </a:cubicBezTo>
                    <a:cubicBezTo>
                      <a:pt x="3000" y="628"/>
                      <a:pt x="2997" y="627"/>
                      <a:pt x="2995" y="627"/>
                    </a:cubicBezTo>
                    <a:cubicBezTo>
                      <a:pt x="2993" y="628"/>
                      <a:pt x="2993" y="627"/>
                      <a:pt x="2990" y="625"/>
                    </a:cubicBezTo>
                    <a:cubicBezTo>
                      <a:pt x="2987" y="622"/>
                      <a:pt x="2985" y="626"/>
                      <a:pt x="2984" y="629"/>
                    </a:cubicBezTo>
                    <a:cubicBezTo>
                      <a:pt x="2982" y="632"/>
                      <a:pt x="2981" y="631"/>
                      <a:pt x="2979" y="630"/>
                    </a:cubicBezTo>
                    <a:cubicBezTo>
                      <a:pt x="2977" y="630"/>
                      <a:pt x="2973" y="630"/>
                      <a:pt x="2971" y="631"/>
                    </a:cubicBezTo>
                    <a:cubicBezTo>
                      <a:pt x="2968" y="632"/>
                      <a:pt x="2967" y="631"/>
                      <a:pt x="2963" y="630"/>
                    </a:cubicBezTo>
                    <a:cubicBezTo>
                      <a:pt x="2959" y="628"/>
                      <a:pt x="2957" y="629"/>
                      <a:pt x="2955" y="631"/>
                    </a:cubicBezTo>
                    <a:cubicBezTo>
                      <a:pt x="2953" y="633"/>
                      <a:pt x="2950" y="631"/>
                      <a:pt x="2948" y="633"/>
                    </a:cubicBezTo>
                    <a:cubicBezTo>
                      <a:pt x="2946" y="635"/>
                      <a:pt x="2944" y="636"/>
                      <a:pt x="2942" y="637"/>
                    </a:cubicBezTo>
                    <a:cubicBezTo>
                      <a:pt x="2939" y="638"/>
                      <a:pt x="2934" y="641"/>
                      <a:pt x="2931" y="646"/>
                    </a:cubicBezTo>
                    <a:cubicBezTo>
                      <a:pt x="2927" y="650"/>
                      <a:pt x="2924" y="651"/>
                      <a:pt x="2922" y="650"/>
                    </a:cubicBezTo>
                    <a:cubicBezTo>
                      <a:pt x="2919" y="649"/>
                      <a:pt x="2917" y="646"/>
                      <a:pt x="2912" y="644"/>
                    </a:cubicBezTo>
                    <a:cubicBezTo>
                      <a:pt x="2906" y="642"/>
                      <a:pt x="2904" y="648"/>
                      <a:pt x="2903" y="651"/>
                    </a:cubicBezTo>
                    <a:cubicBezTo>
                      <a:pt x="2902" y="655"/>
                      <a:pt x="2902" y="656"/>
                      <a:pt x="2902" y="661"/>
                    </a:cubicBezTo>
                    <a:cubicBezTo>
                      <a:pt x="2902" y="666"/>
                      <a:pt x="2899" y="665"/>
                      <a:pt x="2895" y="667"/>
                    </a:cubicBezTo>
                    <a:cubicBezTo>
                      <a:pt x="2892" y="669"/>
                      <a:pt x="2882" y="667"/>
                      <a:pt x="2880" y="667"/>
                    </a:cubicBezTo>
                    <a:cubicBezTo>
                      <a:pt x="2878" y="667"/>
                      <a:pt x="2874" y="665"/>
                      <a:pt x="2872" y="666"/>
                    </a:cubicBezTo>
                    <a:cubicBezTo>
                      <a:pt x="2870" y="667"/>
                      <a:pt x="2868" y="668"/>
                      <a:pt x="2862" y="671"/>
                    </a:cubicBezTo>
                    <a:cubicBezTo>
                      <a:pt x="2855" y="673"/>
                      <a:pt x="2853" y="675"/>
                      <a:pt x="2851" y="679"/>
                    </a:cubicBezTo>
                    <a:cubicBezTo>
                      <a:pt x="2849" y="684"/>
                      <a:pt x="2842" y="697"/>
                      <a:pt x="2838" y="702"/>
                    </a:cubicBezTo>
                    <a:cubicBezTo>
                      <a:pt x="2835" y="706"/>
                      <a:pt x="2835" y="709"/>
                      <a:pt x="2835" y="712"/>
                    </a:cubicBezTo>
                    <a:cubicBezTo>
                      <a:pt x="2836" y="716"/>
                      <a:pt x="2837" y="720"/>
                      <a:pt x="2836" y="724"/>
                    </a:cubicBezTo>
                    <a:cubicBezTo>
                      <a:pt x="2835" y="728"/>
                      <a:pt x="2831" y="731"/>
                      <a:pt x="2824" y="732"/>
                    </a:cubicBezTo>
                    <a:cubicBezTo>
                      <a:pt x="2817" y="733"/>
                      <a:pt x="2820" y="734"/>
                      <a:pt x="2814" y="741"/>
                    </a:cubicBezTo>
                    <a:cubicBezTo>
                      <a:pt x="2809" y="747"/>
                      <a:pt x="2799" y="753"/>
                      <a:pt x="2797" y="754"/>
                    </a:cubicBezTo>
                    <a:cubicBezTo>
                      <a:pt x="2794" y="756"/>
                      <a:pt x="2790" y="757"/>
                      <a:pt x="2787" y="759"/>
                    </a:cubicBezTo>
                    <a:cubicBezTo>
                      <a:pt x="2783" y="761"/>
                      <a:pt x="2776" y="761"/>
                      <a:pt x="2772" y="761"/>
                    </a:cubicBezTo>
                    <a:cubicBezTo>
                      <a:pt x="2768" y="761"/>
                      <a:pt x="2763" y="761"/>
                      <a:pt x="2762" y="762"/>
                    </a:cubicBezTo>
                    <a:cubicBezTo>
                      <a:pt x="2760" y="763"/>
                      <a:pt x="2758" y="762"/>
                      <a:pt x="2753" y="761"/>
                    </a:cubicBezTo>
                    <a:cubicBezTo>
                      <a:pt x="2749" y="760"/>
                      <a:pt x="2743" y="757"/>
                      <a:pt x="2739" y="758"/>
                    </a:cubicBezTo>
                    <a:cubicBezTo>
                      <a:pt x="2735" y="760"/>
                      <a:pt x="2731" y="764"/>
                      <a:pt x="2731" y="770"/>
                    </a:cubicBezTo>
                    <a:cubicBezTo>
                      <a:pt x="2730" y="775"/>
                      <a:pt x="2728" y="780"/>
                      <a:pt x="2726" y="782"/>
                    </a:cubicBezTo>
                    <a:cubicBezTo>
                      <a:pt x="2724" y="783"/>
                      <a:pt x="2712" y="795"/>
                      <a:pt x="2709" y="800"/>
                    </a:cubicBezTo>
                    <a:cubicBezTo>
                      <a:pt x="2706" y="804"/>
                      <a:pt x="2699" y="805"/>
                      <a:pt x="2696" y="806"/>
                    </a:cubicBezTo>
                    <a:cubicBezTo>
                      <a:pt x="2693" y="807"/>
                      <a:pt x="2686" y="813"/>
                      <a:pt x="2683" y="818"/>
                    </a:cubicBezTo>
                    <a:cubicBezTo>
                      <a:pt x="2681" y="823"/>
                      <a:pt x="2674" y="822"/>
                      <a:pt x="2671" y="821"/>
                    </a:cubicBezTo>
                    <a:cubicBezTo>
                      <a:pt x="2668" y="820"/>
                      <a:pt x="2668" y="819"/>
                      <a:pt x="2661" y="818"/>
                    </a:cubicBezTo>
                    <a:cubicBezTo>
                      <a:pt x="2654" y="818"/>
                      <a:pt x="2649" y="819"/>
                      <a:pt x="2641" y="819"/>
                    </a:cubicBezTo>
                    <a:cubicBezTo>
                      <a:pt x="2632" y="818"/>
                      <a:pt x="2624" y="816"/>
                      <a:pt x="2620" y="815"/>
                    </a:cubicBezTo>
                    <a:cubicBezTo>
                      <a:pt x="2616" y="813"/>
                      <a:pt x="2602" y="801"/>
                      <a:pt x="2598" y="799"/>
                    </a:cubicBezTo>
                    <a:cubicBezTo>
                      <a:pt x="2594" y="796"/>
                      <a:pt x="2590" y="798"/>
                      <a:pt x="2583" y="798"/>
                    </a:cubicBezTo>
                    <a:cubicBezTo>
                      <a:pt x="2576" y="798"/>
                      <a:pt x="2571" y="797"/>
                      <a:pt x="2569" y="797"/>
                    </a:cubicBezTo>
                    <a:cubicBezTo>
                      <a:pt x="2567" y="798"/>
                      <a:pt x="2560" y="804"/>
                      <a:pt x="2556" y="808"/>
                    </a:cubicBezTo>
                    <a:cubicBezTo>
                      <a:pt x="2551" y="812"/>
                      <a:pt x="2551" y="817"/>
                      <a:pt x="2549" y="826"/>
                    </a:cubicBezTo>
                    <a:cubicBezTo>
                      <a:pt x="2547" y="834"/>
                      <a:pt x="2546" y="840"/>
                      <a:pt x="2546" y="843"/>
                    </a:cubicBezTo>
                    <a:cubicBezTo>
                      <a:pt x="2545" y="847"/>
                      <a:pt x="2542" y="855"/>
                      <a:pt x="2539" y="859"/>
                    </a:cubicBezTo>
                    <a:cubicBezTo>
                      <a:pt x="2537" y="862"/>
                      <a:pt x="2541" y="866"/>
                      <a:pt x="2543" y="869"/>
                    </a:cubicBezTo>
                    <a:cubicBezTo>
                      <a:pt x="2545" y="872"/>
                      <a:pt x="2545" y="873"/>
                      <a:pt x="2545" y="877"/>
                    </a:cubicBezTo>
                    <a:cubicBezTo>
                      <a:pt x="2545" y="882"/>
                      <a:pt x="2548" y="880"/>
                      <a:pt x="2548" y="883"/>
                    </a:cubicBezTo>
                    <a:cubicBezTo>
                      <a:pt x="2549" y="886"/>
                      <a:pt x="2551" y="889"/>
                      <a:pt x="2555" y="892"/>
                    </a:cubicBezTo>
                    <a:cubicBezTo>
                      <a:pt x="2559" y="894"/>
                      <a:pt x="2563" y="898"/>
                      <a:pt x="2567" y="902"/>
                    </a:cubicBezTo>
                    <a:cubicBezTo>
                      <a:pt x="2570" y="906"/>
                      <a:pt x="2572" y="908"/>
                      <a:pt x="2572" y="914"/>
                    </a:cubicBezTo>
                    <a:cubicBezTo>
                      <a:pt x="2572" y="920"/>
                      <a:pt x="2570" y="920"/>
                      <a:pt x="2568" y="922"/>
                    </a:cubicBezTo>
                    <a:cubicBezTo>
                      <a:pt x="2566" y="923"/>
                      <a:pt x="2565" y="923"/>
                      <a:pt x="2563" y="926"/>
                    </a:cubicBezTo>
                    <a:cubicBezTo>
                      <a:pt x="2560" y="930"/>
                      <a:pt x="2559" y="929"/>
                      <a:pt x="2555" y="936"/>
                    </a:cubicBezTo>
                    <a:cubicBezTo>
                      <a:pt x="2552" y="943"/>
                      <a:pt x="2546" y="939"/>
                      <a:pt x="2542" y="940"/>
                    </a:cubicBezTo>
                    <a:cubicBezTo>
                      <a:pt x="2538" y="940"/>
                      <a:pt x="2538" y="942"/>
                      <a:pt x="2534" y="944"/>
                    </a:cubicBezTo>
                    <a:cubicBezTo>
                      <a:pt x="2531" y="947"/>
                      <a:pt x="2526" y="950"/>
                      <a:pt x="2520" y="951"/>
                    </a:cubicBezTo>
                    <a:cubicBezTo>
                      <a:pt x="2513" y="952"/>
                      <a:pt x="2509" y="958"/>
                      <a:pt x="2507" y="961"/>
                    </a:cubicBezTo>
                    <a:cubicBezTo>
                      <a:pt x="2505" y="965"/>
                      <a:pt x="2498" y="968"/>
                      <a:pt x="2494" y="979"/>
                    </a:cubicBezTo>
                    <a:cubicBezTo>
                      <a:pt x="2490" y="990"/>
                      <a:pt x="2479" y="1001"/>
                      <a:pt x="2476" y="1003"/>
                    </a:cubicBezTo>
                    <a:cubicBezTo>
                      <a:pt x="2474" y="1006"/>
                      <a:pt x="2472" y="1008"/>
                      <a:pt x="2470" y="1009"/>
                    </a:cubicBezTo>
                    <a:cubicBezTo>
                      <a:pt x="2467" y="1010"/>
                      <a:pt x="2467" y="1010"/>
                      <a:pt x="2463" y="1014"/>
                    </a:cubicBezTo>
                    <a:cubicBezTo>
                      <a:pt x="2459" y="1018"/>
                      <a:pt x="2451" y="1019"/>
                      <a:pt x="2441" y="1019"/>
                    </a:cubicBezTo>
                    <a:cubicBezTo>
                      <a:pt x="2431" y="1019"/>
                      <a:pt x="2433" y="1022"/>
                      <a:pt x="2426" y="1030"/>
                    </a:cubicBezTo>
                    <a:cubicBezTo>
                      <a:pt x="2419" y="1038"/>
                      <a:pt x="2412" y="1037"/>
                      <a:pt x="2409" y="1039"/>
                    </a:cubicBezTo>
                    <a:cubicBezTo>
                      <a:pt x="2406" y="1040"/>
                      <a:pt x="2398" y="1039"/>
                      <a:pt x="2393" y="1039"/>
                    </a:cubicBezTo>
                    <a:cubicBezTo>
                      <a:pt x="2389" y="1039"/>
                      <a:pt x="2384" y="1036"/>
                      <a:pt x="2381" y="1039"/>
                    </a:cubicBezTo>
                    <a:cubicBezTo>
                      <a:pt x="2378" y="1041"/>
                      <a:pt x="2373" y="1042"/>
                      <a:pt x="2370" y="1041"/>
                    </a:cubicBezTo>
                    <a:cubicBezTo>
                      <a:pt x="2368" y="1040"/>
                      <a:pt x="2360" y="1038"/>
                      <a:pt x="2357" y="1038"/>
                    </a:cubicBezTo>
                    <a:cubicBezTo>
                      <a:pt x="2354" y="1038"/>
                      <a:pt x="2338" y="1037"/>
                      <a:pt x="2334" y="1037"/>
                    </a:cubicBezTo>
                    <a:cubicBezTo>
                      <a:pt x="2331" y="1036"/>
                      <a:pt x="2324" y="1037"/>
                      <a:pt x="2320" y="1041"/>
                    </a:cubicBezTo>
                    <a:cubicBezTo>
                      <a:pt x="2316" y="1045"/>
                      <a:pt x="2308" y="1042"/>
                      <a:pt x="2304" y="1044"/>
                    </a:cubicBezTo>
                    <a:cubicBezTo>
                      <a:pt x="2300" y="1045"/>
                      <a:pt x="2289" y="1043"/>
                      <a:pt x="2287" y="1041"/>
                    </a:cubicBezTo>
                    <a:cubicBezTo>
                      <a:pt x="2285" y="1039"/>
                      <a:pt x="2280" y="1038"/>
                      <a:pt x="2277" y="1039"/>
                    </a:cubicBezTo>
                    <a:cubicBezTo>
                      <a:pt x="2274" y="1039"/>
                      <a:pt x="2270" y="1043"/>
                      <a:pt x="2267" y="1046"/>
                    </a:cubicBezTo>
                    <a:cubicBezTo>
                      <a:pt x="2265" y="1050"/>
                      <a:pt x="2257" y="1049"/>
                      <a:pt x="2252" y="1049"/>
                    </a:cubicBezTo>
                    <a:cubicBezTo>
                      <a:pt x="2246" y="1050"/>
                      <a:pt x="2222" y="1058"/>
                      <a:pt x="2222" y="1058"/>
                    </a:cubicBezTo>
                    <a:cubicBezTo>
                      <a:pt x="2222" y="1058"/>
                      <a:pt x="2179" y="1076"/>
                      <a:pt x="2170" y="1080"/>
                    </a:cubicBezTo>
                    <a:cubicBezTo>
                      <a:pt x="2161" y="1085"/>
                      <a:pt x="2137" y="1097"/>
                      <a:pt x="2130" y="1101"/>
                    </a:cubicBezTo>
                    <a:cubicBezTo>
                      <a:pt x="2123" y="1105"/>
                      <a:pt x="2119" y="1106"/>
                      <a:pt x="2117" y="1106"/>
                    </a:cubicBezTo>
                    <a:cubicBezTo>
                      <a:pt x="2115" y="1105"/>
                      <a:pt x="2090" y="1106"/>
                      <a:pt x="2090" y="1106"/>
                    </a:cubicBezTo>
                    <a:cubicBezTo>
                      <a:pt x="2090" y="1088"/>
                      <a:pt x="2090" y="1088"/>
                      <a:pt x="2090" y="1088"/>
                    </a:cubicBezTo>
                    <a:cubicBezTo>
                      <a:pt x="2090" y="1088"/>
                      <a:pt x="2069" y="1090"/>
                      <a:pt x="2063" y="1090"/>
                    </a:cubicBezTo>
                    <a:cubicBezTo>
                      <a:pt x="2057" y="1090"/>
                      <a:pt x="2046" y="1092"/>
                      <a:pt x="2034" y="1089"/>
                    </a:cubicBezTo>
                    <a:cubicBezTo>
                      <a:pt x="2023" y="1087"/>
                      <a:pt x="1989" y="1062"/>
                      <a:pt x="1979" y="1057"/>
                    </a:cubicBezTo>
                    <a:cubicBezTo>
                      <a:pt x="1970" y="1052"/>
                      <a:pt x="1959" y="1051"/>
                      <a:pt x="1945" y="1050"/>
                    </a:cubicBezTo>
                    <a:cubicBezTo>
                      <a:pt x="1931" y="1049"/>
                      <a:pt x="1927" y="1036"/>
                      <a:pt x="1924" y="1026"/>
                    </a:cubicBezTo>
                    <a:cubicBezTo>
                      <a:pt x="1922" y="1016"/>
                      <a:pt x="1912" y="1016"/>
                      <a:pt x="1912" y="1016"/>
                    </a:cubicBezTo>
                    <a:cubicBezTo>
                      <a:pt x="1912" y="1016"/>
                      <a:pt x="1878" y="1006"/>
                      <a:pt x="1872" y="1003"/>
                    </a:cubicBezTo>
                    <a:cubicBezTo>
                      <a:pt x="1866" y="1001"/>
                      <a:pt x="1856" y="996"/>
                      <a:pt x="1852" y="996"/>
                    </a:cubicBezTo>
                    <a:cubicBezTo>
                      <a:pt x="1848" y="996"/>
                      <a:pt x="1836" y="994"/>
                      <a:pt x="1831" y="993"/>
                    </a:cubicBezTo>
                    <a:cubicBezTo>
                      <a:pt x="1826" y="992"/>
                      <a:pt x="1820" y="993"/>
                      <a:pt x="1817" y="996"/>
                    </a:cubicBezTo>
                    <a:cubicBezTo>
                      <a:pt x="1815" y="998"/>
                      <a:pt x="1814" y="996"/>
                      <a:pt x="1811" y="996"/>
                    </a:cubicBezTo>
                    <a:cubicBezTo>
                      <a:pt x="1808" y="996"/>
                      <a:pt x="1803" y="994"/>
                      <a:pt x="1798" y="994"/>
                    </a:cubicBezTo>
                    <a:cubicBezTo>
                      <a:pt x="1792" y="995"/>
                      <a:pt x="1760" y="996"/>
                      <a:pt x="1755" y="995"/>
                    </a:cubicBezTo>
                    <a:cubicBezTo>
                      <a:pt x="1750" y="995"/>
                      <a:pt x="1743" y="993"/>
                      <a:pt x="1737" y="992"/>
                    </a:cubicBezTo>
                    <a:cubicBezTo>
                      <a:pt x="1732" y="990"/>
                      <a:pt x="1713" y="987"/>
                      <a:pt x="1705" y="985"/>
                    </a:cubicBezTo>
                    <a:cubicBezTo>
                      <a:pt x="1696" y="983"/>
                      <a:pt x="1636" y="965"/>
                      <a:pt x="1629" y="962"/>
                    </a:cubicBezTo>
                    <a:cubicBezTo>
                      <a:pt x="1622" y="959"/>
                      <a:pt x="1623" y="961"/>
                      <a:pt x="1615" y="961"/>
                    </a:cubicBezTo>
                    <a:cubicBezTo>
                      <a:pt x="1607" y="961"/>
                      <a:pt x="1585" y="957"/>
                      <a:pt x="1579" y="958"/>
                    </a:cubicBezTo>
                    <a:cubicBezTo>
                      <a:pt x="1573" y="959"/>
                      <a:pt x="1564" y="953"/>
                      <a:pt x="1564" y="948"/>
                    </a:cubicBezTo>
                    <a:cubicBezTo>
                      <a:pt x="1564" y="943"/>
                      <a:pt x="1562" y="938"/>
                      <a:pt x="1561" y="934"/>
                    </a:cubicBezTo>
                    <a:cubicBezTo>
                      <a:pt x="1559" y="930"/>
                      <a:pt x="1545" y="911"/>
                      <a:pt x="1543" y="909"/>
                    </a:cubicBezTo>
                    <a:cubicBezTo>
                      <a:pt x="1540" y="907"/>
                      <a:pt x="1541" y="898"/>
                      <a:pt x="1541" y="893"/>
                    </a:cubicBezTo>
                    <a:cubicBezTo>
                      <a:pt x="1541" y="888"/>
                      <a:pt x="1538" y="878"/>
                      <a:pt x="1536" y="874"/>
                    </a:cubicBezTo>
                    <a:cubicBezTo>
                      <a:pt x="1534" y="870"/>
                      <a:pt x="1533" y="851"/>
                      <a:pt x="1531" y="844"/>
                    </a:cubicBezTo>
                    <a:cubicBezTo>
                      <a:pt x="1530" y="837"/>
                      <a:pt x="1529" y="836"/>
                      <a:pt x="1526" y="836"/>
                    </a:cubicBezTo>
                    <a:cubicBezTo>
                      <a:pt x="1524" y="835"/>
                      <a:pt x="1520" y="835"/>
                      <a:pt x="1517" y="833"/>
                    </a:cubicBezTo>
                    <a:cubicBezTo>
                      <a:pt x="1515" y="831"/>
                      <a:pt x="1517" y="828"/>
                      <a:pt x="1518" y="823"/>
                    </a:cubicBezTo>
                    <a:cubicBezTo>
                      <a:pt x="1520" y="818"/>
                      <a:pt x="1521" y="813"/>
                      <a:pt x="1523" y="812"/>
                    </a:cubicBezTo>
                    <a:cubicBezTo>
                      <a:pt x="1525" y="810"/>
                      <a:pt x="1521" y="808"/>
                      <a:pt x="1521" y="808"/>
                    </a:cubicBezTo>
                    <a:cubicBezTo>
                      <a:pt x="1521" y="808"/>
                      <a:pt x="1507" y="808"/>
                      <a:pt x="1502" y="808"/>
                    </a:cubicBezTo>
                    <a:cubicBezTo>
                      <a:pt x="1497" y="808"/>
                      <a:pt x="1497" y="808"/>
                      <a:pt x="1493" y="805"/>
                    </a:cubicBezTo>
                    <a:cubicBezTo>
                      <a:pt x="1489" y="803"/>
                      <a:pt x="1479" y="792"/>
                      <a:pt x="1476" y="788"/>
                    </a:cubicBezTo>
                    <a:cubicBezTo>
                      <a:pt x="1473" y="784"/>
                      <a:pt x="1463" y="780"/>
                      <a:pt x="1462" y="777"/>
                    </a:cubicBezTo>
                    <a:cubicBezTo>
                      <a:pt x="1461" y="774"/>
                      <a:pt x="1453" y="763"/>
                      <a:pt x="1451" y="760"/>
                    </a:cubicBezTo>
                    <a:cubicBezTo>
                      <a:pt x="1448" y="757"/>
                      <a:pt x="1433" y="747"/>
                      <a:pt x="1430" y="744"/>
                    </a:cubicBezTo>
                    <a:cubicBezTo>
                      <a:pt x="1428" y="741"/>
                      <a:pt x="1414" y="730"/>
                      <a:pt x="1413" y="728"/>
                    </a:cubicBezTo>
                    <a:cubicBezTo>
                      <a:pt x="1412" y="726"/>
                      <a:pt x="1405" y="724"/>
                      <a:pt x="1402" y="724"/>
                    </a:cubicBezTo>
                    <a:cubicBezTo>
                      <a:pt x="1400" y="724"/>
                      <a:pt x="1397" y="724"/>
                      <a:pt x="1396" y="722"/>
                    </a:cubicBezTo>
                    <a:cubicBezTo>
                      <a:pt x="1395" y="719"/>
                      <a:pt x="1388" y="718"/>
                      <a:pt x="1385" y="718"/>
                    </a:cubicBezTo>
                    <a:cubicBezTo>
                      <a:pt x="1382" y="718"/>
                      <a:pt x="1376" y="716"/>
                      <a:pt x="1374" y="714"/>
                    </a:cubicBezTo>
                    <a:cubicBezTo>
                      <a:pt x="1372" y="713"/>
                      <a:pt x="1364" y="710"/>
                      <a:pt x="1362" y="712"/>
                    </a:cubicBezTo>
                    <a:cubicBezTo>
                      <a:pt x="1359" y="714"/>
                      <a:pt x="1354" y="713"/>
                      <a:pt x="1351" y="712"/>
                    </a:cubicBezTo>
                    <a:cubicBezTo>
                      <a:pt x="1348" y="712"/>
                      <a:pt x="1345" y="710"/>
                      <a:pt x="1340" y="711"/>
                    </a:cubicBezTo>
                    <a:cubicBezTo>
                      <a:pt x="1336" y="711"/>
                      <a:pt x="1334" y="709"/>
                      <a:pt x="1329" y="706"/>
                    </a:cubicBezTo>
                    <a:cubicBezTo>
                      <a:pt x="1324" y="703"/>
                      <a:pt x="1310" y="702"/>
                      <a:pt x="1306" y="703"/>
                    </a:cubicBezTo>
                    <a:cubicBezTo>
                      <a:pt x="1301" y="703"/>
                      <a:pt x="1295" y="700"/>
                      <a:pt x="1294" y="696"/>
                    </a:cubicBezTo>
                    <a:cubicBezTo>
                      <a:pt x="1293" y="693"/>
                      <a:pt x="1288" y="692"/>
                      <a:pt x="1286" y="691"/>
                    </a:cubicBezTo>
                    <a:cubicBezTo>
                      <a:pt x="1283" y="691"/>
                      <a:pt x="1278" y="690"/>
                      <a:pt x="1275" y="690"/>
                    </a:cubicBezTo>
                    <a:cubicBezTo>
                      <a:pt x="1273" y="689"/>
                      <a:pt x="1270" y="685"/>
                      <a:pt x="1268" y="682"/>
                    </a:cubicBezTo>
                    <a:cubicBezTo>
                      <a:pt x="1266" y="679"/>
                      <a:pt x="1261" y="682"/>
                      <a:pt x="1257" y="683"/>
                    </a:cubicBezTo>
                    <a:cubicBezTo>
                      <a:pt x="1254" y="684"/>
                      <a:pt x="1253" y="679"/>
                      <a:pt x="1253" y="671"/>
                    </a:cubicBezTo>
                    <a:cubicBezTo>
                      <a:pt x="1253" y="663"/>
                      <a:pt x="1249" y="657"/>
                      <a:pt x="1248" y="655"/>
                    </a:cubicBezTo>
                    <a:cubicBezTo>
                      <a:pt x="1247" y="654"/>
                      <a:pt x="1246" y="649"/>
                      <a:pt x="1247" y="647"/>
                    </a:cubicBezTo>
                    <a:cubicBezTo>
                      <a:pt x="1248" y="645"/>
                      <a:pt x="1250" y="640"/>
                      <a:pt x="1254" y="633"/>
                    </a:cubicBezTo>
                    <a:cubicBezTo>
                      <a:pt x="1257" y="626"/>
                      <a:pt x="1265" y="620"/>
                      <a:pt x="1267" y="617"/>
                    </a:cubicBezTo>
                    <a:cubicBezTo>
                      <a:pt x="1270" y="614"/>
                      <a:pt x="1275" y="612"/>
                      <a:pt x="1276" y="609"/>
                    </a:cubicBezTo>
                    <a:cubicBezTo>
                      <a:pt x="1278" y="605"/>
                      <a:pt x="1276" y="593"/>
                      <a:pt x="1276" y="589"/>
                    </a:cubicBezTo>
                    <a:cubicBezTo>
                      <a:pt x="1276" y="585"/>
                      <a:pt x="1276" y="584"/>
                      <a:pt x="1276" y="583"/>
                    </a:cubicBezTo>
                    <a:cubicBezTo>
                      <a:pt x="1277" y="582"/>
                      <a:pt x="1282" y="575"/>
                      <a:pt x="1285" y="571"/>
                    </a:cubicBezTo>
                    <a:cubicBezTo>
                      <a:pt x="1289" y="567"/>
                      <a:pt x="1290" y="562"/>
                      <a:pt x="1288" y="561"/>
                    </a:cubicBezTo>
                    <a:cubicBezTo>
                      <a:pt x="1287" y="559"/>
                      <a:pt x="1288" y="558"/>
                      <a:pt x="1291" y="553"/>
                    </a:cubicBezTo>
                    <a:cubicBezTo>
                      <a:pt x="1293" y="549"/>
                      <a:pt x="1288" y="545"/>
                      <a:pt x="1287" y="543"/>
                    </a:cubicBezTo>
                    <a:cubicBezTo>
                      <a:pt x="1286" y="542"/>
                      <a:pt x="1285" y="540"/>
                      <a:pt x="1286" y="535"/>
                    </a:cubicBezTo>
                    <a:cubicBezTo>
                      <a:pt x="1287" y="530"/>
                      <a:pt x="1284" y="525"/>
                      <a:pt x="1281" y="521"/>
                    </a:cubicBezTo>
                    <a:cubicBezTo>
                      <a:pt x="1278" y="518"/>
                      <a:pt x="1274" y="514"/>
                      <a:pt x="1274" y="510"/>
                    </a:cubicBezTo>
                    <a:cubicBezTo>
                      <a:pt x="1273" y="505"/>
                      <a:pt x="1271" y="502"/>
                      <a:pt x="1269" y="499"/>
                    </a:cubicBezTo>
                    <a:cubicBezTo>
                      <a:pt x="1268" y="496"/>
                      <a:pt x="1269" y="490"/>
                      <a:pt x="1270" y="483"/>
                    </a:cubicBezTo>
                    <a:cubicBezTo>
                      <a:pt x="1271" y="476"/>
                      <a:pt x="1268" y="472"/>
                      <a:pt x="1267" y="470"/>
                    </a:cubicBezTo>
                    <a:cubicBezTo>
                      <a:pt x="1265" y="468"/>
                      <a:pt x="1265" y="464"/>
                      <a:pt x="1266" y="461"/>
                    </a:cubicBezTo>
                    <a:cubicBezTo>
                      <a:pt x="1266" y="457"/>
                      <a:pt x="1262" y="454"/>
                      <a:pt x="1259" y="452"/>
                    </a:cubicBezTo>
                    <a:cubicBezTo>
                      <a:pt x="1256" y="451"/>
                      <a:pt x="1252" y="448"/>
                      <a:pt x="1251" y="447"/>
                    </a:cubicBezTo>
                    <a:cubicBezTo>
                      <a:pt x="1249" y="446"/>
                      <a:pt x="1251" y="440"/>
                      <a:pt x="1251" y="436"/>
                    </a:cubicBezTo>
                    <a:cubicBezTo>
                      <a:pt x="1251" y="432"/>
                      <a:pt x="1244" y="433"/>
                      <a:pt x="1244" y="435"/>
                    </a:cubicBezTo>
                    <a:cubicBezTo>
                      <a:pt x="1243" y="437"/>
                      <a:pt x="1242" y="438"/>
                      <a:pt x="1240" y="438"/>
                    </a:cubicBezTo>
                    <a:cubicBezTo>
                      <a:pt x="1238" y="439"/>
                      <a:pt x="1236" y="437"/>
                      <a:pt x="1234" y="435"/>
                    </a:cubicBezTo>
                    <a:cubicBezTo>
                      <a:pt x="1233" y="434"/>
                      <a:pt x="1230" y="432"/>
                      <a:pt x="1230" y="431"/>
                    </a:cubicBezTo>
                    <a:cubicBezTo>
                      <a:pt x="1230" y="430"/>
                      <a:pt x="1230" y="429"/>
                      <a:pt x="1229" y="428"/>
                    </a:cubicBezTo>
                    <a:cubicBezTo>
                      <a:pt x="1228" y="428"/>
                      <a:pt x="1226" y="422"/>
                      <a:pt x="1226" y="420"/>
                    </a:cubicBezTo>
                    <a:cubicBezTo>
                      <a:pt x="1226" y="417"/>
                      <a:pt x="1222" y="416"/>
                      <a:pt x="1221" y="417"/>
                    </a:cubicBezTo>
                    <a:cubicBezTo>
                      <a:pt x="1219" y="417"/>
                      <a:pt x="1218" y="417"/>
                      <a:pt x="1217" y="416"/>
                    </a:cubicBezTo>
                    <a:cubicBezTo>
                      <a:pt x="1215" y="415"/>
                      <a:pt x="1211" y="414"/>
                      <a:pt x="1210" y="415"/>
                    </a:cubicBezTo>
                    <a:cubicBezTo>
                      <a:pt x="1209" y="415"/>
                      <a:pt x="1208" y="418"/>
                      <a:pt x="1205" y="417"/>
                    </a:cubicBezTo>
                    <a:cubicBezTo>
                      <a:pt x="1201" y="416"/>
                      <a:pt x="1198" y="415"/>
                      <a:pt x="1195" y="414"/>
                    </a:cubicBezTo>
                    <a:cubicBezTo>
                      <a:pt x="1193" y="413"/>
                      <a:pt x="1194" y="410"/>
                      <a:pt x="1193" y="408"/>
                    </a:cubicBezTo>
                    <a:cubicBezTo>
                      <a:pt x="1192" y="406"/>
                      <a:pt x="1184" y="404"/>
                      <a:pt x="1183" y="403"/>
                    </a:cubicBezTo>
                    <a:cubicBezTo>
                      <a:pt x="1182" y="402"/>
                      <a:pt x="1180" y="397"/>
                      <a:pt x="1179" y="395"/>
                    </a:cubicBezTo>
                    <a:cubicBezTo>
                      <a:pt x="1177" y="394"/>
                      <a:pt x="1172" y="389"/>
                      <a:pt x="1170" y="388"/>
                    </a:cubicBezTo>
                    <a:cubicBezTo>
                      <a:pt x="1169" y="386"/>
                      <a:pt x="1170" y="383"/>
                      <a:pt x="1170" y="383"/>
                    </a:cubicBezTo>
                    <a:cubicBezTo>
                      <a:pt x="1170" y="383"/>
                      <a:pt x="1170" y="376"/>
                      <a:pt x="1170" y="375"/>
                    </a:cubicBezTo>
                    <a:cubicBezTo>
                      <a:pt x="1170" y="373"/>
                      <a:pt x="1168" y="367"/>
                      <a:pt x="1167" y="370"/>
                    </a:cubicBezTo>
                    <a:cubicBezTo>
                      <a:pt x="1165" y="373"/>
                      <a:pt x="1162" y="375"/>
                      <a:pt x="1161" y="369"/>
                    </a:cubicBezTo>
                    <a:cubicBezTo>
                      <a:pt x="1160" y="364"/>
                      <a:pt x="1160" y="360"/>
                      <a:pt x="1155" y="358"/>
                    </a:cubicBezTo>
                    <a:cubicBezTo>
                      <a:pt x="1150" y="357"/>
                      <a:pt x="1149" y="354"/>
                      <a:pt x="1146" y="352"/>
                    </a:cubicBezTo>
                    <a:cubicBezTo>
                      <a:pt x="1144" y="352"/>
                      <a:pt x="1143" y="351"/>
                      <a:pt x="1143" y="351"/>
                    </a:cubicBezTo>
                    <a:cubicBezTo>
                      <a:pt x="1143" y="351"/>
                      <a:pt x="1144" y="350"/>
                      <a:pt x="1143" y="350"/>
                    </a:cubicBezTo>
                    <a:cubicBezTo>
                      <a:pt x="1141" y="347"/>
                      <a:pt x="1143" y="346"/>
                      <a:pt x="1144" y="343"/>
                    </a:cubicBezTo>
                    <a:cubicBezTo>
                      <a:pt x="1146" y="339"/>
                      <a:pt x="1146" y="336"/>
                      <a:pt x="1144" y="334"/>
                    </a:cubicBezTo>
                    <a:cubicBezTo>
                      <a:pt x="1143" y="333"/>
                      <a:pt x="1142" y="332"/>
                      <a:pt x="1142" y="331"/>
                    </a:cubicBezTo>
                    <a:cubicBezTo>
                      <a:pt x="1141" y="330"/>
                      <a:pt x="1141" y="330"/>
                      <a:pt x="1141" y="329"/>
                    </a:cubicBezTo>
                    <a:cubicBezTo>
                      <a:pt x="1140" y="324"/>
                      <a:pt x="1131" y="318"/>
                      <a:pt x="1131" y="314"/>
                    </a:cubicBezTo>
                    <a:cubicBezTo>
                      <a:pt x="1131" y="312"/>
                      <a:pt x="1132" y="310"/>
                      <a:pt x="1132" y="309"/>
                    </a:cubicBezTo>
                    <a:cubicBezTo>
                      <a:pt x="1135" y="307"/>
                      <a:pt x="1138" y="303"/>
                      <a:pt x="1138" y="300"/>
                    </a:cubicBezTo>
                    <a:cubicBezTo>
                      <a:pt x="1138" y="299"/>
                      <a:pt x="1138" y="299"/>
                      <a:pt x="1138" y="298"/>
                    </a:cubicBezTo>
                    <a:cubicBezTo>
                      <a:pt x="1138" y="297"/>
                      <a:pt x="1139" y="297"/>
                      <a:pt x="1139" y="296"/>
                    </a:cubicBezTo>
                    <a:cubicBezTo>
                      <a:pt x="1139" y="296"/>
                      <a:pt x="1139" y="295"/>
                      <a:pt x="1139" y="295"/>
                    </a:cubicBezTo>
                    <a:cubicBezTo>
                      <a:pt x="1141" y="293"/>
                      <a:pt x="1140" y="290"/>
                      <a:pt x="1137" y="288"/>
                    </a:cubicBezTo>
                    <a:cubicBezTo>
                      <a:pt x="1135" y="286"/>
                      <a:pt x="1130" y="287"/>
                      <a:pt x="1128" y="287"/>
                    </a:cubicBezTo>
                    <a:cubicBezTo>
                      <a:pt x="1126" y="287"/>
                      <a:pt x="1123" y="287"/>
                      <a:pt x="1121" y="288"/>
                    </a:cubicBezTo>
                    <a:cubicBezTo>
                      <a:pt x="1117" y="288"/>
                      <a:pt x="1114" y="288"/>
                      <a:pt x="1111" y="288"/>
                    </a:cubicBezTo>
                    <a:cubicBezTo>
                      <a:pt x="1110" y="287"/>
                      <a:pt x="1108" y="286"/>
                      <a:pt x="1107" y="285"/>
                    </a:cubicBezTo>
                    <a:cubicBezTo>
                      <a:pt x="1103" y="283"/>
                      <a:pt x="1097" y="278"/>
                      <a:pt x="1091" y="278"/>
                    </a:cubicBezTo>
                    <a:cubicBezTo>
                      <a:pt x="1090" y="278"/>
                      <a:pt x="1090" y="278"/>
                      <a:pt x="1090" y="278"/>
                    </a:cubicBezTo>
                    <a:cubicBezTo>
                      <a:pt x="1083" y="277"/>
                      <a:pt x="1076" y="279"/>
                      <a:pt x="1072" y="287"/>
                    </a:cubicBezTo>
                    <a:cubicBezTo>
                      <a:pt x="1072" y="287"/>
                      <a:pt x="1072" y="287"/>
                      <a:pt x="1072" y="287"/>
                    </a:cubicBezTo>
                    <a:cubicBezTo>
                      <a:pt x="1070" y="286"/>
                      <a:pt x="1067" y="287"/>
                      <a:pt x="1068" y="291"/>
                    </a:cubicBezTo>
                    <a:cubicBezTo>
                      <a:pt x="1068" y="294"/>
                      <a:pt x="1069" y="295"/>
                      <a:pt x="1070" y="296"/>
                    </a:cubicBezTo>
                    <a:cubicBezTo>
                      <a:pt x="1069" y="303"/>
                      <a:pt x="1067" y="310"/>
                      <a:pt x="1065" y="316"/>
                    </a:cubicBezTo>
                    <a:cubicBezTo>
                      <a:pt x="1064" y="318"/>
                      <a:pt x="1062" y="319"/>
                      <a:pt x="1059" y="322"/>
                    </a:cubicBezTo>
                    <a:cubicBezTo>
                      <a:pt x="1053" y="327"/>
                      <a:pt x="1049" y="329"/>
                      <a:pt x="1044" y="329"/>
                    </a:cubicBezTo>
                    <a:cubicBezTo>
                      <a:pt x="1039" y="330"/>
                      <a:pt x="1033" y="332"/>
                      <a:pt x="1024" y="329"/>
                    </a:cubicBezTo>
                    <a:cubicBezTo>
                      <a:pt x="1016" y="326"/>
                      <a:pt x="1015" y="326"/>
                      <a:pt x="1012" y="326"/>
                    </a:cubicBezTo>
                    <a:cubicBezTo>
                      <a:pt x="1009" y="326"/>
                      <a:pt x="1002" y="325"/>
                      <a:pt x="999" y="328"/>
                    </a:cubicBezTo>
                    <a:cubicBezTo>
                      <a:pt x="996" y="332"/>
                      <a:pt x="988" y="348"/>
                      <a:pt x="985" y="352"/>
                    </a:cubicBezTo>
                    <a:cubicBezTo>
                      <a:pt x="982" y="356"/>
                      <a:pt x="982" y="358"/>
                      <a:pt x="984" y="361"/>
                    </a:cubicBezTo>
                    <a:cubicBezTo>
                      <a:pt x="985" y="364"/>
                      <a:pt x="985" y="371"/>
                      <a:pt x="984" y="375"/>
                    </a:cubicBezTo>
                    <a:cubicBezTo>
                      <a:pt x="982" y="378"/>
                      <a:pt x="981" y="385"/>
                      <a:pt x="979" y="392"/>
                    </a:cubicBezTo>
                    <a:cubicBezTo>
                      <a:pt x="977" y="399"/>
                      <a:pt x="977" y="400"/>
                      <a:pt x="977" y="407"/>
                    </a:cubicBezTo>
                    <a:cubicBezTo>
                      <a:pt x="977" y="409"/>
                      <a:pt x="977" y="411"/>
                      <a:pt x="977" y="413"/>
                    </a:cubicBezTo>
                    <a:cubicBezTo>
                      <a:pt x="977" y="413"/>
                      <a:pt x="977" y="413"/>
                      <a:pt x="977" y="413"/>
                    </a:cubicBezTo>
                    <a:cubicBezTo>
                      <a:pt x="976" y="418"/>
                      <a:pt x="975" y="423"/>
                      <a:pt x="974" y="427"/>
                    </a:cubicBezTo>
                    <a:cubicBezTo>
                      <a:pt x="972" y="432"/>
                      <a:pt x="971" y="440"/>
                      <a:pt x="960" y="440"/>
                    </a:cubicBezTo>
                    <a:cubicBezTo>
                      <a:pt x="954" y="440"/>
                      <a:pt x="946" y="441"/>
                      <a:pt x="939" y="442"/>
                    </a:cubicBezTo>
                    <a:cubicBezTo>
                      <a:pt x="936" y="443"/>
                      <a:pt x="926" y="448"/>
                      <a:pt x="925" y="445"/>
                    </a:cubicBezTo>
                    <a:cubicBezTo>
                      <a:pt x="921" y="438"/>
                      <a:pt x="917" y="434"/>
                      <a:pt x="902" y="432"/>
                    </a:cubicBezTo>
                    <a:cubicBezTo>
                      <a:pt x="899" y="432"/>
                      <a:pt x="900" y="431"/>
                      <a:pt x="899" y="430"/>
                    </a:cubicBezTo>
                    <a:cubicBezTo>
                      <a:pt x="898" y="429"/>
                      <a:pt x="891" y="427"/>
                      <a:pt x="886" y="428"/>
                    </a:cubicBezTo>
                    <a:cubicBezTo>
                      <a:pt x="882" y="428"/>
                      <a:pt x="875" y="428"/>
                      <a:pt x="872" y="425"/>
                    </a:cubicBezTo>
                    <a:cubicBezTo>
                      <a:pt x="869" y="422"/>
                      <a:pt x="867" y="423"/>
                      <a:pt x="865" y="423"/>
                    </a:cubicBezTo>
                    <a:cubicBezTo>
                      <a:pt x="862" y="422"/>
                      <a:pt x="855" y="417"/>
                      <a:pt x="852" y="415"/>
                    </a:cubicBezTo>
                    <a:cubicBezTo>
                      <a:pt x="848" y="412"/>
                      <a:pt x="842" y="404"/>
                      <a:pt x="839" y="401"/>
                    </a:cubicBezTo>
                    <a:cubicBezTo>
                      <a:pt x="835" y="398"/>
                      <a:pt x="828" y="393"/>
                      <a:pt x="826" y="391"/>
                    </a:cubicBezTo>
                    <a:cubicBezTo>
                      <a:pt x="824" y="389"/>
                      <a:pt x="820" y="388"/>
                      <a:pt x="820" y="388"/>
                    </a:cubicBezTo>
                    <a:cubicBezTo>
                      <a:pt x="820" y="388"/>
                      <a:pt x="813" y="400"/>
                      <a:pt x="810" y="403"/>
                    </a:cubicBezTo>
                    <a:cubicBezTo>
                      <a:pt x="807" y="406"/>
                      <a:pt x="803" y="411"/>
                      <a:pt x="801" y="412"/>
                    </a:cubicBezTo>
                    <a:cubicBezTo>
                      <a:pt x="799" y="412"/>
                      <a:pt x="798" y="417"/>
                      <a:pt x="798" y="419"/>
                    </a:cubicBezTo>
                    <a:cubicBezTo>
                      <a:pt x="797" y="420"/>
                      <a:pt x="796" y="421"/>
                      <a:pt x="793" y="424"/>
                    </a:cubicBezTo>
                    <a:cubicBezTo>
                      <a:pt x="790" y="427"/>
                      <a:pt x="789" y="429"/>
                      <a:pt x="788" y="431"/>
                    </a:cubicBezTo>
                    <a:cubicBezTo>
                      <a:pt x="787" y="433"/>
                      <a:pt x="785" y="442"/>
                      <a:pt x="783" y="446"/>
                    </a:cubicBezTo>
                    <a:cubicBezTo>
                      <a:pt x="780" y="450"/>
                      <a:pt x="772" y="461"/>
                      <a:pt x="769" y="463"/>
                    </a:cubicBezTo>
                    <a:cubicBezTo>
                      <a:pt x="766" y="466"/>
                      <a:pt x="762" y="471"/>
                      <a:pt x="759" y="476"/>
                    </a:cubicBezTo>
                    <a:cubicBezTo>
                      <a:pt x="756" y="481"/>
                      <a:pt x="754" y="485"/>
                      <a:pt x="751" y="487"/>
                    </a:cubicBezTo>
                    <a:cubicBezTo>
                      <a:pt x="749" y="489"/>
                      <a:pt x="747" y="492"/>
                      <a:pt x="747" y="495"/>
                    </a:cubicBezTo>
                    <a:cubicBezTo>
                      <a:pt x="747" y="499"/>
                      <a:pt x="745" y="500"/>
                      <a:pt x="744" y="502"/>
                    </a:cubicBezTo>
                    <a:cubicBezTo>
                      <a:pt x="742" y="504"/>
                      <a:pt x="735" y="513"/>
                      <a:pt x="735" y="517"/>
                    </a:cubicBezTo>
                    <a:cubicBezTo>
                      <a:pt x="735" y="520"/>
                      <a:pt x="737" y="526"/>
                      <a:pt x="740" y="529"/>
                    </a:cubicBezTo>
                    <a:cubicBezTo>
                      <a:pt x="743" y="532"/>
                      <a:pt x="745" y="541"/>
                      <a:pt x="744" y="546"/>
                    </a:cubicBezTo>
                    <a:cubicBezTo>
                      <a:pt x="744" y="551"/>
                      <a:pt x="740" y="548"/>
                      <a:pt x="739" y="549"/>
                    </a:cubicBezTo>
                    <a:cubicBezTo>
                      <a:pt x="737" y="550"/>
                      <a:pt x="733" y="547"/>
                      <a:pt x="727" y="546"/>
                    </a:cubicBezTo>
                    <a:cubicBezTo>
                      <a:pt x="720" y="545"/>
                      <a:pt x="714" y="544"/>
                      <a:pt x="712" y="540"/>
                    </a:cubicBezTo>
                    <a:cubicBezTo>
                      <a:pt x="710" y="537"/>
                      <a:pt x="705" y="529"/>
                      <a:pt x="701" y="528"/>
                    </a:cubicBezTo>
                    <a:cubicBezTo>
                      <a:pt x="697" y="527"/>
                      <a:pt x="688" y="524"/>
                      <a:pt x="683" y="528"/>
                    </a:cubicBezTo>
                    <a:cubicBezTo>
                      <a:pt x="678" y="532"/>
                      <a:pt x="674" y="531"/>
                      <a:pt x="671" y="530"/>
                    </a:cubicBezTo>
                    <a:cubicBezTo>
                      <a:pt x="668" y="529"/>
                      <a:pt x="657" y="527"/>
                      <a:pt x="652" y="530"/>
                    </a:cubicBezTo>
                    <a:cubicBezTo>
                      <a:pt x="648" y="533"/>
                      <a:pt x="644" y="532"/>
                      <a:pt x="642" y="531"/>
                    </a:cubicBezTo>
                    <a:cubicBezTo>
                      <a:pt x="641" y="530"/>
                      <a:pt x="636" y="528"/>
                      <a:pt x="635" y="527"/>
                    </a:cubicBezTo>
                    <a:cubicBezTo>
                      <a:pt x="634" y="525"/>
                      <a:pt x="631" y="525"/>
                      <a:pt x="629" y="528"/>
                    </a:cubicBezTo>
                    <a:cubicBezTo>
                      <a:pt x="626" y="531"/>
                      <a:pt x="624" y="530"/>
                      <a:pt x="622" y="529"/>
                    </a:cubicBezTo>
                    <a:cubicBezTo>
                      <a:pt x="621" y="529"/>
                      <a:pt x="620" y="524"/>
                      <a:pt x="616" y="525"/>
                    </a:cubicBezTo>
                    <a:cubicBezTo>
                      <a:pt x="613" y="525"/>
                      <a:pt x="612" y="528"/>
                      <a:pt x="609" y="527"/>
                    </a:cubicBezTo>
                    <a:cubicBezTo>
                      <a:pt x="606" y="527"/>
                      <a:pt x="599" y="525"/>
                      <a:pt x="594" y="527"/>
                    </a:cubicBezTo>
                    <a:cubicBezTo>
                      <a:pt x="589" y="528"/>
                      <a:pt x="587" y="528"/>
                      <a:pt x="584" y="528"/>
                    </a:cubicBezTo>
                    <a:cubicBezTo>
                      <a:pt x="580" y="527"/>
                      <a:pt x="578" y="529"/>
                      <a:pt x="576" y="530"/>
                    </a:cubicBezTo>
                    <a:cubicBezTo>
                      <a:pt x="573" y="531"/>
                      <a:pt x="571" y="535"/>
                      <a:pt x="574" y="536"/>
                    </a:cubicBezTo>
                    <a:cubicBezTo>
                      <a:pt x="577" y="537"/>
                      <a:pt x="577" y="539"/>
                      <a:pt x="577" y="541"/>
                    </a:cubicBezTo>
                    <a:cubicBezTo>
                      <a:pt x="577" y="544"/>
                      <a:pt x="579" y="544"/>
                      <a:pt x="580" y="545"/>
                    </a:cubicBezTo>
                    <a:cubicBezTo>
                      <a:pt x="582" y="546"/>
                      <a:pt x="583" y="546"/>
                      <a:pt x="585" y="545"/>
                    </a:cubicBezTo>
                    <a:cubicBezTo>
                      <a:pt x="588" y="544"/>
                      <a:pt x="588" y="546"/>
                      <a:pt x="588" y="546"/>
                    </a:cubicBezTo>
                    <a:cubicBezTo>
                      <a:pt x="591" y="547"/>
                      <a:pt x="590" y="550"/>
                      <a:pt x="591" y="551"/>
                    </a:cubicBezTo>
                    <a:cubicBezTo>
                      <a:pt x="593" y="553"/>
                      <a:pt x="593" y="554"/>
                      <a:pt x="594" y="563"/>
                    </a:cubicBezTo>
                    <a:cubicBezTo>
                      <a:pt x="595" y="573"/>
                      <a:pt x="591" y="588"/>
                      <a:pt x="587" y="595"/>
                    </a:cubicBezTo>
                    <a:cubicBezTo>
                      <a:pt x="584" y="602"/>
                      <a:pt x="587" y="616"/>
                      <a:pt x="588" y="625"/>
                    </a:cubicBezTo>
                    <a:cubicBezTo>
                      <a:pt x="588" y="635"/>
                      <a:pt x="585" y="643"/>
                      <a:pt x="585" y="643"/>
                    </a:cubicBezTo>
                    <a:cubicBezTo>
                      <a:pt x="585" y="643"/>
                      <a:pt x="586" y="647"/>
                      <a:pt x="587" y="652"/>
                    </a:cubicBezTo>
                    <a:cubicBezTo>
                      <a:pt x="588" y="658"/>
                      <a:pt x="589" y="662"/>
                      <a:pt x="588" y="665"/>
                    </a:cubicBezTo>
                    <a:cubicBezTo>
                      <a:pt x="588" y="668"/>
                      <a:pt x="590" y="670"/>
                      <a:pt x="588" y="675"/>
                    </a:cubicBezTo>
                    <a:cubicBezTo>
                      <a:pt x="587" y="680"/>
                      <a:pt x="584" y="682"/>
                      <a:pt x="584" y="683"/>
                    </a:cubicBezTo>
                    <a:cubicBezTo>
                      <a:pt x="583" y="685"/>
                      <a:pt x="583" y="685"/>
                      <a:pt x="585" y="688"/>
                    </a:cubicBezTo>
                    <a:cubicBezTo>
                      <a:pt x="586" y="690"/>
                      <a:pt x="586" y="695"/>
                      <a:pt x="586" y="697"/>
                    </a:cubicBezTo>
                    <a:cubicBezTo>
                      <a:pt x="585" y="700"/>
                      <a:pt x="581" y="701"/>
                      <a:pt x="578" y="700"/>
                    </a:cubicBezTo>
                    <a:cubicBezTo>
                      <a:pt x="574" y="699"/>
                      <a:pt x="571" y="701"/>
                      <a:pt x="568" y="702"/>
                    </a:cubicBezTo>
                    <a:cubicBezTo>
                      <a:pt x="565" y="703"/>
                      <a:pt x="561" y="702"/>
                      <a:pt x="559" y="703"/>
                    </a:cubicBezTo>
                    <a:cubicBezTo>
                      <a:pt x="557" y="704"/>
                      <a:pt x="556" y="705"/>
                      <a:pt x="557" y="706"/>
                    </a:cubicBezTo>
                    <a:cubicBezTo>
                      <a:pt x="558" y="707"/>
                      <a:pt x="560" y="707"/>
                      <a:pt x="558" y="709"/>
                    </a:cubicBezTo>
                    <a:cubicBezTo>
                      <a:pt x="557" y="711"/>
                      <a:pt x="556" y="710"/>
                      <a:pt x="557" y="713"/>
                    </a:cubicBezTo>
                    <a:cubicBezTo>
                      <a:pt x="559" y="715"/>
                      <a:pt x="560" y="719"/>
                      <a:pt x="559" y="720"/>
                    </a:cubicBezTo>
                    <a:cubicBezTo>
                      <a:pt x="558" y="720"/>
                      <a:pt x="556" y="720"/>
                      <a:pt x="555" y="720"/>
                    </a:cubicBezTo>
                    <a:cubicBezTo>
                      <a:pt x="552" y="720"/>
                      <a:pt x="552" y="721"/>
                      <a:pt x="550" y="721"/>
                    </a:cubicBezTo>
                    <a:cubicBezTo>
                      <a:pt x="549" y="721"/>
                      <a:pt x="547" y="721"/>
                      <a:pt x="546" y="721"/>
                    </a:cubicBezTo>
                    <a:cubicBezTo>
                      <a:pt x="543" y="719"/>
                      <a:pt x="541" y="720"/>
                      <a:pt x="541" y="720"/>
                    </a:cubicBezTo>
                    <a:cubicBezTo>
                      <a:pt x="541" y="720"/>
                      <a:pt x="540" y="724"/>
                      <a:pt x="537" y="727"/>
                    </a:cubicBezTo>
                    <a:cubicBezTo>
                      <a:pt x="534" y="729"/>
                      <a:pt x="533" y="730"/>
                      <a:pt x="533" y="730"/>
                    </a:cubicBezTo>
                    <a:cubicBezTo>
                      <a:pt x="531" y="731"/>
                      <a:pt x="533" y="735"/>
                      <a:pt x="533" y="740"/>
                    </a:cubicBezTo>
                    <a:cubicBezTo>
                      <a:pt x="533" y="745"/>
                      <a:pt x="534" y="746"/>
                      <a:pt x="534" y="746"/>
                    </a:cubicBezTo>
                    <a:cubicBezTo>
                      <a:pt x="534" y="746"/>
                      <a:pt x="531" y="750"/>
                      <a:pt x="529" y="754"/>
                    </a:cubicBezTo>
                    <a:cubicBezTo>
                      <a:pt x="528" y="757"/>
                      <a:pt x="528" y="761"/>
                      <a:pt x="528" y="764"/>
                    </a:cubicBezTo>
                    <a:cubicBezTo>
                      <a:pt x="527" y="766"/>
                      <a:pt x="527" y="765"/>
                      <a:pt x="525" y="767"/>
                    </a:cubicBezTo>
                    <a:cubicBezTo>
                      <a:pt x="523" y="770"/>
                      <a:pt x="523" y="772"/>
                      <a:pt x="517" y="772"/>
                    </a:cubicBezTo>
                    <a:cubicBezTo>
                      <a:pt x="512" y="772"/>
                      <a:pt x="508" y="777"/>
                      <a:pt x="503" y="780"/>
                    </a:cubicBezTo>
                    <a:cubicBezTo>
                      <a:pt x="498" y="784"/>
                      <a:pt x="497" y="784"/>
                      <a:pt x="494" y="787"/>
                    </a:cubicBezTo>
                    <a:cubicBezTo>
                      <a:pt x="491" y="791"/>
                      <a:pt x="490" y="791"/>
                      <a:pt x="487" y="790"/>
                    </a:cubicBezTo>
                    <a:cubicBezTo>
                      <a:pt x="485" y="790"/>
                      <a:pt x="481" y="788"/>
                      <a:pt x="479" y="789"/>
                    </a:cubicBezTo>
                    <a:cubicBezTo>
                      <a:pt x="477" y="791"/>
                      <a:pt x="474" y="792"/>
                      <a:pt x="472" y="792"/>
                    </a:cubicBezTo>
                    <a:cubicBezTo>
                      <a:pt x="471" y="791"/>
                      <a:pt x="468" y="789"/>
                      <a:pt x="464" y="789"/>
                    </a:cubicBezTo>
                    <a:cubicBezTo>
                      <a:pt x="461" y="790"/>
                      <a:pt x="458" y="789"/>
                      <a:pt x="456" y="792"/>
                    </a:cubicBezTo>
                    <a:cubicBezTo>
                      <a:pt x="454" y="794"/>
                      <a:pt x="447" y="794"/>
                      <a:pt x="443" y="795"/>
                    </a:cubicBezTo>
                    <a:cubicBezTo>
                      <a:pt x="438" y="796"/>
                      <a:pt x="431" y="796"/>
                      <a:pt x="429" y="798"/>
                    </a:cubicBezTo>
                    <a:cubicBezTo>
                      <a:pt x="426" y="799"/>
                      <a:pt x="422" y="801"/>
                      <a:pt x="418" y="800"/>
                    </a:cubicBezTo>
                    <a:cubicBezTo>
                      <a:pt x="414" y="800"/>
                      <a:pt x="413" y="802"/>
                      <a:pt x="410" y="804"/>
                    </a:cubicBezTo>
                    <a:cubicBezTo>
                      <a:pt x="407" y="806"/>
                      <a:pt x="401" y="806"/>
                      <a:pt x="398" y="806"/>
                    </a:cubicBezTo>
                    <a:cubicBezTo>
                      <a:pt x="395" y="807"/>
                      <a:pt x="384" y="808"/>
                      <a:pt x="381" y="806"/>
                    </a:cubicBezTo>
                    <a:cubicBezTo>
                      <a:pt x="374" y="800"/>
                      <a:pt x="327" y="815"/>
                      <a:pt x="319" y="817"/>
                    </a:cubicBezTo>
                    <a:cubicBezTo>
                      <a:pt x="311" y="819"/>
                      <a:pt x="305" y="817"/>
                      <a:pt x="305" y="817"/>
                    </a:cubicBezTo>
                    <a:cubicBezTo>
                      <a:pt x="302" y="815"/>
                      <a:pt x="298" y="816"/>
                      <a:pt x="296" y="814"/>
                    </a:cubicBezTo>
                    <a:cubicBezTo>
                      <a:pt x="293" y="812"/>
                      <a:pt x="293" y="811"/>
                      <a:pt x="293" y="809"/>
                    </a:cubicBezTo>
                    <a:cubicBezTo>
                      <a:pt x="293" y="807"/>
                      <a:pt x="286" y="805"/>
                      <a:pt x="284" y="808"/>
                    </a:cubicBezTo>
                    <a:cubicBezTo>
                      <a:pt x="282" y="810"/>
                      <a:pt x="280" y="809"/>
                      <a:pt x="279" y="810"/>
                    </a:cubicBezTo>
                    <a:cubicBezTo>
                      <a:pt x="277" y="810"/>
                      <a:pt x="278" y="811"/>
                      <a:pt x="276" y="812"/>
                    </a:cubicBezTo>
                    <a:cubicBezTo>
                      <a:pt x="274" y="813"/>
                      <a:pt x="273" y="812"/>
                      <a:pt x="272" y="812"/>
                    </a:cubicBezTo>
                    <a:cubicBezTo>
                      <a:pt x="270" y="812"/>
                      <a:pt x="268" y="816"/>
                      <a:pt x="267" y="817"/>
                    </a:cubicBezTo>
                    <a:cubicBezTo>
                      <a:pt x="266" y="818"/>
                      <a:pt x="266" y="822"/>
                      <a:pt x="263" y="824"/>
                    </a:cubicBezTo>
                    <a:cubicBezTo>
                      <a:pt x="260" y="826"/>
                      <a:pt x="257" y="827"/>
                      <a:pt x="256" y="830"/>
                    </a:cubicBezTo>
                    <a:cubicBezTo>
                      <a:pt x="254" y="833"/>
                      <a:pt x="250" y="841"/>
                      <a:pt x="246" y="845"/>
                    </a:cubicBezTo>
                    <a:cubicBezTo>
                      <a:pt x="242" y="849"/>
                      <a:pt x="241" y="851"/>
                      <a:pt x="238" y="853"/>
                    </a:cubicBezTo>
                    <a:cubicBezTo>
                      <a:pt x="235" y="855"/>
                      <a:pt x="227" y="854"/>
                      <a:pt x="227" y="852"/>
                    </a:cubicBezTo>
                    <a:cubicBezTo>
                      <a:pt x="226" y="849"/>
                      <a:pt x="224" y="848"/>
                      <a:pt x="223" y="848"/>
                    </a:cubicBezTo>
                    <a:cubicBezTo>
                      <a:pt x="222" y="848"/>
                      <a:pt x="220" y="847"/>
                      <a:pt x="218" y="848"/>
                    </a:cubicBezTo>
                    <a:cubicBezTo>
                      <a:pt x="216" y="849"/>
                      <a:pt x="215" y="847"/>
                      <a:pt x="215" y="847"/>
                    </a:cubicBezTo>
                    <a:cubicBezTo>
                      <a:pt x="215" y="847"/>
                      <a:pt x="210" y="847"/>
                      <a:pt x="208" y="848"/>
                    </a:cubicBezTo>
                    <a:cubicBezTo>
                      <a:pt x="207" y="848"/>
                      <a:pt x="204" y="846"/>
                      <a:pt x="204" y="846"/>
                    </a:cubicBezTo>
                    <a:cubicBezTo>
                      <a:pt x="204" y="846"/>
                      <a:pt x="203" y="846"/>
                      <a:pt x="200" y="849"/>
                    </a:cubicBezTo>
                    <a:cubicBezTo>
                      <a:pt x="197" y="851"/>
                      <a:pt x="194" y="849"/>
                      <a:pt x="193" y="848"/>
                    </a:cubicBezTo>
                    <a:cubicBezTo>
                      <a:pt x="192" y="847"/>
                      <a:pt x="189" y="846"/>
                      <a:pt x="187" y="846"/>
                    </a:cubicBezTo>
                    <a:cubicBezTo>
                      <a:pt x="184" y="846"/>
                      <a:pt x="184" y="845"/>
                      <a:pt x="184" y="841"/>
                    </a:cubicBezTo>
                    <a:cubicBezTo>
                      <a:pt x="185" y="838"/>
                      <a:pt x="183" y="839"/>
                      <a:pt x="186" y="836"/>
                    </a:cubicBezTo>
                    <a:cubicBezTo>
                      <a:pt x="189" y="833"/>
                      <a:pt x="190" y="833"/>
                      <a:pt x="190" y="830"/>
                    </a:cubicBezTo>
                    <a:cubicBezTo>
                      <a:pt x="189" y="827"/>
                      <a:pt x="187" y="829"/>
                      <a:pt x="187" y="826"/>
                    </a:cubicBezTo>
                    <a:cubicBezTo>
                      <a:pt x="188" y="823"/>
                      <a:pt x="187" y="822"/>
                      <a:pt x="189" y="819"/>
                    </a:cubicBezTo>
                    <a:cubicBezTo>
                      <a:pt x="190" y="816"/>
                      <a:pt x="188" y="813"/>
                      <a:pt x="185" y="812"/>
                    </a:cubicBezTo>
                    <a:cubicBezTo>
                      <a:pt x="183" y="812"/>
                      <a:pt x="175" y="816"/>
                      <a:pt x="171" y="818"/>
                    </a:cubicBezTo>
                    <a:cubicBezTo>
                      <a:pt x="167" y="820"/>
                      <a:pt x="159" y="820"/>
                      <a:pt x="154" y="820"/>
                    </a:cubicBezTo>
                    <a:cubicBezTo>
                      <a:pt x="150" y="820"/>
                      <a:pt x="143" y="817"/>
                      <a:pt x="141" y="813"/>
                    </a:cubicBezTo>
                    <a:cubicBezTo>
                      <a:pt x="140" y="809"/>
                      <a:pt x="139" y="808"/>
                      <a:pt x="136" y="808"/>
                    </a:cubicBezTo>
                    <a:cubicBezTo>
                      <a:pt x="133" y="809"/>
                      <a:pt x="131" y="812"/>
                      <a:pt x="132" y="815"/>
                    </a:cubicBezTo>
                    <a:cubicBezTo>
                      <a:pt x="134" y="818"/>
                      <a:pt x="134" y="818"/>
                      <a:pt x="135" y="820"/>
                    </a:cubicBezTo>
                    <a:cubicBezTo>
                      <a:pt x="137" y="823"/>
                      <a:pt x="137" y="822"/>
                      <a:pt x="136" y="824"/>
                    </a:cubicBezTo>
                    <a:cubicBezTo>
                      <a:pt x="134" y="825"/>
                      <a:pt x="131" y="824"/>
                      <a:pt x="130" y="821"/>
                    </a:cubicBezTo>
                    <a:cubicBezTo>
                      <a:pt x="129" y="819"/>
                      <a:pt x="125" y="818"/>
                      <a:pt x="121" y="820"/>
                    </a:cubicBezTo>
                    <a:cubicBezTo>
                      <a:pt x="117" y="821"/>
                      <a:pt x="112" y="820"/>
                      <a:pt x="110" y="822"/>
                    </a:cubicBezTo>
                    <a:cubicBezTo>
                      <a:pt x="107" y="824"/>
                      <a:pt x="103" y="828"/>
                      <a:pt x="99" y="830"/>
                    </a:cubicBezTo>
                    <a:cubicBezTo>
                      <a:pt x="95" y="832"/>
                      <a:pt x="91" y="831"/>
                      <a:pt x="89" y="829"/>
                    </a:cubicBezTo>
                    <a:cubicBezTo>
                      <a:pt x="87" y="827"/>
                      <a:pt x="87" y="824"/>
                      <a:pt x="84" y="825"/>
                    </a:cubicBezTo>
                    <a:cubicBezTo>
                      <a:pt x="82" y="825"/>
                      <a:pt x="74" y="825"/>
                      <a:pt x="71" y="824"/>
                    </a:cubicBezTo>
                    <a:cubicBezTo>
                      <a:pt x="69" y="824"/>
                      <a:pt x="66" y="823"/>
                      <a:pt x="65" y="823"/>
                    </a:cubicBezTo>
                    <a:cubicBezTo>
                      <a:pt x="64" y="822"/>
                      <a:pt x="63" y="822"/>
                      <a:pt x="62" y="821"/>
                    </a:cubicBezTo>
                    <a:cubicBezTo>
                      <a:pt x="62" y="820"/>
                      <a:pt x="62" y="822"/>
                      <a:pt x="63" y="824"/>
                    </a:cubicBezTo>
                    <a:cubicBezTo>
                      <a:pt x="63" y="825"/>
                      <a:pt x="63" y="828"/>
                      <a:pt x="63" y="829"/>
                    </a:cubicBezTo>
                    <a:cubicBezTo>
                      <a:pt x="61" y="833"/>
                      <a:pt x="60" y="836"/>
                      <a:pt x="56" y="838"/>
                    </a:cubicBezTo>
                    <a:cubicBezTo>
                      <a:pt x="52" y="841"/>
                      <a:pt x="48" y="845"/>
                      <a:pt x="49" y="848"/>
                    </a:cubicBezTo>
                    <a:cubicBezTo>
                      <a:pt x="50" y="852"/>
                      <a:pt x="51" y="851"/>
                      <a:pt x="49" y="855"/>
                    </a:cubicBezTo>
                    <a:cubicBezTo>
                      <a:pt x="47" y="859"/>
                      <a:pt x="44" y="861"/>
                      <a:pt x="41" y="864"/>
                    </a:cubicBezTo>
                    <a:cubicBezTo>
                      <a:pt x="38" y="866"/>
                      <a:pt x="32" y="868"/>
                      <a:pt x="29" y="867"/>
                    </a:cubicBezTo>
                    <a:cubicBezTo>
                      <a:pt x="26" y="867"/>
                      <a:pt x="25" y="868"/>
                      <a:pt x="21" y="869"/>
                    </a:cubicBezTo>
                    <a:cubicBezTo>
                      <a:pt x="18" y="871"/>
                      <a:pt x="14" y="873"/>
                      <a:pt x="12" y="875"/>
                    </a:cubicBezTo>
                    <a:cubicBezTo>
                      <a:pt x="10" y="878"/>
                      <a:pt x="11" y="881"/>
                      <a:pt x="13" y="883"/>
                    </a:cubicBezTo>
                    <a:cubicBezTo>
                      <a:pt x="16" y="885"/>
                      <a:pt x="20" y="890"/>
                      <a:pt x="19" y="894"/>
                    </a:cubicBezTo>
                    <a:cubicBezTo>
                      <a:pt x="19" y="898"/>
                      <a:pt x="20" y="905"/>
                      <a:pt x="20" y="906"/>
                    </a:cubicBezTo>
                    <a:cubicBezTo>
                      <a:pt x="20" y="907"/>
                      <a:pt x="25" y="911"/>
                      <a:pt x="25" y="914"/>
                    </a:cubicBezTo>
                    <a:cubicBezTo>
                      <a:pt x="24" y="917"/>
                      <a:pt x="22" y="919"/>
                      <a:pt x="19" y="919"/>
                    </a:cubicBezTo>
                    <a:cubicBezTo>
                      <a:pt x="16" y="919"/>
                      <a:pt x="13" y="917"/>
                      <a:pt x="8" y="920"/>
                    </a:cubicBezTo>
                    <a:cubicBezTo>
                      <a:pt x="3" y="922"/>
                      <a:pt x="0" y="925"/>
                      <a:pt x="2" y="928"/>
                    </a:cubicBezTo>
                    <a:cubicBezTo>
                      <a:pt x="4" y="931"/>
                      <a:pt x="8" y="937"/>
                      <a:pt x="9" y="940"/>
                    </a:cubicBezTo>
                    <a:cubicBezTo>
                      <a:pt x="10" y="941"/>
                      <a:pt x="9" y="942"/>
                      <a:pt x="10" y="944"/>
                    </a:cubicBezTo>
                    <a:cubicBezTo>
                      <a:pt x="10" y="945"/>
                      <a:pt x="10" y="946"/>
                      <a:pt x="11" y="944"/>
                    </a:cubicBezTo>
                    <a:cubicBezTo>
                      <a:pt x="12" y="948"/>
                      <a:pt x="10" y="964"/>
                      <a:pt x="25" y="956"/>
                    </a:cubicBezTo>
                    <a:cubicBezTo>
                      <a:pt x="41" y="947"/>
                      <a:pt x="53" y="956"/>
                      <a:pt x="60" y="961"/>
                    </a:cubicBezTo>
                    <a:cubicBezTo>
                      <a:pt x="67" y="966"/>
                      <a:pt x="64" y="984"/>
                      <a:pt x="62" y="997"/>
                    </a:cubicBezTo>
                    <a:cubicBezTo>
                      <a:pt x="60" y="1010"/>
                      <a:pt x="62" y="1001"/>
                      <a:pt x="62" y="1026"/>
                    </a:cubicBezTo>
                    <a:cubicBezTo>
                      <a:pt x="62" y="1051"/>
                      <a:pt x="52" y="1042"/>
                      <a:pt x="49" y="1052"/>
                    </a:cubicBezTo>
                    <a:cubicBezTo>
                      <a:pt x="45" y="1062"/>
                      <a:pt x="50" y="1056"/>
                      <a:pt x="56" y="1076"/>
                    </a:cubicBezTo>
                    <a:cubicBezTo>
                      <a:pt x="63" y="1096"/>
                      <a:pt x="53" y="1084"/>
                      <a:pt x="46" y="1085"/>
                    </a:cubicBezTo>
                    <a:cubicBezTo>
                      <a:pt x="40" y="1085"/>
                      <a:pt x="31" y="1080"/>
                      <a:pt x="29" y="1080"/>
                    </a:cubicBezTo>
                    <a:cubicBezTo>
                      <a:pt x="26" y="1079"/>
                      <a:pt x="23" y="1080"/>
                      <a:pt x="22" y="1080"/>
                    </a:cubicBezTo>
                    <a:cubicBezTo>
                      <a:pt x="19" y="1079"/>
                      <a:pt x="16" y="1077"/>
                      <a:pt x="13" y="1080"/>
                    </a:cubicBezTo>
                    <a:cubicBezTo>
                      <a:pt x="9" y="1082"/>
                      <a:pt x="10" y="1084"/>
                      <a:pt x="9" y="1089"/>
                    </a:cubicBezTo>
                    <a:cubicBezTo>
                      <a:pt x="8" y="1094"/>
                      <a:pt x="11" y="1094"/>
                      <a:pt x="11" y="1097"/>
                    </a:cubicBezTo>
                    <a:cubicBezTo>
                      <a:pt x="12" y="1099"/>
                      <a:pt x="13" y="1099"/>
                      <a:pt x="15" y="1097"/>
                    </a:cubicBezTo>
                    <a:cubicBezTo>
                      <a:pt x="16" y="1095"/>
                      <a:pt x="21" y="1099"/>
                      <a:pt x="23" y="1101"/>
                    </a:cubicBezTo>
                    <a:cubicBezTo>
                      <a:pt x="25" y="1102"/>
                      <a:pt x="27" y="1104"/>
                      <a:pt x="28" y="1104"/>
                    </a:cubicBezTo>
                    <a:cubicBezTo>
                      <a:pt x="29" y="1104"/>
                      <a:pt x="28" y="1107"/>
                      <a:pt x="30" y="1109"/>
                    </a:cubicBezTo>
                    <a:cubicBezTo>
                      <a:pt x="31" y="1111"/>
                      <a:pt x="34" y="1111"/>
                      <a:pt x="36" y="1111"/>
                    </a:cubicBezTo>
                    <a:cubicBezTo>
                      <a:pt x="38" y="1110"/>
                      <a:pt x="48" y="1112"/>
                      <a:pt x="50" y="1116"/>
                    </a:cubicBezTo>
                    <a:cubicBezTo>
                      <a:pt x="52" y="1121"/>
                      <a:pt x="56" y="1122"/>
                      <a:pt x="57" y="1122"/>
                    </a:cubicBezTo>
                    <a:cubicBezTo>
                      <a:pt x="59" y="1121"/>
                      <a:pt x="64" y="1122"/>
                      <a:pt x="63" y="1127"/>
                    </a:cubicBezTo>
                    <a:cubicBezTo>
                      <a:pt x="62" y="1132"/>
                      <a:pt x="60" y="1144"/>
                      <a:pt x="61" y="1146"/>
                    </a:cubicBezTo>
                    <a:cubicBezTo>
                      <a:pt x="62" y="1148"/>
                      <a:pt x="66" y="1147"/>
                      <a:pt x="68" y="1146"/>
                    </a:cubicBezTo>
                    <a:cubicBezTo>
                      <a:pt x="71" y="1145"/>
                      <a:pt x="74" y="1148"/>
                      <a:pt x="76" y="1150"/>
                    </a:cubicBezTo>
                    <a:cubicBezTo>
                      <a:pt x="75" y="1150"/>
                      <a:pt x="76" y="1154"/>
                      <a:pt x="77" y="1155"/>
                    </a:cubicBezTo>
                    <a:cubicBezTo>
                      <a:pt x="78" y="1155"/>
                      <a:pt x="84" y="1162"/>
                      <a:pt x="85" y="1163"/>
                    </a:cubicBezTo>
                    <a:cubicBezTo>
                      <a:pt x="86" y="1165"/>
                      <a:pt x="87" y="1168"/>
                      <a:pt x="86" y="1170"/>
                    </a:cubicBezTo>
                    <a:cubicBezTo>
                      <a:pt x="85" y="1172"/>
                      <a:pt x="85" y="1173"/>
                      <a:pt x="87" y="1177"/>
                    </a:cubicBezTo>
                    <a:cubicBezTo>
                      <a:pt x="89" y="1180"/>
                      <a:pt x="88" y="1182"/>
                      <a:pt x="88" y="1182"/>
                    </a:cubicBezTo>
                    <a:cubicBezTo>
                      <a:pt x="88" y="1182"/>
                      <a:pt x="83" y="1188"/>
                      <a:pt x="83" y="1193"/>
                    </a:cubicBezTo>
                    <a:cubicBezTo>
                      <a:pt x="83" y="1198"/>
                      <a:pt x="82" y="1202"/>
                      <a:pt x="77" y="1205"/>
                    </a:cubicBezTo>
                    <a:cubicBezTo>
                      <a:pt x="73" y="1209"/>
                      <a:pt x="68" y="1212"/>
                      <a:pt x="73" y="1217"/>
                    </a:cubicBezTo>
                    <a:cubicBezTo>
                      <a:pt x="78" y="1223"/>
                      <a:pt x="83" y="1222"/>
                      <a:pt x="81" y="1226"/>
                    </a:cubicBezTo>
                    <a:cubicBezTo>
                      <a:pt x="80" y="1230"/>
                      <a:pt x="79" y="1233"/>
                      <a:pt x="77" y="1235"/>
                    </a:cubicBezTo>
                    <a:cubicBezTo>
                      <a:pt x="76" y="1237"/>
                      <a:pt x="78" y="1239"/>
                      <a:pt x="80" y="1240"/>
                    </a:cubicBezTo>
                    <a:cubicBezTo>
                      <a:pt x="82" y="1241"/>
                      <a:pt x="93" y="1245"/>
                      <a:pt x="97" y="1242"/>
                    </a:cubicBezTo>
                    <a:cubicBezTo>
                      <a:pt x="100" y="1239"/>
                      <a:pt x="105" y="1237"/>
                      <a:pt x="107" y="1237"/>
                    </a:cubicBezTo>
                    <a:cubicBezTo>
                      <a:pt x="108" y="1238"/>
                      <a:pt x="108" y="1243"/>
                      <a:pt x="106" y="1246"/>
                    </a:cubicBezTo>
                    <a:cubicBezTo>
                      <a:pt x="103" y="1249"/>
                      <a:pt x="104" y="1250"/>
                      <a:pt x="106" y="1252"/>
                    </a:cubicBezTo>
                    <a:cubicBezTo>
                      <a:pt x="108" y="1254"/>
                      <a:pt x="112" y="1257"/>
                      <a:pt x="113" y="1262"/>
                    </a:cubicBezTo>
                    <a:cubicBezTo>
                      <a:pt x="114" y="1266"/>
                      <a:pt x="115" y="1265"/>
                      <a:pt x="118" y="1269"/>
                    </a:cubicBezTo>
                    <a:cubicBezTo>
                      <a:pt x="121" y="1272"/>
                      <a:pt x="125" y="1275"/>
                      <a:pt x="128" y="1275"/>
                    </a:cubicBezTo>
                    <a:cubicBezTo>
                      <a:pt x="131" y="1275"/>
                      <a:pt x="134" y="1276"/>
                      <a:pt x="135" y="1280"/>
                    </a:cubicBezTo>
                    <a:cubicBezTo>
                      <a:pt x="136" y="1284"/>
                      <a:pt x="138" y="1284"/>
                      <a:pt x="141" y="1284"/>
                    </a:cubicBezTo>
                    <a:cubicBezTo>
                      <a:pt x="145" y="1284"/>
                      <a:pt x="149" y="1289"/>
                      <a:pt x="151" y="1291"/>
                    </a:cubicBezTo>
                    <a:cubicBezTo>
                      <a:pt x="154" y="1293"/>
                      <a:pt x="157" y="1297"/>
                      <a:pt x="160" y="1297"/>
                    </a:cubicBezTo>
                    <a:cubicBezTo>
                      <a:pt x="162" y="1297"/>
                      <a:pt x="163" y="1296"/>
                      <a:pt x="166" y="1298"/>
                    </a:cubicBezTo>
                    <a:cubicBezTo>
                      <a:pt x="169" y="1300"/>
                      <a:pt x="171" y="1300"/>
                      <a:pt x="173" y="1299"/>
                    </a:cubicBezTo>
                    <a:cubicBezTo>
                      <a:pt x="174" y="1299"/>
                      <a:pt x="176" y="1299"/>
                      <a:pt x="179" y="1302"/>
                    </a:cubicBezTo>
                    <a:cubicBezTo>
                      <a:pt x="182" y="1304"/>
                      <a:pt x="186" y="1304"/>
                      <a:pt x="188" y="1304"/>
                    </a:cubicBezTo>
                    <a:cubicBezTo>
                      <a:pt x="191" y="1303"/>
                      <a:pt x="193" y="1305"/>
                      <a:pt x="195" y="1305"/>
                    </a:cubicBezTo>
                    <a:cubicBezTo>
                      <a:pt x="196" y="1305"/>
                      <a:pt x="203" y="1306"/>
                      <a:pt x="200" y="1309"/>
                    </a:cubicBezTo>
                    <a:cubicBezTo>
                      <a:pt x="197" y="1312"/>
                      <a:pt x="193" y="1312"/>
                      <a:pt x="190" y="1316"/>
                    </a:cubicBezTo>
                    <a:cubicBezTo>
                      <a:pt x="188" y="1320"/>
                      <a:pt x="186" y="1321"/>
                      <a:pt x="187" y="1326"/>
                    </a:cubicBezTo>
                    <a:cubicBezTo>
                      <a:pt x="187" y="1331"/>
                      <a:pt x="187" y="1336"/>
                      <a:pt x="188" y="1338"/>
                    </a:cubicBezTo>
                    <a:cubicBezTo>
                      <a:pt x="190" y="1340"/>
                      <a:pt x="190" y="1340"/>
                      <a:pt x="190" y="1346"/>
                    </a:cubicBezTo>
                    <a:cubicBezTo>
                      <a:pt x="189" y="1352"/>
                      <a:pt x="189" y="1354"/>
                      <a:pt x="189" y="1357"/>
                    </a:cubicBezTo>
                    <a:cubicBezTo>
                      <a:pt x="189" y="1360"/>
                      <a:pt x="190" y="1363"/>
                      <a:pt x="190" y="1364"/>
                    </a:cubicBezTo>
                    <a:cubicBezTo>
                      <a:pt x="189" y="1365"/>
                      <a:pt x="189" y="1366"/>
                      <a:pt x="187" y="1368"/>
                    </a:cubicBezTo>
                    <a:cubicBezTo>
                      <a:pt x="186" y="1370"/>
                      <a:pt x="186" y="1370"/>
                      <a:pt x="186" y="1375"/>
                    </a:cubicBezTo>
                    <a:cubicBezTo>
                      <a:pt x="187" y="1379"/>
                      <a:pt x="188" y="1385"/>
                      <a:pt x="190" y="1386"/>
                    </a:cubicBezTo>
                    <a:cubicBezTo>
                      <a:pt x="192" y="1388"/>
                      <a:pt x="193" y="1391"/>
                      <a:pt x="196" y="1392"/>
                    </a:cubicBezTo>
                    <a:cubicBezTo>
                      <a:pt x="199" y="1393"/>
                      <a:pt x="203" y="1391"/>
                      <a:pt x="203" y="1394"/>
                    </a:cubicBezTo>
                    <a:cubicBezTo>
                      <a:pt x="203" y="1397"/>
                      <a:pt x="209" y="1400"/>
                      <a:pt x="211" y="1400"/>
                    </a:cubicBezTo>
                    <a:cubicBezTo>
                      <a:pt x="212" y="1400"/>
                      <a:pt x="215" y="1402"/>
                      <a:pt x="215" y="1405"/>
                    </a:cubicBezTo>
                    <a:cubicBezTo>
                      <a:pt x="216" y="1407"/>
                      <a:pt x="218" y="1410"/>
                      <a:pt x="219" y="1412"/>
                    </a:cubicBezTo>
                    <a:cubicBezTo>
                      <a:pt x="219" y="1414"/>
                      <a:pt x="222" y="1416"/>
                      <a:pt x="223" y="1418"/>
                    </a:cubicBezTo>
                    <a:cubicBezTo>
                      <a:pt x="225" y="1419"/>
                      <a:pt x="225" y="1419"/>
                      <a:pt x="227" y="1419"/>
                    </a:cubicBezTo>
                    <a:cubicBezTo>
                      <a:pt x="229" y="1419"/>
                      <a:pt x="235" y="1423"/>
                      <a:pt x="232" y="1425"/>
                    </a:cubicBezTo>
                    <a:cubicBezTo>
                      <a:pt x="230" y="1427"/>
                      <a:pt x="226" y="1426"/>
                      <a:pt x="226" y="1428"/>
                    </a:cubicBezTo>
                    <a:cubicBezTo>
                      <a:pt x="226" y="1431"/>
                      <a:pt x="225" y="1432"/>
                      <a:pt x="223" y="1435"/>
                    </a:cubicBezTo>
                    <a:cubicBezTo>
                      <a:pt x="221" y="1437"/>
                      <a:pt x="217" y="1438"/>
                      <a:pt x="214" y="1437"/>
                    </a:cubicBezTo>
                    <a:cubicBezTo>
                      <a:pt x="212" y="1437"/>
                      <a:pt x="208" y="1440"/>
                      <a:pt x="206" y="1439"/>
                    </a:cubicBezTo>
                    <a:cubicBezTo>
                      <a:pt x="203" y="1438"/>
                      <a:pt x="198" y="1440"/>
                      <a:pt x="199" y="1441"/>
                    </a:cubicBezTo>
                    <a:cubicBezTo>
                      <a:pt x="200" y="1443"/>
                      <a:pt x="200" y="1446"/>
                      <a:pt x="202" y="1448"/>
                    </a:cubicBezTo>
                    <a:cubicBezTo>
                      <a:pt x="203" y="1450"/>
                      <a:pt x="203" y="1453"/>
                      <a:pt x="202" y="1457"/>
                    </a:cubicBezTo>
                    <a:cubicBezTo>
                      <a:pt x="200" y="1462"/>
                      <a:pt x="198" y="1471"/>
                      <a:pt x="195" y="1473"/>
                    </a:cubicBezTo>
                    <a:cubicBezTo>
                      <a:pt x="193" y="1474"/>
                      <a:pt x="187" y="1471"/>
                      <a:pt x="190" y="1483"/>
                    </a:cubicBezTo>
                    <a:cubicBezTo>
                      <a:pt x="192" y="1494"/>
                      <a:pt x="193" y="1496"/>
                      <a:pt x="194" y="1498"/>
                    </a:cubicBezTo>
                    <a:cubicBezTo>
                      <a:pt x="195" y="1500"/>
                      <a:pt x="197" y="1503"/>
                      <a:pt x="199" y="1506"/>
                    </a:cubicBezTo>
                    <a:cubicBezTo>
                      <a:pt x="200" y="1508"/>
                      <a:pt x="201" y="1509"/>
                      <a:pt x="203" y="1513"/>
                    </a:cubicBezTo>
                    <a:cubicBezTo>
                      <a:pt x="204" y="1517"/>
                      <a:pt x="204" y="1523"/>
                      <a:pt x="205" y="1525"/>
                    </a:cubicBezTo>
                    <a:cubicBezTo>
                      <a:pt x="206" y="1527"/>
                      <a:pt x="208" y="1530"/>
                      <a:pt x="204" y="1532"/>
                    </a:cubicBezTo>
                    <a:cubicBezTo>
                      <a:pt x="200" y="1534"/>
                      <a:pt x="200" y="1539"/>
                      <a:pt x="201" y="1541"/>
                    </a:cubicBezTo>
                    <a:cubicBezTo>
                      <a:pt x="202" y="1543"/>
                      <a:pt x="205" y="1546"/>
                      <a:pt x="207" y="1547"/>
                    </a:cubicBezTo>
                    <a:cubicBezTo>
                      <a:pt x="209" y="1549"/>
                      <a:pt x="210" y="1551"/>
                      <a:pt x="208" y="1553"/>
                    </a:cubicBezTo>
                    <a:cubicBezTo>
                      <a:pt x="206" y="1555"/>
                      <a:pt x="204" y="1558"/>
                      <a:pt x="204" y="1562"/>
                    </a:cubicBezTo>
                    <a:cubicBezTo>
                      <a:pt x="205" y="1566"/>
                      <a:pt x="208" y="1569"/>
                      <a:pt x="205" y="1573"/>
                    </a:cubicBezTo>
                    <a:cubicBezTo>
                      <a:pt x="201" y="1578"/>
                      <a:pt x="199" y="1587"/>
                      <a:pt x="195" y="1587"/>
                    </a:cubicBezTo>
                    <a:cubicBezTo>
                      <a:pt x="192" y="1587"/>
                      <a:pt x="191" y="1587"/>
                      <a:pt x="189" y="1590"/>
                    </a:cubicBezTo>
                    <a:cubicBezTo>
                      <a:pt x="187" y="1593"/>
                      <a:pt x="185" y="1594"/>
                      <a:pt x="183" y="1599"/>
                    </a:cubicBezTo>
                    <a:cubicBezTo>
                      <a:pt x="180" y="1604"/>
                      <a:pt x="179" y="1605"/>
                      <a:pt x="174" y="1598"/>
                    </a:cubicBezTo>
                    <a:cubicBezTo>
                      <a:pt x="169" y="1592"/>
                      <a:pt x="165" y="1586"/>
                      <a:pt x="166" y="1580"/>
                    </a:cubicBezTo>
                    <a:cubicBezTo>
                      <a:pt x="167" y="1575"/>
                      <a:pt x="168" y="1568"/>
                      <a:pt x="169" y="1565"/>
                    </a:cubicBezTo>
                    <a:cubicBezTo>
                      <a:pt x="169" y="1562"/>
                      <a:pt x="169" y="1559"/>
                      <a:pt x="163" y="1559"/>
                    </a:cubicBezTo>
                    <a:cubicBezTo>
                      <a:pt x="157" y="1559"/>
                      <a:pt x="144" y="1564"/>
                      <a:pt x="141" y="1566"/>
                    </a:cubicBezTo>
                    <a:cubicBezTo>
                      <a:pt x="138" y="1568"/>
                      <a:pt x="138" y="1570"/>
                      <a:pt x="138" y="1574"/>
                    </a:cubicBezTo>
                    <a:cubicBezTo>
                      <a:pt x="138" y="1578"/>
                      <a:pt x="139" y="1580"/>
                      <a:pt x="140" y="1582"/>
                    </a:cubicBezTo>
                    <a:cubicBezTo>
                      <a:pt x="140" y="1584"/>
                      <a:pt x="140" y="1589"/>
                      <a:pt x="135" y="1592"/>
                    </a:cubicBezTo>
                    <a:cubicBezTo>
                      <a:pt x="131" y="1594"/>
                      <a:pt x="133" y="1599"/>
                      <a:pt x="134" y="1602"/>
                    </a:cubicBezTo>
                    <a:cubicBezTo>
                      <a:pt x="135" y="1605"/>
                      <a:pt x="139" y="1607"/>
                      <a:pt x="140" y="1607"/>
                    </a:cubicBezTo>
                    <a:cubicBezTo>
                      <a:pt x="142" y="1607"/>
                      <a:pt x="148" y="1612"/>
                      <a:pt x="143" y="1614"/>
                    </a:cubicBezTo>
                    <a:cubicBezTo>
                      <a:pt x="138" y="1616"/>
                      <a:pt x="134" y="1617"/>
                      <a:pt x="135" y="1623"/>
                    </a:cubicBezTo>
                    <a:cubicBezTo>
                      <a:pt x="135" y="1629"/>
                      <a:pt x="137" y="1632"/>
                      <a:pt x="138" y="1634"/>
                    </a:cubicBezTo>
                    <a:cubicBezTo>
                      <a:pt x="139" y="1636"/>
                      <a:pt x="140" y="1641"/>
                      <a:pt x="137" y="1642"/>
                    </a:cubicBezTo>
                    <a:cubicBezTo>
                      <a:pt x="134" y="1643"/>
                      <a:pt x="131" y="1646"/>
                      <a:pt x="130" y="1650"/>
                    </a:cubicBezTo>
                    <a:cubicBezTo>
                      <a:pt x="129" y="1653"/>
                      <a:pt x="131" y="1655"/>
                      <a:pt x="131" y="1657"/>
                    </a:cubicBezTo>
                    <a:cubicBezTo>
                      <a:pt x="130" y="1659"/>
                      <a:pt x="125" y="1659"/>
                      <a:pt x="127" y="1662"/>
                    </a:cubicBezTo>
                    <a:cubicBezTo>
                      <a:pt x="130" y="1665"/>
                      <a:pt x="134" y="1667"/>
                      <a:pt x="135" y="1668"/>
                    </a:cubicBezTo>
                    <a:cubicBezTo>
                      <a:pt x="136" y="1668"/>
                      <a:pt x="136" y="1670"/>
                      <a:pt x="136" y="1675"/>
                    </a:cubicBezTo>
                    <a:cubicBezTo>
                      <a:pt x="136" y="1680"/>
                      <a:pt x="135" y="1688"/>
                      <a:pt x="136" y="1692"/>
                    </a:cubicBezTo>
                    <a:cubicBezTo>
                      <a:pt x="137" y="1695"/>
                      <a:pt x="142" y="1700"/>
                      <a:pt x="145" y="1700"/>
                    </a:cubicBezTo>
                    <a:cubicBezTo>
                      <a:pt x="147" y="1700"/>
                      <a:pt x="149" y="1701"/>
                      <a:pt x="149" y="1704"/>
                    </a:cubicBezTo>
                    <a:cubicBezTo>
                      <a:pt x="149" y="1706"/>
                      <a:pt x="152" y="1707"/>
                      <a:pt x="154" y="1707"/>
                    </a:cubicBezTo>
                    <a:cubicBezTo>
                      <a:pt x="156" y="1707"/>
                      <a:pt x="158" y="1706"/>
                      <a:pt x="159" y="1704"/>
                    </a:cubicBezTo>
                    <a:cubicBezTo>
                      <a:pt x="161" y="1702"/>
                      <a:pt x="165" y="1701"/>
                      <a:pt x="167" y="1704"/>
                    </a:cubicBezTo>
                    <a:cubicBezTo>
                      <a:pt x="168" y="1707"/>
                      <a:pt x="168" y="1707"/>
                      <a:pt x="170" y="1708"/>
                    </a:cubicBezTo>
                    <a:cubicBezTo>
                      <a:pt x="172" y="1708"/>
                      <a:pt x="173" y="1713"/>
                      <a:pt x="173" y="1714"/>
                    </a:cubicBezTo>
                    <a:cubicBezTo>
                      <a:pt x="174" y="1716"/>
                      <a:pt x="176" y="1716"/>
                      <a:pt x="178" y="1716"/>
                    </a:cubicBezTo>
                    <a:cubicBezTo>
                      <a:pt x="180" y="1716"/>
                      <a:pt x="183" y="1717"/>
                      <a:pt x="184" y="1717"/>
                    </a:cubicBezTo>
                    <a:cubicBezTo>
                      <a:pt x="186" y="1717"/>
                      <a:pt x="188" y="1717"/>
                      <a:pt x="188" y="1721"/>
                    </a:cubicBezTo>
                    <a:cubicBezTo>
                      <a:pt x="188" y="1725"/>
                      <a:pt x="190" y="1726"/>
                      <a:pt x="191" y="1729"/>
                    </a:cubicBezTo>
                    <a:cubicBezTo>
                      <a:pt x="193" y="1732"/>
                      <a:pt x="197" y="1735"/>
                      <a:pt x="196" y="1742"/>
                    </a:cubicBezTo>
                    <a:cubicBezTo>
                      <a:pt x="195" y="1749"/>
                      <a:pt x="194" y="1749"/>
                      <a:pt x="200" y="1755"/>
                    </a:cubicBezTo>
                    <a:cubicBezTo>
                      <a:pt x="206" y="1761"/>
                      <a:pt x="215" y="1764"/>
                      <a:pt x="218" y="1767"/>
                    </a:cubicBezTo>
                    <a:cubicBezTo>
                      <a:pt x="222" y="1770"/>
                      <a:pt x="228" y="1778"/>
                      <a:pt x="232" y="1780"/>
                    </a:cubicBezTo>
                    <a:cubicBezTo>
                      <a:pt x="235" y="1782"/>
                      <a:pt x="239" y="1784"/>
                      <a:pt x="241" y="1787"/>
                    </a:cubicBezTo>
                    <a:cubicBezTo>
                      <a:pt x="243" y="1790"/>
                      <a:pt x="246" y="1793"/>
                      <a:pt x="247" y="1795"/>
                    </a:cubicBezTo>
                    <a:cubicBezTo>
                      <a:pt x="247" y="1797"/>
                      <a:pt x="253" y="1800"/>
                      <a:pt x="256" y="1804"/>
                    </a:cubicBezTo>
                    <a:cubicBezTo>
                      <a:pt x="259" y="1808"/>
                      <a:pt x="263" y="1808"/>
                      <a:pt x="262" y="1816"/>
                    </a:cubicBezTo>
                    <a:cubicBezTo>
                      <a:pt x="262" y="1824"/>
                      <a:pt x="261" y="1825"/>
                      <a:pt x="264" y="1828"/>
                    </a:cubicBezTo>
                    <a:cubicBezTo>
                      <a:pt x="268" y="1830"/>
                      <a:pt x="274" y="1831"/>
                      <a:pt x="275" y="1827"/>
                    </a:cubicBezTo>
                    <a:cubicBezTo>
                      <a:pt x="276" y="1823"/>
                      <a:pt x="275" y="1820"/>
                      <a:pt x="280" y="1821"/>
                    </a:cubicBezTo>
                    <a:cubicBezTo>
                      <a:pt x="286" y="1822"/>
                      <a:pt x="289" y="1820"/>
                      <a:pt x="289" y="1817"/>
                    </a:cubicBezTo>
                    <a:cubicBezTo>
                      <a:pt x="289" y="1814"/>
                      <a:pt x="294" y="1806"/>
                      <a:pt x="295" y="1804"/>
                    </a:cubicBezTo>
                    <a:cubicBezTo>
                      <a:pt x="296" y="1802"/>
                      <a:pt x="299" y="1802"/>
                      <a:pt x="300" y="1803"/>
                    </a:cubicBezTo>
                    <a:cubicBezTo>
                      <a:pt x="301" y="1804"/>
                      <a:pt x="302" y="1808"/>
                      <a:pt x="304" y="1808"/>
                    </a:cubicBezTo>
                    <a:cubicBezTo>
                      <a:pt x="306" y="1808"/>
                      <a:pt x="309" y="1807"/>
                      <a:pt x="310" y="1806"/>
                    </a:cubicBezTo>
                    <a:cubicBezTo>
                      <a:pt x="311" y="1804"/>
                      <a:pt x="317" y="1807"/>
                      <a:pt x="320" y="1810"/>
                    </a:cubicBezTo>
                    <a:cubicBezTo>
                      <a:pt x="322" y="1813"/>
                      <a:pt x="330" y="1820"/>
                      <a:pt x="335" y="1821"/>
                    </a:cubicBezTo>
                    <a:cubicBezTo>
                      <a:pt x="339" y="1822"/>
                      <a:pt x="339" y="1823"/>
                      <a:pt x="341" y="1823"/>
                    </a:cubicBezTo>
                    <a:cubicBezTo>
                      <a:pt x="342" y="1823"/>
                      <a:pt x="345" y="1825"/>
                      <a:pt x="343" y="1829"/>
                    </a:cubicBezTo>
                    <a:cubicBezTo>
                      <a:pt x="342" y="1833"/>
                      <a:pt x="342" y="1834"/>
                      <a:pt x="343" y="1835"/>
                    </a:cubicBezTo>
                    <a:cubicBezTo>
                      <a:pt x="344" y="1837"/>
                      <a:pt x="346" y="1838"/>
                      <a:pt x="345" y="1841"/>
                    </a:cubicBezTo>
                    <a:cubicBezTo>
                      <a:pt x="344" y="1845"/>
                      <a:pt x="346" y="1849"/>
                      <a:pt x="347" y="1851"/>
                    </a:cubicBezTo>
                    <a:cubicBezTo>
                      <a:pt x="349" y="1852"/>
                      <a:pt x="367" y="1868"/>
                      <a:pt x="367" y="1868"/>
                    </a:cubicBezTo>
                    <a:cubicBezTo>
                      <a:pt x="367" y="1868"/>
                      <a:pt x="370" y="1870"/>
                      <a:pt x="370" y="1874"/>
                    </a:cubicBezTo>
                    <a:cubicBezTo>
                      <a:pt x="370" y="1877"/>
                      <a:pt x="371" y="1878"/>
                      <a:pt x="372" y="1879"/>
                    </a:cubicBezTo>
                    <a:cubicBezTo>
                      <a:pt x="373" y="1880"/>
                      <a:pt x="375" y="1880"/>
                      <a:pt x="375" y="1883"/>
                    </a:cubicBezTo>
                    <a:cubicBezTo>
                      <a:pt x="375" y="1886"/>
                      <a:pt x="376" y="1888"/>
                      <a:pt x="377" y="1889"/>
                    </a:cubicBezTo>
                    <a:cubicBezTo>
                      <a:pt x="378" y="1890"/>
                      <a:pt x="382" y="1895"/>
                      <a:pt x="383" y="1895"/>
                    </a:cubicBezTo>
                    <a:cubicBezTo>
                      <a:pt x="385" y="1895"/>
                      <a:pt x="386" y="1897"/>
                      <a:pt x="387" y="1896"/>
                    </a:cubicBezTo>
                    <a:cubicBezTo>
                      <a:pt x="389" y="1895"/>
                      <a:pt x="396" y="1904"/>
                      <a:pt x="397" y="1906"/>
                    </a:cubicBezTo>
                    <a:cubicBezTo>
                      <a:pt x="399" y="1908"/>
                      <a:pt x="405" y="1906"/>
                      <a:pt x="406" y="1908"/>
                    </a:cubicBezTo>
                    <a:cubicBezTo>
                      <a:pt x="407" y="1909"/>
                      <a:pt x="410" y="1910"/>
                      <a:pt x="410" y="1913"/>
                    </a:cubicBezTo>
                    <a:cubicBezTo>
                      <a:pt x="411" y="1917"/>
                      <a:pt x="410" y="1917"/>
                      <a:pt x="413" y="1921"/>
                    </a:cubicBezTo>
                    <a:cubicBezTo>
                      <a:pt x="417" y="1924"/>
                      <a:pt x="417" y="1927"/>
                      <a:pt x="417" y="1935"/>
                    </a:cubicBezTo>
                    <a:cubicBezTo>
                      <a:pt x="417" y="1943"/>
                      <a:pt x="419" y="1947"/>
                      <a:pt x="421" y="1950"/>
                    </a:cubicBezTo>
                    <a:cubicBezTo>
                      <a:pt x="424" y="1954"/>
                      <a:pt x="430" y="1962"/>
                      <a:pt x="433" y="1958"/>
                    </a:cubicBezTo>
                    <a:cubicBezTo>
                      <a:pt x="435" y="1954"/>
                      <a:pt x="435" y="1952"/>
                      <a:pt x="440" y="1952"/>
                    </a:cubicBezTo>
                    <a:cubicBezTo>
                      <a:pt x="444" y="1953"/>
                      <a:pt x="445" y="1953"/>
                      <a:pt x="446" y="1951"/>
                    </a:cubicBezTo>
                    <a:cubicBezTo>
                      <a:pt x="448" y="1949"/>
                      <a:pt x="451" y="1950"/>
                      <a:pt x="453" y="1950"/>
                    </a:cubicBezTo>
                    <a:cubicBezTo>
                      <a:pt x="454" y="1950"/>
                      <a:pt x="458" y="1950"/>
                      <a:pt x="459" y="1952"/>
                    </a:cubicBezTo>
                    <a:cubicBezTo>
                      <a:pt x="460" y="1954"/>
                      <a:pt x="463" y="1955"/>
                      <a:pt x="464" y="1956"/>
                    </a:cubicBezTo>
                    <a:cubicBezTo>
                      <a:pt x="465" y="1957"/>
                      <a:pt x="473" y="1962"/>
                      <a:pt x="473" y="1962"/>
                    </a:cubicBezTo>
                    <a:cubicBezTo>
                      <a:pt x="473" y="1962"/>
                      <a:pt x="472" y="1966"/>
                      <a:pt x="470" y="1967"/>
                    </a:cubicBezTo>
                    <a:cubicBezTo>
                      <a:pt x="468" y="1969"/>
                      <a:pt x="468" y="1969"/>
                      <a:pt x="468" y="1975"/>
                    </a:cubicBezTo>
                    <a:cubicBezTo>
                      <a:pt x="468" y="1981"/>
                      <a:pt x="470" y="1979"/>
                      <a:pt x="471" y="1980"/>
                    </a:cubicBezTo>
                    <a:cubicBezTo>
                      <a:pt x="472" y="1980"/>
                      <a:pt x="473" y="1983"/>
                      <a:pt x="471" y="1984"/>
                    </a:cubicBezTo>
                    <a:cubicBezTo>
                      <a:pt x="469" y="1986"/>
                      <a:pt x="466" y="1992"/>
                      <a:pt x="468" y="1993"/>
                    </a:cubicBezTo>
                    <a:cubicBezTo>
                      <a:pt x="469" y="1995"/>
                      <a:pt x="472" y="1997"/>
                      <a:pt x="475" y="1998"/>
                    </a:cubicBezTo>
                    <a:cubicBezTo>
                      <a:pt x="477" y="1999"/>
                      <a:pt x="481" y="2000"/>
                      <a:pt x="481" y="2004"/>
                    </a:cubicBezTo>
                    <a:cubicBezTo>
                      <a:pt x="481" y="2009"/>
                      <a:pt x="481" y="2009"/>
                      <a:pt x="483" y="2011"/>
                    </a:cubicBezTo>
                    <a:cubicBezTo>
                      <a:pt x="486" y="2013"/>
                      <a:pt x="489" y="2015"/>
                      <a:pt x="491" y="2015"/>
                    </a:cubicBezTo>
                    <a:cubicBezTo>
                      <a:pt x="492" y="2015"/>
                      <a:pt x="497" y="2016"/>
                      <a:pt x="497" y="2021"/>
                    </a:cubicBezTo>
                    <a:cubicBezTo>
                      <a:pt x="496" y="2025"/>
                      <a:pt x="499" y="2026"/>
                      <a:pt x="502" y="2029"/>
                    </a:cubicBezTo>
                    <a:cubicBezTo>
                      <a:pt x="505" y="2032"/>
                      <a:pt x="511" y="2036"/>
                      <a:pt x="516" y="2034"/>
                    </a:cubicBezTo>
                    <a:cubicBezTo>
                      <a:pt x="520" y="2031"/>
                      <a:pt x="521" y="2031"/>
                      <a:pt x="523" y="2029"/>
                    </a:cubicBezTo>
                    <a:cubicBezTo>
                      <a:pt x="525" y="2028"/>
                      <a:pt x="531" y="2029"/>
                      <a:pt x="533" y="2031"/>
                    </a:cubicBezTo>
                    <a:cubicBezTo>
                      <a:pt x="534" y="2032"/>
                      <a:pt x="536" y="2037"/>
                      <a:pt x="533" y="2039"/>
                    </a:cubicBezTo>
                    <a:cubicBezTo>
                      <a:pt x="530" y="2042"/>
                      <a:pt x="528" y="2044"/>
                      <a:pt x="526" y="2046"/>
                    </a:cubicBezTo>
                    <a:cubicBezTo>
                      <a:pt x="524" y="2047"/>
                      <a:pt x="523" y="2048"/>
                      <a:pt x="523" y="2053"/>
                    </a:cubicBezTo>
                    <a:cubicBezTo>
                      <a:pt x="522" y="2058"/>
                      <a:pt x="523" y="2063"/>
                      <a:pt x="528" y="2062"/>
                    </a:cubicBezTo>
                    <a:cubicBezTo>
                      <a:pt x="532" y="2060"/>
                      <a:pt x="535" y="2057"/>
                      <a:pt x="535" y="2062"/>
                    </a:cubicBezTo>
                    <a:cubicBezTo>
                      <a:pt x="536" y="2067"/>
                      <a:pt x="537" y="2068"/>
                      <a:pt x="540" y="2067"/>
                    </a:cubicBezTo>
                    <a:cubicBezTo>
                      <a:pt x="544" y="2066"/>
                      <a:pt x="553" y="2063"/>
                      <a:pt x="555" y="2069"/>
                    </a:cubicBezTo>
                    <a:cubicBezTo>
                      <a:pt x="557" y="2075"/>
                      <a:pt x="556" y="2078"/>
                      <a:pt x="559" y="2075"/>
                    </a:cubicBezTo>
                    <a:cubicBezTo>
                      <a:pt x="562" y="2073"/>
                      <a:pt x="564" y="2074"/>
                      <a:pt x="564" y="2071"/>
                    </a:cubicBezTo>
                    <a:cubicBezTo>
                      <a:pt x="565" y="2067"/>
                      <a:pt x="572" y="2066"/>
                      <a:pt x="570" y="2071"/>
                    </a:cubicBezTo>
                    <a:cubicBezTo>
                      <a:pt x="569" y="2077"/>
                      <a:pt x="568" y="2082"/>
                      <a:pt x="571" y="2084"/>
                    </a:cubicBezTo>
                    <a:cubicBezTo>
                      <a:pt x="573" y="2086"/>
                      <a:pt x="576" y="2088"/>
                      <a:pt x="576" y="2090"/>
                    </a:cubicBezTo>
                    <a:cubicBezTo>
                      <a:pt x="576" y="2092"/>
                      <a:pt x="575" y="2098"/>
                      <a:pt x="576" y="2101"/>
                    </a:cubicBezTo>
                    <a:cubicBezTo>
                      <a:pt x="577" y="2104"/>
                      <a:pt x="579" y="2105"/>
                      <a:pt x="577" y="2107"/>
                    </a:cubicBezTo>
                    <a:cubicBezTo>
                      <a:pt x="576" y="2109"/>
                      <a:pt x="576" y="2111"/>
                      <a:pt x="578" y="2113"/>
                    </a:cubicBezTo>
                    <a:cubicBezTo>
                      <a:pt x="580" y="2116"/>
                      <a:pt x="585" y="2118"/>
                      <a:pt x="586" y="2114"/>
                    </a:cubicBezTo>
                    <a:cubicBezTo>
                      <a:pt x="587" y="2110"/>
                      <a:pt x="586" y="2112"/>
                      <a:pt x="588" y="2111"/>
                    </a:cubicBezTo>
                    <a:cubicBezTo>
                      <a:pt x="590" y="2110"/>
                      <a:pt x="590" y="2106"/>
                      <a:pt x="591" y="2103"/>
                    </a:cubicBezTo>
                    <a:cubicBezTo>
                      <a:pt x="591" y="2100"/>
                      <a:pt x="599" y="2094"/>
                      <a:pt x="600" y="2093"/>
                    </a:cubicBezTo>
                    <a:cubicBezTo>
                      <a:pt x="602" y="2092"/>
                      <a:pt x="607" y="2097"/>
                      <a:pt x="604" y="2100"/>
                    </a:cubicBezTo>
                    <a:cubicBezTo>
                      <a:pt x="602" y="2102"/>
                      <a:pt x="601" y="2103"/>
                      <a:pt x="600" y="2107"/>
                    </a:cubicBezTo>
                    <a:cubicBezTo>
                      <a:pt x="600" y="2110"/>
                      <a:pt x="600" y="2111"/>
                      <a:pt x="603" y="2113"/>
                    </a:cubicBezTo>
                    <a:cubicBezTo>
                      <a:pt x="605" y="2115"/>
                      <a:pt x="610" y="2117"/>
                      <a:pt x="611" y="2118"/>
                    </a:cubicBezTo>
                    <a:cubicBezTo>
                      <a:pt x="612" y="2120"/>
                      <a:pt x="616" y="2124"/>
                      <a:pt x="619" y="2119"/>
                    </a:cubicBezTo>
                    <a:cubicBezTo>
                      <a:pt x="622" y="2114"/>
                      <a:pt x="622" y="2114"/>
                      <a:pt x="623" y="2112"/>
                    </a:cubicBezTo>
                    <a:cubicBezTo>
                      <a:pt x="624" y="2109"/>
                      <a:pt x="628" y="2107"/>
                      <a:pt x="632" y="2108"/>
                    </a:cubicBezTo>
                    <a:cubicBezTo>
                      <a:pt x="635" y="2110"/>
                      <a:pt x="640" y="2111"/>
                      <a:pt x="640" y="2111"/>
                    </a:cubicBezTo>
                    <a:cubicBezTo>
                      <a:pt x="640" y="2111"/>
                      <a:pt x="644" y="2114"/>
                      <a:pt x="645" y="2118"/>
                    </a:cubicBezTo>
                    <a:cubicBezTo>
                      <a:pt x="645" y="2122"/>
                      <a:pt x="649" y="2122"/>
                      <a:pt x="650" y="2123"/>
                    </a:cubicBezTo>
                    <a:cubicBezTo>
                      <a:pt x="651" y="2123"/>
                      <a:pt x="655" y="2127"/>
                      <a:pt x="655" y="2128"/>
                    </a:cubicBezTo>
                    <a:cubicBezTo>
                      <a:pt x="656" y="2129"/>
                      <a:pt x="657" y="2129"/>
                      <a:pt x="661" y="2130"/>
                    </a:cubicBezTo>
                    <a:cubicBezTo>
                      <a:pt x="666" y="2131"/>
                      <a:pt x="665" y="2133"/>
                      <a:pt x="665" y="2136"/>
                    </a:cubicBezTo>
                    <a:cubicBezTo>
                      <a:pt x="665" y="2138"/>
                      <a:pt x="668" y="2140"/>
                      <a:pt x="670" y="2142"/>
                    </a:cubicBezTo>
                    <a:cubicBezTo>
                      <a:pt x="672" y="2144"/>
                      <a:pt x="675" y="2145"/>
                      <a:pt x="677" y="2145"/>
                    </a:cubicBezTo>
                    <a:cubicBezTo>
                      <a:pt x="680" y="2146"/>
                      <a:pt x="685" y="2144"/>
                      <a:pt x="685" y="2144"/>
                    </a:cubicBezTo>
                    <a:cubicBezTo>
                      <a:pt x="685" y="2144"/>
                      <a:pt x="688" y="2145"/>
                      <a:pt x="689" y="2146"/>
                    </a:cubicBezTo>
                    <a:cubicBezTo>
                      <a:pt x="690" y="2148"/>
                      <a:pt x="693" y="2148"/>
                      <a:pt x="694" y="2147"/>
                    </a:cubicBezTo>
                    <a:cubicBezTo>
                      <a:pt x="695" y="2147"/>
                      <a:pt x="697" y="2146"/>
                      <a:pt x="700" y="2147"/>
                    </a:cubicBezTo>
                    <a:cubicBezTo>
                      <a:pt x="702" y="2149"/>
                      <a:pt x="704" y="2150"/>
                      <a:pt x="707" y="2152"/>
                    </a:cubicBezTo>
                    <a:cubicBezTo>
                      <a:pt x="709" y="2153"/>
                      <a:pt x="710" y="2153"/>
                      <a:pt x="712" y="2150"/>
                    </a:cubicBezTo>
                    <a:cubicBezTo>
                      <a:pt x="714" y="2148"/>
                      <a:pt x="717" y="2142"/>
                      <a:pt x="722" y="2145"/>
                    </a:cubicBezTo>
                    <a:cubicBezTo>
                      <a:pt x="726" y="2147"/>
                      <a:pt x="737" y="2154"/>
                      <a:pt x="741" y="2151"/>
                    </a:cubicBezTo>
                    <a:cubicBezTo>
                      <a:pt x="743" y="2150"/>
                      <a:pt x="749" y="2148"/>
                      <a:pt x="752" y="2150"/>
                    </a:cubicBezTo>
                    <a:cubicBezTo>
                      <a:pt x="755" y="2153"/>
                      <a:pt x="756" y="2154"/>
                      <a:pt x="759" y="2153"/>
                    </a:cubicBezTo>
                    <a:cubicBezTo>
                      <a:pt x="762" y="2152"/>
                      <a:pt x="770" y="2148"/>
                      <a:pt x="771" y="2147"/>
                    </a:cubicBezTo>
                    <a:cubicBezTo>
                      <a:pt x="773" y="2147"/>
                      <a:pt x="778" y="2146"/>
                      <a:pt x="780" y="2144"/>
                    </a:cubicBezTo>
                    <a:cubicBezTo>
                      <a:pt x="783" y="2142"/>
                      <a:pt x="787" y="2145"/>
                      <a:pt x="790" y="2145"/>
                    </a:cubicBezTo>
                    <a:cubicBezTo>
                      <a:pt x="793" y="2146"/>
                      <a:pt x="796" y="2147"/>
                      <a:pt x="797" y="2149"/>
                    </a:cubicBezTo>
                    <a:cubicBezTo>
                      <a:pt x="798" y="2150"/>
                      <a:pt x="799" y="2165"/>
                      <a:pt x="799" y="2170"/>
                    </a:cubicBezTo>
                    <a:cubicBezTo>
                      <a:pt x="799" y="2174"/>
                      <a:pt x="796" y="2182"/>
                      <a:pt x="792" y="2186"/>
                    </a:cubicBezTo>
                    <a:cubicBezTo>
                      <a:pt x="788" y="2191"/>
                      <a:pt x="786" y="2195"/>
                      <a:pt x="786" y="2198"/>
                    </a:cubicBezTo>
                    <a:cubicBezTo>
                      <a:pt x="786" y="2201"/>
                      <a:pt x="791" y="2211"/>
                      <a:pt x="793" y="2216"/>
                    </a:cubicBezTo>
                    <a:cubicBezTo>
                      <a:pt x="796" y="2221"/>
                      <a:pt x="797" y="2224"/>
                      <a:pt x="804" y="2224"/>
                    </a:cubicBezTo>
                    <a:cubicBezTo>
                      <a:pt x="811" y="2223"/>
                      <a:pt x="815" y="2220"/>
                      <a:pt x="814" y="2213"/>
                    </a:cubicBezTo>
                    <a:cubicBezTo>
                      <a:pt x="813" y="2206"/>
                      <a:pt x="812" y="2205"/>
                      <a:pt x="814" y="2202"/>
                    </a:cubicBezTo>
                    <a:cubicBezTo>
                      <a:pt x="817" y="2198"/>
                      <a:pt x="818" y="2192"/>
                      <a:pt x="818" y="2189"/>
                    </a:cubicBezTo>
                    <a:cubicBezTo>
                      <a:pt x="819" y="2187"/>
                      <a:pt x="821" y="2186"/>
                      <a:pt x="824" y="2183"/>
                    </a:cubicBezTo>
                    <a:cubicBezTo>
                      <a:pt x="828" y="2179"/>
                      <a:pt x="841" y="2172"/>
                      <a:pt x="844" y="2168"/>
                    </a:cubicBezTo>
                    <a:cubicBezTo>
                      <a:pt x="847" y="2163"/>
                      <a:pt x="845" y="2162"/>
                      <a:pt x="849" y="2160"/>
                    </a:cubicBezTo>
                    <a:cubicBezTo>
                      <a:pt x="853" y="2158"/>
                      <a:pt x="855" y="2158"/>
                      <a:pt x="858" y="2156"/>
                    </a:cubicBezTo>
                    <a:cubicBezTo>
                      <a:pt x="860" y="2153"/>
                      <a:pt x="864" y="2152"/>
                      <a:pt x="867" y="2153"/>
                    </a:cubicBezTo>
                    <a:cubicBezTo>
                      <a:pt x="870" y="2153"/>
                      <a:pt x="872" y="2155"/>
                      <a:pt x="874" y="2153"/>
                    </a:cubicBezTo>
                    <a:cubicBezTo>
                      <a:pt x="875" y="2151"/>
                      <a:pt x="875" y="2149"/>
                      <a:pt x="881" y="2152"/>
                    </a:cubicBezTo>
                    <a:cubicBezTo>
                      <a:pt x="887" y="2155"/>
                      <a:pt x="894" y="2162"/>
                      <a:pt x="895" y="2162"/>
                    </a:cubicBezTo>
                    <a:cubicBezTo>
                      <a:pt x="897" y="2162"/>
                      <a:pt x="901" y="2162"/>
                      <a:pt x="904" y="2162"/>
                    </a:cubicBezTo>
                    <a:cubicBezTo>
                      <a:pt x="906" y="2161"/>
                      <a:pt x="909" y="2161"/>
                      <a:pt x="912" y="2164"/>
                    </a:cubicBezTo>
                    <a:cubicBezTo>
                      <a:pt x="915" y="2167"/>
                      <a:pt x="922" y="2170"/>
                      <a:pt x="924" y="2173"/>
                    </a:cubicBezTo>
                    <a:cubicBezTo>
                      <a:pt x="926" y="2175"/>
                      <a:pt x="934" y="2179"/>
                      <a:pt x="936" y="2179"/>
                    </a:cubicBezTo>
                    <a:cubicBezTo>
                      <a:pt x="938" y="2179"/>
                      <a:pt x="947" y="2179"/>
                      <a:pt x="948" y="2181"/>
                    </a:cubicBezTo>
                    <a:cubicBezTo>
                      <a:pt x="950" y="2183"/>
                      <a:pt x="957" y="2190"/>
                      <a:pt x="960" y="2192"/>
                    </a:cubicBezTo>
                    <a:cubicBezTo>
                      <a:pt x="963" y="2195"/>
                      <a:pt x="966" y="2196"/>
                      <a:pt x="969" y="2198"/>
                    </a:cubicBezTo>
                    <a:cubicBezTo>
                      <a:pt x="972" y="2200"/>
                      <a:pt x="973" y="2202"/>
                      <a:pt x="975" y="2199"/>
                    </a:cubicBezTo>
                    <a:cubicBezTo>
                      <a:pt x="977" y="2195"/>
                      <a:pt x="976" y="2194"/>
                      <a:pt x="980" y="2194"/>
                    </a:cubicBezTo>
                    <a:cubicBezTo>
                      <a:pt x="983" y="2195"/>
                      <a:pt x="988" y="2196"/>
                      <a:pt x="989" y="2193"/>
                    </a:cubicBezTo>
                    <a:cubicBezTo>
                      <a:pt x="991" y="2189"/>
                      <a:pt x="997" y="2189"/>
                      <a:pt x="999" y="2194"/>
                    </a:cubicBezTo>
                    <a:cubicBezTo>
                      <a:pt x="1001" y="2198"/>
                      <a:pt x="1002" y="2202"/>
                      <a:pt x="1005" y="2204"/>
                    </a:cubicBezTo>
                    <a:cubicBezTo>
                      <a:pt x="1008" y="2206"/>
                      <a:pt x="1012" y="2206"/>
                      <a:pt x="1009" y="2208"/>
                    </a:cubicBezTo>
                    <a:cubicBezTo>
                      <a:pt x="1007" y="2211"/>
                      <a:pt x="1004" y="2214"/>
                      <a:pt x="1007" y="2216"/>
                    </a:cubicBezTo>
                    <a:cubicBezTo>
                      <a:pt x="1009" y="2217"/>
                      <a:pt x="1011" y="2221"/>
                      <a:pt x="1009" y="2225"/>
                    </a:cubicBezTo>
                    <a:cubicBezTo>
                      <a:pt x="1007" y="2229"/>
                      <a:pt x="1007" y="2235"/>
                      <a:pt x="1008" y="2239"/>
                    </a:cubicBezTo>
                    <a:cubicBezTo>
                      <a:pt x="1008" y="2240"/>
                      <a:pt x="1008" y="2240"/>
                      <a:pt x="1008" y="2241"/>
                    </a:cubicBezTo>
                    <a:cubicBezTo>
                      <a:pt x="1008" y="2241"/>
                      <a:pt x="1008" y="2241"/>
                      <a:pt x="1008" y="2241"/>
                    </a:cubicBezTo>
                    <a:cubicBezTo>
                      <a:pt x="1010" y="2245"/>
                      <a:pt x="1011" y="2246"/>
                      <a:pt x="1016" y="2246"/>
                    </a:cubicBezTo>
                    <a:cubicBezTo>
                      <a:pt x="1021" y="2247"/>
                      <a:pt x="1029" y="2249"/>
                      <a:pt x="1031" y="2249"/>
                    </a:cubicBezTo>
                    <a:cubicBezTo>
                      <a:pt x="1033" y="2250"/>
                      <a:pt x="1037" y="2254"/>
                      <a:pt x="1039" y="2257"/>
                    </a:cubicBezTo>
                    <a:cubicBezTo>
                      <a:pt x="1041" y="2261"/>
                      <a:pt x="1042" y="2267"/>
                      <a:pt x="1038" y="2270"/>
                    </a:cubicBezTo>
                    <a:cubicBezTo>
                      <a:pt x="1033" y="2274"/>
                      <a:pt x="1032" y="2275"/>
                      <a:pt x="1032" y="2283"/>
                    </a:cubicBezTo>
                    <a:cubicBezTo>
                      <a:pt x="1032" y="2290"/>
                      <a:pt x="1035" y="2297"/>
                      <a:pt x="1035" y="2300"/>
                    </a:cubicBezTo>
                    <a:cubicBezTo>
                      <a:pt x="1034" y="2303"/>
                      <a:pt x="1039" y="2307"/>
                      <a:pt x="1044" y="2307"/>
                    </a:cubicBezTo>
                    <a:cubicBezTo>
                      <a:pt x="1048" y="2306"/>
                      <a:pt x="1058" y="2307"/>
                      <a:pt x="1063" y="2307"/>
                    </a:cubicBezTo>
                    <a:cubicBezTo>
                      <a:pt x="1068" y="2307"/>
                      <a:pt x="1074" y="2303"/>
                      <a:pt x="1078" y="2306"/>
                    </a:cubicBezTo>
                    <a:cubicBezTo>
                      <a:pt x="1082" y="2308"/>
                      <a:pt x="1083" y="2312"/>
                      <a:pt x="1090" y="2313"/>
                    </a:cubicBezTo>
                    <a:cubicBezTo>
                      <a:pt x="1096" y="2313"/>
                      <a:pt x="1104" y="2317"/>
                      <a:pt x="1106" y="2319"/>
                    </a:cubicBezTo>
                    <a:cubicBezTo>
                      <a:pt x="1108" y="2320"/>
                      <a:pt x="1113" y="2321"/>
                      <a:pt x="1117" y="2320"/>
                    </a:cubicBezTo>
                    <a:cubicBezTo>
                      <a:pt x="1121" y="2318"/>
                      <a:pt x="1138" y="2320"/>
                      <a:pt x="1142" y="2320"/>
                    </a:cubicBezTo>
                    <a:cubicBezTo>
                      <a:pt x="1146" y="2320"/>
                      <a:pt x="1156" y="2320"/>
                      <a:pt x="1160" y="2319"/>
                    </a:cubicBezTo>
                    <a:cubicBezTo>
                      <a:pt x="1164" y="2319"/>
                      <a:pt x="1171" y="2317"/>
                      <a:pt x="1174" y="2311"/>
                    </a:cubicBezTo>
                    <a:cubicBezTo>
                      <a:pt x="1177" y="2306"/>
                      <a:pt x="1181" y="2296"/>
                      <a:pt x="1188" y="2290"/>
                    </a:cubicBezTo>
                    <a:cubicBezTo>
                      <a:pt x="1196" y="2285"/>
                      <a:pt x="1204" y="2276"/>
                      <a:pt x="1205" y="2275"/>
                    </a:cubicBezTo>
                    <a:cubicBezTo>
                      <a:pt x="1206" y="2275"/>
                      <a:pt x="1208" y="2270"/>
                      <a:pt x="1212" y="2270"/>
                    </a:cubicBezTo>
                    <a:cubicBezTo>
                      <a:pt x="1216" y="2270"/>
                      <a:pt x="1229" y="2270"/>
                      <a:pt x="1229" y="2270"/>
                    </a:cubicBezTo>
                    <a:cubicBezTo>
                      <a:pt x="1229" y="2270"/>
                      <a:pt x="1232" y="2271"/>
                      <a:pt x="1240" y="2270"/>
                    </a:cubicBezTo>
                    <a:cubicBezTo>
                      <a:pt x="1249" y="2269"/>
                      <a:pt x="1258" y="2264"/>
                      <a:pt x="1264" y="2261"/>
                    </a:cubicBezTo>
                    <a:cubicBezTo>
                      <a:pt x="1270" y="2258"/>
                      <a:pt x="1281" y="2256"/>
                      <a:pt x="1287" y="2254"/>
                    </a:cubicBezTo>
                    <a:cubicBezTo>
                      <a:pt x="1292" y="2253"/>
                      <a:pt x="1295" y="2252"/>
                      <a:pt x="1297" y="2248"/>
                    </a:cubicBezTo>
                    <a:cubicBezTo>
                      <a:pt x="1300" y="2244"/>
                      <a:pt x="1305" y="2237"/>
                      <a:pt x="1307" y="2235"/>
                    </a:cubicBezTo>
                    <a:cubicBezTo>
                      <a:pt x="1308" y="2233"/>
                      <a:pt x="1310" y="2231"/>
                      <a:pt x="1316" y="2231"/>
                    </a:cubicBezTo>
                    <a:cubicBezTo>
                      <a:pt x="1321" y="2230"/>
                      <a:pt x="1332" y="2228"/>
                      <a:pt x="1336" y="2227"/>
                    </a:cubicBezTo>
                    <a:cubicBezTo>
                      <a:pt x="1339" y="2225"/>
                      <a:pt x="1343" y="2223"/>
                      <a:pt x="1348" y="2229"/>
                    </a:cubicBezTo>
                    <a:cubicBezTo>
                      <a:pt x="1352" y="2235"/>
                      <a:pt x="1359" y="2236"/>
                      <a:pt x="1361" y="2236"/>
                    </a:cubicBezTo>
                    <a:cubicBezTo>
                      <a:pt x="1363" y="2236"/>
                      <a:pt x="1371" y="2235"/>
                      <a:pt x="1372" y="2235"/>
                    </a:cubicBezTo>
                    <a:cubicBezTo>
                      <a:pt x="1373" y="2235"/>
                      <a:pt x="1378" y="2237"/>
                      <a:pt x="1378" y="2240"/>
                    </a:cubicBezTo>
                    <a:cubicBezTo>
                      <a:pt x="1379" y="2243"/>
                      <a:pt x="1380" y="2246"/>
                      <a:pt x="1383" y="2245"/>
                    </a:cubicBezTo>
                    <a:cubicBezTo>
                      <a:pt x="1386" y="2244"/>
                      <a:pt x="1387" y="2241"/>
                      <a:pt x="1390" y="2243"/>
                    </a:cubicBezTo>
                    <a:cubicBezTo>
                      <a:pt x="1393" y="2245"/>
                      <a:pt x="1396" y="2248"/>
                      <a:pt x="1395" y="2252"/>
                    </a:cubicBezTo>
                    <a:cubicBezTo>
                      <a:pt x="1394" y="2254"/>
                      <a:pt x="1395" y="2253"/>
                      <a:pt x="1398" y="2255"/>
                    </a:cubicBezTo>
                    <a:cubicBezTo>
                      <a:pt x="1401" y="2256"/>
                      <a:pt x="1407" y="2263"/>
                      <a:pt x="1409" y="2263"/>
                    </a:cubicBezTo>
                    <a:cubicBezTo>
                      <a:pt x="1411" y="2264"/>
                      <a:pt x="1414" y="2265"/>
                      <a:pt x="1414" y="2269"/>
                    </a:cubicBezTo>
                    <a:cubicBezTo>
                      <a:pt x="1415" y="2272"/>
                      <a:pt x="1418" y="2273"/>
                      <a:pt x="1420" y="2273"/>
                    </a:cubicBezTo>
                    <a:cubicBezTo>
                      <a:pt x="1423" y="2273"/>
                      <a:pt x="1430" y="2278"/>
                      <a:pt x="1430" y="2278"/>
                    </a:cubicBezTo>
                    <a:cubicBezTo>
                      <a:pt x="1430" y="2278"/>
                      <a:pt x="1430" y="2290"/>
                      <a:pt x="1436" y="2287"/>
                    </a:cubicBezTo>
                    <a:cubicBezTo>
                      <a:pt x="1443" y="2284"/>
                      <a:pt x="1443" y="2283"/>
                      <a:pt x="1447" y="2281"/>
                    </a:cubicBezTo>
                    <a:cubicBezTo>
                      <a:pt x="1450" y="2280"/>
                      <a:pt x="1452" y="2277"/>
                      <a:pt x="1453" y="2276"/>
                    </a:cubicBezTo>
                    <a:cubicBezTo>
                      <a:pt x="1455" y="2275"/>
                      <a:pt x="1455" y="2276"/>
                      <a:pt x="1457" y="2277"/>
                    </a:cubicBezTo>
                    <a:cubicBezTo>
                      <a:pt x="1458" y="2277"/>
                      <a:pt x="1460" y="2277"/>
                      <a:pt x="1460" y="2272"/>
                    </a:cubicBezTo>
                    <a:cubicBezTo>
                      <a:pt x="1460" y="2268"/>
                      <a:pt x="1462" y="2263"/>
                      <a:pt x="1460" y="2260"/>
                    </a:cubicBezTo>
                    <a:cubicBezTo>
                      <a:pt x="1458" y="2257"/>
                      <a:pt x="1458" y="2255"/>
                      <a:pt x="1459" y="2253"/>
                    </a:cubicBezTo>
                    <a:cubicBezTo>
                      <a:pt x="1461" y="2250"/>
                      <a:pt x="1466" y="2243"/>
                      <a:pt x="1467" y="2242"/>
                    </a:cubicBezTo>
                    <a:cubicBezTo>
                      <a:pt x="1468" y="2241"/>
                      <a:pt x="1473" y="2244"/>
                      <a:pt x="1474" y="2240"/>
                    </a:cubicBezTo>
                    <a:cubicBezTo>
                      <a:pt x="1475" y="2237"/>
                      <a:pt x="1475" y="2233"/>
                      <a:pt x="1476" y="2230"/>
                    </a:cubicBezTo>
                    <a:cubicBezTo>
                      <a:pt x="1476" y="2227"/>
                      <a:pt x="1476" y="2225"/>
                      <a:pt x="1481" y="2225"/>
                    </a:cubicBezTo>
                    <a:cubicBezTo>
                      <a:pt x="1486" y="2224"/>
                      <a:pt x="1493" y="2227"/>
                      <a:pt x="1493" y="2231"/>
                    </a:cubicBezTo>
                    <a:cubicBezTo>
                      <a:pt x="1493" y="2234"/>
                      <a:pt x="1493" y="2238"/>
                      <a:pt x="1495" y="2240"/>
                    </a:cubicBezTo>
                    <a:cubicBezTo>
                      <a:pt x="1497" y="2242"/>
                      <a:pt x="1501" y="2246"/>
                      <a:pt x="1503" y="2243"/>
                    </a:cubicBezTo>
                    <a:cubicBezTo>
                      <a:pt x="1506" y="2241"/>
                      <a:pt x="1507" y="2242"/>
                      <a:pt x="1508" y="2245"/>
                    </a:cubicBezTo>
                    <a:cubicBezTo>
                      <a:pt x="1509" y="2249"/>
                      <a:pt x="1511" y="2252"/>
                      <a:pt x="1512" y="2255"/>
                    </a:cubicBezTo>
                    <a:cubicBezTo>
                      <a:pt x="1513" y="2258"/>
                      <a:pt x="1516" y="2258"/>
                      <a:pt x="1518" y="2258"/>
                    </a:cubicBezTo>
                    <a:cubicBezTo>
                      <a:pt x="1520" y="2258"/>
                      <a:pt x="1524" y="2260"/>
                      <a:pt x="1522" y="2265"/>
                    </a:cubicBezTo>
                    <a:cubicBezTo>
                      <a:pt x="1521" y="2270"/>
                      <a:pt x="1519" y="2276"/>
                      <a:pt x="1521" y="2279"/>
                    </a:cubicBezTo>
                    <a:cubicBezTo>
                      <a:pt x="1523" y="2282"/>
                      <a:pt x="1525" y="2285"/>
                      <a:pt x="1524" y="2288"/>
                    </a:cubicBezTo>
                    <a:cubicBezTo>
                      <a:pt x="1524" y="2290"/>
                      <a:pt x="1524" y="2302"/>
                      <a:pt x="1526" y="2304"/>
                    </a:cubicBezTo>
                    <a:cubicBezTo>
                      <a:pt x="1529" y="2306"/>
                      <a:pt x="1529" y="2306"/>
                      <a:pt x="1529" y="2311"/>
                    </a:cubicBezTo>
                    <a:cubicBezTo>
                      <a:pt x="1529" y="2315"/>
                      <a:pt x="1527" y="2316"/>
                      <a:pt x="1530" y="2319"/>
                    </a:cubicBezTo>
                    <a:cubicBezTo>
                      <a:pt x="1533" y="2323"/>
                      <a:pt x="1534" y="2323"/>
                      <a:pt x="1536" y="2321"/>
                    </a:cubicBezTo>
                    <a:cubicBezTo>
                      <a:pt x="1538" y="2318"/>
                      <a:pt x="1539" y="2317"/>
                      <a:pt x="1539" y="2314"/>
                    </a:cubicBezTo>
                    <a:cubicBezTo>
                      <a:pt x="1539" y="2312"/>
                      <a:pt x="1542" y="2307"/>
                      <a:pt x="1546" y="2311"/>
                    </a:cubicBezTo>
                    <a:cubicBezTo>
                      <a:pt x="1550" y="2315"/>
                      <a:pt x="1552" y="2316"/>
                      <a:pt x="1551" y="2318"/>
                    </a:cubicBezTo>
                    <a:cubicBezTo>
                      <a:pt x="1551" y="2319"/>
                      <a:pt x="1553" y="2318"/>
                      <a:pt x="1554" y="2317"/>
                    </a:cubicBezTo>
                    <a:cubicBezTo>
                      <a:pt x="1556" y="2316"/>
                      <a:pt x="1560" y="2318"/>
                      <a:pt x="1559" y="2322"/>
                    </a:cubicBezTo>
                    <a:cubicBezTo>
                      <a:pt x="1558" y="2327"/>
                      <a:pt x="1557" y="2328"/>
                      <a:pt x="1558" y="2334"/>
                    </a:cubicBezTo>
                    <a:cubicBezTo>
                      <a:pt x="1559" y="2340"/>
                      <a:pt x="1562" y="2338"/>
                      <a:pt x="1559" y="2344"/>
                    </a:cubicBezTo>
                    <a:cubicBezTo>
                      <a:pt x="1556" y="2351"/>
                      <a:pt x="1550" y="2356"/>
                      <a:pt x="1555" y="2360"/>
                    </a:cubicBezTo>
                    <a:cubicBezTo>
                      <a:pt x="1560" y="2364"/>
                      <a:pt x="1560" y="2366"/>
                      <a:pt x="1558" y="2369"/>
                    </a:cubicBezTo>
                    <a:cubicBezTo>
                      <a:pt x="1557" y="2372"/>
                      <a:pt x="1556" y="2374"/>
                      <a:pt x="1556" y="2378"/>
                    </a:cubicBezTo>
                    <a:cubicBezTo>
                      <a:pt x="1556" y="2381"/>
                      <a:pt x="1557" y="2401"/>
                      <a:pt x="1557" y="2405"/>
                    </a:cubicBezTo>
                    <a:cubicBezTo>
                      <a:pt x="1556" y="2409"/>
                      <a:pt x="1553" y="2408"/>
                      <a:pt x="1553" y="2413"/>
                    </a:cubicBezTo>
                    <a:cubicBezTo>
                      <a:pt x="1553" y="2418"/>
                      <a:pt x="1553" y="2423"/>
                      <a:pt x="1550" y="2425"/>
                    </a:cubicBezTo>
                    <a:cubicBezTo>
                      <a:pt x="1548" y="2428"/>
                      <a:pt x="1542" y="2431"/>
                      <a:pt x="1544" y="2434"/>
                    </a:cubicBezTo>
                    <a:cubicBezTo>
                      <a:pt x="1546" y="2437"/>
                      <a:pt x="1547" y="2441"/>
                      <a:pt x="1547" y="2441"/>
                    </a:cubicBezTo>
                    <a:cubicBezTo>
                      <a:pt x="1547" y="2441"/>
                      <a:pt x="1546" y="2447"/>
                      <a:pt x="1542" y="2446"/>
                    </a:cubicBezTo>
                    <a:cubicBezTo>
                      <a:pt x="1538" y="2445"/>
                      <a:pt x="1534" y="2441"/>
                      <a:pt x="1533" y="2447"/>
                    </a:cubicBezTo>
                    <a:cubicBezTo>
                      <a:pt x="1531" y="2454"/>
                      <a:pt x="1531" y="2453"/>
                      <a:pt x="1534" y="2456"/>
                    </a:cubicBezTo>
                    <a:cubicBezTo>
                      <a:pt x="1537" y="2459"/>
                      <a:pt x="1540" y="2464"/>
                      <a:pt x="1541" y="2467"/>
                    </a:cubicBezTo>
                    <a:cubicBezTo>
                      <a:pt x="1542" y="2471"/>
                      <a:pt x="1538" y="2474"/>
                      <a:pt x="1536" y="2472"/>
                    </a:cubicBezTo>
                    <a:cubicBezTo>
                      <a:pt x="1533" y="2471"/>
                      <a:pt x="1529" y="2471"/>
                      <a:pt x="1526" y="2475"/>
                    </a:cubicBezTo>
                    <a:cubicBezTo>
                      <a:pt x="1522" y="2479"/>
                      <a:pt x="1515" y="2492"/>
                      <a:pt x="1513" y="2494"/>
                    </a:cubicBezTo>
                    <a:cubicBezTo>
                      <a:pt x="1510" y="2496"/>
                      <a:pt x="1505" y="2495"/>
                      <a:pt x="1504" y="2492"/>
                    </a:cubicBezTo>
                    <a:cubicBezTo>
                      <a:pt x="1503" y="2488"/>
                      <a:pt x="1503" y="2488"/>
                      <a:pt x="1501" y="2487"/>
                    </a:cubicBezTo>
                    <a:cubicBezTo>
                      <a:pt x="1498" y="2486"/>
                      <a:pt x="1496" y="2483"/>
                      <a:pt x="1495" y="2489"/>
                    </a:cubicBezTo>
                    <a:cubicBezTo>
                      <a:pt x="1495" y="2495"/>
                      <a:pt x="1495" y="2494"/>
                      <a:pt x="1494" y="2496"/>
                    </a:cubicBezTo>
                    <a:cubicBezTo>
                      <a:pt x="1492" y="2497"/>
                      <a:pt x="1492" y="2497"/>
                      <a:pt x="1493" y="2499"/>
                    </a:cubicBezTo>
                    <a:cubicBezTo>
                      <a:pt x="1494" y="2501"/>
                      <a:pt x="1495" y="2504"/>
                      <a:pt x="1492" y="2507"/>
                    </a:cubicBezTo>
                    <a:cubicBezTo>
                      <a:pt x="1489" y="2509"/>
                      <a:pt x="1482" y="2516"/>
                      <a:pt x="1480" y="2519"/>
                    </a:cubicBezTo>
                    <a:cubicBezTo>
                      <a:pt x="1477" y="2521"/>
                      <a:pt x="1473" y="2518"/>
                      <a:pt x="1471" y="2517"/>
                    </a:cubicBezTo>
                    <a:cubicBezTo>
                      <a:pt x="1468" y="2516"/>
                      <a:pt x="1465" y="2517"/>
                      <a:pt x="1464" y="2520"/>
                    </a:cubicBezTo>
                    <a:cubicBezTo>
                      <a:pt x="1463" y="2523"/>
                      <a:pt x="1459" y="2529"/>
                      <a:pt x="1459" y="2533"/>
                    </a:cubicBezTo>
                    <a:cubicBezTo>
                      <a:pt x="1458" y="2536"/>
                      <a:pt x="1455" y="2540"/>
                      <a:pt x="1457" y="2544"/>
                    </a:cubicBezTo>
                    <a:cubicBezTo>
                      <a:pt x="1459" y="2549"/>
                      <a:pt x="1459" y="2553"/>
                      <a:pt x="1459" y="2555"/>
                    </a:cubicBezTo>
                    <a:cubicBezTo>
                      <a:pt x="1458" y="2557"/>
                      <a:pt x="1454" y="2553"/>
                      <a:pt x="1452" y="2554"/>
                    </a:cubicBezTo>
                    <a:cubicBezTo>
                      <a:pt x="1451" y="2554"/>
                      <a:pt x="1442" y="2559"/>
                      <a:pt x="1442" y="2559"/>
                    </a:cubicBezTo>
                    <a:cubicBezTo>
                      <a:pt x="1442" y="2559"/>
                      <a:pt x="1442" y="2558"/>
                      <a:pt x="1440" y="2567"/>
                    </a:cubicBezTo>
                    <a:cubicBezTo>
                      <a:pt x="1438" y="2577"/>
                      <a:pt x="1439" y="2576"/>
                      <a:pt x="1437" y="2581"/>
                    </a:cubicBezTo>
                    <a:cubicBezTo>
                      <a:pt x="1435" y="2585"/>
                      <a:pt x="1436" y="2587"/>
                      <a:pt x="1437" y="2587"/>
                    </a:cubicBezTo>
                    <a:cubicBezTo>
                      <a:pt x="1437" y="2588"/>
                      <a:pt x="1438" y="2591"/>
                      <a:pt x="1441" y="2590"/>
                    </a:cubicBezTo>
                    <a:cubicBezTo>
                      <a:pt x="1444" y="2589"/>
                      <a:pt x="1446" y="2590"/>
                      <a:pt x="1446" y="2590"/>
                    </a:cubicBezTo>
                    <a:cubicBezTo>
                      <a:pt x="1446" y="2590"/>
                      <a:pt x="1447" y="2591"/>
                      <a:pt x="1447" y="2595"/>
                    </a:cubicBezTo>
                    <a:cubicBezTo>
                      <a:pt x="1447" y="2600"/>
                      <a:pt x="1447" y="2601"/>
                      <a:pt x="1446" y="2601"/>
                    </a:cubicBezTo>
                    <a:cubicBezTo>
                      <a:pt x="1444" y="2602"/>
                      <a:pt x="1444" y="2604"/>
                      <a:pt x="1447" y="2605"/>
                    </a:cubicBezTo>
                    <a:cubicBezTo>
                      <a:pt x="1450" y="2606"/>
                      <a:pt x="1450" y="2609"/>
                      <a:pt x="1448" y="2611"/>
                    </a:cubicBezTo>
                    <a:cubicBezTo>
                      <a:pt x="1446" y="2614"/>
                      <a:pt x="1444" y="2617"/>
                      <a:pt x="1439" y="2621"/>
                    </a:cubicBezTo>
                    <a:cubicBezTo>
                      <a:pt x="1435" y="2625"/>
                      <a:pt x="1431" y="2630"/>
                      <a:pt x="1428" y="2632"/>
                    </a:cubicBezTo>
                    <a:cubicBezTo>
                      <a:pt x="1426" y="2634"/>
                      <a:pt x="1429" y="2636"/>
                      <a:pt x="1431" y="2638"/>
                    </a:cubicBezTo>
                    <a:cubicBezTo>
                      <a:pt x="1432" y="2639"/>
                      <a:pt x="1432" y="2648"/>
                      <a:pt x="1442" y="2641"/>
                    </a:cubicBezTo>
                    <a:cubicBezTo>
                      <a:pt x="1452" y="2635"/>
                      <a:pt x="1459" y="2628"/>
                      <a:pt x="1467" y="2628"/>
                    </a:cubicBezTo>
                    <a:cubicBezTo>
                      <a:pt x="1474" y="2628"/>
                      <a:pt x="1481" y="2628"/>
                      <a:pt x="1484" y="2626"/>
                    </a:cubicBezTo>
                    <a:cubicBezTo>
                      <a:pt x="1487" y="2624"/>
                      <a:pt x="1500" y="2626"/>
                      <a:pt x="1504" y="2625"/>
                    </a:cubicBezTo>
                    <a:cubicBezTo>
                      <a:pt x="1508" y="2624"/>
                      <a:pt x="1516" y="2627"/>
                      <a:pt x="1518" y="2626"/>
                    </a:cubicBezTo>
                    <a:cubicBezTo>
                      <a:pt x="1518" y="2626"/>
                      <a:pt x="1518" y="2628"/>
                      <a:pt x="1519" y="2629"/>
                    </a:cubicBezTo>
                    <a:cubicBezTo>
                      <a:pt x="1520" y="2629"/>
                      <a:pt x="1525" y="2631"/>
                      <a:pt x="1527" y="2628"/>
                    </a:cubicBezTo>
                    <a:cubicBezTo>
                      <a:pt x="1530" y="2626"/>
                      <a:pt x="1540" y="2629"/>
                      <a:pt x="1540" y="2629"/>
                    </a:cubicBezTo>
                    <a:cubicBezTo>
                      <a:pt x="1540" y="2629"/>
                      <a:pt x="1536" y="2634"/>
                      <a:pt x="1530" y="2637"/>
                    </a:cubicBezTo>
                    <a:cubicBezTo>
                      <a:pt x="1524" y="2640"/>
                      <a:pt x="1522" y="2641"/>
                      <a:pt x="1522" y="2643"/>
                    </a:cubicBezTo>
                    <a:cubicBezTo>
                      <a:pt x="1522" y="2645"/>
                      <a:pt x="1522" y="2646"/>
                      <a:pt x="1522" y="2650"/>
                    </a:cubicBezTo>
                    <a:cubicBezTo>
                      <a:pt x="1522" y="2654"/>
                      <a:pt x="1521" y="2655"/>
                      <a:pt x="1524" y="2656"/>
                    </a:cubicBezTo>
                    <a:cubicBezTo>
                      <a:pt x="1526" y="2656"/>
                      <a:pt x="1530" y="2655"/>
                      <a:pt x="1530" y="2660"/>
                    </a:cubicBezTo>
                    <a:cubicBezTo>
                      <a:pt x="1531" y="2666"/>
                      <a:pt x="1533" y="2668"/>
                      <a:pt x="1534" y="2670"/>
                    </a:cubicBezTo>
                    <a:cubicBezTo>
                      <a:pt x="1534" y="2673"/>
                      <a:pt x="1536" y="2677"/>
                      <a:pt x="1533" y="2679"/>
                    </a:cubicBezTo>
                    <a:cubicBezTo>
                      <a:pt x="1531" y="2681"/>
                      <a:pt x="1531" y="2682"/>
                      <a:pt x="1533" y="2683"/>
                    </a:cubicBezTo>
                    <a:cubicBezTo>
                      <a:pt x="1535" y="2684"/>
                      <a:pt x="1534" y="2685"/>
                      <a:pt x="1534" y="2690"/>
                    </a:cubicBezTo>
                    <a:cubicBezTo>
                      <a:pt x="1533" y="2694"/>
                      <a:pt x="1537" y="2702"/>
                      <a:pt x="1537" y="2704"/>
                    </a:cubicBezTo>
                    <a:cubicBezTo>
                      <a:pt x="1536" y="2707"/>
                      <a:pt x="1536" y="2706"/>
                      <a:pt x="1535" y="2709"/>
                    </a:cubicBezTo>
                    <a:cubicBezTo>
                      <a:pt x="1534" y="2711"/>
                      <a:pt x="1535" y="2712"/>
                      <a:pt x="1537" y="2712"/>
                    </a:cubicBezTo>
                    <a:cubicBezTo>
                      <a:pt x="1539" y="2712"/>
                      <a:pt x="1543" y="2710"/>
                      <a:pt x="1545" y="2714"/>
                    </a:cubicBezTo>
                    <a:cubicBezTo>
                      <a:pt x="1546" y="2718"/>
                      <a:pt x="1545" y="2719"/>
                      <a:pt x="1551" y="2719"/>
                    </a:cubicBezTo>
                    <a:cubicBezTo>
                      <a:pt x="1558" y="2719"/>
                      <a:pt x="1558" y="2718"/>
                      <a:pt x="1560" y="2720"/>
                    </a:cubicBezTo>
                    <a:cubicBezTo>
                      <a:pt x="1563" y="2721"/>
                      <a:pt x="1564" y="2721"/>
                      <a:pt x="1567" y="2720"/>
                    </a:cubicBezTo>
                    <a:cubicBezTo>
                      <a:pt x="1570" y="2719"/>
                      <a:pt x="1571" y="2719"/>
                      <a:pt x="1573" y="2721"/>
                    </a:cubicBezTo>
                    <a:cubicBezTo>
                      <a:pt x="1576" y="2724"/>
                      <a:pt x="1577" y="2725"/>
                      <a:pt x="1582" y="2724"/>
                    </a:cubicBezTo>
                    <a:cubicBezTo>
                      <a:pt x="1588" y="2724"/>
                      <a:pt x="1584" y="2731"/>
                      <a:pt x="1584" y="2736"/>
                    </a:cubicBezTo>
                    <a:cubicBezTo>
                      <a:pt x="1584" y="2739"/>
                      <a:pt x="1584" y="2742"/>
                      <a:pt x="1584" y="2743"/>
                    </a:cubicBezTo>
                    <a:cubicBezTo>
                      <a:pt x="1584" y="2743"/>
                      <a:pt x="1584" y="2743"/>
                      <a:pt x="1584" y="2743"/>
                    </a:cubicBezTo>
                    <a:cubicBezTo>
                      <a:pt x="1583" y="2745"/>
                      <a:pt x="1583" y="2745"/>
                      <a:pt x="1583" y="2745"/>
                    </a:cubicBezTo>
                    <a:cubicBezTo>
                      <a:pt x="1582" y="2744"/>
                      <a:pt x="1582" y="2744"/>
                      <a:pt x="1581" y="2743"/>
                    </a:cubicBezTo>
                    <a:cubicBezTo>
                      <a:pt x="1582" y="2744"/>
                      <a:pt x="1583" y="2744"/>
                      <a:pt x="1584" y="2743"/>
                    </a:cubicBezTo>
                    <a:cubicBezTo>
                      <a:pt x="1580" y="2742"/>
                      <a:pt x="1579" y="2741"/>
                      <a:pt x="1578" y="2741"/>
                    </a:cubicBezTo>
                    <a:cubicBezTo>
                      <a:pt x="1577" y="2740"/>
                      <a:pt x="1576" y="2740"/>
                      <a:pt x="1576" y="2740"/>
                    </a:cubicBezTo>
                    <a:cubicBezTo>
                      <a:pt x="1574" y="2741"/>
                      <a:pt x="1571" y="2744"/>
                      <a:pt x="1571" y="2746"/>
                    </a:cubicBezTo>
                    <a:cubicBezTo>
                      <a:pt x="1570" y="2748"/>
                      <a:pt x="1571" y="2748"/>
                      <a:pt x="1570" y="2751"/>
                    </a:cubicBezTo>
                    <a:cubicBezTo>
                      <a:pt x="1569" y="2754"/>
                      <a:pt x="1567" y="2755"/>
                      <a:pt x="1567" y="2755"/>
                    </a:cubicBezTo>
                    <a:cubicBezTo>
                      <a:pt x="1565" y="2756"/>
                      <a:pt x="1563" y="2759"/>
                      <a:pt x="1564" y="2762"/>
                    </a:cubicBezTo>
                    <a:cubicBezTo>
                      <a:pt x="1565" y="2764"/>
                      <a:pt x="1567" y="2767"/>
                      <a:pt x="1566" y="2772"/>
                    </a:cubicBezTo>
                    <a:cubicBezTo>
                      <a:pt x="1566" y="2777"/>
                      <a:pt x="1563" y="2779"/>
                      <a:pt x="1560" y="2781"/>
                    </a:cubicBezTo>
                    <a:cubicBezTo>
                      <a:pt x="1556" y="2784"/>
                      <a:pt x="1557" y="2785"/>
                      <a:pt x="1555" y="2791"/>
                    </a:cubicBezTo>
                    <a:cubicBezTo>
                      <a:pt x="1554" y="2797"/>
                      <a:pt x="1543" y="2805"/>
                      <a:pt x="1545" y="2806"/>
                    </a:cubicBezTo>
                    <a:cubicBezTo>
                      <a:pt x="1547" y="2807"/>
                      <a:pt x="1557" y="2812"/>
                      <a:pt x="1565" y="2810"/>
                    </a:cubicBezTo>
                    <a:cubicBezTo>
                      <a:pt x="1573" y="2809"/>
                      <a:pt x="1578" y="2810"/>
                      <a:pt x="1581" y="2812"/>
                    </a:cubicBezTo>
                    <a:cubicBezTo>
                      <a:pt x="1585" y="2814"/>
                      <a:pt x="1587" y="2815"/>
                      <a:pt x="1589" y="2816"/>
                    </a:cubicBezTo>
                    <a:cubicBezTo>
                      <a:pt x="1591" y="2818"/>
                      <a:pt x="1591" y="2819"/>
                      <a:pt x="1595" y="2817"/>
                    </a:cubicBezTo>
                    <a:cubicBezTo>
                      <a:pt x="1598" y="2816"/>
                      <a:pt x="1603" y="2816"/>
                      <a:pt x="1606" y="2818"/>
                    </a:cubicBezTo>
                    <a:cubicBezTo>
                      <a:pt x="1609" y="2821"/>
                      <a:pt x="1613" y="2823"/>
                      <a:pt x="1614" y="2825"/>
                    </a:cubicBezTo>
                    <a:cubicBezTo>
                      <a:pt x="1614" y="2827"/>
                      <a:pt x="1613" y="2831"/>
                      <a:pt x="1610" y="2836"/>
                    </a:cubicBezTo>
                    <a:cubicBezTo>
                      <a:pt x="1607" y="2841"/>
                      <a:pt x="1607" y="2846"/>
                      <a:pt x="1610" y="2848"/>
                    </a:cubicBezTo>
                    <a:cubicBezTo>
                      <a:pt x="1612" y="2850"/>
                      <a:pt x="1616" y="2852"/>
                      <a:pt x="1621" y="2853"/>
                    </a:cubicBezTo>
                    <a:cubicBezTo>
                      <a:pt x="1625" y="2854"/>
                      <a:pt x="1626" y="2854"/>
                      <a:pt x="1625" y="2857"/>
                    </a:cubicBezTo>
                    <a:cubicBezTo>
                      <a:pt x="1624" y="2860"/>
                      <a:pt x="1624" y="2860"/>
                      <a:pt x="1622" y="2863"/>
                    </a:cubicBezTo>
                    <a:cubicBezTo>
                      <a:pt x="1621" y="2867"/>
                      <a:pt x="1621" y="2867"/>
                      <a:pt x="1623" y="2870"/>
                    </a:cubicBezTo>
                    <a:cubicBezTo>
                      <a:pt x="1626" y="2872"/>
                      <a:pt x="1633" y="2873"/>
                      <a:pt x="1637" y="2871"/>
                    </a:cubicBezTo>
                    <a:cubicBezTo>
                      <a:pt x="1641" y="2869"/>
                      <a:pt x="1646" y="2867"/>
                      <a:pt x="1649" y="2873"/>
                    </a:cubicBezTo>
                    <a:cubicBezTo>
                      <a:pt x="1652" y="2879"/>
                      <a:pt x="1656" y="2879"/>
                      <a:pt x="1660" y="2879"/>
                    </a:cubicBezTo>
                    <a:cubicBezTo>
                      <a:pt x="1665" y="2879"/>
                      <a:pt x="1668" y="2876"/>
                      <a:pt x="1671" y="2873"/>
                    </a:cubicBezTo>
                    <a:cubicBezTo>
                      <a:pt x="1673" y="2871"/>
                      <a:pt x="1681" y="2865"/>
                      <a:pt x="1683" y="2862"/>
                    </a:cubicBezTo>
                    <a:cubicBezTo>
                      <a:pt x="1685" y="2859"/>
                      <a:pt x="1693" y="2861"/>
                      <a:pt x="1695" y="2859"/>
                    </a:cubicBezTo>
                    <a:cubicBezTo>
                      <a:pt x="1698" y="2858"/>
                      <a:pt x="1702" y="2856"/>
                      <a:pt x="1703" y="2855"/>
                    </a:cubicBezTo>
                    <a:cubicBezTo>
                      <a:pt x="1703" y="2854"/>
                      <a:pt x="1710" y="2856"/>
                      <a:pt x="1711" y="2856"/>
                    </a:cubicBezTo>
                    <a:cubicBezTo>
                      <a:pt x="1710" y="2856"/>
                      <a:pt x="1710" y="2858"/>
                      <a:pt x="1709" y="2860"/>
                    </a:cubicBezTo>
                    <a:cubicBezTo>
                      <a:pt x="1707" y="2862"/>
                      <a:pt x="1709" y="2865"/>
                      <a:pt x="1710" y="2866"/>
                    </a:cubicBezTo>
                    <a:cubicBezTo>
                      <a:pt x="1711" y="2866"/>
                      <a:pt x="1711" y="2868"/>
                      <a:pt x="1710" y="2870"/>
                    </a:cubicBezTo>
                    <a:cubicBezTo>
                      <a:pt x="1709" y="2872"/>
                      <a:pt x="1711" y="2875"/>
                      <a:pt x="1711" y="2875"/>
                    </a:cubicBezTo>
                    <a:cubicBezTo>
                      <a:pt x="1711" y="2875"/>
                      <a:pt x="1717" y="2879"/>
                      <a:pt x="1713" y="2883"/>
                    </a:cubicBezTo>
                    <a:cubicBezTo>
                      <a:pt x="1710" y="2887"/>
                      <a:pt x="1708" y="2891"/>
                      <a:pt x="1709" y="2893"/>
                    </a:cubicBezTo>
                    <a:cubicBezTo>
                      <a:pt x="1711" y="2896"/>
                      <a:pt x="1715" y="2896"/>
                      <a:pt x="1714" y="2900"/>
                    </a:cubicBezTo>
                    <a:cubicBezTo>
                      <a:pt x="1713" y="2904"/>
                      <a:pt x="1717" y="2908"/>
                      <a:pt x="1721" y="2906"/>
                    </a:cubicBezTo>
                    <a:cubicBezTo>
                      <a:pt x="1725" y="2905"/>
                      <a:pt x="1730" y="2905"/>
                      <a:pt x="1736" y="2904"/>
                    </a:cubicBezTo>
                    <a:cubicBezTo>
                      <a:pt x="1741" y="2902"/>
                      <a:pt x="1744" y="2905"/>
                      <a:pt x="1744" y="2907"/>
                    </a:cubicBezTo>
                    <a:cubicBezTo>
                      <a:pt x="1744" y="2909"/>
                      <a:pt x="1744" y="2910"/>
                      <a:pt x="1746" y="2910"/>
                    </a:cubicBezTo>
                    <a:cubicBezTo>
                      <a:pt x="1748" y="2910"/>
                      <a:pt x="1750" y="2908"/>
                      <a:pt x="1751" y="2911"/>
                    </a:cubicBezTo>
                    <a:cubicBezTo>
                      <a:pt x="1752" y="2913"/>
                      <a:pt x="1754" y="2914"/>
                      <a:pt x="1760" y="2911"/>
                    </a:cubicBezTo>
                    <a:cubicBezTo>
                      <a:pt x="1766" y="2908"/>
                      <a:pt x="1766" y="2904"/>
                      <a:pt x="1763" y="2904"/>
                    </a:cubicBezTo>
                    <a:cubicBezTo>
                      <a:pt x="1760" y="2903"/>
                      <a:pt x="1753" y="2899"/>
                      <a:pt x="1755" y="2893"/>
                    </a:cubicBezTo>
                    <a:cubicBezTo>
                      <a:pt x="1757" y="2886"/>
                      <a:pt x="1757" y="2885"/>
                      <a:pt x="1757" y="2882"/>
                    </a:cubicBezTo>
                    <a:cubicBezTo>
                      <a:pt x="1757" y="2880"/>
                      <a:pt x="1757" y="2879"/>
                      <a:pt x="1760" y="2877"/>
                    </a:cubicBezTo>
                    <a:cubicBezTo>
                      <a:pt x="1762" y="2876"/>
                      <a:pt x="1764" y="2874"/>
                      <a:pt x="1764" y="2872"/>
                    </a:cubicBezTo>
                    <a:cubicBezTo>
                      <a:pt x="1764" y="2869"/>
                      <a:pt x="1758" y="2869"/>
                      <a:pt x="1760" y="2863"/>
                    </a:cubicBezTo>
                    <a:cubicBezTo>
                      <a:pt x="1761" y="2856"/>
                      <a:pt x="1761" y="2853"/>
                      <a:pt x="1760" y="2850"/>
                    </a:cubicBezTo>
                    <a:cubicBezTo>
                      <a:pt x="1758" y="2848"/>
                      <a:pt x="1755" y="2843"/>
                      <a:pt x="1753" y="2841"/>
                    </a:cubicBezTo>
                    <a:cubicBezTo>
                      <a:pt x="1750" y="2839"/>
                      <a:pt x="1751" y="2836"/>
                      <a:pt x="1751" y="2833"/>
                    </a:cubicBezTo>
                    <a:cubicBezTo>
                      <a:pt x="1751" y="2830"/>
                      <a:pt x="1749" y="2832"/>
                      <a:pt x="1749" y="2829"/>
                    </a:cubicBezTo>
                    <a:cubicBezTo>
                      <a:pt x="1749" y="2826"/>
                      <a:pt x="1748" y="2826"/>
                      <a:pt x="1750" y="2824"/>
                    </a:cubicBezTo>
                    <a:cubicBezTo>
                      <a:pt x="1752" y="2822"/>
                      <a:pt x="1749" y="2819"/>
                      <a:pt x="1748" y="2817"/>
                    </a:cubicBezTo>
                    <a:cubicBezTo>
                      <a:pt x="1746" y="2815"/>
                      <a:pt x="1748" y="2814"/>
                      <a:pt x="1751" y="2812"/>
                    </a:cubicBezTo>
                    <a:cubicBezTo>
                      <a:pt x="1755" y="2809"/>
                      <a:pt x="1756" y="2804"/>
                      <a:pt x="1757" y="2800"/>
                    </a:cubicBezTo>
                    <a:cubicBezTo>
                      <a:pt x="1757" y="2796"/>
                      <a:pt x="1765" y="2791"/>
                      <a:pt x="1768" y="2796"/>
                    </a:cubicBezTo>
                    <a:cubicBezTo>
                      <a:pt x="1770" y="2802"/>
                      <a:pt x="1774" y="2806"/>
                      <a:pt x="1776" y="2803"/>
                    </a:cubicBezTo>
                    <a:cubicBezTo>
                      <a:pt x="1778" y="2800"/>
                      <a:pt x="1780" y="2800"/>
                      <a:pt x="1782" y="2800"/>
                    </a:cubicBezTo>
                    <a:cubicBezTo>
                      <a:pt x="1785" y="2800"/>
                      <a:pt x="1794" y="2802"/>
                      <a:pt x="1794" y="2802"/>
                    </a:cubicBezTo>
                    <a:cubicBezTo>
                      <a:pt x="1794" y="2802"/>
                      <a:pt x="1801" y="2808"/>
                      <a:pt x="1806" y="2802"/>
                    </a:cubicBezTo>
                    <a:cubicBezTo>
                      <a:pt x="1810" y="2797"/>
                      <a:pt x="1813" y="2793"/>
                      <a:pt x="1815" y="2790"/>
                    </a:cubicBezTo>
                    <a:cubicBezTo>
                      <a:pt x="1817" y="2786"/>
                      <a:pt x="1817" y="2785"/>
                      <a:pt x="1819" y="2783"/>
                    </a:cubicBezTo>
                    <a:cubicBezTo>
                      <a:pt x="1821" y="2780"/>
                      <a:pt x="1827" y="2777"/>
                      <a:pt x="1828" y="2776"/>
                    </a:cubicBezTo>
                    <a:cubicBezTo>
                      <a:pt x="1830" y="2775"/>
                      <a:pt x="1832" y="2779"/>
                      <a:pt x="1833" y="2781"/>
                    </a:cubicBezTo>
                    <a:cubicBezTo>
                      <a:pt x="1835" y="2782"/>
                      <a:pt x="1840" y="2782"/>
                      <a:pt x="1841" y="2782"/>
                    </a:cubicBezTo>
                    <a:cubicBezTo>
                      <a:pt x="1842" y="2782"/>
                      <a:pt x="1847" y="2785"/>
                      <a:pt x="1849" y="2788"/>
                    </a:cubicBezTo>
                    <a:cubicBezTo>
                      <a:pt x="1851" y="2790"/>
                      <a:pt x="1856" y="2793"/>
                      <a:pt x="1856" y="2793"/>
                    </a:cubicBezTo>
                    <a:cubicBezTo>
                      <a:pt x="1856" y="2793"/>
                      <a:pt x="1859" y="2794"/>
                      <a:pt x="1860" y="2800"/>
                    </a:cubicBezTo>
                    <a:cubicBezTo>
                      <a:pt x="1861" y="2805"/>
                      <a:pt x="1866" y="2807"/>
                      <a:pt x="1866" y="2807"/>
                    </a:cubicBezTo>
                    <a:cubicBezTo>
                      <a:pt x="1866" y="2807"/>
                      <a:pt x="1869" y="2809"/>
                      <a:pt x="1875" y="2805"/>
                    </a:cubicBezTo>
                    <a:cubicBezTo>
                      <a:pt x="1880" y="2802"/>
                      <a:pt x="1891" y="2786"/>
                      <a:pt x="1893" y="2783"/>
                    </a:cubicBezTo>
                    <a:cubicBezTo>
                      <a:pt x="1895" y="2779"/>
                      <a:pt x="1898" y="2779"/>
                      <a:pt x="1900" y="2779"/>
                    </a:cubicBezTo>
                    <a:cubicBezTo>
                      <a:pt x="1902" y="2779"/>
                      <a:pt x="1903" y="2778"/>
                      <a:pt x="1904" y="2785"/>
                    </a:cubicBezTo>
                    <a:cubicBezTo>
                      <a:pt x="1905" y="2792"/>
                      <a:pt x="1909" y="2796"/>
                      <a:pt x="1910" y="2797"/>
                    </a:cubicBezTo>
                    <a:cubicBezTo>
                      <a:pt x="1911" y="2798"/>
                      <a:pt x="1914" y="2798"/>
                      <a:pt x="1915" y="2793"/>
                    </a:cubicBezTo>
                    <a:cubicBezTo>
                      <a:pt x="1915" y="2789"/>
                      <a:pt x="1916" y="2784"/>
                      <a:pt x="1920" y="2782"/>
                    </a:cubicBezTo>
                    <a:cubicBezTo>
                      <a:pt x="1920" y="2782"/>
                      <a:pt x="1920" y="2780"/>
                      <a:pt x="1922" y="2779"/>
                    </a:cubicBezTo>
                    <a:cubicBezTo>
                      <a:pt x="1923" y="2778"/>
                      <a:pt x="1929" y="2786"/>
                      <a:pt x="1931" y="2789"/>
                    </a:cubicBezTo>
                    <a:cubicBezTo>
                      <a:pt x="1933" y="2791"/>
                      <a:pt x="1942" y="2797"/>
                      <a:pt x="1945" y="2801"/>
                    </a:cubicBezTo>
                    <a:cubicBezTo>
                      <a:pt x="1948" y="2806"/>
                      <a:pt x="1949" y="2806"/>
                      <a:pt x="1949" y="2806"/>
                    </a:cubicBezTo>
                    <a:cubicBezTo>
                      <a:pt x="1949" y="2806"/>
                      <a:pt x="1955" y="2785"/>
                      <a:pt x="1960" y="2781"/>
                    </a:cubicBezTo>
                    <a:cubicBezTo>
                      <a:pt x="1964" y="2777"/>
                      <a:pt x="1966" y="2779"/>
                      <a:pt x="1970" y="2779"/>
                    </a:cubicBezTo>
                    <a:cubicBezTo>
                      <a:pt x="1972" y="2779"/>
                      <a:pt x="1974" y="2779"/>
                      <a:pt x="1975" y="2779"/>
                    </a:cubicBezTo>
                    <a:cubicBezTo>
                      <a:pt x="1975" y="2780"/>
                      <a:pt x="1975" y="2781"/>
                      <a:pt x="1975" y="2781"/>
                    </a:cubicBezTo>
                    <a:cubicBezTo>
                      <a:pt x="1975" y="2784"/>
                      <a:pt x="1973" y="2791"/>
                      <a:pt x="1976" y="2792"/>
                    </a:cubicBezTo>
                    <a:cubicBezTo>
                      <a:pt x="1980" y="2792"/>
                      <a:pt x="1988" y="2790"/>
                      <a:pt x="1993" y="2786"/>
                    </a:cubicBezTo>
                    <a:cubicBezTo>
                      <a:pt x="1997" y="2782"/>
                      <a:pt x="1996" y="2778"/>
                      <a:pt x="2002" y="2780"/>
                    </a:cubicBezTo>
                    <a:cubicBezTo>
                      <a:pt x="2008" y="2781"/>
                      <a:pt x="2010" y="2782"/>
                      <a:pt x="2013" y="2779"/>
                    </a:cubicBezTo>
                    <a:cubicBezTo>
                      <a:pt x="2016" y="2775"/>
                      <a:pt x="2016" y="2774"/>
                      <a:pt x="2020" y="2773"/>
                    </a:cubicBezTo>
                    <a:cubicBezTo>
                      <a:pt x="2024" y="2773"/>
                      <a:pt x="2025" y="2770"/>
                      <a:pt x="2023" y="2767"/>
                    </a:cubicBezTo>
                    <a:cubicBezTo>
                      <a:pt x="2020" y="2764"/>
                      <a:pt x="2019" y="2759"/>
                      <a:pt x="2025" y="2756"/>
                    </a:cubicBezTo>
                    <a:cubicBezTo>
                      <a:pt x="2031" y="2753"/>
                      <a:pt x="2031" y="2754"/>
                      <a:pt x="2036" y="2752"/>
                    </a:cubicBezTo>
                    <a:cubicBezTo>
                      <a:pt x="2041" y="2750"/>
                      <a:pt x="2042" y="2747"/>
                      <a:pt x="2045" y="2746"/>
                    </a:cubicBezTo>
                    <a:cubicBezTo>
                      <a:pt x="2049" y="2744"/>
                      <a:pt x="2054" y="2746"/>
                      <a:pt x="2058" y="2743"/>
                    </a:cubicBezTo>
                    <a:cubicBezTo>
                      <a:pt x="2061" y="2739"/>
                      <a:pt x="2066" y="2736"/>
                      <a:pt x="2070" y="2738"/>
                    </a:cubicBezTo>
                    <a:cubicBezTo>
                      <a:pt x="2074" y="2741"/>
                      <a:pt x="2076" y="2744"/>
                      <a:pt x="2077" y="2747"/>
                    </a:cubicBezTo>
                    <a:cubicBezTo>
                      <a:pt x="2078" y="2750"/>
                      <a:pt x="2078" y="2751"/>
                      <a:pt x="2080" y="2753"/>
                    </a:cubicBezTo>
                    <a:cubicBezTo>
                      <a:pt x="2082" y="2755"/>
                      <a:pt x="2084" y="2755"/>
                      <a:pt x="2083" y="2760"/>
                    </a:cubicBezTo>
                    <a:cubicBezTo>
                      <a:pt x="2083" y="2765"/>
                      <a:pt x="2081" y="2765"/>
                      <a:pt x="2088" y="2765"/>
                    </a:cubicBezTo>
                    <a:cubicBezTo>
                      <a:pt x="2094" y="2766"/>
                      <a:pt x="2102" y="2770"/>
                      <a:pt x="2106" y="2773"/>
                    </a:cubicBezTo>
                    <a:cubicBezTo>
                      <a:pt x="2109" y="2777"/>
                      <a:pt x="2111" y="2779"/>
                      <a:pt x="2115" y="2776"/>
                    </a:cubicBezTo>
                    <a:cubicBezTo>
                      <a:pt x="2119" y="2774"/>
                      <a:pt x="2121" y="2772"/>
                      <a:pt x="2127" y="2773"/>
                    </a:cubicBezTo>
                    <a:cubicBezTo>
                      <a:pt x="2133" y="2774"/>
                      <a:pt x="2135" y="2777"/>
                      <a:pt x="2136" y="2780"/>
                    </a:cubicBezTo>
                    <a:cubicBezTo>
                      <a:pt x="2137" y="2783"/>
                      <a:pt x="2139" y="2785"/>
                      <a:pt x="2144" y="2785"/>
                    </a:cubicBezTo>
                    <a:cubicBezTo>
                      <a:pt x="2149" y="2785"/>
                      <a:pt x="2149" y="2784"/>
                      <a:pt x="2153" y="2781"/>
                    </a:cubicBezTo>
                    <a:cubicBezTo>
                      <a:pt x="2156" y="2779"/>
                      <a:pt x="2156" y="2777"/>
                      <a:pt x="2161" y="2779"/>
                    </a:cubicBezTo>
                    <a:cubicBezTo>
                      <a:pt x="2166" y="2781"/>
                      <a:pt x="2183" y="2789"/>
                      <a:pt x="2183" y="2790"/>
                    </a:cubicBezTo>
                    <a:cubicBezTo>
                      <a:pt x="2183" y="2791"/>
                      <a:pt x="2180" y="2798"/>
                      <a:pt x="2177" y="2802"/>
                    </a:cubicBezTo>
                    <a:cubicBezTo>
                      <a:pt x="2174" y="2807"/>
                      <a:pt x="2172" y="2810"/>
                      <a:pt x="2169" y="2811"/>
                    </a:cubicBezTo>
                    <a:cubicBezTo>
                      <a:pt x="2166" y="2811"/>
                      <a:pt x="2166" y="2811"/>
                      <a:pt x="2163" y="2815"/>
                    </a:cubicBezTo>
                    <a:cubicBezTo>
                      <a:pt x="2160" y="2819"/>
                      <a:pt x="2158" y="2826"/>
                      <a:pt x="2161" y="2829"/>
                    </a:cubicBezTo>
                    <a:cubicBezTo>
                      <a:pt x="2165" y="2832"/>
                      <a:pt x="2168" y="2836"/>
                      <a:pt x="2168" y="2842"/>
                    </a:cubicBezTo>
                    <a:cubicBezTo>
                      <a:pt x="2169" y="2848"/>
                      <a:pt x="2168" y="2853"/>
                      <a:pt x="2168" y="2858"/>
                    </a:cubicBezTo>
                    <a:cubicBezTo>
                      <a:pt x="2167" y="2863"/>
                      <a:pt x="2168" y="2865"/>
                      <a:pt x="2169" y="2866"/>
                    </a:cubicBezTo>
                    <a:cubicBezTo>
                      <a:pt x="2171" y="2868"/>
                      <a:pt x="2173" y="2866"/>
                      <a:pt x="2174" y="2864"/>
                    </a:cubicBezTo>
                    <a:cubicBezTo>
                      <a:pt x="2176" y="2862"/>
                      <a:pt x="2179" y="2862"/>
                      <a:pt x="2182" y="2864"/>
                    </a:cubicBezTo>
                    <a:cubicBezTo>
                      <a:pt x="2184" y="2866"/>
                      <a:pt x="2186" y="2866"/>
                      <a:pt x="2189" y="2866"/>
                    </a:cubicBezTo>
                    <a:cubicBezTo>
                      <a:pt x="2191" y="2867"/>
                      <a:pt x="2193" y="2867"/>
                      <a:pt x="2194" y="2867"/>
                    </a:cubicBezTo>
                    <a:cubicBezTo>
                      <a:pt x="2196" y="2867"/>
                      <a:pt x="2198" y="2865"/>
                      <a:pt x="2198" y="2869"/>
                    </a:cubicBezTo>
                    <a:cubicBezTo>
                      <a:pt x="2198" y="2872"/>
                      <a:pt x="2197" y="2876"/>
                      <a:pt x="2199" y="2877"/>
                    </a:cubicBezTo>
                    <a:cubicBezTo>
                      <a:pt x="2201" y="2878"/>
                      <a:pt x="2207" y="2881"/>
                      <a:pt x="2209" y="2884"/>
                    </a:cubicBezTo>
                    <a:cubicBezTo>
                      <a:pt x="2211" y="2886"/>
                      <a:pt x="2214" y="2890"/>
                      <a:pt x="2217" y="2888"/>
                    </a:cubicBezTo>
                    <a:cubicBezTo>
                      <a:pt x="2220" y="2887"/>
                      <a:pt x="2222" y="2887"/>
                      <a:pt x="2223" y="2889"/>
                    </a:cubicBezTo>
                    <a:cubicBezTo>
                      <a:pt x="2225" y="2891"/>
                      <a:pt x="2225" y="2891"/>
                      <a:pt x="2225" y="2894"/>
                    </a:cubicBezTo>
                    <a:cubicBezTo>
                      <a:pt x="2224" y="2898"/>
                      <a:pt x="2226" y="2898"/>
                      <a:pt x="2228" y="2896"/>
                    </a:cubicBezTo>
                    <a:cubicBezTo>
                      <a:pt x="2231" y="2894"/>
                      <a:pt x="2234" y="2895"/>
                      <a:pt x="2236" y="2896"/>
                    </a:cubicBezTo>
                    <a:cubicBezTo>
                      <a:pt x="2237" y="2897"/>
                      <a:pt x="2238" y="2899"/>
                      <a:pt x="2238" y="2900"/>
                    </a:cubicBezTo>
                    <a:cubicBezTo>
                      <a:pt x="2238" y="2901"/>
                      <a:pt x="2241" y="2901"/>
                      <a:pt x="2244" y="2901"/>
                    </a:cubicBezTo>
                    <a:cubicBezTo>
                      <a:pt x="2247" y="2900"/>
                      <a:pt x="2257" y="2898"/>
                      <a:pt x="2262" y="2897"/>
                    </a:cubicBezTo>
                    <a:cubicBezTo>
                      <a:pt x="2263" y="2897"/>
                      <a:pt x="2264" y="2897"/>
                      <a:pt x="2263" y="2898"/>
                    </a:cubicBezTo>
                    <a:cubicBezTo>
                      <a:pt x="2262" y="2899"/>
                      <a:pt x="2272" y="2907"/>
                      <a:pt x="2282" y="2907"/>
                    </a:cubicBezTo>
                    <a:cubicBezTo>
                      <a:pt x="2292" y="2908"/>
                      <a:pt x="2296" y="2907"/>
                      <a:pt x="2302" y="2907"/>
                    </a:cubicBezTo>
                    <a:cubicBezTo>
                      <a:pt x="2309" y="2907"/>
                      <a:pt x="2321" y="2911"/>
                      <a:pt x="2324" y="2904"/>
                    </a:cubicBezTo>
                    <a:cubicBezTo>
                      <a:pt x="2328" y="2898"/>
                      <a:pt x="2325" y="2895"/>
                      <a:pt x="2323" y="2887"/>
                    </a:cubicBezTo>
                    <a:cubicBezTo>
                      <a:pt x="2322" y="2879"/>
                      <a:pt x="2332" y="2874"/>
                      <a:pt x="2334" y="2883"/>
                    </a:cubicBezTo>
                    <a:cubicBezTo>
                      <a:pt x="2336" y="2892"/>
                      <a:pt x="2339" y="2898"/>
                      <a:pt x="2342" y="2901"/>
                    </a:cubicBezTo>
                    <a:cubicBezTo>
                      <a:pt x="2346" y="2904"/>
                      <a:pt x="2350" y="2901"/>
                      <a:pt x="2350" y="2894"/>
                    </a:cubicBezTo>
                    <a:cubicBezTo>
                      <a:pt x="2350" y="2887"/>
                      <a:pt x="2356" y="2887"/>
                      <a:pt x="2356" y="2895"/>
                    </a:cubicBezTo>
                    <a:cubicBezTo>
                      <a:pt x="2356" y="2903"/>
                      <a:pt x="2358" y="2904"/>
                      <a:pt x="2365" y="2905"/>
                    </a:cubicBezTo>
                    <a:cubicBezTo>
                      <a:pt x="2372" y="2906"/>
                      <a:pt x="2375" y="2905"/>
                      <a:pt x="2375" y="2908"/>
                    </a:cubicBezTo>
                    <a:cubicBezTo>
                      <a:pt x="2375" y="2910"/>
                      <a:pt x="2367" y="2914"/>
                      <a:pt x="2369" y="2917"/>
                    </a:cubicBezTo>
                    <a:cubicBezTo>
                      <a:pt x="2371" y="2920"/>
                      <a:pt x="2385" y="2919"/>
                      <a:pt x="2393" y="2919"/>
                    </a:cubicBezTo>
                    <a:cubicBezTo>
                      <a:pt x="2400" y="2919"/>
                      <a:pt x="2411" y="2918"/>
                      <a:pt x="2410" y="2908"/>
                    </a:cubicBezTo>
                    <a:cubicBezTo>
                      <a:pt x="2410" y="2897"/>
                      <a:pt x="2416" y="2903"/>
                      <a:pt x="2419" y="2908"/>
                    </a:cubicBezTo>
                    <a:cubicBezTo>
                      <a:pt x="2423" y="2913"/>
                      <a:pt x="2425" y="2917"/>
                      <a:pt x="2429" y="2915"/>
                    </a:cubicBezTo>
                    <a:cubicBezTo>
                      <a:pt x="2432" y="2913"/>
                      <a:pt x="2436" y="2913"/>
                      <a:pt x="2440" y="2914"/>
                    </a:cubicBezTo>
                    <a:cubicBezTo>
                      <a:pt x="2441" y="2915"/>
                      <a:pt x="2442" y="2916"/>
                      <a:pt x="2443" y="2917"/>
                    </a:cubicBezTo>
                    <a:cubicBezTo>
                      <a:pt x="2445" y="2922"/>
                      <a:pt x="2431" y="2924"/>
                      <a:pt x="2429" y="2929"/>
                    </a:cubicBezTo>
                    <a:cubicBezTo>
                      <a:pt x="2427" y="2935"/>
                      <a:pt x="2429" y="2941"/>
                      <a:pt x="2425" y="2943"/>
                    </a:cubicBezTo>
                    <a:cubicBezTo>
                      <a:pt x="2420" y="2945"/>
                      <a:pt x="2422" y="2950"/>
                      <a:pt x="2423" y="2954"/>
                    </a:cubicBezTo>
                    <a:cubicBezTo>
                      <a:pt x="2424" y="2958"/>
                      <a:pt x="2419" y="2961"/>
                      <a:pt x="2420" y="2966"/>
                    </a:cubicBezTo>
                    <a:cubicBezTo>
                      <a:pt x="2422" y="2971"/>
                      <a:pt x="2426" y="2970"/>
                      <a:pt x="2427" y="2975"/>
                    </a:cubicBezTo>
                    <a:cubicBezTo>
                      <a:pt x="2428" y="2981"/>
                      <a:pt x="2426" y="2988"/>
                      <a:pt x="2429" y="2990"/>
                    </a:cubicBezTo>
                    <a:cubicBezTo>
                      <a:pt x="2433" y="2993"/>
                      <a:pt x="2434" y="2997"/>
                      <a:pt x="2433" y="2999"/>
                    </a:cubicBezTo>
                    <a:cubicBezTo>
                      <a:pt x="2432" y="3001"/>
                      <a:pt x="2434" y="3003"/>
                      <a:pt x="2440" y="3003"/>
                    </a:cubicBezTo>
                    <a:cubicBezTo>
                      <a:pt x="2445" y="3004"/>
                      <a:pt x="2451" y="3010"/>
                      <a:pt x="2449" y="3014"/>
                    </a:cubicBezTo>
                    <a:cubicBezTo>
                      <a:pt x="2447" y="3018"/>
                      <a:pt x="2440" y="3005"/>
                      <a:pt x="2436" y="3010"/>
                    </a:cubicBezTo>
                    <a:cubicBezTo>
                      <a:pt x="2434" y="3012"/>
                      <a:pt x="2438" y="3014"/>
                      <a:pt x="2439" y="3016"/>
                    </a:cubicBezTo>
                    <a:cubicBezTo>
                      <a:pt x="2441" y="3019"/>
                      <a:pt x="2440" y="3024"/>
                      <a:pt x="2444" y="3023"/>
                    </a:cubicBezTo>
                    <a:cubicBezTo>
                      <a:pt x="2448" y="3022"/>
                      <a:pt x="2459" y="3019"/>
                      <a:pt x="2466" y="3022"/>
                    </a:cubicBezTo>
                    <a:cubicBezTo>
                      <a:pt x="2473" y="3024"/>
                      <a:pt x="2477" y="3020"/>
                      <a:pt x="2483" y="3018"/>
                    </a:cubicBezTo>
                    <a:cubicBezTo>
                      <a:pt x="2489" y="3016"/>
                      <a:pt x="2491" y="3010"/>
                      <a:pt x="2491" y="3002"/>
                    </a:cubicBezTo>
                    <a:cubicBezTo>
                      <a:pt x="2491" y="2994"/>
                      <a:pt x="2489" y="2994"/>
                      <a:pt x="2480" y="2990"/>
                    </a:cubicBezTo>
                    <a:cubicBezTo>
                      <a:pt x="2471" y="2986"/>
                      <a:pt x="2477" y="2984"/>
                      <a:pt x="2480" y="2981"/>
                    </a:cubicBezTo>
                    <a:cubicBezTo>
                      <a:pt x="2482" y="2979"/>
                      <a:pt x="2482" y="2977"/>
                      <a:pt x="2478" y="2973"/>
                    </a:cubicBezTo>
                    <a:cubicBezTo>
                      <a:pt x="2474" y="2970"/>
                      <a:pt x="2465" y="2974"/>
                      <a:pt x="2461" y="2971"/>
                    </a:cubicBezTo>
                    <a:cubicBezTo>
                      <a:pt x="2457" y="2969"/>
                      <a:pt x="2460" y="2962"/>
                      <a:pt x="2463" y="2956"/>
                    </a:cubicBezTo>
                    <a:cubicBezTo>
                      <a:pt x="2466" y="2950"/>
                      <a:pt x="2469" y="2950"/>
                      <a:pt x="2471" y="2950"/>
                    </a:cubicBezTo>
                    <a:cubicBezTo>
                      <a:pt x="2473" y="2950"/>
                      <a:pt x="2478" y="2951"/>
                      <a:pt x="2475" y="2955"/>
                    </a:cubicBezTo>
                    <a:cubicBezTo>
                      <a:pt x="2472" y="2958"/>
                      <a:pt x="2469" y="2961"/>
                      <a:pt x="2477" y="2959"/>
                    </a:cubicBezTo>
                    <a:cubicBezTo>
                      <a:pt x="2485" y="2958"/>
                      <a:pt x="2487" y="2959"/>
                      <a:pt x="2490" y="2961"/>
                    </a:cubicBezTo>
                    <a:cubicBezTo>
                      <a:pt x="2493" y="2962"/>
                      <a:pt x="2493" y="2960"/>
                      <a:pt x="2492" y="2954"/>
                    </a:cubicBezTo>
                    <a:cubicBezTo>
                      <a:pt x="2491" y="2948"/>
                      <a:pt x="2483" y="2953"/>
                      <a:pt x="2480" y="2949"/>
                    </a:cubicBezTo>
                    <a:cubicBezTo>
                      <a:pt x="2476" y="2946"/>
                      <a:pt x="2478" y="2945"/>
                      <a:pt x="2479" y="2938"/>
                    </a:cubicBezTo>
                    <a:cubicBezTo>
                      <a:pt x="2479" y="2931"/>
                      <a:pt x="2477" y="2924"/>
                      <a:pt x="2480" y="2923"/>
                    </a:cubicBezTo>
                    <a:cubicBezTo>
                      <a:pt x="2484" y="2922"/>
                      <a:pt x="2487" y="2926"/>
                      <a:pt x="2487" y="2931"/>
                    </a:cubicBezTo>
                    <a:cubicBezTo>
                      <a:pt x="2488" y="2937"/>
                      <a:pt x="2491" y="2936"/>
                      <a:pt x="2497" y="2937"/>
                    </a:cubicBezTo>
                    <a:cubicBezTo>
                      <a:pt x="2503" y="2937"/>
                      <a:pt x="2505" y="2929"/>
                      <a:pt x="2509" y="2925"/>
                    </a:cubicBezTo>
                    <a:cubicBezTo>
                      <a:pt x="2512" y="2921"/>
                      <a:pt x="2518" y="2921"/>
                      <a:pt x="2524" y="2920"/>
                    </a:cubicBezTo>
                    <a:cubicBezTo>
                      <a:pt x="2524" y="2920"/>
                      <a:pt x="2525" y="2920"/>
                      <a:pt x="2526" y="2919"/>
                    </a:cubicBezTo>
                    <a:cubicBezTo>
                      <a:pt x="2527" y="2919"/>
                      <a:pt x="2527" y="2919"/>
                      <a:pt x="2527" y="2919"/>
                    </a:cubicBezTo>
                    <a:cubicBezTo>
                      <a:pt x="2528" y="2919"/>
                      <a:pt x="2529" y="2919"/>
                      <a:pt x="2530" y="2919"/>
                    </a:cubicBezTo>
                    <a:cubicBezTo>
                      <a:pt x="2539" y="2916"/>
                      <a:pt x="2555" y="2912"/>
                      <a:pt x="2555" y="2915"/>
                    </a:cubicBezTo>
                    <a:cubicBezTo>
                      <a:pt x="2554" y="2920"/>
                      <a:pt x="2559" y="2919"/>
                      <a:pt x="2566" y="2915"/>
                    </a:cubicBezTo>
                    <a:cubicBezTo>
                      <a:pt x="2573" y="2910"/>
                      <a:pt x="2578" y="2904"/>
                      <a:pt x="2588" y="2904"/>
                    </a:cubicBezTo>
                    <a:cubicBezTo>
                      <a:pt x="2597" y="2904"/>
                      <a:pt x="2598" y="2903"/>
                      <a:pt x="2599" y="2898"/>
                    </a:cubicBezTo>
                    <a:cubicBezTo>
                      <a:pt x="2600" y="2893"/>
                      <a:pt x="2608" y="2895"/>
                      <a:pt x="2606" y="2901"/>
                    </a:cubicBezTo>
                    <a:cubicBezTo>
                      <a:pt x="2603" y="2906"/>
                      <a:pt x="2601" y="2909"/>
                      <a:pt x="2604" y="2910"/>
                    </a:cubicBezTo>
                    <a:cubicBezTo>
                      <a:pt x="2605" y="2910"/>
                      <a:pt x="2607" y="2907"/>
                      <a:pt x="2610" y="2906"/>
                    </a:cubicBezTo>
                    <a:cubicBezTo>
                      <a:pt x="2626" y="2897"/>
                      <a:pt x="2608" y="2897"/>
                      <a:pt x="2614" y="2892"/>
                    </a:cubicBezTo>
                    <a:cubicBezTo>
                      <a:pt x="2620" y="2887"/>
                      <a:pt x="2624" y="2879"/>
                      <a:pt x="2630" y="2882"/>
                    </a:cubicBezTo>
                    <a:cubicBezTo>
                      <a:pt x="2637" y="2884"/>
                      <a:pt x="2632" y="2889"/>
                      <a:pt x="2637" y="2893"/>
                    </a:cubicBezTo>
                    <a:cubicBezTo>
                      <a:pt x="2643" y="2897"/>
                      <a:pt x="2649" y="2895"/>
                      <a:pt x="2651" y="2891"/>
                    </a:cubicBezTo>
                    <a:cubicBezTo>
                      <a:pt x="2653" y="2887"/>
                      <a:pt x="2657" y="2887"/>
                      <a:pt x="2663" y="2889"/>
                    </a:cubicBezTo>
                    <a:cubicBezTo>
                      <a:pt x="2669" y="2891"/>
                      <a:pt x="2671" y="2886"/>
                      <a:pt x="2673" y="2882"/>
                    </a:cubicBezTo>
                    <a:cubicBezTo>
                      <a:pt x="2675" y="2878"/>
                      <a:pt x="2681" y="2871"/>
                      <a:pt x="2686" y="2871"/>
                    </a:cubicBezTo>
                    <a:cubicBezTo>
                      <a:pt x="2691" y="2871"/>
                      <a:pt x="2691" y="2874"/>
                      <a:pt x="2691" y="2878"/>
                    </a:cubicBezTo>
                    <a:cubicBezTo>
                      <a:pt x="2692" y="2882"/>
                      <a:pt x="2699" y="2879"/>
                      <a:pt x="2701" y="2872"/>
                    </a:cubicBezTo>
                    <a:cubicBezTo>
                      <a:pt x="2703" y="2865"/>
                      <a:pt x="2705" y="2856"/>
                      <a:pt x="2703" y="2848"/>
                    </a:cubicBezTo>
                    <a:cubicBezTo>
                      <a:pt x="2702" y="2840"/>
                      <a:pt x="2701" y="2837"/>
                      <a:pt x="2707" y="2837"/>
                    </a:cubicBezTo>
                    <a:cubicBezTo>
                      <a:pt x="2712" y="2837"/>
                      <a:pt x="2716" y="2839"/>
                      <a:pt x="2715" y="2843"/>
                    </a:cubicBezTo>
                    <a:cubicBezTo>
                      <a:pt x="2713" y="2847"/>
                      <a:pt x="2709" y="2854"/>
                      <a:pt x="2711" y="2861"/>
                    </a:cubicBezTo>
                    <a:cubicBezTo>
                      <a:pt x="2713" y="2867"/>
                      <a:pt x="2722" y="2864"/>
                      <a:pt x="2722" y="2858"/>
                    </a:cubicBezTo>
                    <a:cubicBezTo>
                      <a:pt x="2722" y="2852"/>
                      <a:pt x="2725" y="2850"/>
                      <a:pt x="2723" y="2844"/>
                    </a:cubicBezTo>
                    <a:cubicBezTo>
                      <a:pt x="2721" y="2839"/>
                      <a:pt x="2725" y="2831"/>
                      <a:pt x="2728" y="2838"/>
                    </a:cubicBezTo>
                    <a:cubicBezTo>
                      <a:pt x="2731" y="2846"/>
                      <a:pt x="2737" y="2848"/>
                      <a:pt x="2737" y="2852"/>
                    </a:cubicBezTo>
                    <a:cubicBezTo>
                      <a:pt x="2738" y="2857"/>
                      <a:pt x="2746" y="2863"/>
                      <a:pt x="2751" y="2853"/>
                    </a:cubicBezTo>
                    <a:cubicBezTo>
                      <a:pt x="2755" y="2842"/>
                      <a:pt x="2753" y="2836"/>
                      <a:pt x="2750" y="2832"/>
                    </a:cubicBezTo>
                    <a:cubicBezTo>
                      <a:pt x="2748" y="2829"/>
                      <a:pt x="2748" y="2820"/>
                      <a:pt x="2744" y="2815"/>
                    </a:cubicBezTo>
                    <a:cubicBezTo>
                      <a:pt x="2741" y="2810"/>
                      <a:pt x="2753" y="2812"/>
                      <a:pt x="2748" y="2804"/>
                    </a:cubicBezTo>
                    <a:cubicBezTo>
                      <a:pt x="2743" y="2795"/>
                      <a:pt x="2741" y="2793"/>
                      <a:pt x="2739" y="2790"/>
                    </a:cubicBezTo>
                    <a:cubicBezTo>
                      <a:pt x="2738" y="2786"/>
                      <a:pt x="2737" y="2769"/>
                      <a:pt x="2742" y="2778"/>
                    </a:cubicBezTo>
                    <a:cubicBezTo>
                      <a:pt x="2746" y="2788"/>
                      <a:pt x="2746" y="2797"/>
                      <a:pt x="2755" y="2796"/>
                    </a:cubicBezTo>
                    <a:cubicBezTo>
                      <a:pt x="2763" y="2796"/>
                      <a:pt x="2765" y="2798"/>
                      <a:pt x="2767" y="2807"/>
                    </a:cubicBezTo>
                    <a:cubicBezTo>
                      <a:pt x="2770" y="2815"/>
                      <a:pt x="2771" y="2817"/>
                      <a:pt x="2778" y="2820"/>
                    </a:cubicBezTo>
                    <a:cubicBezTo>
                      <a:pt x="2786" y="2823"/>
                      <a:pt x="2783" y="2824"/>
                      <a:pt x="2780" y="2826"/>
                    </a:cubicBezTo>
                    <a:cubicBezTo>
                      <a:pt x="2776" y="2828"/>
                      <a:pt x="2774" y="2834"/>
                      <a:pt x="2780" y="2834"/>
                    </a:cubicBezTo>
                    <a:cubicBezTo>
                      <a:pt x="2786" y="2834"/>
                      <a:pt x="2786" y="2832"/>
                      <a:pt x="2791" y="2836"/>
                    </a:cubicBezTo>
                    <a:cubicBezTo>
                      <a:pt x="2795" y="2839"/>
                      <a:pt x="2800" y="2835"/>
                      <a:pt x="2804" y="2837"/>
                    </a:cubicBezTo>
                    <a:cubicBezTo>
                      <a:pt x="2808" y="2839"/>
                      <a:pt x="2808" y="2839"/>
                      <a:pt x="2807" y="2833"/>
                    </a:cubicBezTo>
                    <a:cubicBezTo>
                      <a:pt x="2807" y="2828"/>
                      <a:pt x="2815" y="2834"/>
                      <a:pt x="2816" y="2830"/>
                    </a:cubicBezTo>
                    <a:cubicBezTo>
                      <a:pt x="2816" y="2826"/>
                      <a:pt x="2813" y="2823"/>
                      <a:pt x="2809" y="2824"/>
                    </a:cubicBezTo>
                    <a:cubicBezTo>
                      <a:pt x="2806" y="2825"/>
                      <a:pt x="2804" y="2825"/>
                      <a:pt x="2803" y="2822"/>
                    </a:cubicBezTo>
                    <a:cubicBezTo>
                      <a:pt x="2801" y="2818"/>
                      <a:pt x="2810" y="2822"/>
                      <a:pt x="2809" y="2816"/>
                    </a:cubicBezTo>
                    <a:cubicBezTo>
                      <a:pt x="2808" y="2810"/>
                      <a:pt x="2820" y="2810"/>
                      <a:pt x="2823" y="2817"/>
                    </a:cubicBezTo>
                    <a:cubicBezTo>
                      <a:pt x="2826" y="2823"/>
                      <a:pt x="2828" y="2823"/>
                      <a:pt x="2831" y="2820"/>
                    </a:cubicBezTo>
                    <a:cubicBezTo>
                      <a:pt x="2835" y="2817"/>
                      <a:pt x="2824" y="2814"/>
                      <a:pt x="2827" y="2811"/>
                    </a:cubicBezTo>
                    <a:cubicBezTo>
                      <a:pt x="2829" y="2809"/>
                      <a:pt x="2824" y="2807"/>
                      <a:pt x="2826" y="2803"/>
                    </a:cubicBezTo>
                    <a:cubicBezTo>
                      <a:pt x="2828" y="2800"/>
                      <a:pt x="2829" y="2800"/>
                      <a:pt x="2833" y="2798"/>
                    </a:cubicBezTo>
                    <a:cubicBezTo>
                      <a:pt x="2837" y="2796"/>
                      <a:pt x="2842" y="2794"/>
                      <a:pt x="2844" y="2792"/>
                    </a:cubicBezTo>
                    <a:cubicBezTo>
                      <a:pt x="2845" y="2791"/>
                      <a:pt x="2849" y="2789"/>
                      <a:pt x="2848" y="2793"/>
                    </a:cubicBezTo>
                    <a:cubicBezTo>
                      <a:pt x="2847" y="2797"/>
                      <a:pt x="2843" y="2798"/>
                      <a:pt x="2843" y="2805"/>
                    </a:cubicBezTo>
                    <a:cubicBezTo>
                      <a:pt x="2843" y="2812"/>
                      <a:pt x="2845" y="2812"/>
                      <a:pt x="2849" y="2811"/>
                    </a:cubicBezTo>
                    <a:cubicBezTo>
                      <a:pt x="2852" y="2809"/>
                      <a:pt x="2856" y="2813"/>
                      <a:pt x="2858" y="2809"/>
                    </a:cubicBezTo>
                    <a:cubicBezTo>
                      <a:pt x="2860" y="2805"/>
                      <a:pt x="2863" y="2802"/>
                      <a:pt x="2865" y="2799"/>
                    </a:cubicBezTo>
                    <a:cubicBezTo>
                      <a:pt x="2867" y="2795"/>
                      <a:pt x="2866" y="2792"/>
                      <a:pt x="2873" y="2792"/>
                    </a:cubicBezTo>
                    <a:cubicBezTo>
                      <a:pt x="2879" y="2792"/>
                      <a:pt x="2885" y="2792"/>
                      <a:pt x="2889" y="2790"/>
                    </a:cubicBezTo>
                    <a:cubicBezTo>
                      <a:pt x="2893" y="2788"/>
                      <a:pt x="2897" y="2790"/>
                      <a:pt x="2893" y="2794"/>
                    </a:cubicBezTo>
                    <a:cubicBezTo>
                      <a:pt x="2890" y="2798"/>
                      <a:pt x="2894" y="2800"/>
                      <a:pt x="2901" y="2798"/>
                    </a:cubicBezTo>
                    <a:cubicBezTo>
                      <a:pt x="2908" y="2797"/>
                      <a:pt x="2914" y="2802"/>
                      <a:pt x="2914" y="2798"/>
                    </a:cubicBezTo>
                    <a:cubicBezTo>
                      <a:pt x="2914" y="2793"/>
                      <a:pt x="2914" y="2793"/>
                      <a:pt x="2911" y="2793"/>
                    </a:cubicBezTo>
                    <a:cubicBezTo>
                      <a:pt x="2909" y="2793"/>
                      <a:pt x="2909" y="2787"/>
                      <a:pt x="2913" y="2784"/>
                    </a:cubicBezTo>
                    <a:cubicBezTo>
                      <a:pt x="2917" y="2781"/>
                      <a:pt x="2919" y="2780"/>
                      <a:pt x="2923" y="2782"/>
                    </a:cubicBezTo>
                    <a:cubicBezTo>
                      <a:pt x="2932" y="2789"/>
                      <a:pt x="2930" y="2792"/>
                      <a:pt x="2939" y="2786"/>
                    </a:cubicBezTo>
                    <a:cubicBezTo>
                      <a:pt x="2946" y="2782"/>
                      <a:pt x="2948" y="2781"/>
                      <a:pt x="2953" y="2782"/>
                    </a:cubicBezTo>
                    <a:cubicBezTo>
                      <a:pt x="2959" y="2782"/>
                      <a:pt x="2961" y="2780"/>
                      <a:pt x="2964" y="2776"/>
                    </a:cubicBezTo>
                    <a:cubicBezTo>
                      <a:pt x="2967" y="2772"/>
                      <a:pt x="2969" y="2768"/>
                      <a:pt x="2975" y="2770"/>
                    </a:cubicBezTo>
                    <a:cubicBezTo>
                      <a:pt x="2980" y="2772"/>
                      <a:pt x="2992" y="2771"/>
                      <a:pt x="2992" y="2756"/>
                    </a:cubicBezTo>
                    <a:cubicBezTo>
                      <a:pt x="2992" y="2742"/>
                      <a:pt x="3004" y="2747"/>
                      <a:pt x="3007" y="2739"/>
                    </a:cubicBezTo>
                    <a:cubicBezTo>
                      <a:pt x="3010" y="2731"/>
                      <a:pt x="3014" y="2726"/>
                      <a:pt x="3017" y="2717"/>
                    </a:cubicBezTo>
                    <a:cubicBezTo>
                      <a:pt x="3020" y="2709"/>
                      <a:pt x="3021" y="2703"/>
                      <a:pt x="3029" y="2705"/>
                    </a:cubicBezTo>
                    <a:cubicBezTo>
                      <a:pt x="3037" y="2706"/>
                      <a:pt x="3038" y="2708"/>
                      <a:pt x="3043" y="2701"/>
                    </a:cubicBezTo>
                    <a:cubicBezTo>
                      <a:pt x="3049" y="2694"/>
                      <a:pt x="3048" y="2691"/>
                      <a:pt x="3054" y="2690"/>
                    </a:cubicBezTo>
                    <a:cubicBezTo>
                      <a:pt x="3059" y="2688"/>
                      <a:pt x="3060" y="2680"/>
                      <a:pt x="3066" y="2677"/>
                    </a:cubicBezTo>
                    <a:cubicBezTo>
                      <a:pt x="3071" y="2674"/>
                      <a:pt x="3079" y="2674"/>
                      <a:pt x="3079" y="2671"/>
                    </a:cubicBezTo>
                    <a:cubicBezTo>
                      <a:pt x="3080" y="2668"/>
                      <a:pt x="3082" y="2665"/>
                      <a:pt x="3085" y="2666"/>
                    </a:cubicBezTo>
                    <a:cubicBezTo>
                      <a:pt x="3089" y="2667"/>
                      <a:pt x="3083" y="2675"/>
                      <a:pt x="3084" y="2676"/>
                    </a:cubicBezTo>
                    <a:cubicBezTo>
                      <a:pt x="3085" y="2678"/>
                      <a:pt x="3089" y="2674"/>
                      <a:pt x="3092" y="2669"/>
                    </a:cubicBezTo>
                    <a:cubicBezTo>
                      <a:pt x="3096" y="2664"/>
                      <a:pt x="3099" y="2661"/>
                      <a:pt x="3099" y="2657"/>
                    </a:cubicBezTo>
                    <a:cubicBezTo>
                      <a:pt x="3099" y="2652"/>
                      <a:pt x="3100" y="2652"/>
                      <a:pt x="3105" y="2649"/>
                    </a:cubicBezTo>
                    <a:cubicBezTo>
                      <a:pt x="3110" y="2647"/>
                      <a:pt x="3117" y="2639"/>
                      <a:pt x="3113" y="2637"/>
                    </a:cubicBezTo>
                    <a:cubicBezTo>
                      <a:pt x="3110" y="2635"/>
                      <a:pt x="3108" y="2632"/>
                      <a:pt x="3101" y="2633"/>
                    </a:cubicBezTo>
                    <a:cubicBezTo>
                      <a:pt x="3094" y="2635"/>
                      <a:pt x="3091" y="2633"/>
                      <a:pt x="3091" y="2630"/>
                    </a:cubicBezTo>
                    <a:cubicBezTo>
                      <a:pt x="3091" y="2627"/>
                      <a:pt x="3104" y="2626"/>
                      <a:pt x="3109" y="2625"/>
                    </a:cubicBezTo>
                    <a:cubicBezTo>
                      <a:pt x="3113" y="2625"/>
                      <a:pt x="3112" y="2619"/>
                      <a:pt x="3111" y="2613"/>
                    </a:cubicBezTo>
                    <a:cubicBezTo>
                      <a:pt x="3110" y="2607"/>
                      <a:pt x="3118" y="2607"/>
                      <a:pt x="3118" y="2612"/>
                    </a:cubicBezTo>
                    <a:cubicBezTo>
                      <a:pt x="3118" y="2617"/>
                      <a:pt x="3124" y="2616"/>
                      <a:pt x="3131" y="2613"/>
                    </a:cubicBezTo>
                    <a:cubicBezTo>
                      <a:pt x="3138" y="2610"/>
                      <a:pt x="3145" y="2608"/>
                      <a:pt x="3147" y="2613"/>
                    </a:cubicBezTo>
                    <a:cubicBezTo>
                      <a:pt x="3150" y="2617"/>
                      <a:pt x="3155" y="2610"/>
                      <a:pt x="3159" y="2602"/>
                    </a:cubicBezTo>
                    <a:cubicBezTo>
                      <a:pt x="3163" y="2595"/>
                      <a:pt x="3162" y="2592"/>
                      <a:pt x="3158" y="2592"/>
                    </a:cubicBezTo>
                    <a:cubicBezTo>
                      <a:pt x="3153" y="2592"/>
                      <a:pt x="3149" y="2593"/>
                      <a:pt x="3150" y="2588"/>
                    </a:cubicBezTo>
                    <a:cubicBezTo>
                      <a:pt x="3152" y="2583"/>
                      <a:pt x="3162" y="2590"/>
                      <a:pt x="3166" y="2585"/>
                    </a:cubicBezTo>
                    <a:cubicBezTo>
                      <a:pt x="3170" y="2580"/>
                      <a:pt x="3174" y="2583"/>
                      <a:pt x="3176" y="2576"/>
                    </a:cubicBezTo>
                    <a:cubicBezTo>
                      <a:pt x="3179" y="2569"/>
                      <a:pt x="3178" y="2569"/>
                      <a:pt x="3171" y="2571"/>
                    </a:cubicBezTo>
                    <a:cubicBezTo>
                      <a:pt x="3164" y="2572"/>
                      <a:pt x="3165" y="2563"/>
                      <a:pt x="3169" y="2562"/>
                    </a:cubicBezTo>
                    <a:cubicBezTo>
                      <a:pt x="3172" y="2561"/>
                      <a:pt x="3173" y="2558"/>
                      <a:pt x="3170" y="2555"/>
                    </a:cubicBezTo>
                    <a:cubicBezTo>
                      <a:pt x="3168" y="2552"/>
                      <a:pt x="3177" y="2548"/>
                      <a:pt x="3178" y="2555"/>
                    </a:cubicBezTo>
                    <a:cubicBezTo>
                      <a:pt x="3179" y="2563"/>
                      <a:pt x="3183" y="2561"/>
                      <a:pt x="3187" y="2560"/>
                    </a:cubicBezTo>
                    <a:cubicBezTo>
                      <a:pt x="3190" y="2560"/>
                      <a:pt x="3188" y="2555"/>
                      <a:pt x="3192" y="2555"/>
                    </a:cubicBezTo>
                    <a:cubicBezTo>
                      <a:pt x="3195" y="2555"/>
                      <a:pt x="3201" y="2557"/>
                      <a:pt x="3202" y="2550"/>
                    </a:cubicBezTo>
                    <a:cubicBezTo>
                      <a:pt x="3202" y="2544"/>
                      <a:pt x="3199" y="2543"/>
                      <a:pt x="3191" y="2540"/>
                    </a:cubicBezTo>
                    <a:cubicBezTo>
                      <a:pt x="3184" y="2538"/>
                      <a:pt x="3191" y="2532"/>
                      <a:pt x="3195" y="2529"/>
                    </a:cubicBezTo>
                    <a:cubicBezTo>
                      <a:pt x="3199" y="2527"/>
                      <a:pt x="3210" y="2522"/>
                      <a:pt x="3211" y="2528"/>
                    </a:cubicBezTo>
                    <a:cubicBezTo>
                      <a:pt x="3213" y="2533"/>
                      <a:pt x="3213" y="2532"/>
                      <a:pt x="3219" y="2535"/>
                    </a:cubicBezTo>
                    <a:cubicBezTo>
                      <a:pt x="3225" y="2538"/>
                      <a:pt x="3227" y="2539"/>
                      <a:pt x="3227" y="2533"/>
                    </a:cubicBezTo>
                    <a:cubicBezTo>
                      <a:pt x="3227" y="2526"/>
                      <a:pt x="3220" y="2522"/>
                      <a:pt x="3218" y="2518"/>
                    </a:cubicBezTo>
                    <a:cubicBezTo>
                      <a:pt x="3216" y="2514"/>
                      <a:pt x="3210" y="2519"/>
                      <a:pt x="3211" y="2511"/>
                    </a:cubicBezTo>
                    <a:cubicBezTo>
                      <a:pt x="3212" y="2503"/>
                      <a:pt x="3222" y="2510"/>
                      <a:pt x="3221" y="2498"/>
                    </a:cubicBezTo>
                    <a:cubicBezTo>
                      <a:pt x="3221" y="2485"/>
                      <a:pt x="3228" y="2486"/>
                      <a:pt x="3226" y="2478"/>
                    </a:cubicBezTo>
                    <a:cubicBezTo>
                      <a:pt x="3223" y="2471"/>
                      <a:pt x="3211" y="2480"/>
                      <a:pt x="3211" y="2474"/>
                    </a:cubicBezTo>
                    <a:cubicBezTo>
                      <a:pt x="3211" y="2468"/>
                      <a:pt x="3218" y="2457"/>
                      <a:pt x="3225" y="2454"/>
                    </a:cubicBezTo>
                    <a:cubicBezTo>
                      <a:pt x="3232" y="2452"/>
                      <a:pt x="3241" y="2450"/>
                      <a:pt x="3241" y="2444"/>
                    </a:cubicBezTo>
                    <a:cubicBezTo>
                      <a:pt x="3240" y="2438"/>
                      <a:pt x="3231" y="2441"/>
                      <a:pt x="3228" y="2445"/>
                    </a:cubicBezTo>
                    <a:cubicBezTo>
                      <a:pt x="3226" y="2448"/>
                      <a:pt x="3220" y="2449"/>
                      <a:pt x="3218" y="2445"/>
                    </a:cubicBezTo>
                    <a:cubicBezTo>
                      <a:pt x="3215" y="2440"/>
                      <a:pt x="3215" y="2436"/>
                      <a:pt x="3220" y="2437"/>
                    </a:cubicBezTo>
                    <a:cubicBezTo>
                      <a:pt x="3225" y="2439"/>
                      <a:pt x="3231" y="2441"/>
                      <a:pt x="3230" y="2436"/>
                    </a:cubicBezTo>
                    <a:cubicBezTo>
                      <a:pt x="3229" y="2430"/>
                      <a:pt x="3224" y="2423"/>
                      <a:pt x="3220" y="2423"/>
                    </a:cubicBezTo>
                    <a:cubicBezTo>
                      <a:pt x="3217" y="2424"/>
                      <a:pt x="3210" y="2425"/>
                      <a:pt x="3213" y="2417"/>
                    </a:cubicBezTo>
                    <a:cubicBezTo>
                      <a:pt x="3215" y="2408"/>
                      <a:pt x="3221" y="2411"/>
                      <a:pt x="3226" y="2413"/>
                    </a:cubicBezTo>
                    <a:cubicBezTo>
                      <a:pt x="3231" y="2416"/>
                      <a:pt x="3234" y="2418"/>
                      <a:pt x="3235" y="2413"/>
                    </a:cubicBezTo>
                    <a:cubicBezTo>
                      <a:pt x="3235" y="2408"/>
                      <a:pt x="3236" y="2406"/>
                      <a:pt x="3242" y="2406"/>
                    </a:cubicBezTo>
                    <a:cubicBezTo>
                      <a:pt x="3248" y="2407"/>
                      <a:pt x="3244" y="2410"/>
                      <a:pt x="3242" y="2416"/>
                    </a:cubicBezTo>
                    <a:cubicBezTo>
                      <a:pt x="3240" y="2423"/>
                      <a:pt x="3230" y="2422"/>
                      <a:pt x="3231" y="2428"/>
                    </a:cubicBezTo>
                    <a:cubicBezTo>
                      <a:pt x="3231" y="2433"/>
                      <a:pt x="3237" y="2429"/>
                      <a:pt x="3241" y="2424"/>
                    </a:cubicBezTo>
                    <a:cubicBezTo>
                      <a:pt x="3246" y="2419"/>
                      <a:pt x="3260" y="2417"/>
                      <a:pt x="3252" y="2405"/>
                    </a:cubicBezTo>
                    <a:cubicBezTo>
                      <a:pt x="3251" y="2403"/>
                      <a:pt x="3248" y="2403"/>
                      <a:pt x="3246" y="2399"/>
                    </a:cubicBezTo>
                    <a:cubicBezTo>
                      <a:pt x="3244" y="2395"/>
                      <a:pt x="3249" y="2392"/>
                      <a:pt x="3254" y="2391"/>
                    </a:cubicBezTo>
                    <a:cubicBezTo>
                      <a:pt x="3259" y="2390"/>
                      <a:pt x="3258" y="2379"/>
                      <a:pt x="3265" y="2376"/>
                    </a:cubicBezTo>
                    <a:cubicBezTo>
                      <a:pt x="3272" y="2374"/>
                      <a:pt x="3278" y="2372"/>
                      <a:pt x="3279" y="2364"/>
                    </a:cubicBezTo>
                    <a:cubicBezTo>
                      <a:pt x="3279" y="2355"/>
                      <a:pt x="3283" y="2350"/>
                      <a:pt x="3286" y="2346"/>
                    </a:cubicBezTo>
                    <a:cubicBezTo>
                      <a:pt x="3288" y="2341"/>
                      <a:pt x="3289" y="2339"/>
                      <a:pt x="3283" y="2334"/>
                    </a:cubicBezTo>
                    <a:cubicBezTo>
                      <a:pt x="3277" y="2328"/>
                      <a:pt x="3286" y="2328"/>
                      <a:pt x="3287" y="2320"/>
                    </a:cubicBezTo>
                    <a:cubicBezTo>
                      <a:pt x="3288" y="2312"/>
                      <a:pt x="3294" y="2304"/>
                      <a:pt x="3297" y="2299"/>
                    </a:cubicBezTo>
                    <a:cubicBezTo>
                      <a:pt x="3298" y="2297"/>
                      <a:pt x="3298" y="2295"/>
                      <a:pt x="3298" y="2294"/>
                    </a:cubicBezTo>
                    <a:cubicBezTo>
                      <a:pt x="3297" y="2285"/>
                      <a:pt x="3306" y="2295"/>
                      <a:pt x="3309" y="2282"/>
                    </a:cubicBezTo>
                    <a:cubicBezTo>
                      <a:pt x="3311" y="2275"/>
                      <a:pt x="3316" y="2274"/>
                      <a:pt x="3316" y="2268"/>
                    </a:cubicBezTo>
                    <a:cubicBezTo>
                      <a:pt x="3315" y="2261"/>
                      <a:pt x="3315" y="2256"/>
                      <a:pt x="3321" y="2255"/>
                    </a:cubicBezTo>
                    <a:cubicBezTo>
                      <a:pt x="3327" y="2253"/>
                      <a:pt x="3328" y="2262"/>
                      <a:pt x="3325" y="2268"/>
                    </a:cubicBezTo>
                    <a:cubicBezTo>
                      <a:pt x="3322" y="2274"/>
                      <a:pt x="3318" y="2281"/>
                      <a:pt x="3322" y="2283"/>
                    </a:cubicBezTo>
                    <a:cubicBezTo>
                      <a:pt x="3326" y="2285"/>
                      <a:pt x="3332" y="2279"/>
                      <a:pt x="3335" y="2269"/>
                    </a:cubicBezTo>
                    <a:cubicBezTo>
                      <a:pt x="3339" y="2258"/>
                      <a:pt x="3341" y="2251"/>
                      <a:pt x="3347" y="2256"/>
                    </a:cubicBezTo>
                    <a:cubicBezTo>
                      <a:pt x="3352" y="2260"/>
                      <a:pt x="3355" y="2260"/>
                      <a:pt x="3356" y="2255"/>
                    </a:cubicBezTo>
                    <a:cubicBezTo>
                      <a:pt x="3357" y="2249"/>
                      <a:pt x="3351" y="2244"/>
                      <a:pt x="3350" y="2236"/>
                    </a:cubicBezTo>
                    <a:cubicBezTo>
                      <a:pt x="3349" y="2229"/>
                      <a:pt x="3339" y="2229"/>
                      <a:pt x="3341" y="2222"/>
                    </a:cubicBezTo>
                    <a:cubicBezTo>
                      <a:pt x="3343" y="2215"/>
                      <a:pt x="3353" y="2220"/>
                      <a:pt x="3352" y="2209"/>
                    </a:cubicBezTo>
                    <a:cubicBezTo>
                      <a:pt x="3350" y="2199"/>
                      <a:pt x="3355" y="2202"/>
                      <a:pt x="3352" y="2196"/>
                    </a:cubicBezTo>
                    <a:cubicBezTo>
                      <a:pt x="3350" y="2189"/>
                      <a:pt x="3352" y="2183"/>
                      <a:pt x="3344" y="2183"/>
                    </a:cubicBezTo>
                    <a:cubicBezTo>
                      <a:pt x="3337" y="2183"/>
                      <a:pt x="3332" y="2185"/>
                      <a:pt x="3332" y="2180"/>
                    </a:cubicBezTo>
                    <a:cubicBezTo>
                      <a:pt x="3333" y="2175"/>
                      <a:pt x="3344" y="2168"/>
                      <a:pt x="3348" y="2173"/>
                    </a:cubicBezTo>
                    <a:cubicBezTo>
                      <a:pt x="3351" y="2177"/>
                      <a:pt x="3353" y="2173"/>
                      <a:pt x="3359" y="2174"/>
                    </a:cubicBezTo>
                    <a:cubicBezTo>
                      <a:pt x="3365" y="2174"/>
                      <a:pt x="3369" y="2174"/>
                      <a:pt x="3372" y="2170"/>
                    </a:cubicBezTo>
                    <a:cubicBezTo>
                      <a:pt x="3374" y="2167"/>
                      <a:pt x="3365" y="2163"/>
                      <a:pt x="3366" y="2154"/>
                    </a:cubicBezTo>
                    <a:cubicBezTo>
                      <a:pt x="3368" y="2145"/>
                      <a:pt x="3367" y="2145"/>
                      <a:pt x="3369" y="2140"/>
                    </a:cubicBezTo>
                    <a:cubicBezTo>
                      <a:pt x="3370" y="2136"/>
                      <a:pt x="3366" y="2133"/>
                      <a:pt x="3361" y="2134"/>
                    </a:cubicBezTo>
                    <a:cubicBezTo>
                      <a:pt x="3356" y="2136"/>
                      <a:pt x="3356" y="2139"/>
                      <a:pt x="3354" y="2142"/>
                    </a:cubicBezTo>
                    <a:cubicBezTo>
                      <a:pt x="3352" y="2145"/>
                      <a:pt x="3348" y="2145"/>
                      <a:pt x="3345" y="2149"/>
                    </a:cubicBezTo>
                    <a:cubicBezTo>
                      <a:pt x="3342" y="2152"/>
                      <a:pt x="3336" y="2152"/>
                      <a:pt x="3333" y="2152"/>
                    </a:cubicBezTo>
                    <a:cubicBezTo>
                      <a:pt x="3331" y="2153"/>
                      <a:pt x="3326" y="2149"/>
                      <a:pt x="3334" y="2145"/>
                    </a:cubicBezTo>
                    <a:cubicBezTo>
                      <a:pt x="3341" y="2142"/>
                      <a:pt x="3344" y="2142"/>
                      <a:pt x="3349" y="2137"/>
                    </a:cubicBezTo>
                    <a:cubicBezTo>
                      <a:pt x="3353" y="2131"/>
                      <a:pt x="3357" y="2128"/>
                      <a:pt x="3360" y="2124"/>
                    </a:cubicBezTo>
                    <a:cubicBezTo>
                      <a:pt x="3363" y="2119"/>
                      <a:pt x="3368" y="2119"/>
                      <a:pt x="3372" y="2115"/>
                    </a:cubicBezTo>
                    <a:cubicBezTo>
                      <a:pt x="3375" y="2112"/>
                      <a:pt x="3377" y="2112"/>
                      <a:pt x="3375" y="2109"/>
                    </a:cubicBezTo>
                    <a:cubicBezTo>
                      <a:pt x="3374" y="2107"/>
                      <a:pt x="3363" y="2109"/>
                      <a:pt x="3357" y="2109"/>
                    </a:cubicBezTo>
                    <a:cubicBezTo>
                      <a:pt x="3351" y="2108"/>
                      <a:pt x="3346" y="2106"/>
                      <a:pt x="3340" y="2104"/>
                    </a:cubicBezTo>
                    <a:cubicBezTo>
                      <a:pt x="3335" y="2101"/>
                      <a:pt x="3332" y="2098"/>
                      <a:pt x="3329" y="2090"/>
                    </a:cubicBezTo>
                    <a:cubicBezTo>
                      <a:pt x="3326" y="2082"/>
                      <a:pt x="3319" y="2081"/>
                      <a:pt x="3312" y="2079"/>
                    </a:cubicBezTo>
                    <a:cubicBezTo>
                      <a:pt x="3306" y="2077"/>
                      <a:pt x="3297" y="2081"/>
                      <a:pt x="3290" y="2088"/>
                    </a:cubicBezTo>
                    <a:cubicBezTo>
                      <a:pt x="3282" y="2095"/>
                      <a:pt x="3274" y="2097"/>
                      <a:pt x="3269" y="2099"/>
                    </a:cubicBezTo>
                    <a:cubicBezTo>
                      <a:pt x="3263" y="2101"/>
                      <a:pt x="3258" y="2099"/>
                      <a:pt x="3258" y="2091"/>
                    </a:cubicBezTo>
                    <a:cubicBezTo>
                      <a:pt x="3257" y="2083"/>
                      <a:pt x="3255" y="2073"/>
                      <a:pt x="3264" y="2077"/>
                    </a:cubicBezTo>
                    <a:cubicBezTo>
                      <a:pt x="3273" y="2080"/>
                      <a:pt x="3278" y="2080"/>
                      <a:pt x="3280" y="2071"/>
                    </a:cubicBezTo>
                    <a:cubicBezTo>
                      <a:pt x="3282" y="2061"/>
                      <a:pt x="3290" y="2058"/>
                      <a:pt x="3297" y="2050"/>
                    </a:cubicBezTo>
                    <a:cubicBezTo>
                      <a:pt x="3304" y="2042"/>
                      <a:pt x="3310" y="2033"/>
                      <a:pt x="3328" y="2031"/>
                    </a:cubicBezTo>
                    <a:cubicBezTo>
                      <a:pt x="3345" y="2028"/>
                      <a:pt x="3353" y="2018"/>
                      <a:pt x="3342" y="2006"/>
                    </a:cubicBezTo>
                    <a:cubicBezTo>
                      <a:pt x="3331" y="1994"/>
                      <a:pt x="3334" y="1989"/>
                      <a:pt x="3309" y="1975"/>
                    </a:cubicBezTo>
                    <a:cubicBezTo>
                      <a:pt x="3285" y="1960"/>
                      <a:pt x="3287" y="1954"/>
                      <a:pt x="3273" y="1951"/>
                    </a:cubicBezTo>
                    <a:cubicBezTo>
                      <a:pt x="3259" y="1948"/>
                      <a:pt x="3257" y="1948"/>
                      <a:pt x="3256" y="1942"/>
                    </a:cubicBezTo>
                    <a:cubicBezTo>
                      <a:pt x="3256" y="1936"/>
                      <a:pt x="3261" y="1931"/>
                      <a:pt x="3264" y="1937"/>
                    </a:cubicBezTo>
                    <a:cubicBezTo>
                      <a:pt x="3267" y="1942"/>
                      <a:pt x="3273" y="1945"/>
                      <a:pt x="3280" y="1941"/>
                    </a:cubicBezTo>
                    <a:cubicBezTo>
                      <a:pt x="3287" y="1937"/>
                      <a:pt x="3294" y="1933"/>
                      <a:pt x="3308" y="1941"/>
                    </a:cubicBezTo>
                    <a:cubicBezTo>
                      <a:pt x="3321" y="1949"/>
                      <a:pt x="3338" y="1953"/>
                      <a:pt x="3339" y="1946"/>
                    </a:cubicBezTo>
                    <a:cubicBezTo>
                      <a:pt x="3339" y="1939"/>
                      <a:pt x="3336" y="1927"/>
                      <a:pt x="3319" y="1918"/>
                    </a:cubicBezTo>
                    <a:cubicBezTo>
                      <a:pt x="3302" y="1910"/>
                      <a:pt x="3300" y="1912"/>
                      <a:pt x="3294" y="1900"/>
                    </a:cubicBezTo>
                    <a:cubicBezTo>
                      <a:pt x="3288" y="1888"/>
                      <a:pt x="3288" y="1885"/>
                      <a:pt x="3269" y="1878"/>
                    </a:cubicBezTo>
                    <a:cubicBezTo>
                      <a:pt x="3249" y="1870"/>
                      <a:pt x="3258" y="1860"/>
                      <a:pt x="3255" y="1849"/>
                    </a:cubicBezTo>
                    <a:cubicBezTo>
                      <a:pt x="3252" y="1838"/>
                      <a:pt x="3242" y="1828"/>
                      <a:pt x="3235" y="1813"/>
                    </a:cubicBezTo>
                    <a:cubicBezTo>
                      <a:pt x="3229" y="1798"/>
                      <a:pt x="3221" y="1778"/>
                      <a:pt x="3213" y="1762"/>
                    </a:cubicBezTo>
                    <a:cubicBezTo>
                      <a:pt x="3211" y="1758"/>
                      <a:pt x="3206" y="1750"/>
                      <a:pt x="3201" y="1741"/>
                    </a:cubicBezTo>
                    <a:cubicBezTo>
                      <a:pt x="3204" y="1740"/>
                      <a:pt x="3204" y="1740"/>
                      <a:pt x="3204" y="1740"/>
                    </a:cubicBezTo>
                    <a:cubicBezTo>
                      <a:pt x="3200" y="1732"/>
                      <a:pt x="3197" y="1725"/>
                      <a:pt x="3191" y="1721"/>
                    </a:cubicBezTo>
                    <a:cubicBezTo>
                      <a:pt x="3190" y="1720"/>
                      <a:pt x="3188" y="1719"/>
                      <a:pt x="3187" y="1718"/>
                    </a:cubicBezTo>
                    <a:cubicBezTo>
                      <a:pt x="3186" y="1718"/>
                      <a:pt x="3186" y="1717"/>
                      <a:pt x="3185" y="1716"/>
                    </a:cubicBezTo>
                    <a:cubicBezTo>
                      <a:pt x="3185" y="1716"/>
                      <a:pt x="3184" y="1716"/>
                      <a:pt x="3183" y="1717"/>
                    </a:cubicBezTo>
                    <a:cubicBezTo>
                      <a:pt x="3173" y="1713"/>
                      <a:pt x="3160" y="1711"/>
                      <a:pt x="3153" y="1708"/>
                    </a:cubicBezTo>
                    <a:cubicBezTo>
                      <a:pt x="3142" y="1704"/>
                      <a:pt x="3142" y="1698"/>
                      <a:pt x="3132" y="1693"/>
                    </a:cubicBezTo>
                    <a:cubicBezTo>
                      <a:pt x="3122" y="1688"/>
                      <a:pt x="3118" y="1693"/>
                      <a:pt x="3113" y="1684"/>
                    </a:cubicBezTo>
                    <a:cubicBezTo>
                      <a:pt x="3108" y="1675"/>
                      <a:pt x="3111" y="1668"/>
                      <a:pt x="3118" y="1661"/>
                    </a:cubicBezTo>
                    <a:cubicBezTo>
                      <a:pt x="3125" y="1654"/>
                      <a:pt x="3124" y="1647"/>
                      <a:pt x="3127" y="1642"/>
                    </a:cubicBezTo>
                    <a:cubicBezTo>
                      <a:pt x="3129" y="1636"/>
                      <a:pt x="3135" y="1631"/>
                      <a:pt x="3136" y="1619"/>
                    </a:cubicBezTo>
                    <a:cubicBezTo>
                      <a:pt x="3138" y="1607"/>
                      <a:pt x="3156" y="1602"/>
                      <a:pt x="3165" y="1596"/>
                    </a:cubicBezTo>
                    <a:cubicBezTo>
                      <a:pt x="3175" y="1589"/>
                      <a:pt x="3176" y="1588"/>
                      <a:pt x="3174" y="1583"/>
                    </a:cubicBezTo>
                    <a:cubicBezTo>
                      <a:pt x="3173" y="1578"/>
                      <a:pt x="3162" y="1581"/>
                      <a:pt x="3162" y="1571"/>
                    </a:cubicBezTo>
                    <a:cubicBezTo>
                      <a:pt x="3162" y="1562"/>
                      <a:pt x="3173" y="1572"/>
                      <a:pt x="3184" y="1574"/>
                    </a:cubicBezTo>
                    <a:cubicBezTo>
                      <a:pt x="3195" y="1576"/>
                      <a:pt x="3204" y="1570"/>
                      <a:pt x="3206" y="1562"/>
                    </a:cubicBezTo>
                    <a:cubicBezTo>
                      <a:pt x="3208" y="1554"/>
                      <a:pt x="3203" y="1552"/>
                      <a:pt x="3203" y="1543"/>
                    </a:cubicBezTo>
                    <a:cubicBezTo>
                      <a:pt x="3203" y="1534"/>
                      <a:pt x="3213" y="1532"/>
                      <a:pt x="3213" y="1538"/>
                    </a:cubicBezTo>
                    <a:cubicBezTo>
                      <a:pt x="3214" y="1544"/>
                      <a:pt x="3221" y="1540"/>
                      <a:pt x="3222" y="1530"/>
                    </a:cubicBezTo>
                    <a:cubicBezTo>
                      <a:pt x="3223" y="1520"/>
                      <a:pt x="3227" y="1514"/>
                      <a:pt x="3238" y="1510"/>
                    </a:cubicBezTo>
                    <a:cubicBezTo>
                      <a:pt x="3249" y="1507"/>
                      <a:pt x="3251" y="1502"/>
                      <a:pt x="3261" y="1500"/>
                    </a:cubicBezTo>
                    <a:cubicBezTo>
                      <a:pt x="3272" y="1497"/>
                      <a:pt x="3271" y="1492"/>
                      <a:pt x="3276" y="1488"/>
                    </a:cubicBezTo>
                    <a:cubicBezTo>
                      <a:pt x="3282" y="1484"/>
                      <a:pt x="3283" y="1479"/>
                      <a:pt x="3288" y="1479"/>
                    </a:cubicBezTo>
                    <a:cubicBezTo>
                      <a:pt x="3292" y="1479"/>
                      <a:pt x="3292" y="1482"/>
                      <a:pt x="3297" y="1483"/>
                    </a:cubicBezTo>
                    <a:cubicBezTo>
                      <a:pt x="3302" y="1484"/>
                      <a:pt x="3301" y="1487"/>
                      <a:pt x="3307" y="1488"/>
                    </a:cubicBezTo>
                    <a:cubicBezTo>
                      <a:pt x="3313" y="1489"/>
                      <a:pt x="3321" y="1488"/>
                      <a:pt x="3327" y="1480"/>
                    </a:cubicBezTo>
                    <a:cubicBezTo>
                      <a:pt x="3332" y="1472"/>
                      <a:pt x="3331" y="1470"/>
                      <a:pt x="3328" y="1469"/>
                    </a:cubicBezTo>
                    <a:cubicBezTo>
                      <a:pt x="3325" y="1468"/>
                      <a:pt x="3320" y="1470"/>
                      <a:pt x="3319" y="1465"/>
                    </a:cubicBezTo>
                    <a:cubicBezTo>
                      <a:pt x="3317" y="1459"/>
                      <a:pt x="3330" y="1455"/>
                      <a:pt x="3327" y="1451"/>
                    </a:cubicBezTo>
                    <a:cubicBezTo>
                      <a:pt x="3323" y="1446"/>
                      <a:pt x="3322" y="1444"/>
                      <a:pt x="3327" y="1439"/>
                    </a:cubicBezTo>
                    <a:cubicBezTo>
                      <a:pt x="3333" y="1433"/>
                      <a:pt x="3331" y="1430"/>
                      <a:pt x="3326" y="1434"/>
                    </a:cubicBezTo>
                    <a:cubicBezTo>
                      <a:pt x="3320" y="1437"/>
                      <a:pt x="3318" y="1438"/>
                      <a:pt x="3308" y="1436"/>
                    </a:cubicBezTo>
                    <a:cubicBezTo>
                      <a:pt x="3297" y="1434"/>
                      <a:pt x="3294" y="1432"/>
                      <a:pt x="3293" y="1428"/>
                    </a:cubicBezTo>
                    <a:cubicBezTo>
                      <a:pt x="3292" y="1425"/>
                      <a:pt x="3285" y="1423"/>
                      <a:pt x="3284" y="1427"/>
                    </a:cubicBezTo>
                    <a:cubicBezTo>
                      <a:pt x="3283" y="1431"/>
                      <a:pt x="3280" y="1434"/>
                      <a:pt x="3272" y="1434"/>
                    </a:cubicBezTo>
                    <a:cubicBezTo>
                      <a:pt x="3265" y="1435"/>
                      <a:pt x="3257" y="1445"/>
                      <a:pt x="3249" y="1437"/>
                    </a:cubicBezTo>
                    <a:cubicBezTo>
                      <a:pt x="3240" y="1428"/>
                      <a:pt x="3240" y="1425"/>
                      <a:pt x="3237" y="1425"/>
                    </a:cubicBezTo>
                    <a:cubicBezTo>
                      <a:pt x="3234" y="1425"/>
                      <a:pt x="3237" y="1434"/>
                      <a:pt x="3229" y="1430"/>
                    </a:cubicBezTo>
                    <a:cubicBezTo>
                      <a:pt x="3222" y="1425"/>
                      <a:pt x="3221" y="1420"/>
                      <a:pt x="3213" y="1416"/>
                    </a:cubicBezTo>
                    <a:cubicBezTo>
                      <a:pt x="3205" y="1413"/>
                      <a:pt x="3203" y="1407"/>
                      <a:pt x="3192" y="1411"/>
                    </a:cubicBezTo>
                    <a:cubicBezTo>
                      <a:pt x="3182" y="1415"/>
                      <a:pt x="3177" y="1420"/>
                      <a:pt x="3171" y="1421"/>
                    </a:cubicBezTo>
                    <a:cubicBezTo>
                      <a:pt x="3165" y="1423"/>
                      <a:pt x="3164" y="1425"/>
                      <a:pt x="3163" y="1432"/>
                    </a:cubicBezTo>
                    <a:cubicBezTo>
                      <a:pt x="3161" y="1439"/>
                      <a:pt x="3154" y="1446"/>
                      <a:pt x="3147" y="1451"/>
                    </a:cubicBezTo>
                    <a:cubicBezTo>
                      <a:pt x="3139" y="1455"/>
                      <a:pt x="3138" y="1456"/>
                      <a:pt x="3139" y="1464"/>
                    </a:cubicBezTo>
                    <a:cubicBezTo>
                      <a:pt x="3141" y="1473"/>
                      <a:pt x="3131" y="1483"/>
                      <a:pt x="3122" y="1483"/>
                    </a:cubicBezTo>
                    <a:cubicBezTo>
                      <a:pt x="3112" y="1483"/>
                      <a:pt x="3108" y="1484"/>
                      <a:pt x="3101" y="1485"/>
                    </a:cubicBezTo>
                    <a:cubicBezTo>
                      <a:pt x="3095" y="1487"/>
                      <a:pt x="3092" y="1486"/>
                      <a:pt x="3088" y="1484"/>
                    </a:cubicBezTo>
                    <a:cubicBezTo>
                      <a:pt x="3084" y="1481"/>
                      <a:pt x="3080" y="1477"/>
                      <a:pt x="3078" y="1474"/>
                    </a:cubicBezTo>
                    <a:cubicBezTo>
                      <a:pt x="3076" y="1471"/>
                      <a:pt x="3067" y="1471"/>
                      <a:pt x="3065" y="1466"/>
                    </a:cubicBezTo>
                    <a:cubicBezTo>
                      <a:pt x="3062" y="1461"/>
                      <a:pt x="3069" y="1461"/>
                      <a:pt x="3069" y="1455"/>
                    </a:cubicBezTo>
                    <a:cubicBezTo>
                      <a:pt x="3068" y="1449"/>
                      <a:pt x="3071" y="1441"/>
                      <a:pt x="3073" y="1437"/>
                    </a:cubicBezTo>
                    <a:cubicBezTo>
                      <a:pt x="3076" y="1433"/>
                      <a:pt x="3077" y="1429"/>
                      <a:pt x="3071" y="1426"/>
                    </a:cubicBezTo>
                    <a:cubicBezTo>
                      <a:pt x="3066" y="1424"/>
                      <a:pt x="3073" y="1418"/>
                      <a:pt x="3070" y="1413"/>
                    </a:cubicBezTo>
                    <a:cubicBezTo>
                      <a:pt x="3067" y="1409"/>
                      <a:pt x="3064" y="1406"/>
                      <a:pt x="3060" y="1402"/>
                    </a:cubicBezTo>
                    <a:cubicBezTo>
                      <a:pt x="3056" y="1398"/>
                      <a:pt x="3050" y="1398"/>
                      <a:pt x="3046" y="1403"/>
                    </a:cubicBezTo>
                    <a:cubicBezTo>
                      <a:pt x="3043" y="1408"/>
                      <a:pt x="3040" y="1412"/>
                      <a:pt x="3035" y="1407"/>
                    </a:cubicBezTo>
                    <a:cubicBezTo>
                      <a:pt x="3030" y="1403"/>
                      <a:pt x="3028" y="1404"/>
                      <a:pt x="3022" y="1403"/>
                    </a:cubicBezTo>
                    <a:cubicBezTo>
                      <a:pt x="3015" y="1403"/>
                      <a:pt x="3014" y="1401"/>
                      <a:pt x="3010" y="1404"/>
                    </a:cubicBezTo>
                    <a:cubicBezTo>
                      <a:pt x="3007" y="1407"/>
                      <a:pt x="3000" y="1405"/>
                      <a:pt x="2993" y="1401"/>
                    </a:cubicBezTo>
                    <a:cubicBezTo>
                      <a:pt x="2986" y="1396"/>
                      <a:pt x="2985" y="1385"/>
                      <a:pt x="2979" y="1380"/>
                    </a:cubicBezTo>
                    <a:cubicBezTo>
                      <a:pt x="2973" y="1374"/>
                      <a:pt x="2967" y="1365"/>
                      <a:pt x="2966" y="1353"/>
                    </a:cubicBezTo>
                    <a:cubicBezTo>
                      <a:pt x="2966" y="1341"/>
                      <a:pt x="2979" y="1334"/>
                      <a:pt x="2980" y="1327"/>
                    </a:cubicBezTo>
                    <a:cubicBezTo>
                      <a:pt x="2981" y="1320"/>
                      <a:pt x="2984" y="1313"/>
                      <a:pt x="2988" y="1308"/>
                    </a:cubicBezTo>
                    <a:cubicBezTo>
                      <a:pt x="2993" y="1303"/>
                      <a:pt x="3001" y="1302"/>
                      <a:pt x="3004" y="1307"/>
                    </a:cubicBezTo>
                    <a:cubicBezTo>
                      <a:pt x="3008" y="1312"/>
                      <a:pt x="3010" y="1324"/>
                      <a:pt x="3019" y="1319"/>
                    </a:cubicBezTo>
                    <a:cubicBezTo>
                      <a:pt x="3027" y="1314"/>
                      <a:pt x="3033" y="1304"/>
                      <a:pt x="3042" y="1309"/>
                    </a:cubicBezTo>
                    <a:cubicBezTo>
                      <a:pt x="3052" y="1313"/>
                      <a:pt x="3061" y="1303"/>
                      <a:pt x="3066" y="1296"/>
                    </a:cubicBezTo>
                    <a:cubicBezTo>
                      <a:pt x="3072" y="1289"/>
                      <a:pt x="3074" y="1285"/>
                      <a:pt x="3074" y="1278"/>
                    </a:cubicBezTo>
                    <a:cubicBezTo>
                      <a:pt x="3074" y="1270"/>
                      <a:pt x="3078" y="1259"/>
                      <a:pt x="3085" y="1254"/>
                    </a:cubicBezTo>
                    <a:cubicBezTo>
                      <a:pt x="3091" y="1249"/>
                      <a:pt x="3098" y="1240"/>
                      <a:pt x="3106" y="1240"/>
                    </a:cubicBezTo>
                    <a:cubicBezTo>
                      <a:pt x="3114" y="1240"/>
                      <a:pt x="3117" y="1227"/>
                      <a:pt x="3120" y="1221"/>
                    </a:cubicBezTo>
                    <a:cubicBezTo>
                      <a:pt x="3123" y="1216"/>
                      <a:pt x="3139" y="1209"/>
                      <a:pt x="3146" y="1207"/>
                    </a:cubicBezTo>
                    <a:cubicBezTo>
                      <a:pt x="3153" y="1206"/>
                      <a:pt x="3153" y="1194"/>
                      <a:pt x="3155" y="1187"/>
                    </a:cubicBezTo>
                    <a:cubicBezTo>
                      <a:pt x="3158" y="1180"/>
                      <a:pt x="3163" y="1173"/>
                      <a:pt x="3167" y="1165"/>
                    </a:cubicBezTo>
                    <a:cubicBezTo>
                      <a:pt x="3170" y="1156"/>
                      <a:pt x="3174" y="1158"/>
                      <a:pt x="3178" y="1156"/>
                    </a:cubicBezTo>
                    <a:cubicBezTo>
                      <a:pt x="3182" y="1155"/>
                      <a:pt x="3182" y="1146"/>
                      <a:pt x="3188" y="1139"/>
                    </a:cubicBezTo>
                    <a:cubicBezTo>
                      <a:pt x="3194" y="1132"/>
                      <a:pt x="3194" y="1131"/>
                      <a:pt x="3205" y="1133"/>
                    </a:cubicBezTo>
                    <a:cubicBezTo>
                      <a:pt x="3216" y="1135"/>
                      <a:pt x="3219" y="1138"/>
                      <a:pt x="3227" y="1132"/>
                    </a:cubicBezTo>
                    <a:cubicBezTo>
                      <a:pt x="3235" y="1126"/>
                      <a:pt x="3231" y="1120"/>
                      <a:pt x="3235" y="1120"/>
                    </a:cubicBezTo>
                    <a:cubicBezTo>
                      <a:pt x="3239" y="1120"/>
                      <a:pt x="3241" y="1126"/>
                      <a:pt x="3241" y="1133"/>
                    </a:cubicBezTo>
                    <a:cubicBezTo>
                      <a:pt x="3241" y="1141"/>
                      <a:pt x="3255" y="1142"/>
                      <a:pt x="3259" y="1152"/>
                    </a:cubicBezTo>
                    <a:cubicBezTo>
                      <a:pt x="3264" y="1163"/>
                      <a:pt x="3267" y="1162"/>
                      <a:pt x="3262" y="1174"/>
                    </a:cubicBezTo>
                    <a:cubicBezTo>
                      <a:pt x="3256" y="1186"/>
                      <a:pt x="3255" y="1190"/>
                      <a:pt x="3252" y="1196"/>
                    </a:cubicBezTo>
                    <a:cubicBezTo>
                      <a:pt x="3250" y="1202"/>
                      <a:pt x="3247" y="1204"/>
                      <a:pt x="3245" y="1211"/>
                    </a:cubicBezTo>
                    <a:cubicBezTo>
                      <a:pt x="3243" y="1217"/>
                      <a:pt x="3239" y="1221"/>
                      <a:pt x="3230" y="1227"/>
                    </a:cubicBezTo>
                    <a:cubicBezTo>
                      <a:pt x="3220" y="1233"/>
                      <a:pt x="3222" y="1239"/>
                      <a:pt x="3226" y="1243"/>
                    </a:cubicBezTo>
                    <a:cubicBezTo>
                      <a:pt x="3231" y="1247"/>
                      <a:pt x="3231" y="1254"/>
                      <a:pt x="3230" y="1258"/>
                    </a:cubicBezTo>
                    <a:cubicBezTo>
                      <a:pt x="3230" y="1262"/>
                      <a:pt x="3225" y="1260"/>
                      <a:pt x="3226" y="1266"/>
                    </a:cubicBezTo>
                    <a:cubicBezTo>
                      <a:pt x="3226" y="1271"/>
                      <a:pt x="3234" y="1272"/>
                      <a:pt x="3242" y="1267"/>
                    </a:cubicBezTo>
                    <a:cubicBezTo>
                      <a:pt x="3250" y="1263"/>
                      <a:pt x="3250" y="1272"/>
                      <a:pt x="3243" y="1277"/>
                    </a:cubicBezTo>
                    <a:cubicBezTo>
                      <a:pt x="3235" y="1281"/>
                      <a:pt x="3236" y="1285"/>
                      <a:pt x="3239" y="1287"/>
                    </a:cubicBezTo>
                    <a:cubicBezTo>
                      <a:pt x="3243" y="1289"/>
                      <a:pt x="3242" y="1292"/>
                      <a:pt x="3236" y="1296"/>
                    </a:cubicBezTo>
                    <a:cubicBezTo>
                      <a:pt x="3229" y="1299"/>
                      <a:pt x="3225" y="1296"/>
                      <a:pt x="3220" y="1301"/>
                    </a:cubicBezTo>
                    <a:cubicBezTo>
                      <a:pt x="3215" y="1305"/>
                      <a:pt x="3215" y="1308"/>
                      <a:pt x="3208" y="1308"/>
                    </a:cubicBezTo>
                    <a:cubicBezTo>
                      <a:pt x="3202" y="1308"/>
                      <a:pt x="3204" y="1316"/>
                      <a:pt x="3208" y="1323"/>
                    </a:cubicBezTo>
                    <a:cubicBezTo>
                      <a:pt x="3212" y="1330"/>
                      <a:pt x="3219" y="1326"/>
                      <a:pt x="3223" y="1323"/>
                    </a:cubicBezTo>
                    <a:cubicBezTo>
                      <a:pt x="3227" y="1320"/>
                      <a:pt x="3235" y="1316"/>
                      <a:pt x="3241" y="1314"/>
                    </a:cubicBezTo>
                    <a:cubicBezTo>
                      <a:pt x="3248" y="1312"/>
                      <a:pt x="3250" y="1310"/>
                      <a:pt x="3246" y="1308"/>
                    </a:cubicBezTo>
                    <a:cubicBezTo>
                      <a:pt x="3242" y="1306"/>
                      <a:pt x="3240" y="1303"/>
                      <a:pt x="3244" y="1301"/>
                    </a:cubicBezTo>
                    <a:cubicBezTo>
                      <a:pt x="3245" y="1300"/>
                      <a:pt x="3247" y="1299"/>
                      <a:pt x="3249" y="1299"/>
                    </a:cubicBezTo>
                    <a:cubicBezTo>
                      <a:pt x="3262" y="1299"/>
                      <a:pt x="3255" y="1305"/>
                      <a:pt x="3269" y="1291"/>
                    </a:cubicBezTo>
                    <a:cubicBezTo>
                      <a:pt x="3282" y="1276"/>
                      <a:pt x="3278" y="1269"/>
                      <a:pt x="3287" y="1263"/>
                    </a:cubicBezTo>
                    <a:cubicBezTo>
                      <a:pt x="3297" y="1257"/>
                      <a:pt x="3297" y="1261"/>
                      <a:pt x="3307" y="1250"/>
                    </a:cubicBezTo>
                    <a:cubicBezTo>
                      <a:pt x="3318" y="1239"/>
                      <a:pt x="3331" y="1236"/>
                      <a:pt x="3336" y="1232"/>
                    </a:cubicBezTo>
                    <a:cubicBezTo>
                      <a:pt x="3342" y="1229"/>
                      <a:pt x="3340" y="1226"/>
                      <a:pt x="3345" y="1222"/>
                    </a:cubicBezTo>
                    <a:cubicBezTo>
                      <a:pt x="3350" y="1218"/>
                      <a:pt x="3351" y="1219"/>
                      <a:pt x="3351" y="1223"/>
                    </a:cubicBezTo>
                    <a:cubicBezTo>
                      <a:pt x="3351" y="1226"/>
                      <a:pt x="3358" y="1228"/>
                      <a:pt x="3358" y="1219"/>
                    </a:cubicBezTo>
                    <a:cubicBezTo>
                      <a:pt x="3359" y="1211"/>
                      <a:pt x="3366" y="1208"/>
                      <a:pt x="3373" y="1206"/>
                    </a:cubicBezTo>
                    <a:cubicBezTo>
                      <a:pt x="3380" y="1205"/>
                      <a:pt x="3390" y="1212"/>
                      <a:pt x="3397" y="1207"/>
                    </a:cubicBezTo>
                    <a:cubicBezTo>
                      <a:pt x="3404" y="1202"/>
                      <a:pt x="3409" y="1196"/>
                      <a:pt x="3412" y="1188"/>
                    </a:cubicBezTo>
                    <a:cubicBezTo>
                      <a:pt x="3412" y="1186"/>
                      <a:pt x="3412" y="1187"/>
                      <a:pt x="3412" y="1183"/>
                    </a:cubicBezTo>
                    <a:cubicBezTo>
                      <a:pt x="3413" y="1180"/>
                      <a:pt x="3414" y="1179"/>
                      <a:pt x="3415" y="1177"/>
                    </a:cubicBezTo>
                    <a:cubicBezTo>
                      <a:pt x="3417" y="1174"/>
                      <a:pt x="3419" y="1167"/>
                      <a:pt x="3423" y="1164"/>
                    </a:cubicBezTo>
                    <a:cubicBezTo>
                      <a:pt x="3426" y="1161"/>
                      <a:pt x="3436" y="1148"/>
                      <a:pt x="3438" y="1147"/>
                    </a:cubicBezTo>
                    <a:cubicBezTo>
                      <a:pt x="3439" y="1145"/>
                      <a:pt x="3441" y="1142"/>
                      <a:pt x="3444" y="1141"/>
                    </a:cubicBezTo>
                    <a:cubicBezTo>
                      <a:pt x="3447" y="1141"/>
                      <a:pt x="3450" y="1138"/>
                      <a:pt x="3450" y="1136"/>
                    </a:cubicBezTo>
                    <a:cubicBezTo>
                      <a:pt x="3449" y="1134"/>
                      <a:pt x="3449" y="1132"/>
                      <a:pt x="3454" y="1131"/>
                    </a:cubicBezTo>
                    <a:cubicBezTo>
                      <a:pt x="3458" y="1129"/>
                      <a:pt x="3458" y="1129"/>
                      <a:pt x="3461" y="1125"/>
                    </a:cubicBezTo>
                    <a:cubicBezTo>
                      <a:pt x="3463" y="1121"/>
                      <a:pt x="3463" y="1119"/>
                      <a:pt x="3469" y="1122"/>
                    </a:cubicBezTo>
                    <a:cubicBezTo>
                      <a:pt x="3476" y="1125"/>
                      <a:pt x="3473" y="1121"/>
                      <a:pt x="3473" y="1119"/>
                    </a:cubicBezTo>
                    <a:cubicBezTo>
                      <a:pt x="3473" y="1117"/>
                      <a:pt x="3473" y="1116"/>
                      <a:pt x="3475" y="1116"/>
                    </a:cubicBezTo>
                    <a:cubicBezTo>
                      <a:pt x="3477" y="1115"/>
                      <a:pt x="3477" y="1115"/>
                      <a:pt x="3479" y="1112"/>
                    </a:cubicBezTo>
                    <a:cubicBezTo>
                      <a:pt x="3480" y="1109"/>
                      <a:pt x="3483" y="1110"/>
                      <a:pt x="3485" y="1110"/>
                    </a:cubicBezTo>
                    <a:cubicBezTo>
                      <a:pt x="3486" y="1110"/>
                      <a:pt x="3487" y="1110"/>
                      <a:pt x="3487" y="1107"/>
                    </a:cubicBezTo>
                    <a:cubicBezTo>
                      <a:pt x="3487" y="1103"/>
                      <a:pt x="3490" y="1099"/>
                      <a:pt x="3492" y="1098"/>
                    </a:cubicBezTo>
                    <a:cubicBezTo>
                      <a:pt x="3493" y="1097"/>
                      <a:pt x="3496" y="1093"/>
                      <a:pt x="3503" y="1093"/>
                    </a:cubicBezTo>
                    <a:cubicBezTo>
                      <a:pt x="3510" y="1093"/>
                      <a:pt x="3509" y="1091"/>
                      <a:pt x="3510" y="1087"/>
                    </a:cubicBezTo>
                    <a:cubicBezTo>
                      <a:pt x="3510" y="1083"/>
                      <a:pt x="3510" y="1085"/>
                      <a:pt x="3511" y="1083"/>
                    </a:cubicBezTo>
                    <a:cubicBezTo>
                      <a:pt x="3513" y="1080"/>
                      <a:pt x="3513" y="1081"/>
                      <a:pt x="3514" y="1079"/>
                    </a:cubicBezTo>
                    <a:cubicBezTo>
                      <a:pt x="3515" y="1076"/>
                      <a:pt x="3514" y="1077"/>
                      <a:pt x="3516" y="1074"/>
                    </a:cubicBezTo>
                    <a:cubicBezTo>
                      <a:pt x="3517" y="1072"/>
                      <a:pt x="3522" y="1066"/>
                      <a:pt x="3524" y="1064"/>
                    </a:cubicBezTo>
                    <a:cubicBezTo>
                      <a:pt x="3525" y="1061"/>
                      <a:pt x="3526" y="1061"/>
                      <a:pt x="3526" y="1058"/>
                    </a:cubicBezTo>
                    <a:cubicBezTo>
                      <a:pt x="3526" y="1055"/>
                      <a:pt x="3527" y="1055"/>
                      <a:pt x="3529" y="1051"/>
                    </a:cubicBezTo>
                    <a:cubicBezTo>
                      <a:pt x="3531" y="1047"/>
                      <a:pt x="3533" y="1045"/>
                      <a:pt x="3534" y="1046"/>
                    </a:cubicBezTo>
                    <a:cubicBezTo>
                      <a:pt x="3535" y="1047"/>
                      <a:pt x="3536" y="1048"/>
                      <a:pt x="3538" y="1047"/>
                    </a:cubicBezTo>
                    <a:cubicBezTo>
                      <a:pt x="3540" y="1046"/>
                      <a:pt x="3537" y="1044"/>
                      <a:pt x="3536" y="1042"/>
                    </a:cubicBezTo>
                    <a:cubicBezTo>
                      <a:pt x="3534" y="1039"/>
                      <a:pt x="3535" y="1040"/>
                      <a:pt x="3535" y="1037"/>
                    </a:cubicBezTo>
                    <a:cubicBezTo>
                      <a:pt x="3535" y="1033"/>
                      <a:pt x="3536" y="1031"/>
                      <a:pt x="3535" y="1027"/>
                    </a:cubicBezTo>
                    <a:cubicBezTo>
                      <a:pt x="3533" y="1023"/>
                      <a:pt x="3534" y="1020"/>
                      <a:pt x="3536" y="1018"/>
                    </a:cubicBezTo>
                    <a:cubicBezTo>
                      <a:pt x="3538" y="1015"/>
                      <a:pt x="3541" y="1014"/>
                      <a:pt x="3541" y="1011"/>
                    </a:cubicBezTo>
                    <a:cubicBezTo>
                      <a:pt x="3541" y="1008"/>
                      <a:pt x="3546" y="1009"/>
                      <a:pt x="3547" y="1009"/>
                    </a:cubicBezTo>
                    <a:cubicBezTo>
                      <a:pt x="3549" y="1009"/>
                      <a:pt x="3550" y="1009"/>
                      <a:pt x="3552" y="1005"/>
                    </a:cubicBezTo>
                    <a:cubicBezTo>
                      <a:pt x="3554" y="1001"/>
                      <a:pt x="3556" y="1004"/>
                      <a:pt x="3559" y="1005"/>
                    </a:cubicBezTo>
                    <a:cubicBezTo>
                      <a:pt x="3561" y="1005"/>
                      <a:pt x="3565" y="1007"/>
                      <a:pt x="3564" y="1010"/>
                    </a:cubicBezTo>
                    <a:cubicBezTo>
                      <a:pt x="3564" y="1013"/>
                      <a:pt x="3568" y="1014"/>
                      <a:pt x="3570" y="1016"/>
                    </a:cubicBezTo>
                    <a:cubicBezTo>
                      <a:pt x="3572" y="1017"/>
                      <a:pt x="3572" y="1017"/>
                      <a:pt x="3571" y="1019"/>
                    </a:cubicBezTo>
                    <a:cubicBezTo>
                      <a:pt x="3570" y="1020"/>
                      <a:pt x="3570" y="1023"/>
                      <a:pt x="3574" y="1022"/>
                    </a:cubicBezTo>
                    <a:cubicBezTo>
                      <a:pt x="3579" y="1022"/>
                      <a:pt x="3579" y="1022"/>
                      <a:pt x="3580" y="1024"/>
                    </a:cubicBezTo>
                    <a:cubicBezTo>
                      <a:pt x="3580" y="1025"/>
                      <a:pt x="3582" y="1027"/>
                      <a:pt x="3589" y="1025"/>
                    </a:cubicBezTo>
                    <a:cubicBezTo>
                      <a:pt x="3596" y="1023"/>
                      <a:pt x="3597" y="1022"/>
                      <a:pt x="3599" y="1024"/>
                    </a:cubicBezTo>
                    <a:cubicBezTo>
                      <a:pt x="3602" y="1025"/>
                      <a:pt x="3603" y="1027"/>
                      <a:pt x="3608" y="1026"/>
                    </a:cubicBezTo>
                    <a:cubicBezTo>
                      <a:pt x="3613" y="1024"/>
                      <a:pt x="3617" y="1027"/>
                      <a:pt x="3619" y="1024"/>
                    </a:cubicBezTo>
                    <a:cubicBezTo>
                      <a:pt x="3622" y="1022"/>
                      <a:pt x="3623" y="1021"/>
                      <a:pt x="3624" y="1021"/>
                    </a:cubicBezTo>
                    <a:cubicBezTo>
                      <a:pt x="3626" y="1020"/>
                      <a:pt x="3631" y="1020"/>
                      <a:pt x="3634" y="1023"/>
                    </a:cubicBezTo>
                    <a:cubicBezTo>
                      <a:pt x="3637" y="1026"/>
                      <a:pt x="3637" y="1029"/>
                      <a:pt x="3639" y="1024"/>
                    </a:cubicBezTo>
                    <a:cubicBezTo>
                      <a:pt x="3642" y="1020"/>
                      <a:pt x="3642" y="1021"/>
                      <a:pt x="3643" y="1018"/>
                    </a:cubicBezTo>
                    <a:cubicBezTo>
                      <a:pt x="3645" y="1014"/>
                      <a:pt x="3644" y="1015"/>
                      <a:pt x="3645" y="1010"/>
                    </a:cubicBezTo>
                    <a:cubicBezTo>
                      <a:pt x="3646" y="1005"/>
                      <a:pt x="3645" y="1000"/>
                      <a:pt x="3644" y="999"/>
                    </a:cubicBezTo>
                    <a:cubicBezTo>
                      <a:pt x="3643" y="998"/>
                      <a:pt x="3637" y="995"/>
                      <a:pt x="3634" y="994"/>
                    </a:cubicBezTo>
                    <a:cubicBezTo>
                      <a:pt x="3632" y="992"/>
                      <a:pt x="3631" y="987"/>
                      <a:pt x="3627" y="982"/>
                    </a:cubicBezTo>
                    <a:cubicBezTo>
                      <a:pt x="3621" y="973"/>
                      <a:pt x="3624" y="980"/>
                      <a:pt x="3619" y="975"/>
                    </a:cubicBezTo>
                    <a:cubicBezTo>
                      <a:pt x="3617" y="972"/>
                      <a:pt x="3621" y="967"/>
                      <a:pt x="3623" y="967"/>
                    </a:cubicBezTo>
                    <a:cubicBezTo>
                      <a:pt x="3626" y="967"/>
                      <a:pt x="3639" y="965"/>
                      <a:pt x="3640" y="967"/>
                    </a:cubicBezTo>
                    <a:cubicBezTo>
                      <a:pt x="3645" y="966"/>
                      <a:pt x="3648" y="966"/>
                      <a:pt x="3650" y="966"/>
                    </a:cubicBezTo>
                    <a:cubicBezTo>
                      <a:pt x="3653" y="966"/>
                      <a:pt x="3656" y="965"/>
                      <a:pt x="3659" y="963"/>
                    </a:cubicBezTo>
                    <a:cubicBezTo>
                      <a:pt x="3662" y="960"/>
                      <a:pt x="3671" y="957"/>
                      <a:pt x="3675" y="959"/>
                    </a:cubicBezTo>
                    <a:cubicBezTo>
                      <a:pt x="3678" y="960"/>
                      <a:pt x="3681" y="955"/>
                      <a:pt x="3682" y="952"/>
                    </a:cubicBezTo>
                    <a:cubicBezTo>
                      <a:pt x="3683" y="949"/>
                      <a:pt x="3689" y="943"/>
                      <a:pt x="3691" y="940"/>
                    </a:cubicBezTo>
                    <a:cubicBezTo>
                      <a:pt x="3692" y="937"/>
                      <a:pt x="3692" y="934"/>
                      <a:pt x="3692" y="929"/>
                    </a:cubicBezTo>
                    <a:cubicBezTo>
                      <a:pt x="3692" y="925"/>
                      <a:pt x="3693" y="923"/>
                      <a:pt x="3698" y="918"/>
                    </a:cubicBezTo>
                    <a:cubicBezTo>
                      <a:pt x="3703" y="913"/>
                      <a:pt x="3708" y="915"/>
                      <a:pt x="3709" y="918"/>
                    </a:cubicBezTo>
                    <a:cubicBezTo>
                      <a:pt x="3711" y="920"/>
                      <a:pt x="3713" y="919"/>
                      <a:pt x="3715" y="916"/>
                    </a:cubicBezTo>
                    <a:cubicBezTo>
                      <a:pt x="3717" y="913"/>
                      <a:pt x="3718" y="910"/>
                      <a:pt x="3720" y="912"/>
                    </a:cubicBezTo>
                    <a:cubicBezTo>
                      <a:pt x="3721" y="914"/>
                      <a:pt x="3722" y="906"/>
                      <a:pt x="3723" y="901"/>
                    </a:cubicBezTo>
                    <a:cubicBezTo>
                      <a:pt x="3723" y="896"/>
                      <a:pt x="3723" y="879"/>
                      <a:pt x="3722" y="870"/>
                    </a:cubicBezTo>
                    <a:cubicBezTo>
                      <a:pt x="3722" y="861"/>
                      <a:pt x="3727" y="856"/>
                      <a:pt x="3728" y="857"/>
                    </a:cubicBezTo>
                    <a:cubicBezTo>
                      <a:pt x="3729" y="858"/>
                      <a:pt x="3734" y="861"/>
                      <a:pt x="3737" y="858"/>
                    </a:cubicBezTo>
                    <a:cubicBezTo>
                      <a:pt x="3740" y="855"/>
                      <a:pt x="3740" y="857"/>
                      <a:pt x="3740" y="860"/>
                    </a:cubicBezTo>
                    <a:cubicBezTo>
                      <a:pt x="3740" y="863"/>
                      <a:pt x="3745" y="863"/>
                      <a:pt x="3748" y="863"/>
                    </a:cubicBezTo>
                    <a:cubicBezTo>
                      <a:pt x="3751" y="863"/>
                      <a:pt x="3749" y="867"/>
                      <a:pt x="3748" y="872"/>
                    </a:cubicBezTo>
                    <a:cubicBezTo>
                      <a:pt x="3747" y="876"/>
                      <a:pt x="3761" y="886"/>
                      <a:pt x="3761" y="886"/>
                    </a:cubicBezTo>
                    <a:cubicBezTo>
                      <a:pt x="3761" y="886"/>
                      <a:pt x="3766" y="890"/>
                      <a:pt x="3768" y="890"/>
                    </a:cubicBezTo>
                    <a:cubicBezTo>
                      <a:pt x="3771" y="890"/>
                      <a:pt x="3769" y="888"/>
                      <a:pt x="3771" y="886"/>
                    </a:cubicBezTo>
                    <a:cubicBezTo>
                      <a:pt x="3773" y="885"/>
                      <a:pt x="3776" y="892"/>
                      <a:pt x="3777" y="896"/>
                    </a:cubicBezTo>
                    <a:cubicBezTo>
                      <a:pt x="3777" y="897"/>
                      <a:pt x="3778" y="898"/>
                      <a:pt x="3780" y="899"/>
                    </a:cubicBezTo>
                    <a:cubicBezTo>
                      <a:pt x="3781" y="899"/>
                      <a:pt x="3781" y="898"/>
                      <a:pt x="3782" y="897"/>
                    </a:cubicBezTo>
                    <a:cubicBezTo>
                      <a:pt x="3784" y="894"/>
                      <a:pt x="3784" y="895"/>
                      <a:pt x="3783" y="892"/>
                    </a:cubicBezTo>
                    <a:cubicBezTo>
                      <a:pt x="3781" y="889"/>
                      <a:pt x="3779" y="888"/>
                      <a:pt x="3779" y="884"/>
                    </a:cubicBezTo>
                    <a:cubicBezTo>
                      <a:pt x="3779" y="880"/>
                      <a:pt x="3774" y="879"/>
                      <a:pt x="3775" y="875"/>
                    </a:cubicBezTo>
                    <a:cubicBezTo>
                      <a:pt x="3775" y="873"/>
                      <a:pt x="3772" y="873"/>
                      <a:pt x="3770" y="874"/>
                    </a:cubicBezTo>
                    <a:cubicBezTo>
                      <a:pt x="3768" y="875"/>
                      <a:pt x="3765" y="877"/>
                      <a:pt x="3762" y="875"/>
                    </a:cubicBezTo>
                    <a:cubicBezTo>
                      <a:pt x="3760" y="872"/>
                      <a:pt x="3764" y="871"/>
                      <a:pt x="3766" y="869"/>
                    </a:cubicBezTo>
                    <a:cubicBezTo>
                      <a:pt x="3769" y="867"/>
                      <a:pt x="3769" y="864"/>
                      <a:pt x="3773" y="864"/>
                    </a:cubicBezTo>
                    <a:cubicBezTo>
                      <a:pt x="3776" y="864"/>
                      <a:pt x="3780" y="862"/>
                      <a:pt x="3783" y="859"/>
                    </a:cubicBezTo>
                    <a:cubicBezTo>
                      <a:pt x="3785" y="856"/>
                      <a:pt x="3789" y="856"/>
                      <a:pt x="3791" y="855"/>
                    </a:cubicBezTo>
                    <a:cubicBezTo>
                      <a:pt x="3794" y="855"/>
                      <a:pt x="3798" y="851"/>
                      <a:pt x="3800" y="849"/>
                    </a:cubicBezTo>
                    <a:cubicBezTo>
                      <a:pt x="3801" y="847"/>
                      <a:pt x="3802" y="845"/>
                      <a:pt x="3801" y="843"/>
                    </a:cubicBezTo>
                    <a:cubicBezTo>
                      <a:pt x="3799" y="840"/>
                      <a:pt x="3801" y="834"/>
                      <a:pt x="3802" y="832"/>
                    </a:cubicBezTo>
                    <a:cubicBezTo>
                      <a:pt x="3804" y="829"/>
                      <a:pt x="3803" y="828"/>
                      <a:pt x="3803" y="826"/>
                    </a:cubicBezTo>
                    <a:cubicBezTo>
                      <a:pt x="3803" y="823"/>
                      <a:pt x="3803" y="820"/>
                      <a:pt x="3802" y="819"/>
                    </a:cubicBezTo>
                    <a:cubicBezTo>
                      <a:pt x="3801" y="818"/>
                      <a:pt x="3802" y="815"/>
                      <a:pt x="3804" y="811"/>
                    </a:cubicBezTo>
                    <a:cubicBezTo>
                      <a:pt x="3806" y="807"/>
                      <a:pt x="3805" y="798"/>
                      <a:pt x="3805" y="798"/>
                    </a:cubicBezTo>
                    <a:cubicBezTo>
                      <a:pt x="3805" y="798"/>
                      <a:pt x="3804" y="793"/>
                      <a:pt x="3798" y="793"/>
                    </a:cubicBezTo>
                    <a:cubicBezTo>
                      <a:pt x="3793" y="793"/>
                      <a:pt x="3795" y="791"/>
                      <a:pt x="3795" y="785"/>
                    </a:cubicBezTo>
                    <a:cubicBezTo>
                      <a:pt x="3795" y="778"/>
                      <a:pt x="3794" y="776"/>
                      <a:pt x="3792" y="772"/>
                    </a:cubicBezTo>
                    <a:cubicBezTo>
                      <a:pt x="3790" y="768"/>
                      <a:pt x="3789" y="767"/>
                      <a:pt x="3790" y="762"/>
                    </a:cubicBezTo>
                    <a:cubicBezTo>
                      <a:pt x="3791" y="757"/>
                      <a:pt x="3790" y="756"/>
                      <a:pt x="3790" y="754"/>
                    </a:cubicBezTo>
                    <a:cubicBezTo>
                      <a:pt x="3790" y="752"/>
                      <a:pt x="3788" y="750"/>
                      <a:pt x="3791" y="747"/>
                    </a:cubicBezTo>
                    <a:cubicBezTo>
                      <a:pt x="3794" y="745"/>
                      <a:pt x="3793" y="738"/>
                      <a:pt x="3793" y="739"/>
                    </a:cubicBezTo>
                    <a:cubicBezTo>
                      <a:pt x="3783" y="720"/>
                      <a:pt x="3783" y="720"/>
                      <a:pt x="3783" y="720"/>
                    </a:cubicBezTo>
                    <a:cubicBezTo>
                      <a:pt x="3783" y="720"/>
                      <a:pt x="3766" y="690"/>
                      <a:pt x="3764" y="686"/>
                    </a:cubicBezTo>
                    <a:cubicBezTo>
                      <a:pt x="3761" y="682"/>
                      <a:pt x="3759" y="684"/>
                      <a:pt x="3757" y="684"/>
                    </a:cubicBezTo>
                    <a:cubicBezTo>
                      <a:pt x="3755" y="684"/>
                      <a:pt x="3757" y="678"/>
                      <a:pt x="3761" y="672"/>
                    </a:cubicBezTo>
                    <a:cubicBezTo>
                      <a:pt x="3765" y="666"/>
                      <a:pt x="3766" y="669"/>
                      <a:pt x="3768" y="669"/>
                    </a:cubicBezTo>
                    <a:cubicBezTo>
                      <a:pt x="3770" y="669"/>
                      <a:pt x="3771" y="670"/>
                      <a:pt x="3772" y="668"/>
                    </a:cubicBezTo>
                    <a:cubicBezTo>
                      <a:pt x="3773" y="666"/>
                      <a:pt x="3776" y="668"/>
                      <a:pt x="3781" y="666"/>
                    </a:cubicBezTo>
                    <a:cubicBezTo>
                      <a:pt x="3786" y="664"/>
                      <a:pt x="3787" y="662"/>
                      <a:pt x="3787" y="660"/>
                    </a:cubicBezTo>
                    <a:cubicBezTo>
                      <a:pt x="3787" y="657"/>
                      <a:pt x="3787" y="657"/>
                      <a:pt x="3789" y="654"/>
                    </a:cubicBezTo>
                    <a:cubicBezTo>
                      <a:pt x="3791" y="651"/>
                      <a:pt x="3792" y="648"/>
                      <a:pt x="3793" y="646"/>
                    </a:cubicBezTo>
                    <a:cubicBezTo>
                      <a:pt x="3793" y="643"/>
                      <a:pt x="3794" y="639"/>
                      <a:pt x="3796" y="637"/>
                    </a:cubicBezTo>
                    <a:cubicBezTo>
                      <a:pt x="3798" y="634"/>
                      <a:pt x="3801" y="630"/>
                      <a:pt x="3801" y="628"/>
                    </a:cubicBezTo>
                    <a:cubicBezTo>
                      <a:pt x="3801" y="626"/>
                      <a:pt x="3803" y="623"/>
                      <a:pt x="3805" y="625"/>
                    </a:cubicBezTo>
                    <a:cubicBezTo>
                      <a:pt x="3806" y="627"/>
                      <a:pt x="3808" y="628"/>
                      <a:pt x="3813" y="630"/>
                    </a:cubicBezTo>
                    <a:cubicBezTo>
                      <a:pt x="3817" y="632"/>
                      <a:pt x="3824" y="632"/>
                      <a:pt x="3830" y="633"/>
                    </a:cubicBezTo>
                    <a:cubicBezTo>
                      <a:pt x="3835" y="633"/>
                      <a:pt x="3856" y="635"/>
                      <a:pt x="3865" y="636"/>
                    </a:cubicBezTo>
                    <a:cubicBezTo>
                      <a:pt x="3868" y="637"/>
                      <a:pt x="3870" y="637"/>
                      <a:pt x="3873" y="636"/>
                    </a:cubicBezTo>
                    <a:cubicBezTo>
                      <a:pt x="3876" y="636"/>
                      <a:pt x="3879" y="635"/>
                      <a:pt x="3881" y="632"/>
                    </a:cubicBezTo>
                    <a:cubicBezTo>
                      <a:pt x="3884" y="628"/>
                      <a:pt x="3886" y="621"/>
                      <a:pt x="3884" y="618"/>
                    </a:cubicBezTo>
                    <a:cubicBezTo>
                      <a:pt x="3883" y="618"/>
                      <a:pt x="3883" y="617"/>
                      <a:pt x="3883" y="617"/>
                    </a:cubicBezTo>
                    <a:cubicBezTo>
                      <a:pt x="3878" y="614"/>
                      <a:pt x="3878" y="610"/>
                      <a:pt x="3879" y="604"/>
                    </a:cubicBezTo>
                    <a:cubicBezTo>
                      <a:pt x="3880" y="598"/>
                      <a:pt x="3879" y="590"/>
                      <a:pt x="3884" y="587"/>
                    </a:cubicBezTo>
                    <a:cubicBezTo>
                      <a:pt x="3889" y="583"/>
                      <a:pt x="3891" y="582"/>
                      <a:pt x="3892" y="576"/>
                    </a:cubicBezTo>
                    <a:cubicBezTo>
                      <a:pt x="3892" y="576"/>
                      <a:pt x="3892" y="575"/>
                      <a:pt x="3892" y="575"/>
                    </a:cubicBezTo>
                    <a:cubicBezTo>
                      <a:pt x="3892" y="570"/>
                      <a:pt x="3891" y="569"/>
                      <a:pt x="3892" y="566"/>
                    </a:cubicBezTo>
                    <a:cubicBezTo>
                      <a:pt x="3892" y="562"/>
                      <a:pt x="3893" y="562"/>
                      <a:pt x="3891" y="560"/>
                    </a:cubicBezTo>
                    <a:cubicBezTo>
                      <a:pt x="3889" y="558"/>
                      <a:pt x="3889" y="557"/>
                      <a:pt x="3890" y="555"/>
                    </a:cubicBezTo>
                    <a:cubicBezTo>
                      <a:pt x="3891" y="555"/>
                      <a:pt x="3891" y="555"/>
                      <a:pt x="3891" y="555"/>
                    </a:cubicBezTo>
                    <a:cubicBezTo>
                      <a:pt x="3894" y="554"/>
                      <a:pt x="3896" y="553"/>
                      <a:pt x="3896" y="552"/>
                    </a:cubicBezTo>
                    <a:cubicBezTo>
                      <a:pt x="3896" y="550"/>
                      <a:pt x="3897" y="547"/>
                      <a:pt x="3899" y="545"/>
                    </a:cubicBezTo>
                    <a:cubicBezTo>
                      <a:pt x="3900" y="542"/>
                      <a:pt x="3901" y="537"/>
                      <a:pt x="3899" y="533"/>
                    </a:cubicBezTo>
                    <a:cubicBezTo>
                      <a:pt x="3896" y="529"/>
                      <a:pt x="3898" y="526"/>
                      <a:pt x="3902" y="523"/>
                    </a:cubicBezTo>
                    <a:cubicBezTo>
                      <a:pt x="3905" y="520"/>
                      <a:pt x="3905" y="515"/>
                      <a:pt x="3904" y="512"/>
                    </a:cubicBezTo>
                    <a:cubicBezTo>
                      <a:pt x="3904" y="510"/>
                      <a:pt x="3904" y="507"/>
                      <a:pt x="3902" y="504"/>
                    </a:cubicBezTo>
                    <a:cubicBezTo>
                      <a:pt x="3901" y="502"/>
                      <a:pt x="3900" y="499"/>
                      <a:pt x="3899" y="497"/>
                    </a:cubicBezTo>
                    <a:cubicBezTo>
                      <a:pt x="3898" y="495"/>
                      <a:pt x="3899" y="488"/>
                      <a:pt x="3902" y="483"/>
                    </a:cubicBezTo>
                    <a:cubicBezTo>
                      <a:pt x="3904" y="479"/>
                      <a:pt x="3904" y="477"/>
                      <a:pt x="3903" y="474"/>
                    </a:cubicBezTo>
                    <a:cubicBezTo>
                      <a:pt x="3903" y="472"/>
                      <a:pt x="3902" y="466"/>
                      <a:pt x="3900" y="458"/>
                    </a:cubicBezTo>
                    <a:cubicBezTo>
                      <a:pt x="3899" y="450"/>
                      <a:pt x="3900" y="443"/>
                      <a:pt x="3904" y="440"/>
                    </a:cubicBezTo>
                    <a:cubicBezTo>
                      <a:pt x="3908" y="436"/>
                      <a:pt x="3904" y="430"/>
                      <a:pt x="3902" y="428"/>
                    </a:cubicBezTo>
                    <a:cubicBezTo>
                      <a:pt x="3900" y="425"/>
                      <a:pt x="3901" y="421"/>
                      <a:pt x="3904" y="415"/>
                    </a:cubicBezTo>
                    <a:cubicBezTo>
                      <a:pt x="3907" y="410"/>
                      <a:pt x="3913" y="406"/>
                      <a:pt x="3915" y="405"/>
                    </a:cubicBezTo>
                    <a:cubicBezTo>
                      <a:pt x="3917" y="405"/>
                      <a:pt x="3919" y="405"/>
                      <a:pt x="3920" y="401"/>
                    </a:cubicBezTo>
                    <a:cubicBezTo>
                      <a:pt x="3920" y="398"/>
                      <a:pt x="3920" y="397"/>
                      <a:pt x="3921" y="394"/>
                    </a:cubicBezTo>
                    <a:cubicBezTo>
                      <a:pt x="3922" y="391"/>
                      <a:pt x="3924" y="391"/>
                      <a:pt x="3925" y="383"/>
                    </a:cubicBezTo>
                    <a:cubicBezTo>
                      <a:pt x="3925" y="376"/>
                      <a:pt x="3924" y="375"/>
                      <a:pt x="3922" y="373"/>
                    </a:cubicBezTo>
                    <a:cubicBezTo>
                      <a:pt x="3920" y="372"/>
                      <a:pt x="3918" y="372"/>
                      <a:pt x="3918" y="370"/>
                    </a:cubicBezTo>
                    <a:cubicBezTo>
                      <a:pt x="3917" y="369"/>
                      <a:pt x="3918" y="366"/>
                      <a:pt x="3914" y="366"/>
                    </a:cubicBezTo>
                    <a:cubicBezTo>
                      <a:pt x="3911" y="365"/>
                      <a:pt x="3910" y="362"/>
                      <a:pt x="3909" y="359"/>
                    </a:cubicBezTo>
                    <a:cubicBezTo>
                      <a:pt x="3908" y="356"/>
                      <a:pt x="3908" y="354"/>
                      <a:pt x="3910" y="350"/>
                    </a:cubicBezTo>
                    <a:cubicBezTo>
                      <a:pt x="3912" y="347"/>
                      <a:pt x="3911" y="342"/>
                      <a:pt x="3910" y="340"/>
                    </a:cubicBezTo>
                    <a:cubicBezTo>
                      <a:pt x="3910" y="338"/>
                      <a:pt x="3911" y="335"/>
                      <a:pt x="3912" y="331"/>
                    </a:cubicBezTo>
                    <a:cubicBezTo>
                      <a:pt x="3914" y="328"/>
                      <a:pt x="3922" y="323"/>
                      <a:pt x="3926" y="317"/>
                    </a:cubicBezTo>
                    <a:close/>
                  </a:path>
                </a:pathLst>
              </a:custGeom>
              <a:solidFill>
                <a:srgbClr val="D9E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" name="íSḷiḑé"/>
              <p:cNvSpPr/>
              <p:nvPr/>
            </p:nvSpPr>
            <p:spPr bwMode="auto">
              <a:xfrm>
                <a:off x="3732213" y="4791075"/>
                <a:ext cx="25400" cy="7938"/>
              </a:xfrm>
              <a:custGeom>
                <a:avLst/>
                <a:gdLst>
                  <a:gd name="T0" fmla="*/ 0 w 12"/>
                  <a:gd name="T1" fmla="*/ 4 h 4"/>
                  <a:gd name="T2" fmla="*/ 10 w 12"/>
                  <a:gd name="T3" fmla="*/ 0 h 4"/>
                  <a:gd name="T4" fmla="*/ 12 w 12"/>
                  <a:gd name="T5" fmla="*/ 1 h 4"/>
                  <a:gd name="T6" fmla="*/ 0 w 1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4"/>
                    </a:moveTo>
                    <a:cubicBezTo>
                      <a:pt x="5" y="2"/>
                      <a:pt x="10" y="1"/>
                      <a:pt x="10" y="0"/>
                    </a:cubicBezTo>
                    <a:cubicBezTo>
                      <a:pt x="10" y="1"/>
                      <a:pt x="11" y="1"/>
                      <a:pt x="12" y="1"/>
                    </a:cubicBezTo>
                    <a:cubicBezTo>
                      <a:pt x="10" y="2"/>
                      <a:pt x="5" y="3"/>
                      <a:pt x="0" y="4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" name="iṧḻíďé"/>
              <p:cNvSpPr/>
              <p:nvPr/>
            </p:nvSpPr>
            <p:spPr bwMode="auto">
              <a:xfrm>
                <a:off x="8097838" y="1316038"/>
                <a:ext cx="1588" cy="1588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1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6" name="iṩ1ide"/>
              <p:cNvSpPr/>
              <p:nvPr/>
            </p:nvSpPr>
            <p:spPr bwMode="auto">
              <a:xfrm>
                <a:off x="8582025" y="5387975"/>
                <a:ext cx="312738" cy="681038"/>
              </a:xfrm>
              <a:custGeom>
                <a:avLst/>
                <a:gdLst>
                  <a:gd name="T0" fmla="*/ 132 w 146"/>
                  <a:gd name="T1" fmla="*/ 21 h 318"/>
                  <a:gd name="T2" fmla="*/ 115 w 146"/>
                  <a:gd name="T3" fmla="*/ 10 h 318"/>
                  <a:gd name="T4" fmla="*/ 107 w 146"/>
                  <a:gd name="T5" fmla="*/ 4 h 318"/>
                  <a:gd name="T6" fmla="*/ 88 w 146"/>
                  <a:gd name="T7" fmla="*/ 25 h 318"/>
                  <a:gd name="T8" fmla="*/ 61 w 146"/>
                  <a:gd name="T9" fmla="*/ 49 h 318"/>
                  <a:gd name="T10" fmla="*/ 49 w 146"/>
                  <a:gd name="T11" fmla="*/ 72 h 318"/>
                  <a:gd name="T12" fmla="*/ 41 w 146"/>
                  <a:gd name="T13" fmla="*/ 83 h 318"/>
                  <a:gd name="T14" fmla="*/ 39 w 146"/>
                  <a:gd name="T15" fmla="*/ 91 h 318"/>
                  <a:gd name="T16" fmla="*/ 35 w 146"/>
                  <a:gd name="T17" fmla="*/ 98 h 318"/>
                  <a:gd name="T18" fmla="*/ 31 w 146"/>
                  <a:gd name="T19" fmla="*/ 106 h 318"/>
                  <a:gd name="T20" fmla="*/ 28 w 146"/>
                  <a:gd name="T21" fmla="*/ 115 h 318"/>
                  <a:gd name="T22" fmla="*/ 24 w 146"/>
                  <a:gd name="T23" fmla="*/ 126 h 318"/>
                  <a:gd name="T24" fmla="*/ 18 w 146"/>
                  <a:gd name="T25" fmla="*/ 137 h 318"/>
                  <a:gd name="T26" fmla="*/ 15 w 146"/>
                  <a:gd name="T27" fmla="*/ 144 h 318"/>
                  <a:gd name="T28" fmla="*/ 5 w 146"/>
                  <a:gd name="T29" fmla="*/ 173 h 318"/>
                  <a:gd name="T30" fmla="*/ 7 w 146"/>
                  <a:gd name="T31" fmla="*/ 187 h 318"/>
                  <a:gd name="T32" fmla="*/ 4 w 146"/>
                  <a:gd name="T33" fmla="*/ 206 h 318"/>
                  <a:gd name="T34" fmla="*/ 5 w 146"/>
                  <a:gd name="T35" fmla="*/ 214 h 318"/>
                  <a:gd name="T36" fmla="*/ 3 w 146"/>
                  <a:gd name="T37" fmla="*/ 220 h 318"/>
                  <a:gd name="T38" fmla="*/ 10 w 146"/>
                  <a:gd name="T39" fmla="*/ 227 h 318"/>
                  <a:gd name="T40" fmla="*/ 18 w 146"/>
                  <a:gd name="T41" fmla="*/ 244 h 318"/>
                  <a:gd name="T42" fmla="*/ 26 w 146"/>
                  <a:gd name="T43" fmla="*/ 258 h 318"/>
                  <a:gd name="T44" fmla="*/ 48 w 146"/>
                  <a:gd name="T45" fmla="*/ 276 h 318"/>
                  <a:gd name="T46" fmla="*/ 59 w 146"/>
                  <a:gd name="T47" fmla="*/ 291 h 318"/>
                  <a:gd name="T48" fmla="*/ 65 w 146"/>
                  <a:gd name="T49" fmla="*/ 309 h 318"/>
                  <a:gd name="T50" fmla="*/ 72 w 146"/>
                  <a:gd name="T51" fmla="*/ 316 h 318"/>
                  <a:gd name="T52" fmla="*/ 80 w 146"/>
                  <a:gd name="T53" fmla="*/ 309 h 318"/>
                  <a:gd name="T54" fmla="*/ 80 w 146"/>
                  <a:gd name="T55" fmla="*/ 289 h 318"/>
                  <a:gd name="T56" fmla="*/ 86 w 146"/>
                  <a:gd name="T57" fmla="*/ 264 h 318"/>
                  <a:gd name="T58" fmla="*/ 93 w 146"/>
                  <a:gd name="T59" fmla="*/ 252 h 318"/>
                  <a:gd name="T60" fmla="*/ 101 w 146"/>
                  <a:gd name="T61" fmla="*/ 233 h 318"/>
                  <a:gd name="T62" fmla="*/ 107 w 146"/>
                  <a:gd name="T63" fmla="*/ 223 h 318"/>
                  <a:gd name="T64" fmla="*/ 116 w 146"/>
                  <a:gd name="T65" fmla="*/ 213 h 318"/>
                  <a:gd name="T66" fmla="*/ 118 w 146"/>
                  <a:gd name="T67" fmla="*/ 200 h 318"/>
                  <a:gd name="T68" fmla="*/ 122 w 146"/>
                  <a:gd name="T69" fmla="*/ 183 h 318"/>
                  <a:gd name="T70" fmla="*/ 125 w 146"/>
                  <a:gd name="T71" fmla="*/ 167 h 318"/>
                  <a:gd name="T72" fmla="*/ 123 w 146"/>
                  <a:gd name="T73" fmla="*/ 166 h 318"/>
                  <a:gd name="T74" fmla="*/ 123 w 146"/>
                  <a:gd name="T75" fmla="*/ 166 h 318"/>
                  <a:gd name="T76" fmla="*/ 125 w 146"/>
                  <a:gd name="T77" fmla="*/ 159 h 318"/>
                  <a:gd name="T78" fmla="*/ 128 w 146"/>
                  <a:gd name="T79" fmla="*/ 132 h 318"/>
                  <a:gd name="T80" fmla="*/ 133 w 146"/>
                  <a:gd name="T81" fmla="*/ 106 h 318"/>
                  <a:gd name="T82" fmla="*/ 139 w 146"/>
                  <a:gd name="T83" fmla="*/ 83 h 318"/>
                  <a:gd name="T84" fmla="*/ 139 w 146"/>
                  <a:gd name="T85" fmla="*/ 70 h 318"/>
                  <a:gd name="T86" fmla="*/ 136 w 146"/>
                  <a:gd name="T87" fmla="*/ 50 h 318"/>
                  <a:gd name="T88" fmla="*/ 144 w 146"/>
                  <a:gd name="T89" fmla="*/ 37 h 318"/>
                  <a:gd name="T90" fmla="*/ 132 w 146"/>
                  <a:gd name="T91" fmla="*/ 21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6" h="318">
                    <a:moveTo>
                      <a:pt x="132" y="21"/>
                    </a:moveTo>
                    <a:cubicBezTo>
                      <a:pt x="128" y="20"/>
                      <a:pt x="114" y="14"/>
                      <a:pt x="115" y="10"/>
                    </a:cubicBezTo>
                    <a:cubicBezTo>
                      <a:pt x="116" y="5"/>
                      <a:pt x="111" y="0"/>
                      <a:pt x="107" y="4"/>
                    </a:cubicBezTo>
                    <a:cubicBezTo>
                      <a:pt x="102" y="9"/>
                      <a:pt x="93" y="22"/>
                      <a:pt x="88" y="25"/>
                    </a:cubicBezTo>
                    <a:cubicBezTo>
                      <a:pt x="84" y="27"/>
                      <a:pt x="65" y="36"/>
                      <a:pt x="61" y="49"/>
                    </a:cubicBezTo>
                    <a:cubicBezTo>
                      <a:pt x="58" y="62"/>
                      <a:pt x="52" y="68"/>
                      <a:pt x="49" y="72"/>
                    </a:cubicBezTo>
                    <a:cubicBezTo>
                      <a:pt x="46" y="76"/>
                      <a:pt x="40" y="79"/>
                      <a:pt x="41" y="83"/>
                    </a:cubicBezTo>
                    <a:cubicBezTo>
                      <a:pt x="42" y="88"/>
                      <a:pt x="41" y="88"/>
                      <a:pt x="39" y="91"/>
                    </a:cubicBezTo>
                    <a:cubicBezTo>
                      <a:pt x="36" y="94"/>
                      <a:pt x="36" y="94"/>
                      <a:pt x="35" y="98"/>
                    </a:cubicBezTo>
                    <a:cubicBezTo>
                      <a:pt x="35" y="102"/>
                      <a:pt x="33" y="103"/>
                      <a:pt x="31" y="106"/>
                    </a:cubicBezTo>
                    <a:cubicBezTo>
                      <a:pt x="29" y="108"/>
                      <a:pt x="28" y="112"/>
                      <a:pt x="28" y="115"/>
                    </a:cubicBezTo>
                    <a:cubicBezTo>
                      <a:pt x="28" y="118"/>
                      <a:pt x="26" y="123"/>
                      <a:pt x="24" y="126"/>
                    </a:cubicBezTo>
                    <a:cubicBezTo>
                      <a:pt x="22" y="129"/>
                      <a:pt x="20" y="134"/>
                      <a:pt x="18" y="137"/>
                    </a:cubicBezTo>
                    <a:cubicBezTo>
                      <a:pt x="17" y="140"/>
                      <a:pt x="16" y="142"/>
                      <a:pt x="15" y="144"/>
                    </a:cubicBezTo>
                    <a:cubicBezTo>
                      <a:pt x="12" y="147"/>
                      <a:pt x="5" y="171"/>
                      <a:pt x="5" y="173"/>
                    </a:cubicBezTo>
                    <a:cubicBezTo>
                      <a:pt x="7" y="177"/>
                      <a:pt x="7" y="179"/>
                      <a:pt x="7" y="187"/>
                    </a:cubicBezTo>
                    <a:cubicBezTo>
                      <a:pt x="7" y="192"/>
                      <a:pt x="5" y="200"/>
                      <a:pt x="4" y="206"/>
                    </a:cubicBezTo>
                    <a:cubicBezTo>
                      <a:pt x="4" y="208"/>
                      <a:pt x="4" y="211"/>
                      <a:pt x="5" y="214"/>
                    </a:cubicBezTo>
                    <a:cubicBezTo>
                      <a:pt x="6" y="217"/>
                      <a:pt x="5" y="218"/>
                      <a:pt x="3" y="220"/>
                    </a:cubicBezTo>
                    <a:cubicBezTo>
                      <a:pt x="0" y="225"/>
                      <a:pt x="9" y="223"/>
                      <a:pt x="10" y="227"/>
                    </a:cubicBezTo>
                    <a:cubicBezTo>
                      <a:pt x="12" y="234"/>
                      <a:pt x="18" y="238"/>
                      <a:pt x="18" y="244"/>
                    </a:cubicBezTo>
                    <a:cubicBezTo>
                      <a:pt x="18" y="250"/>
                      <a:pt x="26" y="251"/>
                      <a:pt x="26" y="258"/>
                    </a:cubicBezTo>
                    <a:cubicBezTo>
                      <a:pt x="25" y="273"/>
                      <a:pt x="42" y="269"/>
                      <a:pt x="48" y="276"/>
                    </a:cubicBezTo>
                    <a:cubicBezTo>
                      <a:pt x="52" y="280"/>
                      <a:pt x="57" y="284"/>
                      <a:pt x="59" y="291"/>
                    </a:cubicBezTo>
                    <a:cubicBezTo>
                      <a:pt x="61" y="297"/>
                      <a:pt x="61" y="304"/>
                      <a:pt x="65" y="309"/>
                    </a:cubicBezTo>
                    <a:cubicBezTo>
                      <a:pt x="68" y="314"/>
                      <a:pt x="70" y="315"/>
                      <a:pt x="72" y="316"/>
                    </a:cubicBezTo>
                    <a:cubicBezTo>
                      <a:pt x="75" y="316"/>
                      <a:pt x="80" y="318"/>
                      <a:pt x="80" y="309"/>
                    </a:cubicBezTo>
                    <a:cubicBezTo>
                      <a:pt x="80" y="301"/>
                      <a:pt x="81" y="298"/>
                      <a:pt x="80" y="289"/>
                    </a:cubicBezTo>
                    <a:cubicBezTo>
                      <a:pt x="79" y="280"/>
                      <a:pt x="85" y="269"/>
                      <a:pt x="86" y="264"/>
                    </a:cubicBezTo>
                    <a:cubicBezTo>
                      <a:pt x="88" y="259"/>
                      <a:pt x="88" y="257"/>
                      <a:pt x="93" y="252"/>
                    </a:cubicBezTo>
                    <a:cubicBezTo>
                      <a:pt x="97" y="247"/>
                      <a:pt x="99" y="237"/>
                      <a:pt x="101" y="233"/>
                    </a:cubicBezTo>
                    <a:cubicBezTo>
                      <a:pt x="104" y="228"/>
                      <a:pt x="104" y="227"/>
                      <a:pt x="107" y="223"/>
                    </a:cubicBezTo>
                    <a:cubicBezTo>
                      <a:pt x="111" y="220"/>
                      <a:pt x="112" y="219"/>
                      <a:pt x="116" y="213"/>
                    </a:cubicBezTo>
                    <a:cubicBezTo>
                      <a:pt x="120" y="207"/>
                      <a:pt x="118" y="207"/>
                      <a:pt x="118" y="200"/>
                    </a:cubicBezTo>
                    <a:cubicBezTo>
                      <a:pt x="118" y="194"/>
                      <a:pt x="118" y="194"/>
                      <a:pt x="122" y="183"/>
                    </a:cubicBezTo>
                    <a:cubicBezTo>
                      <a:pt x="124" y="175"/>
                      <a:pt x="125" y="173"/>
                      <a:pt x="125" y="167"/>
                    </a:cubicBezTo>
                    <a:cubicBezTo>
                      <a:pt x="123" y="166"/>
                      <a:pt x="123" y="166"/>
                      <a:pt x="123" y="166"/>
                    </a:cubicBezTo>
                    <a:cubicBezTo>
                      <a:pt x="123" y="166"/>
                      <a:pt x="123" y="166"/>
                      <a:pt x="123" y="166"/>
                    </a:cubicBezTo>
                    <a:cubicBezTo>
                      <a:pt x="125" y="165"/>
                      <a:pt x="125" y="163"/>
                      <a:pt x="125" y="159"/>
                    </a:cubicBezTo>
                    <a:cubicBezTo>
                      <a:pt x="124" y="147"/>
                      <a:pt x="126" y="141"/>
                      <a:pt x="128" y="132"/>
                    </a:cubicBezTo>
                    <a:cubicBezTo>
                      <a:pt x="130" y="119"/>
                      <a:pt x="127" y="120"/>
                      <a:pt x="133" y="106"/>
                    </a:cubicBezTo>
                    <a:cubicBezTo>
                      <a:pt x="136" y="98"/>
                      <a:pt x="138" y="88"/>
                      <a:pt x="139" y="83"/>
                    </a:cubicBezTo>
                    <a:cubicBezTo>
                      <a:pt x="140" y="78"/>
                      <a:pt x="141" y="72"/>
                      <a:pt x="139" y="70"/>
                    </a:cubicBezTo>
                    <a:cubicBezTo>
                      <a:pt x="137" y="67"/>
                      <a:pt x="131" y="55"/>
                      <a:pt x="136" y="50"/>
                    </a:cubicBezTo>
                    <a:cubicBezTo>
                      <a:pt x="141" y="45"/>
                      <a:pt x="143" y="41"/>
                      <a:pt x="144" y="37"/>
                    </a:cubicBezTo>
                    <a:cubicBezTo>
                      <a:pt x="146" y="30"/>
                      <a:pt x="137" y="23"/>
                      <a:pt x="132" y="21"/>
                    </a:cubicBezTo>
                    <a:close/>
                  </a:path>
                </a:pathLst>
              </a:custGeom>
              <a:solidFill>
                <a:srgbClr val="D9E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" name="íṥḻïḋè"/>
              <p:cNvSpPr/>
              <p:nvPr/>
            </p:nvSpPr>
            <p:spPr bwMode="auto">
              <a:xfrm>
                <a:off x="6540500" y="6489700"/>
                <a:ext cx="463550" cy="366713"/>
              </a:xfrm>
              <a:custGeom>
                <a:avLst/>
                <a:gdLst>
                  <a:gd name="T0" fmla="*/ 211 w 216"/>
                  <a:gd name="T1" fmla="*/ 34 h 171"/>
                  <a:gd name="T2" fmla="*/ 206 w 216"/>
                  <a:gd name="T3" fmla="*/ 20 h 171"/>
                  <a:gd name="T4" fmla="*/ 187 w 216"/>
                  <a:gd name="T5" fmla="*/ 15 h 171"/>
                  <a:gd name="T6" fmla="*/ 178 w 216"/>
                  <a:gd name="T7" fmla="*/ 6 h 171"/>
                  <a:gd name="T8" fmla="*/ 176 w 216"/>
                  <a:gd name="T9" fmla="*/ 17 h 171"/>
                  <a:gd name="T10" fmla="*/ 166 w 216"/>
                  <a:gd name="T11" fmla="*/ 14 h 171"/>
                  <a:gd name="T12" fmla="*/ 145 w 216"/>
                  <a:gd name="T13" fmla="*/ 11 h 171"/>
                  <a:gd name="T14" fmla="*/ 123 w 216"/>
                  <a:gd name="T15" fmla="*/ 24 h 171"/>
                  <a:gd name="T16" fmla="*/ 106 w 216"/>
                  <a:gd name="T17" fmla="*/ 21 h 171"/>
                  <a:gd name="T18" fmla="*/ 85 w 216"/>
                  <a:gd name="T19" fmla="*/ 24 h 171"/>
                  <a:gd name="T20" fmla="*/ 68 w 216"/>
                  <a:gd name="T21" fmla="*/ 25 h 171"/>
                  <a:gd name="T22" fmla="*/ 53 w 216"/>
                  <a:gd name="T23" fmla="*/ 36 h 171"/>
                  <a:gd name="T24" fmla="*/ 63 w 216"/>
                  <a:gd name="T25" fmla="*/ 36 h 171"/>
                  <a:gd name="T26" fmla="*/ 26 w 216"/>
                  <a:gd name="T27" fmla="*/ 61 h 171"/>
                  <a:gd name="T28" fmla="*/ 6 w 216"/>
                  <a:gd name="T29" fmla="*/ 76 h 171"/>
                  <a:gd name="T30" fmla="*/ 5 w 216"/>
                  <a:gd name="T31" fmla="*/ 94 h 171"/>
                  <a:gd name="T32" fmla="*/ 7 w 216"/>
                  <a:gd name="T33" fmla="*/ 124 h 171"/>
                  <a:gd name="T34" fmla="*/ 9 w 216"/>
                  <a:gd name="T35" fmla="*/ 134 h 171"/>
                  <a:gd name="T36" fmla="*/ 21 w 216"/>
                  <a:gd name="T37" fmla="*/ 146 h 171"/>
                  <a:gd name="T38" fmla="*/ 33 w 216"/>
                  <a:gd name="T39" fmla="*/ 155 h 171"/>
                  <a:gd name="T40" fmla="*/ 43 w 216"/>
                  <a:gd name="T41" fmla="*/ 158 h 171"/>
                  <a:gd name="T42" fmla="*/ 67 w 216"/>
                  <a:gd name="T43" fmla="*/ 165 h 171"/>
                  <a:gd name="T44" fmla="*/ 92 w 216"/>
                  <a:gd name="T45" fmla="*/ 170 h 171"/>
                  <a:gd name="T46" fmla="*/ 102 w 216"/>
                  <a:gd name="T47" fmla="*/ 159 h 171"/>
                  <a:gd name="T48" fmla="*/ 122 w 216"/>
                  <a:gd name="T49" fmla="*/ 149 h 171"/>
                  <a:gd name="T50" fmla="*/ 133 w 216"/>
                  <a:gd name="T51" fmla="*/ 146 h 171"/>
                  <a:gd name="T52" fmla="*/ 155 w 216"/>
                  <a:gd name="T53" fmla="*/ 126 h 171"/>
                  <a:gd name="T54" fmla="*/ 166 w 216"/>
                  <a:gd name="T55" fmla="*/ 123 h 171"/>
                  <a:gd name="T56" fmla="*/ 168 w 216"/>
                  <a:gd name="T57" fmla="*/ 111 h 171"/>
                  <a:gd name="T58" fmla="*/ 172 w 216"/>
                  <a:gd name="T59" fmla="*/ 94 h 171"/>
                  <a:gd name="T60" fmla="*/ 179 w 216"/>
                  <a:gd name="T61" fmla="*/ 76 h 171"/>
                  <a:gd name="T62" fmla="*/ 190 w 216"/>
                  <a:gd name="T63" fmla="*/ 57 h 171"/>
                  <a:gd name="T64" fmla="*/ 201 w 216"/>
                  <a:gd name="T65" fmla="*/ 57 h 171"/>
                  <a:gd name="T66" fmla="*/ 212 w 216"/>
                  <a:gd name="T67" fmla="*/ 45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6" h="171">
                    <a:moveTo>
                      <a:pt x="212" y="45"/>
                    </a:moveTo>
                    <a:cubicBezTo>
                      <a:pt x="209" y="43"/>
                      <a:pt x="211" y="41"/>
                      <a:pt x="211" y="34"/>
                    </a:cubicBezTo>
                    <a:cubicBezTo>
                      <a:pt x="211" y="27"/>
                      <a:pt x="211" y="29"/>
                      <a:pt x="210" y="28"/>
                    </a:cubicBezTo>
                    <a:cubicBezTo>
                      <a:pt x="210" y="27"/>
                      <a:pt x="207" y="25"/>
                      <a:pt x="206" y="20"/>
                    </a:cubicBezTo>
                    <a:cubicBezTo>
                      <a:pt x="205" y="16"/>
                      <a:pt x="201" y="16"/>
                      <a:pt x="198" y="16"/>
                    </a:cubicBezTo>
                    <a:cubicBezTo>
                      <a:pt x="196" y="16"/>
                      <a:pt x="190" y="16"/>
                      <a:pt x="187" y="15"/>
                    </a:cubicBezTo>
                    <a:cubicBezTo>
                      <a:pt x="184" y="13"/>
                      <a:pt x="183" y="10"/>
                      <a:pt x="182" y="5"/>
                    </a:cubicBezTo>
                    <a:cubicBezTo>
                      <a:pt x="182" y="0"/>
                      <a:pt x="180" y="3"/>
                      <a:pt x="178" y="6"/>
                    </a:cubicBezTo>
                    <a:cubicBezTo>
                      <a:pt x="175" y="9"/>
                      <a:pt x="177" y="7"/>
                      <a:pt x="174" y="9"/>
                    </a:cubicBezTo>
                    <a:cubicBezTo>
                      <a:pt x="171" y="11"/>
                      <a:pt x="172" y="14"/>
                      <a:pt x="176" y="17"/>
                    </a:cubicBezTo>
                    <a:cubicBezTo>
                      <a:pt x="179" y="20"/>
                      <a:pt x="173" y="20"/>
                      <a:pt x="172" y="19"/>
                    </a:cubicBezTo>
                    <a:cubicBezTo>
                      <a:pt x="171" y="18"/>
                      <a:pt x="170" y="16"/>
                      <a:pt x="166" y="14"/>
                    </a:cubicBezTo>
                    <a:cubicBezTo>
                      <a:pt x="162" y="12"/>
                      <a:pt x="162" y="8"/>
                      <a:pt x="159" y="9"/>
                    </a:cubicBezTo>
                    <a:cubicBezTo>
                      <a:pt x="156" y="10"/>
                      <a:pt x="151" y="12"/>
                      <a:pt x="145" y="11"/>
                    </a:cubicBezTo>
                    <a:cubicBezTo>
                      <a:pt x="139" y="10"/>
                      <a:pt x="135" y="12"/>
                      <a:pt x="134" y="18"/>
                    </a:cubicBezTo>
                    <a:cubicBezTo>
                      <a:pt x="133" y="24"/>
                      <a:pt x="124" y="26"/>
                      <a:pt x="123" y="24"/>
                    </a:cubicBezTo>
                    <a:cubicBezTo>
                      <a:pt x="121" y="22"/>
                      <a:pt x="121" y="24"/>
                      <a:pt x="115" y="20"/>
                    </a:cubicBezTo>
                    <a:cubicBezTo>
                      <a:pt x="109" y="17"/>
                      <a:pt x="112" y="21"/>
                      <a:pt x="106" y="21"/>
                    </a:cubicBezTo>
                    <a:cubicBezTo>
                      <a:pt x="100" y="21"/>
                      <a:pt x="98" y="19"/>
                      <a:pt x="93" y="19"/>
                    </a:cubicBezTo>
                    <a:cubicBezTo>
                      <a:pt x="89" y="19"/>
                      <a:pt x="84" y="19"/>
                      <a:pt x="85" y="24"/>
                    </a:cubicBezTo>
                    <a:cubicBezTo>
                      <a:pt x="86" y="28"/>
                      <a:pt x="81" y="27"/>
                      <a:pt x="78" y="27"/>
                    </a:cubicBezTo>
                    <a:cubicBezTo>
                      <a:pt x="76" y="27"/>
                      <a:pt x="74" y="27"/>
                      <a:pt x="68" y="25"/>
                    </a:cubicBezTo>
                    <a:cubicBezTo>
                      <a:pt x="62" y="23"/>
                      <a:pt x="61" y="26"/>
                      <a:pt x="57" y="29"/>
                    </a:cubicBezTo>
                    <a:cubicBezTo>
                      <a:pt x="54" y="33"/>
                      <a:pt x="53" y="36"/>
                      <a:pt x="53" y="36"/>
                    </a:cubicBezTo>
                    <a:cubicBezTo>
                      <a:pt x="53" y="36"/>
                      <a:pt x="54" y="39"/>
                      <a:pt x="58" y="36"/>
                    </a:cubicBezTo>
                    <a:cubicBezTo>
                      <a:pt x="63" y="33"/>
                      <a:pt x="63" y="33"/>
                      <a:pt x="63" y="36"/>
                    </a:cubicBezTo>
                    <a:cubicBezTo>
                      <a:pt x="64" y="38"/>
                      <a:pt x="62" y="39"/>
                      <a:pt x="55" y="44"/>
                    </a:cubicBezTo>
                    <a:cubicBezTo>
                      <a:pt x="47" y="48"/>
                      <a:pt x="29" y="58"/>
                      <a:pt x="26" y="61"/>
                    </a:cubicBezTo>
                    <a:cubicBezTo>
                      <a:pt x="23" y="63"/>
                      <a:pt x="18" y="69"/>
                      <a:pt x="13" y="69"/>
                    </a:cubicBezTo>
                    <a:cubicBezTo>
                      <a:pt x="8" y="70"/>
                      <a:pt x="10" y="70"/>
                      <a:pt x="6" y="76"/>
                    </a:cubicBezTo>
                    <a:cubicBezTo>
                      <a:pt x="3" y="82"/>
                      <a:pt x="7" y="79"/>
                      <a:pt x="7" y="85"/>
                    </a:cubicBezTo>
                    <a:cubicBezTo>
                      <a:pt x="8" y="90"/>
                      <a:pt x="5" y="91"/>
                      <a:pt x="5" y="94"/>
                    </a:cubicBezTo>
                    <a:cubicBezTo>
                      <a:pt x="6" y="97"/>
                      <a:pt x="8" y="101"/>
                      <a:pt x="4" y="109"/>
                    </a:cubicBezTo>
                    <a:cubicBezTo>
                      <a:pt x="0" y="117"/>
                      <a:pt x="7" y="124"/>
                      <a:pt x="7" y="124"/>
                    </a:cubicBezTo>
                    <a:cubicBezTo>
                      <a:pt x="7" y="124"/>
                      <a:pt x="8" y="125"/>
                      <a:pt x="9" y="126"/>
                    </a:cubicBezTo>
                    <a:cubicBezTo>
                      <a:pt x="11" y="127"/>
                      <a:pt x="12" y="128"/>
                      <a:pt x="9" y="134"/>
                    </a:cubicBezTo>
                    <a:cubicBezTo>
                      <a:pt x="6" y="140"/>
                      <a:pt x="10" y="143"/>
                      <a:pt x="12" y="143"/>
                    </a:cubicBezTo>
                    <a:cubicBezTo>
                      <a:pt x="14" y="144"/>
                      <a:pt x="21" y="144"/>
                      <a:pt x="21" y="146"/>
                    </a:cubicBezTo>
                    <a:cubicBezTo>
                      <a:pt x="22" y="149"/>
                      <a:pt x="27" y="153"/>
                      <a:pt x="30" y="153"/>
                    </a:cubicBezTo>
                    <a:cubicBezTo>
                      <a:pt x="33" y="153"/>
                      <a:pt x="33" y="153"/>
                      <a:pt x="33" y="155"/>
                    </a:cubicBezTo>
                    <a:cubicBezTo>
                      <a:pt x="33" y="157"/>
                      <a:pt x="34" y="157"/>
                      <a:pt x="37" y="157"/>
                    </a:cubicBezTo>
                    <a:cubicBezTo>
                      <a:pt x="40" y="156"/>
                      <a:pt x="41" y="157"/>
                      <a:pt x="43" y="158"/>
                    </a:cubicBezTo>
                    <a:cubicBezTo>
                      <a:pt x="45" y="159"/>
                      <a:pt x="45" y="162"/>
                      <a:pt x="56" y="162"/>
                    </a:cubicBezTo>
                    <a:cubicBezTo>
                      <a:pt x="68" y="163"/>
                      <a:pt x="58" y="164"/>
                      <a:pt x="67" y="165"/>
                    </a:cubicBezTo>
                    <a:cubicBezTo>
                      <a:pt x="76" y="166"/>
                      <a:pt x="74" y="164"/>
                      <a:pt x="82" y="165"/>
                    </a:cubicBezTo>
                    <a:cubicBezTo>
                      <a:pt x="89" y="166"/>
                      <a:pt x="89" y="168"/>
                      <a:pt x="92" y="170"/>
                    </a:cubicBezTo>
                    <a:cubicBezTo>
                      <a:pt x="94" y="171"/>
                      <a:pt x="100" y="170"/>
                      <a:pt x="98" y="166"/>
                    </a:cubicBezTo>
                    <a:cubicBezTo>
                      <a:pt x="96" y="162"/>
                      <a:pt x="102" y="160"/>
                      <a:pt x="102" y="159"/>
                    </a:cubicBezTo>
                    <a:cubicBezTo>
                      <a:pt x="102" y="158"/>
                      <a:pt x="101" y="156"/>
                      <a:pt x="103" y="154"/>
                    </a:cubicBezTo>
                    <a:cubicBezTo>
                      <a:pt x="106" y="152"/>
                      <a:pt x="122" y="148"/>
                      <a:pt x="122" y="149"/>
                    </a:cubicBezTo>
                    <a:cubicBezTo>
                      <a:pt x="122" y="151"/>
                      <a:pt x="121" y="154"/>
                      <a:pt x="126" y="154"/>
                    </a:cubicBezTo>
                    <a:cubicBezTo>
                      <a:pt x="131" y="154"/>
                      <a:pt x="132" y="151"/>
                      <a:pt x="133" y="146"/>
                    </a:cubicBezTo>
                    <a:cubicBezTo>
                      <a:pt x="134" y="141"/>
                      <a:pt x="136" y="138"/>
                      <a:pt x="140" y="134"/>
                    </a:cubicBezTo>
                    <a:cubicBezTo>
                      <a:pt x="144" y="130"/>
                      <a:pt x="150" y="126"/>
                      <a:pt x="155" y="126"/>
                    </a:cubicBezTo>
                    <a:cubicBezTo>
                      <a:pt x="159" y="126"/>
                      <a:pt x="158" y="128"/>
                      <a:pt x="160" y="127"/>
                    </a:cubicBezTo>
                    <a:cubicBezTo>
                      <a:pt x="162" y="126"/>
                      <a:pt x="163" y="124"/>
                      <a:pt x="166" y="123"/>
                    </a:cubicBezTo>
                    <a:cubicBezTo>
                      <a:pt x="169" y="121"/>
                      <a:pt x="168" y="119"/>
                      <a:pt x="168" y="119"/>
                    </a:cubicBezTo>
                    <a:cubicBezTo>
                      <a:pt x="168" y="119"/>
                      <a:pt x="169" y="115"/>
                      <a:pt x="168" y="111"/>
                    </a:cubicBezTo>
                    <a:cubicBezTo>
                      <a:pt x="166" y="108"/>
                      <a:pt x="169" y="104"/>
                      <a:pt x="170" y="100"/>
                    </a:cubicBezTo>
                    <a:cubicBezTo>
                      <a:pt x="171" y="97"/>
                      <a:pt x="173" y="96"/>
                      <a:pt x="172" y="94"/>
                    </a:cubicBezTo>
                    <a:cubicBezTo>
                      <a:pt x="171" y="92"/>
                      <a:pt x="173" y="91"/>
                      <a:pt x="176" y="89"/>
                    </a:cubicBezTo>
                    <a:cubicBezTo>
                      <a:pt x="179" y="87"/>
                      <a:pt x="179" y="80"/>
                      <a:pt x="179" y="76"/>
                    </a:cubicBezTo>
                    <a:cubicBezTo>
                      <a:pt x="180" y="72"/>
                      <a:pt x="182" y="67"/>
                      <a:pt x="184" y="65"/>
                    </a:cubicBezTo>
                    <a:cubicBezTo>
                      <a:pt x="187" y="63"/>
                      <a:pt x="189" y="61"/>
                      <a:pt x="190" y="57"/>
                    </a:cubicBezTo>
                    <a:cubicBezTo>
                      <a:pt x="191" y="53"/>
                      <a:pt x="193" y="52"/>
                      <a:pt x="195" y="54"/>
                    </a:cubicBezTo>
                    <a:cubicBezTo>
                      <a:pt x="197" y="55"/>
                      <a:pt x="199" y="60"/>
                      <a:pt x="201" y="57"/>
                    </a:cubicBezTo>
                    <a:cubicBezTo>
                      <a:pt x="204" y="54"/>
                      <a:pt x="206" y="51"/>
                      <a:pt x="211" y="50"/>
                    </a:cubicBezTo>
                    <a:cubicBezTo>
                      <a:pt x="216" y="49"/>
                      <a:pt x="215" y="47"/>
                      <a:pt x="212" y="45"/>
                    </a:cubicBezTo>
                    <a:close/>
                  </a:path>
                </a:pathLst>
              </a:custGeom>
              <a:solidFill>
                <a:srgbClr val="D9E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" name="ïşľîďè"/>
              <p:cNvSpPr/>
              <p:nvPr/>
            </p:nvSpPr>
            <p:spPr bwMode="auto">
              <a:xfrm>
                <a:off x="8599488" y="4149725"/>
                <a:ext cx="122238" cy="73025"/>
              </a:xfrm>
              <a:custGeom>
                <a:avLst/>
                <a:gdLst>
                  <a:gd name="T0" fmla="*/ 35 w 57"/>
                  <a:gd name="T1" fmla="*/ 17 h 34"/>
                  <a:gd name="T2" fmla="*/ 24 w 57"/>
                  <a:gd name="T3" fmla="*/ 11 h 34"/>
                  <a:gd name="T4" fmla="*/ 17 w 57"/>
                  <a:gd name="T5" fmla="*/ 6 h 34"/>
                  <a:gd name="T6" fmla="*/ 5 w 57"/>
                  <a:gd name="T7" fmla="*/ 4 h 34"/>
                  <a:gd name="T8" fmla="*/ 1 w 57"/>
                  <a:gd name="T9" fmla="*/ 10 h 34"/>
                  <a:gd name="T10" fmla="*/ 4 w 57"/>
                  <a:gd name="T11" fmla="*/ 14 h 34"/>
                  <a:gd name="T12" fmla="*/ 7 w 57"/>
                  <a:gd name="T13" fmla="*/ 14 h 34"/>
                  <a:gd name="T14" fmla="*/ 20 w 57"/>
                  <a:gd name="T15" fmla="*/ 23 h 34"/>
                  <a:gd name="T16" fmla="*/ 35 w 57"/>
                  <a:gd name="T17" fmla="*/ 29 h 34"/>
                  <a:gd name="T18" fmla="*/ 51 w 57"/>
                  <a:gd name="T19" fmla="*/ 33 h 34"/>
                  <a:gd name="T20" fmla="*/ 56 w 57"/>
                  <a:gd name="T21" fmla="*/ 29 h 34"/>
                  <a:gd name="T22" fmla="*/ 52 w 57"/>
                  <a:gd name="T23" fmla="*/ 23 h 34"/>
                  <a:gd name="T24" fmla="*/ 35 w 57"/>
                  <a:gd name="T25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7" h="34">
                    <a:moveTo>
                      <a:pt x="35" y="17"/>
                    </a:moveTo>
                    <a:cubicBezTo>
                      <a:pt x="33" y="14"/>
                      <a:pt x="27" y="13"/>
                      <a:pt x="24" y="11"/>
                    </a:cubicBezTo>
                    <a:cubicBezTo>
                      <a:pt x="22" y="10"/>
                      <a:pt x="18" y="7"/>
                      <a:pt x="17" y="6"/>
                    </a:cubicBezTo>
                    <a:cubicBezTo>
                      <a:pt x="16" y="4"/>
                      <a:pt x="9" y="0"/>
                      <a:pt x="5" y="4"/>
                    </a:cubicBezTo>
                    <a:cubicBezTo>
                      <a:pt x="2" y="7"/>
                      <a:pt x="0" y="9"/>
                      <a:pt x="1" y="10"/>
                    </a:cubicBezTo>
                    <a:cubicBezTo>
                      <a:pt x="1" y="12"/>
                      <a:pt x="3" y="15"/>
                      <a:pt x="4" y="14"/>
                    </a:cubicBezTo>
                    <a:cubicBezTo>
                      <a:pt x="6" y="13"/>
                      <a:pt x="4" y="11"/>
                      <a:pt x="7" y="14"/>
                    </a:cubicBezTo>
                    <a:cubicBezTo>
                      <a:pt x="9" y="16"/>
                      <a:pt x="16" y="21"/>
                      <a:pt x="20" y="23"/>
                    </a:cubicBezTo>
                    <a:cubicBezTo>
                      <a:pt x="24" y="24"/>
                      <a:pt x="31" y="27"/>
                      <a:pt x="35" y="29"/>
                    </a:cubicBezTo>
                    <a:cubicBezTo>
                      <a:pt x="39" y="30"/>
                      <a:pt x="49" y="34"/>
                      <a:pt x="51" y="33"/>
                    </a:cubicBezTo>
                    <a:cubicBezTo>
                      <a:pt x="53" y="33"/>
                      <a:pt x="54" y="32"/>
                      <a:pt x="56" y="29"/>
                    </a:cubicBezTo>
                    <a:cubicBezTo>
                      <a:pt x="57" y="26"/>
                      <a:pt x="56" y="24"/>
                      <a:pt x="52" y="23"/>
                    </a:cubicBezTo>
                    <a:cubicBezTo>
                      <a:pt x="49" y="23"/>
                      <a:pt x="37" y="19"/>
                      <a:pt x="35" y="17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íSliďè"/>
              <p:cNvSpPr/>
              <p:nvPr/>
            </p:nvSpPr>
            <p:spPr bwMode="auto">
              <a:xfrm>
                <a:off x="9420225" y="5037138"/>
                <a:ext cx="876300" cy="271463"/>
              </a:xfrm>
              <a:custGeom>
                <a:avLst/>
                <a:gdLst>
                  <a:gd name="T0" fmla="*/ 14 w 408"/>
                  <a:gd name="T1" fmla="*/ 18 h 127"/>
                  <a:gd name="T2" fmla="*/ 28 w 408"/>
                  <a:gd name="T3" fmla="*/ 29 h 127"/>
                  <a:gd name="T4" fmla="*/ 33 w 408"/>
                  <a:gd name="T5" fmla="*/ 40 h 127"/>
                  <a:gd name="T6" fmla="*/ 37 w 408"/>
                  <a:gd name="T7" fmla="*/ 57 h 127"/>
                  <a:gd name="T8" fmla="*/ 62 w 408"/>
                  <a:gd name="T9" fmla="*/ 76 h 127"/>
                  <a:gd name="T10" fmla="*/ 82 w 408"/>
                  <a:gd name="T11" fmla="*/ 82 h 127"/>
                  <a:gd name="T12" fmla="*/ 94 w 408"/>
                  <a:gd name="T13" fmla="*/ 81 h 127"/>
                  <a:gd name="T14" fmla="*/ 106 w 408"/>
                  <a:gd name="T15" fmla="*/ 77 h 127"/>
                  <a:gd name="T16" fmla="*/ 118 w 408"/>
                  <a:gd name="T17" fmla="*/ 82 h 127"/>
                  <a:gd name="T18" fmla="*/ 128 w 408"/>
                  <a:gd name="T19" fmla="*/ 83 h 127"/>
                  <a:gd name="T20" fmla="*/ 144 w 408"/>
                  <a:gd name="T21" fmla="*/ 84 h 127"/>
                  <a:gd name="T22" fmla="*/ 144 w 408"/>
                  <a:gd name="T23" fmla="*/ 85 h 127"/>
                  <a:gd name="T24" fmla="*/ 144 w 408"/>
                  <a:gd name="T25" fmla="*/ 89 h 127"/>
                  <a:gd name="T26" fmla="*/ 144 w 408"/>
                  <a:gd name="T27" fmla="*/ 90 h 127"/>
                  <a:gd name="T28" fmla="*/ 143 w 408"/>
                  <a:gd name="T29" fmla="*/ 91 h 127"/>
                  <a:gd name="T30" fmla="*/ 141 w 408"/>
                  <a:gd name="T31" fmla="*/ 93 h 127"/>
                  <a:gd name="T32" fmla="*/ 140 w 408"/>
                  <a:gd name="T33" fmla="*/ 96 h 127"/>
                  <a:gd name="T34" fmla="*/ 144 w 408"/>
                  <a:gd name="T35" fmla="*/ 112 h 127"/>
                  <a:gd name="T36" fmla="*/ 157 w 408"/>
                  <a:gd name="T37" fmla="*/ 127 h 127"/>
                  <a:gd name="T38" fmla="*/ 169 w 408"/>
                  <a:gd name="T39" fmla="*/ 118 h 127"/>
                  <a:gd name="T40" fmla="*/ 161 w 408"/>
                  <a:gd name="T41" fmla="*/ 106 h 127"/>
                  <a:gd name="T42" fmla="*/ 160 w 408"/>
                  <a:gd name="T43" fmla="*/ 101 h 127"/>
                  <a:gd name="T44" fmla="*/ 168 w 408"/>
                  <a:gd name="T45" fmla="*/ 98 h 127"/>
                  <a:gd name="T46" fmla="*/ 168 w 408"/>
                  <a:gd name="T47" fmla="*/ 95 h 127"/>
                  <a:gd name="T48" fmla="*/ 176 w 408"/>
                  <a:gd name="T49" fmla="*/ 87 h 127"/>
                  <a:gd name="T50" fmla="*/ 206 w 408"/>
                  <a:gd name="T51" fmla="*/ 82 h 127"/>
                  <a:gd name="T52" fmla="*/ 224 w 408"/>
                  <a:gd name="T53" fmla="*/ 76 h 127"/>
                  <a:gd name="T54" fmla="*/ 250 w 408"/>
                  <a:gd name="T55" fmla="*/ 68 h 127"/>
                  <a:gd name="T56" fmla="*/ 272 w 408"/>
                  <a:gd name="T57" fmla="*/ 59 h 127"/>
                  <a:gd name="T58" fmla="*/ 271 w 408"/>
                  <a:gd name="T59" fmla="*/ 37 h 127"/>
                  <a:gd name="T60" fmla="*/ 282 w 408"/>
                  <a:gd name="T61" fmla="*/ 44 h 127"/>
                  <a:gd name="T62" fmla="*/ 292 w 408"/>
                  <a:gd name="T63" fmla="*/ 51 h 127"/>
                  <a:gd name="T64" fmla="*/ 310 w 408"/>
                  <a:gd name="T65" fmla="*/ 46 h 127"/>
                  <a:gd name="T66" fmla="*/ 333 w 408"/>
                  <a:gd name="T67" fmla="*/ 38 h 127"/>
                  <a:gd name="T68" fmla="*/ 358 w 408"/>
                  <a:gd name="T69" fmla="*/ 34 h 127"/>
                  <a:gd name="T70" fmla="*/ 381 w 408"/>
                  <a:gd name="T71" fmla="*/ 18 h 127"/>
                  <a:gd name="T72" fmla="*/ 393 w 408"/>
                  <a:gd name="T73" fmla="*/ 6 h 127"/>
                  <a:gd name="T74" fmla="*/ 408 w 408"/>
                  <a:gd name="T75" fmla="*/ 2 h 127"/>
                  <a:gd name="T76" fmla="*/ 0 w 408"/>
                  <a:gd name="T77" fmla="*/ 0 h 127"/>
                  <a:gd name="T78" fmla="*/ 14 w 408"/>
                  <a:gd name="T79" fmla="*/ 18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08" h="127">
                    <a:moveTo>
                      <a:pt x="14" y="18"/>
                    </a:moveTo>
                    <a:cubicBezTo>
                      <a:pt x="18" y="24"/>
                      <a:pt x="19" y="24"/>
                      <a:pt x="28" y="29"/>
                    </a:cubicBezTo>
                    <a:cubicBezTo>
                      <a:pt x="37" y="35"/>
                      <a:pt x="37" y="32"/>
                      <a:pt x="33" y="40"/>
                    </a:cubicBezTo>
                    <a:cubicBezTo>
                      <a:pt x="28" y="47"/>
                      <a:pt x="33" y="46"/>
                      <a:pt x="37" y="57"/>
                    </a:cubicBezTo>
                    <a:cubicBezTo>
                      <a:pt x="40" y="67"/>
                      <a:pt x="52" y="71"/>
                      <a:pt x="62" y="76"/>
                    </a:cubicBezTo>
                    <a:cubicBezTo>
                      <a:pt x="72" y="82"/>
                      <a:pt x="82" y="82"/>
                      <a:pt x="82" y="82"/>
                    </a:cubicBezTo>
                    <a:cubicBezTo>
                      <a:pt x="82" y="82"/>
                      <a:pt x="89" y="84"/>
                      <a:pt x="94" y="81"/>
                    </a:cubicBezTo>
                    <a:cubicBezTo>
                      <a:pt x="99" y="78"/>
                      <a:pt x="102" y="75"/>
                      <a:pt x="106" y="77"/>
                    </a:cubicBezTo>
                    <a:cubicBezTo>
                      <a:pt x="111" y="79"/>
                      <a:pt x="118" y="78"/>
                      <a:pt x="118" y="82"/>
                    </a:cubicBezTo>
                    <a:cubicBezTo>
                      <a:pt x="119" y="86"/>
                      <a:pt x="123" y="84"/>
                      <a:pt x="128" y="83"/>
                    </a:cubicBezTo>
                    <a:cubicBezTo>
                      <a:pt x="132" y="82"/>
                      <a:pt x="142" y="80"/>
                      <a:pt x="144" y="84"/>
                    </a:cubicBezTo>
                    <a:cubicBezTo>
                      <a:pt x="144" y="84"/>
                      <a:pt x="144" y="85"/>
                      <a:pt x="144" y="85"/>
                    </a:cubicBezTo>
                    <a:cubicBezTo>
                      <a:pt x="145" y="87"/>
                      <a:pt x="145" y="88"/>
                      <a:pt x="144" y="89"/>
                    </a:cubicBezTo>
                    <a:cubicBezTo>
                      <a:pt x="144" y="89"/>
                      <a:pt x="144" y="89"/>
                      <a:pt x="144" y="90"/>
                    </a:cubicBezTo>
                    <a:cubicBezTo>
                      <a:pt x="144" y="90"/>
                      <a:pt x="144" y="91"/>
                      <a:pt x="143" y="91"/>
                    </a:cubicBezTo>
                    <a:cubicBezTo>
                      <a:pt x="143" y="92"/>
                      <a:pt x="142" y="92"/>
                      <a:pt x="141" y="93"/>
                    </a:cubicBezTo>
                    <a:cubicBezTo>
                      <a:pt x="141" y="94"/>
                      <a:pt x="140" y="95"/>
                      <a:pt x="140" y="96"/>
                    </a:cubicBezTo>
                    <a:cubicBezTo>
                      <a:pt x="140" y="99"/>
                      <a:pt x="142" y="105"/>
                      <a:pt x="144" y="112"/>
                    </a:cubicBezTo>
                    <a:cubicBezTo>
                      <a:pt x="145" y="120"/>
                      <a:pt x="147" y="127"/>
                      <a:pt x="157" y="127"/>
                    </a:cubicBezTo>
                    <a:cubicBezTo>
                      <a:pt x="167" y="127"/>
                      <a:pt x="168" y="121"/>
                      <a:pt x="169" y="118"/>
                    </a:cubicBezTo>
                    <a:cubicBezTo>
                      <a:pt x="169" y="115"/>
                      <a:pt x="164" y="110"/>
                      <a:pt x="161" y="106"/>
                    </a:cubicBezTo>
                    <a:cubicBezTo>
                      <a:pt x="160" y="105"/>
                      <a:pt x="159" y="102"/>
                      <a:pt x="160" y="101"/>
                    </a:cubicBezTo>
                    <a:cubicBezTo>
                      <a:pt x="165" y="99"/>
                      <a:pt x="168" y="102"/>
                      <a:pt x="168" y="98"/>
                    </a:cubicBezTo>
                    <a:cubicBezTo>
                      <a:pt x="168" y="97"/>
                      <a:pt x="168" y="96"/>
                      <a:pt x="168" y="95"/>
                    </a:cubicBezTo>
                    <a:cubicBezTo>
                      <a:pt x="167" y="93"/>
                      <a:pt x="169" y="90"/>
                      <a:pt x="176" y="87"/>
                    </a:cubicBezTo>
                    <a:cubicBezTo>
                      <a:pt x="184" y="84"/>
                      <a:pt x="201" y="85"/>
                      <a:pt x="206" y="82"/>
                    </a:cubicBezTo>
                    <a:cubicBezTo>
                      <a:pt x="211" y="80"/>
                      <a:pt x="215" y="78"/>
                      <a:pt x="224" y="76"/>
                    </a:cubicBezTo>
                    <a:cubicBezTo>
                      <a:pt x="233" y="73"/>
                      <a:pt x="242" y="71"/>
                      <a:pt x="250" y="68"/>
                    </a:cubicBezTo>
                    <a:cubicBezTo>
                      <a:pt x="258" y="66"/>
                      <a:pt x="270" y="63"/>
                      <a:pt x="272" y="59"/>
                    </a:cubicBezTo>
                    <a:cubicBezTo>
                      <a:pt x="275" y="54"/>
                      <a:pt x="272" y="42"/>
                      <a:pt x="271" y="37"/>
                    </a:cubicBezTo>
                    <a:cubicBezTo>
                      <a:pt x="270" y="32"/>
                      <a:pt x="281" y="37"/>
                      <a:pt x="282" y="44"/>
                    </a:cubicBezTo>
                    <a:cubicBezTo>
                      <a:pt x="284" y="50"/>
                      <a:pt x="287" y="55"/>
                      <a:pt x="292" y="51"/>
                    </a:cubicBezTo>
                    <a:cubicBezTo>
                      <a:pt x="297" y="48"/>
                      <a:pt x="301" y="50"/>
                      <a:pt x="310" y="46"/>
                    </a:cubicBezTo>
                    <a:cubicBezTo>
                      <a:pt x="318" y="41"/>
                      <a:pt x="326" y="35"/>
                      <a:pt x="333" y="38"/>
                    </a:cubicBezTo>
                    <a:cubicBezTo>
                      <a:pt x="340" y="42"/>
                      <a:pt x="349" y="36"/>
                      <a:pt x="358" y="34"/>
                    </a:cubicBezTo>
                    <a:cubicBezTo>
                      <a:pt x="367" y="32"/>
                      <a:pt x="376" y="24"/>
                      <a:pt x="381" y="18"/>
                    </a:cubicBezTo>
                    <a:cubicBezTo>
                      <a:pt x="386" y="13"/>
                      <a:pt x="388" y="7"/>
                      <a:pt x="393" y="6"/>
                    </a:cubicBezTo>
                    <a:cubicBezTo>
                      <a:pt x="399" y="5"/>
                      <a:pt x="401" y="8"/>
                      <a:pt x="408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1" y="11"/>
                      <a:pt x="14" y="18"/>
                    </a:cubicBezTo>
                    <a:close/>
                  </a:path>
                </a:pathLst>
              </a:custGeom>
              <a:solidFill>
                <a:srgbClr val="D9E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iş1íḑé"/>
              <p:cNvSpPr/>
              <p:nvPr/>
            </p:nvSpPr>
            <p:spPr bwMode="auto">
              <a:xfrm>
                <a:off x="10479088" y="5038725"/>
                <a:ext cx="106363" cy="138113"/>
              </a:xfrm>
              <a:custGeom>
                <a:avLst/>
                <a:gdLst>
                  <a:gd name="T0" fmla="*/ 2 w 50"/>
                  <a:gd name="T1" fmla="*/ 0 h 64"/>
                  <a:gd name="T2" fmla="*/ 1 w 50"/>
                  <a:gd name="T3" fmla="*/ 12 h 64"/>
                  <a:gd name="T4" fmla="*/ 5 w 50"/>
                  <a:gd name="T5" fmla="*/ 28 h 64"/>
                  <a:gd name="T6" fmla="*/ 15 w 50"/>
                  <a:gd name="T7" fmla="*/ 45 h 64"/>
                  <a:gd name="T8" fmla="*/ 26 w 50"/>
                  <a:gd name="T9" fmla="*/ 57 h 64"/>
                  <a:gd name="T10" fmla="*/ 28 w 50"/>
                  <a:gd name="T11" fmla="*/ 63 h 64"/>
                  <a:gd name="T12" fmla="*/ 31 w 50"/>
                  <a:gd name="T13" fmla="*/ 57 h 64"/>
                  <a:gd name="T14" fmla="*/ 33 w 50"/>
                  <a:gd name="T15" fmla="*/ 41 h 64"/>
                  <a:gd name="T16" fmla="*/ 46 w 50"/>
                  <a:gd name="T17" fmla="*/ 18 h 64"/>
                  <a:gd name="T18" fmla="*/ 50 w 50"/>
                  <a:gd name="T19" fmla="*/ 0 h 64"/>
                  <a:gd name="T20" fmla="*/ 2 w 50"/>
                  <a:gd name="T21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64">
                    <a:moveTo>
                      <a:pt x="2" y="0"/>
                    </a:moveTo>
                    <a:cubicBezTo>
                      <a:pt x="2" y="0"/>
                      <a:pt x="3" y="8"/>
                      <a:pt x="1" y="12"/>
                    </a:cubicBezTo>
                    <a:cubicBezTo>
                      <a:pt x="0" y="17"/>
                      <a:pt x="3" y="24"/>
                      <a:pt x="5" y="28"/>
                    </a:cubicBezTo>
                    <a:cubicBezTo>
                      <a:pt x="6" y="32"/>
                      <a:pt x="12" y="42"/>
                      <a:pt x="15" y="45"/>
                    </a:cubicBezTo>
                    <a:cubicBezTo>
                      <a:pt x="19" y="47"/>
                      <a:pt x="27" y="53"/>
                      <a:pt x="26" y="57"/>
                    </a:cubicBezTo>
                    <a:cubicBezTo>
                      <a:pt x="25" y="62"/>
                      <a:pt x="26" y="62"/>
                      <a:pt x="28" y="63"/>
                    </a:cubicBezTo>
                    <a:cubicBezTo>
                      <a:pt x="29" y="64"/>
                      <a:pt x="32" y="62"/>
                      <a:pt x="31" y="57"/>
                    </a:cubicBezTo>
                    <a:cubicBezTo>
                      <a:pt x="29" y="52"/>
                      <a:pt x="29" y="44"/>
                      <a:pt x="33" y="41"/>
                    </a:cubicBezTo>
                    <a:cubicBezTo>
                      <a:pt x="36" y="38"/>
                      <a:pt x="43" y="28"/>
                      <a:pt x="46" y="18"/>
                    </a:cubicBezTo>
                    <a:cubicBezTo>
                      <a:pt x="49" y="8"/>
                      <a:pt x="50" y="9"/>
                      <a:pt x="5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9E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" name="iṧ1îde"/>
              <p:cNvSpPr/>
              <p:nvPr/>
            </p:nvSpPr>
            <p:spPr bwMode="auto">
              <a:xfrm>
                <a:off x="9637713" y="5321300"/>
                <a:ext cx="182563" cy="157163"/>
              </a:xfrm>
              <a:custGeom>
                <a:avLst/>
                <a:gdLst>
                  <a:gd name="T0" fmla="*/ 67 w 85"/>
                  <a:gd name="T1" fmla="*/ 5 h 73"/>
                  <a:gd name="T2" fmla="*/ 38 w 85"/>
                  <a:gd name="T3" fmla="*/ 5 h 73"/>
                  <a:gd name="T4" fmla="*/ 21 w 85"/>
                  <a:gd name="T5" fmla="*/ 12 h 73"/>
                  <a:gd name="T6" fmla="*/ 7 w 85"/>
                  <a:gd name="T7" fmla="*/ 26 h 73"/>
                  <a:gd name="T8" fmla="*/ 2 w 85"/>
                  <a:gd name="T9" fmla="*/ 46 h 73"/>
                  <a:gd name="T10" fmla="*/ 12 w 85"/>
                  <a:gd name="T11" fmla="*/ 64 h 73"/>
                  <a:gd name="T12" fmla="*/ 39 w 85"/>
                  <a:gd name="T13" fmla="*/ 69 h 73"/>
                  <a:gd name="T14" fmla="*/ 64 w 85"/>
                  <a:gd name="T15" fmla="*/ 52 h 73"/>
                  <a:gd name="T16" fmla="*/ 71 w 85"/>
                  <a:gd name="T17" fmla="*/ 31 h 73"/>
                  <a:gd name="T18" fmla="*/ 82 w 85"/>
                  <a:gd name="T19" fmla="*/ 8 h 73"/>
                  <a:gd name="T20" fmla="*/ 67 w 85"/>
                  <a:gd name="T21" fmla="*/ 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5" h="73">
                    <a:moveTo>
                      <a:pt x="67" y="5"/>
                    </a:moveTo>
                    <a:cubicBezTo>
                      <a:pt x="61" y="5"/>
                      <a:pt x="42" y="4"/>
                      <a:pt x="38" y="5"/>
                    </a:cubicBezTo>
                    <a:cubicBezTo>
                      <a:pt x="34" y="6"/>
                      <a:pt x="24" y="9"/>
                      <a:pt x="21" y="12"/>
                    </a:cubicBezTo>
                    <a:cubicBezTo>
                      <a:pt x="17" y="15"/>
                      <a:pt x="14" y="20"/>
                      <a:pt x="7" y="26"/>
                    </a:cubicBezTo>
                    <a:cubicBezTo>
                      <a:pt x="0" y="32"/>
                      <a:pt x="0" y="40"/>
                      <a:pt x="2" y="46"/>
                    </a:cubicBezTo>
                    <a:cubicBezTo>
                      <a:pt x="5" y="53"/>
                      <a:pt x="6" y="62"/>
                      <a:pt x="12" y="64"/>
                    </a:cubicBezTo>
                    <a:cubicBezTo>
                      <a:pt x="19" y="66"/>
                      <a:pt x="33" y="73"/>
                      <a:pt x="39" y="69"/>
                    </a:cubicBezTo>
                    <a:cubicBezTo>
                      <a:pt x="46" y="65"/>
                      <a:pt x="59" y="56"/>
                      <a:pt x="64" y="52"/>
                    </a:cubicBezTo>
                    <a:cubicBezTo>
                      <a:pt x="69" y="47"/>
                      <a:pt x="65" y="38"/>
                      <a:pt x="71" y="31"/>
                    </a:cubicBezTo>
                    <a:cubicBezTo>
                      <a:pt x="78" y="23"/>
                      <a:pt x="85" y="16"/>
                      <a:pt x="82" y="8"/>
                    </a:cubicBezTo>
                    <a:cubicBezTo>
                      <a:pt x="80" y="0"/>
                      <a:pt x="73" y="5"/>
                      <a:pt x="67" y="5"/>
                    </a:cubicBezTo>
                    <a:close/>
                  </a:path>
                </a:pathLst>
              </a:custGeom>
              <a:solidFill>
                <a:srgbClr val="D9E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" name="işlïďê"/>
              <p:cNvSpPr/>
              <p:nvPr/>
            </p:nvSpPr>
            <p:spPr bwMode="auto">
              <a:xfrm>
                <a:off x="8751888" y="4462463"/>
                <a:ext cx="63500" cy="42863"/>
              </a:xfrm>
              <a:custGeom>
                <a:avLst/>
                <a:gdLst>
                  <a:gd name="T0" fmla="*/ 22 w 30"/>
                  <a:gd name="T1" fmla="*/ 8 h 20"/>
                  <a:gd name="T2" fmla="*/ 15 w 30"/>
                  <a:gd name="T3" fmla="*/ 5 h 20"/>
                  <a:gd name="T4" fmla="*/ 5 w 30"/>
                  <a:gd name="T5" fmla="*/ 8 h 20"/>
                  <a:gd name="T6" fmla="*/ 9 w 30"/>
                  <a:gd name="T7" fmla="*/ 16 h 20"/>
                  <a:gd name="T8" fmla="*/ 15 w 30"/>
                  <a:gd name="T9" fmla="*/ 20 h 20"/>
                  <a:gd name="T10" fmla="*/ 29 w 30"/>
                  <a:gd name="T11" fmla="*/ 14 h 20"/>
                  <a:gd name="T12" fmla="*/ 22 w 30"/>
                  <a:gd name="T13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0">
                    <a:moveTo>
                      <a:pt x="22" y="8"/>
                    </a:moveTo>
                    <a:cubicBezTo>
                      <a:pt x="18" y="7"/>
                      <a:pt x="17" y="7"/>
                      <a:pt x="15" y="5"/>
                    </a:cubicBezTo>
                    <a:cubicBezTo>
                      <a:pt x="14" y="4"/>
                      <a:pt x="0" y="0"/>
                      <a:pt x="5" y="8"/>
                    </a:cubicBezTo>
                    <a:cubicBezTo>
                      <a:pt x="8" y="14"/>
                      <a:pt x="8" y="12"/>
                      <a:pt x="9" y="16"/>
                    </a:cubicBezTo>
                    <a:cubicBezTo>
                      <a:pt x="10" y="20"/>
                      <a:pt x="12" y="19"/>
                      <a:pt x="15" y="20"/>
                    </a:cubicBezTo>
                    <a:cubicBezTo>
                      <a:pt x="18" y="20"/>
                      <a:pt x="30" y="18"/>
                      <a:pt x="29" y="14"/>
                    </a:cubicBezTo>
                    <a:cubicBezTo>
                      <a:pt x="29" y="12"/>
                      <a:pt x="27" y="9"/>
                      <a:pt x="22" y="8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" name="iṥḻíḋé"/>
              <p:cNvSpPr/>
              <p:nvPr/>
            </p:nvSpPr>
            <p:spPr bwMode="auto">
              <a:xfrm>
                <a:off x="7294563" y="6188075"/>
                <a:ext cx="34925" cy="46038"/>
              </a:xfrm>
              <a:custGeom>
                <a:avLst/>
                <a:gdLst>
                  <a:gd name="T0" fmla="*/ 14 w 16"/>
                  <a:gd name="T1" fmla="*/ 1 h 22"/>
                  <a:gd name="T2" fmla="*/ 8 w 16"/>
                  <a:gd name="T3" fmla="*/ 3 h 22"/>
                  <a:gd name="T4" fmla="*/ 4 w 16"/>
                  <a:gd name="T5" fmla="*/ 6 h 22"/>
                  <a:gd name="T6" fmla="*/ 2 w 16"/>
                  <a:gd name="T7" fmla="*/ 12 h 22"/>
                  <a:gd name="T8" fmla="*/ 3 w 16"/>
                  <a:gd name="T9" fmla="*/ 15 h 22"/>
                  <a:gd name="T10" fmla="*/ 3 w 16"/>
                  <a:gd name="T11" fmla="*/ 19 h 22"/>
                  <a:gd name="T12" fmla="*/ 6 w 16"/>
                  <a:gd name="T13" fmla="*/ 21 h 22"/>
                  <a:gd name="T14" fmla="*/ 8 w 16"/>
                  <a:gd name="T15" fmla="*/ 17 h 22"/>
                  <a:gd name="T16" fmla="*/ 8 w 16"/>
                  <a:gd name="T17" fmla="*/ 9 h 22"/>
                  <a:gd name="T18" fmla="*/ 13 w 16"/>
                  <a:gd name="T19" fmla="*/ 5 h 22"/>
                  <a:gd name="T20" fmla="*/ 14 w 16"/>
                  <a:gd name="T21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2">
                    <a:moveTo>
                      <a:pt x="14" y="1"/>
                    </a:moveTo>
                    <a:cubicBezTo>
                      <a:pt x="12" y="0"/>
                      <a:pt x="9" y="1"/>
                      <a:pt x="8" y="3"/>
                    </a:cubicBezTo>
                    <a:cubicBezTo>
                      <a:pt x="6" y="4"/>
                      <a:pt x="7" y="5"/>
                      <a:pt x="4" y="6"/>
                    </a:cubicBezTo>
                    <a:cubicBezTo>
                      <a:pt x="0" y="8"/>
                      <a:pt x="0" y="12"/>
                      <a:pt x="2" y="12"/>
                    </a:cubicBezTo>
                    <a:cubicBezTo>
                      <a:pt x="4" y="12"/>
                      <a:pt x="4" y="13"/>
                      <a:pt x="3" y="15"/>
                    </a:cubicBezTo>
                    <a:cubicBezTo>
                      <a:pt x="2" y="16"/>
                      <a:pt x="3" y="15"/>
                      <a:pt x="3" y="19"/>
                    </a:cubicBezTo>
                    <a:cubicBezTo>
                      <a:pt x="3" y="22"/>
                      <a:pt x="5" y="22"/>
                      <a:pt x="6" y="21"/>
                    </a:cubicBezTo>
                    <a:cubicBezTo>
                      <a:pt x="7" y="19"/>
                      <a:pt x="7" y="19"/>
                      <a:pt x="8" y="17"/>
                    </a:cubicBezTo>
                    <a:cubicBezTo>
                      <a:pt x="9" y="15"/>
                      <a:pt x="8" y="11"/>
                      <a:pt x="8" y="9"/>
                    </a:cubicBezTo>
                    <a:cubicBezTo>
                      <a:pt x="8" y="7"/>
                      <a:pt x="11" y="6"/>
                      <a:pt x="13" y="5"/>
                    </a:cubicBezTo>
                    <a:cubicBezTo>
                      <a:pt x="15" y="4"/>
                      <a:pt x="16" y="2"/>
                      <a:pt x="14" y="1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" name="iṡḻíďê"/>
              <p:cNvSpPr/>
              <p:nvPr/>
            </p:nvSpPr>
            <p:spPr bwMode="auto">
              <a:xfrm>
                <a:off x="7258050" y="6196013"/>
                <a:ext cx="30163" cy="31750"/>
              </a:xfrm>
              <a:custGeom>
                <a:avLst/>
                <a:gdLst>
                  <a:gd name="T0" fmla="*/ 8 w 14"/>
                  <a:gd name="T1" fmla="*/ 3 h 15"/>
                  <a:gd name="T2" fmla="*/ 3 w 14"/>
                  <a:gd name="T3" fmla="*/ 9 h 15"/>
                  <a:gd name="T4" fmla="*/ 2 w 14"/>
                  <a:gd name="T5" fmla="*/ 15 h 15"/>
                  <a:gd name="T6" fmla="*/ 7 w 14"/>
                  <a:gd name="T7" fmla="*/ 12 h 15"/>
                  <a:gd name="T8" fmla="*/ 12 w 14"/>
                  <a:gd name="T9" fmla="*/ 10 h 15"/>
                  <a:gd name="T10" fmla="*/ 13 w 14"/>
                  <a:gd name="T11" fmla="*/ 6 h 15"/>
                  <a:gd name="T12" fmla="*/ 8 w 14"/>
                  <a:gd name="T13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15">
                    <a:moveTo>
                      <a:pt x="8" y="3"/>
                    </a:moveTo>
                    <a:cubicBezTo>
                      <a:pt x="5" y="6"/>
                      <a:pt x="5" y="6"/>
                      <a:pt x="3" y="9"/>
                    </a:cubicBezTo>
                    <a:cubicBezTo>
                      <a:pt x="0" y="11"/>
                      <a:pt x="0" y="15"/>
                      <a:pt x="2" y="15"/>
                    </a:cubicBezTo>
                    <a:cubicBezTo>
                      <a:pt x="3" y="14"/>
                      <a:pt x="4" y="12"/>
                      <a:pt x="7" y="12"/>
                    </a:cubicBezTo>
                    <a:cubicBezTo>
                      <a:pt x="10" y="12"/>
                      <a:pt x="11" y="12"/>
                      <a:pt x="12" y="10"/>
                    </a:cubicBezTo>
                    <a:cubicBezTo>
                      <a:pt x="12" y="8"/>
                      <a:pt x="13" y="8"/>
                      <a:pt x="13" y="6"/>
                    </a:cubicBezTo>
                    <a:cubicBezTo>
                      <a:pt x="14" y="3"/>
                      <a:pt x="10" y="0"/>
                      <a:pt x="8" y="3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ísļïde"/>
              <p:cNvSpPr/>
              <p:nvPr/>
            </p:nvSpPr>
            <p:spPr bwMode="auto">
              <a:xfrm>
                <a:off x="7402513" y="6121400"/>
                <a:ext cx="20638" cy="26988"/>
              </a:xfrm>
              <a:custGeom>
                <a:avLst/>
                <a:gdLst>
                  <a:gd name="T0" fmla="*/ 1 w 10"/>
                  <a:gd name="T1" fmla="*/ 4 h 13"/>
                  <a:gd name="T2" fmla="*/ 1 w 10"/>
                  <a:gd name="T3" fmla="*/ 9 h 13"/>
                  <a:gd name="T4" fmla="*/ 2 w 10"/>
                  <a:gd name="T5" fmla="*/ 11 h 13"/>
                  <a:gd name="T6" fmla="*/ 7 w 10"/>
                  <a:gd name="T7" fmla="*/ 12 h 13"/>
                  <a:gd name="T8" fmla="*/ 8 w 10"/>
                  <a:gd name="T9" fmla="*/ 9 h 13"/>
                  <a:gd name="T10" fmla="*/ 9 w 10"/>
                  <a:gd name="T11" fmla="*/ 5 h 13"/>
                  <a:gd name="T12" fmla="*/ 1 w 10"/>
                  <a:gd name="T13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3">
                    <a:moveTo>
                      <a:pt x="1" y="4"/>
                    </a:moveTo>
                    <a:cubicBezTo>
                      <a:pt x="1" y="7"/>
                      <a:pt x="2" y="8"/>
                      <a:pt x="1" y="9"/>
                    </a:cubicBezTo>
                    <a:cubicBezTo>
                      <a:pt x="0" y="10"/>
                      <a:pt x="1" y="11"/>
                      <a:pt x="2" y="11"/>
                    </a:cubicBezTo>
                    <a:cubicBezTo>
                      <a:pt x="3" y="10"/>
                      <a:pt x="5" y="13"/>
                      <a:pt x="7" y="12"/>
                    </a:cubicBezTo>
                    <a:cubicBezTo>
                      <a:pt x="8" y="12"/>
                      <a:pt x="7" y="11"/>
                      <a:pt x="8" y="9"/>
                    </a:cubicBezTo>
                    <a:cubicBezTo>
                      <a:pt x="10" y="7"/>
                      <a:pt x="10" y="6"/>
                      <a:pt x="9" y="5"/>
                    </a:cubicBezTo>
                    <a:cubicBezTo>
                      <a:pt x="8" y="4"/>
                      <a:pt x="1" y="0"/>
                      <a:pt x="1" y="4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ïSḻíďè"/>
              <p:cNvSpPr/>
              <p:nvPr/>
            </p:nvSpPr>
            <p:spPr bwMode="auto">
              <a:xfrm>
                <a:off x="7496175" y="6065838"/>
                <a:ext cx="42863" cy="44450"/>
              </a:xfrm>
              <a:custGeom>
                <a:avLst/>
                <a:gdLst>
                  <a:gd name="T0" fmla="*/ 4 w 20"/>
                  <a:gd name="T1" fmla="*/ 11 h 21"/>
                  <a:gd name="T2" fmla="*/ 1 w 20"/>
                  <a:gd name="T3" fmla="*/ 15 h 21"/>
                  <a:gd name="T4" fmla="*/ 3 w 20"/>
                  <a:gd name="T5" fmla="*/ 18 h 21"/>
                  <a:gd name="T6" fmla="*/ 3 w 20"/>
                  <a:gd name="T7" fmla="*/ 18 h 21"/>
                  <a:gd name="T8" fmla="*/ 8 w 20"/>
                  <a:gd name="T9" fmla="*/ 16 h 21"/>
                  <a:gd name="T10" fmla="*/ 12 w 20"/>
                  <a:gd name="T11" fmla="*/ 15 h 21"/>
                  <a:gd name="T12" fmla="*/ 4 w 20"/>
                  <a:gd name="T13" fmla="*/ 1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1">
                    <a:moveTo>
                      <a:pt x="4" y="11"/>
                    </a:moveTo>
                    <a:cubicBezTo>
                      <a:pt x="2" y="13"/>
                      <a:pt x="2" y="13"/>
                      <a:pt x="1" y="15"/>
                    </a:cubicBezTo>
                    <a:cubicBezTo>
                      <a:pt x="0" y="16"/>
                      <a:pt x="2" y="19"/>
                      <a:pt x="3" y="18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7" y="18"/>
                      <a:pt x="8" y="16"/>
                    </a:cubicBezTo>
                    <a:cubicBezTo>
                      <a:pt x="10" y="15"/>
                      <a:pt x="11" y="14"/>
                      <a:pt x="12" y="15"/>
                    </a:cubicBezTo>
                    <a:cubicBezTo>
                      <a:pt x="20" y="21"/>
                      <a:pt x="17" y="0"/>
                      <a:pt x="4" y="11"/>
                    </a:cubicBezTo>
                    <a:close/>
                  </a:path>
                </a:pathLst>
              </a:custGeom>
              <a:solidFill>
                <a:srgbClr val="FFF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i$ḻíḑê"/>
              <p:cNvSpPr/>
              <p:nvPr/>
            </p:nvSpPr>
            <p:spPr bwMode="auto">
              <a:xfrm>
                <a:off x="6400800" y="5033963"/>
                <a:ext cx="4202113" cy="1450975"/>
              </a:xfrm>
              <a:custGeom>
                <a:avLst/>
                <a:gdLst>
                  <a:gd name="T0" fmla="*/ 185 w 1959"/>
                  <a:gd name="T1" fmla="*/ 661 h 677"/>
                  <a:gd name="T2" fmla="*/ 165 w 1959"/>
                  <a:gd name="T3" fmla="*/ 627 h 677"/>
                  <a:gd name="T4" fmla="*/ 176 w 1959"/>
                  <a:gd name="T5" fmla="*/ 572 h 677"/>
                  <a:gd name="T6" fmla="*/ 153 w 1959"/>
                  <a:gd name="T7" fmla="*/ 555 h 677"/>
                  <a:gd name="T8" fmla="*/ 105 w 1959"/>
                  <a:gd name="T9" fmla="*/ 558 h 677"/>
                  <a:gd name="T10" fmla="*/ 67 w 1959"/>
                  <a:gd name="T11" fmla="*/ 533 h 677"/>
                  <a:gd name="T12" fmla="*/ 0 w 1959"/>
                  <a:gd name="T13" fmla="*/ 552 h 677"/>
                  <a:gd name="T14" fmla="*/ 64 w 1959"/>
                  <a:gd name="T15" fmla="*/ 529 h 677"/>
                  <a:gd name="T16" fmla="*/ 98 w 1959"/>
                  <a:gd name="T17" fmla="*/ 546 h 677"/>
                  <a:gd name="T18" fmla="*/ 148 w 1959"/>
                  <a:gd name="T19" fmla="*/ 559 h 677"/>
                  <a:gd name="T20" fmla="*/ 185 w 1959"/>
                  <a:gd name="T21" fmla="*/ 571 h 677"/>
                  <a:gd name="T22" fmla="*/ 165 w 1959"/>
                  <a:gd name="T23" fmla="*/ 620 h 677"/>
                  <a:gd name="T24" fmla="*/ 189 w 1959"/>
                  <a:gd name="T25" fmla="*/ 668 h 677"/>
                  <a:gd name="T26" fmla="*/ 183 w 1959"/>
                  <a:gd name="T27" fmla="*/ 672 h 677"/>
                  <a:gd name="T28" fmla="*/ 217 w 1959"/>
                  <a:gd name="T29" fmla="*/ 632 h 677"/>
                  <a:gd name="T30" fmla="*/ 211 w 1959"/>
                  <a:gd name="T31" fmla="*/ 599 h 677"/>
                  <a:gd name="T32" fmla="*/ 236 w 1959"/>
                  <a:gd name="T33" fmla="*/ 585 h 677"/>
                  <a:gd name="T34" fmla="*/ 291 w 1959"/>
                  <a:gd name="T35" fmla="*/ 568 h 677"/>
                  <a:gd name="T36" fmla="*/ 225 w 1959"/>
                  <a:gd name="T37" fmla="*/ 582 h 677"/>
                  <a:gd name="T38" fmla="*/ 234 w 1959"/>
                  <a:gd name="T39" fmla="*/ 604 h 677"/>
                  <a:gd name="T40" fmla="*/ 213 w 1959"/>
                  <a:gd name="T41" fmla="*/ 604 h 677"/>
                  <a:gd name="T42" fmla="*/ 221 w 1959"/>
                  <a:gd name="T43" fmla="*/ 634 h 677"/>
                  <a:gd name="T44" fmla="*/ 205 w 1959"/>
                  <a:gd name="T45" fmla="*/ 675 h 677"/>
                  <a:gd name="T46" fmla="*/ 218 w 1959"/>
                  <a:gd name="T47" fmla="*/ 602 h 677"/>
                  <a:gd name="T48" fmla="*/ 213 w 1959"/>
                  <a:gd name="T49" fmla="*/ 603 h 677"/>
                  <a:gd name="T50" fmla="*/ 1535 w 1959"/>
                  <a:gd name="T51" fmla="*/ 86 h 677"/>
                  <a:gd name="T52" fmla="*/ 1468 w 1959"/>
                  <a:gd name="T53" fmla="*/ 79 h 677"/>
                  <a:gd name="T54" fmla="*/ 1435 w 1959"/>
                  <a:gd name="T55" fmla="*/ 32 h 677"/>
                  <a:gd name="T56" fmla="*/ 1442 w 1959"/>
                  <a:gd name="T57" fmla="*/ 31 h 677"/>
                  <a:gd name="T58" fmla="*/ 1490 w 1959"/>
                  <a:gd name="T59" fmla="*/ 80 h 677"/>
                  <a:gd name="T60" fmla="*/ 1529 w 1959"/>
                  <a:gd name="T61" fmla="*/ 83 h 677"/>
                  <a:gd name="T62" fmla="*/ 1574 w 1959"/>
                  <a:gd name="T63" fmla="*/ 119 h 677"/>
                  <a:gd name="T64" fmla="*/ 1583 w 1959"/>
                  <a:gd name="T65" fmla="*/ 86 h 677"/>
                  <a:gd name="T66" fmla="*/ 1677 w 1959"/>
                  <a:gd name="T67" fmla="*/ 39 h 677"/>
                  <a:gd name="T68" fmla="*/ 1716 w 1959"/>
                  <a:gd name="T69" fmla="*/ 45 h 677"/>
                  <a:gd name="T70" fmla="*/ 1806 w 1959"/>
                  <a:gd name="T71" fmla="*/ 4 h 677"/>
                  <a:gd name="T72" fmla="*/ 1796 w 1959"/>
                  <a:gd name="T73" fmla="*/ 13 h 677"/>
                  <a:gd name="T74" fmla="*/ 1708 w 1959"/>
                  <a:gd name="T75" fmla="*/ 52 h 677"/>
                  <a:gd name="T76" fmla="*/ 1659 w 1959"/>
                  <a:gd name="T77" fmla="*/ 72 h 677"/>
                  <a:gd name="T78" fmla="*/ 1573 w 1959"/>
                  <a:gd name="T79" fmla="*/ 103 h 677"/>
                  <a:gd name="T80" fmla="*/ 1799 w 1959"/>
                  <a:gd name="T81" fmla="*/ 15 h 677"/>
                  <a:gd name="T82" fmla="*/ 1579 w 1959"/>
                  <a:gd name="T83" fmla="*/ 102 h 677"/>
                  <a:gd name="T84" fmla="*/ 1526 w 1959"/>
                  <a:gd name="T85" fmla="*/ 96 h 677"/>
                  <a:gd name="T86" fmla="*/ 1526 w 1959"/>
                  <a:gd name="T87" fmla="*/ 102 h 677"/>
                  <a:gd name="T88" fmla="*/ 1524 w 1959"/>
                  <a:gd name="T89" fmla="*/ 94 h 677"/>
                  <a:gd name="T90" fmla="*/ 1526 w 1959"/>
                  <a:gd name="T91" fmla="*/ 91 h 677"/>
                  <a:gd name="T92" fmla="*/ 1903 w 1959"/>
                  <a:gd name="T93" fmla="*/ 30 h 677"/>
                  <a:gd name="T94" fmla="*/ 1919 w 1959"/>
                  <a:gd name="T95" fmla="*/ 46 h 677"/>
                  <a:gd name="T96" fmla="*/ 1953 w 1959"/>
                  <a:gd name="T97" fmla="*/ 2 h 677"/>
                  <a:gd name="T98" fmla="*/ 1930 w 1959"/>
                  <a:gd name="T99" fmla="*/ 63 h 677"/>
                  <a:gd name="T100" fmla="*/ 1954 w 1959"/>
                  <a:gd name="T101" fmla="*/ 60 h 677"/>
                  <a:gd name="T102" fmla="*/ 1949 w 1959"/>
                  <a:gd name="T103" fmla="*/ 41 h 677"/>
                  <a:gd name="T104" fmla="*/ 1876 w 1959"/>
                  <a:gd name="T105" fmla="*/ 23 h 677"/>
                  <a:gd name="T106" fmla="*/ 1873 w 1959"/>
                  <a:gd name="T107" fmla="*/ 22 h 677"/>
                  <a:gd name="T108" fmla="*/ 1874 w 1959"/>
                  <a:gd name="T109" fmla="*/ 19 h 677"/>
                  <a:gd name="T110" fmla="*/ 1882 w 1959"/>
                  <a:gd name="T111" fmla="*/ 9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9" h="677">
                    <a:moveTo>
                      <a:pt x="183" y="677"/>
                    </a:moveTo>
                    <a:cubicBezTo>
                      <a:pt x="182" y="677"/>
                      <a:pt x="181" y="677"/>
                      <a:pt x="181" y="676"/>
                    </a:cubicBezTo>
                    <a:cubicBezTo>
                      <a:pt x="179" y="675"/>
                      <a:pt x="178" y="673"/>
                      <a:pt x="178" y="671"/>
                    </a:cubicBezTo>
                    <a:cubicBezTo>
                      <a:pt x="178" y="670"/>
                      <a:pt x="178" y="669"/>
                      <a:pt x="177" y="668"/>
                    </a:cubicBezTo>
                    <a:cubicBezTo>
                      <a:pt x="177" y="668"/>
                      <a:pt x="176" y="667"/>
                      <a:pt x="176" y="667"/>
                    </a:cubicBezTo>
                    <a:cubicBezTo>
                      <a:pt x="174" y="665"/>
                      <a:pt x="171" y="662"/>
                      <a:pt x="174" y="659"/>
                    </a:cubicBezTo>
                    <a:cubicBezTo>
                      <a:pt x="175" y="658"/>
                      <a:pt x="176" y="657"/>
                      <a:pt x="178" y="657"/>
                    </a:cubicBezTo>
                    <a:cubicBezTo>
                      <a:pt x="180" y="657"/>
                      <a:pt x="183" y="659"/>
                      <a:pt x="185" y="661"/>
                    </a:cubicBezTo>
                    <a:cubicBezTo>
                      <a:pt x="186" y="662"/>
                      <a:pt x="186" y="662"/>
                      <a:pt x="187" y="662"/>
                    </a:cubicBezTo>
                    <a:cubicBezTo>
                      <a:pt x="187" y="662"/>
                      <a:pt x="187" y="661"/>
                      <a:pt x="186" y="661"/>
                    </a:cubicBezTo>
                    <a:cubicBezTo>
                      <a:pt x="185" y="659"/>
                      <a:pt x="182" y="657"/>
                      <a:pt x="180" y="657"/>
                    </a:cubicBezTo>
                    <a:cubicBezTo>
                      <a:pt x="175" y="656"/>
                      <a:pt x="172" y="655"/>
                      <a:pt x="171" y="653"/>
                    </a:cubicBezTo>
                    <a:cubicBezTo>
                      <a:pt x="170" y="651"/>
                      <a:pt x="170" y="650"/>
                      <a:pt x="171" y="649"/>
                    </a:cubicBezTo>
                    <a:cubicBezTo>
                      <a:pt x="171" y="648"/>
                      <a:pt x="170" y="645"/>
                      <a:pt x="168" y="643"/>
                    </a:cubicBezTo>
                    <a:cubicBezTo>
                      <a:pt x="165" y="641"/>
                      <a:pt x="165" y="637"/>
                      <a:pt x="165" y="633"/>
                    </a:cubicBezTo>
                    <a:cubicBezTo>
                      <a:pt x="165" y="631"/>
                      <a:pt x="165" y="629"/>
                      <a:pt x="165" y="627"/>
                    </a:cubicBezTo>
                    <a:cubicBezTo>
                      <a:pt x="164" y="625"/>
                      <a:pt x="163" y="624"/>
                      <a:pt x="162" y="623"/>
                    </a:cubicBezTo>
                    <a:cubicBezTo>
                      <a:pt x="161" y="622"/>
                      <a:pt x="159" y="621"/>
                      <a:pt x="158" y="618"/>
                    </a:cubicBezTo>
                    <a:cubicBezTo>
                      <a:pt x="157" y="614"/>
                      <a:pt x="159" y="612"/>
                      <a:pt x="160" y="610"/>
                    </a:cubicBezTo>
                    <a:cubicBezTo>
                      <a:pt x="161" y="608"/>
                      <a:pt x="161" y="607"/>
                      <a:pt x="161" y="606"/>
                    </a:cubicBezTo>
                    <a:cubicBezTo>
                      <a:pt x="158" y="599"/>
                      <a:pt x="159" y="594"/>
                      <a:pt x="164" y="592"/>
                    </a:cubicBezTo>
                    <a:cubicBezTo>
                      <a:pt x="165" y="591"/>
                      <a:pt x="166" y="590"/>
                      <a:pt x="166" y="586"/>
                    </a:cubicBezTo>
                    <a:cubicBezTo>
                      <a:pt x="166" y="584"/>
                      <a:pt x="166" y="582"/>
                      <a:pt x="167" y="580"/>
                    </a:cubicBezTo>
                    <a:cubicBezTo>
                      <a:pt x="168" y="576"/>
                      <a:pt x="172" y="574"/>
                      <a:pt x="176" y="572"/>
                    </a:cubicBezTo>
                    <a:cubicBezTo>
                      <a:pt x="178" y="571"/>
                      <a:pt x="180" y="570"/>
                      <a:pt x="181" y="569"/>
                    </a:cubicBezTo>
                    <a:cubicBezTo>
                      <a:pt x="180" y="569"/>
                      <a:pt x="179" y="568"/>
                      <a:pt x="178" y="567"/>
                    </a:cubicBezTo>
                    <a:cubicBezTo>
                      <a:pt x="179" y="565"/>
                      <a:pt x="179" y="565"/>
                      <a:pt x="179" y="565"/>
                    </a:cubicBezTo>
                    <a:cubicBezTo>
                      <a:pt x="178" y="567"/>
                      <a:pt x="178" y="567"/>
                      <a:pt x="178" y="567"/>
                    </a:cubicBezTo>
                    <a:cubicBezTo>
                      <a:pt x="176" y="566"/>
                      <a:pt x="172" y="566"/>
                      <a:pt x="170" y="568"/>
                    </a:cubicBezTo>
                    <a:cubicBezTo>
                      <a:pt x="164" y="571"/>
                      <a:pt x="161" y="566"/>
                      <a:pt x="158" y="561"/>
                    </a:cubicBezTo>
                    <a:cubicBezTo>
                      <a:pt x="157" y="560"/>
                      <a:pt x="157" y="560"/>
                      <a:pt x="157" y="560"/>
                    </a:cubicBezTo>
                    <a:cubicBezTo>
                      <a:pt x="156" y="557"/>
                      <a:pt x="154" y="556"/>
                      <a:pt x="153" y="555"/>
                    </a:cubicBezTo>
                    <a:cubicBezTo>
                      <a:pt x="153" y="556"/>
                      <a:pt x="153" y="557"/>
                      <a:pt x="153" y="559"/>
                    </a:cubicBezTo>
                    <a:cubicBezTo>
                      <a:pt x="153" y="571"/>
                      <a:pt x="140" y="572"/>
                      <a:pt x="133" y="572"/>
                    </a:cubicBezTo>
                    <a:cubicBezTo>
                      <a:pt x="133" y="572"/>
                      <a:pt x="133" y="572"/>
                      <a:pt x="133" y="572"/>
                    </a:cubicBezTo>
                    <a:cubicBezTo>
                      <a:pt x="118" y="573"/>
                      <a:pt x="110" y="572"/>
                      <a:pt x="107" y="569"/>
                    </a:cubicBezTo>
                    <a:cubicBezTo>
                      <a:pt x="105" y="565"/>
                      <a:pt x="108" y="562"/>
                      <a:pt x="111" y="561"/>
                    </a:cubicBezTo>
                    <a:cubicBezTo>
                      <a:pt x="111" y="560"/>
                      <a:pt x="112" y="560"/>
                      <a:pt x="113" y="559"/>
                    </a:cubicBezTo>
                    <a:cubicBezTo>
                      <a:pt x="112" y="559"/>
                      <a:pt x="111" y="559"/>
                      <a:pt x="110" y="559"/>
                    </a:cubicBezTo>
                    <a:cubicBezTo>
                      <a:pt x="109" y="559"/>
                      <a:pt x="107" y="558"/>
                      <a:pt x="105" y="558"/>
                    </a:cubicBezTo>
                    <a:cubicBezTo>
                      <a:pt x="98" y="557"/>
                      <a:pt x="93" y="556"/>
                      <a:pt x="93" y="546"/>
                    </a:cubicBezTo>
                    <a:cubicBezTo>
                      <a:pt x="93" y="543"/>
                      <a:pt x="93" y="542"/>
                      <a:pt x="92" y="542"/>
                    </a:cubicBezTo>
                    <a:cubicBezTo>
                      <a:pt x="93" y="542"/>
                      <a:pt x="92" y="543"/>
                      <a:pt x="92" y="545"/>
                    </a:cubicBezTo>
                    <a:cubicBezTo>
                      <a:pt x="92" y="550"/>
                      <a:pt x="90" y="554"/>
                      <a:pt x="87" y="555"/>
                    </a:cubicBezTo>
                    <a:cubicBezTo>
                      <a:pt x="85" y="556"/>
                      <a:pt x="83" y="555"/>
                      <a:pt x="81" y="554"/>
                    </a:cubicBezTo>
                    <a:cubicBezTo>
                      <a:pt x="77" y="550"/>
                      <a:pt x="74" y="543"/>
                      <a:pt x="72" y="535"/>
                    </a:cubicBezTo>
                    <a:cubicBezTo>
                      <a:pt x="72" y="534"/>
                      <a:pt x="71" y="532"/>
                      <a:pt x="70" y="532"/>
                    </a:cubicBezTo>
                    <a:cubicBezTo>
                      <a:pt x="69" y="532"/>
                      <a:pt x="68" y="532"/>
                      <a:pt x="67" y="533"/>
                    </a:cubicBezTo>
                    <a:cubicBezTo>
                      <a:pt x="67" y="533"/>
                      <a:pt x="65" y="535"/>
                      <a:pt x="66" y="538"/>
                    </a:cubicBezTo>
                    <a:cubicBezTo>
                      <a:pt x="66" y="540"/>
                      <a:pt x="67" y="542"/>
                      <a:pt x="67" y="543"/>
                    </a:cubicBezTo>
                    <a:cubicBezTo>
                      <a:pt x="69" y="547"/>
                      <a:pt x="70" y="551"/>
                      <a:pt x="66" y="556"/>
                    </a:cubicBezTo>
                    <a:cubicBezTo>
                      <a:pt x="63" y="563"/>
                      <a:pt x="54" y="562"/>
                      <a:pt x="47" y="561"/>
                    </a:cubicBezTo>
                    <a:cubicBezTo>
                      <a:pt x="45" y="561"/>
                      <a:pt x="44" y="561"/>
                      <a:pt x="42" y="561"/>
                    </a:cubicBezTo>
                    <a:cubicBezTo>
                      <a:pt x="40" y="561"/>
                      <a:pt x="38" y="561"/>
                      <a:pt x="36" y="561"/>
                    </a:cubicBezTo>
                    <a:cubicBezTo>
                      <a:pt x="33" y="561"/>
                      <a:pt x="28" y="561"/>
                      <a:pt x="22" y="561"/>
                    </a:cubicBezTo>
                    <a:cubicBezTo>
                      <a:pt x="12" y="560"/>
                      <a:pt x="1" y="552"/>
                      <a:pt x="0" y="552"/>
                    </a:cubicBezTo>
                    <a:cubicBezTo>
                      <a:pt x="3" y="548"/>
                      <a:pt x="3" y="548"/>
                      <a:pt x="3" y="548"/>
                    </a:cubicBezTo>
                    <a:cubicBezTo>
                      <a:pt x="3" y="548"/>
                      <a:pt x="13" y="555"/>
                      <a:pt x="22" y="556"/>
                    </a:cubicBezTo>
                    <a:cubicBezTo>
                      <a:pt x="29" y="556"/>
                      <a:pt x="32" y="556"/>
                      <a:pt x="36" y="556"/>
                    </a:cubicBezTo>
                    <a:cubicBezTo>
                      <a:pt x="40" y="556"/>
                      <a:pt x="43" y="556"/>
                      <a:pt x="48" y="557"/>
                    </a:cubicBezTo>
                    <a:cubicBezTo>
                      <a:pt x="53" y="557"/>
                      <a:pt x="60" y="558"/>
                      <a:pt x="62" y="554"/>
                    </a:cubicBezTo>
                    <a:cubicBezTo>
                      <a:pt x="65" y="550"/>
                      <a:pt x="64" y="548"/>
                      <a:pt x="63" y="544"/>
                    </a:cubicBezTo>
                    <a:cubicBezTo>
                      <a:pt x="62" y="543"/>
                      <a:pt x="62" y="541"/>
                      <a:pt x="61" y="539"/>
                    </a:cubicBezTo>
                    <a:cubicBezTo>
                      <a:pt x="60" y="535"/>
                      <a:pt x="61" y="532"/>
                      <a:pt x="64" y="529"/>
                    </a:cubicBezTo>
                    <a:cubicBezTo>
                      <a:pt x="66" y="527"/>
                      <a:pt x="69" y="527"/>
                      <a:pt x="71" y="527"/>
                    </a:cubicBezTo>
                    <a:cubicBezTo>
                      <a:pt x="73" y="528"/>
                      <a:pt x="76" y="529"/>
                      <a:pt x="76" y="534"/>
                    </a:cubicBezTo>
                    <a:cubicBezTo>
                      <a:pt x="78" y="541"/>
                      <a:pt x="81" y="547"/>
                      <a:pt x="84" y="550"/>
                    </a:cubicBezTo>
                    <a:cubicBezTo>
                      <a:pt x="85" y="551"/>
                      <a:pt x="85" y="551"/>
                      <a:pt x="85" y="551"/>
                    </a:cubicBezTo>
                    <a:cubicBezTo>
                      <a:pt x="86" y="550"/>
                      <a:pt x="87" y="548"/>
                      <a:pt x="87" y="545"/>
                    </a:cubicBezTo>
                    <a:cubicBezTo>
                      <a:pt x="87" y="540"/>
                      <a:pt x="90" y="537"/>
                      <a:pt x="93" y="537"/>
                    </a:cubicBezTo>
                    <a:cubicBezTo>
                      <a:pt x="94" y="537"/>
                      <a:pt x="96" y="538"/>
                      <a:pt x="97" y="540"/>
                    </a:cubicBezTo>
                    <a:cubicBezTo>
                      <a:pt x="98" y="541"/>
                      <a:pt x="98" y="544"/>
                      <a:pt x="98" y="546"/>
                    </a:cubicBezTo>
                    <a:cubicBezTo>
                      <a:pt x="98" y="552"/>
                      <a:pt x="99" y="553"/>
                      <a:pt x="106" y="554"/>
                    </a:cubicBezTo>
                    <a:cubicBezTo>
                      <a:pt x="108" y="554"/>
                      <a:pt x="109" y="554"/>
                      <a:pt x="111" y="554"/>
                    </a:cubicBezTo>
                    <a:cubicBezTo>
                      <a:pt x="114" y="554"/>
                      <a:pt x="118" y="555"/>
                      <a:pt x="118" y="559"/>
                    </a:cubicBezTo>
                    <a:cubicBezTo>
                      <a:pt x="118" y="561"/>
                      <a:pt x="116" y="563"/>
                      <a:pt x="114" y="564"/>
                    </a:cubicBezTo>
                    <a:cubicBezTo>
                      <a:pt x="113" y="565"/>
                      <a:pt x="112" y="566"/>
                      <a:pt x="111" y="566"/>
                    </a:cubicBezTo>
                    <a:cubicBezTo>
                      <a:pt x="113" y="568"/>
                      <a:pt x="120" y="568"/>
                      <a:pt x="132" y="567"/>
                    </a:cubicBezTo>
                    <a:cubicBezTo>
                      <a:pt x="133" y="567"/>
                      <a:pt x="133" y="567"/>
                      <a:pt x="133" y="567"/>
                    </a:cubicBezTo>
                    <a:cubicBezTo>
                      <a:pt x="142" y="567"/>
                      <a:pt x="148" y="566"/>
                      <a:pt x="148" y="559"/>
                    </a:cubicBezTo>
                    <a:cubicBezTo>
                      <a:pt x="148" y="557"/>
                      <a:pt x="148" y="552"/>
                      <a:pt x="151" y="551"/>
                    </a:cubicBezTo>
                    <a:cubicBezTo>
                      <a:pt x="155" y="549"/>
                      <a:pt x="159" y="555"/>
                      <a:pt x="161" y="558"/>
                    </a:cubicBezTo>
                    <a:cubicBezTo>
                      <a:pt x="162" y="559"/>
                      <a:pt x="162" y="559"/>
                      <a:pt x="162" y="559"/>
                    </a:cubicBezTo>
                    <a:cubicBezTo>
                      <a:pt x="166" y="564"/>
                      <a:pt x="166" y="564"/>
                      <a:pt x="168" y="564"/>
                    </a:cubicBezTo>
                    <a:cubicBezTo>
                      <a:pt x="171" y="562"/>
                      <a:pt x="176" y="561"/>
                      <a:pt x="180" y="563"/>
                    </a:cubicBezTo>
                    <a:cubicBezTo>
                      <a:pt x="180" y="563"/>
                      <a:pt x="180" y="563"/>
                      <a:pt x="180" y="563"/>
                    </a:cubicBezTo>
                    <a:cubicBezTo>
                      <a:pt x="182" y="564"/>
                      <a:pt x="184" y="565"/>
                      <a:pt x="185" y="567"/>
                    </a:cubicBezTo>
                    <a:cubicBezTo>
                      <a:pt x="186" y="568"/>
                      <a:pt x="186" y="570"/>
                      <a:pt x="185" y="571"/>
                    </a:cubicBezTo>
                    <a:cubicBezTo>
                      <a:pt x="184" y="573"/>
                      <a:pt x="181" y="575"/>
                      <a:pt x="178" y="576"/>
                    </a:cubicBezTo>
                    <a:cubicBezTo>
                      <a:pt x="175" y="578"/>
                      <a:pt x="172" y="579"/>
                      <a:pt x="171" y="581"/>
                    </a:cubicBezTo>
                    <a:cubicBezTo>
                      <a:pt x="171" y="583"/>
                      <a:pt x="171" y="584"/>
                      <a:pt x="171" y="586"/>
                    </a:cubicBezTo>
                    <a:cubicBezTo>
                      <a:pt x="170" y="590"/>
                      <a:pt x="170" y="594"/>
                      <a:pt x="165" y="596"/>
                    </a:cubicBezTo>
                    <a:cubicBezTo>
                      <a:pt x="165" y="596"/>
                      <a:pt x="163" y="597"/>
                      <a:pt x="165" y="605"/>
                    </a:cubicBezTo>
                    <a:cubicBezTo>
                      <a:pt x="166" y="608"/>
                      <a:pt x="165" y="610"/>
                      <a:pt x="164" y="612"/>
                    </a:cubicBezTo>
                    <a:cubicBezTo>
                      <a:pt x="163" y="614"/>
                      <a:pt x="162" y="615"/>
                      <a:pt x="162" y="617"/>
                    </a:cubicBezTo>
                    <a:cubicBezTo>
                      <a:pt x="163" y="618"/>
                      <a:pt x="164" y="619"/>
                      <a:pt x="165" y="620"/>
                    </a:cubicBezTo>
                    <a:cubicBezTo>
                      <a:pt x="166" y="621"/>
                      <a:pt x="168" y="622"/>
                      <a:pt x="169" y="626"/>
                    </a:cubicBezTo>
                    <a:cubicBezTo>
                      <a:pt x="170" y="628"/>
                      <a:pt x="170" y="631"/>
                      <a:pt x="170" y="633"/>
                    </a:cubicBezTo>
                    <a:cubicBezTo>
                      <a:pt x="170" y="636"/>
                      <a:pt x="170" y="639"/>
                      <a:pt x="171" y="639"/>
                    </a:cubicBezTo>
                    <a:cubicBezTo>
                      <a:pt x="175" y="642"/>
                      <a:pt x="177" y="647"/>
                      <a:pt x="175" y="651"/>
                    </a:cubicBezTo>
                    <a:cubicBezTo>
                      <a:pt x="176" y="651"/>
                      <a:pt x="177" y="652"/>
                      <a:pt x="180" y="652"/>
                    </a:cubicBezTo>
                    <a:cubicBezTo>
                      <a:pt x="184" y="652"/>
                      <a:pt x="188" y="655"/>
                      <a:pt x="190" y="659"/>
                    </a:cubicBezTo>
                    <a:cubicBezTo>
                      <a:pt x="192" y="661"/>
                      <a:pt x="192" y="664"/>
                      <a:pt x="191" y="666"/>
                    </a:cubicBezTo>
                    <a:cubicBezTo>
                      <a:pt x="190" y="667"/>
                      <a:pt x="189" y="668"/>
                      <a:pt x="189" y="668"/>
                    </a:cubicBezTo>
                    <a:cubicBezTo>
                      <a:pt x="187" y="668"/>
                      <a:pt x="185" y="667"/>
                      <a:pt x="182" y="665"/>
                    </a:cubicBezTo>
                    <a:cubicBezTo>
                      <a:pt x="181" y="664"/>
                      <a:pt x="179" y="662"/>
                      <a:pt x="178" y="662"/>
                    </a:cubicBezTo>
                    <a:cubicBezTo>
                      <a:pt x="178" y="662"/>
                      <a:pt x="178" y="662"/>
                      <a:pt x="178" y="662"/>
                    </a:cubicBezTo>
                    <a:cubicBezTo>
                      <a:pt x="178" y="662"/>
                      <a:pt x="179" y="663"/>
                      <a:pt x="179" y="663"/>
                    </a:cubicBezTo>
                    <a:cubicBezTo>
                      <a:pt x="180" y="664"/>
                      <a:pt x="180" y="665"/>
                      <a:pt x="181" y="666"/>
                    </a:cubicBezTo>
                    <a:cubicBezTo>
                      <a:pt x="182" y="667"/>
                      <a:pt x="182" y="669"/>
                      <a:pt x="183" y="670"/>
                    </a:cubicBezTo>
                    <a:cubicBezTo>
                      <a:pt x="183" y="671"/>
                      <a:pt x="183" y="672"/>
                      <a:pt x="183" y="672"/>
                    </a:cubicBezTo>
                    <a:cubicBezTo>
                      <a:pt x="183" y="672"/>
                      <a:pt x="183" y="672"/>
                      <a:pt x="183" y="672"/>
                    </a:cubicBezTo>
                    <a:cubicBezTo>
                      <a:pt x="190" y="670"/>
                      <a:pt x="200" y="668"/>
                      <a:pt x="207" y="671"/>
                    </a:cubicBezTo>
                    <a:cubicBezTo>
                      <a:pt x="211" y="672"/>
                      <a:pt x="213" y="671"/>
                      <a:pt x="217" y="669"/>
                    </a:cubicBezTo>
                    <a:cubicBezTo>
                      <a:pt x="219" y="668"/>
                      <a:pt x="220" y="667"/>
                      <a:pt x="222" y="667"/>
                    </a:cubicBezTo>
                    <a:cubicBezTo>
                      <a:pt x="226" y="665"/>
                      <a:pt x="228" y="661"/>
                      <a:pt x="228" y="653"/>
                    </a:cubicBezTo>
                    <a:cubicBezTo>
                      <a:pt x="228" y="647"/>
                      <a:pt x="228" y="647"/>
                      <a:pt x="221" y="644"/>
                    </a:cubicBezTo>
                    <a:cubicBezTo>
                      <a:pt x="219" y="643"/>
                      <a:pt x="219" y="643"/>
                      <a:pt x="219" y="643"/>
                    </a:cubicBezTo>
                    <a:cubicBezTo>
                      <a:pt x="216" y="642"/>
                      <a:pt x="213" y="640"/>
                      <a:pt x="213" y="637"/>
                    </a:cubicBezTo>
                    <a:cubicBezTo>
                      <a:pt x="213" y="634"/>
                      <a:pt x="215" y="633"/>
                      <a:pt x="217" y="632"/>
                    </a:cubicBezTo>
                    <a:cubicBezTo>
                      <a:pt x="217" y="631"/>
                      <a:pt x="218" y="631"/>
                      <a:pt x="218" y="631"/>
                    </a:cubicBezTo>
                    <a:cubicBezTo>
                      <a:pt x="219" y="630"/>
                      <a:pt x="219" y="629"/>
                      <a:pt x="219" y="629"/>
                    </a:cubicBezTo>
                    <a:cubicBezTo>
                      <a:pt x="219" y="629"/>
                      <a:pt x="219" y="628"/>
                      <a:pt x="217" y="626"/>
                    </a:cubicBezTo>
                    <a:cubicBezTo>
                      <a:pt x="215" y="625"/>
                      <a:pt x="212" y="625"/>
                      <a:pt x="209" y="625"/>
                    </a:cubicBezTo>
                    <a:cubicBezTo>
                      <a:pt x="206" y="626"/>
                      <a:pt x="203" y="626"/>
                      <a:pt x="200" y="624"/>
                    </a:cubicBezTo>
                    <a:cubicBezTo>
                      <a:pt x="194" y="620"/>
                      <a:pt x="198" y="613"/>
                      <a:pt x="201" y="606"/>
                    </a:cubicBezTo>
                    <a:cubicBezTo>
                      <a:pt x="205" y="600"/>
                      <a:pt x="207" y="599"/>
                      <a:pt x="210" y="599"/>
                    </a:cubicBezTo>
                    <a:cubicBezTo>
                      <a:pt x="211" y="599"/>
                      <a:pt x="211" y="599"/>
                      <a:pt x="211" y="599"/>
                    </a:cubicBezTo>
                    <a:cubicBezTo>
                      <a:pt x="213" y="598"/>
                      <a:pt x="216" y="599"/>
                      <a:pt x="217" y="601"/>
                    </a:cubicBezTo>
                    <a:cubicBezTo>
                      <a:pt x="215" y="598"/>
                      <a:pt x="215" y="596"/>
                      <a:pt x="216" y="593"/>
                    </a:cubicBezTo>
                    <a:cubicBezTo>
                      <a:pt x="216" y="592"/>
                      <a:pt x="216" y="590"/>
                      <a:pt x="216" y="589"/>
                    </a:cubicBezTo>
                    <a:cubicBezTo>
                      <a:pt x="217" y="587"/>
                      <a:pt x="216" y="584"/>
                      <a:pt x="216" y="582"/>
                    </a:cubicBezTo>
                    <a:cubicBezTo>
                      <a:pt x="216" y="578"/>
                      <a:pt x="216" y="573"/>
                      <a:pt x="220" y="572"/>
                    </a:cubicBezTo>
                    <a:cubicBezTo>
                      <a:pt x="221" y="571"/>
                      <a:pt x="223" y="571"/>
                      <a:pt x="225" y="572"/>
                    </a:cubicBezTo>
                    <a:cubicBezTo>
                      <a:pt x="228" y="574"/>
                      <a:pt x="229" y="578"/>
                      <a:pt x="230" y="582"/>
                    </a:cubicBezTo>
                    <a:cubicBezTo>
                      <a:pt x="230" y="585"/>
                      <a:pt x="230" y="585"/>
                      <a:pt x="236" y="585"/>
                    </a:cubicBezTo>
                    <a:cubicBezTo>
                      <a:pt x="237" y="585"/>
                      <a:pt x="237" y="585"/>
                      <a:pt x="237" y="585"/>
                    </a:cubicBezTo>
                    <a:cubicBezTo>
                      <a:pt x="240" y="586"/>
                      <a:pt x="241" y="583"/>
                      <a:pt x="243" y="580"/>
                    </a:cubicBezTo>
                    <a:cubicBezTo>
                      <a:pt x="244" y="578"/>
                      <a:pt x="245" y="576"/>
                      <a:pt x="247" y="574"/>
                    </a:cubicBezTo>
                    <a:cubicBezTo>
                      <a:pt x="251" y="570"/>
                      <a:pt x="256" y="570"/>
                      <a:pt x="261" y="569"/>
                    </a:cubicBezTo>
                    <a:cubicBezTo>
                      <a:pt x="263" y="569"/>
                      <a:pt x="263" y="569"/>
                      <a:pt x="263" y="569"/>
                    </a:cubicBezTo>
                    <a:cubicBezTo>
                      <a:pt x="265" y="568"/>
                      <a:pt x="268" y="568"/>
                      <a:pt x="271" y="567"/>
                    </a:cubicBezTo>
                    <a:cubicBezTo>
                      <a:pt x="278" y="565"/>
                      <a:pt x="286" y="563"/>
                      <a:pt x="291" y="563"/>
                    </a:cubicBezTo>
                    <a:cubicBezTo>
                      <a:pt x="291" y="568"/>
                      <a:pt x="291" y="568"/>
                      <a:pt x="291" y="568"/>
                    </a:cubicBezTo>
                    <a:cubicBezTo>
                      <a:pt x="287" y="568"/>
                      <a:pt x="279" y="570"/>
                      <a:pt x="273" y="571"/>
                    </a:cubicBezTo>
                    <a:cubicBezTo>
                      <a:pt x="269" y="572"/>
                      <a:pt x="266" y="573"/>
                      <a:pt x="264" y="573"/>
                    </a:cubicBezTo>
                    <a:cubicBezTo>
                      <a:pt x="262" y="574"/>
                      <a:pt x="262" y="574"/>
                      <a:pt x="262" y="574"/>
                    </a:cubicBezTo>
                    <a:cubicBezTo>
                      <a:pt x="257" y="574"/>
                      <a:pt x="253" y="575"/>
                      <a:pt x="250" y="578"/>
                    </a:cubicBezTo>
                    <a:cubicBezTo>
                      <a:pt x="249" y="579"/>
                      <a:pt x="248" y="580"/>
                      <a:pt x="247" y="582"/>
                    </a:cubicBezTo>
                    <a:cubicBezTo>
                      <a:pt x="245" y="586"/>
                      <a:pt x="242" y="591"/>
                      <a:pt x="237" y="590"/>
                    </a:cubicBezTo>
                    <a:cubicBezTo>
                      <a:pt x="236" y="590"/>
                      <a:pt x="236" y="590"/>
                      <a:pt x="236" y="590"/>
                    </a:cubicBezTo>
                    <a:cubicBezTo>
                      <a:pt x="230" y="590"/>
                      <a:pt x="225" y="589"/>
                      <a:pt x="225" y="582"/>
                    </a:cubicBezTo>
                    <a:cubicBezTo>
                      <a:pt x="225" y="579"/>
                      <a:pt x="223" y="577"/>
                      <a:pt x="222" y="576"/>
                    </a:cubicBezTo>
                    <a:cubicBezTo>
                      <a:pt x="222" y="576"/>
                      <a:pt x="222" y="576"/>
                      <a:pt x="221" y="576"/>
                    </a:cubicBezTo>
                    <a:cubicBezTo>
                      <a:pt x="221" y="576"/>
                      <a:pt x="221" y="580"/>
                      <a:pt x="221" y="582"/>
                    </a:cubicBezTo>
                    <a:cubicBezTo>
                      <a:pt x="221" y="584"/>
                      <a:pt x="221" y="587"/>
                      <a:pt x="221" y="589"/>
                    </a:cubicBezTo>
                    <a:cubicBezTo>
                      <a:pt x="221" y="591"/>
                      <a:pt x="221" y="592"/>
                      <a:pt x="220" y="593"/>
                    </a:cubicBezTo>
                    <a:cubicBezTo>
                      <a:pt x="220" y="596"/>
                      <a:pt x="220" y="597"/>
                      <a:pt x="222" y="599"/>
                    </a:cubicBezTo>
                    <a:cubicBezTo>
                      <a:pt x="222" y="600"/>
                      <a:pt x="224" y="600"/>
                      <a:pt x="226" y="600"/>
                    </a:cubicBezTo>
                    <a:cubicBezTo>
                      <a:pt x="229" y="600"/>
                      <a:pt x="233" y="599"/>
                      <a:pt x="234" y="604"/>
                    </a:cubicBezTo>
                    <a:cubicBezTo>
                      <a:pt x="235" y="610"/>
                      <a:pt x="236" y="612"/>
                      <a:pt x="234" y="614"/>
                    </a:cubicBezTo>
                    <a:cubicBezTo>
                      <a:pt x="233" y="615"/>
                      <a:pt x="231" y="615"/>
                      <a:pt x="229" y="614"/>
                    </a:cubicBezTo>
                    <a:cubicBezTo>
                      <a:pt x="228" y="614"/>
                      <a:pt x="228" y="614"/>
                      <a:pt x="228" y="614"/>
                    </a:cubicBezTo>
                    <a:cubicBezTo>
                      <a:pt x="226" y="612"/>
                      <a:pt x="224" y="611"/>
                      <a:pt x="217" y="613"/>
                    </a:cubicBezTo>
                    <a:cubicBezTo>
                      <a:pt x="214" y="613"/>
                      <a:pt x="211" y="614"/>
                      <a:pt x="210" y="611"/>
                    </a:cubicBezTo>
                    <a:cubicBezTo>
                      <a:pt x="209" y="609"/>
                      <a:pt x="210" y="607"/>
                      <a:pt x="212" y="605"/>
                    </a:cubicBezTo>
                    <a:cubicBezTo>
                      <a:pt x="213" y="604"/>
                      <a:pt x="213" y="604"/>
                      <a:pt x="213" y="604"/>
                    </a:cubicBezTo>
                    <a:cubicBezTo>
                      <a:pt x="213" y="604"/>
                      <a:pt x="213" y="604"/>
                      <a:pt x="213" y="604"/>
                    </a:cubicBezTo>
                    <a:cubicBezTo>
                      <a:pt x="213" y="603"/>
                      <a:pt x="212" y="603"/>
                      <a:pt x="211" y="603"/>
                    </a:cubicBezTo>
                    <a:cubicBezTo>
                      <a:pt x="211" y="603"/>
                      <a:pt x="211" y="603"/>
                      <a:pt x="211" y="603"/>
                    </a:cubicBezTo>
                    <a:cubicBezTo>
                      <a:pt x="209" y="604"/>
                      <a:pt x="208" y="604"/>
                      <a:pt x="205" y="608"/>
                    </a:cubicBezTo>
                    <a:cubicBezTo>
                      <a:pt x="202" y="614"/>
                      <a:pt x="200" y="619"/>
                      <a:pt x="202" y="620"/>
                    </a:cubicBezTo>
                    <a:cubicBezTo>
                      <a:pt x="204" y="621"/>
                      <a:pt x="206" y="621"/>
                      <a:pt x="209" y="621"/>
                    </a:cubicBezTo>
                    <a:cubicBezTo>
                      <a:pt x="213" y="621"/>
                      <a:pt x="217" y="620"/>
                      <a:pt x="220" y="623"/>
                    </a:cubicBezTo>
                    <a:cubicBezTo>
                      <a:pt x="221" y="624"/>
                      <a:pt x="224" y="626"/>
                      <a:pt x="224" y="629"/>
                    </a:cubicBezTo>
                    <a:cubicBezTo>
                      <a:pt x="224" y="632"/>
                      <a:pt x="222" y="633"/>
                      <a:pt x="221" y="634"/>
                    </a:cubicBezTo>
                    <a:cubicBezTo>
                      <a:pt x="221" y="634"/>
                      <a:pt x="220" y="635"/>
                      <a:pt x="220" y="635"/>
                    </a:cubicBezTo>
                    <a:cubicBezTo>
                      <a:pt x="219" y="636"/>
                      <a:pt x="218" y="636"/>
                      <a:pt x="218" y="637"/>
                    </a:cubicBezTo>
                    <a:cubicBezTo>
                      <a:pt x="218" y="637"/>
                      <a:pt x="219" y="638"/>
                      <a:pt x="221" y="639"/>
                    </a:cubicBezTo>
                    <a:cubicBezTo>
                      <a:pt x="223" y="640"/>
                      <a:pt x="223" y="640"/>
                      <a:pt x="223" y="640"/>
                    </a:cubicBezTo>
                    <a:cubicBezTo>
                      <a:pt x="230" y="643"/>
                      <a:pt x="233" y="644"/>
                      <a:pt x="233" y="653"/>
                    </a:cubicBezTo>
                    <a:cubicBezTo>
                      <a:pt x="233" y="659"/>
                      <a:pt x="232" y="668"/>
                      <a:pt x="224" y="671"/>
                    </a:cubicBezTo>
                    <a:cubicBezTo>
                      <a:pt x="222" y="672"/>
                      <a:pt x="221" y="672"/>
                      <a:pt x="219" y="673"/>
                    </a:cubicBezTo>
                    <a:cubicBezTo>
                      <a:pt x="215" y="675"/>
                      <a:pt x="211" y="677"/>
                      <a:pt x="205" y="675"/>
                    </a:cubicBezTo>
                    <a:cubicBezTo>
                      <a:pt x="199" y="673"/>
                      <a:pt x="190" y="675"/>
                      <a:pt x="185" y="677"/>
                    </a:cubicBezTo>
                    <a:cubicBezTo>
                      <a:pt x="184" y="677"/>
                      <a:pt x="183" y="677"/>
                      <a:pt x="183" y="677"/>
                    </a:cubicBezTo>
                    <a:close/>
                    <a:moveTo>
                      <a:pt x="223" y="607"/>
                    </a:moveTo>
                    <a:cubicBezTo>
                      <a:pt x="227" y="607"/>
                      <a:pt x="228" y="608"/>
                      <a:pt x="230" y="609"/>
                    </a:cubicBezTo>
                    <a:cubicBezTo>
                      <a:pt x="231" y="609"/>
                      <a:pt x="231" y="609"/>
                      <a:pt x="231" y="609"/>
                    </a:cubicBezTo>
                    <a:cubicBezTo>
                      <a:pt x="230" y="609"/>
                      <a:pt x="230" y="607"/>
                      <a:pt x="230" y="605"/>
                    </a:cubicBezTo>
                    <a:cubicBezTo>
                      <a:pt x="230" y="605"/>
                      <a:pt x="230" y="604"/>
                      <a:pt x="226" y="604"/>
                    </a:cubicBezTo>
                    <a:cubicBezTo>
                      <a:pt x="224" y="604"/>
                      <a:pt x="220" y="605"/>
                      <a:pt x="218" y="602"/>
                    </a:cubicBezTo>
                    <a:cubicBezTo>
                      <a:pt x="218" y="602"/>
                      <a:pt x="217" y="601"/>
                      <a:pt x="217" y="601"/>
                    </a:cubicBezTo>
                    <a:cubicBezTo>
                      <a:pt x="217" y="601"/>
                      <a:pt x="217" y="601"/>
                      <a:pt x="218" y="601"/>
                    </a:cubicBezTo>
                    <a:cubicBezTo>
                      <a:pt x="218" y="602"/>
                      <a:pt x="219" y="604"/>
                      <a:pt x="217" y="607"/>
                    </a:cubicBezTo>
                    <a:cubicBezTo>
                      <a:pt x="216" y="608"/>
                      <a:pt x="216" y="608"/>
                      <a:pt x="216" y="608"/>
                    </a:cubicBezTo>
                    <a:cubicBezTo>
                      <a:pt x="216" y="608"/>
                      <a:pt x="216" y="608"/>
                      <a:pt x="216" y="608"/>
                    </a:cubicBezTo>
                    <a:cubicBezTo>
                      <a:pt x="216" y="608"/>
                      <a:pt x="216" y="608"/>
                      <a:pt x="217" y="608"/>
                    </a:cubicBezTo>
                    <a:cubicBezTo>
                      <a:pt x="219" y="608"/>
                      <a:pt x="221" y="607"/>
                      <a:pt x="223" y="607"/>
                    </a:cubicBezTo>
                    <a:close/>
                    <a:moveTo>
                      <a:pt x="213" y="603"/>
                    </a:moveTo>
                    <a:cubicBezTo>
                      <a:pt x="213" y="603"/>
                      <a:pt x="213" y="603"/>
                      <a:pt x="213" y="603"/>
                    </a:cubicBezTo>
                    <a:close/>
                    <a:moveTo>
                      <a:pt x="1565" y="130"/>
                    </a:moveTo>
                    <a:cubicBezTo>
                      <a:pt x="1553" y="130"/>
                      <a:pt x="1551" y="121"/>
                      <a:pt x="1549" y="113"/>
                    </a:cubicBezTo>
                    <a:cubicBezTo>
                      <a:pt x="1549" y="111"/>
                      <a:pt x="1548" y="109"/>
                      <a:pt x="1548" y="107"/>
                    </a:cubicBezTo>
                    <a:cubicBezTo>
                      <a:pt x="1546" y="100"/>
                      <a:pt x="1545" y="95"/>
                      <a:pt x="1548" y="92"/>
                    </a:cubicBezTo>
                    <a:cubicBezTo>
                      <a:pt x="1551" y="90"/>
                      <a:pt x="1551" y="87"/>
                      <a:pt x="1550" y="86"/>
                    </a:cubicBezTo>
                    <a:cubicBezTo>
                      <a:pt x="1549" y="84"/>
                      <a:pt x="1543" y="84"/>
                      <a:pt x="1536" y="86"/>
                    </a:cubicBezTo>
                    <a:cubicBezTo>
                      <a:pt x="1535" y="86"/>
                      <a:pt x="1535" y="86"/>
                      <a:pt x="1535" y="86"/>
                    </a:cubicBezTo>
                    <a:cubicBezTo>
                      <a:pt x="1532" y="87"/>
                      <a:pt x="1529" y="88"/>
                      <a:pt x="1526" y="87"/>
                    </a:cubicBezTo>
                    <a:cubicBezTo>
                      <a:pt x="1525" y="86"/>
                      <a:pt x="1524" y="85"/>
                      <a:pt x="1524" y="83"/>
                    </a:cubicBezTo>
                    <a:cubicBezTo>
                      <a:pt x="1524" y="82"/>
                      <a:pt x="1521" y="82"/>
                      <a:pt x="1520" y="82"/>
                    </a:cubicBezTo>
                    <a:cubicBezTo>
                      <a:pt x="1518" y="82"/>
                      <a:pt x="1515" y="81"/>
                      <a:pt x="1513" y="80"/>
                    </a:cubicBezTo>
                    <a:cubicBezTo>
                      <a:pt x="1511" y="79"/>
                      <a:pt x="1509" y="80"/>
                      <a:pt x="1506" y="83"/>
                    </a:cubicBezTo>
                    <a:cubicBezTo>
                      <a:pt x="1505" y="83"/>
                      <a:pt x="1504" y="84"/>
                      <a:pt x="1503" y="84"/>
                    </a:cubicBezTo>
                    <a:cubicBezTo>
                      <a:pt x="1498" y="88"/>
                      <a:pt x="1491" y="86"/>
                      <a:pt x="1489" y="85"/>
                    </a:cubicBezTo>
                    <a:cubicBezTo>
                      <a:pt x="1487" y="85"/>
                      <a:pt x="1478" y="84"/>
                      <a:pt x="1468" y="79"/>
                    </a:cubicBezTo>
                    <a:cubicBezTo>
                      <a:pt x="1466" y="78"/>
                      <a:pt x="1464" y="77"/>
                      <a:pt x="1462" y="76"/>
                    </a:cubicBezTo>
                    <a:cubicBezTo>
                      <a:pt x="1454" y="72"/>
                      <a:pt x="1446" y="68"/>
                      <a:pt x="1442" y="59"/>
                    </a:cubicBezTo>
                    <a:cubicBezTo>
                      <a:pt x="1441" y="55"/>
                      <a:pt x="1440" y="53"/>
                      <a:pt x="1439" y="51"/>
                    </a:cubicBezTo>
                    <a:cubicBezTo>
                      <a:pt x="1436" y="48"/>
                      <a:pt x="1435" y="45"/>
                      <a:pt x="1439" y="40"/>
                    </a:cubicBezTo>
                    <a:cubicBezTo>
                      <a:pt x="1440" y="38"/>
                      <a:pt x="1440" y="38"/>
                      <a:pt x="1440" y="38"/>
                    </a:cubicBezTo>
                    <a:cubicBezTo>
                      <a:pt x="1440" y="37"/>
                      <a:pt x="1441" y="36"/>
                      <a:pt x="1441" y="36"/>
                    </a:cubicBezTo>
                    <a:cubicBezTo>
                      <a:pt x="1441" y="36"/>
                      <a:pt x="1440" y="35"/>
                      <a:pt x="1440" y="35"/>
                    </a:cubicBezTo>
                    <a:cubicBezTo>
                      <a:pt x="1438" y="34"/>
                      <a:pt x="1437" y="34"/>
                      <a:pt x="1435" y="32"/>
                    </a:cubicBezTo>
                    <a:cubicBezTo>
                      <a:pt x="1433" y="31"/>
                      <a:pt x="1432" y="30"/>
                      <a:pt x="1431" y="30"/>
                    </a:cubicBezTo>
                    <a:cubicBezTo>
                      <a:pt x="1425" y="27"/>
                      <a:pt x="1423" y="25"/>
                      <a:pt x="1420" y="20"/>
                    </a:cubicBezTo>
                    <a:cubicBezTo>
                      <a:pt x="1417" y="14"/>
                      <a:pt x="1406" y="3"/>
                      <a:pt x="1406" y="3"/>
                    </a:cubicBezTo>
                    <a:cubicBezTo>
                      <a:pt x="1409" y="0"/>
                      <a:pt x="1409" y="0"/>
                      <a:pt x="1409" y="0"/>
                    </a:cubicBezTo>
                    <a:cubicBezTo>
                      <a:pt x="1410" y="0"/>
                      <a:pt x="1421" y="11"/>
                      <a:pt x="1424" y="18"/>
                    </a:cubicBezTo>
                    <a:cubicBezTo>
                      <a:pt x="1427" y="22"/>
                      <a:pt x="1428" y="23"/>
                      <a:pt x="1433" y="26"/>
                    </a:cubicBezTo>
                    <a:cubicBezTo>
                      <a:pt x="1434" y="26"/>
                      <a:pt x="1436" y="27"/>
                      <a:pt x="1437" y="28"/>
                    </a:cubicBezTo>
                    <a:cubicBezTo>
                      <a:pt x="1439" y="29"/>
                      <a:pt x="1441" y="30"/>
                      <a:pt x="1442" y="31"/>
                    </a:cubicBezTo>
                    <a:cubicBezTo>
                      <a:pt x="1444" y="32"/>
                      <a:pt x="1445" y="33"/>
                      <a:pt x="1446" y="34"/>
                    </a:cubicBezTo>
                    <a:cubicBezTo>
                      <a:pt x="1446" y="36"/>
                      <a:pt x="1445" y="38"/>
                      <a:pt x="1444" y="40"/>
                    </a:cubicBezTo>
                    <a:cubicBezTo>
                      <a:pt x="1443" y="42"/>
                      <a:pt x="1443" y="42"/>
                      <a:pt x="1443" y="42"/>
                    </a:cubicBezTo>
                    <a:cubicBezTo>
                      <a:pt x="1441" y="46"/>
                      <a:pt x="1441" y="46"/>
                      <a:pt x="1443" y="49"/>
                    </a:cubicBezTo>
                    <a:cubicBezTo>
                      <a:pt x="1444" y="51"/>
                      <a:pt x="1445" y="53"/>
                      <a:pt x="1447" y="57"/>
                    </a:cubicBezTo>
                    <a:cubicBezTo>
                      <a:pt x="1449" y="65"/>
                      <a:pt x="1457" y="68"/>
                      <a:pt x="1464" y="72"/>
                    </a:cubicBezTo>
                    <a:cubicBezTo>
                      <a:pt x="1467" y="73"/>
                      <a:pt x="1469" y="74"/>
                      <a:pt x="1471" y="75"/>
                    </a:cubicBezTo>
                    <a:cubicBezTo>
                      <a:pt x="1480" y="80"/>
                      <a:pt x="1489" y="80"/>
                      <a:pt x="1490" y="80"/>
                    </a:cubicBezTo>
                    <a:cubicBezTo>
                      <a:pt x="1490" y="80"/>
                      <a:pt x="1490" y="80"/>
                      <a:pt x="1490" y="80"/>
                    </a:cubicBezTo>
                    <a:cubicBezTo>
                      <a:pt x="1490" y="80"/>
                      <a:pt x="1490" y="80"/>
                      <a:pt x="1490" y="80"/>
                    </a:cubicBezTo>
                    <a:cubicBezTo>
                      <a:pt x="1492" y="81"/>
                      <a:pt x="1497" y="82"/>
                      <a:pt x="1501" y="80"/>
                    </a:cubicBezTo>
                    <a:cubicBezTo>
                      <a:pt x="1502" y="80"/>
                      <a:pt x="1502" y="79"/>
                      <a:pt x="1503" y="79"/>
                    </a:cubicBezTo>
                    <a:cubicBezTo>
                      <a:pt x="1507" y="76"/>
                      <a:pt x="1511" y="74"/>
                      <a:pt x="1515" y="76"/>
                    </a:cubicBezTo>
                    <a:cubicBezTo>
                      <a:pt x="1517" y="77"/>
                      <a:pt x="1519" y="77"/>
                      <a:pt x="1520" y="77"/>
                    </a:cubicBezTo>
                    <a:cubicBezTo>
                      <a:pt x="1524" y="78"/>
                      <a:pt x="1528" y="78"/>
                      <a:pt x="1529" y="82"/>
                    </a:cubicBezTo>
                    <a:cubicBezTo>
                      <a:pt x="1529" y="83"/>
                      <a:pt x="1529" y="83"/>
                      <a:pt x="1529" y="83"/>
                    </a:cubicBezTo>
                    <a:cubicBezTo>
                      <a:pt x="1529" y="83"/>
                      <a:pt x="1532" y="82"/>
                      <a:pt x="1534" y="82"/>
                    </a:cubicBezTo>
                    <a:cubicBezTo>
                      <a:pt x="1535" y="82"/>
                      <a:pt x="1535" y="82"/>
                      <a:pt x="1535" y="82"/>
                    </a:cubicBezTo>
                    <a:cubicBezTo>
                      <a:pt x="1539" y="81"/>
                      <a:pt x="1552" y="78"/>
                      <a:pt x="1554" y="84"/>
                    </a:cubicBezTo>
                    <a:cubicBezTo>
                      <a:pt x="1555" y="87"/>
                      <a:pt x="1556" y="91"/>
                      <a:pt x="1551" y="96"/>
                    </a:cubicBezTo>
                    <a:cubicBezTo>
                      <a:pt x="1550" y="97"/>
                      <a:pt x="1551" y="102"/>
                      <a:pt x="1552" y="106"/>
                    </a:cubicBezTo>
                    <a:cubicBezTo>
                      <a:pt x="1553" y="108"/>
                      <a:pt x="1553" y="110"/>
                      <a:pt x="1554" y="112"/>
                    </a:cubicBezTo>
                    <a:cubicBezTo>
                      <a:pt x="1556" y="121"/>
                      <a:pt x="1557" y="126"/>
                      <a:pt x="1565" y="126"/>
                    </a:cubicBezTo>
                    <a:cubicBezTo>
                      <a:pt x="1573" y="126"/>
                      <a:pt x="1574" y="122"/>
                      <a:pt x="1574" y="119"/>
                    </a:cubicBezTo>
                    <a:cubicBezTo>
                      <a:pt x="1574" y="118"/>
                      <a:pt x="1571" y="113"/>
                      <a:pt x="1569" y="111"/>
                    </a:cubicBezTo>
                    <a:cubicBezTo>
                      <a:pt x="1568" y="110"/>
                      <a:pt x="1568" y="109"/>
                      <a:pt x="1567" y="109"/>
                    </a:cubicBezTo>
                    <a:cubicBezTo>
                      <a:pt x="1566" y="108"/>
                      <a:pt x="1565" y="105"/>
                      <a:pt x="1565" y="103"/>
                    </a:cubicBezTo>
                    <a:cubicBezTo>
                      <a:pt x="1565" y="102"/>
                      <a:pt x="1566" y="101"/>
                      <a:pt x="1567" y="100"/>
                    </a:cubicBezTo>
                    <a:cubicBezTo>
                      <a:pt x="1570" y="99"/>
                      <a:pt x="1572" y="99"/>
                      <a:pt x="1573" y="99"/>
                    </a:cubicBezTo>
                    <a:cubicBezTo>
                      <a:pt x="1573" y="99"/>
                      <a:pt x="1573" y="99"/>
                      <a:pt x="1573" y="99"/>
                    </a:cubicBezTo>
                    <a:cubicBezTo>
                      <a:pt x="1573" y="98"/>
                      <a:pt x="1573" y="98"/>
                      <a:pt x="1573" y="97"/>
                    </a:cubicBezTo>
                    <a:cubicBezTo>
                      <a:pt x="1573" y="92"/>
                      <a:pt x="1576" y="88"/>
                      <a:pt x="1583" y="86"/>
                    </a:cubicBezTo>
                    <a:cubicBezTo>
                      <a:pt x="1587" y="84"/>
                      <a:pt x="1594" y="84"/>
                      <a:pt x="1600" y="83"/>
                    </a:cubicBezTo>
                    <a:cubicBezTo>
                      <a:pt x="1605" y="83"/>
                      <a:pt x="1611" y="82"/>
                      <a:pt x="1613" y="81"/>
                    </a:cubicBezTo>
                    <a:cubicBezTo>
                      <a:pt x="1615" y="80"/>
                      <a:pt x="1615" y="80"/>
                      <a:pt x="1615" y="80"/>
                    </a:cubicBezTo>
                    <a:cubicBezTo>
                      <a:pt x="1619" y="78"/>
                      <a:pt x="1623" y="76"/>
                      <a:pt x="1631" y="74"/>
                    </a:cubicBezTo>
                    <a:cubicBezTo>
                      <a:pt x="1639" y="72"/>
                      <a:pt x="1649" y="70"/>
                      <a:pt x="1658" y="67"/>
                    </a:cubicBezTo>
                    <a:cubicBezTo>
                      <a:pt x="1660" y="67"/>
                      <a:pt x="1660" y="67"/>
                      <a:pt x="1660" y="67"/>
                    </a:cubicBezTo>
                    <a:cubicBezTo>
                      <a:pt x="1666" y="65"/>
                      <a:pt x="1676" y="62"/>
                      <a:pt x="1678" y="58"/>
                    </a:cubicBezTo>
                    <a:cubicBezTo>
                      <a:pt x="1680" y="55"/>
                      <a:pt x="1678" y="44"/>
                      <a:pt x="1677" y="39"/>
                    </a:cubicBezTo>
                    <a:cubicBezTo>
                      <a:pt x="1677" y="38"/>
                      <a:pt x="1677" y="38"/>
                      <a:pt x="1677" y="38"/>
                    </a:cubicBezTo>
                    <a:cubicBezTo>
                      <a:pt x="1676" y="36"/>
                      <a:pt x="1677" y="35"/>
                      <a:pt x="1678" y="34"/>
                    </a:cubicBezTo>
                    <a:cubicBezTo>
                      <a:pt x="1679" y="34"/>
                      <a:pt x="1680" y="33"/>
                      <a:pt x="1683" y="34"/>
                    </a:cubicBezTo>
                    <a:cubicBezTo>
                      <a:pt x="1687" y="35"/>
                      <a:pt x="1692" y="40"/>
                      <a:pt x="1693" y="44"/>
                    </a:cubicBezTo>
                    <a:cubicBezTo>
                      <a:pt x="1693" y="48"/>
                      <a:pt x="1695" y="51"/>
                      <a:pt x="1696" y="51"/>
                    </a:cubicBezTo>
                    <a:cubicBezTo>
                      <a:pt x="1697" y="51"/>
                      <a:pt x="1697" y="52"/>
                      <a:pt x="1699" y="51"/>
                    </a:cubicBezTo>
                    <a:cubicBezTo>
                      <a:pt x="1701" y="48"/>
                      <a:pt x="1704" y="48"/>
                      <a:pt x="1707" y="48"/>
                    </a:cubicBezTo>
                    <a:cubicBezTo>
                      <a:pt x="1709" y="47"/>
                      <a:pt x="1712" y="47"/>
                      <a:pt x="1716" y="45"/>
                    </a:cubicBezTo>
                    <a:cubicBezTo>
                      <a:pt x="1718" y="44"/>
                      <a:pt x="1720" y="43"/>
                      <a:pt x="1721" y="42"/>
                    </a:cubicBezTo>
                    <a:cubicBezTo>
                      <a:pt x="1728" y="38"/>
                      <a:pt x="1736" y="34"/>
                      <a:pt x="1742" y="37"/>
                    </a:cubicBezTo>
                    <a:cubicBezTo>
                      <a:pt x="1746" y="39"/>
                      <a:pt x="1752" y="37"/>
                      <a:pt x="1757" y="35"/>
                    </a:cubicBezTo>
                    <a:cubicBezTo>
                      <a:pt x="1760" y="34"/>
                      <a:pt x="1763" y="33"/>
                      <a:pt x="1766" y="33"/>
                    </a:cubicBezTo>
                    <a:cubicBezTo>
                      <a:pt x="1773" y="31"/>
                      <a:pt x="1782" y="24"/>
                      <a:pt x="1787" y="18"/>
                    </a:cubicBezTo>
                    <a:cubicBezTo>
                      <a:pt x="1788" y="16"/>
                      <a:pt x="1790" y="15"/>
                      <a:pt x="1791" y="13"/>
                    </a:cubicBezTo>
                    <a:cubicBezTo>
                      <a:pt x="1794" y="9"/>
                      <a:pt x="1796" y="5"/>
                      <a:pt x="1801" y="4"/>
                    </a:cubicBezTo>
                    <a:cubicBezTo>
                      <a:pt x="1803" y="4"/>
                      <a:pt x="1805" y="4"/>
                      <a:pt x="1806" y="4"/>
                    </a:cubicBezTo>
                    <a:cubicBezTo>
                      <a:pt x="1809" y="4"/>
                      <a:pt x="1811" y="5"/>
                      <a:pt x="1815" y="1"/>
                    </a:cubicBezTo>
                    <a:cubicBezTo>
                      <a:pt x="1818" y="5"/>
                      <a:pt x="1818" y="5"/>
                      <a:pt x="1818" y="5"/>
                    </a:cubicBezTo>
                    <a:cubicBezTo>
                      <a:pt x="1812" y="9"/>
                      <a:pt x="1809" y="9"/>
                      <a:pt x="1806" y="9"/>
                    </a:cubicBezTo>
                    <a:cubicBezTo>
                      <a:pt x="1804" y="9"/>
                      <a:pt x="1803" y="9"/>
                      <a:pt x="1802" y="9"/>
                    </a:cubicBezTo>
                    <a:cubicBezTo>
                      <a:pt x="1801" y="9"/>
                      <a:pt x="1800" y="10"/>
                      <a:pt x="1799" y="10"/>
                    </a:cubicBezTo>
                    <a:cubicBezTo>
                      <a:pt x="1801" y="10"/>
                      <a:pt x="1802" y="12"/>
                      <a:pt x="1802" y="13"/>
                    </a:cubicBezTo>
                    <a:cubicBezTo>
                      <a:pt x="1802" y="15"/>
                      <a:pt x="1801" y="16"/>
                      <a:pt x="1799" y="16"/>
                    </a:cubicBezTo>
                    <a:cubicBezTo>
                      <a:pt x="1798" y="16"/>
                      <a:pt x="1796" y="15"/>
                      <a:pt x="1796" y="13"/>
                    </a:cubicBezTo>
                    <a:cubicBezTo>
                      <a:pt x="1796" y="14"/>
                      <a:pt x="1795" y="15"/>
                      <a:pt x="1795" y="16"/>
                    </a:cubicBezTo>
                    <a:cubicBezTo>
                      <a:pt x="1793" y="17"/>
                      <a:pt x="1792" y="19"/>
                      <a:pt x="1791" y="21"/>
                    </a:cubicBezTo>
                    <a:cubicBezTo>
                      <a:pt x="1788" y="24"/>
                      <a:pt x="1778" y="35"/>
                      <a:pt x="1767" y="37"/>
                    </a:cubicBezTo>
                    <a:cubicBezTo>
                      <a:pt x="1764" y="38"/>
                      <a:pt x="1761" y="39"/>
                      <a:pt x="1759" y="40"/>
                    </a:cubicBezTo>
                    <a:cubicBezTo>
                      <a:pt x="1752" y="42"/>
                      <a:pt x="1746" y="44"/>
                      <a:pt x="1740" y="41"/>
                    </a:cubicBezTo>
                    <a:cubicBezTo>
                      <a:pt x="1736" y="39"/>
                      <a:pt x="1730" y="42"/>
                      <a:pt x="1723" y="46"/>
                    </a:cubicBezTo>
                    <a:cubicBezTo>
                      <a:pt x="1722" y="47"/>
                      <a:pt x="1720" y="48"/>
                      <a:pt x="1719" y="49"/>
                    </a:cubicBezTo>
                    <a:cubicBezTo>
                      <a:pt x="1714" y="51"/>
                      <a:pt x="1710" y="52"/>
                      <a:pt x="1708" y="52"/>
                    </a:cubicBezTo>
                    <a:cubicBezTo>
                      <a:pt x="1705" y="53"/>
                      <a:pt x="1703" y="53"/>
                      <a:pt x="1701" y="54"/>
                    </a:cubicBezTo>
                    <a:cubicBezTo>
                      <a:pt x="1699" y="56"/>
                      <a:pt x="1697" y="56"/>
                      <a:pt x="1695" y="55"/>
                    </a:cubicBezTo>
                    <a:cubicBezTo>
                      <a:pt x="1691" y="54"/>
                      <a:pt x="1689" y="50"/>
                      <a:pt x="1688" y="45"/>
                    </a:cubicBezTo>
                    <a:cubicBezTo>
                      <a:pt x="1688" y="42"/>
                      <a:pt x="1684" y="39"/>
                      <a:pt x="1681" y="38"/>
                    </a:cubicBezTo>
                    <a:cubicBezTo>
                      <a:pt x="1681" y="39"/>
                      <a:pt x="1681" y="39"/>
                      <a:pt x="1681" y="39"/>
                    </a:cubicBezTo>
                    <a:cubicBezTo>
                      <a:pt x="1683" y="47"/>
                      <a:pt x="1685" y="56"/>
                      <a:pt x="1682" y="61"/>
                    </a:cubicBezTo>
                    <a:cubicBezTo>
                      <a:pt x="1679" y="65"/>
                      <a:pt x="1670" y="68"/>
                      <a:pt x="1661" y="71"/>
                    </a:cubicBezTo>
                    <a:cubicBezTo>
                      <a:pt x="1659" y="72"/>
                      <a:pt x="1659" y="72"/>
                      <a:pt x="1659" y="72"/>
                    </a:cubicBezTo>
                    <a:cubicBezTo>
                      <a:pt x="1650" y="74"/>
                      <a:pt x="1640" y="77"/>
                      <a:pt x="1632" y="79"/>
                    </a:cubicBezTo>
                    <a:cubicBezTo>
                      <a:pt x="1625" y="81"/>
                      <a:pt x="1621" y="82"/>
                      <a:pt x="1617" y="84"/>
                    </a:cubicBezTo>
                    <a:cubicBezTo>
                      <a:pt x="1615" y="85"/>
                      <a:pt x="1615" y="85"/>
                      <a:pt x="1615" y="85"/>
                    </a:cubicBezTo>
                    <a:cubicBezTo>
                      <a:pt x="1612" y="87"/>
                      <a:pt x="1607" y="87"/>
                      <a:pt x="1600" y="88"/>
                    </a:cubicBezTo>
                    <a:cubicBezTo>
                      <a:pt x="1594" y="88"/>
                      <a:pt x="1588" y="89"/>
                      <a:pt x="1585" y="90"/>
                    </a:cubicBezTo>
                    <a:cubicBezTo>
                      <a:pt x="1580" y="92"/>
                      <a:pt x="1578" y="94"/>
                      <a:pt x="1578" y="96"/>
                    </a:cubicBezTo>
                    <a:cubicBezTo>
                      <a:pt x="1578" y="99"/>
                      <a:pt x="1578" y="101"/>
                      <a:pt x="1577" y="102"/>
                    </a:cubicBezTo>
                    <a:cubicBezTo>
                      <a:pt x="1576" y="103"/>
                      <a:pt x="1574" y="103"/>
                      <a:pt x="1573" y="103"/>
                    </a:cubicBezTo>
                    <a:cubicBezTo>
                      <a:pt x="1572" y="103"/>
                      <a:pt x="1571" y="104"/>
                      <a:pt x="1570" y="104"/>
                    </a:cubicBezTo>
                    <a:cubicBezTo>
                      <a:pt x="1570" y="105"/>
                      <a:pt x="1570" y="105"/>
                      <a:pt x="1571" y="106"/>
                    </a:cubicBezTo>
                    <a:cubicBezTo>
                      <a:pt x="1571" y="106"/>
                      <a:pt x="1572" y="107"/>
                      <a:pt x="1573" y="108"/>
                    </a:cubicBezTo>
                    <a:cubicBezTo>
                      <a:pt x="1576" y="112"/>
                      <a:pt x="1579" y="116"/>
                      <a:pt x="1579" y="120"/>
                    </a:cubicBezTo>
                    <a:cubicBezTo>
                      <a:pt x="1578" y="123"/>
                      <a:pt x="1577" y="130"/>
                      <a:pt x="1565" y="130"/>
                    </a:cubicBezTo>
                    <a:close/>
                    <a:moveTo>
                      <a:pt x="1799" y="11"/>
                    </a:moveTo>
                    <a:cubicBezTo>
                      <a:pt x="1798" y="11"/>
                      <a:pt x="1797" y="12"/>
                      <a:pt x="1797" y="13"/>
                    </a:cubicBezTo>
                    <a:cubicBezTo>
                      <a:pt x="1797" y="14"/>
                      <a:pt x="1798" y="15"/>
                      <a:pt x="1799" y="15"/>
                    </a:cubicBezTo>
                    <a:cubicBezTo>
                      <a:pt x="1800" y="15"/>
                      <a:pt x="1801" y="14"/>
                      <a:pt x="1801" y="13"/>
                    </a:cubicBezTo>
                    <a:cubicBezTo>
                      <a:pt x="1801" y="12"/>
                      <a:pt x="1800" y="11"/>
                      <a:pt x="1799" y="11"/>
                    </a:cubicBezTo>
                    <a:close/>
                    <a:moveTo>
                      <a:pt x="1579" y="107"/>
                    </a:moveTo>
                    <a:cubicBezTo>
                      <a:pt x="1578" y="107"/>
                      <a:pt x="1576" y="106"/>
                      <a:pt x="1576" y="104"/>
                    </a:cubicBezTo>
                    <a:cubicBezTo>
                      <a:pt x="1576" y="103"/>
                      <a:pt x="1578" y="101"/>
                      <a:pt x="1579" y="101"/>
                    </a:cubicBezTo>
                    <a:cubicBezTo>
                      <a:pt x="1581" y="101"/>
                      <a:pt x="1582" y="103"/>
                      <a:pt x="1582" y="104"/>
                    </a:cubicBezTo>
                    <a:cubicBezTo>
                      <a:pt x="1582" y="106"/>
                      <a:pt x="1581" y="107"/>
                      <a:pt x="1579" y="107"/>
                    </a:cubicBezTo>
                    <a:close/>
                    <a:moveTo>
                      <a:pt x="1579" y="102"/>
                    </a:moveTo>
                    <a:cubicBezTo>
                      <a:pt x="1578" y="102"/>
                      <a:pt x="1577" y="103"/>
                      <a:pt x="1577" y="104"/>
                    </a:cubicBezTo>
                    <a:cubicBezTo>
                      <a:pt x="1577" y="105"/>
                      <a:pt x="1578" y="106"/>
                      <a:pt x="1579" y="106"/>
                    </a:cubicBezTo>
                    <a:cubicBezTo>
                      <a:pt x="1580" y="106"/>
                      <a:pt x="1581" y="105"/>
                      <a:pt x="1581" y="104"/>
                    </a:cubicBezTo>
                    <a:cubicBezTo>
                      <a:pt x="1581" y="103"/>
                      <a:pt x="1580" y="102"/>
                      <a:pt x="1579" y="102"/>
                    </a:cubicBezTo>
                    <a:close/>
                    <a:moveTo>
                      <a:pt x="1526" y="103"/>
                    </a:moveTo>
                    <a:cubicBezTo>
                      <a:pt x="1524" y="103"/>
                      <a:pt x="1523" y="102"/>
                      <a:pt x="1523" y="100"/>
                    </a:cubicBezTo>
                    <a:cubicBezTo>
                      <a:pt x="1523" y="98"/>
                      <a:pt x="1525" y="97"/>
                      <a:pt x="1527" y="97"/>
                    </a:cubicBezTo>
                    <a:cubicBezTo>
                      <a:pt x="1526" y="97"/>
                      <a:pt x="1526" y="97"/>
                      <a:pt x="1526" y="96"/>
                    </a:cubicBezTo>
                    <a:cubicBezTo>
                      <a:pt x="1526" y="95"/>
                      <a:pt x="1528" y="93"/>
                      <a:pt x="1529" y="93"/>
                    </a:cubicBezTo>
                    <a:cubicBezTo>
                      <a:pt x="1531" y="93"/>
                      <a:pt x="1532" y="95"/>
                      <a:pt x="1532" y="96"/>
                    </a:cubicBezTo>
                    <a:cubicBezTo>
                      <a:pt x="1532" y="98"/>
                      <a:pt x="1530" y="99"/>
                      <a:pt x="1529" y="99"/>
                    </a:cubicBezTo>
                    <a:cubicBezTo>
                      <a:pt x="1529" y="99"/>
                      <a:pt x="1529" y="100"/>
                      <a:pt x="1529" y="100"/>
                    </a:cubicBezTo>
                    <a:cubicBezTo>
                      <a:pt x="1529" y="102"/>
                      <a:pt x="1528" y="103"/>
                      <a:pt x="1526" y="103"/>
                    </a:cubicBezTo>
                    <a:close/>
                    <a:moveTo>
                      <a:pt x="1526" y="98"/>
                    </a:moveTo>
                    <a:cubicBezTo>
                      <a:pt x="1525" y="98"/>
                      <a:pt x="1524" y="99"/>
                      <a:pt x="1524" y="100"/>
                    </a:cubicBezTo>
                    <a:cubicBezTo>
                      <a:pt x="1524" y="101"/>
                      <a:pt x="1525" y="102"/>
                      <a:pt x="1526" y="102"/>
                    </a:cubicBezTo>
                    <a:cubicBezTo>
                      <a:pt x="1527" y="102"/>
                      <a:pt x="1528" y="101"/>
                      <a:pt x="1528" y="100"/>
                    </a:cubicBezTo>
                    <a:cubicBezTo>
                      <a:pt x="1528" y="99"/>
                      <a:pt x="1527" y="98"/>
                      <a:pt x="1526" y="98"/>
                    </a:cubicBezTo>
                    <a:close/>
                    <a:moveTo>
                      <a:pt x="1529" y="94"/>
                    </a:moveTo>
                    <a:cubicBezTo>
                      <a:pt x="1528" y="94"/>
                      <a:pt x="1527" y="95"/>
                      <a:pt x="1527" y="96"/>
                    </a:cubicBezTo>
                    <a:cubicBezTo>
                      <a:pt x="1527" y="97"/>
                      <a:pt x="1528" y="98"/>
                      <a:pt x="1529" y="98"/>
                    </a:cubicBezTo>
                    <a:cubicBezTo>
                      <a:pt x="1530" y="98"/>
                      <a:pt x="1531" y="97"/>
                      <a:pt x="1531" y="96"/>
                    </a:cubicBezTo>
                    <a:cubicBezTo>
                      <a:pt x="1531" y="95"/>
                      <a:pt x="1530" y="94"/>
                      <a:pt x="1529" y="94"/>
                    </a:cubicBezTo>
                    <a:close/>
                    <a:moveTo>
                      <a:pt x="1524" y="94"/>
                    </a:moveTo>
                    <a:cubicBezTo>
                      <a:pt x="1523" y="94"/>
                      <a:pt x="1521" y="92"/>
                      <a:pt x="1521" y="91"/>
                    </a:cubicBezTo>
                    <a:cubicBezTo>
                      <a:pt x="1521" y="89"/>
                      <a:pt x="1523" y="88"/>
                      <a:pt x="1524" y="88"/>
                    </a:cubicBezTo>
                    <a:cubicBezTo>
                      <a:pt x="1526" y="88"/>
                      <a:pt x="1527" y="89"/>
                      <a:pt x="1527" y="91"/>
                    </a:cubicBezTo>
                    <a:cubicBezTo>
                      <a:pt x="1527" y="92"/>
                      <a:pt x="1526" y="94"/>
                      <a:pt x="1524" y="94"/>
                    </a:cubicBezTo>
                    <a:close/>
                    <a:moveTo>
                      <a:pt x="1524" y="89"/>
                    </a:moveTo>
                    <a:cubicBezTo>
                      <a:pt x="1523" y="89"/>
                      <a:pt x="1522" y="90"/>
                      <a:pt x="1522" y="91"/>
                    </a:cubicBezTo>
                    <a:cubicBezTo>
                      <a:pt x="1522" y="92"/>
                      <a:pt x="1523" y="93"/>
                      <a:pt x="1524" y="93"/>
                    </a:cubicBezTo>
                    <a:cubicBezTo>
                      <a:pt x="1525" y="93"/>
                      <a:pt x="1526" y="92"/>
                      <a:pt x="1526" y="91"/>
                    </a:cubicBezTo>
                    <a:cubicBezTo>
                      <a:pt x="1526" y="90"/>
                      <a:pt x="1525" y="89"/>
                      <a:pt x="1524" y="89"/>
                    </a:cubicBezTo>
                    <a:close/>
                    <a:moveTo>
                      <a:pt x="1929" y="67"/>
                    </a:moveTo>
                    <a:cubicBezTo>
                      <a:pt x="1929" y="67"/>
                      <a:pt x="1928" y="67"/>
                      <a:pt x="1927" y="67"/>
                    </a:cubicBezTo>
                    <a:cubicBezTo>
                      <a:pt x="1925" y="66"/>
                      <a:pt x="1923" y="64"/>
                      <a:pt x="1924" y="59"/>
                    </a:cubicBezTo>
                    <a:cubicBezTo>
                      <a:pt x="1925" y="56"/>
                      <a:pt x="1918" y="51"/>
                      <a:pt x="1916" y="49"/>
                    </a:cubicBezTo>
                    <a:cubicBezTo>
                      <a:pt x="1915" y="49"/>
                      <a:pt x="1915" y="49"/>
                      <a:pt x="1915" y="49"/>
                    </a:cubicBezTo>
                    <a:cubicBezTo>
                      <a:pt x="1911" y="46"/>
                      <a:pt x="1905" y="35"/>
                      <a:pt x="1904" y="31"/>
                    </a:cubicBezTo>
                    <a:cubicBezTo>
                      <a:pt x="1903" y="30"/>
                      <a:pt x="1903" y="30"/>
                      <a:pt x="1903" y="30"/>
                    </a:cubicBezTo>
                    <a:cubicBezTo>
                      <a:pt x="1901" y="25"/>
                      <a:pt x="1899" y="18"/>
                      <a:pt x="1900" y="14"/>
                    </a:cubicBezTo>
                    <a:cubicBezTo>
                      <a:pt x="1901" y="11"/>
                      <a:pt x="1901" y="4"/>
                      <a:pt x="1901" y="2"/>
                    </a:cubicBezTo>
                    <a:cubicBezTo>
                      <a:pt x="1905" y="2"/>
                      <a:pt x="1905" y="2"/>
                      <a:pt x="1905" y="2"/>
                    </a:cubicBezTo>
                    <a:cubicBezTo>
                      <a:pt x="1906" y="3"/>
                      <a:pt x="1906" y="11"/>
                      <a:pt x="1905" y="15"/>
                    </a:cubicBezTo>
                    <a:cubicBezTo>
                      <a:pt x="1904" y="18"/>
                      <a:pt x="1906" y="25"/>
                      <a:pt x="1907" y="28"/>
                    </a:cubicBezTo>
                    <a:cubicBezTo>
                      <a:pt x="1908" y="30"/>
                      <a:pt x="1908" y="30"/>
                      <a:pt x="1908" y="30"/>
                    </a:cubicBezTo>
                    <a:cubicBezTo>
                      <a:pt x="1909" y="33"/>
                      <a:pt x="1915" y="43"/>
                      <a:pt x="1918" y="45"/>
                    </a:cubicBezTo>
                    <a:cubicBezTo>
                      <a:pt x="1919" y="46"/>
                      <a:pt x="1919" y="46"/>
                      <a:pt x="1919" y="46"/>
                    </a:cubicBezTo>
                    <a:cubicBezTo>
                      <a:pt x="1923" y="49"/>
                      <a:pt x="1930" y="54"/>
                      <a:pt x="1929" y="60"/>
                    </a:cubicBezTo>
                    <a:cubicBezTo>
                      <a:pt x="1928" y="62"/>
                      <a:pt x="1929" y="62"/>
                      <a:pt x="1929" y="63"/>
                    </a:cubicBezTo>
                    <a:cubicBezTo>
                      <a:pt x="1930" y="62"/>
                      <a:pt x="1930" y="61"/>
                      <a:pt x="1929" y="60"/>
                    </a:cubicBezTo>
                    <a:cubicBezTo>
                      <a:pt x="1928" y="54"/>
                      <a:pt x="1928" y="45"/>
                      <a:pt x="1932" y="41"/>
                    </a:cubicBezTo>
                    <a:cubicBezTo>
                      <a:pt x="1935" y="39"/>
                      <a:pt x="1942" y="29"/>
                      <a:pt x="1945" y="19"/>
                    </a:cubicBezTo>
                    <a:cubicBezTo>
                      <a:pt x="1945" y="18"/>
                      <a:pt x="1946" y="16"/>
                      <a:pt x="1946" y="15"/>
                    </a:cubicBezTo>
                    <a:cubicBezTo>
                      <a:pt x="1948" y="10"/>
                      <a:pt x="1948" y="9"/>
                      <a:pt x="1948" y="2"/>
                    </a:cubicBezTo>
                    <a:cubicBezTo>
                      <a:pt x="1953" y="2"/>
                      <a:pt x="1953" y="2"/>
                      <a:pt x="1953" y="2"/>
                    </a:cubicBezTo>
                    <a:cubicBezTo>
                      <a:pt x="1953" y="10"/>
                      <a:pt x="1953" y="11"/>
                      <a:pt x="1951" y="17"/>
                    </a:cubicBezTo>
                    <a:cubicBezTo>
                      <a:pt x="1950" y="18"/>
                      <a:pt x="1950" y="19"/>
                      <a:pt x="1949" y="21"/>
                    </a:cubicBezTo>
                    <a:cubicBezTo>
                      <a:pt x="1946" y="31"/>
                      <a:pt x="1939" y="41"/>
                      <a:pt x="1935" y="45"/>
                    </a:cubicBezTo>
                    <a:cubicBezTo>
                      <a:pt x="1933" y="47"/>
                      <a:pt x="1933" y="54"/>
                      <a:pt x="1934" y="59"/>
                    </a:cubicBezTo>
                    <a:cubicBezTo>
                      <a:pt x="1935" y="64"/>
                      <a:pt x="1933" y="66"/>
                      <a:pt x="1932" y="67"/>
                    </a:cubicBezTo>
                    <a:cubicBezTo>
                      <a:pt x="1931" y="67"/>
                      <a:pt x="1930" y="67"/>
                      <a:pt x="1929" y="67"/>
                    </a:cubicBezTo>
                    <a:close/>
                    <a:moveTo>
                      <a:pt x="1930" y="63"/>
                    </a:moveTo>
                    <a:cubicBezTo>
                      <a:pt x="1930" y="63"/>
                      <a:pt x="1930" y="63"/>
                      <a:pt x="1930" y="63"/>
                    </a:cubicBezTo>
                    <a:cubicBezTo>
                      <a:pt x="1930" y="63"/>
                      <a:pt x="1930" y="63"/>
                      <a:pt x="1930" y="63"/>
                    </a:cubicBezTo>
                    <a:close/>
                    <a:moveTo>
                      <a:pt x="1956" y="63"/>
                    </a:moveTo>
                    <a:cubicBezTo>
                      <a:pt x="1955" y="63"/>
                      <a:pt x="1953" y="62"/>
                      <a:pt x="1953" y="60"/>
                    </a:cubicBezTo>
                    <a:cubicBezTo>
                      <a:pt x="1953" y="59"/>
                      <a:pt x="1955" y="57"/>
                      <a:pt x="1956" y="57"/>
                    </a:cubicBezTo>
                    <a:cubicBezTo>
                      <a:pt x="1958" y="57"/>
                      <a:pt x="1959" y="59"/>
                      <a:pt x="1959" y="60"/>
                    </a:cubicBezTo>
                    <a:cubicBezTo>
                      <a:pt x="1959" y="62"/>
                      <a:pt x="1958" y="63"/>
                      <a:pt x="1956" y="63"/>
                    </a:cubicBezTo>
                    <a:close/>
                    <a:moveTo>
                      <a:pt x="1956" y="58"/>
                    </a:moveTo>
                    <a:cubicBezTo>
                      <a:pt x="1955" y="58"/>
                      <a:pt x="1954" y="59"/>
                      <a:pt x="1954" y="60"/>
                    </a:cubicBezTo>
                    <a:cubicBezTo>
                      <a:pt x="1954" y="61"/>
                      <a:pt x="1955" y="62"/>
                      <a:pt x="1956" y="62"/>
                    </a:cubicBezTo>
                    <a:cubicBezTo>
                      <a:pt x="1957" y="62"/>
                      <a:pt x="1958" y="61"/>
                      <a:pt x="1958" y="60"/>
                    </a:cubicBezTo>
                    <a:cubicBezTo>
                      <a:pt x="1958" y="59"/>
                      <a:pt x="1957" y="58"/>
                      <a:pt x="1956" y="58"/>
                    </a:cubicBezTo>
                    <a:close/>
                    <a:moveTo>
                      <a:pt x="1949" y="41"/>
                    </a:moveTo>
                    <a:cubicBezTo>
                      <a:pt x="1947" y="41"/>
                      <a:pt x="1946" y="40"/>
                      <a:pt x="1946" y="38"/>
                    </a:cubicBezTo>
                    <a:cubicBezTo>
                      <a:pt x="1946" y="36"/>
                      <a:pt x="1947" y="35"/>
                      <a:pt x="1949" y="35"/>
                    </a:cubicBezTo>
                    <a:cubicBezTo>
                      <a:pt x="1950" y="35"/>
                      <a:pt x="1952" y="36"/>
                      <a:pt x="1952" y="38"/>
                    </a:cubicBezTo>
                    <a:cubicBezTo>
                      <a:pt x="1952" y="40"/>
                      <a:pt x="1950" y="41"/>
                      <a:pt x="1949" y="41"/>
                    </a:cubicBezTo>
                    <a:close/>
                    <a:moveTo>
                      <a:pt x="1949" y="36"/>
                    </a:moveTo>
                    <a:cubicBezTo>
                      <a:pt x="1948" y="36"/>
                      <a:pt x="1947" y="37"/>
                      <a:pt x="1947" y="38"/>
                    </a:cubicBezTo>
                    <a:cubicBezTo>
                      <a:pt x="1947" y="39"/>
                      <a:pt x="1948" y="40"/>
                      <a:pt x="1949" y="40"/>
                    </a:cubicBezTo>
                    <a:cubicBezTo>
                      <a:pt x="1950" y="40"/>
                      <a:pt x="1951" y="39"/>
                      <a:pt x="1951" y="38"/>
                    </a:cubicBezTo>
                    <a:cubicBezTo>
                      <a:pt x="1951" y="37"/>
                      <a:pt x="1950" y="36"/>
                      <a:pt x="1949" y="36"/>
                    </a:cubicBezTo>
                    <a:close/>
                    <a:moveTo>
                      <a:pt x="1876" y="29"/>
                    </a:moveTo>
                    <a:cubicBezTo>
                      <a:pt x="1874" y="29"/>
                      <a:pt x="1873" y="28"/>
                      <a:pt x="1873" y="26"/>
                    </a:cubicBezTo>
                    <a:cubicBezTo>
                      <a:pt x="1873" y="25"/>
                      <a:pt x="1874" y="23"/>
                      <a:pt x="1876" y="23"/>
                    </a:cubicBezTo>
                    <a:cubicBezTo>
                      <a:pt x="1877" y="23"/>
                      <a:pt x="1879" y="25"/>
                      <a:pt x="1879" y="26"/>
                    </a:cubicBezTo>
                    <a:cubicBezTo>
                      <a:pt x="1879" y="28"/>
                      <a:pt x="1877" y="29"/>
                      <a:pt x="1876" y="29"/>
                    </a:cubicBezTo>
                    <a:close/>
                    <a:moveTo>
                      <a:pt x="1876" y="24"/>
                    </a:moveTo>
                    <a:cubicBezTo>
                      <a:pt x="1875" y="24"/>
                      <a:pt x="1874" y="25"/>
                      <a:pt x="1874" y="26"/>
                    </a:cubicBezTo>
                    <a:cubicBezTo>
                      <a:pt x="1874" y="27"/>
                      <a:pt x="1875" y="28"/>
                      <a:pt x="1876" y="28"/>
                    </a:cubicBezTo>
                    <a:cubicBezTo>
                      <a:pt x="1877" y="28"/>
                      <a:pt x="1878" y="27"/>
                      <a:pt x="1878" y="26"/>
                    </a:cubicBezTo>
                    <a:cubicBezTo>
                      <a:pt x="1878" y="25"/>
                      <a:pt x="1877" y="24"/>
                      <a:pt x="1876" y="24"/>
                    </a:cubicBezTo>
                    <a:close/>
                    <a:moveTo>
                      <a:pt x="1873" y="22"/>
                    </a:moveTo>
                    <a:cubicBezTo>
                      <a:pt x="1871" y="22"/>
                      <a:pt x="1870" y="21"/>
                      <a:pt x="1870" y="19"/>
                    </a:cubicBezTo>
                    <a:cubicBezTo>
                      <a:pt x="1870" y="18"/>
                      <a:pt x="1871" y="16"/>
                      <a:pt x="1873" y="16"/>
                    </a:cubicBezTo>
                    <a:cubicBezTo>
                      <a:pt x="1874" y="16"/>
                      <a:pt x="1875" y="18"/>
                      <a:pt x="1875" y="19"/>
                    </a:cubicBezTo>
                    <a:cubicBezTo>
                      <a:pt x="1875" y="21"/>
                      <a:pt x="1874" y="22"/>
                      <a:pt x="1873" y="22"/>
                    </a:cubicBezTo>
                    <a:close/>
                    <a:moveTo>
                      <a:pt x="1873" y="17"/>
                    </a:moveTo>
                    <a:cubicBezTo>
                      <a:pt x="1872" y="17"/>
                      <a:pt x="1871" y="18"/>
                      <a:pt x="1871" y="19"/>
                    </a:cubicBezTo>
                    <a:cubicBezTo>
                      <a:pt x="1871" y="20"/>
                      <a:pt x="1872" y="21"/>
                      <a:pt x="1873" y="21"/>
                    </a:cubicBezTo>
                    <a:cubicBezTo>
                      <a:pt x="1874" y="21"/>
                      <a:pt x="1874" y="20"/>
                      <a:pt x="1874" y="19"/>
                    </a:cubicBezTo>
                    <a:cubicBezTo>
                      <a:pt x="1874" y="18"/>
                      <a:pt x="1874" y="17"/>
                      <a:pt x="1873" y="17"/>
                    </a:cubicBezTo>
                    <a:close/>
                    <a:moveTo>
                      <a:pt x="1884" y="12"/>
                    </a:moveTo>
                    <a:cubicBezTo>
                      <a:pt x="1882" y="12"/>
                      <a:pt x="1881" y="11"/>
                      <a:pt x="1881" y="9"/>
                    </a:cubicBezTo>
                    <a:cubicBezTo>
                      <a:pt x="1881" y="7"/>
                      <a:pt x="1882" y="6"/>
                      <a:pt x="1884" y="6"/>
                    </a:cubicBezTo>
                    <a:cubicBezTo>
                      <a:pt x="1886" y="6"/>
                      <a:pt x="1887" y="7"/>
                      <a:pt x="1887" y="9"/>
                    </a:cubicBezTo>
                    <a:cubicBezTo>
                      <a:pt x="1887" y="11"/>
                      <a:pt x="1886" y="12"/>
                      <a:pt x="1884" y="12"/>
                    </a:cubicBezTo>
                    <a:close/>
                    <a:moveTo>
                      <a:pt x="1884" y="7"/>
                    </a:moveTo>
                    <a:cubicBezTo>
                      <a:pt x="1883" y="7"/>
                      <a:pt x="1882" y="8"/>
                      <a:pt x="1882" y="9"/>
                    </a:cubicBezTo>
                    <a:cubicBezTo>
                      <a:pt x="1882" y="10"/>
                      <a:pt x="1883" y="11"/>
                      <a:pt x="1884" y="11"/>
                    </a:cubicBezTo>
                    <a:cubicBezTo>
                      <a:pt x="1885" y="11"/>
                      <a:pt x="1886" y="10"/>
                      <a:pt x="1886" y="9"/>
                    </a:cubicBezTo>
                    <a:cubicBezTo>
                      <a:pt x="1886" y="8"/>
                      <a:pt x="1885" y="7"/>
                      <a:pt x="1884" y="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8" name="iṣlîďè"/>
              <p:cNvSpPr/>
              <p:nvPr/>
            </p:nvSpPr>
            <p:spPr bwMode="auto">
              <a:xfrm>
                <a:off x="8759825" y="4651375"/>
                <a:ext cx="25400" cy="33338"/>
              </a:xfrm>
              <a:custGeom>
                <a:avLst/>
                <a:gdLst>
                  <a:gd name="T0" fmla="*/ 11 w 12"/>
                  <a:gd name="T1" fmla="*/ 16 h 16"/>
                  <a:gd name="T2" fmla="*/ 12 w 12"/>
                  <a:gd name="T3" fmla="*/ 12 h 16"/>
                  <a:gd name="T4" fmla="*/ 11 w 12"/>
                  <a:gd name="T5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" h="16">
                    <a:moveTo>
                      <a:pt x="11" y="16"/>
                    </a:moveTo>
                    <a:cubicBezTo>
                      <a:pt x="12" y="16"/>
                      <a:pt x="12" y="14"/>
                      <a:pt x="12" y="12"/>
                    </a:cubicBezTo>
                    <a:cubicBezTo>
                      <a:pt x="12" y="0"/>
                      <a:pt x="0" y="15"/>
                      <a:pt x="11" y="16"/>
                    </a:cubicBezTo>
                    <a:close/>
                  </a:path>
                </a:pathLst>
              </a:custGeom>
              <a:solidFill>
                <a:srgbClr val="F4F6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9" name="îṧļîḋe"/>
              <p:cNvSpPr/>
              <p:nvPr/>
            </p:nvSpPr>
            <p:spPr bwMode="auto">
              <a:xfrm>
                <a:off x="8769350" y="4662488"/>
                <a:ext cx="22225" cy="26988"/>
              </a:xfrm>
              <a:custGeom>
                <a:avLst/>
                <a:gdLst>
                  <a:gd name="T0" fmla="*/ 7 w 11"/>
                  <a:gd name="T1" fmla="*/ 13 h 13"/>
                  <a:gd name="T2" fmla="*/ 7 w 11"/>
                  <a:gd name="T3" fmla="*/ 13 h 13"/>
                  <a:gd name="T4" fmla="*/ 7 w 11"/>
                  <a:gd name="T5" fmla="*/ 13 h 13"/>
                  <a:gd name="T6" fmla="*/ 0 w 11"/>
                  <a:gd name="T7" fmla="*/ 7 h 13"/>
                  <a:gd name="T8" fmla="*/ 6 w 11"/>
                  <a:gd name="T9" fmla="*/ 0 h 13"/>
                  <a:gd name="T10" fmla="*/ 6 w 11"/>
                  <a:gd name="T11" fmla="*/ 0 h 13"/>
                  <a:gd name="T12" fmla="*/ 11 w 11"/>
                  <a:gd name="T13" fmla="*/ 7 h 13"/>
                  <a:gd name="T14" fmla="*/ 9 w 11"/>
                  <a:gd name="T15" fmla="*/ 12 h 13"/>
                  <a:gd name="T16" fmla="*/ 7 w 11"/>
                  <a:gd name="T17" fmla="*/ 13 h 13"/>
                  <a:gd name="T18" fmla="*/ 6 w 11"/>
                  <a:gd name="T19" fmla="*/ 5 h 13"/>
                  <a:gd name="T20" fmla="*/ 5 w 11"/>
                  <a:gd name="T21" fmla="*/ 7 h 13"/>
                  <a:gd name="T22" fmla="*/ 6 w 11"/>
                  <a:gd name="T23" fmla="*/ 8 h 13"/>
                  <a:gd name="T24" fmla="*/ 6 w 11"/>
                  <a:gd name="T25" fmla="*/ 7 h 13"/>
                  <a:gd name="T26" fmla="*/ 6 w 11"/>
                  <a:gd name="T27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" h="13">
                    <a:moveTo>
                      <a:pt x="7" y="13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1" y="13"/>
                      <a:pt x="0" y="9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0"/>
                      <a:pt x="11" y="1"/>
                      <a:pt x="11" y="7"/>
                    </a:cubicBezTo>
                    <a:cubicBezTo>
                      <a:pt x="11" y="9"/>
                      <a:pt x="10" y="11"/>
                      <a:pt x="9" y="12"/>
                    </a:cubicBezTo>
                    <a:cubicBezTo>
                      <a:pt x="9" y="13"/>
                      <a:pt x="8" y="13"/>
                      <a:pt x="7" y="13"/>
                    </a:cubicBezTo>
                    <a:close/>
                    <a:moveTo>
                      <a:pt x="6" y="5"/>
                    </a:moveTo>
                    <a:cubicBezTo>
                      <a:pt x="5" y="5"/>
                      <a:pt x="5" y="6"/>
                      <a:pt x="5" y="7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6" y="8"/>
                      <a:pt x="6" y="7"/>
                      <a:pt x="6" y="7"/>
                    </a:cubicBezTo>
                    <a:cubicBezTo>
                      <a:pt x="6" y="6"/>
                      <a:pt x="6" y="5"/>
                      <a:pt x="6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ïṥḻiḍe"/>
              <p:cNvSpPr/>
              <p:nvPr/>
            </p:nvSpPr>
            <p:spPr bwMode="auto">
              <a:xfrm>
                <a:off x="6534150" y="2508250"/>
                <a:ext cx="2286000" cy="4351338"/>
              </a:xfrm>
              <a:custGeom>
                <a:avLst/>
                <a:gdLst>
                  <a:gd name="T0" fmla="*/ 59 w 1066"/>
                  <a:gd name="T1" fmla="*/ 2023 h 2031"/>
                  <a:gd name="T2" fmla="*/ 17 w 1066"/>
                  <a:gd name="T3" fmla="*/ 2004 h 2031"/>
                  <a:gd name="T4" fmla="*/ 5 w 1066"/>
                  <a:gd name="T5" fmla="*/ 1966 h 2031"/>
                  <a:gd name="T6" fmla="*/ 16 w 1066"/>
                  <a:gd name="T7" fmla="*/ 1925 h 2031"/>
                  <a:gd name="T8" fmla="*/ 53 w 1066"/>
                  <a:gd name="T9" fmla="*/ 1894 h 2031"/>
                  <a:gd name="T10" fmla="*/ 86 w 1066"/>
                  <a:gd name="T11" fmla="*/ 1882 h 2031"/>
                  <a:gd name="T12" fmla="*/ 128 w 1066"/>
                  <a:gd name="T13" fmla="*/ 1880 h 2031"/>
                  <a:gd name="T14" fmla="*/ 173 w 1066"/>
                  <a:gd name="T15" fmla="*/ 1869 h 2031"/>
                  <a:gd name="T16" fmla="*/ 211 w 1066"/>
                  <a:gd name="T17" fmla="*/ 1878 h 2031"/>
                  <a:gd name="T18" fmla="*/ 220 w 1066"/>
                  <a:gd name="T19" fmla="*/ 1906 h 2031"/>
                  <a:gd name="T20" fmla="*/ 189 w 1066"/>
                  <a:gd name="T21" fmla="*/ 1925 h 2031"/>
                  <a:gd name="T22" fmla="*/ 173 w 1066"/>
                  <a:gd name="T23" fmla="*/ 1968 h 2031"/>
                  <a:gd name="T24" fmla="*/ 138 w 1066"/>
                  <a:gd name="T25" fmla="*/ 2005 h 2031"/>
                  <a:gd name="T26" fmla="*/ 103 w 1066"/>
                  <a:gd name="T27" fmla="*/ 2023 h 2031"/>
                  <a:gd name="T28" fmla="*/ 99 w 1066"/>
                  <a:gd name="T29" fmla="*/ 2025 h 2031"/>
                  <a:gd name="T30" fmla="*/ 128 w 1066"/>
                  <a:gd name="T31" fmla="*/ 2010 h 2031"/>
                  <a:gd name="T32" fmla="*/ 169 w 1066"/>
                  <a:gd name="T33" fmla="*/ 1978 h 2031"/>
                  <a:gd name="T34" fmla="*/ 178 w 1066"/>
                  <a:gd name="T35" fmla="*/ 1945 h 2031"/>
                  <a:gd name="T36" fmla="*/ 203 w 1066"/>
                  <a:gd name="T37" fmla="*/ 1913 h 2031"/>
                  <a:gd name="T38" fmla="*/ 211 w 1066"/>
                  <a:gd name="T39" fmla="*/ 1887 h 2031"/>
                  <a:gd name="T40" fmla="*/ 178 w 1066"/>
                  <a:gd name="T41" fmla="*/ 1869 h 2031"/>
                  <a:gd name="T42" fmla="*/ 163 w 1066"/>
                  <a:gd name="T43" fmla="*/ 1869 h 2031"/>
                  <a:gd name="T44" fmla="*/ 115 w 1066"/>
                  <a:gd name="T45" fmla="*/ 1880 h 2031"/>
                  <a:gd name="T46" fmla="*/ 81 w 1066"/>
                  <a:gd name="T47" fmla="*/ 1887 h 2031"/>
                  <a:gd name="T48" fmla="*/ 68 w 1066"/>
                  <a:gd name="T49" fmla="*/ 1893 h 2031"/>
                  <a:gd name="T50" fmla="*/ 11 w 1066"/>
                  <a:gd name="T51" fmla="*/ 1935 h 2031"/>
                  <a:gd name="T52" fmla="*/ 12 w 1066"/>
                  <a:gd name="T53" fmla="*/ 1981 h 2031"/>
                  <a:gd name="T54" fmla="*/ 38 w 1066"/>
                  <a:gd name="T55" fmla="*/ 2012 h 2031"/>
                  <a:gd name="T56" fmla="*/ 78 w 1066"/>
                  <a:gd name="T57" fmla="*/ 2021 h 2031"/>
                  <a:gd name="T58" fmla="*/ 452 w 1066"/>
                  <a:gd name="T59" fmla="*/ 1669 h 2031"/>
                  <a:gd name="T60" fmla="*/ 459 w 1066"/>
                  <a:gd name="T61" fmla="*/ 1678 h 2031"/>
                  <a:gd name="T62" fmla="*/ 462 w 1066"/>
                  <a:gd name="T63" fmla="*/ 1670 h 2031"/>
                  <a:gd name="T64" fmla="*/ 466 w 1066"/>
                  <a:gd name="T65" fmla="*/ 1672 h 2031"/>
                  <a:gd name="T66" fmla="*/ 1037 w 1066"/>
                  <a:gd name="T67" fmla="*/ 921 h 2031"/>
                  <a:gd name="T68" fmla="*/ 1041 w 1066"/>
                  <a:gd name="T69" fmla="*/ 919 h 2031"/>
                  <a:gd name="T70" fmla="*/ 1040 w 1066"/>
                  <a:gd name="T71" fmla="*/ 917 h 2031"/>
                  <a:gd name="T72" fmla="*/ 997 w 1066"/>
                  <a:gd name="T73" fmla="*/ 804 h 2031"/>
                  <a:gd name="T74" fmla="*/ 1013 w 1066"/>
                  <a:gd name="T75" fmla="*/ 813 h 2031"/>
                  <a:gd name="T76" fmla="*/ 982 w 1066"/>
                  <a:gd name="T77" fmla="*/ 791 h 2031"/>
                  <a:gd name="T78" fmla="*/ 991 w 1066"/>
                  <a:gd name="T79" fmla="*/ 776 h 2031"/>
                  <a:gd name="T80" fmla="*/ 970 w 1066"/>
                  <a:gd name="T81" fmla="*/ 777 h 2031"/>
                  <a:gd name="T82" fmla="*/ 996 w 1066"/>
                  <a:gd name="T83" fmla="*/ 784 h 2031"/>
                  <a:gd name="T84" fmla="*/ 967 w 1066"/>
                  <a:gd name="T85" fmla="*/ 776 h 2031"/>
                  <a:gd name="T86" fmla="*/ 966 w 1066"/>
                  <a:gd name="T87" fmla="*/ 778 h 2031"/>
                  <a:gd name="T88" fmla="*/ 874 w 1066"/>
                  <a:gd name="T89" fmla="*/ 230 h 2031"/>
                  <a:gd name="T90" fmla="*/ 870 w 1066"/>
                  <a:gd name="T91" fmla="*/ 231 h 2031"/>
                  <a:gd name="T92" fmla="*/ 858 w 1066"/>
                  <a:gd name="T93" fmla="*/ 227 h 2031"/>
                  <a:gd name="T94" fmla="*/ 862 w 1066"/>
                  <a:gd name="T95" fmla="*/ 229 h 2031"/>
                  <a:gd name="T96" fmla="*/ 861 w 1066"/>
                  <a:gd name="T97" fmla="*/ 227 h 2031"/>
                  <a:gd name="T98" fmla="*/ 864 w 1066"/>
                  <a:gd name="T99" fmla="*/ 209 h 2031"/>
                  <a:gd name="T100" fmla="*/ 868 w 1066"/>
                  <a:gd name="T101" fmla="*/ 211 h 2031"/>
                  <a:gd name="T102" fmla="*/ 893 w 1066"/>
                  <a:gd name="T103" fmla="*/ 102 h 2031"/>
                  <a:gd name="T104" fmla="*/ 884 w 1066"/>
                  <a:gd name="T105" fmla="*/ 91 h 2031"/>
                  <a:gd name="T106" fmla="*/ 905 w 1066"/>
                  <a:gd name="T107" fmla="*/ 87 h 2031"/>
                  <a:gd name="T108" fmla="*/ 898 w 1066"/>
                  <a:gd name="T109" fmla="*/ 100 h 2031"/>
                  <a:gd name="T110" fmla="*/ 901 w 1066"/>
                  <a:gd name="T111" fmla="*/ 84 h 2031"/>
                  <a:gd name="T112" fmla="*/ 886 w 1066"/>
                  <a:gd name="T113" fmla="*/ 88 h 2031"/>
                  <a:gd name="T114" fmla="*/ 846 w 1066"/>
                  <a:gd name="T115" fmla="*/ 2 h 2031"/>
                  <a:gd name="T116" fmla="*/ 846 w 1066"/>
                  <a:gd name="T117" fmla="*/ 13 h 2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66" h="2031">
                    <a:moveTo>
                      <a:pt x="97" y="2031"/>
                    </a:moveTo>
                    <a:cubicBezTo>
                      <a:pt x="96" y="2031"/>
                      <a:pt x="94" y="2030"/>
                      <a:pt x="93" y="2030"/>
                    </a:cubicBezTo>
                    <a:cubicBezTo>
                      <a:pt x="92" y="2029"/>
                      <a:pt x="92" y="2028"/>
                      <a:pt x="91" y="2028"/>
                    </a:cubicBezTo>
                    <a:cubicBezTo>
                      <a:pt x="90" y="2027"/>
                      <a:pt x="89" y="2026"/>
                      <a:pt x="85" y="2025"/>
                    </a:cubicBezTo>
                    <a:cubicBezTo>
                      <a:pt x="81" y="2025"/>
                      <a:pt x="80" y="2025"/>
                      <a:pt x="78" y="2025"/>
                    </a:cubicBezTo>
                    <a:cubicBezTo>
                      <a:pt x="77" y="2025"/>
                      <a:pt x="75" y="2026"/>
                      <a:pt x="70" y="2025"/>
                    </a:cubicBezTo>
                    <a:cubicBezTo>
                      <a:pt x="67" y="2025"/>
                      <a:pt x="65" y="2025"/>
                      <a:pt x="64" y="2023"/>
                    </a:cubicBezTo>
                    <a:cubicBezTo>
                      <a:pt x="63" y="2023"/>
                      <a:pt x="62" y="2023"/>
                      <a:pt x="59" y="2023"/>
                    </a:cubicBezTo>
                    <a:cubicBezTo>
                      <a:pt x="50" y="2022"/>
                      <a:pt x="48" y="2021"/>
                      <a:pt x="46" y="2019"/>
                    </a:cubicBezTo>
                    <a:cubicBezTo>
                      <a:pt x="45" y="2019"/>
                      <a:pt x="45" y="2018"/>
                      <a:pt x="45" y="2018"/>
                    </a:cubicBezTo>
                    <a:cubicBezTo>
                      <a:pt x="44" y="2018"/>
                      <a:pt x="44" y="2018"/>
                      <a:pt x="44" y="2018"/>
                    </a:cubicBezTo>
                    <a:cubicBezTo>
                      <a:pt x="42" y="2017"/>
                      <a:pt x="42" y="2017"/>
                      <a:pt x="40" y="2017"/>
                    </a:cubicBezTo>
                    <a:cubicBezTo>
                      <a:pt x="38" y="2017"/>
                      <a:pt x="34" y="2017"/>
                      <a:pt x="34" y="2013"/>
                    </a:cubicBezTo>
                    <a:cubicBezTo>
                      <a:pt x="33" y="2013"/>
                      <a:pt x="33" y="2013"/>
                      <a:pt x="33" y="2013"/>
                    </a:cubicBezTo>
                    <a:cubicBezTo>
                      <a:pt x="29" y="2013"/>
                      <a:pt x="23" y="2008"/>
                      <a:pt x="22" y="2005"/>
                    </a:cubicBezTo>
                    <a:cubicBezTo>
                      <a:pt x="22" y="2004"/>
                      <a:pt x="19" y="2004"/>
                      <a:pt x="17" y="2004"/>
                    </a:cubicBezTo>
                    <a:cubicBezTo>
                      <a:pt x="16" y="2004"/>
                      <a:pt x="15" y="2004"/>
                      <a:pt x="15" y="2003"/>
                    </a:cubicBezTo>
                    <a:cubicBezTo>
                      <a:pt x="13" y="2003"/>
                      <a:pt x="11" y="2001"/>
                      <a:pt x="9" y="1999"/>
                    </a:cubicBezTo>
                    <a:cubicBezTo>
                      <a:pt x="9" y="1997"/>
                      <a:pt x="8" y="1994"/>
                      <a:pt x="10" y="1991"/>
                    </a:cubicBezTo>
                    <a:cubicBezTo>
                      <a:pt x="12" y="1987"/>
                      <a:pt x="12" y="1986"/>
                      <a:pt x="12" y="1986"/>
                    </a:cubicBezTo>
                    <a:cubicBezTo>
                      <a:pt x="12" y="1986"/>
                      <a:pt x="11" y="1986"/>
                      <a:pt x="11" y="1986"/>
                    </a:cubicBezTo>
                    <a:cubicBezTo>
                      <a:pt x="9" y="1985"/>
                      <a:pt x="9" y="1984"/>
                      <a:pt x="8" y="1984"/>
                    </a:cubicBezTo>
                    <a:cubicBezTo>
                      <a:pt x="8" y="1984"/>
                      <a:pt x="8" y="1984"/>
                      <a:pt x="8" y="1984"/>
                    </a:cubicBezTo>
                    <a:cubicBezTo>
                      <a:pt x="8" y="1983"/>
                      <a:pt x="0" y="1975"/>
                      <a:pt x="5" y="1966"/>
                    </a:cubicBezTo>
                    <a:cubicBezTo>
                      <a:pt x="8" y="1960"/>
                      <a:pt x="7" y="1957"/>
                      <a:pt x="6" y="1954"/>
                    </a:cubicBezTo>
                    <a:cubicBezTo>
                      <a:pt x="6" y="1953"/>
                      <a:pt x="6" y="1953"/>
                      <a:pt x="6" y="1952"/>
                    </a:cubicBezTo>
                    <a:cubicBezTo>
                      <a:pt x="5" y="1950"/>
                      <a:pt x="6" y="1948"/>
                      <a:pt x="7" y="1947"/>
                    </a:cubicBezTo>
                    <a:cubicBezTo>
                      <a:pt x="7" y="1946"/>
                      <a:pt x="8" y="1945"/>
                      <a:pt x="8" y="1943"/>
                    </a:cubicBezTo>
                    <a:cubicBezTo>
                      <a:pt x="8" y="1941"/>
                      <a:pt x="7" y="1941"/>
                      <a:pt x="7" y="1940"/>
                    </a:cubicBezTo>
                    <a:cubicBezTo>
                      <a:pt x="5" y="1938"/>
                      <a:pt x="5" y="1936"/>
                      <a:pt x="7" y="1933"/>
                    </a:cubicBezTo>
                    <a:cubicBezTo>
                      <a:pt x="8" y="1931"/>
                      <a:pt x="9" y="1930"/>
                      <a:pt x="9" y="1929"/>
                    </a:cubicBezTo>
                    <a:cubicBezTo>
                      <a:pt x="10" y="1926"/>
                      <a:pt x="11" y="1925"/>
                      <a:pt x="16" y="1925"/>
                    </a:cubicBezTo>
                    <a:cubicBezTo>
                      <a:pt x="19" y="1925"/>
                      <a:pt x="23" y="1921"/>
                      <a:pt x="25" y="1919"/>
                    </a:cubicBezTo>
                    <a:cubicBezTo>
                      <a:pt x="26" y="1918"/>
                      <a:pt x="27" y="1917"/>
                      <a:pt x="28" y="1917"/>
                    </a:cubicBezTo>
                    <a:cubicBezTo>
                      <a:pt x="30" y="1915"/>
                      <a:pt x="38" y="1911"/>
                      <a:pt x="46" y="1906"/>
                    </a:cubicBezTo>
                    <a:cubicBezTo>
                      <a:pt x="50" y="1904"/>
                      <a:pt x="54" y="1901"/>
                      <a:pt x="56" y="1900"/>
                    </a:cubicBezTo>
                    <a:cubicBezTo>
                      <a:pt x="59" y="1898"/>
                      <a:pt x="61" y="1897"/>
                      <a:pt x="62" y="1896"/>
                    </a:cubicBezTo>
                    <a:cubicBezTo>
                      <a:pt x="60" y="1897"/>
                      <a:pt x="58" y="1898"/>
                      <a:pt x="56" y="1897"/>
                    </a:cubicBezTo>
                    <a:cubicBezTo>
                      <a:pt x="55" y="1897"/>
                      <a:pt x="54" y="1896"/>
                      <a:pt x="54" y="1895"/>
                    </a:cubicBezTo>
                    <a:cubicBezTo>
                      <a:pt x="53" y="1894"/>
                      <a:pt x="53" y="1894"/>
                      <a:pt x="53" y="1894"/>
                    </a:cubicBezTo>
                    <a:cubicBezTo>
                      <a:pt x="54" y="1893"/>
                      <a:pt x="54" y="1893"/>
                      <a:pt x="54" y="1893"/>
                    </a:cubicBezTo>
                    <a:cubicBezTo>
                      <a:pt x="54" y="1893"/>
                      <a:pt x="55" y="1890"/>
                      <a:pt x="58" y="1886"/>
                    </a:cubicBezTo>
                    <a:cubicBezTo>
                      <a:pt x="59" y="1885"/>
                      <a:pt x="59" y="1885"/>
                      <a:pt x="60" y="1884"/>
                    </a:cubicBezTo>
                    <a:cubicBezTo>
                      <a:pt x="62" y="1881"/>
                      <a:pt x="65" y="1878"/>
                      <a:pt x="71" y="1881"/>
                    </a:cubicBezTo>
                    <a:cubicBezTo>
                      <a:pt x="77" y="1882"/>
                      <a:pt x="79" y="1883"/>
                      <a:pt x="81" y="1883"/>
                    </a:cubicBezTo>
                    <a:cubicBezTo>
                      <a:pt x="82" y="1883"/>
                      <a:pt x="82" y="1883"/>
                      <a:pt x="83" y="1883"/>
                    </a:cubicBezTo>
                    <a:cubicBezTo>
                      <a:pt x="84" y="1883"/>
                      <a:pt x="85" y="1883"/>
                      <a:pt x="86" y="1883"/>
                    </a:cubicBezTo>
                    <a:cubicBezTo>
                      <a:pt x="86" y="1883"/>
                      <a:pt x="86" y="1882"/>
                      <a:pt x="86" y="1882"/>
                    </a:cubicBezTo>
                    <a:cubicBezTo>
                      <a:pt x="86" y="1880"/>
                      <a:pt x="86" y="1878"/>
                      <a:pt x="87" y="1877"/>
                    </a:cubicBezTo>
                    <a:cubicBezTo>
                      <a:pt x="89" y="1875"/>
                      <a:pt x="93" y="1874"/>
                      <a:pt x="96" y="1874"/>
                    </a:cubicBezTo>
                    <a:cubicBezTo>
                      <a:pt x="99" y="1874"/>
                      <a:pt x="101" y="1875"/>
                      <a:pt x="102" y="1875"/>
                    </a:cubicBezTo>
                    <a:cubicBezTo>
                      <a:pt x="104" y="1876"/>
                      <a:pt x="106" y="1877"/>
                      <a:pt x="109" y="1877"/>
                    </a:cubicBezTo>
                    <a:cubicBezTo>
                      <a:pt x="111" y="1877"/>
                      <a:pt x="111" y="1876"/>
                      <a:pt x="112" y="1876"/>
                    </a:cubicBezTo>
                    <a:cubicBezTo>
                      <a:pt x="114" y="1874"/>
                      <a:pt x="116" y="1874"/>
                      <a:pt x="120" y="1876"/>
                    </a:cubicBezTo>
                    <a:cubicBezTo>
                      <a:pt x="122" y="1878"/>
                      <a:pt x="124" y="1878"/>
                      <a:pt x="125" y="1878"/>
                    </a:cubicBezTo>
                    <a:cubicBezTo>
                      <a:pt x="126" y="1878"/>
                      <a:pt x="127" y="1879"/>
                      <a:pt x="128" y="1880"/>
                    </a:cubicBezTo>
                    <a:cubicBezTo>
                      <a:pt x="128" y="1880"/>
                      <a:pt x="130" y="1880"/>
                      <a:pt x="132" y="1879"/>
                    </a:cubicBezTo>
                    <a:cubicBezTo>
                      <a:pt x="133" y="1879"/>
                      <a:pt x="134" y="1878"/>
                      <a:pt x="134" y="1876"/>
                    </a:cubicBezTo>
                    <a:cubicBezTo>
                      <a:pt x="136" y="1869"/>
                      <a:pt x="141" y="1866"/>
                      <a:pt x="148" y="1867"/>
                    </a:cubicBezTo>
                    <a:cubicBezTo>
                      <a:pt x="154" y="1867"/>
                      <a:pt x="160" y="1865"/>
                      <a:pt x="161" y="1865"/>
                    </a:cubicBezTo>
                    <a:cubicBezTo>
                      <a:pt x="165" y="1864"/>
                      <a:pt x="167" y="1866"/>
                      <a:pt x="168" y="1867"/>
                    </a:cubicBezTo>
                    <a:cubicBezTo>
                      <a:pt x="168" y="1868"/>
                      <a:pt x="169" y="1869"/>
                      <a:pt x="170" y="1870"/>
                    </a:cubicBezTo>
                    <a:cubicBezTo>
                      <a:pt x="172" y="1871"/>
                      <a:pt x="173" y="1871"/>
                      <a:pt x="174" y="1872"/>
                    </a:cubicBezTo>
                    <a:cubicBezTo>
                      <a:pt x="173" y="1871"/>
                      <a:pt x="173" y="1870"/>
                      <a:pt x="173" y="1869"/>
                    </a:cubicBezTo>
                    <a:cubicBezTo>
                      <a:pt x="173" y="1868"/>
                      <a:pt x="174" y="1866"/>
                      <a:pt x="175" y="1865"/>
                    </a:cubicBezTo>
                    <a:cubicBezTo>
                      <a:pt x="177" y="1864"/>
                      <a:pt x="177" y="1864"/>
                      <a:pt x="178" y="1864"/>
                    </a:cubicBezTo>
                    <a:cubicBezTo>
                      <a:pt x="178" y="1864"/>
                      <a:pt x="178" y="1863"/>
                      <a:pt x="179" y="1862"/>
                    </a:cubicBezTo>
                    <a:cubicBezTo>
                      <a:pt x="180" y="1860"/>
                      <a:pt x="182" y="1858"/>
                      <a:pt x="185" y="1858"/>
                    </a:cubicBezTo>
                    <a:cubicBezTo>
                      <a:pt x="187" y="1859"/>
                      <a:pt x="187" y="1862"/>
                      <a:pt x="187" y="1863"/>
                    </a:cubicBezTo>
                    <a:cubicBezTo>
                      <a:pt x="188" y="1868"/>
                      <a:pt x="189" y="1870"/>
                      <a:pt x="191" y="1871"/>
                    </a:cubicBezTo>
                    <a:cubicBezTo>
                      <a:pt x="194" y="1872"/>
                      <a:pt x="198" y="1872"/>
                      <a:pt x="201" y="1872"/>
                    </a:cubicBezTo>
                    <a:cubicBezTo>
                      <a:pt x="203" y="1872"/>
                      <a:pt x="209" y="1871"/>
                      <a:pt x="211" y="1878"/>
                    </a:cubicBezTo>
                    <a:cubicBezTo>
                      <a:pt x="212" y="1881"/>
                      <a:pt x="213" y="1882"/>
                      <a:pt x="214" y="1883"/>
                    </a:cubicBezTo>
                    <a:cubicBezTo>
                      <a:pt x="215" y="1884"/>
                      <a:pt x="215" y="1884"/>
                      <a:pt x="216" y="1885"/>
                    </a:cubicBezTo>
                    <a:cubicBezTo>
                      <a:pt x="216" y="1886"/>
                      <a:pt x="216" y="1887"/>
                      <a:pt x="216" y="1892"/>
                    </a:cubicBezTo>
                    <a:cubicBezTo>
                      <a:pt x="216" y="1895"/>
                      <a:pt x="216" y="1897"/>
                      <a:pt x="216" y="1899"/>
                    </a:cubicBezTo>
                    <a:cubicBezTo>
                      <a:pt x="216" y="1899"/>
                      <a:pt x="216" y="1900"/>
                      <a:pt x="216" y="1900"/>
                    </a:cubicBezTo>
                    <a:cubicBezTo>
                      <a:pt x="216" y="1900"/>
                      <a:pt x="216" y="1900"/>
                      <a:pt x="216" y="1900"/>
                    </a:cubicBezTo>
                    <a:cubicBezTo>
                      <a:pt x="216" y="1900"/>
                      <a:pt x="216" y="1900"/>
                      <a:pt x="216" y="1901"/>
                    </a:cubicBezTo>
                    <a:cubicBezTo>
                      <a:pt x="217" y="1901"/>
                      <a:pt x="221" y="1903"/>
                      <a:pt x="220" y="1906"/>
                    </a:cubicBezTo>
                    <a:cubicBezTo>
                      <a:pt x="220" y="1909"/>
                      <a:pt x="216" y="1910"/>
                      <a:pt x="215" y="1910"/>
                    </a:cubicBezTo>
                    <a:cubicBezTo>
                      <a:pt x="211" y="1911"/>
                      <a:pt x="209" y="1913"/>
                      <a:pt x="206" y="1916"/>
                    </a:cubicBezTo>
                    <a:cubicBezTo>
                      <a:pt x="206" y="1916"/>
                      <a:pt x="206" y="1916"/>
                      <a:pt x="206" y="1916"/>
                    </a:cubicBezTo>
                    <a:cubicBezTo>
                      <a:pt x="205" y="1918"/>
                      <a:pt x="204" y="1918"/>
                      <a:pt x="202" y="1918"/>
                    </a:cubicBezTo>
                    <a:cubicBezTo>
                      <a:pt x="200" y="1918"/>
                      <a:pt x="199" y="1916"/>
                      <a:pt x="198" y="1915"/>
                    </a:cubicBezTo>
                    <a:cubicBezTo>
                      <a:pt x="197" y="1914"/>
                      <a:pt x="197" y="1914"/>
                      <a:pt x="197" y="1913"/>
                    </a:cubicBezTo>
                    <a:cubicBezTo>
                      <a:pt x="197" y="1913"/>
                      <a:pt x="196" y="1914"/>
                      <a:pt x="196" y="1916"/>
                    </a:cubicBezTo>
                    <a:cubicBezTo>
                      <a:pt x="194" y="1919"/>
                      <a:pt x="192" y="1922"/>
                      <a:pt x="189" y="1925"/>
                    </a:cubicBezTo>
                    <a:cubicBezTo>
                      <a:pt x="187" y="1926"/>
                      <a:pt x="185" y="1931"/>
                      <a:pt x="185" y="1934"/>
                    </a:cubicBezTo>
                    <a:cubicBezTo>
                      <a:pt x="185" y="1936"/>
                      <a:pt x="185" y="1936"/>
                      <a:pt x="185" y="1936"/>
                    </a:cubicBezTo>
                    <a:cubicBezTo>
                      <a:pt x="184" y="1940"/>
                      <a:pt x="184" y="1946"/>
                      <a:pt x="180" y="1949"/>
                    </a:cubicBezTo>
                    <a:cubicBezTo>
                      <a:pt x="178" y="1950"/>
                      <a:pt x="177" y="1951"/>
                      <a:pt x="177" y="1951"/>
                    </a:cubicBezTo>
                    <a:cubicBezTo>
                      <a:pt x="178" y="1953"/>
                      <a:pt x="177" y="1955"/>
                      <a:pt x="177" y="1956"/>
                    </a:cubicBezTo>
                    <a:cubicBezTo>
                      <a:pt x="176" y="1957"/>
                      <a:pt x="176" y="1958"/>
                      <a:pt x="175" y="1959"/>
                    </a:cubicBezTo>
                    <a:cubicBezTo>
                      <a:pt x="175" y="1960"/>
                      <a:pt x="175" y="1961"/>
                      <a:pt x="174" y="1962"/>
                    </a:cubicBezTo>
                    <a:cubicBezTo>
                      <a:pt x="173" y="1964"/>
                      <a:pt x="172" y="1967"/>
                      <a:pt x="173" y="1968"/>
                    </a:cubicBezTo>
                    <a:cubicBezTo>
                      <a:pt x="174" y="1972"/>
                      <a:pt x="174" y="1976"/>
                      <a:pt x="173" y="1977"/>
                    </a:cubicBezTo>
                    <a:cubicBezTo>
                      <a:pt x="174" y="1979"/>
                      <a:pt x="173" y="1981"/>
                      <a:pt x="170" y="1983"/>
                    </a:cubicBezTo>
                    <a:cubicBezTo>
                      <a:pt x="169" y="1983"/>
                      <a:pt x="168" y="1984"/>
                      <a:pt x="167" y="1985"/>
                    </a:cubicBezTo>
                    <a:cubicBezTo>
                      <a:pt x="166" y="1986"/>
                      <a:pt x="165" y="1987"/>
                      <a:pt x="164" y="1987"/>
                    </a:cubicBezTo>
                    <a:cubicBezTo>
                      <a:pt x="162" y="1988"/>
                      <a:pt x="161" y="1988"/>
                      <a:pt x="160" y="1987"/>
                    </a:cubicBezTo>
                    <a:cubicBezTo>
                      <a:pt x="160" y="1987"/>
                      <a:pt x="159" y="1987"/>
                      <a:pt x="158" y="1987"/>
                    </a:cubicBezTo>
                    <a:cubicBezTo>
                      <a:pt x="154" y="1987"/>
                      <a:pt x="149" y="1990"/>
                      <a:pt x="145" y="1994"/>
                    </a:cubicBezTo>
                    <a:cubicBezTo>
                      <a:pt x="141" y="1998"/>
                      <a:pt x="139" y="2000"/>
                      <a:pt x="138" y="2005"/>
                    </a:cubicBezTo>
                    <a:cubicBezTo>
                      <a:pt x="137" y="2009"/>
                      <a:pt x="136" y="2014"/>
                      <a:pt x="129" y="2014"/>
                    </a:cubicBezTo>
                    <a:cubicBezTo>
                      <a:pt x="127" y="2015"/>
                      <a:pt x="125" y="2014"/>
                      <a:pt x="124" y="2013"/>
                    </a:cubicBezTo>
                    <a:cubicBezTo>
                      <a:pt x="123" y="2012"/>
                      <a:pt x="123" y="2011"/>
                      <a:pt x="123" y="2010"/>
                    </a:cubicBezTo>
                    <a:cubicBezTo>
                      <a:pt x="118" y="2010"/>
                      <a:pt x="109" y="2013"/>
                      <a:pt x="108" y="2014"/>
                    </a:cubicBezTo>
                    <a:cubicBezTo>
                      <a:pt x="107" y="2015"/>
                      <a:pt x="107" y="2015"/>
                      <a:pt x="107" y="2016"/>
                    </a:cubicBezTo>
                    <a:cubicBezTo>
                      <a:pt x="107" y="2016"/>
                      <a:pt x="107" y="2016"/>
                      <a:pt x="107" y="2017"/>
                    </a:cubicBezTo>
                    <a:cubicBezTo>
                      <a:pt x="108" y="2018"/>
                      <a:pt x="106" y="2019"/>
                      <a:pt x="105" y="2020"/>
                    </a:cubicBezTo>
                    <a:cubicBezTo>
                      <a:pt x="103" y="2022"/>
                      <a:pt x="103" y="2022"/>
                      <a:pt x="103" y="2023"/>
                    </a:cubicBezTo>
                    <a:cubicBezTo>
                      <a:pt x="104" y="2025"/>
                      <a:pt x="104" y="2027"/>
                      <a:pt x="102" y="2029"/>
                    </a:cubicBezTo>
                    <a:cubicBezTo>
                      <a:pt x="101" y="2030"/>
                      <a:pt x="99" y="2031"/>
                      <a:pt x="97" y="2031"/>
                    </a:cubicBezTo>
                    <a:close/>
                    <a:moveTo>
                      <a:pt x="81" y="2021"/>
                    </a:moveTo>
                    <a:cubicBezTo>
                      <a:pt x="82" y="2021"/>
                      <a:pt x="83" y="2021"/>
                      <a:pt x="85" y="2021"/>
                    </a:cubicBezTo>
                    <a:cubicBezTo>
                      <a:pt x="91" y="2021"/>
                      <a:pt x="93" y="2023"/>
                      <a:pt x="95" y="2025"/>
                    </a:cubicBezTo>
                    <a:cubicBezTo>
                      <a:pt x="95" y="2025"/>
                      <a:pt x="95" y="2026"/>
                      <a:pt x="96" y="2026"/>
                    </a:cubicBezTo>
                    <a:cubicBezTo>
                      <a:pt x="96" y="2026"/>
                      <a:pt x="98" y="2026"/>
                      <a:pt x="99" y="2025"/>
                    </a:cubicBezTo>
                    <a:cubicBezTo>
                      <a:pt x="99" y="2025"/>
                      <a:pt x="99" y="2025"/>
                      <a:pt x="99" y="2025"/>
                    </a:cubicBezTo>
                    <a:cubicBezTo>
                      <a:pt x="97" y="2020"/>
                      <a:pt x="101" y="2017"/>
                      <a:pt x="103" y="2016"/>
                    </a:cubicBezTo>
                    <a:cubicBezTo>
                      <a:pt x="102" y="2015"/>
                      <a:pt x="102" y="2012"/>
                      <a:pt x="105" y="2010"/>
                    </a:cubicBezTo>
                    <a:cubicBezTo>
                      <a:pt x="107" y="2009"/>
                      <a:pt x="123" y="2004"/>
                      <a:pt x="126" y="2005"/>
                    </a:cubicBezTo>
                    <a:cubicBezTo>
                      <a:pt x="127" y="2006"/>
                      <a:pt x="127" y="2006"/>
                      <a:pt x="127" y="2006"/>
                    </a:cubicBezTo>
                    <a:cubicBezTo>
                      <a:pt x="128" y="2007"/>
                      <a:pt x="128" y="2007"/>
                      <a:pt x="128" y="2007"/>
                    </a:cubicBezTo>
                    <a:cubicBezTo>
                      <a:pt x="128" y="2008"/>
                      <a:pt x="127" y="2008"/>
                      <a:pt x="127" y="2008"/>
                    </a:cubicBezTo>
                    <a:cubicBezTo>
                      <a:pt x="127" y="2009"/>
                      <a:pt x="127" y="2009"/>
                      <a:pt x="127" y="2010"/>
                    </a:cubicBezTo>
                    <a:cubicBezTo>
                      <a:pt x="127" y="2010"/>
                      <a:pt x="128" y="2010"/>
                      <a:pt x="128" y="2010"/>
                    </a:cubicBezTo>
                    <a:cubicBezTo>
                      <a:pt x="128" y="2010"/>
                      <a:pt x="129" y="2010"/>
                      <a:pt x="129" y="2010"/>
                    </a:cubicBezTo>
                    <a:cubicBezTo>
                      <a:pt x="132" y="2010"/>
                      <a:pt x="133" y="2009"/>
                      <a:pt x="134" y="2004"/>
                    </a:cubicBezTo>
                    <a:cubicBezTo>
                      <a:pt x="135" y="1998"/>
                      <a:pt x="137" y="1995"/>
                      <a:pt x="142" y="1990"/>
                    </a:cubicBezTo>
                    <a:cubicBezTo>
                      <a:pt x="146" y="1986"/>
                      <a:pt x="152" y="1982"/>
                      <a:pt x="158" y="1982"/>
                    </a:cubicBezTo>
                    <a:cubicBezTo>
                      <a:pt x="160" y="1982"/>
                      <a:pt x="161" y="1983"/>
                      <a:pt x="162" y="1983"/>
                    </a:cubicBezTo>
                    <a:cubicBezTo>
                      <a:pt x="163" y="1983"/>
                      <a:pt x="163" y="1982"/>
                      <a:pt x="164" y="1982"/>
                    </a:cubicBezTo>
                    <a:cubicBezTo>
                      <a:pt x="165" y="1981"/>
                      <a:pt x="166" y="1980"/>
                      <a:pt x="168" y="1979"/>
                    </a:cubicBezTo>
                    <a:cubicBezTo>
                      <a:pt x="168" y="1978"/>
                      <a:pt x="169" y="1978"/>
                      <a:pt x="169" y="1978"/>
                    </a:cubicBezTo>
                    <a:cubicBezTo>
                      <a:pt x="169" y="1978"/>
                      <a:pt x="169" y="1978"/>
                      <a:pt x="169" y="1978"/>
                    </a:cubicBezTo>
                    <a:cubicBezTo>
                      <a:pt x="169" y="1977"/>
                      <a:pt x="169" y="1977"/>
                      <a:pt x="169" y="1977"/>
                    </a:cubicBezTo>
                    <a:cubicBezTo>
                      <a:pt x="169" y="1976"/>
                      <a:pt x="170" y="1973"/>
                      <a:pt x="169" y="1970"/>
                    </a:cubicBezTo>
                    <a:cubicBezTo>
                      <a:pt x="167" y="1967"/>
                      <a:pt x="169" y="1963"/>
                      <a:pt x="170" y="1960"/>
                    </a:cubicBezTo>
                    <a:cubicBezTo>
                      <a:pt x="170" y="1959"/>
                      <a:pt x="171" y="1958"/>
                      <a:pt x="171" y="1958"/>
                    </a:cubicBezTo>
                    <a:cubicBezTo>
                      <a:pt x="171" y="1956"/>
                      <a:pt x="172" y="1955"/>
                      <a:pt x="172" y="1954"/>
                    </a:cubicBezTo>
                    <a:cubicBezTo>
                      <a:pt x="173" y="1954"/>
                      <a:pt x="173" y="1953"/>
                      <a:pt x="173" y="1953"/>
                    </a:cubicBezTo>
                    <a:cubicBezTo>
                      <a:pt x="171" y="1949"/>
                      <a:pt x="176" y="1946"/>
                      <a:pt x="178" y="1945"/>
                    </a:cubicBezTo>
                    <a:cubicBezTo>
                      <a:pt x="180" y="1943"/>
                      <a:pt x="180" y="1939"/>
                      <a:pt x="180" y="1936"/>
                    </a:cubicBezTo>
                    <a:cubicBezTo>
                      <a:pt x="180" y="1934"/>
                      <a:pt x="180" y="1934"/>
                      <a:pt x="180" y="1934"/>
                    </a:cubicBezTo>
                    <a:cubicBezTo>
                      <a:pt x="180" y="1929"/>
                      <a:pt x="183" y="1923"/>
                      <a:pt x="186" y="1921"/>
                    </a:cubicBezTo>
                    <a:cubicBezTo>
                      <a:pt x="189" y="1919"/>
                      <a:pt x="190" y="1917"/>
                      <a:pt x="191" y="1914"/>
                    </a:cubicBezTo>
                    <a:cubicBezTo>
                      <a:pt x="192" y="1911"/>
                      <a:pt x="194" y="1909"/>
                      <a:pt x="195" y="1909"/>
                    </a:cubicBezTo>
                    <a:cubicBezTo>
                      <a:pt x="197" y="1908"/>
                      <a:pt x="198" y="1909"/>
                      <a:pt x="200" y="1910"/>
                    </a:cubicBezTo>
                    <a:cubicBezTo>
                      <a:pt x="200" y="1910"/>
                      <a:pt x="201" y="1911"/>
                      <a:pt x="201" y="1912"/>
                    </a:cubicBezTo>
                    <a:cubicBezTo>
                      <a:pt x="202" y="1912"/>
                      <a:pt x="202" y="1913"/>
                      <a:pt x="203" y="1913"/>
                    </a:cubicBezTo>
                    <a:cubicBezTo>
                      <a:pt x="203" y="1913"/>
                      <a:pt x="203" y="1913"/>
                      <a:pt x="203" y="1913"/>
                    </a:cubicBezTo>
                    <a:cubicBezTo>
                      <a:pt x="205" y="1910"/>
                      <a:pt x="208" y="1907"/>
                      <a:pt x="214" y="1906"/>
                    </a:cubicBezTo>
                    <a:cubicBezTo>
                      <a:pt x="214" y="1906"/>
                      <a:pt x="215" y="1906"/>
                      <a:pt x="215" y="1905"/>
                    </a:cubicBezTo>
                    <a:cubicBezTo>
                      <a:pt x="215" y="1905"/>
                      <a:pt x="214" y="1905"/>
                      <a:pt x="214" y="1905"/>
                    </a:cubicBezTo>
                    <a:cubicBezTo>
                      <a:pt x="210" y="1902"/>
                      <a:pt x="211" y="1900"/>
                      <a:pt x="211" y="1898"/>
                    </a:cubicBezTo>
                    <a:cubicBezTo>
                      <a:pt x="211" y="1896"/>
                      <a:pt x="212" y="1895"/>
                      <a:pt x="212" y="1892"/>
                    </a:cubicBezTo>
                    <a:cubicBezTo>
                      <a:pt x="212" y="1891"/>
                      <a:pt x="212" y="1889"/>
                      <a:pt x="212" y="1888"/>
                    </a:cubicBezTo>
                    <a:cubicBezTo>
                      <a:pt x="212" y="1888"/>
                      <a:pt x="211" y="1887"/>
                      <a:pt x="211" y="1887"/>
                    </a:cubicBezTo>
                    <a:cubicBezTo>
                      <a:pt x="211" y="1887"/>
                      <a:pt x="211" y="1886"/>
                      <a:pt x="211" y="1886"/>
                    </a:cubicBezTo>
                    <a:cubicBezTo>
                      <a:pt x="210" y="1885"/>
                      <a:pt x="208" y="1883"/>
                      <a:pt x="207" y="1879"/>
                    </a:cubicBezTo>
                    <a:cubicBezTo>
                      <a:pt x="206" y="1877"/>
                      <a:pt x="205" y="1876"/>
                      <a:pt x="201" y="1876"/>
                    </a:cubicBezTo>
                    <a:cubicBezTo>
                      <a:pt x="200" y="1877"/>
                      <a:pt x="194" y="1877"/>
                      <a:pt x="189" y="1875"/>
                    </a:cubicBezTo>
                    <a:cubicBezTo>
                      <a:pt x="184" y="1873"/>
                      <a:pt x="183" y="1869"/>
                      <a:pt x="183" y="1864"/>
                    </a:cubicBezTo>
                    <a:cubicBezTo>
                      <a:pt x="183" y="1865"/>
                      <a:pt x="183" y="1865"/>
                      <a:pt x="182" y="1865"/>
                    </a:cubicBezTo>
                    <a:cubicBezTo>
                      <a:pt x="181" y="1867"/>
                      <a:pt x="181" y="1868"/>
                      <a:pt x="180" y="1868"/>
                    </a:cubicBezTo>
                    <a:cubicBezTo>
                      <a:pt x="179" y="1868"/>
                      <a:pt x="179" y="1868"/>
                      <a:pt x="178" y="1869"/>
                    </a:cubicBezTo>
                    <a:cubicBezTo>
                      <a:pt x="178" y="1869"/>
                      <a:pt x="178" y="1869"/>
                      <a:pt x="178" y="1869"/>
                    </a:cubicBezTo>
                    <a:cubicBezTo>
                      <a:pt x="178" y="1870"/>
                      <a:pt x="178" y="1871"/>
                      <a:pt x="180" y="1873"/>
                    </a:cubicBezTo>
                    <a:cubicBezTo>
                      <a:pt x="183" y="1877"/>
                      <a:pt x="181" y="1879"/>
                      <a:pt x="181" y="1879"/>
                    </a:cubicBezTo>
                    <a:cubicBezTo>
                      <a:pt x="179" y="1881"/>
                      <a:pt x="175" y="1880"/>
                      <a:pt x="173" y="1879"/>
                    </a:cubicBezTo>
                    <a:cubicBezTo>
                      <a:pt x="173" y="1878"/>
                      <a:pt x="173" y="1878"/>
                      <a:pt x="173" y="1878"/>
                    </a:cubicBezTo>
                    <a:cubicBezTo>
                      <a:pt x="172" y="1877"/>
                      <a:pt x="170" y="1875"/>
                      <a:pt x="168" y="1874"/>
                    </a:cubicBezTo>
                    <a:cubicBezTo>
                      <a:pt x="166" y="1873"/>
                      <a:pt x="165" y="1871"/>
                      <a:pt x="164" y="1870"/>
                    </a:cubicBezTo>
                    <a:cubicBezTo>
                      <a:pt x="164" y="1870"/>
                      <a:pt x="163" y="1869"/>
                      <a:pt x="163" y="1869"/>
                    </a:cubicBezTo>
                    <a:cubicBezTo>
                      <a:pt x="161" y="1870"/>
                      <a:pt x="154" y="1872"/>
                      <a:pt x="148" y="1871"/>
                    </a:cubicBezTo>
                    <a:cubicBezTo>
                      <a:pt x="144" y="1871"/>
                      <a:pt x="140" y="1871"/>
                      <a:pt x="139" y="1877"/>
                    </a:cubicBezTo>
                    <a:cubicBezTo>
                      <a:pt x="138" y="1881"/>
                      <a:pt x="135" y="1883"/>
                      <a:pt x="131" y="1884"/>
                    </a:cubicBezTo>
                    <a:cubicBezTo>
                      <a:pt x="129" y="1885"/>
                      <a:pt x="126" y="1885"/>
                      <a:pt x="124" y="1883"/>
                    </a:cubicBezTo>
                    <a:cubicBezTo>
                      <a:pt x="124" y="1883"/>
                      <a:pt x="124" y="1883"/>
                      <a:pt x="124" y="1883"/>
                    </a:cubicBezTo>
                    <a:cubicBezTo>
                      <a:pt x="123" y="1883"/>
                      <a:pt x="121" y="1882"/>
                      <a:pt x="117" y="1880"/>
                    </a:cubicBezTo>
                    <a:cubicBezTo>
                      <a:pt x="116" y="1879"/>
                      <a:pt x="115" y="1879"/>
                      <a:pt x="115" y="1879"/>
                    </a:cubicBezTo>
                    <a:cubicBezTo>
                      <a:pt x="115" y="1879"/>
                      <a:pt x="115" y="1880"/>
                      <a:pt x="115" y="1880"/>
                    </a:cubicBezTo>
                    <a:cubicBezTo>
                      <a:pt x="114" y="1880"/>
                      <a:pt x="112" y="1882"/>
                      <a:pt x="109" y="1881"/>
                    </a:cubicBezTo>
                    <a:cubicBezTo>
                      <a:pt x="105" y="1881"/>
                      <a:pt x="103" y="1881"/>
                      <a:pt x="101" y="1880"/>
                    </a:cubicBezTo>
                    <a:cubicBezTo>
                      <a:pt x="99" y="1880"/>
                      <a:pt x="98" y="1879"/>
                      <a:pt x="96" y="1879"/>
                    </a:cubicBezTo>
                    <a:cubicBezTo>
                      <a:pt x="95" y="1879"/>
                      <a:pt x="91" y="1879"/>
                      <a:pt x="91" y="1880"/>
                    </a:cubicBezTo>
                    <a:cubicBezTo>
                      <a:pt x="90" y="1880"/>
                      <a:pt x="90" y="1881"/>
                      <a:pt x="90" y="1881"/>
                    </a:cubicBezTo>
                    <a:cubicBezTo>
                      <a:pt x="91" y="1884"/>
                      <a:pt x="90" y="1885"/>
                      <a:pt x="89" y="1886"/>
                    </a:cubicBezTo>
                    <a:cubicBezTo>
                      <a:pt x="88" y="1888"/>
                      <a:pt x="85" y="1888"/>
                      <a:pt x="83" y="1887"/>
                    </a:cubicBezTo>
                    <a:cubicBezTo>
                      <a:pt x="82" y="1887"/>
                      <a:pt x="82" y="1887"/>
                      <a:pt x="81" y="1887"/>
                    </a:cubicBezTo>
                    <a:cubicBezTo>
                      <a:pt x="79" y="1887"/>
                      <a:pt x="76" y="1887"/>
                      <a:pt x="70" y="1885"/>
                    </a:cubicBezTo>
                    <a:cubicBezTo>
                      <a:pt x="66" y="1884"/>
                      <a:pt x="66" y="1885"/>
                      <a:pt x="63" y="1887"/>
                    </a:cubicBezTo>
                    <a:cubicBezTo>
                      <a:pt x="63" y="1888"/>
                      <a:pt x="62" y="1888"/>
                      <a:pt x="62" y="1889"/>
                    </a:cubicBezTo>
                    <a:cubicBezTo>
                      <a:pt x="61" y="1890"/>
                      <a:pt x="60" y="1891"/>
                      <a:pt x="59" y="1892"/>
                    </a:cubicBezTo>
                    <a:cubicBezTo>
                      <a:pt x="59" y="1892"/>
                      <a:pt x="60" y="1892"/>
                      <a:pt x="60" y="1892"/>
                    </a:cubicBezTo>
                    <a:cubicBezTo>
                      <a:pt x="61" y="1891"/>
                      <a:pt x="61" y="1891"/>
                      <a:pt x="61" y="1891"/>
                    </a:cubicBezTo>
                    <a:cubicBezTo>
                      <a:pt x="64" y="1890"/>
                      <a:pt x="65" y="1889"/>
                      <a:pt x="67" y="1890"/>
                    </a:cubicBezTo>
                    <a:cubicBezTo>
                      <a:pt x="68" y="1890"/>
                      <a:pt x="68" y="1892"/>
                      <a:pt x="68" y="1893"/>
                    </a:cubicBezTo>
                    <a:cubicBezTo>
                      <a:pt x="69" y="1898"/>
                      <a:pt x="66" y="1899"/>
                      <a:pt x="59" y="1904"/>
                    </a:cubicBezTo>
                    <a:cubicBezTo>
                      <a:pt x="56" y="1905"/>
                      <a:pt x="52" y="1908"/>
                      <a:pt x="48" y="1910"/>
                    </a:cubicBezTo>
                    <a:cubicBezTo>
                      <a:pt x="41" y="1914"/>
                      <a:pt x="32" y="1919"/>
                      <a:pt x="31" y="1921"/>
                    </a:cubicBezTo>
                    <a:cubicBezTo>
                      <a:pt x="30" y="1921"/>
                      <a:pt x="29" y="1922"/>
                      <a:pt x="28" y="1922"/>
                    </a:cubicBezTo>
                    <a:cubicBezTo>
                      <a:pt x="25" y="1925"/>
                      <a:pt x="20" y="1929"/>
                      <a:pt x="16" y="1930"/>
                    </a:cubicBezTo>
                    <a:cubicBezTo>
                      <a:pt x="14" y="1930"/>
                      <a:pt x="14" y="1930"/>
                      <a:pt x="14" y="1930"/>
                    </a:cubicBezTo>
                    <a:cubicBezTo>
                      <a:pt x="14" y="1930"/>
                      <a:pt x="14" y="1930"/>
                      <a:pt x="14" y="1931"/>
                    </a:cubicBezTo>
                    <a:cubicBezTo>
                      <a:pt x="13" y="1932"/>
                      <a:pt x="13" y="1933"/>
                      <a:pt x="11" y="1935"/>
                    </a:cubicBezTo>
                    <a:cubicBezTo>
                      <a:pt x="11" y="1936"/>
                      <a:pt x="10" y="1937"/>
                      <a:pt x="10" y="1937"/>
                    </a:cubicBezTo>
                    <a:cubicBezTo>
                      <a:pt x="10" y="1937"/>
                      <a:pt x="10" y="1937"/>
                      <a:pt x="11" y="1937"/>
                    </a:cubicBezTo>
                    <a:cubicBezTo>
                      <a:pt x="11" y="1938"/>
                      <a:pt x="12" y="1940"/>
                      <a:pt x="12" y="1942"/>
                    </a:cubicBezTo>
                    <a:cubicBezTo>
                      <a:pt x="13" y="1946"/>
                      <a:pt x="12" y="1948"/>
                      <a:pt x="11" y="1949"/>
                    </a:cubicBezTo>
                    <a:cubicBezTo>
                      <a:pt x="11" y="1950"/>
                      <a:pt x="10" y="1951"/>
                      <a:pt x="11" y="1951"/>
                    </a:cubicBezTo>
                    <a:cubicBezTo>
                      <a:pt x="11" y="1952"/>
                      <a:pt x="11" y="1952"/>
                      <a:pt x="11" y="1953"/>
                    </a:cubicBezTo>
                    <a:cubicBezTo>
                      <a:pt x="12" y="1956"/>
                      <a:pt x="13" y="1960"/>
                      <a:pt x="9" y="1968"/>
                    </a:cubicBezTo>
                    <a:cubicBezTo>
                      <a:pt x="6" y="1974"/>
                      <a:pt x="11" y="1980"/>
                      <a:pt x="12" y="1981"/>
                    </a:cubicBezTo>
                    <a:cubicBezTo>
                      <a:pt x="12" y="1981"/>
                      <a:pt x="12" y="1981"/>
                      <a:pt x="13" y="1982"/>
                    </a:cubicBezTo>
                    <a:cubicBezTo>
                      <a:pt x="17" y="1984"/>
                      <a:pt x="17" y="1987"/>
                      <a:pt x="14" y="1993"/>
                    </a:cubicBezTo>
                    <a:cubicBezTo>
                      <a:pt x="13" y="1994"/>
                      <a:pt x="13" y="1996"/>
                      <a:pt x="14" y="1997"/>
                    </a:cubicBezTo>
                    <a:cubicBezTo>
                      <a:pt x="14" y="1998"/>
                      <a:pt x="15" y="1999"/>
                      <a:pt x="16" y="1999"/>
                    </a:cubicBezTo>
                    <a:cubicBezTo>
                      <a:pt x="17" y="1999"/>
                      <a:pt x="17" y="1999"/>
                      <a:pt x="18" y="1999"/>
                    </a:cubicBezTo>
                    <a:cubicBezTo>
                      <a:pt x="21" y="2000"/>
                      <a:pt x="26" y="2000"/>
                      <a:pt x="27" y="2003"/>
                    </a:cubicBezTo>
                    <a:cubicBezTo>
                      <a:pt x="27" y="2005"/>
                      <a:pt x="31" y="2008"/>
                      <a:pt x="33" y="2008"/>
                    </a:cubicBezTo>
                    <a:cubicBezTo>
                      <a:pt x="36" y="2008"/>
                      <a:pt x="38" y="2009"/>
                      <a:pt x="38" y="2012"/>
                    </a:cubicBezTo>
                    <a:cubicBezTo>
                      <a:pt x="39" y="2012"/>
                      <a:pt x="39" y="2012"/>
                      <a:pt x="40" y="2012"/>
                    </a:cubicBezTo>
                    <a:cubicBezTo>
                      <a:pt x="43" y="2012"/>
                      <a:pt x="44" y="2013"/>
                      <a:pt x="46" y="2014"/>
                    </a:cubicBezTo>
                    <a:cubicBezTo>
                      <a:pt x="47" y="2014"/>
                      <a:pt x="47" y="2014"/>
                      <a:pt x="47" y="2014"/>
                    </a:cubicBezTo>
                    <a:cubicBezTo>
                      <a:pt x="48" y="2015"/>
                      <a:pt x="48" y="2015"/>
                      <a:pt x="49" y="2015"/>
                    </a:cubicBezTo>
                    <a:cubicBezTo>
                      <a:pt x="50" y="2016"/>
                      <a:pt x="51" y="2017"/>
                      <a:pt x="59" y="2018"/>
                    </a:cubicBezTo>
                    <a:cubicBezTo>
                      <a:pt x="65" y="2018"/>
                      <a:pt x="67" y="2019"/>
                      <a:pt x="68" y="2020"/>
                    </a:cubicBezTo>
                    <a:cubicBezTo>
                      <a:pt x="68" y="2020"/>
                      <a:pt x="69" y="2020"/>
                      <a:pt x="70" y="2021"/>
                    </a:cubicBezTo>
                    <a:cubicBezTo>
                      <a:pt x="75" y="2021"/>
                      <a:pt x="76" y="2021"/>
                      <a:pt x="78" y="2021"/>
                    </a:cubicBezTo>
                    <a:cubicBezTo>
                      <a:pt x="79" y="2021"/>
                      <a:pt x="80" y="2021"/>
                      <a:pt x="81" y="2021"/>
                    </a:cubicBezTo>
                    <a:close/>
                    <a:moveTo>
                      <a:pt x="177" y="1877"/>
                    </a:moveTo>
                    <a:cubicBezTo>
                      <a:pt x="177" y="1877"/>
                      <a:pt x="177" y="1877"/>
                      <a:pt x="177" y="1877"/>
                    </a:cubicBezTo>
                    <a:close/>
                    <a:moveTo>
                      <a:pt x="452" y="1681"/>
                    </a:moveTo>
                    <a:cubicBezTo>
                      <a:pt x="451" y="1681"/>
                      <a:pt x="450" y="1680"/>
                      <a:pt x="450" y="1680"/>
                    </a:cubicBezTo>
                    <a:cubicBezTo>
                      <a:pt x="448" y="1678"/>
                      <a:pt x="447" y="1676"/>
                      <a:pt x="448" y="1674"/>
                    </a:cubicBezTo>
                    <a:cubicBezTo>
                      <a:pt x="449" y="1672"/>
                      <a:pt x="449" y="1671"/>
                      <a:pt x="451" y="1670"/>
                    </a:cubicBezTo>
                    <a:cubicBezTo>
                      <a:pt x="452" y="1669"/>
                      <a:pt x="452" y="1669"/>
                      <a:pt x="452" y="1669"/>
                    </a:cubicBezTo>
                    <a:cubicBezTo>
                      <a:pt x="453" y="1668"/>
                      <a:pt x="455" y="1667"/>
                      <a:pt x="457" y="1667"/>
                    </a:cubicBezTo>
                    <a:cubicBezTo>
                      <a:pt x="458" y="1666"/>
                      <a:pt x="460" y="1666"/>
                      <a:pt x="461" y="1666"/>
                    </a:cubicBezTo>
                    <a:cubicBezTo>
                      <a:pt x="464" y="1664"/>
                      <a:pt x="466" y="1665"/>
                      <a:pt x="467" y="1666"/>
                    </a:cubicBezTo>
                    <a:cubicBezTo>
                      <a:pt x="468" y="1668"/>
                      <a:pt x="468" y="1670"/>
                      <a:pt x="467" y="1672"/>
                    </a:cubicBezTo>
                    <a:cubicBezTo>
                      <a:pt x="467" y="1672"/>
                      <a:pt x="467" y="1672"/>
                      <a:pt x="467" y="1673"/>
                    </a:cubicBezTo>
                    <a:cubicBezTo>
                      <a:pt x="467" y="1675"/>
                      <a:pt x="467" y="1677"/>
                      <a:pt x="465" y="1678"/>
                    </a:cubicBezTo>
                    <a:cubicBezTo>
                      <a:pt x="463" y="1680"/>
                      <a:pt x="461" y="1678"/>
                      <a:pt x="460" y="1677"/>
                    </a:cubicBezTo>
                    <a:cubicBezTo>
                      <a:pt x="460" y="1677"/>
                      <a:pt x="460" y="1677"/>
                      <a:pt x="459" y="1678"/>
                    </a:cubicBezTo>
                    <a:cubicBezTo>
                      <a:pt x="457" y="1680"/>
                      <a:pt x="455" y="1680"/>
                      <a:pt x="453" y="1680"/>
                    </a:cubicBezTo>
                    <a:cubicBezTo>
                      <a:pt x="453" y="1680"/>
                      <a:pt x="452" y="1681"/>
                      <a:pt x="452" y="1681"/>
                    </a:cubicBezTo>
                    <a:close/>
                    <a:moveTo>
                      <a:pt x="452" y="1676"/>
                    </a:moveTo>
                    <a:cubicBezTo>
                      <a:pt x="452" y="1676"/>
                      <a:pt x="451" y="1676"/>
                      <a:pt x="451" y="1676"/>
                    </a:cubicBezTo>
                    <a:cubicBezTo>
                      <a:pt x="452" y="1677"/>
                      <a:pt x="452" y="1677"/>
                      <a:pt x="452" y="1677"/>
                    </a:cubicBezTo>
                    <a:cubicBezTo>
                      <a:pt x="452" y="1676"/>
                      <a:pt x="452" y="1676"/>
                      <a:pt x="452" y="1676"/>
                    </a:cubicBezTo>
                    <a:cubicBezTo>
                      <a:pt x="452" y="1676"/>
                      <a:pt x="452" y="1676"/>
                      <a:pt x="452" y="1676"/>
                    </a:cubicBezTo>
                    <a:close/>
                    <a:moveTo>
                      <a:pt x="462" y="1670"/>
                    </a:moveTo>
                    <a:cubicBezTo>
                      <a:pt x="461" y="1671"/>
                      <a:pt x="459" y="1671"/>
                      <a:pt x="458" y="1671"/>
                    </a:cubicBezTo>
                    <a:cubicBezTo>
                      <a:pt x="457" y="1672"/>
                      <a:pt x="456" y="1672"/>
                      <a:pt x="455" y="1673"/>
                    </a:cubicBezTo>
                    <a:cubicBezTo>
                      <a:pt x="454" y="1673"/>
                      <a:pt x="454" y="1673"/>
                      <a:pt x="454" y="1673"/>
                    </a:cubicBezTo>
                    <a:cubicBezTo>
                      <a:pt x="453" y="1675"/>
                      <a:pt x="453" y="1675"/>
                      <a:pt x="452" y="1675"/>
                    </a:cubicBezTo>
                    <a:cubicBezTo>
                      <a:pt x="453" y="1675"/>
                      <a:pt x="455" y="1675"/>
                      <a:pt x="456" y="1675"/>
                    </a:cubicBezTo>
                    <a:cubicBezTo>
                      <a:pt x="457" y="1674"/>
                      <a:pt x="459" y="1671"/>
                      <a:pt x="462" y="1673"/>
                    </a:cubicBezTo>
                    <a:cubicBezTo>
                      <a:pt x="462" y="1672"/>
                      <a:pt x="462" y="1671"/>
                      <a:pt x="462" y="1670"/>
                    </a:cubicBezTo>
                    <a:close/>
                    <a:moveTo>
                      <a:pt x="466" y="1672"/>
                    </a:moveTo>
                    <a:cubicBezTo>
                      <a:pt x="466" y="1672"/>
                      <a:pt x="466" y="1672"/>
                      <a:pt x="466" y="1672"/>
                    </a:cubicBezTo>
                    <a:cubicBezTo>
                      <a:pt x="466" y="1672"/>
                      <a:pt x="466" y="1672"/>
                      <a:pt x="466" y="1672"/>
                    </a:cubicBezTo>
                    <a:close/>
                    <a:moveTo>
                      <a:pt x="1049" y="934"/>
                    </a:moveTo>
                    <a:cubicBezTo>
                      <a:pt x="1049" y="934"/>
                      <a:pt x="1049" y="934"/>
                      <a:pt x="1049" y="934"/>
                    </a:cubicBezTo>
                    <a:cubicBezTo>
                      <a:pt x="1048" y="934"/>
                      <a:pt x="1048" y="934"/>
                      <a:pt x="1048" y="934"/>
                    </a:cubicBezTo>
                    <a:cubicBezTo>
                      <a:pt x="1045" y="934"/>
                      <a:pt x="1042" y="934"/>
                      <a:pt x="1041" y="929"/>
                    </a:cubicBezTo>
                    <a:cubicBezTo>
                      <a:pt x="1041" y="927"/>
                      <a:pt x="1040" y="927"/>
                      <a:pt x="1040" y="926"/>
                    </a:cubicBezTo>
                    <a:cubicBezTo>
                      <a:pt x="1039" y="925"/>
                      <a:pt x="1038" y="924"/>
                      <a:pt x="1037" y="921"/>
                    </a:cubicBezTo>
                    <a:cubicBezTo>
                      <a:pt x="1037" y="921"/>
                      <a:pt x="1037" y="921"/>
                      <a:pt x="1037" y="921"/>
                    </a:cubicBezTo>
                    <a:cubicBezTo>
                      <a:pt x="1034" y="917"/>
                      <a:pt x="1036" y="915"/>
                      <a:pt x="1037" y="914"/>
                    </a:cubicBezTo>
                    <a:cubicBezTo>
                      <a:pt x="1041" y="911"/>
                      <a:pt x="1049" y="914"/>
                      <a:pt x="1051" y="915"/>
                    </a:cubicBezTo>
                    <a:cubicBezTo>
                      <a:pt x="1052" y="917"/>
                      <a:pt x="1052" y="917"/>
                      <a:pt x="1057" y="918"/>
                    </a:cubicBezTo>
                    <a:cubicBezTo>
                      <a:pt x="1063" y="919"/>
                      <a:pt x="1065" y="924"/>
                      <a:pt x="1066" y="926"/>
                    </a:cubicBezTo>
                    <a:cubicBezTo>
                      <a:pt x="1066" y="927"/>
                      <a:pt x="1066" y="928"/>
                      <a:pt x="1065" y="929"/>
                    </a:cubicBezTo>
                    <a:cubicBezTo>
                      <a:pt x="1062" y="933"/>
                      <a:pt x="1052" y="934"/>
                      <a:pt x="1049" y="934"/>
                    </a:cubicBezTo>
                    <a:close/>
                    <a:moveTo>
                      <a:pt x="1041" y="919"/>
                    </a:moveTo>
                    <a:cubicBezTo>
                      <a:pt x="1042" y="922"/>
                      <a:pt x="1043" y="923"/>
                      <a:pt x="1043" y="923"/>
                    </a:cubicBezTo>
                    <a:cubicBezTo>
                      <a:pt x="1044" y="924"/>
                      <a:pt x="1045" y="925"/>
                      <a:pt x="1046" y="927"/>
                    </a:cubicBezTo>
                    <a:cubicBezTo>
                      <a:pt x="1046" y="929"/>
                      <a:pt x="1046" y="929"/>
                      <a:pt x="1048" y="929"/>
                    </a:cubicBezTo>
                    <a:cubicBezTo>
                      <a:pt x="1049" y="929"/>
                      <a:pt x="1049" y="929"/>
                      <a:pt x="1049" y="929"/>
                    </a:cubicBezTo>
                    <a:cubicBezTo>
                      <a:pt x="1052" y="930"/>
                      <a:pt x="1059" y="928"/>
                      <a:pt x="1061" y="927"/>
                    </a:cubicBezTo>
                    <a:cubicBezTo>
                      <a:pt x="1060" y="925"/>
                      <a:pt x="1059" y="923"/>
                      <a:pt x="1056" y="922"/>
                    </a:cubicBezTo>
                    <a:cubicBezTo>
                      <a:pt x="1051" y="922"/>
                      <a:pt x="1050" y="921"/>
                      <a:pt x="1047" y="919"/>
                    </a:cubicBezTo>
                    <a:cubicBezTo>
                      <a:pt x="1046" y="918"/>
                      <a:pt x="1041" y="917"/>
                      <a:pt x="1040" y="917"/>
                    </a:cubicBezTo>
                    <a:cubicBezTo>
                      <a:pt x="1040" y="917"/>
                      <a:pt x="1040" y="918"/>
                      <a:pt x="1041" y="919"/>
                    </a:cubicBezTo>
                    <a:close/>
                    <a:moveTo>
                      <a:pt x="1012" y="813"/>
                    </a:moveTo>
                    <a:cubicBezTo>
                      <a:pt x="1011" y="813"/>
                      <a:pt x="1008" y="812"/>
                      <a:pt x="1007" y="811"/>
                    </a:cubicBezTo>
                    <a:cubicBezTo>
                      <a:pt x="1007" y="810"/>
                      <a:pt x="1007" y="810"/>
                      <a:pt x="1005" y="809"/>
                    </a:cubicBezTo>
                    <a:cubicBezTo>
                      <a:pt x="1003" y="809"/>
                      <a:pt x="1002" y="808"/>
                      <a:pt x="1001" y="808"/>
                    </a:cubicBezTo>
                    <a:cubicBezTo>
                      <a:pt x="1001" y="807"/>
                      <a:pt x="1000" y="807"/>
                      <a:pt x="999" y="807"/>
                    </a:cubicBezTo>
                    <a:cubicBezTo>
                      <a:pt x="999" y="807"/>
                      <a:pt x="999" y="807"/>
                      <a:pt x="999" y="807"/>
                    </a:cubicBezTo>
                    <a:cubicBezTo>
                      <a:pt x="998" y="806"/>
                      <a:pt x="997" y="806"/>
                      <a:pt x="997" y="804"/>
                    </a:cubicBezTo>
                    <a:cubicBezTo>
                      <a:pt x="997" y="803"/>
                      <a:pt x="997" y="803"/>
                      <a:pt x="997" y="803"/>
                    </a:cubicBezTo>
                    <a:cubicBezTo>
                      <a:pt x="998" y="802"/>
                      <a:pt x="998" y="802"/>
                      <a:pt x="998" y="802"/>
                    </a:cubicBezTo>
                    <a:cubicBezTo>
                      <a:pt x="1000" y="801"/>
                      <a:pt x="1004" y="801"/>
                      <a:pt x="1005" y="802"/>
                    </a:cubicBezTo>
                    <a:cubicBezTo>
                      <a:pt x="1006" y="802"/>
                      <a:pt x="1007" y="802"/>
                      <a:pt x="1007" y="802"/>
                    </a:cubicBezTo>
                    <a:cubicBezTo>
                      <a:pt x="1009" y="803"/>
                      <a:pt x="1010" y="803"/>
                      <a:pt x="1011" y="804"/>
                    </a:cubicBezTo>
                    <a:cubicBezTo>
                      <a:pt x="1014" y="805"/>
                      <a:pt x="1016" y="809"/>
                      <a:pt x="1015" y="811"/>
                    </a:cubicBezTo>
                    <a:cubicBezTo>
                      <a:pt x="1015" y="812"/>
                      <a:pt x="1015" y="812"/>
                      <a:pt x="1015" y="812"/>
                    </a:cubicBezTo>
                    <a:cubicBezTo>
                      <a:pt x="1013" y="813"/>
                      <a:pt x="1013" y="813"/>
                      <a:pt x="1013" y="813"/>
                    </a:cubicBezTo>
                    <a:cubicBezTo>
                      <a:pt x="1013" y="813"/>
                      <a:pt x="1013" y="813"/>
                      <a:pt x="1012" y="813"/>
                    </a:cubicBezTo>
                    <a:close/>
                    <a:moveTo>
                      <a:pt x="1001" y="802"/>
                    </a:moveTo>
                    <a:cubicBezTo>
                      <a:pt x="1000" y="805"/>
                      <a:pt x="1000" y="805"/>
                      <a:pt x="1000" y="805"/>
                    </a:cubicBezTo>
                    <a:cubicBezTo>
                      <a:pt x="1001" y="802"/>
                      <a:pt x="1001" y="802"/>
                      <a:pt x="1001" y="802"/>
                    </a:cubicBezTo>
                    <a:cubicBezTo>
                      <a:pt x="1001" y="802"/>
                      <a:pt x="1001" y="802"/>
                      <a:pt x="1001" y="802"/>
                    </a:cubicBezTo>
                    <a:close/>
                    <a:moveTo>
                      <a:pt x="1014" y="802"/>
                    </a:moveTo>
                    <a:cubicBezTo>
                      <a:pt x="1010" y="802"/>
                      <a:pt x="1000" y="798"/>
                      <a:pt x="997" y="797"/>
                    </a:cubicBezTo>
                    <a:cubicBezTo>
                      <a:pt x="993" y="795"/>
                      <a:pt x="986" y="792"/>
                      <a:pt x="982" y="791"/>
                    </a:cubicBezTo>
                    <a:cubicBezTo>
                      <a:pt x="978" y="789"/>
                      <a:pt x="971" y="785"/>
                      <a:pt x="968" y="782"/>
                    </a:cubicBezTo>
                    <a:cubicBezTo>
                      <a:pt x="968" y="783"/>
                      <a:pt x="966" y="783"/>
                      <a:pt x="965" y="783"/>
                    </a:cubicBezTo>
                    <a:cubicBezTo>
                      <a:pt x="963" y="782"/>
                      <a:pt x="962" y="779"/>
                      <a:pt x="961" y="777"/>
                    </a:cubicBezTo>
                    <a:cubicBezTo>
                      <a:pt x="960" y="774"/>
                      <a:pt x="963" y="771"/>
                      <a:pt x="967" y="768"/>
                    </a:cubicBezTo>
                    <a:cubicBezTo>
                      <a:pt x="968" y="766"/>
                      <a:pt x="971" y="766"/>
                      <a:pt x="974" y="766"/>
                    </a:cubicBezTo>
                    <a:cubicBezTo>
                      <a:pt x="977" y="767"/>
                      <a:pt x="981" y="769"/>
                      <a:pt x="982" y="771"/>
                    </a:cubicBezTo>
                    <a:cubicBezTo>
                      <a:pt x="983" y="772"/>
                      <a:pt x="986" y="774"/>
                      <a:pt x="988" y="775"/>
                    </a:cubicBezTo>
                    <a:cubicBezTo>
                      <a:pt x="989" y="776"/>
                      <a:pt x="990" y="776"/>
                      <a:pt x="991" y="776"/>
                    </a:cubicBezTo>
                    <a:cubicBezTo>
                      <a:pt x="994" y="777"/>
                      <a:pt x="998" y="779"/>
                      <a:pt x="1000" y="781"/>
                    </a:cubicBezTo>
                    <a:cubicBezTo>
                      <a:pt x="1001" y="783"/>
                      <a:pt x="1012" y="787"/>
                      <a:pt x="1016" y="787"/>
                    </a:cubicBezTo>
                    <a:cubicBezTo>
                      <a:pt x="1018" y="787"/>
                      <a:pt x="1020" y="788"/>
                      <a:pt x="1021" y="790"/>
                    </a:cubicBezTo>
                    <a:cubicBezTo>
                      <a:pt x="1022" y="792"/>
                      <a:pt x="1022" y="794"/>
                      <a:pt x="1021" y="796"/>
                    </a:cubicBezTo>
                    <a:cubicBezTo>
                      <a:pt x="1020" y="798"/>
                      <a:pt x="1018" y="801"/>
                      <a:pt x="1014" y="802"/>
                    </a:cubicBezTo>
                    <a:cubicBezTo>
                      <a:pt x="1014" y="802"/>
                      <a:pt x="1014" y="802"/>
                      <a:pt x="1014" y="802"/>
                    </a:cubicBezTo>
                    <a:close/>
                    <a:moveTo>
                      <a:pt x="968" y="776"/>
                    </a:moveTo>
                    <a:cubicBezTo>
                      <a:pt x="969" y="776"/>
                      <a:pt x="970" y="777"/>
                      <a:pt x="970" y="777"/>
                    </a:cubicBezTo>
                    <a:cubicBezTo>
                      <a:pt x="971" y="778"/>
                      <a:pt x="971" y="778"/>
                      <a:pt x="971" y="778"/>
                    </a:cubicBezTo>
                    <a:cubicBezTo>
                      <a:pt x="974" y="781"/>
                      <a:pt x="980" y="785"/>
                      <a:pt x="984" y="786"/>
                    </a:cubicBezTo>
                    <a:cubicBezTo>
                      <a:pt x="988" y="788"/>
                      <a:pt x="995" y="791"/>
                      <a:pt x="999" y="793"/>
                    </a:cubicBezTo>
                    <a:cubicBezTo>
                      <a:pt x="1003" y="794"/>
                      <a:pt x="1012" y="797"/>
                      <a:pt x="1014" y="797"/>
                    </a:cubicBezTo>
                    <a:cubicBezTo>
                      <a:pt x="1015" y="797"/>
                      <a:pt x="1015" y="797"/>
                      <a:pt x="1017" y="794"/>
                    </a:cubicBezTo>
                    <a:cubicBezTo>
                      <a:pt x="1017" y="793"/>
                      <a:pt x="1017" y="793"/>
                      <a:pt x="1017" y="792"/>
                    </a:cubicBezTo>
                    <a:cubicBezTo>
                      <a:pt x="1017" y="792"/>
                      <a:pt x="1016" y="792"/>
                      <a:pt x="1015" y="792"/>
                    </a:cubicBezTo>
                    <a:cubicBezTo>
                      <a:pt x="1012" y="791"/>
                      <a:pt x="999" y="787"/>
                      <a:pt x="996" y="784"/>
                    </a:cubicBezTo>
                    <a:cubicBezTo>
                      <a:pt x="995" y="783"/>
                      <a:pt x="992" y="782"/>
                      <a:pt x="989" y="781"/>
                    </a:cubicBezTo>
                    <a:cubicBezTo>
                      <a:pt x="988" y="780"/>
                      <a:pt x="987" y="780"/>
                      <a:pt x="986" y="779"/>
                    </a:cubicBezTo>
                    <a:cubicBezTo>
                      <a:pt x="983" y="778"/>
                      <a:pt x="980" y="775"/>
                      <a:pt x="978" y="773"/>
                    </a:cubicBezTo>
                    <a:cubicBezTo>
                      <a:pt x="978" y="772"/>
                      <a:pt x="975" y="771"/>
                      <a:pt x="972" y="771"/>
                    </a:cubicBezTo>
                    <a:cubicBezTo>
                      <a:pt x="972" y="771"/>
                      <a:pt x="970" y="771"/>
                      <a:pt x="970" y="771"/>
                    </a:cubicBezTo>
                    <a:cubicBezTo>
                      <a:pt x="966" y="774"/>
                      <a:pt x="966" y="775"/>
                      <a:pt x="966" y="776"/>
                    </a:cubicBezTo>
                    <a:cubicBezTo>
                      <a:pt x="966" y="776"/>
                      <a:pt x="966" y="776"/>
                      <a:pt x="966" y="777"/>
                    </a:cubicBezTo>
                    <a:cubicBezTo>
                      <a:pt x="967" y="776"/>
                      <a:pt x="967" y="776"/>
                      <a:pt x="967" y="776"/>
                    </a:cubicBezTo>
                    <a:cubicBezTo>
                      <a:pt x="967" y="776"/>
                      <a:pt x="968" y="776"/>
                      <a:pt x="968" y="776"/>
                    </a:cubicBezTo>
                    <a:close/>
                    <a:moveTo>
                      <a:pt x="966" y="778"/>
                    </a:moveTo>
                    <a:cubicBezTo>
                      <a:pt x="967" y="780"/>
                      <a:pt x="967" y="780"/>
                      <a:pt x="967" y="780"/>
                    </a:cubicBezTo>
                    <a:lnTo>
                      <a:pt x="966" y="778"/>
                    </a:lnTo>
                    <a:close/>
                    <a:moveTo>
                      <a:pt x="966" y="778"/>
                    </a:moveTo>
                    <a:cubicBezTo>
                      <a:pt x="966" y="778"/>
                      <a:pt x="966" y="778"/>
                      <a:pt x="966" y="778"/>
                    </a:cubicBezTo>
                    <a:cubicBezTo>
                      <a:pt x="967" y="780"/>
                      <a:pt x="967" y="780"/>
                      <a:pt x="967" y="780"/>
                    </a:cubicBezTo>
                    <a:lnTo>
                      <a:pt x="966" y="778"/>
                    </a:lnTo>
                    <a:close/>
                    <a:moveTo>
                      <a:pt x="870" y="236"/>
                    </a:moveTo>
                    <a:cubicBezTo>
                      <a:pt x="869" y="236"/>
                      <a:pt x="868" y="235"/>
                      <a:pt x="867" y="235"/>
                    </a:cubicBezTo>
                    <a:cubicBezTo>
                      <a:pt x="866" y="234"/>
                      <a:pt x="865" y="233"/>
                      <a:pt x="865" y="231"/>
                    </a:cubicBezTo>
                    <a:cubicBezTo>
                      <a:pt x="865" y="230"/>
                      <a:pt x="865" y="230"/>
                      <a:pt x="865" y="230"/>
                    </a:cubicBezTo>
                    <a:cubicBezTo>
                      <a:pt x="866" y="229"/>
                      <a:pt x="866" y="229"/>
                      <a:pt x="866" y="229"/>
                    </a:cubicBezTo>
                    <a:cubicBezTo>
                      <a:pt x="867" y="229"/>
                      <a:pt x="867" y="229"/>
                      <a:pt x="868" y="229"/>
                    </a:cubicBezTo>
                    <a:cubicBezTo>
                      <a:pt x="868" y="228"/>
                      <a:pt x="869" y="227"/>
                      <a:pt x="871" y="228"/>
                    </a:cubicBezTo>
                    <a:cubicBezTo>
                      <a:pt x="872" y="228"/>
                      <a:pt x="873" y="229"/>
                      <a:pt x="874" y="230"/>
                    </a:cubicBezTo>
                    <a:cubicBezTo>
                      <a:pt x="874" y="231"/>
                      <a:pt x="875" y="233"/>
                      <a:pt x="872" y="235"/>
                    </a:cubicBezTo>
                    <a:cubicBezTo>
                      <a:pt x="871" y="236"/>
                      <a:pt x="871" y="236"/>
                      <a:pt x="870" y="236"/>
                    </a:cubicBezTo>
                    <a:close/>
                    <a:moveTo>
                      <a:pt x="867" y="231"/>
                    </a:moveTo>
                    <a:cubicBezTo>
                      <a:pt x="869" y="233"/>
                      <a:pt x="869" y="233"/>
                      <a:pt x="869" y="233"/>
                    </a:cubicBezTo>
                    <a:lnTo>
                      <a:pt x="867" y="231"/>
                    </a:lnTo>
                    <a:close/>
                    <a:moveTo>
                      <a:pt x="870" y="232"/>
                    </a:moveTo>
                    <a:cubicBezTo>
                      <a:pt x="870" y="232"/>
                      <a:pt x="870" y="232"/>
                      <a:pt x="870" y="232"/>
                    </a:cubicBezTo>
                    <a:cubicBezTo>
                      <a:pt x="870" y="232"/>
                      <a:pt x="870" y="231"/>
                      <a:pt x="870" y="231"/>
                    </a:cubicBezTo>
                    <a:cubicBezTo>
                      <a:pt x="870" y="231"/>
                      <a:pt x="869" y="232"/>
                      <a:pt x="870" y="232"/>
                    </a:cubicBezTo>
                    <a:close/>
                    <a:moveTo>
                      <a:pt x="871" y="232"/>
                    </a:moveTo>
                    <a:cubicBezTo>
                      <a:pt x="871" y="232"/>
                      <a:pt x="871" y="232"/>
                      <a:pt x="871" y="232"/>
                    </a:cubicBezTo>
                    <a:cubicBezTo>
                      <a:pt x="871" y="232"/>
                      <a:pt x="871" y="232"/>
                      <a:pt x="871" y="232"/>
                    </a:cubicBezTo>
                    <a:close/>
                    <a:moveTo>
                      <a:pt x="860" y="231"/>
                    </a:moveTo>
                    <a:cubicBezTo>
                      <a:pt x="860" y="231"/>
                      <a:pt x="859" y="231"/>
                      <a:pt x="859" y="231"/>
                    </a:cubicBezTo>
                    <a:cubicBezTo>
                      <a:pt x="858" y="230"/>
                      <a:pt x="857" y="228"/>
                      <a:pt x="858" y="227"/>
                    </a:cubicBezTo>
                    <a:cubicBezTo>
                      <a:pt x="858" y="227"/>
                      <a:pt x="858" y="227"/>
                      <a:pt x="858" y="227"/>
                    </a:cubicBezTo>
                    <a:cubicBezTo>
                      <a:pt x="859" y="226"/>
                      <a:pt x="859" y="225"/>
                      <a:pt x="861" y="224"/>
                    </a:cubicBezTo>
                    <a:cubicBezTo>
                      <a:pt x="862" y="224"/>
                      <a:pt x="862" y="224"/>
                      <a:pt x="862" y="224"/>
                    </a:cubicBezTo>
                    <a:cubicBezTo>
                      <a:pt x="863" y="225"/>
                      <a:pt x="863" y="225"/>
                      <a:pt x="863" y="225"/>
                    </a:cubicBezTo>
                    <a:cubicBezTo>
                      <a:pt x="864" y="226"/>
                      <a:pt x="865" y="227"/>
                      <a:pt x="863" y="230"/>
                    </a:cubicBezTo>
                    <a:cubicBezTo>
                      <a:pt x="862" y="231"/>
                      <a:pt x="861" y="231"/>
                      <a:pt x="860" y="231"/>
                    </a:cubicBezTo>
                    <a:close/>
                    <a:moveTo>
                      <a:pt x="862" y="229"/>
                    </a:moveTo>
                    <a:cubicBezTo>
                      <a:pt x="862" y="229"/>
                      <a:pt x="862" y="229"/>
                      <a:pt x="862" y="229"/>
                    </a:cubicBezTo>
                    <a:cubicBezTo>
                      <a:pt x="862" y="229"/>
                      <a:pt x="862" y="229"/>
                      <a:pt x="862" y="229"/>
                    </a:cubicBezTo>
                    <a:close/>
                    <a:moveTo>
                      <a:pt x="862" y="229"/>
                    </a:moveTo>
                    <a:cubicBezTo>
                      <a:pt x="862" y="229"/>
                      <a:pt x="862" y="229"/>
                      <a:pt x="862" y="229"/>
                    </a:cubicBezTo>
                    <a:cubicBezTo>
                      <a:pt x="862" y="229"/>
                      <a:pt x="862" y="229"/>
                      <a:pt x="862" y="229"/>
                    </a:cubicBezTo>
                    <a:cubicBezTo>
                      <a:pt x="863" y="228"/>
                      <a:pt x="862" y="227"/>
                      <a:pt x="861" y="227"/>
                    </a:cubicBezTo>
                    <a:cubicBezTo>
                      <a:pt x="861" y="226"/>
                      <a:pt x="860" y="226"/>
                      <a:pt x="859" y="227"/>
                    </a:cubicBezTo>
                    <a:cubicBezTo>
                      <a:pt x="859" y="227"/>
                      <a:pt x="859" y="227"/>
                      <a:pt x="859" y="228"/>
                    </a:cubicBezTo>
                    <a:cubicBezTo>
                      <a:pt x="860" y="228"/>
                      <a:pt x="860" y="228"/>
                      <a:pt x="860" y="228"/>
                    </a:cubicBezTo>
                    <a:cubicBezTo>
                      <a:pt x="861" y="227"/>
                      <a:pt x="861" y="227"/>
                      <a:pt x="861" y="227"/>
                    </a:cubicBezTo>
                    <a:lnTo>
                      <a:pt x="862" y="229"/>
                    </a:lnTo>
                    <a:close/>
                    <a:moveTo>
                      <a:pt x="859" y="228"/>
                    </a:moveTo>
                    <a:cubicBezTo>
                      <a:pt x="859" y="228"/>
                      <a:pt x="860" y="228"/>
                      <a:pt x="860" y="229"/>
                    </a:cubicBezTo>
                    <a:cubicBezTo>
                      <a:pt x="860" y="228"/>
                      <a:pt x="860" y="228"/>
                      <a:pt x="860" y="228"/>
                    </a:cubicBezTo>
                    <a:lnTo>
                      <a:pt x="859" y="228"/>
                    </a:lnTo>
                    <a:close/>
                    <a:moveTo>
                      <a:pt x="869" y="213"/>
                    </a:moveTo>
                    <a:cubicBezTo>
                      <a:pt x="869" y="213"/>
                      <a:pt x="868" y="213"/>
                      <a:pt x="868" y="213"/>
                    </a:cubicBezTo>
                    <a:cubicBezTo>
                      <a:pt x="867" y="213"/>
                      <a:pt x="864" y="212"/>
                      <a:pt x="864" y="209"/>
                    </a:cubicBezTo>
                    <a:cubicBezTo>
                      <a:pt x="864" y="208"/>
                      <a:pt x="865" y="207"/>
                      <a:pt x="866" y="206"/>
                    </a:cubicBezTo>
                    <a:cubicBezTo>
                      <a:pt x="867" y="206"/>
                      <a:pt x="867" y="206"/>
                      <a:pt x="867" y="206"/>
                    </a:cubicBezTo>
                    <a:cubicBezTo>
                      <a:pt x="868" y="206"/>
                      <a:pt x="870" y="205"/>
                      <a:pt x="871" y="207"/>
                    </a:cubicBezTo>
                    <a:cubicBezTo>
                      <a:pt x="872" y="208"/>
                      <a:pt x="873" y="209"/>
                      <a:pt x="872" y="211"/>
                    </a:cubicBezTo>
                    <a:cubicBezTo>
                      <a:pt x="872" y="211"/>
                      <a:pt x="872" y="212"/>
                      <a:pt x="871" y="213"/>
                    </a:cubicBezTo>
                    <a:cubicBezTo>
                      <a:pt x="870" y="213"/>
                      <a:pt x="870" y="213"/>
                      <a:pt x="869" y="213"/>
                    </a:cubicBezTo>
                    <a:close/>
                    <a:moveTo>
                      <a:pt x="868" y="211"/>
                    </a:moveTo>
                    <a:cubicBezTo>
                      <a:pt x="868" y="211"/>
                      <a:pt x="868" y="211"/>
                      <a:pt x="868" y="211"/>
                    </a:cubicBezTo>
                    <a:cubicBezTo>
                      <a:pt x="868" y="211"/>
                      <a:pt x="868" y="211"/>
                      <a:pt x="868" y="211"/>
                    </a:cubicBezTo>
                    <a:close/>
                    <a:moveTo>
                      <a:pt x="869" y="208"/>
                    </a:moveTo>
                    <a:cubicBezTo>
                      <a:pt x="868" y="209"/>
                      <a:pt x="868" y="209"/>
                      <a:pt x="868" y="210"/>
                    </a:cubicBezTo>
                    <a:cubicBezTo>
                      <a:pt x="868" y="210"/>
                      <a:pt x="868" y="210"/>
                      <a:pt x="868" y="210"/>
                    </a:cubicBezTo>
                    <a:cubicBezTo>
                      <a:pt x="869" y="210"/>
                      <a:pt x="869" y="210"/>
                      <a:pt x="869" y="209"/>
                    </a:cubicBezTo>
                    <a:cubicBezTo>
                      <a:pt x="869" y="209"/>
                      <a:pt x="869" y="209"/>
                      <a:pt x="869" y="208"/>
                    </a:cubicBezTo>
                    <a:close/>
                    <a:moveTo>
                      <a:pt x="898" y="105"/>
                    </a:moveTo>
                    <a:cubicBezTo>
                      <a:pt x="896" y="105"/>
                      <a:pt x="894" y="104"/>
                      <a:pt x="893" y="102"/>
                    </a:cubicBezTo>
                    <a:cubicBezTo>
                      <a:pt x="892" y="103"/>
                      <a:pt x="891" y="103"/>
                      <a:pt x="890" y="103"/>
                    </a:cubicBezTo>
                    <a:cubicBezTo>
                      <a:pt x="890" y="103"/>
                      <a:pt x="888" y="103"/>
                      <a:pt x="888" y="100"/>
                    </a:cubicBezTo>
                    <a:cubicBezTo>
                      <a:pt x="888" y="100"/>
                      <a:pt x="888" y="100"/>
                      <a:pt x="888" y="100"/>
                    </a:cubicBezTo>
                    <a:cubicBezTo>
                      <a:pt x="887" y="99"/>
                      <a:pt x="887" y="97"/>
                      <a:pt x="888" y="94"/>
                    </a:cubicBezTo>
                    <a:cubicBezTo>
                      <a:pt x="889" y="94"/>
                      <a:pt x="889" y="93"/>
                      <a:pt x="889" y="93"/>
                    </a:cubicBezTo>
                    <a:cubicBezTo>
                      <a:pt x="889" y="93"/>
                      <a:pt x="889" y="93"/>
                      <a:pt x="889" y="93"/>
                    </a:cubicBezTo>
                    <a:cubicBezTo>
                      <a:pt x="889" y="93"/>
                      <a:pt x="888" y="93"/>
                      <a:pt x="887" y="93"/>
                    </a:cubicBezTo>
                    <a:cubicBezTo>
                      <a:pt x="886" y="93"/>
                      <a:pt x="884" y="92"/>
                      <a:pt x="884" y="91"/>
                    </a:cubicBezTo>
                    <a:cubicBezTo>
                      <a:pt x="883" y="90"/>
                      <a:pt x="884" y="87"/>
                      <a:pt x="886" y="86"/>
                    </a:cubicBezTo>
                    <a:cubicBezTo>
                      <a:pt x="887" y="85"/>
                      <a:pt x="887" y="85"/>
                      <a:pt x="888" y="84"/>
                    </a:cubicBezTo>
                    <a:cubicBezTo>
                      <a:pt x="889" y="82"/>
                      <a:pt x="891" y="80"/>
                      <a:pt x="894" y="80"/>
                    </a:cubicBezTo>
                    <a:cubicBezTo>
                      <a:pt x="894" y="79"/>
                      <a:pt x="895" y="79"/>
                      <a:pt x="896" y="79"/>
                    </a:cubicBezTo>
                    <a:cubicBezTo>
                      <a:pt x="897" y="79"/>
                      <a:pt x="898" y="79"/>
                      <a:pt x="899" y="78"/>
                    </a:cubicBezTo>
                    <a:cubicBezTo>
                      <a:pt x="901" y="76"/>
                      <a:pt x="903" y="76"/>
                      <a:pt x="904" y="76"/>
                    </a:cubicBezTo>
                    <a:cubicBezTo>
                      <a:pt x="906" y="77"/>
                      <a:pt x="907" y="78"/>
                      <a:pt x="907" y="80"/>
                    </a:cubicBezTo>
                    <a:cubicBezTo>
                      <a:pt x="907" y="82"/>
                      <a:pt x="907" y="84"/>
                      <a:pt x="905" y="87"/>
                    </a:cubicBezTo>
                    <a:cubicBezTo>
                      <a:pt x="903" y="88"/>
                      <a:pt x="902" y="89"/>
                      <a:pt x="900" y="90"/>
                    </a:cubicBezTo>
                    <a:cubicBezTo>
                      <a:pt x="904" y="91"/>
                      <a:pt x="904" y="93"/>
                      <a:pt x="904" y="97"/>
                    </a:cubicBezTo>
                    <a:cubicBezTo>
                      <a:pt x="903" y="102"/>
                      <a:pt x="902" y="105"/>
                      <a:pt x="898" y="105"/>
                    </a:cubicBezTo>
                    <a:close/>
                    <a:moveTo>
                      <a:pt x="898" y="100"/>
                    </a:moveTo>
                    <a:cubicBezTo>
                      <a:pt x="898" y="100"/>
                      <a:pt x="898" y="100"/>
                      <a:pt x="898" y="100"/>
                    </a:cubicBezTo>
                    <a:cubicBezTo>
                      <a:pt x="898" y="100"/>
                      <a:pt x="898" y="100"/>
                      <a:pt x="898" y="100"/>
                    </a:cubicBezTo>
                    <a:cubicBezTo>
                      <a:pt x="898" y="100"/>
                      <a:pt x="899" y="100"/>
                      <a:pt x="899" y="99"/>
                    </a:cubicBezTo>
                    <a:cubicBezTo>
                      <a:pt x="898" y="99"/>
                      <a:pt x="898" y="100"/>
                      <a:pt x="898" y="100"/>
                    </a:cubicBezTo>
                    <a:close/>
                    <a:moveTo>
                      <a:pt x="892" y="99"/>
                    </a:moveTo>
                    <a:cubicBezTo>
                      <a:pt x="890" y="100"/>
                      <a:pt x="890" y="100"/>
                      <a:pt x="890" y="100"/>
                    </a:cubicBezTo>
                    <a:cubicBezTo>
                      <a:pt x="892" y="99"/>
                      <a:pt x="892" y="99"/>
                      <a:pt x="892" y="99"/>
                    </a:cubicBezTo>
                    <a:cubicBezTo>
                      <a:pt x="892" y="99"/>
                      <a:pt x="892" y="99"/>
                      <a:pt x="892" y="99"/>
                    </a:cubicBezTo>
                    <a:close/>
                    <a:moveTo>
                      <a:pt x="891" y="88"/>
                    </a:moveTo>
                    <a:cubicBezTo>
                      <a:pt x="891" y="88"/>
                      <a:pt x="892" y="88"/>
                      <a:pt x="892" y="88"/>
                    </a:cubicBezTo>
                    <a:cubicBezTo>
                      <a:pt x="894" y="87"/>
                      <a:pt x="895" y="86"/>
                      <a:pt x="897" y="86"/>
                    </a:cubicBezTo>
                    <a:cubicBezTo>
                      <a:pt x="898" y="86"/>
                      <a:pt x="900" y="85"/>
                      <a:pt x="901" y="84"/>
                    </a:cubicBezTo>
                    <a:cubicBezTo>
                      <a:pt x="901" y="83"/>
                      <a:pt x="902" y="82"/>
                      <a:pt x="902" y="82"/>
                    </a:cubicBezTo>
                    <a:cubicBezTo>
                      <a:pt x="900" y="83"/>
                      <a:pt x="898" y="84"/>
                      <a:pt x="896" y="84"/>
                    </a:cubicBezTo>
                    <a:cubicBezTo>
                      <a:pt x="896" y="84"/>
                      <a:pt x="895" y="84"/>
                      <a:pt x="895" y="84"/>
                    </a:cubicBezTo>
                    <a:cubicBezTo>
                      <a:pt x="893" y="84"/>
                      <a:pt x="893" y="85"/>
                      <a:pt x="892" y="87"/>
                    </a:cubicBezTo>
                    <a:cubicBezTo>
                      <a:pt x="891" y="87"/>
                      <a:pt x="891" y="88"/>
                      <a:pt x="891" y="88"/>
                    </a:cubicBezTo>
                    <a:close/>
                    <a:moveTo>
                      <a:pt x="886" y="88"/>
                    </a:moveTo>
                    <a:cubicBezTo>
                      <a:pt x="886" y="88"/>
                      <a:pt x="886" y="88"/>
                      <a:pt x="886" y="88"/>
                    </a:cubicBezTo>
                    <a:cubicBezTo>
                      <a:pt x="886" y="88"/>
                      <a:pt x="886" y="88"/>
                      <a:pt x="886" y="88"/>
                    </a:cubicBezTo>
                    <a:cubicBezTo>
                      <a:pt x="886" y="88"/>
                      <a:pt x="886" y="88"/>
                      <a:pt x="886" y="88"/>
                    </a:cubicBezTo>
                    <a:close/>
                    <a:moveTo>
                      <a:pt x="846" y="13"/>
                    </a:moveTo>
                    <a:cubicBezTo>
                      <a:pt x="846" y="13"/>
                      <a:pt x="846" y="13"/>
                      <a:pt x="846" y="13"/>
                    </a:cubicBezTo>
                    <a:cubicBezTo>
                      <a:pt x="845" y="13"/>
                      <a:pt x="844" y="13"/>
                      <a:pt x="843" y="10"/>
                    </a:cubicBezTo>
                    <a:cubicBezTo>
                      <a:pt x="843" y="9"/>
                      <a:pt x="843" y="8"/>
                      <a:pt x="843" y="8"/>
                    </a:cubicBezTo>
                    <a:cubicBezTo>
                      <a:pt x="843" y="7"/>
                      <a:pt x="843" y="5"/>
                      <a:pt x="844" y="4"/>
                    </a:cubicBezTo>
                    <a:cubicBezTo>
                      <a:pt x="845" y="3"/>
                      <a:pt x="845" y="3"/>
                      <a:pt x="845" y="3"/>
                    </a:cubicBezTo>
                    <a:cubicBezTo>
                      <a:pt x="845" y="3"/>
                      <a:pt x="846" y="3"/>
                      <a:pt x="846" y="2"/>
                    </a:cubicBezTo>
                    <a:cubicBezTo>
                      <a:pt x="846" y="1"/>
                      <a:pt x="847" y="0"/>
                      <a:pt x="849" y="0"/>
                    </a:cubicBezTo>
                    <a:cubicBezTo>
                      <a:pt x="849" y="0"/>
                      <a:pt x="849" y="0"/>
                      <a:pt x="849" y="0"/>
                    </a:cubicBezTo>
                    <a:cubicBezTo>
                      <a:pt x="850" y="0"/>
                      <a:pt x="852" y="1"/>
                      <a:pt x="853" y="3"/>
                    </a:cubicBezTo>
                    <a:cubicBezTo>
                      <a:pt x="853" y="4"/>
                      <a:pt x="853" y="5"/>
                      <a:pt x="852" y="6"/>
                    </a:cubicBezTo>
                    <a:cubicBezTo>
                      <a:pt x="852" y="7"/>
                      <a:pt x="851" y="8"/>
                      <a:pt x="850" y="8"/>
                    </a:cubicBezTo>
                    <a:cubicBezTo>
                      <a:pt x="850" y="8"/>
                      <a:pt x="850" y="8"/>
                      <a:pt x="850" y="9"/>
                    </a:cubicBezTo>
                    <a:cubicBezTo>
                      <a:pt x="849" y="9"/>
                      <a:pt x="849" y="9"/>
                      <a:pt x="849" y="10"/>
                    </a:cubicBezTo>
                    <a:cubicBezTo>
                      <a:pt x="848" y="11"/>
                      <a:pt x="848" y="13"/>
                      <a:pt x="846" y="13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1" name="îśḻiďê"/>
              <p:cNvSpPr/>
              <p:nvPr/>
            </p:nvSpPr>
            <p:spPr bwMode="auto">
              <a:xfrm>
                <a:off x="6902450" y="6348413"/>
                <a:ext cx="19050" cy="19050"/>
              </a:xfrm>
              <a:custGeom>
                <a:avLst/>
                <a:gdLst>
                  <a:gd name="T0" fmla="*/ 2 w 9"/>
                  <a:gd name="T1" fmla="*/ 7 h 9"/>
                  <a:gd name="T2" fmla="*/ 2 w 9"/>
                  <a:gd name="T3" fmla="*/ 3 h 9"/>
                  <a:gd name="T4" fmla="*/ 6 w 9"/>
                  <a:gd name="T5" fmla="*/ 0 h 9"/>
                  <a:gd name="T6" fmla="*/ 7 w 9"/>
                  <a:gd name="T7" fmla="*/ 4 h 9"/>
                  <a:gd name="T8" fmla="*/ 4 w 9"/>
                  <a:gd name="T9" fmla="*/ 8 h 9"/>
                  <a:gd name="T10" fmla="*/ 2 w 9"/>
                  <a:gd name="T11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9">
                    <a:moveTo>
                      <a:pt x="2" y="7"/>
                    </a:moveTo>
                    <a:cubicBezTo>
                      <a:pt x="1" y="6"/>
                      <a:pt x="0" y="5"/>
                      <a:pt x="2" y="3"/>
                    </a:cubicBezTo>
                    <a:cubicBezTo>
                      <a:pt x="3" y="1"/>
                      <a:pt x="4" y="1"/>
                      <a:pt x="6" y="0"/>
                    </a:cubicBezTo>
                    <a:cubicBezTo>
                      <a:pt x="7" y="0"/>
                      <a:pt x="9" y="2"/>
                      <a:pt x="7" y="4"/>
                    </a:cubicBezTo>
                    <a:cubicBezTo>
                      <a:pt x="5" y="6"/>
                      <a:pt x="5" y="7"/>
                      <a:pt x="4" y="8"/>
                    </a:cubicBezTo>
                    <a:cubicBezTo>
                      <a:pt x="4" y="9"/>
                      <a:pt x="2" y="8"/>
                      <a:pt x="2" y="7"/>
                    </a:cubicBezTo>
                    <a:close/>
                  </a:path>
                </a:pathLst>
              </a:custGeom>
              <a:solidFill>
                <a:srgbClr val="FFF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ïŝḷíḋe"/>
              <p:cNvSpPr/>
              <p:nvPr/>
            </p:nvSpPr>
            <p:spPr bwMode="auto">
              <a:xfrm>
                <a:off x="6896100" y="6343650"/>
                <a:ext cx="28575" cy="28575"/>
              </a:xfrm>
              <a:custGeom>
                <a:avLst/>
                <a:gdLst>
                  <a:gd name="T0" fmla="*/ 6 w 13"/>
                  <a:gd name="T1" fmla="*/ 13 h 13"/>
                  <a:gd name="T2" fmla="*/ 6 w 13"/>
                  <a:gd name="T3" fmla="*/ 13 h 13"/>
                  <a:gd name="T4" fmla="*/ 3 w 13"/>
                  <a:gd name="T5" fmla="*/ 10 h 13"/>
                  <a:gd name="T6" fmla="*/ 2 w 13"/>
                  <a:gd name="T7" fmla="*/ 10 h 13"/>
                  <a:gd name="T8" fmla="*/ 3 w 13"/>
                  <a:gd name="T9" fmla="*/ 3 h 13"/>
                  <a:gd name="T10" fmla="*/ 8 w 13"/>
                  <a:gd name="T11" fmla="*/ 0 h 13"/>
                  <a:gd name="T12" fmla="*/ 12 w 13"/>
                  <a:gd name="T13" fmla="*/ 2 h 13"/>
                  <a:gd name="T14" fmla="*/ 12 w 13"/>
                  <a:gd name="T15" fmla="*/ 7 h 13"/>
                  <a:gd name="T16" fmla="*/ 10 w 13"/>
                  <a:gd name="T17" fmla="*/ 10 h 13"/>
                  <a:gd name="T18" fmla="*/ 9 w 13"/>
                  <a:gd name="T19" fmla="*/ 12 h 13"/>
                  <a:gd name="T20" fmla="*/ 6 w 13"/>
                  <a:gd name="T21" fmla="*/ 13 h 13"/>
                  <a:gd name="T22" fmla="*/ 8 w 13"/>
                  <a:gd name="T23" fmla="*/ 5 h 13"/>
                  <a:gd name="T24" fmla="*/ 6 w 13"/>
                  <a:gd name="T25" fmla="*/ 6 h 13"/>
                  <a:gd name="T26" fmla="*/ 6 w 13"/>
                  <a:gd name="T27" fmla="*/ 7 h 13"/>
                  <a:gd name="T28" fmla="*/ 8 w 13"/>
                  <a:gd name="T2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5" y="13"/>
                      <a:pt x="3" y="12"/>
                      <a:pt x="3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9"/>
                      <a:pt x="0" y="6"/>
                      <a:pt x="3" y="3"/>
                    </a:cubicBezTo>
                    <a:cubicBezTo>
                      <a:pt x="5" y="1"/>
                      <a:pt x="6" y="0"/>
                      <a:pt x="8" y="0"/>
                    </a:cubicBezTo>
                    <a:cubicBezTo>
                      <a:pt x="10" y="0"/>
                      <a:pt x="12" y="1"/>
                      <a:pt x="12" y="2"/>
                    </a:cubicBezTo>
                    <a:cubicBezTo>
                      <a:pt x="13" y="4"/>
                      <a:pt x="13" y="6"/>
                      <a:pt x="12" y="7"/>
                    </a:cubicBezTo>
                    <a:cubicBezTo>
                      <a:pt x="11" y="8"/>
                      <a:pt x="11" y="9"/>
                      <a:pt x="10" y="10"/>
                    </a:cubicBezTo>
                    <a:cubicBezTo>
                      <a:pt x="10" y="10"/>
                      <a:pt x="10" y="11"/>
                      <a:pt x="9" y="12"/>
                    </a:cubicBezTo>
                    <a:cubicBezTo>
                      <a:pt x="9" y="12"/>
                      <a:pt x="8" y="13"/>
                      <a:pt x="6" y="13"/>
                    </a:cubicBezTo>
                    <a:close/>
                    <a:moveTo>
                      <a:pt x="8" y="5"/>
                    </a:moveTo>
                    <a:cubicBezTo>
                      <a:pt x="7" y="5"/>
                      <a:pt x="7" y="6"/>
                      <a:pt x="6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7" y="7"/>
                      <a:pt x="7" y="6"/>
                      <a:pt x="8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îşḷïḍè"/>
              <p:cNvSpPr/>
              <p:nvPr/>
            </p:nvSpPr>
            <p:spPr bwMode="auto">
              <a:xfrm>
                <a:off x="7251700" y="6118225"/>
                <a:ext cx="177800" cy="120650"/>
              </a:xfrm>
              <a:custGeom>
                <a:avLst/>
                <a:gdLst>
                  <a:gd name="T0" fmla="*/ 23 w 83"/>
                  <a:gd name="T1" fmla="*/ 56 h 56"/>
                  <a:gd name="T2" fmla="*/ 21 w 83"/>
                  <a:gd name="T3" fmla="*/ 51 h 56"/>
                  <a:gd name="T4" fmla="*/ 21 w 83"/>
                  <a:gd name="T5" fmla="*/ 46 h 56"/>
                  <a:gd name="T6" fmla="*/ 17 w 83"/>
                  <a:gd name="T7" fmla="*/ 46 h 56"/>
                  <a:gd name="T8" fmla="*/ 10 w 83"/>
                  <a:gd name="T9" fmla="*/ 51 h 56"/>
                  <a:gd name="T10" fmla="*/ 5 w 83"/>
                  <a:gd name="T11" fmla="*/ 53 h 56"/>
                  <a:gd name="T12" fmla="*/ 2 w 83"/>
                  <a:gd name="T13" fmla="*/ 52 h 56"/>
                  <a:gd name="T14" fmla="*/ 6 w 83"/>
                  <a:gd name="T15" fmla="*/ 41 h 56"/>
                  <a:gd name="T16" fmla="*/ 15 w 83"/>
                  <a:gd name="T17" fmla="*/ 36 h 56"/>
                  <a:gd name="T18" fmla="*/ 23 w 83"/>
                  <a:gd name="T19" fmla="*/ 36 h 56"/>
                  <a:gd name="T20" fmla="*/ 26 w 83"/>
                  <a:gd name="T21" fmla="*/ 33 h 56"/>
                  <a:gd name="T22" fmla="*/ 37 w 83"/>
                  <a:gd name="T23" fmla="*/ 34 h 56"/>
                  <a:gd name="T24" fmla="*/ 31 w 83"/>
                  <a:gd name="T25" fmla="*/ 41 h 56"/>
                  <a:gd name="T26" fmla="*/ 30 w 83"/>
                  <a:gd name="T27" fmla="*/ 51 h 56"/>
                  <a:gd name="T28" fmla="*/ 28 w 83"/>
                  <a:gd name="T29" fmla="*/ 54 h 56"/>
                  <a:gd name="T30" fmla="*/ 25 w 83"/>
                  <a:gd name="T31" fmla="*/ 48 h 56"/>
                  <a:gd name="T32" fmla="*/ 26 w 83"/>
                  <a:gd name="T33" fmla="*/ 48 h 56"/>
                  <a:gd name="T34" fmla="*/ 26 w 83"/>
                  <a:gd name="T35" fmla="*/ 41 h 56"/>
                  <a:gd name="T36" fmla="*/ 24 w 83"/>
                  <a:gd name="T37" fmla="*/ 41 h 56"/>
                  <a:gd name="T38" fmla="*/ 26 w 83"/>
                  <a:gd name="T39" fmla="*/ 44 h 56"/>
                  <a:gd name="T40" fmla="*/ 25 w 83"/>
                  <a:gd name="T41" fmla="*/ 48 h 56"/>
                  <a:gd name="T42" fmla="*/ 12 w 83"/>
                  <a:gd name="T43" fmla="*/ 41 h 56"/>
                  <a:gd name="T44" fmla="*/ 7 w 83"/>
                  <a:gd name="T45" fmla="*/ 46 h 56"/>
                  <a:gd name="T46" fmla="*/ 12 w 83"/>
                  <a:gd name="T47" fmla="*/ 46 h 56"/>
                  <a:gd name="T48" fmla="*/ 13 w 83"/>
                  <a:gd name="T49" fmla="*/ 43 h 56"/>
                  <a:gd name="T50" fmla="*/ 13 w 83"/>
                  <a:gd name="T51" fmla="*/ 41 h 56"/>
                  <a:gd name="T52" fmla="*/ 76 w 83"/>
                  <a:gd name="T53" fmla="*/ 16 h 56"/>
                  <a:gd name="T54" fmla="*/ 72 w 83"/>
                  <a:gd name="T55" fmla="*/ 14 h 56"/>
                  <a:gd name="T56" fmla="*/ 69 w 83"/>
                  <a:gd name="T57" fmla="*/ 8 h 56"/>
                  <a:gd name="T58" fmla="*/ 69 w 83"/>
                  <a:gd name="T59" fmla="*/ 5 h 56"/>
                  <a:gd name="T60" fmla="*/ 81 w 83"/>
                  <a:gd name="T61" fmla="*/ 4 h 56"/>
                  <a:gd name="T62" fmla="*/ 80 w 83"/>
                  <a:gd name="T63" fmla="*/ 11 h 56"/>
                  <a:gd name="T64" fmla="*/ 78 w 83"/>
                  <a:gd name="T65" fmla="*/ 15 h 56"/>
                  <a:gd name="T66" fmla="*/ 72 w 83"/>
                  <a:gd name="T67" fmla="*/ 14 h 56"/>
                  <a:gd name="T68" fmla="*/ 74 w 83"/>
                  <a:gd name="T69" fmla="*/ 10 h 56"/>
                  <a:gd name="T70" fmla="*/ 75 w 83"/>
                  <a:gd name="T71" fmla="*/ 11 h 56"/>
                  <a:gd name="T72" fmla="*/ 77 w 83"/>
                  <a:gd name="T73" fmla="*/ 8 h 56"/>
                  <a:gd name="T74" fmla="*/ 74 w 83"/>
                  <a:gd name="T75" fmla="*/ 6 h 56"/>
                  <a:gd name="T76" fmla="*/ 74 w 83"/>
                  <a:gd name="T77" fmla="*/ 1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3" h="56">
                    <a:moveTo>
                      <a:pt x="25" y="56"/>
                    </a:moveTo>
                    <a:cubicBezTo>
                      <a:pt x="24" y="56"/>
                      <a:pt x="24" y="56"/>
                      <a:pt x="23" y="56"/>
                    </a:cubicBezTo>
                    <a:cubicBezTo>
                      <a:pt x="22" y="55"/>
                      <a:pt x="21" y="54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0"/>
                      <a:pt x="20" y="49"/>
                      <a:pt x="20" y="49"/>
                    </a:cubicBezTo>
                    <a:cubicBezTo>
                      <a:pt x="20" y="48"/>
                      <a:pt x="20" y="47"/>
                      <a:pt x="21" y="46"/>
                    </a:cubicBezTo>
                    <a:cubicBezTo>
                      <a:pt x="20" y="45"/>
                      <a:pt x="19" y="45"/>
                      <a:pt x="19" y="43"/>
                    </a:cubicBezTo>
                    <a:cubicBezTo>
                      <a:pt x="18" y="44"/>
                      <a:pt x="18" y="45"/>
                      <a:pt x="17" y="46"/>
                    </a:cubicBezTo>
                    <a:cubicBezTo>
                      <a:pt x="17" y="46"/>
                      <a:pt x="17" y="47"/>
                      <a:pt x="17" y="47"/>
                    </a:cubicBezTo>
                    <a:cubicBezTo>
                      <a:pt x="15" y="51"/>
                      <a:pt x="13" y="51"/>
                      <a:pt x="10" y="51"/>
                    </a:cubicBezTo>
                    <a:cubicBezTo>
                      <a:pt x="8" y="50"/>
                      <a:pt x="8" y="51"/>
                      <a:pt x="8" y="51"/>
                    </a:cubicBezTo>
                    <a:cubicBezTo>
                      <a:pt x="7" y="52"/>
                      <a:pt x="6" y="52"/>
                      <a:pt x="5" y="53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4" y="53"/>
                      <a:pt x="3" y="53"/>
                      <a:pt x="2" y="52"/>
                    </a:cubicBezTo>
                    <a:cubicBezTo>
                      <a:pt x="0" y="50"/>
                      <a:pt x="2" y="45"/>
                      <a:pt x="4" y="43"/>
                    </a:cubicBezTo>
                    <a:cubicBezTo>
                      <a:pt x="5" y="42"/>
                      <a:pt x="6" y="41"/>
                      <a:pt x="6" y="41"/>
                    </a:cubicBezTo>
                    <a:cubicBezTo>
                      <a:pt x="7" y="40"/>
                      <a:pt x="7" y="39"/>
                      <a:pt x="9" y="38"/>
                    </a:cubicBezTo>
                    <a:cubicBezTo>
                      <a:pt x="10" y="36"/>
                      <a:pt x="13" y="35"/>
                      <a:pt x="15" y="36"/>
                    </a:cubicBezTo>
                    <a:cubicBezTo>
                      <a:pt x="17" y="37"/>
                      <a:pt x="18" y="39"/>
                      <a:pt x="19" y="40"/>
                    </a:cubicBezTo>
                    <a:cubicBezTo>
                      <a:pt x="19" y="39"/>
                      <a:pt x="21" y="37"/>
                      <a:pt x="23" y="36"/>
                    </a:cubicBezTo>
                    <a:cubicBezTo>
                      <a:pt x="24" y="36"/>
                      <a:pt x="25" y="35"/>
                      <a:pt x="25" y="35"/>
                    </a:cubicBezTo>
                    <a:cubicBezTo>
                      <a:pt x="25" y="34"/>
                      <a:pt x="26" y="34"/>
                      <a:pt x="26" y="33"/>
                    </a:cubicBezTo>
                    <a:cubicBezTo>
                      <a:pt x="28" y="31"/>
                      <a:pt x="32" y="30"/>
                      <a:pt x="35" y="31"/>
                    </a:cubicBezTo>
                    <a:cubicBezTo>
                      <a:pt x="36" y="31"/>
                      <a:pt x="37" y="33"/>
                      <a:pt x="37" y="34"/>
                    </a:cubicBezTo>
                    <a:cubicBezTo>
                      <a:pt x="38" y="36"/>
                      <a:pt x="36" y="38"/>
                      <a:pt x="34" y="39"/>
                    </a:cubicBezTo>
                    <a:cubicBezTo>
                      <a:pt x="33" y="39"/>
                      <a:pt x="31" y="41"/>
                      <a:pt x="31" y="41"/>
                    </a:cubicBezTo>
                    <a:cubicBezTo>
                      <a:pt x="31" y="42"/>
                      <a:pt x="31" y="42"/>
                      <a:pt x="31" y="43"/>
                    </a:cubicBezTo>
                    <a:cubicBezTo>
                      <a:pt x="31" y="45"/>
                      <a:pt x="31" y="49"/>
                      <a:pt x="30" y="51"/>
                    </a:cubicBezTo>
                    <a:cubicBezTo>
                      <a:pt x="29" y="53"/>
                      <a:pt x="29" y="53"/>
                      <a:pt x="28" y="54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27" y="55"/>
                      <a:pt x="26" y="56"/>
                      <a:pt x="25" y="56"/>
                    </a:cubicBezTo>
                    <a:close/>
                    <a:moveTo>
                      <a:pt x="25" y="48"/>
                    </a:moveTo>
                    <a:cubicBezTo>
                      <a:pt x="25" y="48"/>
                      <a:pt x="25" y="49"/>
                      <a:pt x="25" y="50"/>
                    </a:cubicBezTo>
                    <a:cubicBezTo>
                      <a:pt x="25" y="49"/>
                      <a:pt x="26" y="49"/>
                      <a:pt x="26" y="48"/>
                    </a:cubicBezTo>
                    <a:cubicBezTo>
                      <a:pt x="27" y="47"/>
                      <a:pt x="26" y="45"/>
                      <a:pt x="26" y="44"/>
                    </a:cubicBezTo>
                    <a:cubicBezTo>
                      <a:pt x="26" y="43"/>
                      <a:pt x="26" y="42"/>
                      <a:pt x="26" y="41"/>
                    </a:cubicBezTo>
                    <a:cubicBezTo>
                      <a:pt x="26" y="41"/>
                      <a:pt x="26" y="40"/>
                      <a:pt x="26" y="40"/>
                    </a:cubicBezTo>
                    <a:cubicBezTo>
                      <a:pt x="26" y="40"/>
                      <a:pt x="25" y="40"/>
                      <a:pt x="24" y="41"/>
                    </a:cubicBezTo>
                    <a:cubicBezTo>
                      <a:pt x="24" y="41"/>
                      <a:pt x="23" y="41"/>
                      <a:pt x="23" y="42"/>
                    </a:cubicBezTo>
                    <a:cubicBezTo>
                      <a:pt x="25" y="42"/>
                      <a:pt x="25" y="43"/>
                      <a:pt x="26" y="44"/>
                    </a:cubicBezTo>
                    <a:cubicBezTo>
                      <a:pt x="26" y="45"/>
                      <a:pt x="26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lose/>
                    <a:moveTo>
                      <a:pt x="13" y="41"/>
                    </a:moveTo>
                    <a:cubicBezTo>
                      <a:pt x="13" y="41"/>
                      <a:pt x="13" y="41"/>
                      <a:pt x="12" y="41"/>
                    </a:cubicBezTo>
                    <a:cubicBezTo>
                      <a:pt x="11" y="43"/>
                      <a:pt x="10" y="43"/>
                      <a:pt x="9" y="44"/>
                    </a:cubicBezTo>
                    <a:cubicBezTo>
                      <a:pt x="9" y="44"/>
                      <a:pt x="8" y="45"/>
                      <a:pt x="7" y="46"/>
                    </a:cubicBezTo>
                    <a:cubicBezTo>
                      <a:pt x="8" y="46"/>
                      <a:pt x="9" y="46"/>
                      <a:pt x="10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5"/>
                    </a:cubicBezTo>
                    <a:cubicBezTo>
                      <a:pt x="13" y="44"/>
                      <a:pt x="13" y="44"/>
                      <a:pt x="13" y="43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4" y="41"/>
                      <a:pt x="14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lose/>
                    <a:moveTo>
                      <a:pt x="76" y="16"/>
                    </a:moveTo>
                    <a:cubicBezTo>
                      <a:pt x="75" y="16"/>
                      <a:pt x="74" y="15"/>
                      <a:pt x="73" y="14"/>
                    </a:cubicBezTo>
                    <a:cubicBezTo>
                      <a:pt x="73" y="14"/>
                      <a:pt x="72" y="14"/>
                      <a:pt x="72" y="14"/>
                    </a:cubicBezTo>
                    <a:cubicBezTo>
                      <a:pt x="71" y="14"/>
                      <a:pt x="70" y="13"/>
                      <a:pt x="69" y="12"/>
                    </a:cubicBezTo>
                    <a:cubicBezTo>
                      <a:pt x="68" y="11"/>
                      <a:pt x="68" y="10"/>
                      <a:pt x="6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69" y="7"/>
                      <a:pt x="69" y="6"/>
                      <a:pt x="69" y="5"/>
                    </a:cubicBezTo>
                    <a:cubicBezTo>
                      <a:pt x="69" y="3"/>
                      <a:pt x="70" y="2"/>
                      <a:pt x="71" y="1"/>
                    </a:cubicBezTo>
                    <a:cubicBezTo>
                      <a:pt x="74" y="0"/>
                      <a:pt x="81" y="4"/>
                      <a:pt x="81" y="4"/>
                    </a:cubicBezTo>
                    <a:cubicBezTo>
                      <a:pt x="83" y="6"/>
                      <a:pt x="82" y="9"/>
                      <a:pt x="81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2"/>
                      <a:pt x="80" y="12"/>
                      <a:pt x="80" y="13"/>
                    </a:cubicBezTo>
                    <a:cubicBezTo>
                      <a:pt x="80" y="13"/>
                      <a:pt x="79" y="14"/>
                      <a:pt x="78" y="15"/>
                    </a:cubicBezTo>
                    <a:cubicBezTo>
                      <a:pt x="77" y="16"/>
                      <a:pt x="77" y="16"/>
                      <a:pt x="76" y="16"/>
                    </a:cubicBezTo>
                    <a:close/>
                    <a:moveTo>
                      <a:pt x="72" y="14"/>
                    </a:moveTo>
                    <a:cubicBezTo>
                      <a:pt x="72" y="14"/>
                      <a:pt x="72" y="14"/>
                      <a:pt x="72" y="14"/>
                    </a:cubicBezTo>
                    <a:close/>
                    <a:moveTo>
                      <a:pt x="74" y="10"/>
                    </a:moveTo>
                    <a:cubicBezTo>
                      <a:pt x="74" y="10"/>
                      <a:pt x="75" y="10"/>
                      <a:pt x="75" y="10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6" y="10"/>
                      <a:pt x="76" y="9"/>
                      <a:pt x="76" y="9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7" y="8"/>
                      <a:pt x="77" y="8"/>
                      <a:pt x="77" y="7"/>
                    </a:cubicBezTo>
                    <a:cubicBezTo>
                      <a:pt x="76" y="7"/>
                      <a:pt x="75" y="6"/>
                      <a:pt x="74" y="6"/>
                    </a:cubicBezTo>
                    <a:cubicBezTo>
                      <a:pt x="74" y="6"/>
                      <a:pt x="74" y="7"/>
                      <a:pt x="74" y="7"/>
                    </a:cubicBezTo>
                    <a:cubicBezTo>
                      <a:pt x="74" y="8"/>
                      <a:pt x="74" y="9"/>
                      <a:pt x="74" y="1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ïŝ1iḋè"/>
              <p:cNvSpPr/>
              <p:nvPr/>
            </p:nvSpPr>
            <p:spPr bwMode="auto">
              <a:xfrm>
                <a:off x="7392988" y="6153150"/>
                <a:ext cx="14288" cy="14288"/>
              </a:xfrm>
              <a:custGeom>
                <a:avLst/>
                <a:gdLst>
                  <a:gd name="T0" fmla="*/ 1 w 6"/>
                  <a:gd name="T1" fmla="*/ 2 h 7"/>
                  <a:gd name="T2" fmla="*/ 4 w 6"/>
                  <a:gd name="T3" fmla="*/ 2 h 7"/>
                  <a:gd name="T4" fmla="*/ 5 w 6"/>
                  <a:gd name="T5" fmla="*/ 6 h 7"/>
                  <a:gd name="T6" fmla="*/ 3 w 6"/>
                  <a:gd name="T7" fmla="*/ 7 h 7"/>
                  <a:gd name="T8" fmla="*/ 0 w 6"/>
                  <a:gd name="T9" fmla="*/ 4 h 7"/>
                  <a:gd name="T10" fmla="*/ 1 w 6"/>
                  <a:gd name="T11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7">
                    <a:moveTo>
                      <a:pt x="1" y="2"/>
                    </a:moveTo>
                    <a:cubicBezTo>
                      <a:pt x="3" y="1"/>
                      <a:pt x="4" y="0"/>
                      <a:pt x="4" y="2"/>
                    </a:cubicBezTo>
                    <a:cubicBezTo>
                      <a:pt x="5" y="3"/>
                      <a:pt x="6" y="4"/>
                      <a:pt x="5" y="6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1" y="6"/>
                      <a:pt x="0" y="4"/>
                      <a:pt x="0" y="4"/>
                    </a:cubicBezTo>
                    <a:cubicBezTo>
                      <a:pt x="0" y="3"/>
                      <a:pt x="0" y="2"/>
                      <a:pt x="1" y="2"/>
                    </a:cubicBezTo>
                    <a:close/>
                  </a:path>
                </a:pathLst>
              </a:custGeom>
              <a:solidFill>
                <a:srgbClr val="C7DD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îśḷïḑè"/>
              <p:cNvSpPr/>
              <p:nvPr/>
            </p:nvSpPr>
            <p:spPr bwMode="auto">
              <a:xfrm>
                <a:off x="7389813" y="6148388"/>
                <a:ext cx="20638" cy="23813"/>
              </a:xfrm>
              <a:custGeom>
                <a:avLst/>
                <a:gdLst>
                  <a:gd name="T0" fmla="*/ 6 w 10"/>
                  <a:gd name="T1" fmla="*/ 11 h 11"/>
                  <a:gd name="T2" fmla="*/ 4 w 10"/>
                  <a:gd name="T3" fmla="*/ 11 h 11"/>
                  <a:gd name="T4" fmla="*/ 0 w 10"/>
                  <a:gd name="T5" fmla="*/ 7 h 11"/>
                  <a:gd name="T6" fmla="*/ 0 w 10"/>
                  <a:gd name="T7" fmla="*/ 3 h 11"/>
                  <a:gd name="T8" fmla="*/ 3 w 10"/>
                  <a:gd name="T9" fmla="*/ 1 h 11"/>
                  <a:gd name="T10" fmla="*/ 4 w 10"/>
                  <a:gd name="T11" fmla="*/ 1 h 11"/>
                  <a:gd name="T12" fmla="*/ 8 w 10"/>
                  <a:gd name="T13" fmla="*/ 2 h 11"/>
                  <a:gd name="T14" fmla="*/ 9 w 10"/>
                  <a:gd name="T15" fmla="*/ 9 h 11"/>
                  <a:gd name="T16" fmla="*/ 6 w 10"/>
                  <a:gd name="T17" fmla="*/ 11 h 11"/>
                  <a:gd name="T18" fmla="*/ 5 w 10"/>
                  <a:gd name="T19" fmla="*/ 6 h 11"/>
                  <a:gd name="T20" fmla="*/ 5 w 10"/>
                  <a:gd name="T21" fmla="*/ 6 h 11"/>
                  <a:gd name="T22" fmla="*/ 5 w 10"/>
                  <a:gd name="T23" fmla="*/ 6 h 11"/>
                  <a:gd name="T24" fmla="*/ 5 w 10"/>
                  <a:gd name="T25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11">
                    <a:moveTo>
                      <a:pt x="6" y="11"/>
                    </a:moveTo>
                    <a:cubicBezTo>
                      <a:pt x="5" y="11"/>
                      <a:pt x="5" y="11"/>
                      <a:pt x="4" y="11"/>
                    </a:cubicBezTo>
                    <a:cubicBezTo>
                      <a:pt x="2" y="10"/>
                      <a:pt x="0" y="8"/>
                      <a:pt x="0" y="7"/>
                    </a:cubicBezTo>
                    <a:cubicBezTo>
                      <a:pt x="0" y="6"/>
                      <a:pt x="0" y="4"/>
                      <a:pt x="0" y="3"/>
                    </a:cubicBezTo>
                    <a:cubicBezTo>
                      <a:pt x="1" y="2"/>
                      <a:pt x="2" y="1"/>
                      <a:pt x="3" y="1"/>
                    </a:cubicBezTo>
                    <a:cubicBezTo>
                      <a:pt x="3" y="1"/>
                      <a:pt x="3" y="1"/>
                      <a:pt x="4" y="1"/>
                    </a:cubicBezTo>
                    <a:cubicBezTo>
                      <a:pt x="4" y="1"/>
                      <a:pt x="7" y="0"/>
                      <a:pt x="8" y="2"/>
                    </a:cubicBezTo>
                    <a:cubicBezTo>
                      <a:pt x="10" y="5"/>
                      <a:pt x="10" y="7"/>
                      <a:pt x="9" y="9"/>
                    </a:cubicBezTo>
                    <a:cubicBezTo>
                      <a:pt x="9" y="10"/>
                      <a:pt x="8" y="11"/>
                      <a:pt x="6" y="11"/>
                    </a:cubicBezTo>
                    <a:close/>
                    <a:moveTo>
                      <a:pt x="5" y="6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îSḷïḑè"/>
              <p:cNvSpPr/>
              <p:nvPr/>
            </p:nvSpPr>
            <p:spPr bwMode="auto">
              <a:xfrm>
                <a:off x="7578725" y="6122988"/>
                <a:ext cx="6350" cy="7938"/>
              </a:xfrm>
              <a:custGeom>
                <a:avLst/>
                <a:gdLst>
                  <a:gd name="T0" fmla="*/ 1 w 3"/>
                  <a:gd name="T1" fmla="*/ 1 h 4"/>
                  <a:gd name="T2" fmla="*/ 2 w 3"/>
                  <a:gd name="T3" fmla="*/ 1 h 4"/>
                  <a:gd name="T4" fmla="*/ 2 w 3"/>
                  <a:gd name="T5" fmla="*/ 3 h 4"/>
                  <a:gd name="T6" fmla="*/ 1 w 3"/>
                  <a:gd name="T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1" y="1"/>
                    </a:moveTo>
                    <a:cubicBezTo>
                      <a:pt x="1" y="1"/>
                      <a:pt x="3" y="0"/>
                      <a:pt x="2" y="1"/>
                    </a:cubicBezTo>
                    <a:cubicBezTo>
                      <a:pt x="2" y="3"/>
                      <a:pt x="2" y="4"/>
                      <a:pt x="2" y="3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C7DD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iSḷíḓe"/>
              <p:cNvSpPr/>
              <p:nvPr/>
            </p:nvSpPr>
            <p:spPr bwMode="auto">
              <a:xfrm>
                <a:off x="7573963" y="6116638"/>
                <a:ext cx="14288" cy="19050"/>
              </a:xfrm>
              <a:custGeom>
                <a:avLst/>
                <a:gdLst>
                  <a:gd name="T0" fmla="*/ 4 w 7"/>
                  <a:gd name="T1" fmla="*/ 9 h 9"/>
                  <a:gd name="T2" fmla="*/ 2 w 7"/>
                  <a:gd name="T3" fmla="*/ 8 h 9"/>
                  <a:gd name="T4" fmla="*/ 0 w 7"/>
                  <a:gd name="T5" fmla="*/ 6 h 9"/>
                  <a:gd name="T6" fmla="*/ 1 w 7"/>
                  <a:gd name="T7" fmla="*/ 3 h 9"/>
                  <a:gd name="T8" fmla="*/ 1 w 7"/>
                  <a:gd name="T9" fmla="*/ 3 h 9"/>
                  <a:gd name="T10" fmla="*/ 5 w 7"/>
                  <a:gd name="T11" fmla="*/ 1 h 9"/>
                  <a:gd name="T12" fmla="*/ 7 w 7"/>
                  <a:gd name="T13" fmla="*/ 5 h 9"/>
                  <a:gd name="T14" fmla="*/ 6 w 7"/>
                  <a:gd name="T15" fmla="*/ 6 h 9"/>
                  <a:gd name="T16" fmla="*/ 5 w 7"/>
                  <a:gd name="T17" fmla="*/ 8 h 9"/>
                  <a:gd name="T18" fmla="*/ 4 w 7"/>
                  <a:gd name="T19" fmla="*/ 9 h 9"/>
                  <a:gd name="T20" fmla="*/ 4 w 7"/>
                  <a:gd name="T21" fmla="*/ 6 h 9"/>
                  <a:gd name="T22" fmla="*/ 5 w 7"/>
                  <a:gd name="T23" fmla="*/ 6 h 9"/>
                  <a:gd name="T24" fmla="*/ 5 w 7"/>
                  <a:gd name="T25" fmla="*/ 6 h 9"/>
                  <a:gd name="T26" fmla="*/ 5 w 7"/>
                  <a:gd name="T27" fmla="*/ 6 h 9"/>
                  <a:gd name="T28" fmla="*/ 5 w 7"/>
                  <a:gd name="T29" fmla="*/ 5 h 9"/>
                  <a:gd name="T30" fmla="*/ 5 w 7"/>
                  <a:gd name="T31" fmla="*/ 5 h 9"/>
                  <a:gd name="T32" fmla="*/ 5 w 7"/>
                  <a:gd name="T33" fmla="*/ 4 h 9"/>
                  <a:gd name="T34" fmla="*/ 3 w 7"/>
                  <a:gd name="T35" fmla="*/ 4 h 9"/>
                  <a:gd name="T36" fmla="*/ 3 w 7"/>
                  <a:gd name="T37" fmla="*/ 4 h 9"/>
                  <a:gd name="T38" fmla="*/ 3 w 7"/>
                  <a:gd name="T39" fmla="*/ 4 h 9"/>
                  <a:gd name="T40" fmla="*/ 3 w 7"/>
                  <a:gd name="T41" fmla="*/ 5 h 9"/>
                  <a:gd name="T42" fmla="*/ 4 w 7"/>
                  <a:gd name="T43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" h="9">
                    <a:moveTo>
                      <a:pt x="4" y="9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1" y="7"/>
                      <a:pt x="0" y="6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3" y="0"/>
                      <a:pt x="5" y="1"/>
                    </a:cubicBezTo>
                    <a:cubicBezTo>
                      <a:pt x="6" y="1"/>
                      <a:pt x="7" y="2"/>
                      <a:pt x="7" y="5"/>
                    </a:cubicBezTo>
                    <a:cubicBezTo>
                      <a:pt x="7" y="5"/>
                      <a:pt x="6" y="6"/>
                      <a:pt x="6" y="6"/>
                    </a:cubicBezTo>
                    <a:cubicBezTo>
                      <a:pt x="6" y="7"/>
                      <a:pt x="6" y="8"/>
                      <a:pt x="5" y="8"/>
                    </a:cubicBezTo>
                    <a:lnTo>
                      <a:pt x="4" y="9"/>
                    </a:lnTo>
                    <a:close/>
                    <a:moveTo>
                      <a:pt x="4" y="6"/>
                    </a:moveTo>
                    <a:cubicBezTo>
                      <a:pt x="4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4"/>
                      <a:pt x="5" y="4"/>
                    </a:cubicBezTo>
                    <a:cubicBezTo>
                      <a:pt x="5" y="4"/>
                      <a:pt x="4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îsļîďe"/>
              <p:cNvSpPr/>
              <p:nvPr/>
            </p:nvSpPr>
            <p:spPr bwMode="auto">
              <a:xfrm>
                <a:off x="7548563" y="6140450"/>
                <a:ext cx="7938" cy="4763"/>
              </a:xfrm>
              <a:custGeom>
                <a:avLst/>
                <a:gdLst>
                  <a:gd name="T0" fmla="*/ 1 w 4"/>
                  <a:gd name="T1" fmla="*/ 1 h 2"/>
                  <a:gd name="T2" fmla="*/ 4 w 4"/>
                  <a:gd name="T3" fmla="*/ 1 h 2"/>
                  <a:gd name="T4" fmla="*/ 1 w 4"/>
                  <a:gd name="T5" fmla="*/ 2 h 2"/>
                  <a:gd name="T6" fmla="*/ 1 w 4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1" y="1"/>
                    </a:moveTo>
                    <a:cubicBezTo>
                      <a:pt x="2" y="0"/>
                      <a:pt x="4" y="1"/>
                      <a:pt x="4" y="1"/>
                    </a:cubicBezTo>
                    <a:cubicBezTo>
                      <a:pt x="3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C7DD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íš1îḍé"/>
              <p:cNvSpPr/>
              <p:nvPr/>
            </p:nvSpPr>
            <p:spPr bwMode="auto">
              <a:xfrm>
                <a:off x="7543800" y="6135688"/>
                <a:ext cx="17463" cy="15875"/>
              </a:xfrm>
              <a:custGeom>
                <a:avLst/>
                <a:gdLst>
                  <a:gd name="T0" fmla="*/ 3 w 8"/>
                  <a:gd name="T1" fmla="*/ 7 h 7"/>
                  <a:gd name="T2" fmla="*/ 2 w 8"/>
                  <a:gd name="T3" fmla="*/ 6 h 7"/>
                  <a:gd name="T4" fmla="*/ 1 w 8"/>
                  <a:gd name="T5" fmla="*/ 4 h 7"/>
                  <a:gd name="T6" fmla="*/ 1 w 8"/>
                  <a:gd name="T7" fmla="*/ 1 h 7"/>
                  <a:gd name="T8" fmla="*/ 6 w 8"/>
                  <a:gd name="T9" fmla="*/ 1 h 7"/>
                  <a:gd name="T10" fmla="*/ 8 w 8"/>
                  <a:gd name="T11" fmla="*/ 3 h 7"/>
                  <a:gd name="T12" fmla="*/ 8 w 8"/>
                  <a:gd name="T13" fmla="*/ 4 h 7"/>
                  <a:gd name="T14" fmla="*/ 7 w 8"/>
                  <a:gd name="T15" fmla="*/ 5 h 7"/>
                  <a:gd name="T16" fmla="*/ 4 w 8"/>
                  <a:gd name="T17" fmla="*/ 7 h 7"/>
                  <a:gd name="T18" fmla="*/ 3 w 8"/>
                  <a:gd name="T19" fmla="*/ 7 h 7"/>
                  <a:gd name="T20" fmla="*/ 4 w 8"/>
                  <a:gd name="T21" fmla="*/ 4 h 7"/>
                  <a:gd name="T22" fmla="*/ 4 w 8"/>
                  <a:gd name="T23" fmla="*/ 5 h 7"/>
                  <a:gd name="T24" fmla="*/ 5 w 8"/>
                  <a:gd name="T25" fmla="*/ 5 h 7"/>
                  <a:gd name="T26" fmla="*/ 5 w 8"/>
                  <a:gd name="T27" fmla="*/ 5 h 7"/>
                  <a:gd name="T28" fmla="*/ 5 w 8"/>
                  <a:gd name="T29" fmla="*/ 3 h 7"/>
                  <a:gd name="T30" fmla="*/ 4 w 8"/>
                  <a:gd name="T31" fmla="*/ 2 h 7"/>
                  <a:gd name="T32" fmla="*/ 4 w 8"/>
                  <a:gd name="T3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" h="7">
                    <a:moveTo>
                      <a:pt x="3" y="7"/>
                    </a:move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1" y="5"/>
                      <a:pt x="1" y="4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6" y="1"/>
                      <a:pt x="6" y="1"/>
                    </a:cubicBezTo>
                    <a:cubicBezTo>
                      <a:pt x="8" y="1"/>
                      <a:pt x="8" y="2"/>
                      <a:pt x="8" y="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6" y="6"/>
                      <a:pt x="5" y="6"/>
                      <a:pt x="4" y="7"/>
                    </a:cubicBezTo>
                    <a:lnTo>
                      <a:pt x="3" y="7"/>
                    </a:lnTo>
                    <a:close/>
                    <a:moveTo>
                      <a:pt x="4" y="4"/>
                    </a:moveTo>
                    <a:cubicBezTo>
                      <a:pt x="4" y="4"/>
                      <a:pt x="4" y="5"/>
                      <a:pt x="4" y="5"/>
                    </a:cubicBezTo>
                    <a:cubicBezTo>
                      <a:pt x="4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4"/>
                      <a:pt x="5" y="4"/>
                      <a:pt x="5" y="3"/>
                    </a:cubicBezTo>
                    <a:cubicBezTo>
                      <a:pt x="5" y="3"/>
                      <a:pt x="5" y="2"/>
                      <a:pt x="4" y="2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ïṥ1îḍé"/>
              <p:cNvSpPr/>
              <p:nvPr/>
            </p:nvSpPr>
            <p:spPr bwMode="auto">
              <a:xfrm>
                <a:off x="7024688" y="2397125"/>
                <a:ext cx="3275013" cy="3995738"/>
              </a:xfrm>
              <a:custGeom>
                <a:avLst/>
                <a:gdLst>
                  <a:gd name="T0" fmla="*/ 37 w 1527"/>
                  <a:gd name="T1" fmla="*/ 1784 h 1865"/>
                  <a:gd name="T2" fmla="*/ 150 w 1527"/>
                  <a:gd name="T3" fmla="*/ 1731 h 1865"/>
                  <a:gd name="T4" fmla="*/ 196 w 1527"/>
                  <a:gd name="T5" fmla="*/ 1667 h 1865"/>
                  <a:gd name="T6" fmla="*/ 278 w 1527"/>
                  <a:gd name="T7" fmla="*/ 1701 h 1865"/>
                  <a:gd name="T8" fmla="*/ 346 w 1527"/>
                  <a:gd name="T9" fmla="*/ 1679 h 1865"/>
                  <a:gd name="T10" fmla="*/ 507 w 1527"/>
                  <a:gd name="T11" fmla="*/ 1564 h 1865"/>
                  <a:gd name="T12" fmla="*/ 599 w 1527"/>
                  <a:gd name="T13" fmla="*/ 1494 h 1865"/>
                  <a:gd name="T14" fmla="*/ 643 w 1527"/>
                  <a:gd name="T15" fmla="*/ 1435 h 1865"/>
                  <a:gd name="T16" fmla="*/ 687 w 1527"/>
                  <a:gd name="T17" fmla="*/ 1326 h 1865"/>
                  <a:gd name="T18" fmla="*/ 698 w 1527"/>
                  <a:gd name="T19" fmla="*/ 1287 h 1865"/>
                  <a:gd name="T20" fmla="*/ 782 w 1527"/>
                  <a:gd name="T21" fmla="*/ 1150 h 1865"/>
                  <a:gd name="T22" fmla="*/ 815 w 1527"/>
                  <a:gd name="T23" fmla="*/ 1021 h 1865"/>
                  <a:gd name="T24" fmla="*/ 719 w 1527"/>
                  <a:gd name="T25" fmla="*/ 983 h 1865"/>
                  <a:gd name="T26" fmla="*/ 757 w 1527"/>
                  <a:gd name="T27" fmla="*/ 798 h 1865"/>
                  <a:gd name="T28" fmla="*/ 609 w 1527"/>
                  <a:gd name="T29" fmla="*/ 453 h 1865"/>
                  <a:gd name="T30" fmla="*/ 771 w 1527"/>
                  <a:gd name="T31" fmla="*/ 338 h 1865"/>
                  <a:gd name="T32" fmla="*/ 590 w 1527"/>
                  <a:gd name="T33" fmla="*/ 346 h 1865"/>
                  <a:gd name="T34" fmla="*/ 426 w 1527"/>
                  <a:gd name="T35" fmla="*/ 263 h 1865"/>
                  <a:gd name="T36" fmla="*/ 635 w 1527"/>
                  <a:gd name="T37" fmla="*/ 19 h 1865"/>
                  <a:gd name="T38" fmla="*/ 689 w 1527"/>
                  <a:gd name="T39" fmla="*/ 167 h 1865"/>
                  <a:gd name="T40" fmla="*/ 788 w 1527"/>
                  <a:gd name="T41" fmla="*/ 108 h 1865"/>
                  <a:gd name="T42" fmla="*/ 719 w 1527"/>
                  <a:gd name="T43" fmla="*/ 174 h 1865"/>
                  <a:gd name="T44" fmla="*/ 676 w 1527"/>
                  <a:gd name="T45" fmla="*/ 141 h 1865"/>
                  <a:gd name="T46" fmla="*/ 595 w 1527"/>
                  <a:gd name="T47" fmla="*/ 91 h 1865"/>
                  <a:gd name="T48" fmla="*/ 488 w 1527"/>
                  <a:gd name="T49" fmla="*/ 289 h 1865"/>
                  <a:gd name="T50" fmla="*/ 663 w 1527"/>
                  <a:gd name="T51" fmla="*/ 296 h 1865"/>
                  <a:gd name="T52" fmla="*/ 745 w 1527"/>
                  <a:gd name="T53" fmla="*/ 367 h 1865"/>
                  <a:gd name="T54" fmla="*/ 581 w 1527"/>
                  <a:gd name="T55" fmla="*/ 520 h 1865"/>
                  <a:gd name="T56" fmla="*/ 711 w 1527"/>
                  <a:gd name="T57" fmla="*/ 820 h 1865"/>
                  <a:gd name="T58" fmla="*/ 790 w 1527"/>
                  <a:gd name="T59" fmla="*/ 984 h 1865"/>
                  <a:gd name="T60" fmla="*/ 803 w 1527"/>
                  <a:gd name="T61" fmla="*/ 1059 h 1865"/>
                  <a:gd name="T62" fmla="*/ 771 w 1527"/>
                  <a:gd name="T63" fmla="*/ 1139 h 1865"/>
                  <a:gd name="T64" fmla="*/ 681 w 1527"/>
                  <a:gd name="T65" fmla="*/ 1314 h 1865"/>
                  <a:gd name="T66" fmla="*/ 639 w 1527"/>
                  <a:gd name="T67" fmla="*/ 1419 h 1865"/>
                  <a:gd name="T68" fmla="*/ 612 w 1527"/>
                  <a:gd name="T69" fmla="*/ 1474 h 1865"/>
                  <a:gd name="T70" fmla="*/ 543 w 1527"/>
                  <a:gd name="T71" fmla="*/ 1513 h 1865"/>
                  <a:gd name="T72" fmla="*/ 458 w 1527"/>
                  <a:gd name="T73" fmla="*/ 1622 h 1865"/>
                  <a:gd name="T74" fmla="*/ 309 w 1527"/>
                  <a:gd name="T75" fmla="*/ 1692 h 1865"/>
                  <a:gd name="T76" fmla="*/ 258 w 1527"/>
                  <a:gd name="T77" fmla="*/ 1704 h 1865"/>
                  <a:gd name="T78" fmla="*/ 202 w 1527"/>
                  <a:gd name="T79" fmla="*/ 1736 h 1865"/>
                  <a:gd name="T80" fmla="*/ 94 w 1527"/>
                  <a:gd name="T81" fmla="*/ 1779 h 1865"/>
                  <a:gd name="T82" fmla="*/ 283 w 1527"/>
                  <a:gd name="T83" fmla="*/ 1704 h 1865"/>
                  <a:gd name="T84" fmla="*/ 667 w 1527"/>
                  <a:gd name="T85" fmla="*/ 1321 h 1865"/>
                  <a:gd name="T86" fmla="*/ 783 w 1527"/>
                  <a:gd name="T87" fmla="*/ 1687 h 1865"/>
                  <a:gd name="T88" fmla="*/ 765 w 1527"/>
                  <a:gd name="T89" fmla="*/ 1480 h 1865"/>
                  <a:gd name="T90" fmla="*/ 844 w 1527"/>
                  <a:gd name="T91" fmla="*/ 1611 h 1865"/>
                  <a:gd name="T92" fmla="*/ 799 w 1527"/>
                  <a:gd name="T93" fmla="*/ 1709 h 1865"/>
                  <a:gd name="T94" fmla="*/ 863 w 1527"/>
                  <a:gd name="T95" fmla="*/ 1467 h 1865"/>
                  <a:gd name="T96" fmla="*/ 733 w 1527"/>
                  <a:gd name="T97" fmla="*/ 1609 h 1865"/>
                  <a:gd name="T98" fmla="*/ 849 w 1527"/>
                  <a:gd name="T99" fmla="*/ 1638 h 1865"/>
                  <a:gd name="T100" fmla="*/ 511 w 1527"/>
                  <a:gd name="T101" fmla="*/ 1575 h 1865"/>
                  <a:gd name="T102" fmla="*/ 688 w 1527"/>
                  <a:gd name="T103" fmla="*/ 1581 h 1865"/>
                  <a:gd name="T104" fmla="*/ 669 w 1527"/>
                  <a:gd name="T105" fmla="*/ 1441 h 1865"/>
                  <a:gd name="T106" fmla="*/ 1259 w 1527"/>
                  <a:gd name="T107" fmla="*/ 1436 h 1865"/>
                  <a:gd name="T108" fmla="*/ 677 w 1527"/>
                  <a:gd name="T109" fmla="*/ 1394 h 1865"/>
                  <a:gd name="T110" fmla="*/ 1229 w 1527"/>
                  <a:gd name="T111" fmla="*/ 1313 h 1865"/>
                  <a:gd name="T112" fmla="*/ 1387 w 1527"/>
                  <a:gd name="T113" fmla="*/ 1265 h 1865"/>
                  <a:gd name="T114" fmla="*/ 1410 w 1527"/>
                  <a:gd name="T115" fmla="*/ 1285 h 1865"/>
                  <a:gd name="T116" fmla="*/ 1278 w 1527"/>
                  <a:gd name="T117" fmla="*/ 1342 h 1865"/>
                  <a:gd name="T118" fmla="*/ 991 w 1527"/>
                  <a:gd name="T119" fmla="*/ 1330 h 1865"/>
                  <a:gd name="T120" fmla="*/ 713 w 1527"/>
                  <a:gd name="T121" fmla="*/ 1271 h 1865"/>
                  <a:gd name="T122" fmla="*/ 769 w 1527"/>
                  <a:gd name="T123" fmla="*/ 1185 h 1865"/>
                  <a:gd name="T124" fmla="*/ 825 w 1527"/>
                  <a:gd name="T125" fmla="*/ 1001 h 18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527" h="1865">
                    <a:moveTo>
                      <a:pt x="461" y="1865"/>
                    </a:moveTo>
                    <a:cubicBezTo>
                      <a:pt x="461" y="1865"/>
                      <a:pt x="461" y="1865"/>
                      <a:pt x="461" y="1865"/>
                    </a:cubicBezTo>
                    <a:cubicBezTo>
                      <a:pt x="460" y="1864"/>
                      <a:pt x="460" y="1864"/>
                      <a:pt x="460" y="1864"/>
                    </a:cubicBezTo>
                    <a:cubicBezTo>
                      <a:pt x="459" y="1863"/>
                      <a:pt x="457" y="1862"/>
                      <a:pt x="457" y="1860"/>
                    </a:cubicBezTo>
                    <a:cubicBezTo>
                      <a:pt x="457" y="1858"/>
                      <a:pt x="457" y="1858"/>
                      <a:pt x="458" y="1857"/>
                    </a:cubicBezTo>
                    <a:cubicBezTo>
                      <a:pt x="458" y="1857"/>
                      <a:pt x="458" y="1857"/>
                      <a:pt x="458" y="1857"/>
                    </a:cubicBezTo>
                    <a:cubicBezTo>
                      <a:pt x="458" y="1857"/>
                      <a:pt x="458" y="1857"/>
                      <a:pt x="458" y="1857"/>
                    </a:cubicBezTo>
                    <a:cubicBezTo>
                      <a:pt x="458" y="1857"/>
                      <a:pt x="458" y="1857"/>
                      <a:pt x="458" y="1857"/>
                    </a:cubicBezTo>
                    <a:cubicBezTo>
                      <a:pt x="460" y="1855"/>
                      <a:pt x="461" y="1855"/>
                      <a:pt x="463" y="1856"/>
                    </a:cubicBezTo>
                    <a:cubicBezTo>
                      <a:pt x="464" y="1856"/>
                      <a:pt x="465" y="1857"/>
                      <a:pt x="465" y="1859"/>
                    </a:cubicBezTo>
                    <a:cubicBezTo>
                      <a:pt x="466" y="1861"/>
                      <a:pt x="465" y="1862"/>
                      <a:pt x="464" y="1863"/>
                    </a:cubicBezTo>
                    <a:cubicBezTo>
                      <a:pt x="463" y="1864"/>
                      <a:pt x="462" y="1865"/>
                      <a:pt x="461" y="1865"/>
                    </a:cubicBezTo>
                    <a:close/>
                    <a:moveTo>
                      <a:pt x="461" y="1860"/>
                    </a:moveTo>
                    <a:cubicBezTo>
                      <a:pt x="461" y="1860"/>
                      <a:pt x="461" y="1860"/>
                      <a:pt x="461" y="1860"/>
                    </a:cubicBezTo>
                    <a:cubicBezTo>
                      <a:pt x="461" y="1860"/>
                      <a:pt x="461" y="1860"/>
                      <a:pt x="461" y="1860"/>
                    </a:cubicBezTo>
                    <a:cubicBezTo>
                      <a:pt x="461" y="1860"/>
                      <a:pt x="461" y="1860"/>
                      <a:pt x="461" y="1860"/>
                    </a:cubicBezTo>
                    <a:close/>
                    <a:moveTo>
                      <a:pt x="7" y="1803"/>
                    </a:moveTo>
                    <a:cubicBezTo>
                      <a:pt x="5" y="1803"/>
                      <a:pt x="4" y="1802"/>
                      <a:pt x="4" y="1802"/>
                    </a:cubicBezTo>
                    <a:cubicBezTo>
                      <a:pt x="3" y="1801"/>
                      <a:pt x="2" y="1800"/>
                      <a:pt x="2" y="1798"/>
                    </a:cubicBezTo>
                    <a:cubicBezTo>
                      <a:pt x="1" y="1798"/>
                      <a:pt x="1" y="1798"/>
                      <a:pt x="0" y="1799"/>
                    </a:cubicBezTo>
                    <a:cubicBezTo>
                      <a:pt x="0" y="1794"/>
                      <a:pt x="0" y="1794"/>
                      <a:pt x="0" y="1794"/>
                    </a:cubicBezTo>
                    <a:cubicBezTo>
                      <a:pt x="3" y="1794"/>
                      <a:pt x="4" y="1794"/>
                      <a:pt x="5" y="1795"/>
                    </a:cubicBezTo>
                    <a:cubicBezTo>
                      <a:pt x="6" y="1796"/>
                      <a:pt x="6" y="1797"/>
                      <a:pt x="6" y="1798"/>
                    </a:cubicBezTo>
                    <a:cubicBezTo>
                      <a:pt x="6" y="1798"/>
                      <a:pt x="6" y="1798"/>
                      <a:pt x="6" y="1798"/>
                    </a:cubicBezTo>
                    <a:cubicBezTo>
                      <a:pt x="6" y="1798"/>
                      <a:pt x="9" y="1798"/>
                      <a:pt x="14" y="1795"/>
                    </a:cubicBezTo>
                    <a:cubicBezTo>
                      <a:pt x="16" y="1794"/>
                      <a:pt x="17" y="1793"/>
                      <a:pt x="19" y="1791"/>
                    </a:cubicBezTo>
                    <a:cubicBezTo>
                      <a:pt x="24" y="1787"/>
                      <a:pt x="29" y="1784"/>
                      <a:pt x="37" y="1784"/>
                    </a:cubicBezTo>
                    <a:cubicBezTo>
                      <a:pt x="37" y="1784"/>
                      <a:pt x="37" y="1784"/>
                      <a:pt x="37" y="1784"/>
                    </a:cubicBezTo>
                    <a:cubicBezTo>
                      <a:pt x="45" y="1784"/>
                      <a:pt x="45" y="1783"/>
                      <a:pt x="46" y="1779"/>
                    </a:cubicBezTo>
                    <a:cubicBezTo>
                      <a:pt x="46" y="1777"/>
                      <a:pt x="47" y="1776"/>
                      <a:pt x="49" y="1775"/>
                    </a:cubicBezTo>
                    <a:cubicBezTo>
                      <a:pt x="51" y="1774"/>
                      <a:pt x="54" y="1775"/>
                      <a:pt x="56" y="1777"/>
                    </a:cubicBezTo>
                    <a:cubicBezTo>
                      <a:pt x="57" y="1779"/>
                      <a:pt x="58" y="1781"/>
                      <a:pt x="57" y="1784"/>
                    </a:cubicBezTo>
                    <a:cubicBezTo>
                      <a:pt x="56" y="1785"/>
                      <a:pt x="56" y="1786"/>
                      <a:pt x="55" y="1787"/>
                    </a:cubicBezTo>
                    <a:cubicBezTo>
                      <a:pt x="55" y="1787"/>
                      <a:pt x="55" y="1788"/>
                      <a:pt x="55" y="1788"/>
                    </a:cubicBezTo>
                    <a:cubicBezTo>
                      <a:pt x="56" y="1787"/>
                      <a:pt x="57" y="1786"/>
                      <a:pt x="58" y="1786"/>
                    </a:cubicBezTo>
                    <a:cubicBezTo>
                      <a:pt x="63" y="1783"/>
                      <a:pt x="63" y="1782"/>
                      <a:pt x="63" y="1782"/>
                    </a:cubicBezTo>
                    <a:cubicBezTo>
                      <a:pt x="63" y="1782"/>
                      <a:pt x="63" y="1781"/>
                      <a:pt x="62" y="1781"/>
                    </a:cubicBezTo>
                    <a:cubicBezTo>
                      <a:pt x="61" y="1780"/>
                      <a:pt x="59" y="1778"/>
                      <a:pt x="59" y="1776"/>
                    </a:cubicBezTo>
                    <a:cubicBezTo>
                      <a:pt x="59" y="1775"/>
                      <a:pt x="60" y="1774"/>
                      <a:pt x="61" y="1772"/>
                    </a:cubicBezTo>
                    <a:cubicBezTo>
                      <a:pt x="63" y="1771"/>
                      <a:pt x="64" y="1770"/>
                      <a:pt x="65" y="1768"/>
                    </a:cubicBezTo>
                    <a:cubicBezTo>
                      <a:pt x="69" y="1764"/>
                      <a:pt x="74" y="1759"/>
                      <a:pt x="80" y="1762"/>
                    </a:cubicBezTo>
                    <a:cubicBezTo>
                      <a:pt x="85" y="1764"/>
                      <a:pt x="85" y="1767"/>
                      <a:pt x="85" y="1769"/>
                    </a:cubicBezTo>
                    <a:cubicBezTo>
                      <a:pt x="86" y="1771"/>
                      <a:pt x="86" y="1772"/>
                      <a:pt x="88" y="1773"/>
                    </a:cubicBezTo>
                    <a:cubicBezTo>
                      <a:pt x="90" y="1775"/>
                      <a:pt x="92" y="1775"/>
                      <a:pt x="94" y="1775"/>
                    </a:cubicBezTo>
                    <a:cubicBezTo>
                      <a:pt x="95" y="1775"/>
                      <a:pt x="97" y="1773"/>
                      <a:pt x="98" y="1772"/>
                    </a:cubicBezTo>
                    <a:cubicBezTo>
                      <a:pt x="101" y="1766"/>
                      <a:pt x="107" y="1767"/>
                      <a:pt x="113" y="1769"/>
                    </a:cubicBezTo>
                    <a:cubicBezTo>
                      <a:pt x="117" y="1770"/>
                      <a:pt x="118" y="1768"/>
                      <a:pt x="120" y="1763"/>
                    </a:cubicBezTo>
                    <a:cubicBezTo>
                      <a:pt x="122" y="1759"/>
                      <a:pt x="129" y="1751"/>
                      <a:pt x="135" y="1751"/>
                    </a:cubicBezTo>
                    <a:cubicBezTo>
                      <a:pt x="135" y="1751"/>
                      <a:pt x="135" y="1751"/>
                      <a:pt x="135" y="1751"/>
                    </a:cubicBezTo>
                    <a:cubicBezTo>
                      <a:pt x="142" y="1751"/>
                      <a:pt x="142" y="1756"/>
                      <a:pt x="143" y="1759"/>
                    </a:cubicBezTo>
                    <a:cubicBezTo>
                      <a:pt x="143" y="1760"/>
                      <a:pt x="143" y="1760"/>
                      <a:pt x="143" y="1760"/>
                    </a:cubicBezTo>
                    <a:cubicBezTo>
                      <a:pt x="144" y="1759"/>
                      <a:pt x="147" y="1758"/>
                      <a:pt x="148" y="1753"/>
                    </a:cubicBezTo>
                    <a:cubicBezTo>
                      <a:pt x="148" y="1752"/>
                      <a:pt x="148" y="1752"/>
                      <a:pt x="148" y="1752"/>
                    </a:cubicBezTo>
                    <a:cubicBezTo>
                      <a:pt x="150" y="1745"/>
                      <a:pt x="152" y="1737"/>
                      <a:pt x="150" y="1731"/>
                    </a:cubicBezTo>
                    <a:cubicBezTo>
                      <a:pt x="149" y="1725"/>
                      <a:pt x="148" y="1722"/>
                      <a:pt x="150" y="1719"/>
                    </a:cubicBezTo>
                    <a:cubicBezTo>
                      <a:pt x="151" y="1717"/>
                      <a:pt x="154" y="1717"/>
                      <a:pt x="156" y="1717"/>
                    </a:cubicBezTo>
                    <a:cubicBezTo>
                      <a:pt x="161" y="1717"/>
                      <a:pt x="164" y="1718"/>
                      <a:pt x="165" y="1720"/>
                    </a:cubicBezTo>
                    <a:cubicBezTo>
                      <a:pt x="166" y="1721"/>
                      <a:pt x="167" y="1723"/>
                      <a:pt x="166" y="1726"/>
                    </a:cubicBezTo>
                    <a:cubicBezTo>
                      <a:pt x="166" y="1727"/>
                      <a:pt x="165" y="1728"/>
                      <a:pt x="165" y="1729"/>
                    </a:cubicBezTo>
                    <a:cubicBezTo>
                      <a:pt x="163" y="1733"/>
                      <a:pt x="161" y="1738"/>
                      <a:pt x="162" y="1742"/>
                    </a:cubicBezTo>
                    <a:cubicBezTo>
                      <a:pt x="163" y="1744"/>
                      <a:pt x="165" y="1744"/>
                      <a:pt x="166" y="1744"/>
                    </a:cubicBezTo>
                    <a:cubicBezTo>
                      <a:pt x="167" y="1743"/>
                      <a:pt x="169" y="1742"/>
                      <a:pt x="169" y="1740"/>
                    </a:cubicBezTo>
                    <a:cubicBezTo>
                      <a:pt x="169" y="1737"/>
                      <a:pt x="169" y="1735"/>
                      <a:pt x="170" y="1733"/>
                    </a:cubicBezTo>
                    <a:cubicBezTo>
                      <a:pt x="171" y="1731"/>
                      <a:pt x="171" y="1730"/>
                      <a:pt x="170" y="1727"/>
                    </a:cubicBezTo>
                    <a:cubicBezTo>
                      <a:pt x="168" y="1723"/>
                      <a:pt x="170" y="1717"/>
                      <a:pt x="173" y="1715"/>
                    </a:cubicBezTo>
                    <a:cubicBezTo>
                      <a:pt x="174" y="1715"/>
                      <a:pt x="177" y="1714"/>
                      <a:pt x="179" y="1720"/>
                    </a:cubicBezTo>
                    <a:cubicBezTo>
                      <a:pt x="181" y="1723"/>
                      <a:pt x="183" y="1725"/>
                      <a:pt x="184" y="1727"/>
                    </a:cubicBezTo>
                    <a:cubicBezTo>
                      <a:pt x="186" y="1729"/>
                      <a:pt x="188" y="1731"/>
                      <a:pt x="189" y="1734"/>
                    </a:cubicBezTo>
                    <a:cubicBezTo>
                      <a:pt x="189" y="1736"/>
                      <a:pt x="191" y="1738"/>
                      <a:pt x="193" y="1738"/>
                    </a:cubicBezTo>
                    <a:cubicBezTo>
                      <a:pt x="195" y="1739"/>
                      <a:pt x="197" y="1736"/>
                      <a:pt x="197" y="1734"/>
                    </a:cubicBezTo>
                    <a:cubicBezTo>
                      <a:pt x="201" y="1724"/>
                      <a:pt x="199" y="1719"/>
                      <a:pt x="197" y="1716"/>
                    </a:cubicBezTo>
                    <a:cubicBezTo>
                      <a:pt x="196" y="1713"/>
                      <a:pt x="195" y="1711"/>
                      <a:pt x="195" y="1708"/>
                    </a:cubicBezTo>
                    <a:cubicBezTo>
                      <a:pt x="194" y="1704"/>
                      <a:pt x="193" y="1701"/>
                      <a:pt x="191" y="1698"/>
                    </a:cubicBezTo>
                    <a:cubicBezTo>
                      <a:pt x="190" y="1697"/>
                      <a:pt x="190" y="1696"/>
                      <a:pt x="190" y="1694"/>
                    </a:cubicBezTo>
                    <a:cubicBezTo>
                      <a:pt x="191" y="1693"/>
                      <a:pt x="193" y="1692"/>
                      <a:pt x="194" y="1691"/>
                    </a:cubicBezTo>
                    <a:cubicBezTo>
                      <a:pt x="196" y="1690"/>
                      <a:pt x="196" y="1690"/>
                      <a:pt x="195" y="1687"/>
                    </a:cubicBezTo>
                    <a:cubicBezTo>
                      <a:pt x="193" y="1683"/>
                      <a:pt x="191" y="1681"/>
                      <a:pt x="190" y="1679"/>
                    </a:cubicBezTo>
                    <a:cubicBezTo>
                      <a:pt x="188" y="1676"/>
                      <a:pt x="187" y="1675"/>
                      <a:pt x="186" y="1673"/>
                    </a:cubicBezTo>
                    <a:cubicBezTo>
                      <a:pt x="186" y="1671"/>
                      <a:pt x="183" y="1657"/>
                      <a:pt x="187" y="1655"/>
                    </a:cubicBezTo>
                    <a:cubicBezTo>
                      <a:pt x="190" y="1654"/>
                      <a:pt x="192" y="1658"/>
                      <a:pt x="193" y="1659"/>
                    </a:cubicBezTo>
                    <a:cubicBezTo>
                      <a:pt x="194" y="1662"/>
                      <a:pt x="195" y="1665"/>
                      <a:pt x="196" y="1667"/>
                    </a:cubicBezTo>
                    <a:cubicBezTo>
                      <a:pt x="198" y="1674"/>
                      <a:pt x="200" y="1676"/>
                      <a:pt x="203" y="1676"/>
                    </a:cubicBezTo>
                    <a:cubicBezTo>
                      <a:pt x="214" y="1675"/>
                      <a:pt x="216" y="1679"/>
                      <a:pt x="219" y="1688"/>
                    </a:cubicBezTo>
                    <a:cubicBezTo>
                      <a:pt x="221" y="1696"/>
                      <a:pt x="222" y="1697"/>
                      <a:pt x="228" y="1700"/>
                    </a:cubicBezTo>
                    <a:cubicBezTo>
                      <a:pt x="232" y="1701"/>
                      <a:pt x="234" y="1703"/>
                      <a:pt x="235" y="1705"/>
                    </a:cubicBezTo>
                    <a:cubicBezTo>
                      <a:pt x="235" y="1708"/>
                      <a:pt x="232" y="1709"/>
                      <a:pt x="230" y="1710"/>
                    </a:cubicBezTo>
                    <a:cubicBezTo>
                      <a:pt x="229" y="1711"/>
                      <a:pt x="228" y="1713"/>
                      <a:pt x="228" y="1713"/>
                    </a:cubicBezTo>
                    <a:cubicBezTo>
                      <a:pt x="228" y="1713"/>
                      <a:pt x="228" y="1713"/>
                      <a:pt x="229" y="1713"/>
                    </a:cubicBezTo>
                    <a:cubicBezTo>
                      <a:pt x="231" y="1713"/>
                      <a:pt x="232" y="1713"/>
                      <a:pt x="233" y="1713"/>
                    </a:cubicBezTo>
                    <a:cubicBezTo>
                      <a:pt x="236" y="1713"/>
                      <a:pt x="237" y="1713"/>
                      <a:pt x="241" y="1716"/>
                    </a:cubicBezTo>
                    <a:cubicBezTo>
                      <a:pt x="242" y="1717"/>
                      <a:pt x="244" y="1717"/>
                      <a:pt x="247" y="1716"/>
                    </a:cubicBezTo>
                    <a:cubicBezTo>
                      <a:pt x="249" y="1716"/>
                      <a:pt x="251" y="1716"/>
                      <a:pt x="254" y="1717"/>
                    </a:cubicBezTo>
                    <a:cubicBezTo>
                      <a:pt x="254" y="1717"/>
                      <a:pt x="254" y="1717"/>
                      <a:pt x="254" y="1717"/>
                    </a:cubicBezTo>
                    <a:cubicBezTo>
                      <a:pt x="254" y="1717"/>
                      <a:pt x="254" y="1716"/>
                      <a:pt x="254" y="1716"/>
                    </a:cubicBezTo>
                    <a:cubicBezTo>
                      <a:pt x="254" y="1714"/>
                      <a:pt x="255" y="1712"/>
                      <a:pt x="255" y="1712"/>
                    </a:cubicBezTo>
                    <a:cubicBezTo>
                      <a:pt x="257" y="1710"/>
                      <a:pt x="259" y="1711"/>
                      <a:pt x="261" y="1711"/>
                    </a:cubicBezTo>
                    <a:cubicBezTo>
                      <a:pt x="261" y="1711"/>
                      <a:pt x="262" y="1711"/>
                      <a:pt x="263" y="1711"/>
                    </a:cubicBezTo>
                    <a:cubicBezTo>
                      <a:pt x="262" y="1710"/>
                      <a:pt x="262" y="1709"/>
                      <a:pt x="261" y="1709"/>
                    </a:cubicBezTo>
                    <a:cubicBezTo>
                      <a:pt x="261" y="1708"/>
                      <a:pt x="260" y="1708"/>
                      <a:pt x="259" y="1708"/>
                    </a:cubicBezTo>
                    <a:cubicBezTo>
                      <a:pt x="256" y="1709"/>
                      <a:pt x="252" y="1710"/>
                      <a:pt x="250" y="1704"/>
                    </a:cubicBezTo>
                    <a:cubicBezTo>
                      <a:pt x="249" y="1703"/>
                      <a:pt x="249" y="1702"/>
                      <a:pt x="250" y="1701"/>
                    </a:cubicBezTo>
                    <a:cubicBezTo>
                      <a:pt x="251" y="1700"/>
                      <a:pt x="252" y="1699"/>
                      <a:pt x="254" y="1699"/>
                    </a:cubicBezTo>
                    <a:cubicBezTo>
                      <a:pt x="254" y="1699"/>
                      <a:pt x="255" y="1699"/>
                      <a:pt x="255" y="1699"/>
                    </a:cubicBezTo>
                    <a:cubicBezTo>
                      <a:pt x="255" y="1699"/>
                      <a:pt x="256" y="1698"/>
                      <a:pt x="256" y="1698"/>
                    </a:cubicBezTo>
                    <a:cubicBezTo>
                      <a:pt x="255" y="1695"/>
                      <a:pt x="257" y="1692"/>
                      <a:pt x="260" y="1692"/>
                    </a:cubicBezTo>
                    <a:cubicBezTo>
                      <a:pt x="265" y="1690"/>
                      <a:pt x="272" y="1693"/>
                      <a:pt x="274" y="1698"/>
                    </a:cubicBezTo>
                    <a:cubicBezTo>
                      <a:pt x="276" y="1701"/>
                      <a:pt x="276" y="1702"/>
                      <a:pt x="276" y="1702"/>
                    </a:cubicBezTo>
                    <a:cubicBezTo>
                      <a:pt x="277" y="1702"/>
                      <a:pt x="277" y="1702"/>
                      <a:pt x="278" y="1701"/>
                    </a:cubicBezTo>
                    <a:cubicBezTo>
                      <a:pt x="278" y="1700"/>
                      <a:pt x="277" y="1699"/>
                      <a:pt x="276" y="1699"/>
                    </a:cubicBezTo>
                    <a:cubicBezTo>
                      <a:pt x="275" y="1698"/>
                      <a:pt x="273" y="1696"/>
                      <a:pt x="273" y="1694"/>
                    </a:cubicBezTo>
                    <a:cubicBezTo>
                      <a:pt x="273" y="1693"/>
                      <a:pt x="273" y="1692"/>
                      <a:pt x="274" y="1691"/>
                    </a:cubicBezTo>
                    <a:cubicBezTo>
                      <a:pt x="274" y="1691"/>
                      <a:pt x="274" y="1691"/>
                      <a:pt x="274" y="1691"/>
                    </a:cubicBezTo>
                    <a:cubicBezTo>
                      <a:pt x="273" y="1689"/>
                      <a:pt x="271" y="1687"/>
                      <a:pt x="273" y="1684"/>
                    </a:cubicBezTo>
                    <a:cubicBezTo>
                      <a:pt x="275" y="1681"/>
                      <a:pt x="277" y="1680"/>
                      <a:pt x="280" y="1679"/>
                    </a:cubicBezTo>
                    <a:cubicBezTo>
                      <a:pt x="282" y="1678"/>
                      <a:pt x="282" y="1678"/>
                      <a:pt x="282" y="1678"/>
                    </a:cubicBezTo>
                    <a:cubicBezTo>
                      <a:pt x="285" y="1676"/>
                      <a:pt x="290" y="1674"/>
                      <a:pt x="291" y="1673"/>
                    </a:cubicBezTo>
                    <a:cubicBezTo>
                      <a:pt x="293" y="1671"/>
                      <a:pt x="296" y="1669"/>
                      <a:pt x="298" y="1671"/>
                    </a:cubicBezTo>
                    <a:cubicBezTo>
                      <a:pt x="299" y="1672"/>
                      <a:pt x="300" y="1673"/>
                      <a:pt x="299" y="1676"/>
                    </a:cubicBezTo>
                    <a:cubicBezTo>
                      <a:pt x="299" y="1677"/>
                      <a:pt x="298" y="1678"/>
                      <a:pt x="297" y="1680"/>
                    </a:cubicBezTo>
                    <a:cubicBezTo>
                      <a:pt x="296" y="1682"/>
                      <a:pt x="295" y="1683"/>
                      <a:pt x="295" y="1687"/>
                    </a:cubicBezTo>
                    <a:cubicBezTo>
                      <a:pt x="295" y="1689"/>
                      <a:pt x="295" y="1690"/>
                      <a:pt x="295" y="1691"/>
                    </a:cubicBezTo>
                    <a:cubicBezTo>
                      <a:pt x="295" y="1691"/>
                      <a:pt x="296" y="1691"/>
                      <a:pt x="297" y="1690"/>
                    </a:cubicBezTo>
                    <a:cubicBezTo>
                      <a:pt x="299" y="1690"/>
                      <a:pt x="301" y="1690"/>
                      <a:pt x="303" y="1690"/>
                    </a:cubicBezTo>
                    <a:cubicBezTo>
                      <a:pt x="303" y="1690"/>
                      <a:pt x="304" y="1691"/>
                      <a:pt x="304" y="1690"/>
                    </a:cubicBezTo>
                    <a:cubicBezTo>
                      <a:pt x="304" y="1690"/>
                      <a:pt x="304" y="1690"/>
                      <a:pt x="304" y="1690"/>
                    </a:cubicBezTo>
                    <a:cubicBezTo>
                      <a:pt x="304" y="1690"/>
                      <a:pt x="305" y="1690"/>
                      <a:pt x="305" y="1690"/>
                    </a:cubicBezTo>
                    <a:cubicBezTo>
                      <a:pt x="306" y="1687"/>
                      <a:pt x="308" y="1684"/>
                      <a:pt x="310" y="1682"/>
                    </a:cubicBezTo>
                    <a:cubicBezTo>
                      <a:pt x="311" y="1681"/>
                      <a:pt x="311" y="1680"/>
                      <a:pt x="312" y="1679"/>
                    </a:cubicBezTo>
                    <a:cubicBezTo>
                      <a:pt x="312" y="1679"/>
                      <a:pt x="313" y="1678"/>
                      <a:pt x="313" y="1677"/>
                    </a:cubicBezTo>
                    <a:cubicBezTo>
                      <a:pt x="314" y="1675"/>
                      <a:pt x="316" y="1671"/>
                      <a:pt x="322" y="1671"/>
                    </a:cubicBezTo>
                    <a:cubicBezTo>
                      <a:pt x="327" y="1672"/>
                      <a:pt x="333" y="1672"/>
                      <a:pt x="337" y="1670"/>
                    </a:cubicBezTo>
                    <a:cubicBezTo>
                      <a:pt x="340" y="1668"/>
                      <a:pt x="344" y="1669"/>
                      <a:pt x="345" y="1671"/>
                    </a:cubicBezTo>
                    <a:cubicBezTo>
                      <a:pt x="346" y="1672"/>
                      <a:pt x="347" y="1674"/>
                      <a:pt x="344" y="1678"/>
                    </a:cubicBezTo>
                    <a:cubicBezTo>
                      <a:pt x="344" y="1678"/>
                      <a:pt x="344" y="1678"/>
                      <a:pt x="344" y="1678"/>
                    </a:cubicBezTo>
                    <a:cubicBezTo>
                      <a:pt x="344" y="1678"/>
                      <a:pt x="344" y="1679"/>
                      <a:pt x="346" y="1679"/>
                    </a:cubicBezTo>
                    <a:cubicBezTo>
                      <a:pt x="347" y="1679"/>
                      <a:pt x="348" y="1679"/>
                      <a:pt x="349" y="1678"/>
                    </a:cubicBezTo>
                    <a:cubicBezTo>
                      <a:pt x="353" y="1677"/>
                      <a:pt x="356" y="1678"/>
                      <a:pt x="359" y="1679"/>
                    </a:cubicBezTo>
                    <a:cubicBezTo>
                      <a:pt x="359" y="1679"/>
                      <a:pt x="360" y="1679"/>
                      <a:pt x="361" y="1679"/>
                    </a:cubicBezTo>
                    <a:cubicBezTo>
                      <a:pt x="361" y="1678"/>
                      <a:pt x="361" y="1678"/>
                      <a:pt x="361" y="1677"/>
                    </a:cubicBezTo>
                    <a:cubicBezTo>
                      <a:pt x="361" y="1677"/>
                      <a:pt x="361" y="1677"/>
                      <a:pt x="361" y="1677"/>
                    </a:cubicBezTo>
                    <a:cubicBezTo>
                      <a:pt x="359" y="1677"/>
                      <a:pt x="357" y="1677"/>
                      <a:pt x="357" y="1675"/>
                    </a:cubicBezTo>
                    <a:cubicBezTo>
                      <a:pt x="356" y="1672"/>
                      <a:pt x="357" y="1667"/>
                      <a:pt x="361" y="1664"/>
                    </a:cubicBezTo>
                    <a:cubicBezTo>
                      <a:pt x="365" y="1661"/>
                      <a:pt x="368" y="1659"/>
                      <a:pt x="374" y="1663"/>
                    </a:cubicBezTo>
                    <a:cubicBezTo>
                      <a:pt x="376" y="1664"/>
                      <a:pt x="378" y="1666"/>
                      <a:pt x="379" y="1667"/>
                    </a:cubicBezTo>
                    <a:cubicBezTo>
                      <a:pt x="382" y="1670"/>
                      <a:pt x="382" y="1670"/>
                      <a:pt x="387" y="1666"/>
                    </a:cubicBezTo>
                    <a:cubicBezTo>
                      <a:pt x="394" y="1662"/>
                      <a:pt x="396" y="1661"/>
                      <a:pt x="403" y="1661"/>
                    </a:cubicBezTo>
                    <a:cubicBezTo>
                      <a:pt x="407" y="1662"/>
                      <a:pt x="409" y="1660"/>
                      <a:pt x="412" y="1656"/>
                    </a:cubicBezTo>
                    <a:cubicBezTo>
                      <a:pt x="412" y="1656"/>
                      <a:pt x="412" y="1655"/>
                      <a:pt x="413" y="1655"/>
                    </a:cubicBezTo>
                    <a:cubicBezTo>
                      <a:pt x="415" y="1652"/>
                      <a:pt x="419" y="1647"/>
                      <a:pt x="425" y="1650"/>
                    </a:cubicBezTo>
                    <a:cubicBezTo>
                      <a:pt x="427" y="1651"/>
                      <a:pt x="431" y="1651"/>
                      <a:pt x="434" y="1649"/>
                    </a:cubicBezTo>
                    <a:cubicBezTo>
                      <a:pt x="437" y="1647"/>
                      <a:pt x="438" y="1643"/>
                      <a:pt x="438" y="1638"/>
                    </a:cubicBezTo>
                    <a:cubicBezTo>
                      <a:pt x="438" y="1628"/>
                      <a:pt x="444" y="1626"/>
                      <a:pt x="448" y="1624"/>
                    </a:cubicBezTo>
                    <a:cubicBezTo>
                      <a:pt x="451" y="1623"/>
                      <a:pt x="453" y="1622"/>
                      <a:pt x="454" y="1620"/>
                    </a:cubicBezTo>
                    <a:cubicBezTo>
                      <a:pt x="455" y="1616"/>
                      <a:pt x="457" y="1613"/>
                      <a:pt x="458" y="1610"/>
                    </a:cubicBezTo>
                    <a:cubicBezTo>
                      <a:pt x="460" y="1606"/>
                      <a:pt x="462" y="1603"/>
                      <a:pt x="464" y="1598"/>
                    </a:cubicBezTo>
                    <a:cubicBezTo>
                      <a:pt x="464" y="1597"/>
                      <a:pt x="464" y="1596"/>
                      <a:pt x="465" y="1596"/>
                    </a:cubicBezTo>
                    <a:cubicBezTo>
                      <a:pt x="467" y="1588"/>
                      <a:pt x="469" y="1582"/>
                      <a:pt x="479" y="1584"/>
                    </a:cubicBezTo>
                    <a:cubicBezTo>
                      <a:pt x="481" y="1585"/>
                      <a:pt x="481" y="1585"/>
                      <a:pt x="481" y="1585"/>
                    </a:cubicBezTo>
                    <a:cubicBezTo>
                      <a:pt x="487" y="1586"/>
                      <a:pt x="487" y="1586"/>
                      <a:pt x="491" y="1581"/>
                    </a:cubicBezTo>
                    <a:cubicBezTo>
                      <a:pt x="492" y="1579"/>
                      <a:pt x="493" y="1577"/>
                      <a:pt x="494" y="1576"/>
                    </a:cubicBezTo>
                    <a:cubicBezTo>
                      <a:pt x="496" y="1573"/>
                      <a:pt x="497" y="1571"/>
                      <a:pt x="502" y="1569"/>
                    </a:cubicBezTo>
                    <a:cubicBezTo>
                      <a:pt x="504" y="1569"/>
                      <a:pt x="506" y="1567"/>
                      <a:pt x="507" y="1564"/>
                    </a:cubicBezTo>
                    <a:cubicBezTo>
                      <a:pt x="509" y="1561"/>
                      <a:pt x="511" y="1558"/>
                      <a:pt x="514" y="1557"/>
                    </a:cubicBezTo>
                    <a:cubicBezTo>
                      <a:pt x="516" y="1556"/>
                      <a:pt x="519" y="1555"/>
                      <a:pt x="521" y="1554"/>
                    </a:cubicBezTo>
                    <a:cubicBezTo>
                      <a:pt x="523" y="1554"/>
                      <a:pt x="526" y="1553"/>
                      <a:pt x="526" y="1553"/>
                    </a:cubicBezTo>
                    <a:cubicBezTo>
                      <a:pt x="526" y="1550"/>
                      <a:pt x="528" y="1548"/>
                      <a:pt x="530" y="1546"/>
                    </a:cubicBezTo>
                    <a:cubicBezTo>
                      <a:pt x="531" y="1545"/>
                      <a:pt x="533" y="1545"/>
                      <a:pt x="535" y="1545"/>
                    </a:cubicBezTo>
                    <a:cubicBezTo>
                      <a:pt x="536" y="1546"/>
                      <a:pt x="537" y="1546"/>
                      <a:pt x="537" y="1547"/>
                    </a:cubicBezTo>
                    <a:cubicBezTo>
                      <a:pt x="538" y="1549"/>
                      <a:pt x="538" y="1551"/>
                      <a:pt x="537" y="1553"/>
                    </a:cubicBezTo>
                    <a:cubicBezTo>
                      <a:pt x="538" y="1552"/>
                      <a:pt x="539" y="1551"/>
                      <a:pt x="539" y="1550"/>
                    </a:cubicBezTo>
                    <a:cubicBezTo>
                      <a:pt x="540" y="1548"/>
                      <a:pt x="541" y="1547"/>
                      <a:pt x="542" y="1546"/>
                    </a:cubicBezTo>
                    <a:cubicBezTo>
                      <a:pt x="544" y="1543"/>
                      <a:pt x="545" y="1541"/>
                      <a:pt x="545" y="1539"/>
                    </a:cubicBezTo>
                    <a:cubicBezTo>
                      <a:pt x="545" y="1533"/>
                      <a:pt x="548" y="1532"/>
                      <a:pt x="552" y="1530"/>
                    </a:cubicBezTo>
                    <a:cubicBezTo>
                      <a:pt x="553" y="1529"/>
                      <a:pt x="553" y="1529"/>
                      <a:pt x="553" y="1529"/>
                    </a:cubicBezTo>
                    <a:cubicBezTo>
                      <a:pt x="557" y="1527"/>
                      <a:pt x="561" y="1522"/>
                      <a:pt x="561" y="1521"/>
                    </a:cubicBezTo>
                    <a:cubicBezTo>
                      <a:pt x="560" y="1521"/>
                      <a:pt x="560" y="1520"/>
                      <a:pt x="559" y="1520"/>
                    </a:cubicBezTo>
                    <a:cubicBezTo>
                      <a:pt x="557" y="1518"/>
                      <a:pt x="555" y="1517"/>
                      <a:pt x="551" y="1518"/>
                    </a:cubicBezTo>
                    <a:cubicBezTo>
                      <a:pt x="546" y="1519"/>
                      <a:pt x="542" y="1518"/>
                      <a:pt x="540" y="1517"/>
                    </a:cubicBezTo>
                    <a:cubicBezTo>
                      <a:pt x="539" y="1515"/>
                      <a:pt x="538" y="1514"/>
                      <a:pt x="538" y="1512"/>
                    </a:cubicBezTo>
                    <a:cubicBezTo>
                      <a:pt x="538" y="1509"/>
                      <a:pt x="543" y="1507"/>
                      <a:pt x="557" y="1505"/>
                    </a:cubicBezTo>
                    <a:cubicBezTo>
                      <a:pt x="558" y="1505"/>
                      <a:pt x="558" y="1505"/>
                      <a:pt x="558" y="1505"/>
                    </a:cubicBezTo>
                    <a:cubicBezTo>
                      <a:pt x="559" y="1504"/>
                      <a:pt x="558" y="1501"/>
                      <a:pt x="558" y="1498"/>
                    </a:cubicBezTo>
                    <a:cubicBezTo>
                      <a:pt x="558" y="1497"/>
                      <a:pt x="558" y="1496"/>
                      <a:pt x="558" y="1495"/>
                    </a:cubicBezTo>
                    <a:cubicBezTo>
                      <a:pt x="557" y="1493"/>
                      <a:pt x="558" y="1490"/>
                      <a:pt x="560" y="1489"/>
                    </a:cubicBezTo>
                    <a:cubicBezTo>
                      <a:pt x="562" y="1488"/>
                      <a:pt x="564" y="1488"/>
                      <a:pt x="566" y="1489"/>
                    </a:cubicBezTo>
                    <a:cubicBezTo>
                      <a:pt x="568" y="1490"/>
                      <a:pt x="569" y="1492"/>
                      <a:pt x="569" y="1494"/>
                    </a:cubicBezTo>
                    <a:cubicBezTo>
                      <a:pt x="569" y="1495"/>
                      <a:pt x="569" y="1495"/>
                      <a:pt x="570" y="1495"/>
                    </a:cubicBezTo>
                    <a:cubicBezTo>
                      <a:pt x="571" y="1496"/>
                      <a:pt x="574" y="1495"/>
                      <a:pt x="579" y="1493"/>
                    </a:cubicBezTo>
                    <a:cubicBezTo>
                      <a:pt x="583" y="1491"/>
                      <a:pt x="594" y="1486"/>
                      <a:pt x="599" y="1494"/>
                    </a:cubicBezTo>
                    <a:cubicBezTo>
                      <a:pt x="599" y="1494"/>
                      <a:pt x="599" y="1494"/>
                      <a:pt x="599" y="1494"/>
                    </a:cubicBezTo>
                    <a:cubicBezTo>
                      <a:pt x="599" y="1494"/>
                      <a:pt x="602" y="1491"/>
                      <a:pt x="606" y="1483"/>
                    </a:cubicBezTo>
                    <a:cubicBezTo>
                      <a:pt x="608" y="1478"/>
                      <a:pt x="608" y="1476"/>
                      <a:pt x="608" y="1476"/>
                    </a:cubicBezTo>
                    <a:cubicBezTo>
                      <a:pt x="608" y="1476"/>
                      <a:pt x="608" y="1476"/>
                      <a:pt x="608" y="1476"/>
                    </a:cubicBezTo>
                    <a:cubicBezTo>
                      <a:pt x="608" y="1476"/>
                      <a:pt x="608" y="1476"/>
                      <a:pt x="607" y="1476"/>
                    </a:cubicBezTo>
                    <a:cubicBezTo>
                      <a:pt x="606" y="1476"/>
                      <a:pt x="606" y="1476"/>
                      <a:pt x="605" y="1476"/>
                    </a:cubicBezTo>
                    <a:cubicBezTo>
                      <a:pt x="602" y="1476"/>
                      <a:pt x="599" y="1476"/>
                      <a:pt x="598" y="1474"/>
                    </a:cubicBezTo>
                    <a:cubicBezTo>
                      <a:pt x="596" y="1472"/>
                      <a:pt x="597" y="1470"/>
                      <a:pt x="597" y="1469"/>
                    </a:cubicBezTo>
                    <a:cubicBezTo>
                      <a:pt x="598" y="1465"/>
                      <a:pt x="603" y="1466"/>
                      <a:pt x="606" y="1466"/>
                    </a:cubicBezTo>
                    <a:cubicBezTo>
                      <a:pt x="610" y="1467"/>
                      <a:pt x="612" y="1467"/>
                      <a:pt x="614" y="1465"/>
                    </a:cubicBezTo>
                    <a:cubicBezTo>
                      <a:pt x="616" y="1462"/>
                      <a:pt x="618" y="1462"/>
                      <a:pt x="620" y="1461"/>
                    </a:cubicBezTo>
                    <a:cubicBezTo>
                      <a:pt x="621" y="1461"/>
                      <a:pt x="622" y="1460"/>
                      <a:pt x="623" y="1458"/>
                    </a:cubicBezTo>
                    <a:cubicBezTo>
                      <a:pt x="624" y="1456"/>
                      <a:pt x="624" y="1455"/>
                      <a:pt x="624" y="1454"/>
                    </a:cubicBezTo>
                    <a:cubicBezTo>
                      <a:pt x="623" y="1455"/>
                      <a:pt x="622" y="1455"/>
                      <a:pt x="621" y="1455"/>
                    </a:cubicBezTo>
                    <a:cubicBezTo>
                      <a:pt x="616" y="1456"/>
                      <a:pt x="613" y="1453"/>
                      <a:pt x="612" y="1450"/>
                    </a:cubicBezTo>
                    <a:cubicBezTo>
                      <a:pt x="612" y="1447"/>
                      <a:pt x="613" y="1443"/>
                      <a:pt x="617" y="1442"/>
                    </a:cubicBezTo>
                    <a:cubicBezTo>
                      <a:pt x="618" y="1442"/>
                      <a:pt x="618" y="1441"/>
                      <a:pt x="618" y="1441"/>
                    </a:cubicBezTo>
                    <a:cubicBezTo>
                      <a:pt x="619" y="1440"/>
                      <a:pt x="618" y="1439"/>
                      <a:pt x="618" y="1438"/>
                    </a:cubicBezTo>
                    <a:cubicBezTo>
                      <a:pt x="617" y="1437"/>
                      <a:pt x="616" y="1435"/>
                      <a:pt x="617" y="1434"/>
                    </a:cubicBezTo>
                    <a:cubicBezTo>
                      <a:pt x="619" y="1432"/>
                      <a:pt x="621" y="1430"/>
                      <a:pt x="624" y="1431"/>
                    </a:cubicBezTo>
                    <a:cubicBezTo>
                      <a:pt x="625" y="1431"/>
                      <a:pt x="628" y="1432"/>
                      <a:pt x="629" y="1437"/>
                    </a:cubicBezTo>
                    <a:cubicBezTo>
                      <a:pt x="629" y="1439"/>
                      <a:pt x="630" y="1440"/>
                      <a:pt x="630" y="1440"/>
                    </a:cubicBezTo>
                    <a:cubicBezTo>
                      <a:pt x="631" y="1441"/>
                      <a:pt x="633" y="1440"/>
                      <a:pt x="634" y="1440"/>
                    </a:cubicBezTo>
                    <a:cubicBezTo>
                      <a:pt x="635" y="1440"/>
                      <a:pt x="635" y="1440"/>
                      <a:pt x="635" y="1440"/>
                    </a:cubicBezTo>
                    <a:cubicBezTo>
                      <a:pt x="635" y="1440"/>
                      <a:pt x="636" y="1439"/>
                      <a:pt x="636" y="1439"/>
                    </a:cubicBezTo>
                    <a:cubicBezTo>
                      <a:pt x="636" y="1438"/>
                      <a:pt x="637" y="1435"/>
                      <a:pt x="641" y="1435"/>
                    </a:cubicBezTo>
                    <a:cubicBezTo>
                      <a:pt x="641" y="1435"/>
                      <a:pt x="642" y="1435"/>
                      <a:pt x="643" y="1435"/>
                    </a:cubicBezTo>
                    <a:cubicBezTo>
                      <a:pt x="647" y="1435"/>
                      <a:pt x="648" y="1435"/>
                      <a:pt x="648" y="1432"/>
                    </a:cubicBezTo>
                    <a:cubicBezTo>
                      <a:pt x="649" y="1428"/>
                      <a:pt x="648" y="1428"/>
                      <a:pt x="642" y="1425"/>
                    </a:cubicBezTo>
                    <a:cubicBezTo>
                      <a:pt x="640" y="1425"/>
                      <a:pt x="640" y="1425"/>
                      <a:pt x="640" y="1425"/>
                    </a:cubicBezTo>
                    <a:cubicBezTo>
                      <a:pt x="636" y="1423"/>
                      <a:pt x="635" y="1421"/>
                      <a:pt x="635" y="1419"/>
                    </a:cubicBezTo>
                    <a:cubicBezTo>
                      <a:pt x="634" y="1415"/>
                      <a:pt x="639" y="1411"/>
                      <a:pt x="643" y="1409"/>
                    </a:cubicBezTo>
                    <a:cubicBezTo>
                      <a:pt x="645" y="1407"/>
                      <a:pt x="654" y="1403"/>
                      <a:pt x="659" y="1405"/>
                    </a:cubicBezTo>
                    <a:cubicBezTo>
                      <a:pt x="661" y="1406"/>
                      <a:pt x="662" y="1407"/>
                      <a:pt x="662" y="1409"/>
                    </a:cubicBezTo>
                    <a:cubicBezTo>
                      <a:pt x="663" y="1413"/>
                      <a:pt x="663" y="1413"/>
                      <a:pt x="666" y="1414"/>
                    </a:cubicBezTo>
                    <a:cubicBezTo>
                      <a:pt x="667" y="1414"/>
                      <a:pt x="668" y="1415"/>
                      <a:pt x="669" y="1415"/>
                    </a:cubicBezTo>
                    <a:cubicBezTo>
                      <a:pt x="670" y="1416"/>
                      <a:pt x="670" y="1416"/>
                      <a:pt x="670" y="1416"/>
                    </a:cubicBezTo>
                    <a:cubicBezTo>
                      <a:pt x="671" y="1416"/>
                      <a:pt x="672" y="1417"/>
                      <a:pt x="673" y="1417"/>
                    </a:cubicBezTo>
                    <a:cubicBezTo>
                      <a:pt x="673" y="1417"/>
                      <a:pt x="673" y="1416"/>
                      <a:pt x="673" y="1415"/>
                    </a:cubicBezTo>
                    <a:cubicBezTo>
                      <a:pt x="673" y="1411"/>
                      <a:pt x="671" y="1408"/>
                      <a:pt x="668" y="1405"/>
                    </a:cubicBezTo>
                    <a:cubicBezTo>
                      <a:pt x="667" y="1404"/>
                      <a:pt x="666" y="1402"/>
                      <a:pt x="665" y="1401"/>
                    </a:cubicBezTo>
                    <a:cubicBezTo>
                      <a:pt x="665" y="1400"/>
                      <a:pt x="665" y="1400"/>
                      <a:pt x="663" y="1400"/>
                    </a:cubicBezTo>
                    <a:cubicBezTo>
                      <a:pt x="662" y="1400"/>
                      <a:pt x="660" y="1400"/>
                      <a:pt x="658" y="1398"/>
                    </a:cubicBezTo>
                    <a:cubicBezTo>
                      <a:pt x="657" y="1397"/>
                      <a:pt x="657" y="1395"/>
                      <a:pt x="657" y="1393"/>
                    </a:cubicBezTo>
                    <a:cubicBezTo>
                      <a:pt x="658" y="1388"/>
                      <a:pt x="661" y="1387"/>
                      <a:pt x="664" y="1386"/>
                    </a:cubicBezTo>
                    <a:cubicBezTo>
                      <a:pt x="667" y="1385"/>
                      <a:pt x="668" y="1385"/>
                      <a:pt x="668" y="1380"/>
                    </a:cubicBezTo>
                    <a:cubicBezTo>
                      <a:pt x="668" y="1373"/>
                      <a:pt x="670" y="1369"/>
                      <a:pt x="671" y="1367"/>
                    </a:cubicBezTo>
                    <a:cubicBezTo>
                      <a:pt x="673" y="1365"/>
                      <a:pt x="673" y="1364"/>
                      <a:pt x="672" y="1361"/>
                    </a:cubicBezTo>
                    <a:cubicBezTo>
                      <a:pt x="672" y="1359"/>
                      <a:pt x="671" y="1359"/>
                      <a:pt x="666" y="1360"/>
                    </a:cubicBezTo>
                    <a:cubicBezTo>
                      <a:pt x="663" y="1361"/>
                      <a:pt x="661" y="1361"/>
                      <a:pt x="659" y="1360"/>
                    </a:cubicBezTo>
                    <a:cubicBezTo>
                      <a:pt x="658" y="1359"/>
                      <a:pt x="657" y="1358"/>
                      <a:pt x="658" y="1356"/>
                    </a:cubicBezTo>
                    <a:cubicBezTo>
                      <a:pt x="658" y="1349"/>
                      <a:pt x="665" y="1337"/>
                      <a:pt x="673" y="1334"/>
                    </a:cubicBezTo>
                    <a:cubicBezTo>
                      <a:pt x="674" y="1334"/>
                      <a:pt x="676" y="1333"/>
                      <a:pt x="677" y="1333"/>
                    </a:cubicBezTo>
                    <a:cubicBezTo>
                      <a:pt x="683" y="1331"/>
                      <a:pt x="688" y="1329"/>
                      <a:pt x="687" y="1326"/>
                    </a:cubicBezTo>
                    <a:cubicBezTo>
                      <a:pt x="687" y="1325"/>
                      <a:pt x="687" y="1325"/>
                      <a:pt x="687" y="1325"/>
                    </a:cubicBezTo>
                    <a:cubicBezTo>
                      <a:pt x="685" y="1324"/>
                      <a:pt x="681" y="1326"/>
                      <a:pt x="679" y="1328"/>
                    </a:cubicBezTo>
                    <a:cubicBezTo>
                      <a:pt x="677" y="1331"/>
                      <a:pt x="674" y="1332"/>
                      <a:pt x="671" y="1332"/>
                    </a:cubicBezTo>
                    <a:cubicBezTo>
                      <a:pt x="668" y="1332"/>
                      <a:pt x="666" y="1330"/>
                      <a:pt x="665" y="1328"/>
                    </a:cubicBezTo>
                    <a:cubicBezTo>
                      <a:pt x="662" y="1323"/>
                      <a:pt x="662" y="1320"/>
                      <a:pt x="664" y="1318"/>
                    </a:cubicBezTo>
                    <a:cubicBezTo>
                      <a:pt x="664" y="1317"/>
                      <a:pt x="666" y="1316"/>
                      <a:pt x="670" y="1317"/>
                    </a:cubicBezTo>
                    <a:cubicBezTo>
                      <a:pt x="671" y="1317"/>
                      <a:pt x="671" y="1317"/>
                      <a:pt x="671" y="1317"/>
                    </a:cubicBezTo>
                    <a:cubicBezTo>
                      <a:pt x="673" y="1318"/>
                      <a:pt x="676" y="1319"/>
                      <a:pt x="677" y="1319"/>
                    </a:cubicBezTo>
                    <a:cubicBezTo>
                      <a:pt x="677" y="1319"/>
                      <a:pt x="677" y="1318"/>
                      <a:pt x="677" y="1318"/>
                    </a:cubicBezTo>
                    <a:cubicBezTo>
                      <a:pt x="675" y="1313"/>
                      <a:pt x="671" y="1308"/>
                      <a:pt x="670" y="1308"/>
                    </a:cubicBezTo>
                    <a:cubicBezTo>
                      <a:pt x="669" y="1308"/>
                      <a:pt x="669" y="1308"/>
                      <a:pt x="669" y="1308"/>
                    </a:cubicBezTo>
                    <a:cubicBezTo>
                      <a:pt x="666" y="1308"/>
                      <a:pt x="662" y="1308"/>
                      <a:pt x="660" y="1306"/>
                    </a:cubicBezTo>
                    <a:cubicBezTo>
                      <a:pt x="659" y="1304"/>
                      <a:pt x="658" y="1302"/>
                      <a:pt x="659" y="1298"/>
                    </a:cubicBezTo>
                    <a:cubicBezTo>
                      <a:pt x="660" y="1295"/>
                      <a:pt x="662" y="1292"/>
                      <a:pt x="664" y="1291"/>
                    </a:cubicBezTo>
                    <a:cubicBezTo>
                      <a:pt x="668" y="1290"/>
                      <a:pt x="673" y="1292"/>
                      <a:pt x="676" y="1293"/>
                    </a:cubicBezTo>
                    <a:cubicBezTo>
                      <a:pt x="677" y="1294"/>
                      <a:pt x="677" y="1294"/>
                      <a:pt x="678" y="1294"/>
                    </a:cubicBezTo>
                    <a:cubicBezTo>
                      <a:pt x="679" y="1295"/>
                      <a:pt x="680" y="1295"/>
                      <a:pt x="681" y="1295"/>
                    </a:cubicBezTo>
                    <a:cubicBezTo>
                      <a:pt x="681" y="1295"/>
                      <a:pt x="681" y="1295"/>
                      <a:pt x="681" y="1294"/>
                    </a:cubicBezTo>
                    <a:cubicBezTo>
                      <a:pt x="682" y="1289"/>
                      <a:pt x="684" y="1285"/>
                      <a:pt x="691" y="1286"/>
                    </a:cubicBezTo>
                    <a:cubicBezTo>
                      <a:pt x="693" y="1286"/>
                      <a:pt x="695" y="1287"/>
                      <a:pt x="696" y="1289"/>
                    </a:cubicBezTo>
                    <a:cubicBezTo>
                      <a:pt x="697" y="1291"/>
                      <a:pt x="696" y="1293"/>
                      <a:pt x="695" y="1295"/>
                    </a:cubicBezTo>
                    <a:cubicBezTo>
                      <a:pt x="694" y="1296"/>
                      <a:pt x="694" y="1298"/>
                      <a:pt x="693" y="1299"/>
                    </a:cubicBezTo>
                    <a:cubicBezTo>
                      <a:pt x="693" y="1300"/>
                      <a:pt x="692" y="1301"/>
                      <a:pt x="691" y="1302"/>
                    </a:cubicBezTo>
                    <a:cubicBezTo>
                      <a:pt x="692" y="1302"/>
                      <a:pt x="693" y="1301"/>
                      <a:pt x="694" y="1301"/>
                    </a:cubicBezTo>
                    <a:cubicBezTo>
                      <a:pt x="697" y="1299"/>
                      <a:pt x="700" y="1297"/>
                      <a:pt x="701" y="1294"/>
                    </a:cubicBezTo>
                    <a:cubicBezTo>
                      <a:pt x="701" y="1293"/>
                      <a:pt x="701" y="1291"/>
                      <a:pt x="699" y="1288"/>
                    </a:cubicBezTo>
                    <a:cubicBezTo>
                      <a:pt x="699" y="1288"/>
                      <a:pt x="698" y="1287"/>
                      <a:pt x="698" y="1287"/>
                    </a:cubicBezTo>
                    <a:cubicBezTo>
                      <a:pt x="696" y="1286"/>
                      <a:pt x="694" y="1285"/>
                      <a:pt x="693" y="1282"/>
                    </a:cubicBezTo>
                    <a:cubicBezTo>
                      <a:pt x="692" y="1280"/>
                      <a:pt x="692" y="1278"/>
                      <a:pt x="693" y="1277"/>
                    </a:cubicBezTo>
                    <a:cubicBezTo>
                      <a:pt x="695" y="1274"/>
                      <a:pt x="699" y="1271"/>
                      <a:pt x="703" y="1271"/>
                    </a:cubicBezTo>
                    <a:cubicBezTo>
                      <a:pt x="704" y="1271"/>
                      <a:pt x="705" y="1268"/>
                      <a:pt x="706" y="1266"/>
                    </a:cubicBezTo>
                    <a:cubicBezTo>
                      <a:pt x="707" y="1262"/>
                      <a:pt x="709" y="1258"/>
                      <a:pt x="713" y="1256"/>
                    </a:cubicBezTo>
                    <a:cubicBezTo>
                      <a:pt x="720" y="1254"/>
                      <a:pt x="725" y="1252"/>
                      <a:pt x="725" y="1246"/>
                    </a:cubicBezTo>
                    <a:cubicBezTo>
                      <a:pt x="725" y="1238"/>
                      <a:pt x="729" y="1233"/>
                      <a:pt x="731" y="1229"/>
                    </a:cubicBezTo>
                    <a:cubicBezTo>
                      <a:pt x="732" y="1228"/>
                      <a:pt x="732" y="1227"/>
                      <a:pt x="733" y="1227"/>
                    </a:cubicBezTo>
                    <a:cubicBezTo>
                      <a:pt x="735" y="1223"/>
                      <a:pt x="735" y="1222"/>
                      <a:pt x="730" y="1217"/>
                    </a:cubicBezTo>
                    <a:cubicBezTo>
                      <a:pt x="729" y="1216"/>
                      <a:pt x="728" y="1215"/>
                      <a:pt x="728" y="1212"/>
                    </a:cubicBezTo>
                    <a:cubicBezTo>
                      <a:pt x="728" y="1210"/>
                      <a:pt x="729" y="1209"/>
                      <a:pt x="730" y="1208"/>
                    </a:cubicBezTo>
                    <a:cubicBezTo>
                      <a:pt x="732" y="1206"/>
                      <a:pt x="733" y="1205"/>
                      <a:pt x="734" y="1202"/>
                    </a:cubicBezTo>
                    <a:cubicBezTo>
                      <a:pt x="734" y="1195"/>
                      <a:pt x="738" y="1190"/>
                      <a:pt x="741" y="1185"/>
                    </a:cubicBezTo>
                    <a:cubicBezTo>
                      <a:pt x="742" y="1183"/>
                      <a:pt x="743" y="1181"/>
                      <a:pt x="744" y="1180"/>
                    </a:cubicBezTo>
                    <a:cubicBezTo>
                      <a:pt x="745" y="1179"/>
                      <a:pt x="745" y="1177"/>
                      <a:pt x="744" y="1176"/>
                    </a:cubicBezTo>
                    <a:cubicBezTo>
                      <a:pt x="744" y="1175"/>
                      <a:pt x="744" y="1172"/>
                      <a:pt x="746" y="1171"/>
                    </a:cubicBezTo>
                    <a:cubicBezTo>
                      <a:pt x="747" y="1169"/>
                      <a:pt x="749" y="1169"/>
                      <a:pt x="750" y="1169"/>
                    </a:cubicBezTo>
                    <a:cubicBezTo>
                      <a:pt x="753" y="1169"/>
                      <a:pt x="755" y="1169"/>
                      <a:pt x="756" y="1164"/>
                    </a:cubicBezTo>
                    <a:cubicBezTo>
                      <a:pt x="757" y="1160"/>
                      <a:pt x="758" y="1158"/>
                      <a:pt x="760" y="1156"/>
                    </a:cubicBezTo>
                    <a:cubicBezTo>
                      <a:pt x="761" y="1154"/>
                      <a:pt x="762" y="1152"/>
                      <a:pt x="762" y="1150"/>
                    </a:cubicBezTo>
                    <a:cubicBezTo>
                      <a:pt x="762" y="1144"/>
                      <a:pt x="761" y="1136"/>
                      <a:pt x="770" y="1134"/>
                    </a:cubicBezTo>
                    <a:cubicBezTo>
                      <a:pt x="772" y="1134"/>
                      <a:pt x="775" y="1135"/>
                      <a:pt x="776" y="1137"/>
                    </a:cubicBezTo>
                    <a:cubicBezTo>
                      <a:pt x="779" y="1140"/>
                      <a:pt x="779" y="1147"/>
                      <a:pt x="776" y="1151"/>
                    </a:cubicBezTo>
                    <a:cubicBezTo>
                      <a:pt x="771" y="1159"/>
                      <a:pt x="772" y="1161"/>
                      <a:pt x="772" y="1162"/>
                    </a:cubicBezTo>
                    <a:cubicBezTo>
                      <a:pt x="772" y="1162"/>
                      <a:pt x="772" y="1162"/>
                      <a:pt x="772" y="1163"/>
                    </a:cubicBezTo>
                    <a:cubicBezTo>
                      <a:pt x="772" y="1163"/>
                      <a:pt x="773" y="1163"/>
                      <a:pt x="774" y="1163"/>
                    </a:cubicBezTo>
                    <a:cubicBezTo>
                      <a:pt x="776" y="1162"/>
                      <a:pt x="779" y="1158"/>
                      <a:pt x="782" y="1150"/>
                    </a:cubicBezTo>
                    <a:cubicBezTo>
                      <a:pt x="783" y="1147"/>
                      <a:pt x="783" y="1147"/>
                      <a:pt x="783" y="1147"/>
                    </a:cubicBezTo>
                    <a:cubicBezTo>
                      <a:pt x="786" y="1140"/>
                      <a:pt x="788" y="1135"/>
                      <a:pt x="791" y="1134"/>
                    </a:cubicBezTo>
                    <a:cubicBezTo>
                      <a:pt x="793" y="1134"/>
                      <a:pt x="795" y="1134"/>
                      <a:pt x="797" y="1136"/>
                    </a:cubicBezTo>
                    <a:cubicBezTo>
                      <a:pt x="800" y="1139"/>
                      <a:pt x="801" y="1139"/>
                      <a:pt x="802" y="1139"/>
                    </a:cubicBezTo>
                    <a:cubicBezTo>
                      <a:pt x="802" y="1139"/>
                      <a:pt x="802" y="1138"/>
                      <a:pt x="802" y="1136"/>
                    </a:cubicBezTo>
                    <a:cubicBezTo>
                      <a:pt x="803" y="1134"/>
                      <a:pt x="802" y="1131"/>
                      <a:pt x="800" y="1128"/>
                    </a:cubicBezTo>
                    <a:cubicBezTo>
                      <a:pt x="799" y="1125"/>
                      <a:pt x="797" y="1122"/>
                      <a:pt x="797" y="1119"/>
                    </a:cubicBezTo>
                    <a:cubicBezTo>
                      <a:pt x="796" y="1116"/>
                      <a:pt x="794" y="1115"/>
                      <a:pt x="792" y="1113"/>
                    </a:cubicBezTo>
                    <a:cubicBezTo>
                      <a:pt x="790" y="1111"/>
                      <a:pt x="786" y="1108"/>
                      <a:pt x="788" y="1103"/>
                    </a:cubicBezTo>
                    <a:cubicBezTo>
                      <a:pt x="789" y="1099"/>
                      <a:pt x="792" y="1098"/>
                      <a:pt x="795" y="1097"/>
                    </a:cubicBezTo>
                    <a:cubicBezTo>
                      <a:pt x="798" y="1096"/>
                      <a:pt x="799" y="1095"/>
                      <a:pt x="798" y="1092"/>
                    </a:cubicBezTo>
                    <a:cubicBezTo>
                      <a:pt x="797" y="1086"/>
                      <a:pt x="798" y="1084"/>
                      <a:pt x="799" y="1082"/>
                    </a:cubicBezTo>
                    <a:cubicBezTo>
                      <a:pt x="800" y="1081"/>
                      <a:pt x="800" y="1081"/>
                      <a:pt x="799" y="1079"/>
                    </a:cubicBezTo>
                    <a:cubicBezTo>
                      <a:pt x="799" y="1077"/>
                      <a:pt x="798" y="1075"/>
                      <a:pt x="798" y="1073"/>
                    </a:cubicBezTo>
                    <a:cubicBezTo>
                      <a:pt x="797" y="1068"/>
                      <a:pt x="796" y="1067"/>
                      <a:pt x="793" y="1067"/>
                    </a:cubicBezTo>
                    <a:cubicBezTo>
                      <a:pt x="791" y="1067"/>
                      <a:pt x="789" y="1067"/>
                      <a:pt x="788" y="1068"/>
                    </a:cubicBezTo>
                    <a:cubicBezTo>
                      <a:pt x="784" y="1068"/>
                      <a:pt x="782" y="1068"/>
                      <a:pt x="780" y="1066"/>
                    </a:cubicBezTo>
                    <a:cubicBezTo>
                      <a:pt x="779" y="1065"/>
                      <a:pt x="779" y="1063"/>
                      <a:pt x="779" y="1062"/>
                    </a:cubicBezTo>
                    <a:cubicBezTo>
                      <a:pt x="780" y="1057"/>
                      <a:pt x="786" y="1053"/>
                      <a:pt x="791" y="1051"/>
                    </a:cubicBezTo>
                    <a:cubicBezTo>
                      <a:pt x="795" y="1050"/>
                      <a:pt x="798" y="1052"/>
                      <a:pt x="798" y="1053"/>
                    </a:cubicBezTo>
                    <a:cubicBezTo>
                      <a:pt x="800" y="1055"/>
                      <a:pt x="800" y="1055"/>
                      <a:pt x="802" y="1054"/>
                    </a:cubicBezTo>
                    <a:cubicBezTo>
                      <a:pt x="804" y="1054"/>
                      <a:pt x="806" y="1053"/>
                      <a:pt x="809" y="1053"/>
                    </a:cubicBezTo>
                    <a:cubicBezTo>
                      <a:pt x="814" y="1054"/>
                      <a:pt x="817" y="1053"/>
                      <a:pt x="819" y="1051"/>
                    </a:cubicBezTo>
                    <a:cubicBezTo>
                      <a:pt x="819" y="1051"/>
                      <a:pt x="818" y="1050"/>
                      <a:pt x="817" y="1049"/>
                    </a:cubicBezTo>
                    <a:cubicBezTo>
                      <a:pt x="815" y="1046"/>
                      <a:pt x="812" y="1042"/>
                      <a:pt x="813" y="1035"/>
                    </a:cubicBezTo>
                    <a:cubicBezTo>
                      <a:pt x="814" y="1032"/>
                      <a:pt x="814" y="1030"/>
                      <a:pt x="814" y="1028"/>
                    </a:cubicBezTo>
                    <a:cubicBezTo>
                      <a:pt x="814" y="1026"/>
                      <a:pt x="814" y="1024"/>
                      <a:pt x="815" y="1021"/>
                    </a:cubicBezTo>
                    <a:cubicBezTo>
                      <a:pt x="816" y="1021"/>
                      <a:pt x="816" y="1020"/>
                      <a:pt x="815" y="1019"/>
                    </a:cubicBezTo>
                    <a:cubicBezTo>
                      <a:pt x="814" y="1018"/>
                      <a:pt x="812" y="1018"/>
                      <a:pt x="811" y="1019"/>
                    </a:cubicBezTo>
                    <a:cubicBezTo>
                      <a:pt x="808" y="1020"/>
                      <a:pt x="807" y="1021"/>
                      <a:pt x="806" y="1023"/>
                    </a:cubicBezTo>
                    <a:cubicBezTo>
                      <a:pt x="806" y="1024"/>
                      <a:pt x="805" y="1025"/>
                      <a:pt x="805" y="1026"/>
                    </a:cubicBezTo>
                    <a:cubicBezTo>
                      <a:pt x="804" y="1028"/>
                      <a:pt x="802" y="1028"/>
                      <a:pt x="800" y="1029"/>
                    </a:cubicBezTo>
                    <a:cubicBezTo>
                      <a:pt x="798" y="1030"/>
                      <a:pt x="797" y="1031"/>
                      <a:pt x="796" y="1032"/>
                    </a:cubicBezTo>
                    <a:cubicBezTo>
                      <a:pt x="794" y="1035"/>
                      <a:pt x="789" y="1036"/>
                      <a:pt x="786" y="1036"/>
                    </a:cubicBezTo>
                    <a:cubicBezTo>
                      <a:pt x="785" y="1036"/>
                      <a:pt x="784" y="1036"/>
                      <a:pt x="783" y="1037"/>
                    </a:cubicBezTo>
                    <a:cubicBezTo>
                      <a:pt x="781" y="1038"/>
                      <a:pt x="778" y="1036"/>
                      <a:pt x="777" y="1033"/>
                    </a:cubicBezTo>
                    <a:cubicBezTo>
                      <a:pt x="776" y="1031"/>
                      <a:pt x="776" y="1027"/>
                      <a:pt x="782" y="1025"/>
                    </a:cubicBezTo>
                    <a:cubicBezTo>
                      <a:pt x="784" y="1024"/>
                      <a:pt x="786" y="1023"/>
                      <a:pt x="787" y="1023"/>
                    </a:cubicBezTo>
                    <a:cubicBezTo>
                      <a:pt x="791" y="1021"/>
                      <a:pt x="793" y="1021"/>
                      <a:pt x="796" y="1017"/>
                    </a:cubicBezTo>
                    <a:cubicBezTo>
                      <a:pt x="798" y="1015"/>
                      <a:pt x="800" y="1013"/>
                      <a:pt x="801" y="1012"/>
                    </a:cubicBezTo>
                    <a:cubicBezTo>
                      <a:pt x="803" y="1009"/>
                      <a:pt x="806" y="1007"/>
                      <a:pt x="807" y="1004"/>
                    </a:cubicBezTo>
                    <a:cubicBezTo>
                      <a:pt x="809" y="1001"/>
                      <a:pt x="812" y="1000"/>
                      <a:pt x="814" y="999"/>
                    </a:cubicBezTo>
                    <a:cubicBezTo>
                      <a:pt x="816" y="998"/>
                      <a:pt x="818" y="997"/>
                      <a:pt x="819" y="996"/>
                    </a:cubicBezTo>
                    <a:cubicBezTo>
                      <a:pt x="820" y="994"/>
                      <a:pt x="821" y="994"/>
                      <a:pt x="822" y="993"/>
                    </a:cubicBezTo>
                    <a:cubicBezTo>
                      <a:pt x="822" y="993"/>
                      <a:pt x="822" y="993"/>
                      <a:pt x="822" y="993"/>
                    </a:cubicBezTo>
                    <a:cubicBezTo>
                      <a:pt x="821" y="993"/>
                      <a:pt x="817" y="993"/>
                      <a:pt x="814" y="993"/>
                    </a:cubicBezTo>
                    <a:cubicBezTo>
                      <a:pt x="811" y="993"/>
                      <a:pt x="808" y="993"/>
                      <a:pt x="806" y="993"/>
                    </a:cubicBezTo>
                    <a:cubicBezTo>
                      <a:pt x="800" y="992"/>
                      <a:pt x="795" y="991"/>
                      <a:pt x="788" y="988"/>
                    </a:cubicBezTo>
                    <a:cubicBezTo>
                      <a:pt x="782" y="985"/>
                      <a:pt x="779" y="981"/>
                      <a:pt x="776" y="973"/>
                    </a:cubicBezTo>
                    <a:cubicBezTo>
                      <a:pt x="773" y="967"/>
                      <a:pt x="769" y="966"/>
                      <a:pt x="763" y="964"/>
                    </a:cubicBezTo>
                    <a:cubicBezTo>
                      <a:pt x="762" y="964"/>
                      <a:pt x="762" y="964"/>
                      <a:pt x="761" y="963"/>
                    </a:cubicBezTo>
                    <a:cubicBezTo>
                      <a:pt x="755" y="962"/>
                      <a:pt x="748" y="965"/>
                      <a:pt x="740" y="972"/>
                    </a:cubicBezTo>
                    <a:cubicBezTo>
                      <a:pt x="734" y="978"/>
                      <a:pt x="727" y="980"/>
                      <a:pt x="722" y="982"/>
                    </a:cubicBezTo>
                    <a:cubicBezTo>
                      <a:pt x="721" y="983"/>
                      <a:pt x="720" y="983"/>
                      <a:pt x="719" y="983"/>
                    </a:cubicBezTo>
                    <a:cubicBezTo>
                      <a:pt x="715" y="985"/>
                      <a:pt x="712" y="985"/>
                      <a:pt x="709" y="983"/>
                    </a:cubicBezTo>
                    <a:cubicBezTo>
                      <a:pt x="707" y="982"/>
                      <a:pt x="705" y="979"/>
                      <a:pt x="704" y="973"/>
                    </a:cubicBezTo>
                    <a:cubicBezTo>
                      <a:pt x="704" y="972"/>
                      <a:pt x="704" y="972"/>
                      <a:pt x="704" y="972"/>
                    </a:cubicBezTo>
                    <a:cubicBezTo>
                      <a:pt x="704" y="966"/>
                      <a:pt x="703" y="960"/>
                      <a:pt x="707" y="957"/>
                    </a:cubicBezTo>
                    <a:cubicBezTo>
                      <a:pt x="709" y="956"/>
                      <a:pt x="711" y="955"/>
                      <a:pt x="714" y="957"/>
                    </a:cubicBezTo>
                    <a:cubicBezTo>
                      <a:pt x="719" y="959"/>
                      <a:pt x="722" y="959"/>
                      <a:pt x="724" y="958"/>
                    </a:cubicBezTo>
                    <a:cubicBezTo>
                      <a:pt x="725" y="958"/>
                      <a:pt x="726" y="956"/>
                      <a:pt x="727" y="952"/>
                    </a:cubicBezTo>
                    <a:cubicBezTo>
                      <a:pt x="729" y="945"/>
                      <a:pt x="733" y="941"/>
                      <a:pt x="738" y="936"/>
                    </a:cubicBezTo>
                    <a:cubicBezTo>
                      <a:pt x="740" y="934"/>
                      <a:pt x="742" y="932"/>
                      <a:pt x="744" y="930"/>
                    </a:cubicBezTo>
                    <a:cubicBezTo>
                      <a:pt x="745" y="929"/>
                      <a:pt x="746" y="928"/>
                      <a:pt x="746" y="928"/>
                    </a:cubicBezTo>
                    <a:cubicBezTo>
                      <a:pt x="753" y="920"/>
                      <a:pt x="760" y="912"/>
                      <a:pt x="776" y="910"/>
                    </a:cubicBezTo>
                    <a:cubicBezTo>
                      <a:pt x="785" y="909"/>
                      <a:pt x="792" y="906"/>
                      <a:pt x="793" y="901"/>
                    </a:cubicBezTo>
                    <a:cubicBezTo>
                      <a:pt x="795" y="897"/>
                      <a:pt x="792" y="893"/>
                      <a:pt x="789" y="890"/>
                    </a:cubicBezTo>
                    <a:cubicBezTo>
                      <a:pt x="786" y="886"/>
                      <a:pt x="784" y="883"/>
                      <a:pt x="782" y="880"/>
                    </a:cubicBezTo>
                    <a:cubicBezTo>
                      <a:pt x="778" y="874"/>
                      <a:pt x="774" y="869"/>
                      <a:pt x="757" y="859"/>
                    </a:cubicBezTo>
                    <a:cubicBezTo>
                      <a:pt x="746" y="852"/>
                      <a:pt x="740" y="847"/>
                      <a:pt x="736" y="843"/>
                    </a:cubicBezTo>
                    <a:cubicBezTo>
                      <a:pt x="731" y="839"/>
                      <a:pt x="728" y="837"/>
                      <a:pt x="721" y="835"/>
                    </a:cubicBezTo>
                    <a:cubicBezTo>
                      <a:pt x="720" y="835"/>
                      <a:pt x="720" y="835"/>
                      <a:pt x="720" y="835"/>
                    </a:cubicBezTo>
                    <a:cubicBezTo>
                      <a:pt x="707" y="832"/>
                      <a:pt x="704" y="831"/>
                      <a:pt x="703" y="824"/>
                    </a:cubicBezTo>
                    <a:cubicBezTo>
                      <a:pt x="702" y="820"/>
                      <a:pt x="705" y="815"/>
                      <a:pt x="708" y="814"/>
                    </a:cubicBezTo>
                    <a:cubicBezTo>
                      <a:pt x="709" y="814"/>
                      <a:pt x="712" y="813"/>
                      <a:pt x="715" y="817"/>
                    </a:cubicBezTo>
                    <a:cubicBezTo>
                      <a:pt x="717" y="820"/>
                      <a:pt x="721" y="825"/>
                      <a:pt x="728" y="821"/>
                    </a:cubicBezTo>
                    <a:cubicBezTo>
                      <a:pt x="735" y="817"/>
                      <a:pt x="743" y="812"/>
                      <a:pt x="758" y="821"/>
                    </a:cubicBezTo>
                    <a:cubicBezTo>
                      <a:pt x="769" y="828"/>
                      <a:pt x="781" y="830"/>
                      <a:pt x="785" y="829"/>
                    </a:cubicBezTo>
                    <a:cubicBezTo>
                      <a:pt x="785" y="828"/>
                      <a:pt x="785" y="828"/>
                      <a:pt x="785" y="827"/>
                    </a:cubicBezTo>
                    <a:cubicBezTo>
                      <a:pt x="786" y="824"/>
                      <a:pt x="785" y="811"/>
                      <a:pt x="767" y="802"/>
                    </a:cubicBezTo>
                    <a:cubicBezTo>
                      <a:pt x="763" y="800"/>
                      <a:pt x="759" y="799"/>
                      <a:pt x="757" y="798"/>
                    </a:cubicBezTo>
                    <a:cubicBezTo>
                      <a:pt x="748" y="794"/>
                      <a:pt x="746" y="793"/>
                      <a:pt x="741" y="783"/>
                    </a:cubicBezTo>
                    <a:cubicBezTo>
                      <a:pt x="740" y="780"/>
                      <a:pt x="740" y="780"/>
                      <a:pt x="740" y="780"/>
                    </a:cubicBezTo>
                    <a:cubicBezTo>
                      <a:pt x="735" y="770"/>
                      <a:pt x="734" y="768"/>
                      <a:pt x="717" y="762"/>
                    </a:cubicBezTo>
                    <a:cubicBezTo>
                      <a:pt x="701" y="756"/>
                      <a:pt x="702" y="748"/>
                      <a:pt x="702" y="740"/>
                    </a:cubicBezTo>
                    <a:cubicBezTo>
                      <a:pt x="702" y="737"/>
                      <a:pt x="703" y="734"/>
                      <a:pt x="702" y="731"/>
                    </a:cubicBezTo>
                    <a:cubicBezTo>
                      <a:pt x="700" y="726"/>
                      <a:pt x="697" y="720"/>
                      <a:pt x="693" y="714"/>
                    </a:cubicBezTo>
                    <a:cubicBezTo>
                      <a:pt x="689" y="709"/>
                      <a:pt x="685" y="703"/>
                      <a:pt x="682" y="696"/>
                    </a:cubicBezTo>
                    <a:cubicBezTo>
                      <a:pt x="680" y="691"/>
                      <a:pt x="678" y="686"/>
                      <a:pt x="676" y="680"/>
                    </a:cubicBezTo>
                    <a:cubicBezTo>
                      <a:pt x="671" y="669"/>
                      <a:pt x="665" y="656"/>
                      <a:pt x="660" y="645"/>
                    </a:cubicBezTo>
                    <a:cubicBezTo>
                      <a:pt x="657" y="639"/>
                      <a:pt x="655" y="634"/>
                      <a:pt x="653" y="629"/>
                    </a:cubicBezTo>
                    <a:cubicBezTo>
                      <a:pt x="649" y="618"/>
                      <a:pt x="645" y="609"/>
                      <a:pt x="639" y="605"/>
                    </a:cubicBezTo>
                    <a:cubicBezTo>
                      <a:pt x="633" y="601"/>
                      <a:pt x="623" y="598"/>
                      <a:pt x="615" y="596"/>
                    </a:cubicBezTo>
                    <a:cubicBezTo>
                      <a:pt x="610" y="595"/>
                      <a:pt x="605" y="594"/>
                      <a:pt x="601" y="592"/>
                    </a:cubicBezTo>
                    <a:cubicBezTo>
                      <a:pt x="595" y="590"/>
                      <a:pt x="592" y="587"/>
                      <a:pt x="589" y="584"/>
                    </a:cubicBezTo>
                    <a:cubicBezTo>
                      <a:pt x="586" y="582"/>
                      <a:pt x="584" y="580"/>
                      <a:pt x="580" y="577"/>
                    </a:cubicBezTo>
                    <a:cubicBezTo>
                      <a:pt x="576" y="576"/>
                      <a:pt x="573" y="575"/>
                      <a:pt x="571" y="575"/>
                    </a:cubicBezTo>
                    <a:cubicBezTo>
                      <a:pt x="567" y="574"/>
                      <a:pt x="563" y="573"/>
                      <a:pt x="560" y="567"/>
                    </a:cubicBezTo>
                    <a:cubicBezTo>
                      <a:pt x="555" y="559"/>
                      <a:pt x="557" y="550"/>
                      <a:pt x="566" y="541"/>
                    </a:cubicBezTo>
                    <a:cubicBezTo>
                      <a:pt x="570" y="537"/>
                      <a:pt x="571" y="533"/>
                      <a:pt x="572" y="529"/>
                    </a:cubicBezTo>
                    <a:cubicBezTo>
                      <a:pt x="572" y="527"/>
                      <a:pt x="573" y="525"/>
                      <a:pt x="574" y="523"/>
                    </a:cubicBezTo>
                    <a:cubicBezTo>
                      <a:pt x="574" y="521"/>
                      <a:pt x="576" y="519"/>
                      <a:pt x="577" y="518"/>
                    </a:cubicBezTo>
                    <a:cubicBezTo>
                      <a:pt x="579" y="513"/>
                      <a:pt x="582" y="509"/>
                      <a:pt x="583" y="501"/>
                    </a:cubicBezTo>
                    <a:cubicBezTo>
                      <a:pt x="584" y="491"/>
                      <a:pt x="595" y="485"/>
                      <a:pt x="604" y="480"/>
                    </a:cubicBezTo>
                    <a:cubicBezTo>
                      <a:pt x="607" y="479"/>
                      <a:pt x="611" y="477"/>
                      <a:pt x="613" y="476"/>
                    </a:cubicBezTo>
                    <a:cubicBezTo>
                      <a:pt x="622" y="469"/>
                      <a:pt x="622" y="469"/>
                      <a:pt x="621" y="466"/>
                    </a:cubicBezTo>
                    <a:cubicBezTo>
                      <a:pt x="621" y="465"/>
                      <a:pt x="619" y="464"/>
                      <a:pt x="617" y="464"/>
                    </a:cubicBezTo>
                    <a:cubicBezTo>
                      <a:pt x="614" y="462"/>
                      <a:pt x="609" y="461"/>
                      <a:pt x="609" y="453"/>
                    </a:cubicBezTo>
                    <a:cubicBezTo>
                      <a:pt x="609" y="451"/>
                      <a:pt x="609" y="449"/>
                      <a:pt x="611" y="448"/>
                    </a:cubicBezTo>
                    <a:cubicBezTo>
                      <a:pt x="614" y="446"/>
                      <a:pt x="618" y="448"/>
                      <a:pt x="623" y="450"/>
                    </a:cubicBezTo>
                    <a:cubicBezTo>
                      <a:pt x="626" y="452"/>
                      <a:pt x="630" y="453"/>
                      <a:pt x="633" y="454"/>
                    </a:cubicBezTo>
                    <a:cubicBezTo>
                      <a:pt x="644" y="456"/>
                      <a:pt x="651" y="450"/>
                      <a:pt x="653" y="443"/>
                    </a:cubicBezTo>
                    <a:cubicBezTo>
                      <a:pt x="654" y="440"/>
                      <a:pt x="653" y="438"/>
                      <a:pt x="652" y="435"/>
                    </a:cubicBezTo>
                    <a:cubicBezTo>
                      <a:pt x="651" y="433"/>
                      <a:pt x="650" y="430"/>
                      <a:pt x="650" y="425"/>
                    </a:cubicBezTo>
                    <a:cubicBezTo>
                      <a:pt x="650" y="419"/>
                      <a:pt x="655" y="414"/>
                      <a:pt x="659" y="414"/>
                    </a:cubicBezTo>
                    <a:cubicBezTo>
                      <a:pt x="662" y="414"/>
                      <a:pt x="664" y="416"/>
                      <a:pt x="665" y="420"/>
                    </a:cubicBezTo>
                    <a:cubicBezTo>
                      <a:pt x="665" y="420"/>
                      <a:pt x="665" y="420"/>
                      <a:pt x="665" y="420"/>
                    </a:cubicBezTo>
                    <a:cubicBezTo>
                      <a:pt x="666" y="420"/>
                      <a:pt x="668" y="417"/>
                      <a:pt x="669" y="412"/>
                    </a:cubicBezTo>
                    <a:cubicBezTo>
                      <a:pt x="670" y="403"/>
                      <a:pt x="673" y="394"/>
                      <a:pt x="686" y="390"/>
                    </a:cubicBezTo>
                    <a:cubicBezTo>
                      <a:pt x="691" y="388"/>
                      <a:pt x="694" y="386"/>
                      <a:pt x="697" y="385"/>
                    </a:cubicBezTo>
                    <a:cubicBezTo>
                      <a:pt x="701" y="383"/>
                      <a:pt x="704" y="381"/>
                      <a:pt x="710" y="379"/>
                    </a:cubicBezTo>
                    <a:cubicBezTo>
                      <a:pt x="716" y="378"/>
                      <a:pt x="718" y="376"/>
                      <a:pt x="720" y="373"/>
                    </a:cubicBezTo>
                    <a:cubicBezTo>
                      <a:pt x="721" y="372"/>
                      <a:pt x="722" y="370"/>
                      <a:pt x="724" y="368"/>
                    </a:cubicBezTo>
                    <a:cubicBezTo>
                      <a:pt x="726" y="367"/>
                      <a:pt x="727" y="365"/>
                      <a:pt x="728" y="364"/>
                    </a:cubicBezTo>
                    <a:cubicBezTo>
                      <a:pt x="731" y="361"/>
                      <a:pt x="733" y="358"/>
                      <a:pt x="737" y="359"/>
                    </a:cubicBezTo>
                    <a:cubicBezTo>
                      <a:pt x="740" y="359"/>
                      <a:pt x="741" y="360"/>
                      <a:pt x="742" y="361"/>
                    </a:cubicBezTo>
                    <a:cubicBezTo>
                      <a:pt x="743" y="361"/>
                      <a:pt x="744" y="362"/>
                      <a:pt x="746" y="362"/>
                    </a:cubicBezTo>
                    <a:cubicBezTo>
                      <a:pt x="750" y="363"/>
                      <a:pt x="751" y="364"/>
                      <a:pt x="752" y="366"/>
                    </a:cubicBezTo>
                    <a:cubicBezTo>
                      <a:pt x="753" y="367"/>
                      <a:pt x="754" y="368"/>
                      <a:pt x="756" y="368"/>
                    </a:cubicBezTo>
                    <a:cubicBezTo>
                      <a:pt x="764" y="369"/>
                      <a:pt x="770" y="367"/>
                      <a:pt x="774" y="361"/>
                    </a:cubicBezTo>
                    <a:cubicBezTo>
                      <a:pt x="778" y="356"/>
                      <a:pt x="777" y="354"/>
                      <a:pt x="777" y="354"/>
                    </a:cubicBezTo>
                    <a:cubicBezTo>
                      <a:pt x="777" y="354"/>
                      <a:pt x="777" y="353"/>
                      <a:pt x="776" y="353"/>
                    </a:cubicBezTo>
                    <a:cubicBezTo>
                      <a:pt x="776" y="353"/>
                      <a:pt x="775" y="353"/>
                      <a:pt x="774" y="353"/>
                    </a:cubicBezTo>
                    <a:cubicBezTo>
                      <a:pt x="772" y="353"/>
                      <a:pt x="767" y="353"/>
                      <a:pt x="765" y="347"/>
                    </a:cubicBezTo>
                    <a:cubicBezTo>
                      <a:pt x="764" y="343"/>
                      <a:pt x="768" y="340"/>
                      <a:pt x="771" y="338"/>
                    </a:cubicBezTo>
                    <a:cubicBezTo>
                      <a:pt x="773" y="336"/>
                      <a:pt x="774" y="335"/>
                      <a:pt x="774" y="334"/>
                    </a:cubicBezTo>
                    <a:cubicBezTo>
                      <a:pt x="773" y="334"/>
                      <a:pt x="773" y="334"/>
                      <a:pt x="773" y="334"/>
                    </a:cubicBezTo>
                    <a:cubicBezTo>
                      <a:pt x="770" y="329"/>
                      <a:pt x="768" y="325"/>
                      <a:pt x="775" y="319"/>
                    </a:cubicBezTo>
                    <a:cubicBezTo>
                      <a:pt x="776" y="318"/>
                      <a:pt x="776" y="318"/>
                      <a:pt x="776" y="318"/>
                    </a:cubicBezTo>
                    <a:cubicBezTo>
                      <a:pt x="776" y="318"/>
                      <a:pt x="776" y="318"/>
                      <a:pt x="776" y="318"/>
                    </a:cubicBezTo>
                    <a:cubicBezTo>
                      <a:pt x="770" y="322"/>
                      <a:pt x="767" y="323"/>
                      <a:pt x="756" y="321"/>
                    </a:cubicBezTo>
                    <a:cubicBezTo>
                      <a:pt x="746" y="318"/>
                      <a:pt x="741" y="317"/>
                      <a:pt x="740" y="311"/>
                    </a:cubicBezTo>
                    <a:cubicBezTo>
                      <a:pt x="739" y="310"/>
                      <a:pt x="738" y="309"/>
                      <a:pt x="737" y="309"/>
                    </a:cubicBezTo>
                    <a:cubicBezTo>
                      <a:pt x="736" y="309"/>
                      <a:pt x="736" y="310"/>
                      <a:pt x="736" y="310"/>
                    </a:cubicBezTo>
                    <a:cubicBezTo>
                      <a:pt x="734" y="317"/>
                      <a:pt x="728" y="318"/>
                      <a:pt x="722" y="318"/>
                    </a:cubicBezTo>
                    <a:cubicBezTo>
                      <a:pt x="719" y="319"/>
                      <a:pt x="717" y="320"/>
                      <a:pt x="714" y="321"/>
                    </a:cubicBezTo>
                    <a:cubicBezTo>
                      <a:pt x="709" y="324"/>
                      <a:pt x="703" y="327"/>
                      <a:pt x="696" y="321"/>
                    </a:cubicBezTo>
                    <a:cubicBezTo>
                      <a:pt x="692" y="317"/>
                      <a:pt x="689" y="314"/>
                      <a:pt x="688" y="312"/>
                    </a:cubicBezTo>
                    <a:cubicBezTo>
                      <a:pt x="687" y="311"/>
                      <a:pt x="687" y="310"/>
                      <a:pt x="686" y="310"/>
                    </a:cubicBezTo>
                    <a:cubicBezTo>
                      <a:pt x="686" y="310"/>
                      <a:pt x="686" y="310"/>
                      <a:pt x="686" y="310"/>
                    </a:cubicBezTo>
                    <a:cubicBezTo>
                      <a:pt x="686" y="312"/>
                      <a:pt x="685" y="314"/>
                      <a:pt x="683" y="315"/>
                    </a:cubicBezTo>
                    <a:cubicBezTo>
                      <a:pt x="681" y="316"/>
                      <a:pt x="679" y="315"/>
                      <a:pt x="677" y="314"/>
                    </a:cubicBezTo>
                    <a:cubicBezTo>
                      <a:pt x="673" y="312"/>
                      <a:pt x="671" y="309"/>
                      <a:pt x="669" y="307"/>
                    </a:cubicBezTo>
                    <a:cubicBezTo>
                      <a:pt x="667" y="304"/>
                      <a:pt x="665" y="302"/>
                      <a:pt x="661" y="300"/>
                    </a:cubicBezTo>
                    <a:cubicBezTo>
                      <a:pt x="659" y="299"/>
                      <a:pt x="657" y="298"/>
                      <a:pt x="655" y="297"/>
                    </a:cubicBezTo>
                    <a:cubicBezTo>
                      <a:pt x="651" y="294"/>
                      <a:pt x="648" y="293"/>
                      <a:pt x="642" y="295"/>
                    </a:cubicBezTo>
                    <a:cubicBezTo>
                      <a:pt x="637" y="297"/>
                      <a:pt x="633" y="299"/>
                      <a:pt x="629" y="301"/>
                    </a:cubicBezTo>
                    <a:cubicBezTo>
                      <a:pt x="626" y="303"/>
                      <a:pt x="623" y="304"/>
                      <a:pt x="620" y="305"/>
                    </a:cubicBezTo>
                    <a:cubicBezTo>
                      <a:pt x="616" y="306"/>
                      <a:pt x="615" y="308"/>
                      <a:pt x="614" y="315"/>
                    </a:cubicBezTo>
                    <a:cubicBezTo>
                      <a:pt x="613" y="323"/>
                      <a:pt x="604" y="331"/>
                      <a:pt x="597" y="335"/>
                    </a:cubicBezTo>
                    <a:cubicBezTo>
                      <a:pt x="596" y="336"/>
                      <a:pt x="596" y="336"/>
                      <a:pt x="596" y="336"/>
                    </a:cubicBezTo>
                    <a:cubicBezTo>
                      <a:pt x="590" y="339"/>
                      <a:pt x="589" y="340"/>
                      <a:pt x="590" y="346"/>
                    </a:cubicBezTo>
                    <a:cubicBezTo>
                      <a:pt x="591" y="350"/>
                      <a:pt x="590" y="356"/>
                      <a:pt x="586" y="360"/>
                    </a:cubicBezTo>
                    <a:cubicBezTo>
                      <a:pt x="582" y="365"/>
                      <a:pt x="576" y="368"/>
                      <a:pt x="571" y="368"/>
                    </a:cubicBezTo>
                    <a:cubicBezTo>
                      <a:pt x="562" y="368"/>
                      <a:pt x="557" y="368"/>
                      <a:pt x="551" y="370"/>
                    </a:cubicBezTo>
                    <a:cubicBezTo>
                      <a:pt x="544" y="371"/>
                      <a:pt x="540" y="370"/>
                      <a:pt x="536" y="368"/>
                    </a:cubicBezTo>
                    <a:cubicBezTo>
                      <a:pt x="532" y="365"/>
                      <a:pt x="527" y="360"/>
                      <a:pt x="525" y="357"/>
                    </a:cubicBezTo>
                    <a:cubicBezTo>
                      <a:pt x="525" y="357"/>
                      <a:pt x="523" y="356"/>
                      <a:pt x="521" y="356"/>
                    </a:cubicBezTo>
                    <a:cubicBezTo>
                      <a:pt x="518" y="354"/>
                      <a:pt x="514" y="353"/>
                      <a:pt x="512" y="349"/>
                    </a:cubicBezTo>
                    <a:cubicBezTo>
                      <a:pt x="509" y="345"/>
                      <a:pt x="512" y="342"/>
                      <a:pt x="514" y="341"/>
                    </a:cubicBezTo>
                    <a:cubicBezTo>
                      <a:pt x="515" y="340"/>
                      <a:pt x="516" y="339"/>
                      <a:pt x="516" y="338"/>
                    </a:cubicBezTo>
                    <a:cubicBezTo>
                      <a:pt x="515" y="331"/>
                      <a:pt x="518" y="322"/>
                      <a:pt x="520" y="318"/>
                    </a:cubicBezTo>
                    <a:cubicBezTo>
                      <a:pt x="521" y="316"/>
                      <a:pt x="522" y="314"/>
                      <a:pt x="522" y="312"/>
                    </a:cubicBezTo>
                    <a:cubicBezTo>
                      <a:pt x="522" y="312"/>
                      <a:pt x="521" y="311"/>
                      <a:pt x="519" y="310"/>
                    </a:cubicBezTo>
                    <a:cubicBezTo>
                      <a:pt x="515" y="308"/>
                      <a:pt x="516" y="304"/>
                      <a:pt x="517" y="301"/>
                    </a:cubicBezTo>
                    <a:cubicBezTo>
                      <a:pt x="518" y="299"/>
                      <a:pt x="518" y="298"/>
                      <a:pt x="517" y="297"/>
                    </a:cubicBezTo>
                    <a:cubicBezTo>
                      <a:pt x="515" y="293"/>
                      <a:pt x="512" y="290"/>
                      <a:pt x="508" y="287"/>
                    </a:cubicBezTo>
                    <a:cubicBezTo>
                      <a:pt x="507" y="286"/>
                      <a:pt x="507" y="286"/>
                      <a:pt x="507" y="286"/>
                    </a:cubicBezTo>
                    <a:cubicBezTo>
                      <a:pt x="505" y="284"/>
                      <a:pt x="503" y="283"/>
                      <a:pt x="501" y="283"/>
                    </a:cubicBezTo>
                    <a:cubicBezTo>
                      <a:pt x="499" y="284"/>
                      <a:pt x="498" y="284"/>
                      <a:pt x="497" y="286"/>
                    </a:cubicBezTo>
                    <a:cubicBezTo>
                      <a:pt x="495" y="290"/>
                      <a:pt x="493" y="293"/>
                      <a:pt x="489" y="293"/>
                    </a:cubicBezTo>
                    <a:cubicBezTo>
                      <a:pt x="487" y="294"/>
                      <a:pt x="485" y="293"/>
                      <a:pt x="483" y="291"/>
                    </a:cubicBezTo>
                    <a:cubicBezTo>
                      <a:pt x="479" y="288"/>
                      <a:pt x="478" y="288"/>
                      <a:pt x="474" y="288"/>
                    </a:cubicBezTo>
                    <a:cubicBezTo>
                      <a:pt x="473" y="288"/>
                      <a:pt x="472" y="288"/>
                      <a:pt x="471" y="288"/>
                    </a:cubicBezTo>
                    <a:cubicBezTo>
                      <a:pt x="468" y="287"/>
                      <a:pt x="467" y="287"/>
                      <a:pt x="465" y="287"/>
                    </a:cubicBezTo>
                    <a:cubicBezTo>
                      <a:pt x="463" y="286"/>
                      <a:pt x="462" y="286"/>
                      <a:pt x="461" y="287"/>
                    </a:cubicBezTo>
                    <a:cubicBezTo>
                      <a:pt x="456" y="291"/>
                      <a:pt x="449" y="290"/>
                      <a:pt x="441" y="285"/>
                    </a:cubicBezTo>
                    <a:cubicBezTo>
                      <a:pt x="437" y="282"/>
                      <a:pt x="434" y="277"/>
                      <a:pt x="432" y="272"/>
                    </a:cubicBezTo>
                    <a:cubicBezTo>
                      <a:pt x="430" y="269"/>
                      <a:pt x="429" y="266"/>
                      <a:pt x="426" y="263"/>
                    </a:cubicBezTo>
                    <a:cubicBezTo>
                      <a:pt x="423" y="260"/>
                      <a:pt x="413" y="250"/>
                      <a:pt x="413" y="235"/>
                    </a:cubicBezTo>
                    <a:cubicBezTo>
                      <a:pt x="412" y="227"/>
                      <a:pt x="418" y="221"/>
                      <a:pt x="422" y="216"/>
                    </a:cubicBezTo>
                    <a:cubicBezTo>
                      <a:pt x="424" y="213"/>
                      <a:pt x="426" y="211"/>
                      <a:pt x="427" y="208"/>
                    </a:cubicBezTo>
                    <a:cubicBezTo>
                      <a:pt x="428" y="201"/>
                      <a:pt x="431" y="194"/>
                      <a:pt x="436" y="188"/>
                    </a:cubicBezTo>
                    <a:cubicBezTo>
                      <a:pt x="438" y="185"/>
                      <a:pt x="442" y="183"/>
                      <a:pt x="447" y="184"/>
                    </a:cubicBezTo>
                    <a:cubicBezTo>
                      <a:pt x="450" y="184"/>
                      <a:pt x="453" y="185"/>
                      <a:pt x="455" y="188"/>
                    </a:cubicBezTo>
                    <a:cubicBezTo>
                      <a:pt x="456" y="189"/>
                      <a:pt x="457" y="191"/>
                      <a:pt x="458" y="193"/>
                    </a:cubicBezTo>
                    <a:cubicBezTo>
                      <a:pt x="460" y="196"/>
                      <a:pt x="461" y="200"/>
                      <a:pt x="463" y="200"/>
                    </a:cubicBezTo>
                    <a:cubicBezTo>
                      <a:pt x="464" y="200"/>
                      <a:pt x="465" y="201"/>
                      <a:pt x="467" y="199"/>
                    </a:cubicBezTo>
                    <a:cubicBezTo>
                      <a:pt x="469" y="198"/>
                      <a:pt x="471" y="196"/>
                      <a:pt x="473" y="195"/>
                    </a:cubicBezTo>
                    <a:cubicBezTo>
                      <a:pt x="478" y="190"/>
                      <a:pt x="484" y="185"/>
                      <a:pt x="492" y="189"/>
                    </a:cubicBezTo>
                    <a:cubicBezTo>
                      <a:pt x="498" y="192"/>
                      <a:pt x="506" y="187"/>
                      <a:pt x="514" y="176"/>
                    </a:cubicBezTo>
                    <a:cubicBezTo>
                      <a:pt x="519" y="170"/>
                      <a:pt x="521" y="166"/>
                      <a:pt x="521" y="160"/>
                    </a:cubicBezTo>
                    <a:cubicBezTo>
                      <a:pt x="520" y="152"/>
                      <a:pt x="525" y="140"/>
                      <a:pt x="532" y="134"/>
                    </a:cubicBezTo>
                    <a:cubicBezTo>
                      <a:pt x="534" y="133"/>
                      <a:pt x="536" y="131"/>
                      <a:pt x="538" y="129"/>
                    </a:cubicBezTo>
                    <a:cubicBezTo>
                      <a:pt x="543" y="124"/>
                      <a:pt x="548" y="120"/>
                      <a:pt x="555" y="120"/>
                    </a:cubicBezTo>
                    <a:cubicBezTo>
                      <a:pt x="559" y="120"/>
                      <a:pt x="562" y="113"/>
                      <a:pt x="565" y="107"/>
                    </a:cubicBezTo>
                    <a:cubicBezTo>
                      <a:pt x="565" y="105"/>
                      <a:pt x="566" y="104"/>
                      <a:pt x="567" y="102"/>
                    </a:cubicBezTo>
                    <a:cubicBezTo>
                      <a:pt x="571" y="95"/>
                      <a:pt x="588" y="88"/>
                      <a:pt x="594" y="87"/>
                    </a:cubicBezTo>
                    <a:cubicBezTo>
                      <a:pt x="598" y="86"/>
                      <a:pt x="599" y="80"/>
                      <a:pt x="600" y="75"/>
                    </a:cubicBezTo>
                    <a:cubicBezTo>
                      <a:pt x="601" y="73"/>
                      <a:pt x="601" y="70"/>
                      <a:pt x="602" y="68"/>
                    </a:cubicBezTo>
                    <a:cubicBezTo>
                      <a:pt x="603" y="64"/>
                      <a:pt x="606" y="61"/>
                      <a:pt x="608" y="57"/>
                    </a:cubicBezTo>
                    <a:cubicBezTo>
                      <a:pt x="610" y="53"/>
                      <a:pt x="612" y="50"/>
                      <a:pt x="613" y="46"/>
                    </a:cubicBezTo>
                    <a:cubicBezTo>
                      <a:pt x="616" y="38"/>
                      <a:pt x="620" y="37"/>
                      <a:pt x="624" y="37"/>
                    </a:cubicBezTo>
                    <a:cubicBezTo>
                      <a:pt x="625" y="37"/>
                      <a:pt x="626" y="37"/>
                      <a:pt x="626" y="36"/>
                    </a:cubicBezTo>
                    <a:cubicBezTo>
                      <a:pt x="627" y="36"/>
                      <a:pt x="628" y="33"/>
                      <a:pt x="629" y="31"/>
                    </a:cubicBezTo>
                    <a:cubicBezTo>
                      <a:pt x="631" y="27"/>
                      <a:pt x="632" y="23"/>
                      <a:pt x="635" y="19"/>
                    </a:cubicBezTo>
                    <a:cubicBezTo>
                      <a:pt x="641" y="11"/>
                      <a:pt x="642" y="11"/>
                      <a:pt x="654" y="13"/>
                    </a:cubicBezTo>
                    <a:cubicBezTo>
                      <a:pt x="657" y="13"/>
                      <a:pt x="659" y="14"/>
                      <a:pt x="660" y="14"/>
                    </a:cubicBezTo>
                    <a:cubicBezTo>
                      <a:pt x="667" y="15"/>
                      <a:pt x="669" y="16"/>
                      <a:pt x="674" y="12"/>
                    </a:cubicBezTo>
                    <a:cubicBezTo>
                      <a:pt x="678" y="9"/>
                      <a:pt x="679" y="7"/>
                      <a:pt x="679" y="4"/>
                    </a:cubicBezTo>
                    <a:cubicBezTo>
                      <a:pt x="680" y="3"/>
                      <a:pt x="681" y="0"/>
                      <a:pt x="684" y="0"/>
                    </a:cubicBezTo>
                    <a:cubicBezTo>
                      <a:pt x="687" y="0"/>
                      <a:pt x="692" y="2"/>
                      <a:pt x="692" y="15"/>
                    </a:cubicBezTo>
                    <a:cubicBezTo>
                      <a:pt x="692" y="17"/>
                      <a:pt x="695" y="19"/>
                      <a:pt x="698" y="22"/>
                    </a:cubicBezTo>
                    <a:cubicBezTo>
                      <a:pt x="703" y="24"/>
                      <a:pt x="708" y="27"/>
                      <a:pt x="710" y="33"/>
                    </a:cubicBezTo>
                    <a:cubicBezTo>
                      <a:pt x="711" y="36"/>
                      <a:pt x="712" y="37"/>
                      <a:pt x="713" y="39"/>
                    </a:cubicBezTo>
                    <a:cubicBezTo>
                      <a:pt x="716" y="45"/>
                      <a:pt x="717" y="47"/>
                      <a:pt x="713" y="57"/>
                    </a:cubicBezTo>
                    <a:cubicBezTo>
                      <a:pt x="709" y="65"/>
                      <a:pt x="708" y="69"/>
                      <a:pt x="706" y="73"/>
                    </a:cubicBezTo>
                    <a:cubicBezTo>
                      <a:pt x="705" y="75"/>
                      <a:pt x="704" y="77"/>
                      <a:pt x="703" y="79"/>
                    </a:cubicBezTo>
                    <a:cubicBezTo>
                      <a:pt x="702" y="81"/>
                      <a:pt x="701" y="83"/>
                      <a:pt x="700" y="85"/>
                    </a:cubicBezTo>
                    <a:cubicBezTo>
                      <a:pt x="699" y="88"/>
                      <a:pt x="698" y="90"/>
                      <a:pt x="697" y="93"/>
                    </a:cubicBezTo>
                    <a:cubicBezTo>
                      <a:pt x="695" y="101"/>
                      <a:pt x="690" y="105"/>
                      <a:pt x="680" y="111"/>
                    </a:cubicBezTo>
                    <a:cubicBezTo>
                      <a:pt x="676" y="114"/>
                      <a:pt x="674" y="116"/>
                      <a:pt x="674" y="118"/>
                    </a:cubicBezTo>
                    <a:cubicBezTo>
                      <a:pt x="674" y="120"/>
                      <a:pt x="675" y="121"/>
                      <a:pt x="677" y="124"/>
                    </a:cubicBezTo>
                    <a:cubicBezTo>
                      <a:pt x="682" y="128"/>
                      <a:pt x="682" y="135"/>
                      <a:pt x="682" y="141"/>
                    </a:cubicBezTo>
                    <a:cubicBezTo>
                      <a:pt x="681" y="144"/>
                      <a:pt x="679" y="145"/>
                      <a:pt x="678" y="145"/>
                    </a:cubicBezTo>
                    <a:cubicBezTo>
                      <a:pt x="677" y="146"/>
                      <a:pt x="677" y="146"/>
                      <a:pt x="677" y="147"/>
                    </a:cubicBezTo>
                    <a:cubicBezTo>
                      <a:pt x="677" y="148"/>
                      <a:pt x="677" y="149"/>
                      <a:pt x="678" y="149"/>
                    </a:cubicBezTo>
                    <a:cubicBezTo>
                      <a:pt x="680" y="151"/>
                      <a:pt x="685" y="150"/>
                      <a:pt x="690" y="147"/>
                    </a:cubicBezTo>
                    <a:cubicBezTo>
                      <a:pt x="693" y="145"/>
                      <a:pt x="696" y="146"/>
                      <a:pt x="697" y="146"/>
                    </a:cubicBezTo>
                    <a:cubicBezTo>
                      <a:pt x="698" y="147"/>
                      <a:pt x="699" y="149"/>
                      <a:pt x="699" y="151"/>
                    </a:cubicBezTo>
                    <a:cubicBezTo>
                      <a:pt x="699" y="154"/>
                      <a:pt x="697" y="158"/>
                      <a:pt x="693" y="161"/>
                    </a:cubicBezTo>
                    <a:cubicBezTo>
                      <a:pt x="689" y="163"/>
                      <a:pt x="688" y="165"/>
                      <a:pt x="688" y="166"/>
                    </a:cubicBezTo>
                    <a:cubicBezTo>
                      <a:pt x="688" y="166"/>
                      <a:pt x="689" y="167"/>
                      <a:pt x="689" y="167"/>
                    </a:cubicBezTo>
                    <a:cubicBezTo>
                      <a:pt x="692" y="169"/>
                      <a:pt x="693" y="171"/>
                      <a:pt x="693" y="172"/>
                    </a:cubicBezTo>
                    <a:cubicBezTo>
                      <a:pt x="693" y="175"/>
                      <a:pt x="690" y="177"/>
                      <a:pt x="686" y="180"/>
                    </a:cubicBezTo>
                    <a:cubicBezTo>
                      <a:pt x="682" y="182"/>
                      <a:pt x="679" y="182"/>
                      <a:pt x="677" y="182"/>
                    </a:cubicBezTo>
                    <a:cubicBezTo>
                      <a:pt x="674" y="182"/>
                      <a:pt x="673" y="182"/>
                      <a:pt x="671" y="184"/>
                    </a:cubicBezTo>
                    <a:cubicBezTo>
                      <a:pt x="669" y="185"/>
                      <a:pt x="668" y="187"/>
                      <a:pt x="667" y="188"/>
                    </a:cubicBezTo>
                    <a:cubicBezTo>
                      <a:pt x="665" y="190"/>
                      <a:pt x="663" y="193"/>
                      <a:pt x="658" y="193"/>
                    </a:cubicBezTo>
                    <a:cubicBezTo>
                      <a:pt x="656" y="193"/>
                      <a:pt x="656" y="193"/>
                      <a:pt x="656" y="193"/>
                    </a:cubicBezTo>
                    <a:cubicBezTo>
                      <a:pt x="655" y="195"/>
                      <a:pt x="656" y="199"/>
                      <a:pt x="659" y="204"/>
                    </a:cubicBezTo>
                    <a:cubicBezTo>
                      <a:pt x="660" y="205"/>
                      <a:pt x="661" y="206"/>
                      <a:pt x="662" y="206"/>
                    </a:cubicBezTo>
                    <a:cubicBezTo>
                      <a:pt x="665" y="207"/>
                      <a:pt x="669" y="205"/>
                      <a:pt x="671" y="203"/>
                    </a:cubicBezTo>
                    <a:cubicBezTo>
                      <a:pt x="675" y="200"/>
                      <a:pt x="683" y="196"/>
                      <a:pt x="690" y="194"/>
                    </a:cubicBezTo>
                    <a:cubicBezTo>
                      <a:pt x="692" y="193"/>
                      <a:pt x="694" y="192"/>
                      <a:pt x="694" y="192"/>
                    </a:cubicBezTo>
                    <a:cubicBezTo>
                      <a:pt x="694" y="192"/>
                      <a:pt x="694" y="192"/>
                      <a:pt x="694" y="192"/>
                    </a:cubicBezTo>
                    <a:cubicBezTo>
                      <a:pt x="691" y="190"/>
                      <a:pt x="689" y="189"/>
                      <a:pt x="688" y="186"/>
                    </a:cubicBezTo>
                    <a:cubicBezTo>
                      <a:pt x="688" y="184"/>
                      <a:pt x="689" y="182"/>
                      <a:pt x="691" y="181"/>
                    </a:cubicBezTo>
                    <a:cubicBezTo>
                      <a:pt x="693" y="179"/>
                      <a:pt x="695" y="179"/>
                      <a:pt x="698" y="179"/>
                    </a:cubicBezTo>
                    <a:cubicBezTo>
                      <a:pt x="702" y="179"/>
                      <a:pt x="704" y="179"/>
                      <a:pt x="706" y="180"/>
                    </a:cubicBezTo>
                    <a:cubicBezTo>
                      <a:pt x="706" y="180"/>
                      <a:pt x="707" y="180"/>
                      <a:pt x="707" y="180"/>
                    </a:cubicBezTo>
                    <a:cubicBezTo>
                      <a:pt x="708" y="180"/>
                      <a:pt x="709" y="178"/>
                      <a:pt x="712" y="176"/>
                    </a:cubicBezTo>
                    <a:cubicBezTo>
                      <a:pt x="713" y="174"/>
                      <a:pt x="714" y="173"/>
                      <a:pt x="716" y="171"/>
                    </a:cubicBezTo>
                    <a:cubicBezTo>
                      <a:pt x="723" y="164"/>
                      <a:pt x="725" y="159"/>
                      <a:pt x="727" y="154"/>
                    </a:cubicBezTo>
                    <a:cubicBezTo>
                      <a:pt x="728" y="150"/>
                      <a:pt x="730" y="146"/>
                      <a:pt x="735" y="143"/>
                    </a:cubicBezTo>
                    <a:cubicBezTo>
                      <a:pt x="739" y="141"/>
                      <a:pt x="741" y="140"/>
                      <a:pt x="743" y="139"/>
                    </a:cubicBezTo>
                    <a:cubicBezTo>
                      <a:pt x="746" y="138"/>
                      <a:pt x="748" y="137"/>
                      <a:pt x="754" y="131"/>
                    </a:cubicBezTo>
                    <a:cubicBezTo>
                      <a:pt x="762" y="122"/>
                      <a:pt x="771" y="118"/>
                      <a:pt x="778" y="115"/>
                    </a:cubicBezTo>
                    <a:cubicBezTo>
                      <a:pt x="781" y="114"/>
                      <a:pt x="783" y="113"/>
                      <a:pt x="784" y="112"/>
                    </a:cubicBezTo>
                    <a:cubicBezTo>
                      <a:pt x="787" y="111"/>
                      <a:pt x="787" y="110"/>
                      <a:pt x="788" y="108"/>
                    </a:cubicBezTo>
                    <a:cubicBezTo>
                      <a:pt x="788" y="106"/>
                      <a:pt x="789" y="104"/>
                      <a:pt x="792" y="102"/>
                    </a:cubicBezTo>
                    <a:cubicBezTo>
                      <a:pt x="795" y="100"/>
                      <a:pt x="798" y="98"/>
                      <a:pt x="800" y="99"/>
                    </a:cubicBezTo>
                    <a:cubicBezTo>
                      <a:pt x="803" y="100"/>
                      <a:pt x="803" y="104"/>
                      <a:pt x="803" y="105"/>
                    </a:cubicBezTo>
                    <a:cubicBezTo>
                      <a:pt x="803" y="105"/>
                      <a:pt x="803" y="105"/>
                      <a:pt x="803" y="105"/>
                    </a:cubicBezTo>
                    <a:cubicBezTo>
                      <a:pt x="803" y="105"/>
                      <a:pt x="803" y="105"/>
                      <a:pt x="803" y="105"/>
                    </a:cubicBezTo>
                    <a:cubicBezTo>
                      <a:pt x="804" y="105"/>
                      <a:pt x="805" y="104"/>
                      <a:pt x="805" y="101"/>
                    </a:cubicBezTo>
                    <a:cubicBezTo>
                      <a:pt x="805" y="90"/>
                      <a:pt x="815" y="88"/>
                      <a:pt x="821" y="86"/>
                    </a:cubicBezTo>
                    <a:cubicBezTo>
                      <a:pt x="825" y="85"/>
                      <a:pt x="829" y="86"/>
                      <a:pt x="833" y="87"/>
                    </a:cubicBezTo>
                    <a:cubicBezTo>
                      <a:pt x="837" y="88"/>
                      <a:pt x="841" y="90"/>
                      <a:pt x="844" y="87"/>
                    </a:cubicBezTo>
                    <a:cubicBezTo>
                      <a:pt x="850" y="83"/>
                      <a:pt x="856" y="77"/>
                      <a:pt x="859" y="68"/>
                    </a:cubicBezTo>
                    <a:cubicBezTo>
                      <a:pt x="864" y="70"/>
                      <a:pt x="864" y="70"/>
                      <a:pt x="864" y="70"/>
                    </a:cubicBezTo>
                    <a:cubicBezTo>
                      <a:pt x="860" y="80"/>
                      <a:pt x="853" y="86"/>
                      <a:pt x="847" y="91"/>
                    </a:cubicBezTo>
                    <a:cubicBezTo>
                      <a:pt x="842" y="95"/>
                      <a:pt x="837" y="93"/>
                      <a:pt x="831" y="92"/>
                    </a:cubicBezTo>
                    <a:cubicBezTo>
                      <a:pt x="828" y="91"/>
                      <a:pt x="825" y="90"/>
                      <a:pt x="822" y="91"/>
                    </a:cubicBezTo>
                    <a:cubicBezTo>
                      <a:pt x="814" y="93"/>
                      <a:pt x="810" y="95"/>
                      <a:pt x="810" y="101"/>
                    </a:cubicBezTo>
                    <a:cubicBezTo>
                      <a:pt x="809" y="107"/>
                      <a:pt x="806" y="110"/>
                      <a:pt x="803" y="110"/>
                    </a:cubicBezTo>
                    <a:cubicBezTo>
                      <a:pt x="800" y="110"/>
                      <a:pt x="798" y="108"/>
                      <a:pt x="798" y="105"/>
                    </a:cubicBezTo>
                    <a:cubicBezTo>
                      <a:pt x="798" y="104"/>
                      <a:pt x="798" y="104"/>
                      <a:pt x="798" y="104"/>
                    </a:cubicBezTo>
                    <a:cubicBezTo>
                      <a:pt x="797" y="104"/>
                      <a:pt x="797" y="105"/>
                      <a:pt x="795" y="106"/>
                    </a:cubicBezTo>
                    <a:cubicBezTo>
                      <a:pt x="793" y="107"/>
                      <a:pt x="793" y="108"/>
                      <a:pt x="792" y="110"/>
                    </a:cubicBezTo>
                    <a:cubicBezTo>
                      <a:pt x="791" y="112"/>
                      <a:pt x="790" y="114"/>
                      <a:pt x="787" y="116"/>
                    </a:cubicBezTo>
                    <a:cubicBezTo>
                      <a:pt x="785" y="117"/>
                      <a:pt x="783" y="118"/>
                      <a:pt x="780" y="119"/>
                    </a:cubicBezTo>
                    <a:cubicBezTo>
                      <a:pt x="774" y="122"/>
                      <a:pt x="765" y="126"/>
                      <a:pt x="758" y="134"/>
                    </a:cubicBezTo>
                    <a:cubicBezTo>
                      <a:pt x="751" y="141"/>
                      <a:pt x="748" y="142"/>
                      <a:pt x="745" y="143"/>
                    </a:cubicBezTo>
                    <a:cubicBezTo>
                      <a:pt x="743" y="144"/>
                      <a:pt x="741" y="145"/>
                      <a:pt x="738" y="147"/>
                    </a:cubicBezTo>
                    <a:cubicBezTo>
                      <a:pt x="734" y="150"/>
                      <a:pt x="733" y="152"/>
                      <a:pt x="731" y="156"/>
                    </a:cubicBezTo>
                    <a:cubicBezTo>
                      <a:pt x="729" y="161"/>
                      <a:pt x="727" y="167"/>
                      <a:pt x="719" y="174"/>
                    </a:cubicBezTo>
                    <a:cubicBezTo>
                      <a:pt x="718" y="176"/>
                      <a:pt x="716" y="178"/>
                      <a:pt x="715" y="179"/>
                    </a:cubicBezTo>
                    <a:cubicBezTo>
                      <a:pt x="710" y="184"/>
                      <a:pt x="709" y="185"/>
                      <a:pt x="705" y="184"/>
                    </a:cubicBezTo>
                    <a:cubicBezTo>
                      <a:pt x="703" y="184"/>
                      <a:pt x="702" y="184"/>
                      <a:pt x="698" y="183"/>
                    </a:cubicBezTo>
                    <a:cubicBezTo>
                      <a:pt x="697" y="183"/>
                      <a:pt x="695" y="184"/>
                      <a:pt x="694" y="185"/>
                    </a:cubicBezTo>
                    <a:cubicBezTo>
                      <a:pt x="693" y="185"/>
                      <a:pt x="693" y="186"/>
                      <a:pt x="693" y="186"/>
                    </a:cubicBezTo>
                    <a:cubicBezTo>
                      <a:pt x="693" y="186"/>
                      <a:pt x="693" y="186"/>
                      <a:pt x="696" y="188"/>
                    </a:cubicBezTo>
                    <a:cubicBezTo>
                      <a:pt x="699" y="189"/>
                      <a:pt x="700" y="191"/>
                      <a:pt x="700" y="192"/>
                    </a:cubicBezTo>
                    <a:cubicBezTo>
                      <a:pt x="699" y="195"/>
                      <a:pt x="697" y="197"/>
                      <a:pt x="691" y="198"/>
                    </a:cubicBezTo>
                    <a:cubicBezTo>
                      <a:pt x="685" y="200"/>
                      <a:pt x="678" y="204"/>
                      <a:pt x="674" y="207"/>
                    </a:cubicBezTo>
                    <a:cubicBezTo>
                      <a:pt x="671" y="209"/>
                      <a:pt x="666" y="212"/>
                      <a:pt x="662" y="211"/>
                    </a:cubicBezTo>
                    <a:cubicBezTo>
                      <a:pt x="659" y="210"/>
                      <a:pt x="656" y="209"/>
                      <a:pt x="655" y="206"/>
                    </a:cubicBezTo>
                    <a:cubicBezTo>
                      <a:pt x="653" y="203"/>
                      <a:pt x="649" y="196"/>
                      <a:pt x="652" y="191"/>
                    </a:cubicBezTo>
                    <a:cubicBezTo>
                      <a:pt x="653" y="190"/>
                      <a:pt x="654" y="188"/>
                      <a:pt x="658" y="188"/>
                    </a:cubicBezTo>
                    <a:cubicBezTo>
                      <a:pt x="661" y="188"/>
                      <a:pt x="662" y="187"/>
                      <a:pt x="664" y="185"/>
                    </a:cubicBezTo>
                    <a:cubicBezTo>
                      <a:pt x="665" y="183"/>
                      <a:pt x="666" y="182"/>
                      <a:pt x="668" y="181"/>
                    </a:cubicBezTo>
                    <a:cubicBezTo>
                      <a:pt x="671" y="178"/>
                      <a:pt x="674" y="178"/>
                      <a:pt x="676" y="177"/>
                    </a:cubicBezTo>
                    <a:cubicBezTo>
                      <a:pt x="679" y="177"/>
                      <a:pt x="681" y="177"/>
                      <a:pt x="683" y="176"/>
                    </a:cubicBezTo>
                    <a:cubicBezTo>
                      <a:pt x="688" y="173"/>
                      <a:pt x="688" y="172"/>
                      <a:pt x="688" y="172"/>
                    </a:cubicBezTo>
                    <a:cubicBezTo>
                      <a:pt x="688" y="172"/>
                      <a:pt x="688" y="172"/>
                      <a:pt x="687" y="171"/>
                    </a:cubicBezTo>
                    <a:cubicBezTo>
                      <a:pt x="685" y="170"/>
                      <a:pt x="683" y="168"/>
                      <a:pt x="683" y="165"/>
                    </a:cubicBezTo>
                    <a:cubicBezTo>
                      <a:pt x="683" y="162"/>
                      <a:pt x="686" y="159"/>
                      <a:pt x="690" y="157"/>
                    </a:cubicBezTo>
                    <a:cubicBezTo>
                      <a:pt x="693" y="155"/>
                      <a:pt x="694" y="153"/>
                      <a:pt x="695" y="152"/>
                    </a:cubicBezTo>
                    <a:cubicBezTo>
                      <a:pt x="695" y="151"/>
                      <a:pt x="695" y="150"/>
                      <a:pt x="695" y="150"/>
                    </a:cubicBezTo>
                    <a:cubicBezTo>
                      <a:pt x="694" y="150"/>
                      <a:pt x="694" y="150"/>
                      <a:pt x="692" y="151"/>
                    </a:cubicBezTo>
                    <a:cubicBezTo>
                      <a:pt x="686" y="155"/>
                      <a:pt x="680" y="156"/>
                      <a:pt x="676" y="154"/>
                    </a:cubicBezTo>
                    <a:cubicBezTo>
                      <a:pt x="674" y="152"/>
                      <a:pt x="672" y="150"/>
                      <a:pt x="672" y="148"/>
                    </a:cubicBezTo>
                    <a:cubicBezTo>
                      <a:pt x="672" y="143"/>
                      <a:pt x="675" y="142"/>
                      <a:pt x="676" y="141"/>
                    </a:cubicBezTo>
                    <a:cubicBezTo>
                      <a:pt x="677" y="141"/>
                      <a:pt x="677" y="141"/>
                      <a:pt x="677" y="140"/>
                    </a:cubicBezTo>
                    <a:cubicBezTo>
                      <a:pt x="677" y="137"/>
                      <a:pt x="678" y="130"/>
                      <a:pt x="674" y="127"/>
                    </a:cubicBezTo>
                    <a:cubicBezTo>
                      <a:pt x="670" y="124"/>
                      <a:pt x="669" y="121"/>
                      <a:pt x="669" y="117"/>
                    </a:cubicBezTo>
                    <a:cubicBezTo>
                      <a:pt x="670" y="114"/>
                      <a:pt x="672" y="110"/>
                      <a:pt x="677" y="107"/>
                    </a:cubicBezTo>
                    <a:cubicBezTo>
                      <a:pt x="687" y="102"/>
                      <a:pt x="690" y="98"/>
                      <a:pt x="692" y="92"/>
                    </a:cubicBezTo>
                    <a:cubicBezTo>
                      <a:pt x="693" y="88"/>
                      <a:pt x="695" y="85"/>
                      <a:pt x="696" y="83"/>
                    </a:cubicBezTo>
                    <a:cubicBezTo>
                      <a:pt x="697" y="81"/>
                      <a:pt x="698" y="79"/>
                      <a:pt x="699" y="77"/>
                    </a:cubicBezTo>
                    <a:cubicBezTo>
                      <a:pt x="700" y="75"/>
                      <a:pt x="701" y="73"/>
                      <a:pt x="702" y="71"/>
                    </a:cubicBezTo>
                    <a:cubicBezTo>
                      <a:pt x="703" y="67"/>
                      <a:pt x="705" y="63"/>
                      <a:pt x="709" y="55"/>
                    </a:cubicBezTo>
                    <a:cubicBezTo>
                      <a:pt x="712" y="47"/>
                      <a:pt x="712" y="46"/>
                      <a:pt x="709" y="41"/>
                    </a:cubicBezTo>
                    <a:cubicBezTo>
                      <a:pt x="708" y="40"/>
                      <a:pt x="707" y="38"/>
                      <a:pt x="706" y="35"/>
                    </a:cubicBezTo>
                    <a:cubicBezTo>
                      <a:pt x="704" y="31"/>
                      <a:pt x="700" y="28"/>
                      <a:pt x="696" y="26"/>
                    </a:cubicBezTo>
                    <a:cubicBezTo>
                      <a:pt x="692" y="23"/>
                      <a:pt x="687" y="20"/>
                      <a:pt x="687" y="15"/>
                    </a:cubicBezTo>
                    <a:cubicBezTo>
                      <a:pt x="687" y="9"/>
                      <a:pt x="686" y="4"/>
                      <a:pt x="684" y="4"/>
                    </a:cubicBezTo>
                    <a:cubicBezTo>
                      <a:pt x="684" y="4"/>
                      <a:pt x="684" y="5"/>
                      <a:pt x="684" y="6"/>
                    </a:cubicBezTo>
                    <a:cubicBezTo>
                      <a:pt x="683" y="8"/>
                      <a:pt x="682" y="12"/>
                      <a:pt x="677" y="16"/>
                    </a:cubicBezTo>
                    <a:cubicBezTo>
                      <a:pt x="670" y="21"/>
                      <a:pt x="666" y="20"/>
                      <a:pt x="659" y="19"/>
                    </a:cubicBezTo>
                    <a:cubicBezTo>
                      <a:pt x="658" y="18"/>
                      <a:pt x="656" y="18"/>
                      <a:pt x="654" y="17"/>
                    </a:cubicBezTo>
                    <a:cubicBezTo>
                      <a:pt x="644" y="16"/>
                      <a:pt x="644" y="16"/>
                      <a:pt x="639" y="22"/>
                    </a:cubicBezTo>
                    <a:cubicBezTo>
                      <a:pt x="636" y="25"/>
                      <a:pt x="635" y="29"/>
                      <a:pt x="634" y="32"/>
                    </a:cubicBezTo>
                    <a:cubicBezTo>
                      <a:pt x="632" y="36"/>
                      <a:pt x="631" y="39"/>
                      <a:pt x="628" y="41"/>
                    </a:cubicBezTo>
                    <a:cubicBezTo>
                      <a:pt x="627" y="41"/>
                      <a:pt x="626" y="41"/>
                      <a:pt x="625" y="41"/>
                    </a:cubicBezTo>
                    <a:cubicBezTo>
                      <a:pt x="622" y="42"/>
                      <a:pt x="620" y="42"/>
                      <a:pt x="618" y="47"/>
                    </a:cubicBezTo>
                    <a:cubicBezTo>
                      <a:pt x="616" y="52"/>
                      <a:pt x="614" y="55"/>
                      <a:pt x="612" y="59"/>
                    </a:cubicBezTo>
                    <a:cubicBezTo>
                      <a:pt x="610" y="63"/>
                      <a:pt x="608" y="66"/>
                      <a:pt x="607" y="70"/>
                    </a:cubicBezTo>
                    <a:cubicBezTo>
                      <a:pt x="606" y="72"/>
                      <a:pt x="605" y="74"/>
                      <a:pt x="605" y="76"/>
                    </a:cubicBezTo>
                    <a:cubicBezTo>
                      <a:pt x="603" y="83"/>
                      <a:pt x="602" y="90"/>
                      <a:pt x="595" y="91"/>
                    </a:cubicBezTo>
                    <a:cubicBezTo>
                      <a:pt x="588" y="93"/>
                      <a:pt x="574" y="100"/>
                      <a:pt x="571" y="104"/>
                    </a:cubicBezTo>
                    <a:cubicBezTo>
                      <a:pt x="570" y="106"/>
                      <a:pt x="570" y="107"/>
                      <a:pt x="569" y="109"/>
                    </a:cubicBezTo>
                    <a:cubicBezTo>
                      <a:pt x="566" y="115"/>
                      <a:pt x="562" y="124"/>
                      <a:pt x="555" y="124"/>
                    </a:cubicBezTo>
                    <a:cubicBezTo>
                      <a:pt x="550" y="124"/>
                      <a:pt x="546" y="128"/>
                      <a:pt x="542" y="132"/>
                    </a:cubicBezTo>
                    <a:cubicBezTo>
                      <a:pt x="539" y="134"/>
                      <a:pt x="537" y="136"/>
                      <a:pt x="535" y="138"/>
                    </a:cubicBezTo>
                    <a:cubicBezTo>
                      <a:pt x="529" y="142"/>
                      <a:pt x="525" y="153"/>
                      <a:pt x="525" y="159"/>
                    </a:cubicBezTo>
                    <a:cubicBezTo>
                      <a:pt x="526" y="168"/>
                      <a:pt x="523" y="172"/>
                      <a:pt x="517" y="179"/>
                    </a:cubicBezTo>
                    <a:cubicBezTo>
                      <a:pt x="508" y="192"/>
                      <a:pt x="499" y="197"/>
                      <a:pt x="490" y="193"/>
                    </a:cubicBezTo>
                    <a:cubicBezTo>
                      <a:pt x="485" y="191"/>
                      <a:pt x="482" y="193"/>
                      <a:pt x="476" y="198"/>
                    </a:cubicBezTo>
                    <a:cubicBezTo>
                      <a:pt x="474" y="200"/>
                      <a:pt x="472" y="202"/>
                      <a:pt x="469" y="203"/>
                    </a:cubicBezTo>
                    <a:cubicBezTo>
                      <a:pt x="467" y="205"/>
                      <a:pt x="464" y="205"/>
                      <a:pt x="462" y="205"/>
                    </a:cubicBezTo>
                    <a:cubicBezTo>
                      <a:pt x="458" y="203"/>
                      <a:pt x="456" y="199"/>
                      <a:pt x="454" y="195"/>
                    </a:cubicBezTo>
                    <a:cubicBezTo>
                      <a:pt x="453" y="193"/>
                      <a:pt x="452" y="192"/>
                      <a:pt x="451" y="191"/>
                    </a:cubicBezTo>
                    <a:cubicBezTo>
                      <a:pt x="450" y="189"/>
                      <a:pt x="448" y="188"/>
                      <a:pt x="446" y="188"/>
                    </a:cubicBezTo>
                    <a:cubicBezTo>
                      <a:pt x="444" y="188"/>
                      <a:pt x="441" y="189"/>
                      <a:pt x="439" y="191"/>
                    </a:cubicBezTo>
                    <a:cubicBezTo>
                      <a:pt x="435" y="196"/>
                      <a:pt x="432" y="203"/>
                      <a:pt x="431" y="209"/>
                    </a:cubicBezTo>
                    <a:cubicBezTo>
                      <a:pt x="431" y="213"/>
                      <a:pt x="428" y="216"/>
                      <a:pt x="425" y="219"/>
                    </a:cubicBezTo>
                    <a:cubicBezTo>
                      <a:pt x="421" y="223"/>
                      <a:pt x="417" y="228"/>
                      <a:pt x="417" y="235"/>
                    </a:cubicBezTo>
                    <a:cubicBezTo>
                      <a:pt x="418" y="248"/>
                      <a:pt x="426" y="257"/>
                      <a:pt x="430" y="260"/>
                    </a:cubicBezTo>
                    <a:cubicBezTo>
                      <a:pt x="433" y="263"/>
                      <a:pt x="434" y="267"/>
                      <a:pt x="436" y="270"/>
                    </a:cubicBezTo>
                    <a:cubicBezTo>
                      <a:pt x="438" y="274"/>
                      <a:pt x="440" y="278"/>
                      <a:pt x="444" y="281"/>
                    </a:cubicBezTo>
                    <a:cubicBezTo>
                      <a:pt x="450" y="285"/>
                      <a:pt x="455" y="286"/>
                      <a:pt x="458" y="284"/>
                    </a:cubicBezTo>
                    <a:cubicBezTo>
                      <a:pt x="461" y="281"/>
                      <a:pt x="463" y="282"/>
                      <a:pt x="466" y="282"/>
                    </a:cubicBezTo>
                    <a:cubicBezTo>
                      <a:pt x="468" y="282"/>
                      <a:pt x="469" y="283"/>
                      <a:pt x="471" y="283"/>
                    </a:cubicBezTo>
                    <a:cubicBezTo>
                      <a:pt x="472" y="283"/>
                      <a:pt x="473" y="283"/>
                      <a:pt x="474" y="283"/>
                    </a:cubicBezTo>
                    <a:cubicBezTo>
                      <a:pt x="479" y="283"/>
                      <a:pt x="481" y="284"/>
                      <a:pt x="486" y="287"/>
                    </a:cubicBezTo>
                    <a:cubicBezTo>
                      <a:pt x="486" y="288"/>
                      <a:pt x="487" y="289"/>
                      <a:pt x="488" y="289"/>
                    </a:cubicBezTo>
                    <a:cubicBezTo>
                      <a:pt x="490" y="289"/>
                      <a:pt x="492" y="286"/>
                      <a:pt x="493" y="284"/>
                    </a:cubicBezTo>
                    <a:cubicBezTo>
                      <a:pt x="495" y="281"/>
                      <a:pt x="497" y="279"/>
                      <a:pt x="500" y="279"/>
                    </a:cubicBezTo>
                    <a:cubicBezTo>
                      <a:pt x="504" y="278"/>
                      <a:pt x="508" y="280"/>
                      <a:pt x="510" y="282"/>
                    </a:cubicBezTo>
                    <a:cubicBezTo>
                      <a:pt x="512" y="283"/>
                      <a:pt x="512" y="283"/>
                      <a:pt x="512" y="283"/>
                    </a:cubicBezTo>
                    <a:cubicBezTo>
                      <a:pt x="515" y="287"/>
                      <a:pt x="518" y="290"/>
                      <a:pt x="521" y="294"/>
                    </a:cubicBezTo>
                    <a:cubicBezTo>
                      <a:pt x="523" y="297"/>
                      <a:pt x="522" y="300"/>
                      <a:pt x="521" y="303"/>
                    </a:cubicBezTo>
                    <a:cubicBezTo>
                      <a:pt x="520" y="306"/>
                      <a:pt x="521" y="306"/>
                      <a:pt x="521" y="306"/>
                    </a:cubicBezTo>
                    <a:cubicBezTo>
                      <a:pt x="524" y="307"/>
                      <a:pt x="526" y="309"/>
                      <a:pt x="526" y="311"/>
                    </a:cubicBezTo>
                    <a:cubicBezTo>
                      <a:pt x="527" y="314"/>
                      <a:pt x="526" y="317"/>
                      <a:pt x="525" y="320"/>
                    </a:cubicBezTo>
                    <a:cubicBezTo>
                      <a:pt x="523" y="324"/>
                      <a:pt x="520" y="332"/>
                      <a:pt x="520" y="337"/>
                    </a:cubicBezTo>
                    <a:cubicBezTo>
                      <a:pt x="521" y="341"/>
                      <a:pt x="518" y="343"/>
                      <a:pt x="517" y="345"/>
                    </a:cubicBezTo>
                    <a:cubicBezTo>
                      <a:pt x="515" y="346"/>
                      <a:pt x="515" y="346"/>
                      <a:pt x="516" y="347"/>
                    </a:cubicBezTo>
                    <a:cubicBezTo>
                      <a:pt x="517" y="349"/>
                      <a:pt x="520" y="350"/>
                      <a:pt x="523" y="351"/>
                    </a:cubicBezTo>
                    <a:cubicBezTo>
                      <a:pt x="525" y="352"/>
                      <a:pt x="528" y="353"/>
                      <a:pt x="529" y="355"/>
                    </a:cubicBezTo>
                    <a:cubicBezTo>
                      <a:pt x="530" y="356"/>
                      <a:pt x="535" y="361"/>
                      <a:pt x="538" y="364"/>
                    </a:cubicBezTo>
                    <a:cubicBezTo>
                      <a:pt x="542" y="366"/>
                      <a:pt x="544" y="367"/>
                      <a:pt x="550" y="365"/>
                    </a:cubicBezTo>
                    <a:cubicBezTo>
                      <a:pt x="557" y="363"/>
                      <a:pt x="561" y="363"/>
                      <a:pt x="571" y="363"/>
                    </a:cubicBezTo>
                    <a:cubicBezTo>
                      <a:pt x="575" y="363"/>
                      <a:pt x="579" y="361"/>
                      <a:pt x="582" y="357"/>
                    </a:cubicBezTo>
                    <a:cubicBezTo>
                      <a:pt x="585" y="354"/>
                      <a:pt x="586" y="350"/>
                      <a:pt x="586" y="347"/>
                    </a:cubicBezTo>
                    <a:cubicBezTo>
                      <a:pt x="584" y="338"/>
                      <a:pt x="586" y="336"/>
                      <a:pt x="593" y="332"/>
                    </a:cubicBezTo>
                    <a:cubicBezTo>
                      <a:pt x="595" y="331"/>
                      <a:pt x="595" y="331"/>
                      <a:pt x="595" y="331"/>
                    </a:cubicBezTo>
                    <a:cubicBezTo>
                      <a:pt x="603" y="326"/>
                      <a:pt x="608" y="319"/>
                      <a:pt x="609" y="314"/>
                    </a:cubicBezTo>
                    <a:cubicBezTo>
                      <a:pt x="611" y="306"/>
                      <a:pt x="612" y="303"/>
                      <a:pt x="619" y="301"/>
                    </a:cubicBezTo>
                    <a:cubicBezTo>
                      <a:pt x="622" y="300"/>
                      <a:pt x="624" y="299"/>
                      <a:pt x="627" y="297"/>
                    </a:cubicBezTo>
                    <a:cubicBezTo>
                      <a:pt x="631" y="295"/>
                      <a:pt x="635" y="293"/>
                      <a:pt x="640" y="291"/>
                    </a:cubicBezTo>
                    <a:cubicBezTo>
                      <a:pt x="649" y="288"/>
                      <a:pt x="653" y="290"/>
                      <a:pt x="658" y="293"/>
                    </a:cubicBezTo>
                    <a:cubicBezTo>
                      <a:pt x="659" y="294"/>
                      <a:pt x="661" y="295"/>
                      <a:pt x="663" y="296"/>
                    </a:cubicBezTo>
                    <a:cubicBezTo>
                      <a:pt x="668" y="298"/>
                      <a:pt x="670" y="301"/>
                      <a:pt x="673" y="304"/>
                    </a:cubicBezTo>
                    <a:cubicBezTo>
                      <a:pt x="675" y="306"/>
                      <a:pt x="676" y="308"/>
                      <a:pt x="680" y="310"/>
                    </a:cubicBezTo>
                    <a:cubicBezTo>
                      <a:pt x="681" y="310"/>
                      <a:pt x="681" y="311"/>
                      <a:pt x="681" y="311"/>
                    </a:cubicBezTo>
                    <a:cubicBezTo>
                      <a:pt x="682" y="310"/>
                      <a:pt x="682" y="310"/>
                      <a:pt x="682" y="309"/>
                    </a:cubicBezTo>
                    <a:cubicBezTo>
                      <a:pt x="682" y="308"/>
                      <a:pt x="683" y="305"/>
                      <a:pt x="686" y="305"/>
                    </a:cubicBezTo>
                    <a:cubicBezTo>
                      <a:pt x="689" y="305"/>
                      <a:pt x="690" y="306"/>
                      <a:pt x="692" y="309"/>
                    </a:cubicBezTo>
                    <a:cubicBezTo>
                      <a:pt x="693" y="311"/>
                      <a:pt x="695" y="313"/>
                      <a:pt x="699" y="317"/>
                    </a:cubicBezTo>
                    <a:cubicBezTo>
                      <a:pt x="704" y="321"/>
                      <a:pt x="707" y="320"/>
                      <a:pt x="712" y="317"/>
                    </a:cubicBezTo>
                    <a:cubicBezTo>
                      <a:pt x="715" y="316"/>
                      <a:pt x="718" y="314"/>
                      <a:pt x="721" y="314"/>
                    </a:cubicBezTo>
                    <a:cubicBezTo>
                      <a:pt x="729" y="313"/>
                      <a:pt x="731" y="311"/>
                      <a:pt x="731" y="309"/>
                    </a:cubicBezTo>
                    <a:cubicBezTo>
                      <a:pt x="732" y="306"/>
                      <a:pt x="734" y="304"/>
                      <a:pt x="737" y="304"/>
                    </a:cubicBezTo>
                    <a:cubicBezTo>
                      <a:pt x="740" y="304"/>
                      <a:pt x="743" y="306"/>
                      <a:pt x="744" y="310"/>
                    </a:cubicBezTo>
                    <a:cubicBezTo>
                      <a:pt x="745" y="312"/>
                      <a:pt x="747" y="314"/>
                      <a:pt x="757" y="316"/>
                    </a:cubicBezTo>
                    <a:cubicBezTo>
                      <a:pt x="767" y="318"/>
                      <a:pt x="769" y="317"/>
                      <a:pt x="773" y="314"/>
                    </a:cubicBezTo>
                    <a:cubicBezTo>
                      <a:pt x="778" y="311"/>
                      <a:pt x="780" y="312"/>
                      <a:pt x="782" y="313"/>
                    </a:cubicBezTo>
                    <a:cubicBezTo>
                      <a:pt x="782" y="315"/>
                      <a:pt x="784" y="318"/>
                      <a:pt x="778" y="322"/>
                    </a:cubicBezTo>
                    <a:cubicBezTo>
                      <a:pt x="774" y="326"/>
                      <a:pt x="774" y="327"/>
                      <a:pt x="777" y="331"/>
                    </a:cubicBezTo>
                    <a:cubicBezTo>
                      <a:pt x="778" y="331"/>
                      <a:pt x="778" y="331"/>
                      <a:pt x="778" y="331"/>
                    </a:cubicBezTo>
                    <a:cubicBezTo>
                      <a:pt x="780" y="335"/>
                      <a:pt x="777" y="339"/>
                      <a:pt x="774" y="341"/>
                    </a:cubicBezTo>
                    <a:cubicBezTo>
                      <a:pt x="772" y="343"/>
                      <a:pt x="770" y="345"/>
                      <a:pt x="770" y="346"/>
                    </a:cubicBezTo>
                    <a:cubicBezTo>
                      <a:pt x="770" y="348"/>
                      <a:pt x="771" y="348"/>
                      <a:pt x="774" y="348"/>
                    </a:cubicBezTo>
                    <a:cubicBezTo>
                      <a:pt x="775" y="348"/>
                      <a:pt x="777" y="348"/>
                      <a:pt x="778" y="349"/>
                    </a:cubicBezTo>
                    <a:cubicBezTo>
                      <a:pt x="780" y="350"/>
                      <a:pt x="781" y="351"/>
                      <a:pt x="782" y="352"/>
                    </a:cubicBezTo>
                    <a:cubicBezTo>
                      <a:pt x="782" y="355"/>
                      <a:pt x="781" y="358"/>
                      <a:pt x="778" y="364"/>
                    </a:cubicBezTo>
                    <a:cubicBezTo>
                      <a:pt x="771" y="373"/>
                      <a:pt x="762" y="374"/>
                      <a:pt x="756" y="373"/>
                    </a:cubicBezTo>
                    <a:cubicBezTo>
                      <a:pt x="752" y="372"/>
                      <a:pt x="750" y="370"/>
                      <a:pt x="749" y="369"/>
                    </a:cubicBezTo>
                    <a:cubicBezTo>
                      <a:pt x="748" y="368"/>
                      <a:pt x="747" y="367"/>
                      <a:pt x="745" y="367"/>
                    </a:cubicBezTo>
                    <a:cubicBezTo>
                      <a:pt x="742" y="366"/>
                      <a:pt x="741" y="365"/>
                      <a:pt x="740" y="364"/>
                    </a:cubicBezTo>
                    <a:cubicBezTo>
                      <a:pt x="739" y="364"/>
                      <a:pt x="738" y="363"/>
                      <a:pt x="737" y="363"/>
                    </a:cubicBezTo>
                    <a:cubicBezTo>
                      <a:pt x="737" y="363"/>
                      <a:pt x="737" y="363"/>
                      <a:pt x="737" y="363"/>
                    </a:cubicBezTo>
                    <a:cubicBezTo>
                      <a:pt x="735" y="363"/>
                      <a:pt x="734" y="365"/>
                      <a:pt x="732" y="367"/>
                    </a:cubicBezTo>
                    <a:cubicBezTo>
                      <a:pt x="731" y="369"/>
                      <a:pt x="729" y="370"/>
                      <a:pt x="727" y="372"/>
                    </a:cubicBezTo>
                    <a:cubicBezTo>
                      <a:pt x="725" y="373"/>
                      <a:pt x="724" y="375"/>
                      <a:pt x="723" y="376"/>
                    </a:cubicBezTo>
                    <a:cubicBezTo>
                      <a:pt x="721" y="379"/>
                      <a:pt x="719" y="382"/>
                      <a:pt x="711" y="384"/>
                    </a:cubicBezTo>
                    <a:cubicBezTo>
                      <a:pt x="706" y="385"/>
                      <a:pt x="703" y="387"/>
                      <a:pt x="700" y="389"/>
                    </a:cubicBezTo>
                    <a:cubicBezTo>
                      <a:pt x="697" y="391"/>
                      <a:pt x="693" y="393"/>
                      <a:pt x="688" y="394"/>
                    </a:cubicBezTo>
                    <a:cubicBezTo>
                      <a:pt x="677" y="398"/>
                      <a:pt x="674" y="403"/>
                      <a:pt x="673" y="412"/>
                    </a:cubicBezTo>
                    <a:cubicBezTo>
                      <a:pt x="672" y="420"/>
                      <a:pt x="668" y="425"/>
                      <a:pt x="664" y="425"/>
                    </a:cubicBezTo>
                    <a:cubicBezTo>
                      <a:pt x="664" y="425"/>
                      <a:pt x="664" y="425"/>
                      <a:pt x="664" y="425"/>
                    </a:cubicBezTo>
                    <a:cubicBezTo>
                      <a:pt x="662" y="425"/>
                      <a:pt x="660" y="424"/>
                      <a:pt x="660" y="420"/>
                    </a:cubicBezTo>
                    <a:cubicBezTo>
                      <a:pt x="660" y="419"/>
                      <a:pt x="659" y="419"/>
                      <a:pt x="659" y="419"/>
                    </a:cubicBezTo>
                    <a:cubicBezTo>
                      <a:pt x="657" y="419"/>
                      <a:pt x="655" y="421"/>
                      <a:pt x="654" y="425"/>
                    </a:cubicBezTo>
                    <a:cubicBezTo>
                      <a:pt x="654" y="429"/>
                      <a:pt x="655" y="431"/>
                      <a:pt x="656" y="433"/>
                    </a:cubicBezTo>
                    <a:cubicBezTo>
                      <a:pt x="657" y="436"/>
                      <a:pt x="659" y="439"/>
                      <a:pt x="657" y="444"/>
                    </a:cubicBezTo>
                    <a:cubicBezTo>
                      <a:pt x="655" y="453"/>
                      <a:pt x="645" y="461"/>
                      <a:pt x="633" y="458"/>
                    </a:cubicBezTo>
                    <a:cubicBezTo>
                      <a:pt x="628" y="458"/>
                      <a:pt x="624" y="456"/>
                      <a:pt x="621" y="454"/>
                    </a:cubicBezTo>
                    <a:cubicBezTo>
                      <a:pt x="618" y="453"/>
                      <a:pt x="614" y="452"/>
                      <a:pt x="613" y="452"/>
                    </a:cubicBezTo>
                    <a:cubicBezTo>
                      <a:pt x="613" y="452"/>
                      <a:pt x="613" y="452"/>
                      <a:pt x="613" y="453"/>
                    </a:cubicBezTo>
                    <a:cubicBezTo>
                      <a:pt x="613" y="457"/>
                      <a:pt x="615" y="458"/>
                      <a:pt x="619" y="459"/>
                    </a:cubicBezTo>
                    <a:cubicBezTo>
                      <a:pt x="622" y="460"/>
                      <a:pt x="625" y="461"/>
                      <a:pt x="626" y="464"/>
                    </a:cubicBezTo>
                    <a:cubicBezTo>
                      <a:pt x="628" y="471"/>
                      <a:pt x="625" y="474"/>
                      <a:pt x="615" y="480"/>
                    </a:cubicBezTo>
                    <a:cubicBezTo>
                      <a:pt x="613" y="481"/>
                      <a:pt x="610" y="483"/>
                      <a:pt x="606" y="485"/>
                    </a:cubicBezTo>
                    <a:cubicBezTo>
                      <a:pt x="598" y="489"/>
                      <a:pt x="588" y="494"/>
                      <a:pt x="588" y="501"/>
                    </a:cubicBezTo>
                    <a:cubicBezTo>
                      <a:pt x="587" y="510"/>
                      <a:pt x="583" y="516"/>
                      <a:pt x="581" y="520"/>
                    </a:cubicBezTo>
                    <a:cubicBezTo>
                      <a:pt x="580" y="522"/>
                      <a:pt x="579" y="523"/>
                      <a:pt x="578" y="525"/>
                    </a:cubicBezTo>
                    <a:cubicBezTo>
                      <a:pt x="577" y="526"/>
                      <a:pt x="577" y="528"/>
                      <a:pt x="576" y="530"/>
                    </a:cubicBezTo>
                    <a:cubicBezTo>
                      <a:pt x="575" y="534"/>
                      <a:pt x="574" y="539"/>
                      <a:pt x="569" y="544"/>
                    </a:cubicBezTo>
                    <a:cubicBezTo>
                      <a:pt x="562" y="552"/>
                      <a:pt x="560" y="558"/>
                      <a:pt x="564" y="565"/>
                    </a:cubicBezTo>
                    <a:cubicBezTo>
                      <a:pt x="566" y="569"/>
                      <a:pt x="568" y="569"/>
                      <a:pt x="572" y="570"/>
                    </a:cubicBezTo>
                    <a:cubicBezTo>
                      <a:pt x="574" y="570"/>
                      <a:pt x="577" y="571"/>
                      <a:pt x="582" y="573"/>
                    </a:cubicBezTo>
                    <a:cubicBezTo>
                      <a:pt x="587" y="576"/>
                      <a:pt x="589" y="579"/>
                      <a:pt x="592" y="581"/>
                    </a:cubicBezTo>
                    <a:cubicBezTo>
                      <a:pt x="595" y="584"/>
                      <a:pt x="597" y="586"/>
                      <a:pt x="602" y="588"/>
                    </a:cubicBezTo>
                    <a:cubicBezTo>
                      <a:pt x="606" y="589"/>
                      <a:pt x="611" y="591"/>
                      <a:pt x="616" y="592"/>
                    </a:cubicBezTo>
                    <a:cubicBezTo>
                      <a:pt x="625" y="594"/>
                      <a:pt x="635" y="596"/>
                      <a:pt x="642" y="601"/>
                    </a:cubicBezTo>
                    <a:cubicBezTo>
                      <a:pt x="649" y="606"/>
                      <a:pt x="653" y="616"/>
                      <a:pt x="657" y="627"/>
                    </a:cubicBezTo>
                    <a:cubicBezTo>
                      <a:pt x="659" y="632"/>
                      <a:pt x="661" y="637"/>
                      <a:pt x="664" y="643"/>
                    </a:cubicBezTo>
                    <a:cubicBezTo>
                      <a:pt x="670" y="654"/>
                      <a:pt x="675" y="667"/>
                      <a:pt x="680" y="678"/>
                    </a:cubicBezTo>
                    <a:cubicBezTo>
                      <a:pt x="682" y="684"/>
                      <a:pt x="684" y="689"/>
                      <a:pt x="686" y="694"/>
                    </a:cubicBezTo>
                    <a:cubicBezTo>
                      <a:pt x="689" y="701"/>
                      <a:pt x="693" y="706"/>
                      <a:pt x="697" y="712"/>
                    </a:cubicBezTo>
                    <a:cubicBezTo>
                      <a:pt x="701" y="718"/>
                      <a:pt x="705" y="724"/>
                      <a:pt x="706" y="730"/>
                    </a:cubicBezTo>
                    <a:cubicBezTo>
                      <a:pt x="707" y="734"/>
                      <a:pt x="707" y="738"/>
                      <a:pt x="707" y="741"/>
                    </a:cubicBezTo>
                    <a:cubicBezTo>
                      <a:pt x="706" y="748"/>
                      <a:pt x="706" y="753"/>
                      <a:pt x="718" y="757"/>
                    </a:cubicBezTo>
                    <a:cubicBezTo>
                      <a:pt x="737" y="764"/>
                      <a:pt x="739" y="767"/>
                      <a:pt x="744" y="778"/>
                    </a:cubicBezTo>
                    <a:cubicBezTo>
                      <a:pt x="745" y="781"/>
                      <a:pt x="745" y="781"/>
                      <a:pt x="745" y="781"/>
                    </a:cubicBezTo>
                    <a:cubicBezTo>
                      <a:pt x="749" y="790"/>
                      <a:pt x="751" y="790"/>
                      <a:pt x="759" y="794"/>
                    </a:cubicBezTo>
                    <a:cubicBezTo>
                      <a:pt x="761" y="795"/>
                      <a:pt x="765" y="796"/>
                      <a:pt x="769" y="798"/>
                    </a:cubicBezTo>
                    <a:cubicBezTo>
                      <a:pt x="790" y="808"/>
                      <a:pt x="790" y="823"/>
                      <a:pt x="790" y="828"/>
                    </a:cubicBezTo>
                    <a:cubicBezTo>
                      <a:pt x="790" y="830"/>
                      <a:pt x="789" y="832"/>
                      <a:pt x="787" y="833"/>
                    </a:cubicBezTo>
                    <a:cubicBezTo>
                      <a:pt x="780" y="836"/>
                      <a:pt x="766" y="831"/>
                      <a:pt x="756" y="825"/>
                    </a:cubicBezTo>
                    <a:cubicBezTo>
                      <a:pt x="743" y="817"/>
                      <a:pt x="737" y="821"/>
                      <a:pt x="731" y="825"/>
                    </a:cubicBezTo>
                    <a:cubicBezTo>
                      <a:pt x="723" y="829"/>
                      <a:pt x="715" y="827"/>
                      <a:pt x="711" y="820"/>
                    </a:cubicBezTo>
                    <a:cubicBezTo>
                      <a:pt x="710" y="819"/>
                      <a:pt x="710" y="818"/>
                      <a:pt x="710" y="818"/>
                    </a:cubicBezTo>
                    <a:cubicBezTo>
                      <a:pt x="709" y="819"/>
                      <a:pt x="707" y="821"/>
                      <a:pt x="708" y="824"/>
                    </a:cubicBezTo>
                    <a:cubicBezTo>
                      <a:pt x="708" y="827"/>
                      <a:pt x="708" y="827"/>
                      <a:pt x="721" y="831"/>
                    </a:cubicBezTo>
                    <a:cubicBezTo>
                      <a:pt x="722" y="831"/>
                      <a:pt x="722" y="831"/>
                      <a:pt x="722" y="831"/>
                    </a:cubicBezTo>
                    <a:cubicBezTo>
                      <a:pt x="731" y="833"/>
                      <a:pt x="734" y="835"/>
                      <a:pt x="739" y="840"/>
                    </a:cubicBezTo>
                    <a:cubicBezTo>
                      <a:pt x="743" y="843"/>
                      <a:pt x="748" y="848"/>
                      <a:pt x="760" y="855"/>
                    </a:cubicBezTo>
                    <a:cubicBezTo>
                      <a:pt x="777" y="865"/>
                      <a:pt x="781" y="871"/>
                      <a:pt x="786" y="877"/>
                    </a:cubicBezTo>
                    <a:cubicBezTo>
                      <a:pt x="788" y="880"/>
                      <a:pt x="790" y="883"/>
                      <a:pt x="793" y="886"/>
                    </a:cubicBezTo>
                    <a:cubicBezTo>
                      <a:pt x="799" y="894"/>
                      <a:pt x="799" y="899"/>
                      <a:pt x="798" y="903"/>
                    </a:cubicBezTo>
                    <a:cubicBezTo>
                      <a:pt x="795" y="909"/>
                      <a:pt x="788" y="914"/>
                      <a:pt x="777" y="915"/>
                    </a:cubicBezTo>
                    <a:cubicBezTo>
                      <a:pt x="762" y="917"/>
                      <a:pt x="756" y="923"/>
                      <a:pt x="750" y="931"/>
                    </a:cubicBezTo>
                    <a:cubicBezTo>
                      <a:pt x="749" y="932"/>
                      <a:pt x="748" y="932"/>
                      <a:pt x="748" y="933"/>
                    </a:cubicBezTo>
                    <a:cubicBezTo>
                      <a:pt x="745" y="936"/>
                      <a:pt x="743" y="938"/>
                      <a:pt x="741" y="939"/>
                    </a:cubicBezTo>
                    <a:cubicBezTo>
                      <a:pt x="737" y="944"/>
                      <a:pt x="733" y="947"/>
                      <a:pt x="732" y="953"/>
                    </a:cubicBezTo>
                    <a:cubicBezTo>
                      <a:pt x="731" y="958"/>
                      <a:pt x="729" y="961"/>
                      <a:pt x="726" y="962"/>
                    </a:cubicBezTo>
                    <a:cubicBezTo>
                      <a:pt x="722" y="964"/>
                      <a:pt x="717" y="963"/>
                      <a:pt x="713" y="961"/>
                    </a:cubicBezTo>
                    <a:cubicBezTo>
                      <a:pt x="711" y="960"/>
                      <a:pt x="710" y="960"/>
                      <a:pt x="709" y="961"/>
                    </a:cubicBezTo>
                    <a:cubicBezTo>
                      <a:pt x="708" y="962"/>
                      <a:pt x="709" y="968"/>
                      <a:pt x="709" y="971"/>
                    </a:cubicBezTo>
                    <a:cubicBezTo>
                      <a:pt x="709" y="973"/>
                      <a:pt x="709" y="973"/>
                      <a:pt x="709" y="973"/>
                    </a:cubicBezTo>
                    <a:cubicBezTo>
                      <a:pt x="709" y="976"/>
                      <a:pt x="710" y="978"/>
                      <a:pt x="712" y="979"/>
                    </a:cubicBezTo>
                    <a:cubicBezTo>
                      <a:pt x="713" y="980"/>
                      <a:pt x="715" y="980"/>
                      <a:pt x="717" y="979"/>
                    </a:cubicBezTo>
                    <a:cubicBezTo>
                      <a:pt x="718" y="979"/>
                      <a:pt x="719" y="978"/>
                      <a:pt x="720" y="978"/>
                    </a:cubicBezTo>
                    <a:cubicBezTo>
                      <a:pt x="725" y="976"/>
                      <a:pt x="731" y="974"/>
                      <a:pt x="737" y="969"/>
                    </a:cubicBezTo>
                    <a:cubicBezTo>
                      <a:pt x="746" y="960"/>
                      <a:pt x="755" y="957"/>
                      <a:pt x="762" y="959"/>
                    </a:cubicBezTo>
                    <a:cubicBezTo>
                      <a:pt x="763" y="959"/>
                      <a:pt x="764" y="959"/>
                      <a:pt x="765" y="960"/>
                    </a:cubicBezTo>
                    <a:cubicBezTo>
                      <a:pt x="771" y="961"/>
                      <a:pt x="777" y="963"/>
                      <a:pt x="780" y="971"/>
                    </a:cubicBezTo>
                    <a:cubicBezTo>
                      <a:pt x="783" y="979"/>
                      <a:pt x="786" y="981"/>
                      <a:pt x="790" y="984"/>
                    </a:cubicBezTo>
                    <a:cubicBezTo>
                      <a:pt x="796" y="986"/>
                      <a:pt x="801" y="988"/>
                      <a:pt x="806" y="988"/>
                    </a:cubicBezTo>
                    <a:cubicBezTo>
                      <a:pt x="808" y="988"/>
                      <a:pt x="811" y="988"/>
                      <a:pt x="814" y="988"/>
                    </a:cubicBezTo>
                    <a:cubicBezTo>
                      <a:pt x="821" y="988"/>
                      <a:pt x="825" y="988"/>
                      <a:pt x="826" y="990"/>
                    </a:cubicBezTo>
                    <a:cubicBezTo>
                      <a:pt x="829" y="993"/>
                      <a:pt x="827" y="995"/>
                      <a:pt x="825" y="997"/>
                    </a:cubicBezTo>
                    <a:cubicBezTo>
                      <a:pt x="824" y="997"/>
                      <a:pt x="824" y="998"/>
                      <a:pt x="823" y="999"/>
                    </a:cubicBezTo>
                    <a:cubicBezTo>
                      <a:pt x="821" y="1001"/>
                      <a:pt x="818" y="1002"/>
                      <a:pt x="816" y="1003"/>
                    </a:cubicBezTo>
                    <a:cubicBezTo>
                      <a:pt x="814" y="1004"/>
                      <a:pt x="812" y="1005"/>
                      <a:pt x="811" y="1007"/>
                    </a:cubicBezTo>
                    <a:cubicBezTo>
                      <a:pt x="809" y="1010"/>
                      <a:pt x="807" y="1012"/>
                      <a:pt x="805" y="1015"/>
                    </a:cubicBezTo>
                    <a:cubicBezTo>
                      <a:pt x="803" y="1016"/>
                      <a:pt x="801" y="1018"/>
                      <a:pt x="800" y="1020"/>
                    </a:cubicBezTo>
                    <a:cubicBezTo>
                      <a:pt x="796" y="1025"/>
                      <a:pt x="793" y="1026"/>
                      <a:pt x="789" y="1027"/>
                    </a:cubicBezTo>
                    <a:cubicBezTo>
                      <a:pt x="787" y="1028"/>
                      <a:pt x="786" y="1028"/>
                      <a:pt x="784" y="1029"/>
                    </a:cubicBezTo>
                    <a:cubicBezTo>
                      <a:pt x="782" y="1030"/>
                      <a:pt x="781" y="1031"/>
                      <a:pt x="781" y="1031"/>
                    </a:cubicBezTo>
                    <a:cubicBezTo>
                      <a:pt x="781" y="1032"/>
                      <a:pt x="782" y="1032"/>
                      <a:pt x="782" y="1032"/>
                    </a:cubicBezTo>
                    <a:cubicBezTo>
                      <a:pt x="782" y="1032"/>
                      <a:pt x="784" y="1032"/>
                      <a:pt x="785" y="1032"/>
                    </a:cubicBezTo>
                    <a:cubicBezTo>
                      <a:pt x="788" y="1031"/>
                      <a:pt x="791" y="1031"/>
                      <a:pt x="792" y="1029"/>
                    </a:cubicBezTo>
                    <a:cubicBezTo>
                      <a:pt x="794" y="1027"/>
                      <a:pt x="796" y="1026"/>
                      <a:pt x="798" y="1025"/>
                    </a:cubicBezTo>
                    <a:cubicBezTo>
                      <a:pt x="799" y="1024"/>
                      <a:pt x="800" y="1024"/>
                      <a:pt x="801" y="1023"/>
                    </a:cubicBezTo>
                    <a:cubicBezTo>
                      <a:pt x="801" y="1022"/>
                      <a:pt x="802" y="1022"/>
                      <a:pt x="802" y="1021"/>
                    </a:cubicBezTo>
                    <a:cubicBezTo>
                      <a:pt x="803" y="1019"/>
                      <a:pt x="805" y="1016"/>
                      <a:pt x="809" y="1014"/>
                    </a:cubicBezTo>
                    <a:cubicBezTo>
                      <a:pt x="813" y="1013"/>
                      <a:pt x="816" y="1014"/>
                      <a:pt x="818" y="1016"/>
                    </a:cubicBezTo>
                    <a:cubicBezTo>
                      <a:pt x="820" y="1017"/>
                      <a:pt x="821" y="1020"/>
                      <a:pt x="820" y="1023"/>
                    </a:cubicBezTo>
                    <a:cubicBezTo>
                      <a:pt x="819" y="1025"/>
                      <a:pt x="819" y="1026"/>
                      <a:pt x="819" y="1029"/>
                    </a:cubicBezTo>
                    <a:cubicBezTo>
                      <a:pt x="818" y="1030"/>
                      <a:pt x="818" y="1033"/>
                      <a:pt x="818" y="1036"/>
                    </a:cubicBezTo>
                    <a:cubicBezTo>
                      <a:pt x="817" y="1040"/>
                      <a:pt x="819" y="1043"/>
                      <a:pt x="821" y="1046"/>
                    </a:cubicBezTo>
                    <a:cubicBezTo>
                      <a:pt x="823" y="1048"/>
                      <a:pt x="825" y="1051"/>
                      <a:pt x="823" y="1054"/>
                    </a:cubicBezTo>
                    <a:cubicBezTo>
                      <a:pt x="819" y="1058"/>
                      <a:pt x="814" y="1058"/>
                      <a:pt x="808" y="1058"/>
                    </a:cubicBezTo>
                    <a:cubicBezTo>
                      <a:pt x="806" y="1058"/>
                      <a:pt x="805" y="1058"/>
                      <a:pt x="803" y="1059"/>
                    </a:cubicBezTo>
                    <a:cubicBezTo>
                      <a:pt x="801" y="1059"/>
                      <a:pt x="798" y="1060"/>
                      <a:pt x="795" y="1056"/>
                    </a:cubicBezTo>
                    <a:cubicBezTo>
                      <a:pt x="794" y="1055"/>
                      <a:pt x="793" y="1055"/>
                      <a:pt x="792" y="1056"/>
                    </a:cubicBezTo>
                    <a:cubicBezTo>
                      <a:pt x="788" y="1057"/>
                      <a:pt x="784" y="1061"/>
                      <a:pt x="784" y="1063"/>
                    </a:cubicBezTo>
                    <a:cubicBezTo>
                      <a:pt x="784" y="1063"/>
                      <a:pt x="784" y="1063"/>
                      <a:pt x="784" y="1063"/>
                    </a:cubicBezTo>
                    <a:cubicBezTo>
                      <a:pt x="784" y="1063"/>
                      <a:pt x="786" y="1063"/>
                      <a:pt x="787" y="1063"/>
                    </a:cubicBezTo>
                    <a:cubicBezTo>
                      <a:pt x="789" y="1063"/>
                      <a:pt x="791" y="1062"/>
                      <a:pt x="793" y="1062"/>
                    </a:cubicBezTo>
                    <a:cubicBezTo>
                      <a:pt x="800" y="1062"/>
                      <a:pt x="801" y="1068"/>
                      <a:pt x="802" y="1072"/>
                    </a:cubicBezTo>
                    <a:cubicBezTo>
                      <a:pt x="803" y="1074"/>
                      <a:pt x="803" y="1075"/>
                      <a:pt x="804" y="1077"/>
                    </a:cubicBezTo>
                    <a:cubicBezTo>
                      <a:pt x="805" y="1081"/>
                      <a:pt x="805" y="1082"/>
                      <a:pt x="804" y="1084"/>
                    </a:cubicBezTo>
                    <a:cubicBezTo>
                      <a:pt x="803" y="1085"/>
                      <a:pt x="802" y="1086"/>
                      <a:pt x="803" y="1091"/>
                    </a:cubicBezTo>
                    <a:cubicBezTo>
                      <a:pt x="804" y="1099"/>
                      <a:pt x="799" y="1100"/>
                      <a:pt x="796" y="1101"/>
                    </a:cubicBezTo>
                    <a:cubicBezTo>
                      <a:pt x="794" y="1102"/>
                      <a:pt x="793" y="1103"/>
                      <a:pt x="792" y="1104"/>
                    </a:cubicBezTo>
                    <a:cubicBezTo>
                      <a:pt x="792" y="1106"/>
                      <a:pt x="792" y="1107"/>
                      <a:pt x="795" y="1109"/>
                    </a:cubicBezTo>
                    <a:cubicBezTo>
                      <a:pt x="798" y="1111"/>
                      <a:pt x="801" y="1114"/>
                      <a:pt x="801" y="1118"/>
                    </a:cubicBezTo>
                    <a:cubicBezTo>
                      <a:pt x="802" y="1121"/>
                      <a:pt x="803" y="1124"/>
                      <a:pt x="804" y="1126"/>
                    </a:cubicBezTo>
                    <a:cubicBezTo>
                      <a:pt x="806" y="1130"/>
                      <a:pt x="808" y="1133"/>
                      <a:pt x="807" y="1137"/>
                    </a:cubicBezTo>
                    <a:cubicBezTo>
                      <a:pt x="807" y="1139"/>
                      <a:pt x="806" y="1142"/>
                      <a:pt x="803" y="1143"/>
                    </a:cubicBezTo>
                    <a:cubicBezTo>
                      <a:pt x="800" y="1144"/>
                      <a:pt x="797" y="1142"/>
                      <a:pt x="794" y="1140"/>
                    </a:cubicBezTo>
                    <a:cubicBezTo>
                      <a:pt x="793" y="1139"/>
                      <a:pt x="793" y="1139"/>
                      <a:pt x="792" y="1139"/>
                    </a:cubicBezTo>
                    <a:cubicBezTo>
                      <a:pt x="791" y="1139"/>
                      <a:pt x="789" y="1144"/>
                      <a:pt x="788" y="1148"/>
                    </a:cubicBezTo>
                    <a:cubicBezTo>
                      <a:pt x="787" y="1152"/>
                      <a:pt x="787" y="1152"/>
                      <a:pt x="787" y="1152"/>
                    </a:cubicBezTo>
                    <a:cubicBezTo>
                      <a:pt x="784" y="1160"/>
                      <a:pt x="780" y="1165"/>
                      <a:pt x="775" y="1167"/>
                    </a:cubicBezTo>
                    <a:cubicBezTo>
                      <a:pt x="773" y="1168"/>
                      <a:pt x="772" y="1168"/>
                      <a:pt x="770" y="1167"/>
                    </a:cubicBezTo>
                    <a:cubicBezTo>
                      <a:pt x="769" y="1166"/>
                      <a:pt x="768" y="1165"/>
                      <a:pt x="767" y="1163"/>
                    </a:cubicBezTo>
                    <a:cubicBezTo>
                      <a:pt x="766" y="1160"/>
                      <a:pt x="768" y="1156"/>
                      <a:pt x="772" y="1149"/>
                    </a:cubicBezTo>
                    <a:cubicBezTo>
                      <a:pt x="774" y="1146"/>
                      <a:pt x="774" y="1141"/>
                      <a:pt x="773" y="1139"/>
                    </a:cubicBezTo>
                    <a:cubicBezTo>
                      <a:pt x="772" y="1139"/>
                      <a:pt x="772" y="1139"/>
                      <a:pt x="771" y="1139"/>
                    </a:cubicBezTo>
                    <a:cubicBezTo>
                      <a:pt x="767" y="1140"/>
                      <a:pt x="767" y="1142"/>
                      <a:pt x="767" y="1149"/>
                    </a:cubicBezTo>
                    <a:cubicBezTo>
                      <a:pt x="767" y="1154"/>
                      <a:pt x="765" y="1156"/>
                      <a:pt x="764" y="1159"/>
                    </a:cubicBezTo>
                    <a:cubicBezTo>
                      <a:pt x="762" y="1161"/>
                      <a:pt x="761" y="1162"/>
                      <a:pt x="760" y="1165"/>
                    </a:cubicBezTo>
                    <a:cubicBezTo>
                      <a:pt x="758" y="1173"/>
                      <a:pt x="753" y="1174"/>
                      <a:pt x="751" y="1174"/>
                    </a:cubicBezTo>
                    <a:cubicBezTo>
                      <a:pt x="750" y="1174"/>
                      <a:pt x="749" y="1174"/>
                      <a:pt x="749" y="1174"/>
                    </a:cubicBezTo>
                    <a:cubicBezTo>
                      <a:pt x="749" y="1174"/>
                      <a:pt x="749" y="1175"/>
                      <a:pt x="749" y="1176"/>
                    </a:cubicBezTo>
                    <a:cubicBezTo>
                      <a:pt x="749" y="1177"/>
                      <a:pt x="749" y="1180"/>
                      <a:pt x="748" y="1182"/>
                    </a:cubicBezTo>
                    <a:cubicBezTo>
                      <a:pt x="747" y="1184"/>
                      <a:pt x="746" y="1186"/>
                      <a:pt x="745" y="1187"/>
                    </a:cubicBezTo>
                    <a:cubicBezTo>
                      <a:pt x="742" y="1192"/>
                      <a:pt x="739" y="1197"/>
                      <a:pt x="738" y="1202"/>
                    </a:cubicBezTo>
                    <a:cubicBezTo>
                      <a:pt x="738" y="1207"/>
                      <a:pt x="735" y="1209"/>
                      <a:pt x="734" y="1211"/>
                    </a:cubicBezTo>
                    <a:cubicBezTo>
                      <a:pt x="733" y="1212"/>
                      <a:pt x="733" y="1212"/>
                      <a:pt x="732" y="1212"/>
                    </a:cubicBezTo>
                    <a:cubicBezTo>
                      <a:pt x="732" y="1212"/>
                      <a:pt x="732" y="1212"/>
                      <a:pt x="732" y="1212"/>
                    </a:cubicBezTo>
                    <a:cubicBezTo>
                      <a:pt x="733" y="1212"/>
                      <a:pt x="733" y="1213"/>
                      <a:pt x="734" y="1214"/>
                    </a:cubicBezTo>
                    <a:cubicBezTo>
                      <a:pt x="740" y="1220"/>
                      <a:pt x="740" y="1223"/>
                      <a:pt x="737" y="1229"/>
                    </a:cubicBezTo>
                    <a:cubicBezTo>
                      <a:pt x="736" y="1230"/>
                      <a:pt x="736" y="1231"/>
                      <a:pt x="735" y="1232"/>
                    </a:cubicBezTo>
                    <a:cubicBezTo>
                      <a:pt x="733" y="1235"/>
                      <a:pt x="730" y="1240"/>
                      <a:pt x="730" y="1246"/>
                    </a:cubicBezTo>
                    <a:cubicBezTo>
                      <a:pt x="730" y="1256"/>
                      <a:pt x="720" y="1259"/>
                      <a:pt x="715" y="1261"/>
                    </a:cubicBezTo>
                    <a:cubicBezTo>
                      <a:pt x="712" y="1261"/>
                      <a:pt x="711" y="1265"/>
                      <a:pt x="710" y="1268"/>
                    </a:cubicBezTo>
                    <a:cubicBezTo>
                      <a:pt x="709" y="1271"/>
                      <a:pt x="707" y="1275"/>
                      <a:pt x="704" y="1275"/>
                    </a:cubicBezTo>
                    <a:cubicBezTo>
                      <a:pt x="701" y="1276"/>
                      <a:pt x="698" y="1277"/>
                      <a:pt x="697" y="1279"/>
                    </a:cubicBezTo>
                    <a:cubicBezTo>
                      <a:pt x="697" y="1279"/>
                      <a:pt x="697" y="1280"/>
                      <a:pt x="697" y="1280"/>
                    </a:cubicBezTo>
                    <a:cubicBezTo>
                      <a:pt x="698" y="1282"/>
                      <a:pt x="699" y="1282"/>
                      <a:pt x="700" y="1283"/>
                    </a:cubicBezTo>
                    <a:cubicBezTo>
                      <a:pt x="701" y="1284"/>
                      <a:pt x="702" y="1284"/>
                      <a:pt x="703" y="1285"/>
                    </a:cubicBezTo>
                    <a:cubicBezTo>
                      <a:pt x="705" y="1289"/>
                      <a:pt x="706" y="1292"/>
                      <a:pt x="706" y="1296"/>
                    </a:cubicBezTo>
                    <a:cubicBezTo>
                      <a:pt x="705" y="1300"/>
                      <a:pt x="700" y="1303"/>
                      <a:pt x="696" y="1305"/>
                    </a:cubicBezTo>
                    <a:cubicBezTo>
                      <a:pt x="695" y="1306"/>
                      <a:pt x="693" y="1307"/>
                      <a:pt x="692" y="1308"/>
                    </a:cubicBezTo>
                    <a:cubicBezTo>
                      <a:pt x="685" y="1315"/>
                      <a:pt x="682" y="1315"/>
                      <a:pt x="681" y="1314"/>
                    </a:cubicBezTo>
                    <a:cubicBezTo>
                      <a:pt x="680" y="1314"/>
                      <a:pt x="680" y="1314"/>
                      <a:pt x="680" y="1314"/>
                    </a:cubicBezTo>
                    <a:cubicBezTo>
                      <a:pt x="681" y="1315"/>
                      <a:pt x="681" y="1316"/>
                      <a:pt x="681" y="1317"/>
                    </a:cubicBezTo>
                    <a:cubicBezTo>
                      <a:pt x="682" y="1319"/>
                      <a:pt x="682" y="1320"/>
                      <a:pt x="681" y="1321"/>
                    </a:cubicBezTo>
                    <a:cubicBezTo>
                      <a:pt x="683" y="1320"/>
                      <a:pt x="686" y="1320"/>
                      <a:pt x="688" y="1320"/>
                    </a:cubicBezTo>
                    <a:cubicBezTo>
                      <a:pt x="690" y="1321"/>
                      <a:pt x="692" y="1323"/>
                      <a:pt x="692" y="1326"/>
                    </a:cubicBezTo>
                    <a:cubicBezTo>
                      <a:pt x="693" y="1333"/>
                      <a:pt x="685" y="1335"/>
                      <a:pt x="678" y="1337"/>
                    </a:cubicBezTo>
                    <a:cubicBezTo>
                      <a:pt x="677" y="1338"/>
                      <a:pt x="676" y="1338"/>
                      <a:pt x="675" y="1338"/>
                    </a:cubicBezTo>
                    <a:cubicBezTo>
                      <a:pt x="669" y="1341"/>
                      <a:pt x="663" y="1351"/>
                      <a:pt x="662" y="1356"/>
                    </a:cubicBezTo>
                    <a:cubicBezTo>
                      <a:pt x="663" y="1356"/>
                      <a:pt x="664" y="1356"/>
                      <a:pt x="665" y="1356"/>
                    </a:cubicBezTo>
                    <a:cubicBezTo>
                      <a:pt x="668" y="1355"/>
                      <a:pt x="675" y="1354"/>
                      <a:pt x="677" y="1360"/>
                    </a:cubicBezTo>
                    <a:cubicBezTo>
                      <a:pt x="678" y="1364"/>
                      <a:pt x="677" y="1367"/>
                      <a:pt x="675" y="1369"/>
                    </a:cubicBezTo>
                    <a:cubicBezTo>
                      <a:pt x="674" y="1371"/>
                      <a:pt x="673" y="1374"/>
                      <a:pt x="673" y="1380"/>
                    </a:cubicBezTo>
                    <a:cubicBezTo>
                      <a:pt x="673" y="1388"/>
                      <a:pt x="668" y="1390"/>
                      <a:pt x="665" y="1391"/>
                    </a:cubicBezTo>
                    <a:cubicBezTo>
                      <a:pt x="663" y="1391"/>
                      <a:pt x="662" y="1392"/>
                      <a:pt x="662" y="1393"/>
                    </a:cubicBezTo>
                    <a:cubicBezTo>
                      <a:pt x="662" y="1395"/>
                      <a:pt x="662" y="1395"/>
                      <a:pt x="662" y="1395"/>
                    </a:cubicBezTo>
                    <a:cubicBezTo>
                      <a:pt x="662" y="1395"/>
                      <a:pt x="663" y="1395"/>
                      <a:pt x="663" y="1395"/>
                    </a:cubicBezTo>
                    <a:cubicBezTo>
                      <a:pt x="665" y="1396"/>
                      <a:pt x="668" y="1396"/>
                      <a:pt x="669" y="1399"/>
                    </a:cubicBezTo>
                    <a:cubicBezTo>
                      <a:pt x="670" y="1400"/>
                      <a:pt x="671" y="1401"/>
                      <a:pt x="672" y="1402"/>
                    </a:cubicBezTo>
                    <a:cubicBezTo>
                      <a:pt x="675" y="1405"/>
                      <a:pt x="678" y="1410"/>
                      <a:pt x="678" y="1415"/>
                    </a:cubicBezTo>
                    <a:cubicBezTo>
                      <a:pt x="678" y="1417"/>
                      <a:pt x="678" y="1420"/>
                      <a:pt x="676" y="1421"/>
                    </a:cubicBezTo>
                    <a:cubicBezTo>
                      <a:pt x="674" y="1423"/>
                      <a:pt x="671" y="1421"/>
                      <a:pt x="668" y="1420"/>
                    </a:cubicBezTo>
                    <a:cubicBezTo>
                      <a:pt x="667" y="1419"/>
                      <a:pt x="667" y="1419"/>
                      <a:pt x="667" y="1419"/>
                    </a:cubicBezTo>
                    <a:cubicBezTo>
                      <a:pt x="666" y="1419"/>
                      <a:pt x="665" y="1418"/>
                      <a:pt x="665" y="1418"/>
                    </a:cubicBezTo>
                    <a:cubicBezTo>
                      <a:pt x="660" y="1416"/>
                      <a:pt x="659" y="1415"/>
                      <a:pt x="658" y="1410"/>
                    </a:cubicBezTo>
                    <a:cubicBezTo>
                      <a:pt x="658" y="1410"/>
                      <a:pt x="658" y="1410"/>
                      <a:pt x="657" y="1409"/>
                    </a:cubicBezTo>
                    <a:cubicBezTo>
                      <a:pt x="655" y="1409"/>
                      <a:pt x="649" y="1411"/>
                      <a:pt x="645" y="1413"/>
                    </a:cubicBezTo>
                    <a:cubicBezTo>
                      <a:pt x="641" y="1416"/>
                      <a:pt x="639" y="1418"/>
                      <a:pt x="639" y="1419"/>
                    </a:cubicBezTo>
                    <a:cubicBezTo>
                      <a:pt x="639" y="1419"/>
                      <a:pt x="640" y="1420"/>
                      <a:pt x="641" y="1420"/>
                    </a:cubicBezTo>
                    <a:cubicBezTo>
                      <a:pt x="643" y="1421"/>
                      <a:pt x="643" y="1421"/>
                      <a:pt x="643" y="1421"/>
                    </a:cubicBezTo>
                    <a:cubicBezTo>
                      <a:pt x="650" y="1423"/>
                      <a:pt x="654" y="1425"/>
                      <a:pt x="653" y="1433"/>
                    </a:cubicBezTo>
                    <a:cubicBezTo>
                      <a:pt x="652" y="1440"/>
                      <a:pt x="646" y="1440"/>
                      <a:pt x="642" y="1440"/>
                    </a:cubicBezTo>
                    <a:cubicBezTo>
                      <a:pt x="642" y="1440"/>
                      <a:pt x="641" y="1440"/>
                      <a:pt x="641" y="1440"/>
                    </a:cubicBezTo>
                    <a:cubicBezTo>
                      <a:pt x="641" y="1440"/>
                      <a:pt x="641" y="1440"/>
                      <a:pt x="641" y="1440"/>
                    </a:cubicBezTo>
                    <a:cubicBezTo>
                      <a:pt x="640" y="1440"/>
                      <a:pt x="640" y="1440"/>
                      <a:pt x="640" y="1440"/>
                    </a:cubicBezTo>
                    <a:cubicBezTo>
                      <a:pt x="640" y="1442"/>
                      <a:pt x="639" y="1444"/>
                      <a:pt x="636" y="1444"/>
                    </a:cubicBezTo>
                    <a:cubicBezTo>
                      <a:pt x="635" y="1445"/>
                      <a:pt x="635" y="1445"/>
                      <a:pt x="635" y="1445"/>
                    </a:cubicBezTo>
                    <a:cubicBezTo>
                      <a:pt x="633" y="1445"/>
                      <a:pt x="630" y="1446"/>
                      <a:pt x="628" y="1444"/>
                    </a:cubicBezTo>
                    <a:cubicBezTo>
                      <a:pt x="626" y="1443"/>
                      <a:pt x="625" y="1441"/>
                      <a:pt x="625" y="1438"/>
                    </a:cubicBezTo>
                    <a:cubicBezTo>
                      <a:pt x="624" y="1436"/>
                      <a:pt x="624" y="1436"/>
                      <a:pt x="623" y="1436"/>
                    </a:cubicBezTo>
                    <a:cubicBezTo>
                      <a:pt x="623" y="1435"/>
                      <a:pt x="622" y="1436"/>
                      <a:pt x="622" y="1436"/>
                    </a:cubicBezTo>
                    <a:cubicBezTo>
                      <a:pt x="623" y="1438"/>
                      <a:pt x="624" y="1440"/>
                      <a:pt x="623" y="1442"/>
                    </a:cubicBezTo>
                    <a:cubicBezTo>
                      <a:pt x="622" y="1444"/>
                      <a:pt x="621" y="1446"/>
                      <a:pt x="618" y="1447"/>
                    </a:cubicBezTo>
                    <a:cubicBezTo>
                      <a:pt x="617" y="1447"/>
                      <a:pt x="617" y="1448"/>
                      <a:pt x="617" y="1449"/>
                    </a:cubicBezTo>
                    <a:cubicBezTo>
                      <a:pt x="617" y="1450"/>
                      <a:pt x="617" y="1451"/>
                      <a:pt x="620" y="1450"/>
                    </a:cubicBezTo>
                    <a:cubicBezTo>
                      <a:pt x="624" y="1450"/>
                      <a:pt x="627" y="1449"/>
                      <a:pt x="629" y="1451"/>
                    </a:cubicBezTo>
                    <a:cubicBezTo>
                      <a:pt x="630" y="1453"/>
                      <a:pt x="629" y="1456"/>
                      <a:pt x="628" y="1459"/>
                    </a:cubicBezTo>
                    <a:cubicBezTo>
                      <a:pt x="626" y="1464"/>
                      <a:pt x="624" y="1465"/>
                      <a:pt x="621" y="1466"/>
                    </a:cubicBezTo>
                    <a:cubicBezTo>
                      <a:pt x="620" y="1466"/>
                      <a:pt x="619" y="1466"/>
                      <a:pt x="617" y="1468"/>
                    </a:cubicBezTo>
                    <a:cubicBezTo>
                      <a:pt x="614" y="1472"/>
                      <a:pt x="609" y="1471"/>
                      <a:pt x="606" y="1471"/>
                    </a:cubicBezTo>
                    <a:cubicBezTo>
                      <a:pt x="604" y="1470"/>
                      <a:pt x="602" y="1470"/>
                      <a:pt x="602" y="1470"/>
                    </a:cubicBezTo>
                    <a:cubicBezTo>
                      <a:pt x="601" y="1471"/>
                      <a:pt x="601" y="1472"/>
                      <a:pt x="601" y="1472"/>
                    </a:cubicBezTo>
                    <a:cubicBezTo>
                      <a:pt x="602" y="1472"/>
                      <a:pt x="604" y="1472"/>
                      <a:pt x="605" y="1472"/>
                    </a:cubicBezTo>
                    <a:cubicBezTo>
                      <a:pt x="605" y="1471"/>
                      <a:pt x="606" y="1471"/>
                      <a:pt x="607" y="1471"/>
                    </a:cubicBezTo>
                    <a:cubicBezTo>
                      <a:pt x="609" y="1471"/>
                      <a:pt x="611" y="1472"/>
                      <a:pt x="612" y="1474"/>
                    </a:cubicBezTo>
                    <a:cubicBezTo>
                      <a:pt x="614" y="1477"/>
                      <a:pt x="612" y="1480"/>
                      <a:pt x="610" y="1485"/>
                    </a:cubicBezTo>
                    <a:cubicBezTo>
                      <a:pt x="604" y="1498"/>
                      <a:pt x="600" y="1498"/>
                      <a:pt x="598" y="1498"/>
                    </a:cubicBezTo>
                    <a:cubicBezTo>
                      <a:pt x="598" y="1498"/>
                      <a:pt x="596" y="1498"/>
                      <a:pt x="594" y="1496"/>
                    </a:cubicBezTo>
                    <a:cubicBezTo>
                      <a:pt x="593" y="1493"/>
                      <a:pt x="590" y="1494"/>
                      <a:pt x="584" y="1496"/>
                    </a:cubicBezTo>
                    <a:cubicBezTo>
                      <a:pt x="585" y="1496"/>
                      <a:pt x="587" y="1498"/>
                      <a:pt x="588" y="1499"/>
                    </a:cubicBezTo>
                    <a:cubicBezTo>
                      <a:pt x="588" y="1499"/>
                      <a:pt x="588" y="1499"/>
                      <a:pt x="588" y="1499"/>
                    </a:cubicBezTo>
                    <a:cubicBezTo>
                      <a:pt x="589" y="1500"/>
                      <a:pt x="591" y="1502"/>
                      <a:pt x="590" y="1505"/>
                    </a:cubicBezTo>
                    <a:cubicBezTo>
                      <a:pt x="589" y="1508"/>
                      <a:pt x="588" y="1509"/>
                      <a:pt x="587" y="1511"/>
                    </a:cubicBezTo>
                    <a:cubicBezTo>
                      <a:pt x="586" y="1512"/>
                      <a:pt x="584" y="1513"/>
                      <a:pt x="582" y="1512"/>
                    </a:cubicBezTo>
                    <a:cubicBezTo>
                      <a:pt x="581" y="1511"/>
                      <a:pt x="580" y="1510"/>
                      <a:pt x="580" y="1507"/>
                    </a:cubicBezTo>
                    <a:cubicBezTo>
                      <a:pt x="580" y="1507"/>
                      <a:pt x="580" y="1507"/>
                      <a:pt x="580" y="1507"/>
                    </a:cubicBezTo>
                    <a:cubicBezTo>
                      <a:pt x="580" y="1506"/>
                      <a:pt x="579" y="1505"/>
                      <a:pt x="579" y="1505"/>
                    </a:cubicBezTo>
                    <a:cubicBezTo>
                      <a:pt x="579" y="1504"/>
                      <a:pt x="579" y="1503"/>
                      <a:pt x="580" y="1503"/>
                    </a:cubicBezTo>
                    <a:cubicBezTo>
                      <a:pt x="580" y="1502"/>
                      <a:pt x="580" y="1502"/>
                      <a:pt x="581" y="1501"/>
                    </a:cubicBezTo>
                    <a:cubicBezTo>
                      <a:pt x="581" y="1500"/>
                      <a:pt x="581" y="1499"/>
                      <a:pt x="581" y="1499"/>
                    </a:cubicBezTo>
                    <a:cubicBezTo>
                      <a:pt x="581" y="1498"/>
                      <a:pt x="581" y="1497"/>
                      <a:pt x="582" y="1497"/>
                    </a:cubicBezTo>
                    <a:cubicBezTo>
                      <a:pt x="582" y="1497"/>
                      <a:pt x="581" y="1497"/>
                      <a:pt x="581" y="1497"/>
                    </a:cubicBezTo>
                    <a:cubicBezTo>
                      <a:pt x="577" y="1499"/>
                      <a:pt x="571" y="1501"/>
                      <a:pt x="567" y="1499"/>
                    </a:cubicBezTo>
                    <a:cubicBezTo>
                      <a:pt x="565" y="1498"/>
                      <a:pt x="564" y="1496"/>
                      <a:pt x="564" y="1494"/>
                    </a:cubicBezTo>
                    <a:cubicBezTo>
                      <a:pt x="564" y="1493"/>
                      <a:pt x="564" y="1493"/>
                      <a:pt x="564" y="1493"/>
                    </a:cubicBezTo>
                    <a:cubicBezTo>
                      <a:pt x="564" y="1493"/>
                      <a:pt x="563" y="1493"/>
                      <a:pt x="563" y="1493"/>
                    </a:cubicBezTo>
                    <a:cubicBezTo>
                      <a:pt x="562" y="1493"/>
                      <a:pt x="562" y="1494"/>
                      <a:pt x="562" y="1495"/>
                    </a:cubicBezTo>
                    <a:cubicBezTo>
                      <a:pt x="562" y="1496"/>
                      <a:pt x="563" y="1497"/>
                      <a:pt x="563" y="1498"/>
                    </a:cubicBezTo>
                    <a:cubicBezTo>
                      <a:pt x="563" y="1502"/>
                      <a:pt x="564" y="1505"/>
                      <a:pt x="562" y="1507"/>
                    </a:cubicBezTo>
                    <a:cubicBezTo>
                      <a:pt x="561" y="1509"/>
                      <a:pt x="560" y="1509"/>
                      <a:pt x="558" y="1509"/>
                    </a:cubicBezTo>
                    <a:cubicBezTo>
                      <a:pt x="547" y="1511"/>
                      <a:pt x="544" y="1512"/>
                      <a:pt x="543" y="1513"/>
                    </a:cubicBezTo>
                    <a:cubicBezTo>
                      <a:pt x="543" y="1513"/>
                      <a:pt x="543" y="1513"/>
                      <a:pt x="543" y="1513"/>
                    </a:cubicBezTo>
                    <a:cubicBezTo>
                      <a:pt x="544" y="1514"/>
                      <a:pt x="546" y="1514"/>
                      <a:pt x="550" y="1513"/>
                    </a:cubicBezTo>
                    <a:cubicBezTo>
                      <a:pt x="556" y="1512"/>
                      <a:pt x="559" y="1514"/>
                      <a:pt x="562" y="1516"/>
                    </a:cubicBezTo>
                    <a:cubicBezTo>
                      <a:pt x="563" y="1516"/>
                      <a:pt x="563" y="1517"/>
                      <a:pt x="564" y="1517"/>
                    </a:cubicBezTo>
                    <a:cubicBezTo>
                      <a:pt x="565" y="1518"/>
                      <a:pt x="566" y="1519"/>
                      <a:pt x="566" y="1521"/>
                    </a:cubicBezTo>
                    <a:cubicBezTo>
                      <a:pt x="565" y="1525"/>
                      <a:pt x="560" y="1531"/>
                      <a:pt x="555" y="1533"/>
                    </a:cubicBezTo>
                    <a:cubicBezTo>
                      <a:pt x="554" y="1534"/>
                      <a:pt x="554" y="1534"/>
                      <a:pt x="554" y="1534"/>
                    </a:cubicBezTo>
                    <a:cubicBezTo>
                      <a:pt x="550" y="1536"/>
                      <a:pt x="550" y="1536"/>
                      <a:pt x="550" y="1539"/>
                    </a:cubicBezTo>
                    <a:cubicBezTo>
                      <a:pt x="550" y="1543"/>
                      <a:pt x="548" y="1546"/>
                      <a:pt x="546" y="1549"/>
                    </a:cubicBezTo>
                    <a:cubicBezTo>
                      <a:pt x="545" y="1550"/>
                      <a:pt x="544" y="1551"/>
                      <a:pt x="543" y="1552"/>
                    </a:cubicBezTo>
                    <a:cubicBezTo>
                      <a:pt x="541" y="1556"/>
                      <a:pt x="537" y="1561"/>
                      <a:pt x="534" y="1561"/>
                    </a:cubicBezTo>
                    <a:cubicBezTo>
                      <a:pt x="533" y="1561"/>
                      <a:pt x="532" y="1560"/>
                      <a:pt x="531" y="1560"/>
                    </a:cubicBezTo>
                    <a:cubicBezTo>
                      <a:pt x="530" y="1558"/>
                      <a:pt x="531" y="1556"/>
                      <a:pt x="532" y="1553"/>
                    </a:cubicBezTo>
                    <a:cubicBezTo>
                      <a:pt x="532" y="1552"/>
                      <a:pt x="533" y="1551"/>
                      <a:pt x="533" y="1550"/>
                    </a:cubicBezTo>
                    <a:cubicBezTo>
                      <a:pt x="533" y="1550"/>
                      <a:pt x="533" y="1550"/>
                      <a:pt x="532" y="1550"/>
                    </a:cubicBezTo>
                    <a:cubicBezTo>
                      <a:pt x="531" y="1551"/>
                      <a:pt x="531" y="1552"/>
                      <a:pt x="531" y="1553"/>
                    </a:cubicBezTo>
                    <a:cubicBezTo>
                      <a:pt x="530" y="1557"/>
                      <a:pt x="527" y="1558"/>
                      <a:pt x="523" y="1559"/>
                    </a:cubicBezTo>
                    <a:cubicBezTo>
                      <a:pt x="520" y="1559"/>
                      <a:pt x="518" y="1560"/>
                      <a:pt x="516" y="1561"/>
                    </a:cubicBezTo>
                    <a:cubicBezTo>
                      <a:pt x="514" y="1562"/>
                      <a:pt x="513" y="1564"/>
                      <a:pt x="511" y="1567"/>
                    </a:cubicBezTo>
                    <a:cubicBezTo>
                      <a:pt x="509" y="1570"/>
                      <a:pt x="507" y="1573"/>
                      <a:pt x="503" y="1574"/>
                    </a:cubicBezTo>
                    <a:cubicBezTo>
                      <a:pt x="500" y="1575"/>
                      <a:pt x="500" y="1576"/>
                      <a:pt x="498" y="1578"/>
                    </a:cubicBezTo>
                    <a:cubicBezTo>
                      <a:pt x="497" y="1580"/>
                      <a:pt x="496" y="1582"/>
                      <a:pt x="494" y="1584"/>
                    </a:cubicBezTo>
                    <a:cubicBezTo>
                      <a:pt x="489" y="1591"/>
                      <a:pt x="487" y="1591"/>
                      <a:pt x="480" y="1589"/>
                    </a:cubicBezTo>
                    <a:cubicBezTo>
                      <a:pt x="478" y="1589"/>
                      <a:pt x="478" y="1589"/>
                      <a:pt x="478" y="1589"/>
                    </a:cubicBezTo>
                    <a:cubicBezTo>
                      <a:pt x="473" y="1588"/>
                      <a:pt x="472" y="1590"/>
                      <a:pt x="469" y="1597"/>
                    </a:cubicBezTo>
                    <a:cubicBezTo>
                      <a:pt x="469" y="1598"/>
                      <a:pt x="469" y="1599"/>
                      <a:pt x="468" y="1600"/>
                    </a:cubicBezTo>
                    <a:cubicBezTo>
                      <a:pt x="466" y="1605"/>
                      <a:pt x="464" y="1609"/>
                      <a:pt x="463" y="1612"/>
                    </a:cubicBezTo>
                    <a:cubicBezTo>
                      <a:pt x="461" y="1615"/>
                      <a:pt x="459" y="1618"/>
                      <a:pt x="458" y="1622"/>
                    </a:cubicBezTo>
                    <a:cubicBezTo>
                      <a:pt x="456" y="1626"/>
                      <a:pt x="453" y="1627"/>
                      <a:pt x="450" y="1628"/>
                    </a:cubicBezTo>
                    <a:cubicBezTo>
                      <a:pt x="446" y="1630"/>
                      <a:pt x="443" y="1631"/>
                      <a:pt x="443" y="1638"/>
                    </a:cubicBezTo>
                    <a:cubicBezTo>
                      <a:pt x="443" y="1647"/>
                      <a:pt x="439" y="1651"/>
                      <a:pt x="436" y="1653"/>
                    </a:cubicBezTo>
                    <a:cubicBezTo>
                      <a:pt x="432" y="1656"/>
                      <a:pt x="427" y="1656"/>
                      <a:pt x="423" y="1654"/>
                    </a:cubicBezTo>
                    <a:cubicBezTo>
                      <a:pt x="420" y="1653"/>
                      <a:pt x="419" y="1654"/>
                      <a:pt x="417" y="1658"/>
                    </a:cubicBezTo>
                    <a:cubicBezTo>
                      <a:pt x="416" y="1658"/>
                      <a:pt x="416" y="1659"/>
                      <a:pt x="415" y="1659"/>
                    </a:cubicBezTo>
                    <a:cubicBezTo>
                      <a:pt x="412" y="1664"/>
                      <a:pt x="409" y="1666"/>
                      <a:pt x="402" y="1666"/>
                    </a:cubicBezTo>
                    <a:cubicBezTo>
                      <a:pt x="397" y="1666"/>
                      <a:pt x="396" y="1666"/>
                      <a:pt x="390" y="1670"/>
                    </a:cubicBezTo>
                    <a:cubicBezTo>
                      <a:pt x="382" y="1675"/>
                      <a:pt x="380" y="1675"/>
                      <a:pt x="376" y="1671"/>
                    </a:cubicBezTo>
                    <a:cubicBezTo>
                      <a:pt x="375" y="1669"/>
                      <a:pt x="373" y="1668"/>
                      <a:pt x="371" y="1666"/>
                    </a:cubicBezTo>
                    <a:cubicBezTo>
                      <a:pt x="368" y="1665"/>
                      <a:pt x="368" y="1665"/>
                      <a:pt x="364" y="1668"/>
                    </a:cubicBezTo>
                    <a:cubicBezTo>
                      <a:pt x="362" y="1669"/>
                      <a:pt x="361" y="1671"/>
                      <a:pt x="361" y="1673"/>
                    </a:cubicBezTo>
                    <a:cubicBezTo>
                      <a:pt x="361" y="1673"/>
                      <a:pt x="361" y="1673"/>
                      <a:pt x="361" y="1673"/>
                    </a:cubicBezTo>
                    <a:cubicBezTo>
                      <a:pt x="362" y="1673"/>
                      <a:pt x="363" y="1673"/>
                      <a:pt x="364" y="1673"/>
                    </a:cubicBezTo>
                    <a:cubicBezTo>
                      <a:pt x="365" y="1675"/>
                      <a:pt x="365" y="1677"/>
                      <a:pt x="365" y="1680"/>
                    </a:cubicBezTo>
                    <a:cubicBezTo>
                      <a:pt x="365" y="1681"/>
                      <a:pt x="365" y="1682"/>
                      <a:pt x="364" y="1683"/>
                    </a:cubicBezTo>
                    <a:cubicBezTo>
                      <a:pt x="362" y="1684"/>
                      <a:pt x="360" y="1684"/>
                      <a:pt x="358" y="1683"/>
                    </a:cubicBezTo>
                    <a:cubicBezTo>
                      <a:pt x="355" y="1683"/>
                      <a:pt x="353" y="1682"/>
                      <a:pt x="350" y="1683"/>
                    </a:cubicBezTo>
                    <a:cubicBezTo>
                      <a:pt x="345" y="1684"/>
                      <a:pt x="341" y="1683"/>
                      <a:pt x="339" y="1680"/>
                    </a:cubicBezTo>
                    <a:cubicBezTo>
                      <a:pt x="339" y="1680"/>
                      <a:pt x="338" y="1677"/>
                      <a:pt x="341" y="1674"/>
                    </a:cubicBezTo>
                    <a:cubicBezTo>
                      <a:pt x="341" y="1674"/>
                      <a:pt x="341" y="1674"/>
                      <a:pt x="341" y="1674"/>
                    </a:cubicBezTo>
                    <a:cubicBezTo>
                      <a:pt x="341" y="1674"/>
                      <a:pt x="340" y="1674"/>
                      <a:pt x="339" y="1674"/>
                    </a:cubicBezTo>
                    <a:cubicBezTo>
                      <a:pt x="335" y="1676"/>
                      <a:pt x="328" y="1676"/>
                      <a:pt x="322" y="1676"/>
                    </a:cubicBezTo>
                    <a:cubicBezTo>
                      <a:pt x="319" y="1676"/>
                      <a:pt x="318" y="1677"/>
                      <a:pt x="317" y="1679"/>
                    </a:cubicBezTo>
                    <a:cubicBezTo>
                      <a:pt x="317" y="1680"/>
                      <a:pt x="317" y="1681"/>
                      <a:pt x="316" y="1682"/>
                    </a:cubicBezTo>
                    <a:cubicBezTo>
                      <a:pt x="315" y="1683"/>
                      <a:pt x="314" y="1684"/>
                      <a:pt x="313" y="1685"/>
                    </a:cubicBezTo>
                    <a:cubicBezTo>
                      <a:pt x="312" y="1687"/>
                      <a:pt x="310" y="1689"/>
                      <a:pt x="309" y="1692"/>
                    </a:cubicBezTo>
                    <a:cubicBezTo>
                      <a:pt x="307" y="1696"/>
                      <a:pt x="304" y="1695"/>
                      <a:pt x="302" y="1695"/>
                    </a:cubicBezTo>
                    <a:cubicBezTo>
                      <a:pt x="300" y="1695"/>
                      <a:pt x="299" y="1694"/>
                      <a:pt x="298" y="1695"/>
                    </a:cubicBezTo>
                    <a:cubicBezTo>
                      <a:pt x="296" y="1696"/>
                      <a:pt x="294" y="1696"/>
                      <a:pt x="292" y="1695"/>
                    </a:cubicBezTo>
                    <a:cubicBezTo>
                      <a:pt x="290" y="1694"/>
                      <a:pt x="290" y="1691"/>
                      <a:pt x="290" y="1687"/>
                    </a:cubicBezTo>
                    <a:cubicBezTo>
                      <a:pt x="290" y="1682"/>
                      <a:pt x="292" y="1679"/>
                      <a:pt x="293" y="1677"/>
                    </a:cubicBezTo>
                    <a:cubicBezTo>
                      <a:pt x="293" y="1677"/>
                      <a:pt x="293" y="1677"/>
                      <a:pt x="293" y="1677"/>
                    </a:cubicBezTo>
                    <a:cubicBezTo>
                      <a:pt x="291" y="1678"/>
                      <a:pt x="287" y="1681"/>
                      <a:pt x="283" y="1682"/>
                    </a:cubicBezTo>
                    <a:cubicBezTo>
                      <a:pt x="282" y="1683"/>
                      <a:pt x="282" y="1683"/>
                      <a:pt x="282" y="1683"/>
                    </a:cubicBezTo>
                    <a:cubicBezTo>
                      <a:pt x="279" y="1684"/>
                      <a:pt x="278" y="1684"/>
                      <a:pt x="277" y="1687"/>
                    </a:cubicBezTo>
                    <a:cubicBezTo>
                      <a:pt x="277" y="1687"/>
                      <a:pt x="277" y="1687"/>
                      <a:pt x="278" y="1688"/>
                    </a:cubicBezTo>
                    <a:cubicBezTo>
                      <a:pt x="278" y="1690"/>
                      <a:pt x="280" y="1692"/>
                      <a:pt x="278" y="1694"/>
                    </a:cubicBezTo>
                    <a:cubicBezTo>
                      <a:pt x="278" y="1695"/>
                      <a:pt x="279" y="1695"/>
                      <a:pt x="279" y="1695"/>
                    </a:cubicBezTo>
                    <a:cubicBezTo>
                      <a:pt x="281" y="1697"/>
                      <a:pt x="283" y="1699"/>
                      <a:pt x="283" y="1701"/>
                    </a:cubicBezTo>
                    <a:cubicBezTo>
                      <a:pt x="283" y="1701"/>
                      <a:pt x="283" y="1701"/>
                      <a:pt x="283" y="1701"/>
                    </a:cubicBezTo>
                    <a:cubicBezTo>
                      <a:pt x="284" y="1701"/>
                      <a:pt x="285" y="1701"/>
                      <a:pt x="286" y="1701"/>
                    </a:cubicBezTo>
                    <a:cubicBezTo>
                      <a:pt x="287" y="1702"/>
                      <a:pt x="287" y="1703"/>
                      <a:pt x="287" y="1704"/>
                    </a:cubicBezTo>
                    <a:cubicBezTo>
                      <a:pt x="287" y="1706"/>
                      <a:pt x="286" y="1707"/>
                      <a:pt x="284" y="1707"/>
                    </a:cubicBezTo>
                    <a:cubicBezTo>
                      <a:pt x="284" y="1707"/>
                      <a:pt x="284" y="1707"/>
                      <a:pt x="284" y="1707"/>
                    </a:cubicBezTo>
                    <a:cubicBezTo>
                      <a:pt x="283" y="1707"/>
                      <a:pt x="283" y="1707"/>
                      <a:pt x="283" y="1707"/>
                    </a:cubicBezTo>
                    <a:cubicBezTo>
                      <a:pt x="282" y="1707"/>
                      <a:pt x="281" y="1706"/>
                      <a:pt x="281" y="1705"/>
                    </a:cubicBezTo>
                    <a:cubicBezTo>
                      <a:pt x="281" y="1705"/>
                      <a:pt x="281" y="1705"/>
                      <a:pt x="281" y="1705"/>
                    </a:cubicBezTo>
                    <a:cubicBezTo>
                      <a:pt x="279" y="1706"/>
                      <a:pt x="277" y="1707"/>
                      <a:pt x="275" y="1706"/>
                    </a:cubicBezTo>
                    <a:cubicBezTo>
                      <a:pt x="273" y="1705"/>
                      <a:pt x="271" y="1703"/>
                      <a:pt x="270" y="1700"/>
                    </a:cubicBezTo>
                    <a:cubicBezTo>
                      <a:pt x="269" y="1697"/>
                      <a:pt x="264" y="1695"/>
                      <a:pt x="261" y="1696"/>
                    </a:cubicBezTo>
                    <a:cubicBezTo>
                      <a:pt x="260" y="1696"/>
                      <a:pt x="260" y="1697"/>
                      <a:pt x="260" y="1697"/>
                    </a:cubicBezTo>
                    <a:cubicBezTo>
                      <a:pt x="261" y="1703"/>
                      <a:pt x="256" y="1704"/>
                      <a:pt x="255" y="1704"/>
                    </a:cubicBezTo>
                    <a:cubicBezTo>
                      <a:pt x="255" y="1704"/>
                      <a:pt x="256" y="1704"/>
                      <a:pt x="258" y="1704"/>
                    </a:cubicBezTo>
                    <a:cubicBezTo>
                      <a:pt x="260" y="1703"/>
                      <a:pt x="263" y="1704"/>
                      <a:pt x="264" y="1705"/>
                    </a:cubicBezTo>
                    <a:cubicBezTo>
                      <a:pt x="266" y="1707"/>
                      <a:pt x="267" y="1710"/>
                      <a:pt x="267" y="1712"/>
                    </a:cubicBezTo>
                    <a:cubicBezTo>
                      <a:pt x="267" y="1716"/>
                      <a:pt x="262" y="1716"/>
                      <a:pt x="260" y="1716"/>
                    </a:cubicBezTo>
                    <a:cubicBezTo>
                      <a:pt x="260" y="1715"/>
                      <a:pt x="259" y="1715"/>
                      <a:pt x="259" y="1715"/>
                    </a:cubicBezTo>
                    <a:cubicBezTo>
                      <a:pt x="259" y="1718"/>
                      <a:pt x="259" y="1721"/>
                      <a:pt x="258" y="1722"/>
                    </a:cubicBezTo>
                    <a:cubicBezTo>
                      <a:pt x="256" y="1723"/>
                      <a:pt x="254" y="1722"/>
                      <a:pt x="252" y="1721"/>
                    </a:cubicBezTo>
                    <a:cubicBezTo>
                      <a:pt x="251" y="1720"/>
                      <a:pt x="249" y="1721"/>
                      <a:pt x="247" y="1721"/>
                    </a:cubicBezTo>
                    <a:cubicBezTo>
                      <a:pt x="245" y="1721"/>
                      <a:pt x="241" y="1722"/>
                      <a:pt x="238" y="1719"/>
                    </a:cubicBezTo>
                    <a:cubicBezTo>
                      <a:pt x="236" y="1718"/>
                      <a:pt x="236" y="1718"/>
                      <a:pt x="233" y="1718"/>
                    </a:cubicBezTo>
                    <a:cubicBezTo>
                      <a:pt x="232" y="1718"/>
                      <a:pt x="231" y="1718"/>
                      <a:pt x="229" y="1718"/>
                    </a:cubicBezTo>
                    <a:cubicBezTo>
                      <a:pt x="225" y="1718"/>
                      <a:pt x="224" y="1715"/>
                      <a:pt x="223" y="1714"/>
                    </a:cubicBezTo>
                    <a:cubicBezTo>
                      <a:pt x="223" y="1711"/>
                      <a:pt x="225" y="1708"/>
                      <a:pt x="228" y="1706"/>
                    </a:cubicBezTo>
                    <a:cubicBezTo>
                      <a:pt x="228" y="1706"/>
                      <a:pt x="229" y="1706"/>
                      <a:pt x="229" y="1706"/>
                    </a:cubicBezTo>
                    <a:cubicBezTo>
                      <a:pt x="229" y="1705"/>
                      <a:pt x="228" y="1705"/>
                      <a:pt x="227" y="1704"/>
                    </a:cubicBezTo>
                    <a:cubicBezTo>
                      <a:pt x="218" y="1701"/>
                      <a:pt x="217" y="1698"/>
                      <a:pt x="214" y="1689"/>
                    </a:cubicBezTo>
                    <a:cubicBezTo>
                      <a:pt x="212" y="1681"/>
                      <a:pt x="211" y="1680"/>
                      <a:pt x="204" y="1681"/>
                    </a:cubicBezTo>
                    <a:cubicBezTo>
                      <a:pt x="196" y="1682"/>
                      <a:pt x="194" y="1675"/>
                      <a:pt x="192" y="1669"/>
                    </a:cubicBezTo>
                    <a:cubicBezTo>
                      <a:pt x="191" y="1667"/>
                      <a:pt x="190" y="1665"/>
                      <a:pt x="190" y="1663"/>
                    </a:cubicBezTo>
                    <a:cubicBezTo>
                      <a:pt x="190" y="1666"/>
                      <a:pt x="190" y="1669"/>
                      <a:pt x="191" y="1671"/>
                    </a:cubicBezTo>
                    <a:cubicBezTo>
                      <a:pt x="191" y="1673"/>
                      <a:pt x="192" y="1674"/>
                      <a:pt x="194" y="1676"/>
                    </a:cubicBezTo>
                    <a:cubicBezTo>
                      <a:pt x="195" y="1678"/>
                      <a:pt x="197" y="1681"/>
                      <a:pt x="199" y="1684"/>
                    </a:cubicBezTo>
                    <a:cubicBezTo>
                      <a:pt x="203" y="1691"/>
                      <a:pt x="198" y="1694"/>
                      <a:pt x="196" y="1695"/>
                    </a:cubicBezTo>
                    <a:cubicBezTo>
                      <a:pt x="196" y="1695"/>
                      <a:pt x="195" y="1695"/>
                      <a:pt x="195" y="1696"/>
                    </a:cubicBezTo>
                    <a:cubicBezTo>
                      <a:pt x="195" y="1696"/>
                      <a:pt x="195" y="1696"/>
                      <a:pt x="195" y="1696"/>
                    </a:cubicBezTo>
                    <a:cubicBezTo>
                      <a:pt x="197" y="1699"/>
                      <a:pt x="198" y="1703"/>
                      <a:pt x="199" y="1706"/>
                    </a:cubicBezTo>
                    <a:cubicBezTo>
                      <a:pt x="200" y="1709"/>
                      <a:pt x="200" y="1712"/>
                      <a:pt x="201" y="1713"/>
                    </a:cubicBezTo>
                    <a:cubicBezTo>
                      <a:pt x="204" y="1717"/>
                      <a:pt x="206" y="1724"/>
                      <a:pt x="202" y="1736"/>
                    </a:cubicBezTo>
                    <a:cubicBezTo>
                      <a:pt x="199" y="1743"/>
                      <a:pt x="194" y="1743"/>
                      <a:pt x="192" y="1743"/>
                    </a:cubicBezTo>
                    <a:cubicBezTo>
                      <a:pt x="188" y="1742"/>
                      <a:pt x="184" y="1739"/>
                      <a:pt x="184" y="1735"/>
                    </a:cubicBezTo>
                    <a:cubicBezTo>
                      <a:pt x="184" y="1733"/>
                      <a:pt x="183" y="1732"/>
                      <a:pt x="181" y="1730"/>
                    </a:cubicBezTo>
                    <a:cubicBezTo>
                      <a:pt x="179" y="1728"/>
                      <a:pt x="177" y="1726"/>
                      <a:pt x="175" y="1721"/>
                    </a:cubicBezTo>
                    <a:cubicBezTo>
                      <a:pt x="175" y="1721"/>
                      <a:pt x="175" y="1721"/>
                      <a:pt x="175" y="1720"/>
                    </a:cubicBezTo>
                    <a:cubicBezTo>
                      <a:pt x="174" y="1721"/>
                      <a:pt x="174" y="1724"/>
                      <a:pt x="174" y="1726"/>
                    </a:cubicBezTo>
                    <a:cubicBezTo>
                      <a:pt x="176" y="1730"/>
                      <a:pt x="175" y="1732"/>
                      <a:pt x="174" y="1735"/>
                    </a:cubicBezTo>
                    <a:cubicBezTo>
                      <a:pt x="174" y="1736"/>
                      <a:pt x="173" y="1738"/>
                      <a:pt x="173" y="1740"/>
                    </a:cubicBezTo>
                    <a:cubicBezTo>
                      <a:pt x="174" y="1745"/>
                      <a:pt x="170" y="1748"/>
                      <a:pt x="167" y="1748"/>
                    </a:cubicBezTo>
                    <a:cubicBezTo>
                      <a:pt x="163" y="1749"/>
                      <a:pt x="159" y="1747"/>
                      <a:pt x="158" y="1743"/>
                    </a:cubicBezTo>
                    <a:cubicBezTo>
                      <a:pt x="156" y="1738"/>
                      <a:pt x="159" y="1732"/>
                      <a:pt x="160" y="1727"/>
                    </a:cubicBezTo>
                    <a:cubicBezTo>
                      <a:pt x="161" y="1726"/>
                      <a:pt x="161" y="1725"/>
                      <a:pt x="161" y="1724"/>
                    </a:cubicBezTo>
                    <a:cubicBezTo>
                      <a:pt x="162" y="1724"/>
                      <a:pt x="162" y="1723"/>
                      <a:pt x="162" y="1723"/>
                    </a:cubicBezTo>
                    <a:cubicBezTo>
                      <a:pt x="161" y="1723"/>
                      <a:pt x="159" y="1722"/>
                      <a:pt x="156" y="1722"/>
                    </a:cubicBezTo>
                    <a:cubicBezTo>
                      <a:pt x="154" y="1722"/>
                      <a:pt x="154" y="1722"/>
                      <a:pt x="154" y="1722"/>
                    </a:cubicBezTo>
                    <a:cubicBezTo>
                      <a:pt x="153" y="1723"/>
                      <a:pt x="154" y="1727"/>
                      <a:pt x="155" y="1730"/>
                    </a:cubicBezTo>
                    <a:cubicBezTo>
                      <a:pt x="156" y="1737"/>
                      <a:pt x="154" y="1746"/>
                      <a:pt x="152" y="1754"/>
                    </a:cubicBezTo>
                    <a:cubicBezTo>
                      <a:pt x="152" y="1755"/>
                      <a:pt x="152" y="1755"/>
                      <a:pt x="152" y="1755"/>
                    </a:cubicBezTo>
                    <a:cubicBezTo>
                      <a:pt x="151" y="1761"/>
                      <a:pt x="146" y="1764"/>
                      <a:pt x="142" y="1764"/>
                    </a:cubicBezTo>
                    <a:cubicBezTo>
                      <a:pt x="140" y="1764"/>
                      <a:pt x="138" y="1763"/>
                      <a:pt x="138" y="1760"/>
                    </a:cubicBezTo>
                    <a:cubicBezTo>
                      <a:pt x="138" y="1760"/>
                      <a:pt x="138" y="1760"/>
                      <a:pt x="138" y="1760"/>
                    </a:cubicBezTo>
                    <a:cubicBezTo>
                      <a:pt x="138" y="1756"/>
                      <a:pt x="138" y="1755"/>
                      <a:pt x="135" y="1755"/>
                    </a:cubicBezTo>
                    <a:cubicBezTo>
                      <a:pt x="135" y="1755"/>
                      <a:pt x="135" y="1755"/>
                      <a:pt x="135" y="1755"/>
                    </a:cubicBezTo>
                    <a:cubicBezTo>
                      <a:pt x="132" y="1755"/>
                      <a:pt x="126" y="1761"/>
                      <a:pt x="124" y="1765"/>
                    </a:cubicBezTo>
                    <a:cubicBezTo>
                      <a:pt x="122" y="1769"/>
                      <a:pt x="120" y="1775"/>
                      <a:pt x="112" y="1773"/>
                    </a:cubicBezTo>
                    <a:cubicBezTo>
                      <a:pt x="105" y="1772"/>
                      <a:pt x="103" y="1772"/>
                      <a:pt x="102" y="1774"/>
                    </a:cubicBezTo>
                    <a:cubicBezTo>
                      <a:pt x="100" y="1777"/>
                      <a:pt x="98" y="1779"/>
                      <a:pt x="94" y="1779"/>
                    </a:cubicBezTo>
                    <a:cubicBezTo>
                      <a:pt x="91" y="1780"/>
                      <a:pt x="88" y="1779"/>
                      <a:pt x="85" y="1777"/>
                    </a:cubicBezTo>
                    <a:cubicBezTo>
                      <a:pt x="81" y="1774"/>
                      <a:pt x="81" y="1771"/>
                      <a:pt x="81" y="1769"/>
                    </a:cubicBezTo>
                    <a:cubicBezTo>
                      <a:pt x="80" y="1767"/>
                      <a:pt x="80" y="1767"/>
                      <a:pt x="78" y="1766"/>
                    </a:cubicBezTo>
                    <a:cubicBezTo>
                      <a:pt x="75" y="1765"/>
                      <a:pt x="73" y="1767"/>
                      <a:pt x="69" y="1771"/>
                    </a:cubicBezTo>
                    <a:cubicBezTo>
                      <a:pt x="67" y="1773"/>
                      <a:pt x="66" y="1774"/>
                      <a:pt x="64" y="1776"/>
                    </a:cubicBezTo>
                    <a:cubicBezTo>
                      <a:pt x="64" y="1776"/>
                      <a:pt x="64" y="1776"/>
                      <a:pt x="64" y="1776"/>
                    </a:cubicBezTo>
                    <a:cubicBezTo>
                      <a:pt x="64" y="1776"/>
                      <a:pt x="65" y="1777"/>
                      <a:pt x="65" y="1777"/>
                    </a:cubicBezTo>
                    <a:cubicBezTo>
                      <a:pt x="66" y="1778"/>
                      <a:pt x="68" y="1780"/>
                      <a:pt x="68" y="1782"/>
                    </a:cubicBezTo>
                    <a:cubicBezTo>
                      <a:pt x="68" y="1785"/>
                      <a:pt x="66" y="1787"/>
                      <a:pt x="61" y="1790"/>
                    </a:cubicBezTo>
                    <a:cubicBezTo>
                      <a:pt x="59" y="1790"/>
                      <a:pt x="58" y="1791"/>
                      <a:pt x="57" y="1792"/>
                    </a:cubicBezTo>
                    <a:cubicBezTo>
                      <a:pt x="56" y="1793"/>
                      <a:pt x="54" y="1795"/>
                      <a:pt x="52" y="1794"/>
                    </a:cubicBezTo>
                    <a:cubicBezTo>
                      <a:pt x="50" y="1793"/>
                      <a:pt x="50" y="1792"/>
                      <a:pt x="50" y="1792"/>
                    </a:cubicBezTo>
                    <a:cubicBezTo>
                      <a:pt x="49" y="1790"/>
                      <a:pt x="50" y="1788"/>
                      <a:pt x="51" y="1785"/>
                    </a:cubicBezTo>
                    <a:cubicBezTo>
                      <a:pt x="52" y="1784"/>
                      <a:pt x="52" y="1783"/>
                      <a:pt x="53" y="1782"/>
                    </a:cubicBezTo>
                    <a:cubicBezTo>
                      <a:pt x="53" y="1781"/>
                      <a:pt x="53" y="1780"/>
                      <a:pt x="52" y="1780"/>
                    </a:cubicBezTo>
                    <a:cubicBezTo>
                      <a:pt x="52" y="1779"/>
                      <a:pt x="51" y="1779"/>
                      <a:pt x="51" y="1779"/>
                    </a:cubicBezTo>
                    <a:cubicBezTo>
                      <a:pt x="51" y="1779"/>
                      <a:pt x="50" y="1779"/>
                      <a:pt x="50" y="1780"/>
                    </a:cubicBezTo>
                    <a:cubicBezTo>
                      <a:pt x="49" y="1787"/>
                      <a:pt x="47" y="1788"/>
                      <a:pt x="37" y="1788"/>
                    </a:cubicBezTo>
                    <a:cubicBezTo>
                      <a:pt x="37" y="1788"/>
                      <a:pt x="37" y="1788"/>
                      <a:pt x="37" y="1788"/>
                    </a:cubicBezTo>
                    <a:cubicBezTo>
                      <a:pt x="30" y="1788"/>
                      <a:pt x="26" y="1791"/>
                      <a:pt x="22" y="1795"/>
                    </a:cubicBezTo>
                    <a:cubicBezTo>
                      <a:pt x="20" y="1796"/>
                      <a:pt x="18" y="1798"/>
                      <a:pt x="17" y="1799"/>
                    </a:cubicBezTo>
                    <a:cubicBezTo>
                      <a:pt x="13" y="1801"/>
                      <a:pt x="10" y="1803"/>
                      <a:pt x="7" y="1803"/>
                    </a:cubicBezTo>
                    <a:close/>
                    <a:moveTo>
                      <a:pt x="283" y="1704"/>
                    </a:moveTo>
                    <a:cubicBezTo>
                      <a:pt x="283" y="1704"/>
                      <a:pt x="283" y="1704"/>
                      <a:pt x="283" y="1704"/>
                    </a:cubicBezTo>
                    <a:cubicBezTo>
                      <a:pt x="283" y="1705"/>
                      <a:pt x="283" y="1705"/>
                      <a:pt x="283" y="1705"/>
                    </a:cubicBezTo>
                    <a:cubicBezTo>
                      <a:pt x="284" y="1706"/>
                      <a:pt x="284" y="1706"/>
                      <a:pt x="285" y="1706"/>
                    </a:cubicBezTo>
                    <a:cubicBezTo>
                      <a:pt x="283" y="1704"/>
                      <a:pt x="283" y="1704"/>
                      <a:pt x="283" y="1704"/>
                    </a:cubicBezTo>
                    <a:cubicBezTo>
                      <a:pt x="284" y="1704"/>
                      <a:pt x="284" y="1704"/>
                      <a:pt x="284" y="1704"/>
                    </a:cubicBezTo>
                    <a:cubicBezTo>
                      <a:pt x="284" y="1703"/>
                      <a:pt x="284" y="1703"/>
                      <a:pt x="284" y="1703"/>
                    </a:cubicBezTo>
                    <a:cubicBezTo>
                      <a:pt x="283" y="1703"/>
                      <a:pt x="283" y="1703"/>
                      <a:pt x="283" y="1704"/>
                    </a:cubicBezTo>
                    <a:cubicBezTo>
                      <a:pt x="283" y="1704"/>
                      <a:pt x="283" y="1704"/>
                      <a:pt x="283" y="1704"/>
                    </a:cubicBezTo>
                    <a:close/>
                    <a:moveTo>
                      <a:pt x="285" y="1703"/>
                    </a:moveTo>
                    <a:cubicBezTo>
                      <a:pt x="285" y="1704"/>
                      <a:pt x="285" y="1704"/>
                      <a:pt x="285" y="1704"/>
                    </a:cubicBezTo>
                    <a:cubicBezTo>
                      <a:pt x="285" y="1704"/>
                      <a:pt x="285" y="1704"/>
                      <a:pt x="285" y="1704"/>
                    </a:cubicBezTo>
                    <a:cubicBezTo>
                      <a:pt x="285" y="1704"/>
                      <a:pt x="285" y="1703"/>
                      <a:pt x="285" y="1703"/>
                    </a:cubicBezTo>
                    <a:close/>
                    <a:moveTo>
                      <a:pt x="295" y="1674"/>
                    </a:moveTo>
                    <a:cubicBezTo>
                      <a:pt x="295" y="1674"/>
                      <a:pt x="295" y="1674"/>
                      <a:pt x="295" y="1674"/>
                    </a:cubicBezTo>
                    <a:close/>
                    <a:moveTo>
                      <a:pt x="584" y="1505"/>
                    </a:moveTo>
                    <a:cubicBezTo>
                      <a:pt x="584" y="1505"/>
                      <a:pt x="584" y="1506"/>
                      <a:pt x="584" y="1507"/>
                    </a:cubicBezTo>
                    <a:cubicBezTo>
                      <a:pt x="585" y="1506"/>
                      <a:pt x="585" y="1505"/>
                      <a:pt x="586" y="1503"/>
                    </a:cubicBezTo>
                    <a:cubicBezTo>
                      <a:pt x="586" y="1503"/>
                      <a:pt x="586" y="1503"/>
                      <a:pt x="585" y="1503"/>
                    </a:cubicBezTo>
                    <a:cubicBezTo>
                      <a:pt x="585" y="1503"/>
                      <a:pt x="585" y="1503"/>
                      <a:pt x="585" y="1503"/>
                    </a:cubicBezTo>
                    <a:cubicBezTo>
                      <a:pt x="585" y="1503"/>
                      <a:pt x="585" y="1503"/>
                      <a:pt x="585" y="1504"/>
                    </a:cubicBezTo>
                    <a:cubicBezTo>
                      <a:pt x="584" y="1504"/>
                      <a:pt x="584" y="1504"/>
                      <a:pt x="584" y="1505"/>
                    </a:cubicBezTo>
                    <a:close/>
                    <a:moveTo>
                      <a:pt x="667" y="1321"/>
                    </a:moveTo>
                    <a:cubicBezTo>
                      <a:pt x="667" y="1322"/>
                      <a:pt x="668" y="1323"/>
                      <a:pt x="669" y="1326"/>
                    </a:cubicBezTo>
                    <a:cubicBezTo>
                      <a:pt x="670" y="1327"/>
                      <a:pt x="670" y="1327"/>
                      <a:pt x="671" y="1327"/>
                    </a:cubicBezTo>
                    <a:cubicBezTo>
                      <a:pt x="673" y="1327"/>
                      <a:pt x="674" y="1326"/>
                      <a:pt x="675" y="1325"/>
                    </a:cubicBezTo>
                    <a:cubicBezTo>
                      <a:pt x="676" y="1325"/>
                      <a:pt x="677" y="1324"/>
                      <a:pt x="677" y="1323"/>
                    </a:cubicBezTo>
                    <a:cubicBezTo>
                      <a:pt x="675" y="1324"/>
                      <a:pt x="672" y="1323"/>
                      <a:pt x="669" y="1322"/>
                    </a:cubicBezTo>
                    <a:cubicBezTo>
                      <a:pt x="668" y="1322"/>
                      <a:pt x="668" y="1322"/>
                      <a:pt x="668" y="1322"/>
                    </a:cubicBezTo>
                    <a:cubicBezTo>
                      <a:pt x="668" y="1321"/>
                      <a:pt x="668" y="1321"/>
                      <a:pt x="667" y="1321"/>
                    </a:cubicBezTo>
                    <a:close/>
                    <a:moveTo>
                      <a:pt x="667" y="1321"/>
                    </a:moveTo>
                    <a:cubicBezTo>
                      <a:pt x="667" y="1321"/>
                      <a:pt x="667" y="1321"/>
                      <a:pt x="667" y="1321"/>
                    </a:cubicBezTo>
                    <a:close/>
                    <a:moveTo>
                      <a:pt x="688" y="1305"/>
                    </a:moveTo>
                    <a:cubicBezTo>
                      <a:pt x="688" y="1305"/>
                      <a:pt x="687" y="1306"/>
                      <a:pt x="686" y="1306"/>
                    </a:cubicBezTo>
                    <a:cubicBezTo>
                      <a:pt x="683" y="1308"/>
                      <a:pt x="682" y="1308"/>
                      <a:pt x="682" y="1309"/>
                    </a:cubicBezTo>
                    <a:cubicBezTo>
                      <a:pt x="682" y="1309"/>
                      <a:pt x="682" y="1310"/>
                      <a:pt x="682" y="1310"/>
                    </a:cubicBezTo>
                    <a:cubicBezTo>
                      <a:pt x="683" y="1309"/>
                      <a:pt x="685" y="1308"/>
                      <a:pt x="688" y="1305"/>
                    </a:cubicBezTo>
                    <a:close/>
                    <a:moveTo>
                      <a:pt x="670" y="1303"/>
                    </a:moveTo>
                    <a:cubicBezTo>
                      <a:pt x="673" y="1303"/>
                      <a:pt x="675" y="1306"/>
                      <a:pt x="678" y="1309"/>
                    </a:cubicBezTo>
                    <a:cubicBezTo>
                      <a:pt x="678" y="1305"/>
                      <a:pt x="681" y="1303"/>
                      <a:pt x="684" y="1302"/>
                    </a:cubicBezTo>
                    <a:cubicBezTo>
                      <a:pt x="686" y="1301"/>
                      <a:pt x="688" y="1300"/>
                      <a:pt x="689" y="1298"/>
                    </a:cubicBezTo>
                    <a:cubicBezTo>
                      <a:pt x="689" y="1296"/>
                      <a:pt x="690" y="1294"/>
                      <a:pt x="691" y="1293"/>
                    </a:cubicBezTo>
                    <a:cubicBezTo>
                      <a:pt x="691" y="1292"/>
                      <a:pt x="692" y="1291"/>
                      <a:pt x="692" y="1291"/>
                    </a:cubicBezTo>
                    <a:cubicBezTo>
                      <a:pt x="692" y="1291"/>
                      <a:pt x="691" y="1291"/>
                      <a:pt x="691" y="1291"/>
                    </a:cubicBezTo>
                    <a:cubicBezTo>
                      <a:pt x="687" y="1290"/>
                      <a:pt x="687" y="1290"/>
                      <a:pt x="686" y="1295"/>
                    </a:cubicBezTo>
                    <a:cubicBezTo>
                      <a:pt x="686" y="1297"/>
                      <a:pt x="685" y="1299"/>
                      <a:pt x="683" y="1300"/>
                    </a:cubicBezTo>
                    <a:cubicBezTo>
                      <a:pt x="681" y="1301"/>
                      <a:pt x="678" y="1300"/>
                      <a:pt x="676" y="1298"/>
                    </a:cubicBezTo>
                    <a:cubicBezTo>
                      <a:pt x="675" y="1298"/>
                      <a:pt x="675" y="1298"/>
                      <a:pt x="674" y="1297"/>
                    </a:cubicBezTo>
                    <a:cubicBezTo>
                      <a:pt x="672" y="1296"/>
                      <a:pt x="668" y="1295"/>
                      <a:pt x="666" y="1296"/>
                    </a:cubicBezTo>
                    <a:cubicBezTo>
                      <a:pt x="665" y="1296"/>
                      <a:pt x="664" y="1297"/>
                      <a:pt x="664" y="1299"/>
                    </a:cubicBezTo>
                    <a:cubicBezTo>
                      <a:pt x="663" y="1301"/>
                      <a:pt x="663" y="1302"/>
                      <a:pt x="664" y="1303"/>
                    </a:cubicBezTo>
                    <a:cubicBezTo>
                      <a:pt x="664" y="1304"/>
                      <a:pt x="667" y="1303"/>
                      <a:pt x="668" y="1303"/>
                    </a:cubicBezTo>
                    <a:cubicBezTo>
                      <a:pt x="669" y="1303"/>
                      <a:pt x="669" y="1303"/>
                      <a:pt x="669" y="1303"/>
                    </a:cubicBezTo>
                    <a:cubicBezTo>
                      <a:pt x="669" y="1303"/>
                      <a:pt x="669" y="1303"/>
                      <a:pt x="670" y="1303"/>
                    </a:cubicBezTo>
                    <a:close/>
                    <a:moveTo>
                      <a:pt x="802" y="1715"/>
                    </a:moveTo>
                    <a:cubicBezTo>
                      <a:pt x="800" y="1715"/>
                      <a:pt x="799" y="1714"/>
                      <a:pt x="798" y="1714"/>
                    </a:cubicBezTo>
                    <a:cubicBezTo>
                      <a:pt x="795" y="1713"/>
                      <a:pt x="792" y="1712"/>
                      <a:pt x="789" y="1706"/>
                    </a:cubicBezTo>
                    <a:cubicBezTo>
                      <a:pt x="786" y="1702"/>
                      <a:pt x="785" y="1697"/>
                      <a:pt x="784" y="1691"/>
                    </a:cubicBezTo>
                    <a:cubicBezTo>
                      <a:pt x="783" y="1690"/>
                      <a:pt x="783" y="1689"/>
                      <a:pt x="783" y="1687"/>
                    </a:cubicBezTo>
                    <a:cubicBezTo>
                      <a:pt x="782" y="1682"/>
                      <a:pt x="778" y="1679"/>
                      <a:pt x="774" y="1675"/>
                    </a:cubicBezTo>
                    <a:cubicBezTo>
                      <a:pt x="773" y="1674"/>
                      <a:pt x="773" y="1674"/>
                      <a:pt x="773" y="1674"/>
                    </a:cubicBezTo>
                    <a:cubicBezTo>
                      <a:pt x="771" y="1672"/>
                      <a:pt x="767" y="1671"/>
                      <a:pt x="764" y="1670"/>
                    </a:cubicBezTo>
                    <a:cubicBezTo>
                      <a:pt x="757" y="1668"/>
                      <a:pt x="749" y="1665"/>
                      <a:pt x="749" y="1653"/>
                    </a:cubicBezTo>
                    <a:cubicBezTo>
                      <a:pt x="749" y="1651"/>
                      <a:pt x="748" y="1650"/>
                      <a:pt x="746" y="1648"/>
                    </a:cubicBezTo>
                    <a:cubicBezTo>
                      <a:pt x="744" y="1646"/>
                      <a:pt x="742" y="1644"/>
                      <a:pt x="742" y="1640"/>
                    </a:cubicBezTo>
                    <a:cubicBezTo>
                      <a:pt x="742" y="1637"/>
                      <a:pt x="740" y="1635"/>
                      <a:pt x="738" y="1633"/>
                    </a:cubicBezTo>
                    <a:cubicBezTo>
                      <a:pt x="737" y="1630"/>
                      <a:pt x="735" y="1628"/>
                      <a:pt x="734" y="1624"/>
                    </a:cubicBezTo>
                    <a:cubicBezTo>
                      <a:pt x="733" y="1623"/>
                      <a:pt x="732" y="1623"/>
                      <a:pt x="731" y="1622"/>
                    </a:cubicBezTo>
                    <a:cubicBezTo>
                      <a:pt x="729" y="1622"/>
                      <a:pt x="727" y="1621"/>
                      <a:pt x="726" y="1619"/>
                    </a:cubicBezTo>
                    <a:cubicBezTo>
                      <a:pt x="726" y="1618"/>
                      <a:pt x="726" y="1617"/>
                      <a:pt x="727" y="1615"/>
                    </a:cubicBezTo>
                    <a:cubicBezTo>
                      <a:pt x="727" y="1615"/>
                      <a:pt x="727" y="1615"/>
                      <a:pt x="727" y="1615"/>
                    </a:cubicBezTo>
                    <a:cubicBezTo>
                      <a:pt x="729" y="1613"/>
                      <a:pt x="729" y="1612"/>
                      <a:pt x="728" y="1611"/>
                    </a:cubicBezTo>
                    <a:cubicBezTo>
                      <a:pt x="728" y="1608"/>
                      <a:pt x="727" y="1605"/>
                      <a:pt x="728" y="1601"/>
                    </a:cubicBezTo>
                    <a:cubicBezTo>
                      <a:pt x="728" y="1599"/>
                      <a:pt x="729" y="1597"/>
                      <a:pt x="729" y="1594"/>
                    </a:cubicBezTo>
                    <a:cubicBezTo>
                      <a:pt x="730" y="1590"/>
                      <a:pt x="731" y="1586"/>
                      <a:pt x="731" y="1583"/>
                    </a:cubicBezTo>
                    <a:cubicBezTo>
                      <a:pt x="731" y="1575"/>
                      <a:pt x="731" y="1574"/>
                      <a:pt x="729" y="1570"/>
                    </a:cubicBezTo>
                    <a:cubicBezTo>
                      <a:pt x="728" y="1566"/>
                      <a:pt x="736" y="1542"/>
                      <a:pt x="739" y="1538"/>
                    </a:cubicBezTo>
                    <a:cubicBezTo>
                      <a:pt x="741" y="1537"/>
                      <a:pt x="742" y="1533"/>
                      <a:pt x="743" y="1530"/>
                    </a:cubicBezTo>
                    <a:cubicBezTo>
                      <a:pt x="745" y="1527"/>
                      <a:pt x="746" y="1523"/>
                      <a:pt x="748" y="1521"/>
                    </a:cubicBezTo>
                    <a:cubicBezTo>
                      <a:pt x="750" y="1518"/>
                      <a:pt x="752" y="1513"/>
                      <a:pt x="752" y="1511"/>
                    </a:cubicBezTo>
                    <a:cubicBezTo>
                      <a:pt x="751" y="1508"/>
                      <a:pt x="753" y="1504"/>
                      <a:pt x="756" y="1500"/>
                    </a:cubicBezTo>
                    <a:cubicBezTo>
                      <a:pt x="756" y="1500"/>
                      <a:pt x="756" y="1500"/>
                      <a:pt x="756" y="1500"/>
                    </a:cubicBezTo>
                    <a:cubicBezTo>
                      <a:pt x="758" y="1497"/>
                      <a:pt x="758" y="1497"/>
                      <a:pt x="759" y="1494"/>
                    </a:cubicBezTo>
                    <a:cubicBezTo>
                      <a:pt x="760" y="1489"/>
                      <a:pt x="760" y="1489"/>
                      <a:pt x="763" y="1485"/>
                    </a:cubicBezTo>
                    <a:cubicBezTo>
                      <a:pt x="764" y="1485"/>
                      <a:pt x="764" y="1485"/>
                      <a:pt x="764" y="1485"/>
                    </a:cubicBezTo>
                    <a:cubicBezTo>
                      <a:pt x="765" y="1483"/>
                      <a:pt x="765" y="1483"/>
                      <a:pt x="765" y="1480"/>
                    </a:cubicBezTo>
                    <a:cubicBezTo>
                      <a:pt x="764" y="1476"/>
                      <a:pt x="767" y="1473"/>
                      <a:pt x="770" y="1470"/>
                    </a:cubicBezTo>
                    <a:cubicBezTo>
                      <a:pt x="771" y="1469"/>
                      <a:pt x="772" y="1468"/>
                      <a:pt x="773" y="1466"/>
                    </a:cubicBezTo>
                    <a:cubicBezTo>
                      <a:pt x="774" y="1466"/>
                      <a:pt x="774" y="1465"/>
                      <a:pt x="775" y="1464"/>
                    </a:cubicBezTo>
                    <a:cubicBezTo>
                      <a:pt x="778" y="1460"/>
                      <a:pt x="782" y="1454"/>
                      <a:pt x="785" y="1444"/>
                    </a:cubicBezTo>
                    <a:cubicBezTo>
                      <a:pt x="788" y="1432"/>
                      <a:pt x="806" y="1422"/>
                      <a:pt x="813" y="1419"/>
                    </a:cubicBezTo>
                    <a:cubicBezTo>
                      <a:pt x="816" y="1417"/>
                      <a:pt x="820" y="1412"/>
                      <a:pt x="824" y="1408"/>
                    </a:cubicBezTo>
                    <a:cubicBezTo>
                      <a:pt x="827" y="1404"/>
                      <a:pt x="829" y="1401"/>
                      <a:pt x="832" y="1399"/>
                    </a:cubicBezTo>
                    <a:cubicBezTo>
                      <a:pt x="834" y="1396"/>
                      <a:pt x="837" y="1396"/>
                      <a:pt x="840" y="1397"/>
                    </a:cubicBezTo>
                    <a:cubicBezTo>
                      <a:pt x="842" y="1399"/>
                      <a:pt x="844" y="1403"/>
                      <a:pt x="843" y="1407"/>
                    </a:cubicBezTo>
                    <a:cubicBezTo>
                      <a:pt x="844" y="1408"/>
                      <a:pt x="854" y="1414"/>
                      <a:pt x="858" y="1415"/>
                    </a:cubicBezTo>
                    <a:cubicBezTo>
                      <a:pt x="864" y="1417"/>
                      <a:pt x="874" y="1425"/>
                      <a:pt x="872" y="1433"/>
                    </a:cubicBezTo>
                    <a:cubicBezTo>
                      <a:pt x="871" y="1438"/>
                      <a:pt x="868" y="1442"/>
                      <a:pt x="863" y="1447"/>
                    </a:cubicBezTo>
                    <a:cubicBezTo>
                      <a:pt x="860" y="1451"/>
                      <a:pt x="865" y="1461"/>
                      <a:pt x="867" y="1464"/>
                    </a:cubicBezTo>
                    <a:cubicBezTo>
                      <a:pt x="870" y="1468"/>
                      <a:pt x="869" y="1474"/>
                      <a:pt x="867" y="1479"/>
                    </a:cubicBezTo>
                    <a:cubicBezTo>
                      <a:pt x="867" y="1481"/>
                      <a:pt x="867" y="1482"/>
                      <a:pt x="867" y="1484"/>
                    </a:cubicBezTo>
                    <a:cubicBezTo>
                      <a:pt x="865" y="1489"/>
                      <a:pt x="864" y="1496"/>
                      <a:pt x="861" y="1503"/>
                    </a:cubicBezTo>
                    <a:cubicBezTo>
                      <a:pt x="857" y="1512"/>
                      <a:pt x="857" y="1514"/>
                      <a:pt x="857" y="1519"/>
                    </a:cubicBezTo>
                    <a:cubicBezTo>
                      <a:pt x="857" y="1521"/>
                      <a:pt x="857" y="1524"/>
                      <a:pt x="856" y="1528"/>
                    </a:cubicBezTo>
                    <a:cubicBezTo>
                      <a:pt x="856" y="1531"/>
                      <a:pt x="855" y="1533"/>
                      <a:pt x="855" y="1535"/>
                    </a:cubicBezTo>
                    <a:cubicBezTo>
                      <a:pt x="854" y="1541"/>
                      <a:pt x="853" y="1547"/>
                      <a:pt x="853" y="1555"/>
                    </a:cubicBezTo>
                    <a:cubicBezTo>
                      <a:pt x="853" y="1558"/>
                      <a:pt x="853" y="1558"/>
                      <a:pt x="853" y="1558"/>
                    </a:cubicBezTo>
                    <a:cubicBezTo>
                      <a:pt x="853" y="1568"/>
                      <a:pt x="853" y="1569"/>
                      <a:pt x="850" y="1580"/>
                    </a:cubicBezTo>
                    <a:cubicBezTo>
                      <a:pt x="846" y="1589"/>
                      <a:pt x="846" y="1590"/>
                      <a:pt x="846" y="1595"/>
                    </a:cubicBezTo>
                    <a:cubicBezTo>
                      <a:pt x="847" y="1596"/>
                      <a:pt x="847" y="1596"/>
                      <a:pt x="847" y="1596"/>
                    </a:cubicBezTo>
                    <a:cubicBezTo>
                      <a:pt x="847" y="1598"/>
                      <a:pt x="847" y="1599"/>
                      <a:pt x="847" y="1600"/>
                    </a:cubicBezTo>
                    <a:cubicBezTo>
                      <a:pt x="847" y="1604"/>
                      <a:pt x="847" y="1605"/>
                      <a:pt x="844" y="1610"/>
                    </a:cubicBezTo>
                    <a:cubicBezTo>
                      <a:pt x="844" y="1611"/>
                      <a:pt x="844" y="1611"/>
                      <a:pt x="844" y="1611"/>
                    </a:cubicBezTo>
                    <a:cubicBezTo>
                      <a:pt x="840" y="1616"/>
                      <a:pt x="839" y="1618"/>
                      <a:pt x="835" y="1621"/>
                    </a:cubicBezTo>
                    <a:cubicBezTo>
                      <a:pt x="832" y="1624"/>
                      <a:pt x="832" y="1625"/>
                      <a:pt x="830" y="1628"/>
                    </a:cubicBezTo>
                    <a:cubicBezTo>
                      <a:pt x="829" y="1630"/>
                      <a:pt x="829" y="1630"/>
                      <a:pt x="829" y="1630"/>
                    </a:cubicBezTo>
                    <a:cubicBezTo>
                      <a:pt x="829" y="1631"/>
                      <a:pt x="828" y="1633"/>
                      <a:pt x="827" y="1635"/>
                    </a:cubicBezTo>
                    <a:cubicBezTo>
                      <a:pt x="826" y="1640"/>
                      <a:pt x="824" y="1646"/>
                      <a:pt x="820" y="1650"/>
                    </a:cubicBezTo>
                    <a:cubicBezTo>
                      <a:pt x="817" y="1653"/>
                      <a:pt x="817" y="1655"/>
                      <a:pt x="816" y="1658"/>
                    </a:cubicBezTo>
                    <a:cubicBezTo>
                      <a:pt x="815" y="1659"/>
                      <a:pt x="815" y="1660"/>
                      <a:pt x="815" y="1661"/>
                    </a:cubicBezTo>
                    <a:cubicBezTo>
                      <a:pt x="814" y="1662"/>
                      <a:pt x="814" y="1663"/>
                      <a:pt x="813" y="1665"/>
                    </a:cubicBezTo>
                    <a:cubicBezTo>
                      <a:pt x="810" y="1671"/>
                      <a:pt x="807" y="1678"/>
                      <a:pt x="808" y="1684"/>
                    </a:cubicBezTo>
                    <a:cubicBezTo>
                      <a:pt x="809" y="1691"/>
                      <a:pt x="809" y="1694"/>
                      <a:pt x="809" y="1699"/>
                    </a:cubicBezTo>
                    <a:cubicBezTo>
                      <a:pt x="808" y="1701"/>
                      <a:pt x="808" y="1703"/>
                      <a:pt x="808" y="1705"/>
                    </a:cubicBezTo>
                    <a:cubicBezTo>
                      <a:pt x="808" y="1709"/>
                      <a:pt x="807" y="1712"/>
                      <a:pt x="805" y="1713"/>
                    </a:cubicBezTo>
                    <a:cubicBezTo>
                      <a:pt x="804" y="1714"/>
                      <a:pt x="803" y="1715"/>
                      <a:pt x="802" y="1715"/>
                    </a:cubicBezTo>
                    <a:close/>
                    <a:moveTo>
                      <a:pt x="731" y="1617"/>
                    </a:moveTo>
                    <a:cubicBezTo>
                      <a:pt x="731" y="1618"/>
                      <a:pt x="732" y="1618"/>
                      <a:pt x="732" y="1618"/>
                    </a:cubicBezTo>
                    <a:cubicBezTo>
                      <a:pt x="734" y="1618"/>
                      <a:pt x="737" y="1620"/>
                      <a:pt x="738" y="1623"/>
                    </a:cubicBezTo>
                    <a:cubicBezTo>
                      <a:pt x="739" y="1625"/>
                      <a:pt x="740" y="1627"/>
                      <a:pt x="742" y="1630"/>
                    </a:cubicBezTo>
                    <a:cubicBezTo>
                      <a:pt x="744" y="1633"/>
                      <a:pt x="747" y="1636"/>
                      <a:pt x="747" y="1640"/>
                    </a:cubicBezTo>
                    <a:cubicBezTo>
                      <a:pt x="747" y="1642"/>
                      <a:pt x="748" y="1643"/>
                      <a:pt x="749" y="1644"/>
                    </a:cubicBezTo>
                    <a:cubicBezTo>
                      <a:pt x="752" y="1646"/>
                      <a:pt x="754" y="1649"/>
                      <a:pt x="754" y="1654"/>
                    </a:cubicBezTo>
                    <a:cubicBezTo>
                      <a:pt x="754" y="1661"/>
                      <a:pt x="758" y="1663"/>
                      <a:pt x="765" y="1665"/>
                    </a:cubicBezTo>
                    <a:cubicBezTo>
                      <a:pt x="769" y="1666"/>
                      <a:pt x="773" y="1668"/>
                      <a:pt x="776" y="1671"/>
                    </a:cubicBezTo>
                    <a:cubicBezTo>
                      <a:pt x="778" y="1672"/>
                      <a:pt x="778" y="1672"/>
                      <a:pt x="778" y="1672"/>
                    </a:cubicBezTo>
                    <a:cubicBezTo>
                      <a:pt x="781" y="1676"/>
                      <a:pt x="786" y="1680"/>
                      <a:pt x="787" y="1686"/>
                    </a:cubicBezTo>
                    <a:cubicBezTo>
                      <a:pt x="788" y="1688"/>
                      <a:pt x="788" y="1689"/>
                      <a:pt x="788" y="1690"/>
                    </a:cubicBezTo>
                    <a:cubicBezTo>
                      <a:pt x="789" y="1695"/>
                      <a:pt x="790" y="1700"/>
                      <a:pt x="792" y="1704"/>
                    </a:cubicBezTo>
                    <a:cubicBezTo>
                      <a:pt x="795" y="1708"/>
                      <a:pt x="797" y="1708"/>
                      <a:pt x="799" y="1709"/>
                    </a:cubicBezTo>
                    <a:cubicBezTo>
                      <a:pt x="801" y="1710"/>
                      <a:pt x="802" y="1710"/>
                      <a:pt x="803" y="1710"/>
                    </a:cubicBezTo>
                    <a:cubicBezTo>
                      <a:pt x="803" y="1709"/>
                      <a:pt x="804" y="1708"/>
                      <a:pt x="804" y="1705"/>
                    </a:cubicBezTo>
                    <a:cubicBezTo>
                      <a:pt x="804" y="1703"/>
                      <a:pt x="804" y="1701"/>
                      <a:pt x="804" y="1698"/>
                    </a:cubicBezTo>
                    <a:cubicBezTo>
                      <a:pt x="804" y="1694"/>
                      <a:pt x="804" y="1691"/>
                      <a:pt x="803" y="1685"/>
                    </a:cubicBezTo>
                    <a:cubicBezTo>
                      <a:pt x="802" y="1678"/>
                      <a:pt x="806" y="1669"/>
                      <a:pt x="809" y="1663"/>
                    </a:cubicBezTo>
                    <a:cubicBezTo>
                      <a:pt x="809" y="1662"/>
                      <a:pt x="810" y="1660"/>
                      <a:pt x="810" y="1659"/>
                    </a:cubicBezTo>
                    <a:cubicBezTo>
                      <a:pt x="811" y="1658"/>
                      <a:pt x="811" y="1657"/>
                      <a:pt x="811" y="1656"/>
                    </a:cubicBezTo>
                    <a:cubicBezTo>
                      <a:pt x="812" y="1653"/>
                      <a:pt x="813" y="1651"/>
                      <a:pt x="817" y="1647"/>
                    </a:cubicBezTo>
                    <a:cubicBezTo>
                      <a:pt x="820" y="1644"/>
                      <a:pt x="821" y="1638"/>
                      <a:pt x="823" y="1634"/>
                    </a:cubicBezTo>
                    <a:cubicBezTo>
                      <a:pt x="824" y="1631"/>
                      <a:pt x="825" y="1629"/>
                      <a:pt x="825" y="1628"/>
                    </a:cubicBezTo>
                    <a:cubicBezTo>
                      <a:pt x="826" y="1626"/>
                      <a:pt x="826" y="1626"/>
                      <a:pt x="826" y="1626"/>
                    </a:cubicBezTo>
                    <a:cubicBezTo>
                      <a:pt x="828" y="1623"/>
                      <a:pt x="829" y="1621"/>
                      <a:pt x="832" y="1618"/>
                    </a:cubicBezTo>
                    <a:cubicBezTo>
                      <a:pt x="835" y="1615"/>
                      <a:pt x="836" y="1613"/>
                      <a:pt x="840" y="1608"/>
                    </a:cubicBezTo>
                    <a:cubicBezTo>
                      <a:pt x="840" y="1607"/>
                      <a:pt x="840" y="1607"/>
                      <a:pt x="840" y="1607"/>
                    </a:cubicBezTo>
                    <a:cubicBezTo>
                      <a:pt x="842" y="1604"/>
                      <a:pt x="842" y="1603"/>
                      <a:pt x="842" y="1601"/>
                    </a:cubicBezTo>
                    <a:cubicBezTo>
                      <a:pt x="842" y="1600"/>
                      <a:pt x="842" y="1598"/>
                      <a:pt x="842" y="1596"/>
                    </a:cubicBezTo>
                    <a:cubicBezTo>
                      <a:pt x="842" y="1595"/>
                      <a:pt x="842" y="1595"/>
                      <a:pt x="842" y="1595"/>
                    </a:cubicBezTo>
                    <a:cubicBezTo>
                      <a:pt x="842" y="1589"/>
                      <a:pt x="842" y="1588"/>
                      <a:pt x="845" y="1578"/>
                    </a:cubicBezTo>
                    <a:cubicBezTo>
                      <a:pt x="849" y="1569"/>
                      <a:pt x="849" y="1568"/>
                      <a:pt x="848" y="1558"/>
                    </a:cubicBezTo>
                    <a:cubicBezTo>
                      <a:pt x="848" y="1556"/>
                      <a:pt x="848" y="1556"/>
                      <a:pt x="848" y="1556"/>
                    </a:cubicBezTo>
                    <a:cubicBezTo>
                      <a:pt x="848" y="1546"/>
                      <a:pt x="849" y="1540"/>
                      <a:pt x="850" y="1534"/>
                    </a:cubicBezTo>
                    <a:cubicBezTo>
                      <a:pt x="851" y="1532"/>
                      <a:pt x="851" y="1530"/>
                      <a:pt x="851" y="1528"/>
                    </a:cubicBezTo>
                    <a:cubicBezTo>
                      <a:pt x="852" y="1524"/>
                      <a:pt x="852" y="1521"/>
                      <a:pt x="852" y="1519"/>
                    </a:cubicBezTo>
                    <a:cubicBezTo>
                      <a:pt x="852" y="1514"/>
                      <a:pt x="853" y="1511"/>
                      <a:pt x="857" y="1501"/>
                    </a:cubicBezTo>
                    <a:cubicBezTo>
                      <a:pt x="859" y="1495"/>
                      <a:pt x="861" y="1488"/>
                      <a:pt x="862" y="1483"/>
                    </a:cubicBezTo>
                    <a:cubicBezTo>
                      <a:pt x="862" y="1481"/>
                      <a:pt x="863" y="1480"/>
                      <a:pt x="863" y="1478"/>
                    </a:cubicBezTo>
                    <a:cubicBezTo>
                      <a:pt x="864" y="1476"/>
                      <a:pt x="865" y="1469"/>
                      <a:pt x="863" y="1467"/>
                    </a:cubicBezTo>
                    <a:cubicBezTo>
                      <a:pt x="861" y="1465"/>
                      <a:pt x="853" y="1451"/>
                      <a:pt x="860" y="1444"/>
                    </a:cubicBezTo>
                    <a:cubicBezTo>
                      <a:pt x="865" y="1440"/>
                      <a:pt x="867" y="1436"/>
                      <a:pt x="868" y="1432"/>
                    </a:cubicBezTo>
                    <a:cubicBezTo>
                      <a:pt x="869" y="1428"/>
                      <a:pt x="862" y="1421"/>
                      <a:pt x="857" y="1420"/>
                    </a:cubicBezTo>
                    <a:cubicBezTo>
                      <a:pt x="857" y="1420"/>
                      <a:pt x="837" y="1412"/>
                      <a:pt x="838" y="1405"/>
                    </a:cubicBezTo>
                    <a:cubicBezTo>
                      <a:pt x="839" y="1404"/>
                      <a:pt x="838" y="1402"/>
                      <a:pt x="837" y="1401"/>
                    </a:cubicBezTo>
                    <a:cubicBezTo>
                      <a:pt x="837" y="1401"/>
                      <a:pt x="836" y="1401"/>
                      <a:pt x="835" y="1402"/>
                    </a:cubicBezTo>
                    <a:cubicBezTo>
                      <a:pt x="833" y="1404"/>
                      <a:pt x="830" y="1407"/>
                      <a:pt x="827" y="1410"/>
                    </a:cubicBezTo>
                    <a:cubicBezTo>
                      <a:pt x="823" y="1416"/>
                      <a:pt x="819" y="1421"/>
                      <a:pt x="815" y="1423"/>
                    </a:cubicBezTo>
                    <a:cubicBezTo>
                      <a:pt x="810" y="1425"/>
                      <a:pt x="793" y="1434"/>
                      <a:pt x="789" y="1446"/>
                    </a:cubicBezTo>
                    <a:cubicBezTo>
                      <a:pt x="786" y="1457"/>
                      <a:pt x="782" y="1463"/>
                      <a:pt x="779" y="1467"/>
                    </a:cubicBezTo>
                    <a:cubicBezTo>
                      <a:pt x="778" y="1468"/>
                      <a:pt x="777" y="1468"/>
                      <a:pt x="777" y="1469"/>
                    </a:cubicBezTo>
                    <a:cubicBezTo>
                      <a:pt x="776" y="1471"/>
                      <a:pt x="774" y="1472"/>
                      <a:pt x="773" y="1473"/>
                    </a:cubicBezTo>
                    <a:cubicBezTo>
                      <a:pt x="770" y="1476"/>
                      <a:pt x="769" y="1477"/>
                      <a:pt x="769" y="1479"/>
                    </a:cubicBezTo>
                    <a:cubicBezTo>
                      <a:pt x="770" y="1484"/>
                      <a:pt x="770" y="1485"/>
                      <a:pt x="767" y="1488"/>
                    </a:cubicBezTo>
                    <a:cubicBezTo>
                      <a:pt x="766" y="1489"/>
                      <a:pt x="766" y="1489"/>
                      <a:pt x="766" y="1489"/>
                    </a:cubicBezTo>
                    <a:cubicBezTo>
                      <a:pt x="764" y="1491"/>
                      <a:pt x="764" y="1491"/>
                      <a:pt x="764" y="1494"/>
                    </a:cubicBezTo>
                    <a:cubicBezTo>
                      <a:pt x="763" y="1499"/>
                      <a:pt x="762" y="1500"/>
                      <a:pt x="760" y="1502"/>
                    </a:cubicBezTo>
                    <a:cubicBezTo>
                      <a:pt x="759" y="1503"/>
                      <a:pt x="759" y="1503"/>
                      <a:pt x="759" y="1503"/>
                    </a:cubicBezTo>
                    <a:cubicBezTo>
                      <a:pt x="757" y="1506"/>
                      <a:pt x="756" y="1508"/>
                      <a:pt x="756" y="1510"/>
                    </a:cubicBezTo>
                    <a:cubicBezTo>
                      <a:pt x="757" y="1514"/>
                      <a:pt x="754" y="1520"/>
                      <a:pt x="752" y="1523"/>
                    </a:cubicBezTo>
                    <a:cubicBezTo>
                      <a:pt x="750" y="1526"/>
                      <a:pt x="749" y="1529"/>
                      <a:pt x="748" y="1532"/>
                    </a:cubicBezTo>
                    <a:cubicBezTo>
                      <a:pt x="746" y="1536"/>
                      <a:pt x="745" y="1539"/>
                      <a:pt x="742" y="1542"/>
                    </a:cubicBezTo>
                    <a:cubicBezTo>
                      <a:pt x="740" y="1544"/>
                      <a:pt x="734" y="1566"/>
                      <a:pt x="734" y="1569"/>
                    </a:cubicBezTo>
                    <a:cubicBezTo>
                      <a:pt x="735" y="1573"/>
                      <a:pt x="736" y="1574"/>
                      <a:pt x="736" y="1583"/>
                    </a:cubicBezTo>
                    <a:cubicBezTo>
                      <a:pt x="736" y="1586"/>
                      <a:pt x="735" y="1591"/>
                      <a:pt x="734" y="1595"/>
                    </a:cubicBezTo>
                    <a:cubicBezTo>
                      <a:pt x="733" y="1598"/>
                      <a:pt x="733" y="1600"/>
                      <a:pt x="732" y="1602"/>
                    </a:cubicBezTo>
                    <a:cubicBezTo>
                      <a:pt x="732" y="1604"/>
                      <a:pt x="732" y="1607"/>
                      <a:pt x="733" y="1609"/>
                    </a:cubicBezTo>
                    <a:cubicBezTo>
                      <a:pt x="734" y="1613"/>
                      <a:pt x="733" y="1615"/>
                      <a:pt x="731" y="1617"/>
                    </a:cubicBezTo>
                    <a:close/>
                    <a:moveTo>
                      <a:pt x="731" y="1618"/>
                    </a:moveTo>
                    <a:cubicBezTo>
                      <a:pt x="731" y="1618"/>
                      <a:pt x="731" y="1618"/>
                      <a:pt x="731" y="1618"/>
                    </a:cubicBezTo>
                    <a:close/>
                    <a:moveTo>
                      <a:pt x="865" y="1702"/>
                    </a:moveTo>
                    <a:cubicBezTo>
                      <a:pt x="864" y="1702"/>
                      <a:pt x="862" y="1702"/>
                      <a:pt x="862" y="1701"/>
                    </a:cubicBezTo>
                    <a:cubicBezTo>
                      <a:pt x="861" y="1701"/>
                      <a:pt x="861" y="1701"/>
                      <a:pt x="859" y="1700"/>
                    </a:cubicBezTo>
                    <a:cubicBezTo>
                      <a:pt x="858" y="1700"/>
                      <a:pt x="857" y="1699"/>
                      <a:pt x="856" y="1698"/>
                    </a:cubicBezTo>
                    <a:cubicBezTo>
                      <a:pt x="856" y="1697"/>
                      <a:pt x="856" y="1696"/>
                      <a:pt x="856" y="1695"/>
                    </a:cubicBezTo>
                    <a:cubicBezTo>
                      <a:pt x="856" y="1693"/>
                      <a:pt x="857" y="1692"/>
                      <a:pt x="859" y="1691"/>
                    </a:cubicBezTo>
                    <a:cubicBezTo>
                      <a:pt x="860" y="1690"/>
                      <a:pt x="862" y="1690"/>
                      <a:pt x="863" y="1691"/>
                    </a:cubicBezTo>
                    <a:cubicBezTo>
                      <a:pt x="865" y="1692"/>
                      <a:pt x="866" y="1694"/>
                      <a:pt x="866" y="1696"/>
                    </a:cubicBezTo>
                    <a:cubicBezTo>
                      <a:pt x="866" y="1695"/>
                      <a:pt x="866" y="1696"/>
                      <a:pt x="866" y="1696"/>
                    </a:cubicBezTo>
                    <a:cubicBezTo>
                      <a:pt x="867" y="1696"/>
                      <a:pt x="867" y="1697"/>
                      <a:pt x="868" y="1698"/>
                    </a:cubicBezTo>
                    <a:cubicBezTo>
                      <a:pt x="869" y="1699"/>
                      <a:pt x="869" y="1701"/>
                      <a:pt x="868" y="1702"/>
                    </a:cubicBezTo>
                    <a:cubicBezTo>
                      <a:pt x="867" y="1702"/>
                      <a:pt x="866" y="1702"/>
                      <a:pt x="865" y="1702"/>
                    </a:cubicBezTo>
                    <a:close/>
                    <a:moveTo>
                      <a:pt x="861" y="1696"/>
                    </a:moveTo>
                    <a:cubicBezTo>
                      <a:pt x="861" y="1696"/>
                      <a:pt x="861" y="1696"/>
                      <a:pt x="861" y="1696"/>
                    </a:cubicBezTo>
                    <a:cubicBezTo>
                      <a:pt x="861" y="1696"/>
                      <a:pt x="861" y="1696"/>
                      <a:pt x="861" y="1695"/>
                    </a:cubicBezTo>
                    <a:cubicBezTo>
                      <a:pt x="861" y="1695"/>
                      <a:pt x="861" y="1695"/>
                      <a:pt x="861" y="1695"/>
                    </a:cubicBezTo>
                    <a:cubicBezTo>
                      <a:pt x="861" y="1695"/>
                      <a:pt x="861" y="1695"/>
                      <a:pt x="861" y="1695"/>
                    </a:cubicBezTo>
                    <a:cubicBezTo>
                      <a:pt x="861" y="1695"/>
                      <a:pt x="861" y="1695"/>
                      <a:pt x="861" y="1695"/>
                    </a:cubicBezTo>
                    <a:cubicBezTo>
                      <a:pt x="861" y="1696"/>
                      <a:pt x="861" y="1696"/>
                      <a:pt x="861" y="1696"/>
                    </a:cubicBezTo>
                    <a:close/>
                    <a:moveTo>
                      <a:pt x="851" y="1648"/>
                    </a:moveTo>
                    <a:cubicBezTo>
                      <a:pt x="850" y="1648"/>
                      <a:pt x="847" y="1647"/>
                      <a:pt x="847" y="1645"/>
                    </a:cubicBezTo>
                    <a:cubicBezTo>
                      <a:pt x="846" y="1644"/>
                      <a:pt x="846" y="1642"/>
                      <a:pt x="847" y="1641"/>
                    </a:cubicBezTo>
                    <a:cubicBezTo>
                      <a:pt x="847" y="1641"/>
                      <a:pt x="847" y="1641"/>
                      <a:pt x="847" y="1640"/>
                    </a:cubicBezTo>
                    <a:cubicBezTo>
                      <a:pt x="848" y="1640"/>
                      <a:pt x="848" y="1639"/>
                      <a:pt x="849" y="1638"/>
                    </a:cubicBezTo>
                    <a:cubicBezTo>
                      <a:pt x="851" y="1638"/>
                      <a:pt x="852" y="1638"/>
                      <a:pt x="852" y="1638"/>
                    </a:cubicBezTo>
                    <a:cubicBezTo>
                      <a:pt x="853" y="1639"/>
                      <a:pt x="855" y="1640"/>
                      <a:pt x="855" y="1642"/>
                    </a:cubicBezTo>
                    <a:cubicBezTo>
                      <a:pt x="855" y="1642"/>
                      <a:pt x="856" y="1643"/>
                      <a:pt x="855" y="1645"/>
                    </a:cubicBezTo>
                    <a:cubicBezTo>
                      <a:pt x="853" y="1647"/>
                      <a:pt x="853" y="1648"/>
                      <a:pt x="851" y="1648"/>
                    </a:cubicBezTo>
                    <a:close/>
                    <a:moveTo>
                      <a:pt x="486" y="1610"/>
                    </a:moveTo>
                    <a:cubicBezTo>
                      <a:pt x="485" y="1610"/>
                      <a:pt x="484" y="1609"/>
                      <a:pt x="484" y="1609"/>
                    </a:cubicBezTo>
                    <a:cubicBezTo>
                      <a:pt x="483" y="1609"/>
                      <a:pt x="482" y="1608"/>
                      <a:pt x="481" y="1608"/>
                    </a:cubicBezTo>
                    <a:cubicBezTo>
                      <a:pt x="477" y="1608"/>
                      <a:pt x="475" y="1609"/>
                      <a:pt x="474" y="1609"/>
                    </a:cubicBezTo>
                    <a:cubicBezTo>
                      <a:pt x="474" y="1609"/>
                      <a:pt x="474" y="1609"/>
                      <a:pt x="474" y="1609"/>
                    </a:cubicBezTo>
                    <a:cubicBezTo>
                      <a:pt x="471" y="1610"/>
                      <a:pt x="470" y="1610"/>
                      <a:pt x="469" y="1609"/>
                    </a:cubicBezTo>
                    <a:cubicBezTo>
                      <a:pt x="468" y="1608"/>
                      <a:pt x="468" y="1607"/>
                      <a:pt x="468" y="1606"/>
                    </a:cubicBezTo>
                    <a:cubicBezTo>
                      <a:pt x="468" y="1602"/>
                      <a:pt x="471" y="1601"/>
                      <a:pt x="472" y="1601"/>
                    </a:cubicBezTo>
                    <a:cubicBezTo>
                      <a:pt x="474" y="1600"/>
                      <a:pt x="477" y="1599"/>
                      <a:pt x="479" y="1598"/>
                    </a:cubicBezTo>
                    <a:cubicBezTo>
                      <a:pt x="480" y="1596"/>
                      <a:pt x="482" y="1596"/>
                      <a:pt x="485" y="1596"/>
                    </a:cubicBezTo>
                    <a:cubicBezTo>
                      <a:pt x="487" y="1597"/>
                      <a:pt x="490" y="1599"/>
                      <a:pt x="490" y="1602"/>
                    </a:cubicBezTo>
                    <a:cubicBezTo>
                      <a:pt x="491" y="1604"/>
                      <a:pt x="490" y="1606"/>
                      <a:pt x="489" y="1608"/>
                    </a:cubicBezTo>
                    <a:cubicBezTo>
                      <a:pt x="488" y="1609"/>
                      <a:pt x="487" y="1610"/>
                      <a:pt x="486" y="1610"/>
                    </a:cubicBezTo>
                    <a:close/>
                    <a:moveTo>
                      <a:pt x="481" y="1604"/>
                    </a:moveTo>
                    <a:cubicBezTo>
                      <a:pt x="483" y="1604"/>
                      <a:pt x="484" y="1604"/>
                      <a:pt x="485" y="1605"/>
                    </a:cubicBezTo>
                    <a:cubicBezTo>
                      <a:pt x="486" y="1604"/>
                      <a:pt x="486" y="1603"/>
                      <a:pt x="486" y="1602"/>
                    </a:cubicBezTo>
                    <a:cubicBezTo>
                      <a:pt x="485" y="1602"/>
                      <a:pt x="483" y="1600"/>
                      <a:pt x="482" y="1601"/>
                    </a:cubicBezTo>
                    <a:cubicBezTo>
                      <a:pt x="481" y="1602"/>
                      <a:pt x="479" y="1603"/>
                      <a:pt x="477" y="1604"/>
                    </a:cubicBezTo>
                    <a:cubicBezTo>
                      <a:pt x="478" y="1604"/>
                      <a:pt x="479" y="1604"/>
                      <a:pt x="481" y="1604"/>
                    </a:cubicBezTo>
                    <a:close/>
                    <a:moveTo>
                      <a:pt x="506" y="1593"/>
                    </a:moveTo>
                    <a:cubicBezTo>
                      <a:pt x="505" y="1593"/>
                      <a:pt x="504" y="1593"/>
                      <a:pt x="503" y="1592"/>
                    </a:cubicBezTo>
                    <a:cubicBezTo>
                      <a:pt x="500" y="1589"/>
                      <a:pt x="501" y="1584"/>
                      <a:pt x="502" y="1580"/>
                    </a:cubicBezTo>
                    <a:cubicBezTo>
                      <a:pt x="504" y="1576"/>
                      <a:pt x="508" y="1574"/>
                      <a:pt x="511" y="1575"/>
                    </a:cubicBezTo>
                    <a:cubicBezTo>
                      <a:pt x="511" y="1575"/>
                      <a:pt x="511" y="1575"/>
                      <a:pt x="511" y="1575"/>
                    </a:cubicBezTo>
                    <a:cubicBezTo>
                      <a:pt x="512" y="1575"/>
                      <a:pt x="513" y="1576"/>
                      <a:pt x="513" y="1576"/>
                    </a:cubicBezTo>
                    <a:cubicBezTo>
                      <a:pt x="514" y="1578"/>
                      <a:pt x="513" y="1580"/>
                      <a:pt x="512" y="1581"/>
                    </a:cubicBezTo>
                    <a:cubicBezTo>
                      <a:pt x="511" y="1582"/>
                      <a:pt x="511" y="1583"/>
                      <a:pt x="511" y="1584"/>
                    </a:cubicBezTo>
                    <a:cubicBezTo>
                      <a:pt x="510" y="1585"/>
                      <a:pt x="510" y="1585"/>
                      <a:pt x="510" y="1586"/>
                    </a:cubicBezTo>
                    <a:cubicBezTo>
                      <a:pt x="509" y="1589"/>
                      <a:pt x="509" y="1592"/>
                      <a:pt x="506" y="1593"/>
                    </a:cubicBezTo>
                    <a:cubicBezTo>
                      <a:pt x="506" y="1593"/>
                      <a:pt x="506" y="1593"/>
                      <a:pt x="506" y="1593"/>
                    </a:cubicBezTo>
                    <a:close/>
                    <a:moveTo>
                      <a:pt x="689" y="1583"/>
                    </a:moveTo>
                    <a:cubicBezTo>
                      <a:pt x="687" y="1583"/>
                      <a:pt x="686" y="1582"/>
                      <a:pt x="686" y="1581"/>
                    </a:cubicBezTo>
                    <a:cubicBezTo>
                      <a:pt x="684" y="1580"/>
                      <a:pt x="684" y="1580"/>
                      <a:pt x="684" y="1580"/>
                    </a:cubicBezTo>
                    <a:cubicBezTo>
                      <a:pt x="684" y="1580"/>
                      <a:pt x="684" y="1580"/>
                      <a:pt x="683" y="1580"/>
                    </a:cubicBezTo>
                    <a:cubicBezTo>
                      <a:pt x="683" y="1580"/>
                      <a:pt x="682" y="1580"/>
                      <a:pt x="682" y="1579"/>
                    </a:cubicBezTo>
                    <a:cubicBezTo>
                      <a:pt x="682" y="1580"/>
                      <a:pt x="682" y="1580"/>
                      <a:pt x="682" y="1580"/>
                    </a:cubicBezTo>
                    <a:cubicBezTo>
                      <a:pt x="681" y="1579"/>
                      <a:pt x="681" y="1579"/>
                      <a:pt x="681" y="1579"/>
                    </a:cubicBezTo>
                    <a:cubicBezTo>
                      <a:pt x="680" y="1578"/>
                      <a:pt x="680" y="1577"/>
                      <a:pt x="680" y="1575"/>
                    </a:cubicBezTo>
                    <a:cubicBezTo>
                      <a:pt x="679" y="1574"/>
                      <a:pt x="680" y="1573"/>
                      <a:pt x="681" y="1573"/>
                    </a:cubicBezTo>
                    <a:cubicBezTo>
                      <a:pt x="681" y="1573"/>
                      <a:pt x="682" y="1572"/>
                      <a:pt x="682" y="1572"/>
                    </a:cubicBezTo>
                    <a:cubicBezTo>
                      <a:pt x="682" y="1571"/>
                      <a:pt x="682" y="1569"/>
                      <a:pt x="682" y="1568"/>
                    </a:cubicBezTo>
                    <a:cubicBezTo>
                      <a:pt x="682" y="1566"/>
                      <a:pt x="682" y="1565"/>
                      <a:pt x="684" y="1564"/>
                    </a:cubicBezTo>
                    <a:cubicBezTo>
                      <a:pt x="684" y="1564"/>
                      <a:pt x="685" y="1563"/>
                      <a:pt x="687" y="1564"/>
                    </a:cubicBezTo>
                    <a:cubicBezTo>
                      <a:pt x="689" y="1566"/>
                      <a:pt x="694" y="1571"/>
                      <a:pt x="694" y="1574"/>
                    </a:cubicBezTo>
                    <a:cubicBezTo>
                      <a:pt x="694" y="1576"/>
                      <a:pt x="693" y="1577"/>
                      <a:pt x="692" y="1578"/>
                    </a:cubicBezTo>
                    <a:cubicBezTo>
                      <a:pt x="692" y="1578"/>
                      <a:pt x="692" y="1578"/>
                      <a:pt x="692" y="1578"/>
                    </a:cubicBezTo>
                    <a:cubicBezTo>
                      <a:pt x="693" y="1580"/>
                      <a:pt x="692" y="1581"/>
                      <a:pt x="691" y="1582"/>
                    </a:cubicBezTo>
                    <a:cubicBezTo>
                      <a:pt x="690" y="1583"/>
                      <a:pt x="690" y="1583"/>
                      <a:pt x="689" y="1583"/>
                    </a:cubicBezTo>
                    <a:close/>
                    <a:moveTo>
                      <a:pt x="688" y="1581"/>
                    </a:moveTo>
                    <a:cubicBezTo>
                      <a:pt x="688" y="1581"/>
                      <a:pt x="688" y="1581"/>
                      <a:pt x="688" y="1581"/>
                    </a:cubicBezTo>
                    <a:close/>
                    <a:moveTo>
                      <a:pt x="686" y="1578"/>
                    </a:moveTo>
                    <a:cubicBezTo>
                      <a:pt x="686" y="1578"/>
                      <a:pt x="686" y="1578"/>
                      <a:pt x="686" y="1578"/>
                    </a:cubicBezTo>
                    <a:cubicBezTo>
                      <a:pt x="686" y="1578"/>
                      <a:pt x="686" y="1578"/>
                      <a:pt x="686" y="1578"/>
                    </a:cubicBezTo>
                    <a:cubicBezTo>
                      <a:pt x="686" y="1578"/>
                      <a:pt x="686" y="1578"/>
                      <a:pt x="686" y="1578"/>
                    </a:cubicBezTo>
                    <a:close/>
                    <a:moveTo>
                      <a:pt x="686" y="1573"/>
                    </a:moveTo>
                    <a:cubicBezTo>
                      <a:pt x="687" y="1573"/>
                      <a:pt x="687" y="1574"/>
                      <a:pt x="687" y="1574"/>
                    </a:cubicBezTo>
                    <a:cubicBezTo>
                      <a:pt x="688" y="1574"/>
                      <a:pt x="688" y="1574"/>
                      <a:pt x="689" y="1575"/>
                    </a:cubicBezTo>
                    <a:cubicBezTo>
                      <a:pt x="689" y="1575"/>
                      <a:pt x="689" y="1575"/>
                      <a:pt x="689" y="1575"/>
                    </a:cubicBezTo>
                    <a:cubicBezTo>
                      <a:pt x="689" y="1575"/>
                      <a:pt x="689" y="1574"/>
                      <a:pt x="689" y="1574"/>
                    </a:cubicBezTo>
                    <a:cubicBezTo>
                      <a:pt x="689" y="1574"/>
                      <a:pt x="688" y="1572"/>
                      <a:pt x="687" y="1571"/>
                    </a:cubicBezTo>
                    <a:cubicBezTo>
                      <a:pt x="687" y="1571"/>
                      <a:pt x="687" y="1572"/>
                      <a:pt x="686" y="1573"/>
                    </a:cubicBezTo>
                    <a:cubicBezTo>
                      <a:pt x="686" y="1573"/>
                      <a:pt x="686" y="1573"/>
                      <a:pt x="686" y="1573"/>
                    </a:cubicBezTo>
                    <a:close/>
                    <a:moveTo>
                      <a:pt x="669" y="1441"/>
                    </a:moveTo>
                    <a:cubicBezTo>
                      <a:pt x="667" y="1441"/>
                      <a:pt x="666" y="1440"/>
                      <a:pt x="665" y="1439"/>
                    </a:cubicBezTo>
                    <a:cubicBezTo>
                      <a:pt x="665" y="1438"/>
                      <a:pt x="665" y="1438"/>
                      <a:pt x="665" y="1438"/>
                    </a:cubicBezTo>
                    <a:cubicBezTo>
                      <a:pt x="665" y="1437"/>
                      <a:pt x="665" y="1437"/>
                      <a:pt x="665" y="1437"/>
                    </a:cubicBezTo>
                    <a:cubicBezTo>
                      <a:pt x="663" y="1437"/>
                      <a:pt x="662" y="1437"/>
                      <a:pt x="662" y="1437"/>
                    </a:cubicBezTo>
                    <a:cubicBezTo>
                      <a:pt x="662" y="1437"/>
                      <a:pt x="662" y="1437"/>
                      <a:pt x="662" y="1437"/>
                    </a:cubicBezTo>
                    <a:cubicBezTo>
                      <a:pt x="661" y="1436"/>
                      <a:pt x="661" y="1436"/>
                      <a:pt x="661" y="1436"/>
                    </a:cubicBezTo>
                    <a:cubicBezTo>
                      <a:pt x="660" y="1435"/>
                      <a:pt x="659" y="1434"/>
                      <a:pt x="659" y="1433"/>
                    </a:cubicBezTo>
                    <a:cubicBezTo>
                      <a:pt x="658" y="1432"/>
                      <a:pt x="659" y="1430"/>
                      <a:pt x="663" y="1428"/>
                    </a:cubicBezTo>
                    <a:cubicBezTo>
                      <a:pt x="664" y="1428"/>
                      <a:pt x="665" y="1428"/>
                      <a:pt x="666" y="1429"/>
                    </a:cubicBezTo>
                    <a:cubicBezTo>
                      <a:pt x="666" y="1429"/>
                      <a:pt x="667" y="1430"/>
                      <a:pt x="667" y="1431"/>
                    </a:cubicBezTo>
                    <a:cubicBezTo>
                      <a:pt x="668" y="1431"/>
                      <a:pt x="668" y="1431"/>
                      <a:pt x="669" y="1431"/>
                    </a:cubicBezTo>
                    <a:cubicBezTo>
                      <a:pt x="670" y="1431"/>
                      <a:pt x="671" y="1431"/>
                      <a:pt x="672" y="1432"/>
                    </a:cubicBezTo>
                    <a:cubicBezTo>
                      <a:pt x="673" y="1433"/>
                      <a:pt x="673" y="1435"/>
                      <a:pt x="672" y="1437"/>
                    </a:cubicBezTo>
                    <a:cubicBezTo>
                      <a:pt x="672" y="1439"/>
                      <a:pt x="671" y="1440"/>
                      <a:pt x="669" y="1441"/>
                    </a:cubicBezTo>
                    <a:cubicBezTo>
                      <a:pt x="669" y="1441"/>
                      <a:pt x="669" y="1441"/>
                      <a:pt x="669" y="1441"/>
                    </a:cubicBezTo>
                    <a:close/>
                    <a:moveTo>
                      <a:pt x="663" y="1437"/>
                    </a:moveTo>
                    <a:cubicBezTo>
                      <a:pt x="663" y="1437"/>
                      <a:pt x="663" y="1437"/>
                      <a:pt x="663" y="1437"/>
                    </a:cubicBezTo>
                    <a:cubicBezTo>
                      <a:pt x="663" y="1437"/>
                      <a:pt x="663" y="1437"/>
                      <a:pt x="663" y="1437"/>
                    </a:cubicBezTo>
                    <a:close/>
                    <a:moveTo>
                      <a:pt x="663" y="1432"/>
                    </a:moveTo>
                    <a:cubicBezTo>
                      <a:pt x="663" y="1432"/>
                      <a:pt x="663" y="1432"/>
                      <a:pt x="663" y="1432"/>
                    </a:cubicBezTo>
                    <a:cubicBezTo>
                      <a:pt x="663" y="1432"/>
                      <a:pt x="663" y="1432"/>
                      <a:pt x="663" y="1432"/>
                    </a:cubicBezTo>
                    <a:close/>
                    <a:moveTo>
                      <a:pt x="1252" y="1438"/>
                    </a:moveTo>
                    <a:cubicBezTo>
                      <a:pt x="1246" y="1438"/>
                      <a:pt x="1239" y="1435"/>
                      <a:pt x="1233" y="1433"/>
                    </a:cubicBezTo>
                    <a:cubicBezTo>
                      <a:pt x="1232" y="1432"/>
                      <a:pt x="1231" y="1432"/>
                      <a:pt x="1230" y="1431"/>
                    </a:cubicBezTo>
                    <a:cubicBezTo>
                      <a:pt x="1223" y="1429"/>
                      <a:pt x="1221" y="1422"/>
                      <a:pt x="1219" y="1416"/>
                    </a:cubicBezTo>
                    <a:cubicBezTo>
                      <a:pt x="1219" y="1415"/>
                      <a:pt x="1219" y="1413"/>
                      <a:pt x="1218" y="1412"/>
                    </a:cubicBezTo>
                    <a:cubicBezTo>
                      <a:pt x="1215" y="1403"/>
                      <a:pt x="1217" y="1395"/>
                      <a:pt x="1223" y="1389"/>
                    </a:cubicBezTo>
                    <a:cubicBezTo>
                      <a:pt x="1228" y="1386"/>
                      <a:pt x="1231" y="1382"/>
                      <a:pt x="1233" y="1379"/>
                    </a:cubicBezTo>
                    <a:cubicBezTo>
                      <a:pt x="1235" y="1378"/>
                      <a:pt x="1236" y="1376"/>
                      <a:pt x="1237" y="1375"/>
                    </a:cubicBezTo>
                    <a:cubicBezTo>
                      <a:pt x="1242" y="1371"/>
                      <a:pt x="1256" y="1368"/>
                      <a:pt x="1256" y="1368"/>
                    </a:cubicBezTo>
                    <a:cubicBezTo>
                      <a:pt x="1256" y="1368"/>
                      <a:pt x="1256" y="1368"/>
                      <a:pt x="1256" y="1368"/>
                    </a:cubicBezTo>
                    <a:cubicBezTo>
                      <a:pt x="1259" y="1367"/>
                      <a:pt x="1267" y="1367"/>
                      <a:pt x="1277" y="1368"/>
                    </a:cubicBezTo>
                    <a:cubicBezTo>
                      <a:pt x="1281" y="1368"/>
                      <a:pt x="1283" y="1368"/>
                      <a:pt x="1285" y="1368"/>
                    </a:cubicBezTo>
                    <a:cubicBezTo>
                      <a:pt x="1287" y="1368"/>
                      <a:pt x="1288" y="1367"/>
                      <a:pt x="1290" y="1367"/>
                    </a:cubicBezTo>
                    <a:cubicBezTo>
                      <a:pt x="1294" y="1366"/>
                      <a:pt x="1300" y="1364"/>
                      <a:pt x="1303" y="1372"/>
                    </a:cubicBezTo>
                    <a:cubicBezTo>
                      <a:pt x="1305" y="1380"/>
                      <a:pt x="1299" y="1388"/>
                      <a:pt x="1293" y="1395"/>
                    </a:cubicBezTo>
                    <a:cubicBezTo>
                      <a:pt x="1291" y="1397"/>
                      <a:pt x="1291" y="1397"/>
                      <a:pt x="1291" y="1397"/>
                    </a:cubicBezTo>
                    <a:cubicBezTo>
                      <a:pt x="1288" y="1400"/>
                      <a:pt x="1288" y="1404"/>
                      <a:pt x="1287" y="1408"/>
                    </a:cubicBezTo>
                    <a:cubicBezTo>
                      <a:pt x="1287" y="1412"/>
                      <a:pt x="1287" y="1416"/>
                      <a:pt x="1284" y="1418"/>
                    </a:cubicBezTo>
                    <a:cubicBezTo>
                      <a:pt x="1279" y="1422"/>
                      <a:pt x="1268" y="1429"/>
                      <a:pt x="1261" y="1434"/>
                    </a:cubicBezTo>
                    <a:cubicBezTo>
                      <a:pt x="1259" y="1436"/>
                      <a:pt x="1259" y="1436"/>
                      <a:pt x="1259" y="1436"/>
                    </a:cubicBezTo>
                    <a:cubicBezTo>
                      <a:pt x="1257" y="1437"/>
                      <a:pt x="1254" y="1438"/>
                      <a:pt x="1252" y="1438"/>
                    </a:cubicBezTo>
                    <a:close/>
                    <a:moveTo>
                      <a:pt x="1257" y="1372"/>
                    </a:moveTo>
                    <a:cubicBezTo>
                      <a:pt x="1257" y="1372"/>
                      <a:pt x="1257" y="1372"/>
                      <a:pt x="1257" y="1372"/>
                    </a:cubicBezTo>
                    <a:cubicBezTo>
                      <a:pt x="1252" y="1373"/>
                      <a:pt x="1243" y="1376"/>
                      <a:pt x="1240" y="1379"/>
                    </a:cubicBezTo>
                    <a:cubicBezTo>
                      <a:pt x="1239" y="1380"/>
                      <a:pt x="1238" y="1381"/>
                      <a:pt x="1237" y="1382"/>
                    </a:cubicBezTo>
                    <a:cubicBezTo>
                      <a:pt x="1234" y="1385"/>
                      <a:pt x="1231" y="1389"/>
                      <a:pt x="1226" y="1393"/>
                    </a:cubicBezTo>
                    <a:cubicBezTo>
                      <a:pt x="1220" y="1399"/>
                      <a:pt x="1221" y="1405"/>
                      <a:pt x="1222" y="1410"/>
                    </a:cubicBezTo>
                    <a:cubicBezTo>
                      <a:pt x="1223" y="1412"/>
                      <a:pt x="1223" y="1413"/>
                      <a:pt x="1224" y="1415"/>
                    </a:cubicBezTo>
                    <a:cubicBezTo>
                      <a:pt x="1225" y="1420"/>
                      <a:pt x="1227" y="1425"/>
                      <a:pt x="1231" y="1427"/>
                    </a:cubicBezTo>
                    <a:cubicBezTo>
                      <a:pt x="1232" y="1427"/>
                      <a:pt x="1234" y="1428"/>
                      <a:pt x="1235" y="1428"/>
                    </a:cubicBezTo>
                    <a:cubicBezTo>
                      <a:pt x="1241" y="1431"/>
                      <a:pt x="1252" y="1435"/>
                      <a:pt x="1256" y="1432"/>
                    </a:cubicBezTo>
                    <a:cubicBezTo>
                      <a:pt x="1259" y="1430"/>
                      <a:pt x="1259" y="1430"/>
                      <a:pt x="1259" y="1430"/>
                    </a:cubicBezTo>
                    <a:cubicBezTo>
                      <a:pt x="1265" y="1426"/>
                      <a:pt x="1276" y="1419"/>
                      <a:pt x="1280" y="1415"/>
                    </a:cubicBezTo>
                    <a:cubicBezTo>
                      <a:pt x="1282" y="1413"/>
                      <a:pt x="1282" y="1411"/>
                      <a:pt x="1283" y="1407"/>
                    </a:cubicBezTo>
                    <a:cubicBezTo>
                      <a:pt x="1283" y="1404"/>
                      <a:pt x="1284" y="1399"/>
                      <a:pt x="1288" y="1394"/>
                    </a:cubicBezTo>
                    <a:cubicBezTo>
                      <a:pt x="1290" y="1392"/>
                      <a:pt x="1290" y="1392"/>
                      <a:pt x="1290" y="1392"/>
                    </a:cubicBezTo>
                    <a:cubicBezTo>
                      <a:pt x="1295" y="1385"/>
                      <a:pt x="1300" y="1379"/>
                      <a:pt x="1298" y="1374"/>
                    </a:cubicBezTo>
                    <a:cubicBezTo>
                      <a:pt x="1297" y="1370"/>
                      <a:pt x="1296" y="1370"/>
                      <a:pt x="1291" y="1371"/>
                    </a:cubicBezTo>
                    <a:cubicBezTo>
                      <a:pt x="1289" y="1372"/>
                      <a:pt x="1287" y="1372"/>
                      <a:pt x="1285" y="1372"/>
                    </a:cubicBezTo>
                    <a:cubicBezTo>
                      <a:pt x="1283" y="1372"/>
                      <a:pt x="1281" y="1372"/>
                      <a:pt x="1277" y="1372"/>
                    </a:cubicBezTo>
                    <a:cubicBezTo>
                      <a:pt x="1270" y="1372"/>
                      <a:pt x="1259" y="1372"/>
                      <a:pt x="1257" y="1372"/>
                    </a:cubicBezTo>
                    <a:close/>
                    <a:moveTo>
                      <a:pt x="683" y="1418"/>
                    </a:moveTo>
                    <a:cubicBezTo>
                      <a:pt x="683" y="1418"/>
                      <a:pt x="683" y="1418"/>
                      <a:pt x="683" y="1418"/>
                    </a:cubicBezTo>
                    <a:cubicBezTo>
                      <a:pt x="681" y="1418"/>
                      <a:pt x="679" y="1416"/>
                      <a:pt x="679" y="1413"/>
                    </a:cubicBezTo>
                    <a:cubicBezTo>
                      <a:pt x="679" y="1412"/>
                      <a:pt x="679" y="1411"/>
                      <a:pt x="679" y="1409"/>
                    </a:cubicBezTo>
                    <a:cubicBezTo>
                      <a:pt x="679" y="1406"/>
                      <a:pt x="679" y="1402"/>
                      <a:pt x="677" y="1400"/>
                    </a:cubicBezTo>
                    <a:cubicBezTo>
                      <a:pt x="676" y="1397"/>
                      <a:pt x="676" y="1395"/>
                      <a:pt x="677" y="1394"/>
                    </a:cubicBezTo>
                    <a:cubicBezTo>
                      <a:pt x="678" y="1392"/>
                      <a:pt x="680" y="1391"/>
                      <a:pt x="681" y="1391"/>
                    </a:cubicBezTo>
                    <a:cubicBezTo>
                      <a:pt x="681" y="1391"/>
                      <a:pt x="681" y="1391"/>
                      <a:pt x="681" y="1391"/>
                    </a:cubicBezTo>
                    <a:cubicBezTo>
                      <a:pt x="683" y="1391"/>
                      <a:pt x="688" y="1390"/>
                      <a:pt x="691" y="1393"/>
                    </a:cubicBezTo>
                    <a:cubicBezTo>
                      <a:pt x="692" y="1394"/>
                      <a:pt x="693" y="1396"/>
                      <a:pt x="693" y="1399"/>
                    </a:cubicBezTo>
                    <a:cubicBezTo>
                      <a:pt x="693" y="1404"/>
                      <a:pt x="691" y="1407"/>
                      <a:pt x="690" y="1410"/>
                    </a:cubicBezTo>
                    <a:cubicBezTo>
                      <a:pt x="689" y="1411"/>
                      <a:pt x="689" y="1412"/>
                      <a:pt x="688" y="1413"/>
                    </a:cubicBezTo>
                    <a:cubicBezTo>
                      <a:pt x="687" y="1416"/>
                      <a:pt x="685" y="1418"/>
                      <a:pt x="683" y="1418"/>
                    </a:cubicBezTo>
                    <a:close/>
                    <a:moveTo>
                      <a:pt x="682" y="1396"/>
                    </a:moveTo>
                    <a:cubicBezTo>
                      <a:pt x="682" y="1396"/>
                      <a:pt x="681" y="1396"/>
                      <a:pt x="681" y="1396"/>
                    </a:cubicBezTo>
                    <a:cubicBezTo>
                      <a:pt x="681" y="1396"/>
                      <a:pt x="681" y="1397"/>
                      <a:pt x="681" y="1397"/>
                    </a:cubicBezTo>
                    <a:cubicBezTo>
                      <a:pt x="684" y="1401"/>
                      <a:pt x="684" y="1406"/>
                      <a:pt x="683" y="1409"/>
                    </a:cubicBezTo>
                    <a:cubicBezTo>
                      <a:pt x="683" y="1411"/>
                      <a:pt x="683" y="1412"/>
                      <a:pt x="683" y="1413"/>
                    </a:cubicBezTo>
                    <a:cubicBezTo>
                      <a:pt x="683" y="1412"/>
                      <a:pt x="684" y="1412"/>
                      <a:pt x="684" y="1412"/>
                    </a:cubicBezTo>
                    <a:cubicBezTo>
                      <a:pt x="684" y="1410"/>
                      <a:pt x="685" y="1409"/>
                      <a:pt x="686" y="1407"/>
                    </a:cubicBezTo>
                    <a:cubicBezTo>
                      <a:pt x="687" y="1405"/>
                      <a:pt x="689" y="1403"/>
                      <a:pt x="689" y="1399"/>
                    </a:cubicBezTo>
                    <a:cubicBezTo>
                      <a:pt x="689" y="1398"/>
                      <a:pt x="688" y="1397"/>
                      <a:pt x="688" y="1397"/>
                    </a:cubicBezTo>
                    <a:cubicBezTo>
                      <a:pt x="686" y="1396"/>
                      <a:pt x="684" y="1395"/>
                      <a:pt x="682" y="1396"/>
                    </a:cubicBezTo>
                    <a:close/>
                    <a:moveTo>
                      <a:pt x="1274" y="1361"/>
                    </a:moveTo>
                    <a:cubicBezTo>
                      <a:pt x="1262" y="1361"/>
                      <a:pt x="1260" y="1352"/>
                      <a:pt x="1258" y="1344"/>
                    </a:cubicBezTo>
                    <a:cubicBezTo>
                      <a:pt x="1258" y="1342"/>
                      <a:pt x="1257" y="1340"/>
                      <a:pt x="1257" y="1338"/>
                    </a:cubicBezTo>
                    <a:cubicBezTo>
                      <a:pt x="1255" y="1331"/>
                      <a:pt x="1254" y="1326"/>
                      <a:pt x="1257" y="1323"/>
                    </a:cubicBezTo>
                    <a:cubicBezTo>
                      <a:pt x="1260" y="1321"/>
                      <a:pt x="1260" y="1318"/>
                      <a:pt x="1259" y="1317"/>
                    </a:cubicBezTo>
                    <a:cubicBezTo>
                      <a:pt x="1258" y="1315"/>
                      <a:pt x="1252" y="1315"/>
                      <a:pt x="1245" y="1317"/>
                    </a:cubicBezTo>
                    <a:cubicBezTo>
                      <a:pt x="1244" y="1317"/>
                      <a:pt x="1244" y="1317"/>
                      <a:pt x="1244" y="1317"/>
                    </a:cubicBezTo>
                    <a:cubicBezTo>
                      <a:pt x="1241" y="1318"/>
                      <a:pt x="1238" y="1319"/>
                      <a:pt x="1235" y="1318"/>
                    </a:cubicBezTo>
                    <a:cubicBezTo>
                      <a:pt x="1234" y="1317"/>
                      <a:pt x="1233" y="1316"/>
                      <a:pt x="1233" y="1314"/>
                    </a:cubicBezTo>
                    <a:cubicBezTo>
                      <a:pt x="1233" y="1313"/>
                      <a:pt x="1230" y="1313"/>
                      <a:pt x="1229" y="1313"/>
                    </a:cubicBezTo>
                    <a:cubicBezTo>
                      <a:pt x="1227" y="1313"/>
                      <a:pt x="1224" y="1312"/>
                      <a:pt x="1222" y="1311"/>
                    </a:cubicBezTo>
                    <a:cubicBezTo>
                      <a:pt x="1220" y="1310"/>
                      <a:pt x="1218" y="1311"/>
                      <a:pt x="1215" y="1314"/>
                    </a:cubicBezTo>
                    <a:cubicBezTo>
                      <a:pt x="1214" y="1314"/>
                      <a:pt x="1213" y="1315"/>
                      <a:pt x="1212" y="1315"/>
                    </a:cubicBezTo>
                    <a:cubicBezTo>
                      <a:pt x="1206" y="1319"/>
                      <a:pt x="1198" y="1316"/>
                      <a:pt x="1198" y="1316"/>
                    </a:cubicBezTo>
                    <a:cubicBezTo>
                      <a:pt x="1199" y="1311"/>
                      <a:pt x="1199" y="1311"/>
                      <a:pt x="1199" y="1311"/>
                    </a:cubicBezTo>
                    <a:cubicBezTo>
                      <a:pt x="1201" y="1312"/>
                      <a:pt x="1206" y="1313"/>
                      <a:pt x="1210" y="1311"/>
                    </a:cubicBezTo>
                    <a:cubicBezTo>
                      <a:pt x="1211" y="1311"/>
                      <a:pt x="1211" y="1310"/>
                      <a:pt x="1212" y="1310"/>
                    </a:cubicBezTo>
                    <a:cubicBezTo>
                      <a:pt x="1216" y="1307"/>
                      <a:pt x="1220" y="1305"/>
                      <a:pt x="1224" y="1307"/>
                    </a:cubicBezTo>
                    <a:cubicBezTo>
                      <a:pt x="1226" y="1308"/>
                      <a:pt x="1228" y="1308"/>
                      <a:pt x="1229" y="1308"/>
                    </a:cubicBezTo>
                    <a:cubicBezTo>
                      <a:pt x="1233" y="1309"/>
                      <a:pt x="1237" y="1309"/>
                      <a:pt x="1238" y="1313"/>
                    </a:cubicBezTo>
                    <a:cubicBezTo>
                      <a:pt x="1238" y="1314"/>
                      <a:pt x="1238" y="1314"/>
                      <a:pt x="1238" y="1314"/>
                    </a:cubicBezTo>
                    <a:cubicBezTo>
                      <a:pt x="1238" y="1314"/>
                      <a:pt x="1242" y="1313"/>
                      <a:pt x="1243" y="1313"/>
                    </a:cubicBezTo>
                    <a:cubicBezTo>
                      <a:pt x="1244" y="1313"/>
                      <a:pt x="1244" y="1313"/>
                      <a:pt x="1244" y="1313"/>
                    </a:cubicBezTo>
                    <a:cubicBezTo>
                      <a:pt x="1248" y="1312"/>
                      <a:pt x="1259" y="1309"/>
                      <a:pt x="1263" y="1314"/>
                    </a:cubicBezTo>
                    <a:cubicBezTo>
                      <a:pt x="1271" y="1314"/>
                      <a:pt x="1289" y="1316"/>
                      <a:pt x="1292" y="1316"/>
                    </a:cubicBezTo>
                    <a:cubicBezTo>
                      <a:pt x="1292" y="1317"/>
                      <a:pt x="1292" y="1317"/>
                      <a:pt x="1292" y="1317"/>
                    </a:cubicBezTo>
                    <a:cubicBezTo>
                      <a:pt x="1292" y="1317"/>
                      <a:pt x="1292" y="1317"/>
                      <a:pt x="1292" y="1317"/>
                    </a:cubicBezTo>
                    <a:cubicBezTo>
                      <a:pt x="1296" y="1315"/>
                      <a:pt x="1303" y="1315"/>
                      <a:pt x="1309" y="1314"/>
                    </a:cubicBezTo>
                    <a:cubicBezTo>
                      <a:pt x="1314" y="1314"/>
                      <a:pt x="1320" y="1313"/>
                      <a:pt x="1322" y="1312"/>
                    </a:cubicBezTo>
                    <a:cubicBezTo>
                      <a:pt x="1324" y="1311"/>
                      <a:pt x="1324" y="1311"/>
                      <a:pt x="1324" y="1311"/>
                    </a:cubicBezTo>
                    <a:cubicBezTo>
                      <a:pt x="1328" y="1309"/>
                      <a:pt x="1332" y="1307"/>
                      <a:pt x="1340" y="1305"/>
                    </a:cubicBezTo>
                    <a:cubicBezTo>
                      <a:pt x="1348" y="1303"/>
                      <a:pt x="1358" y="1301"/>
                      <a:pt x="1367" y="1298"/>
                    </a:cubicBezTo>
                    <a:cubicBezTo>
                      <a:pt x="1369" y="1298"/>
                      <a:pt x="1369" y="1298"/>
                      <a:pt x="1369" y="1298"/>
                    </a:cubicBezTo>
                    <a:cubicBezTo>
                      <a:pt x="1375" y="1296"/>
                      <a:pt x="1385" y="1293"/>
                      <a:pt x="1387" y="1289"/>
                    </a:cubicBezTo>
                    <a:cubicBezTo>
                      <a:pt x="1389" y="1286"/>
                      <a:pt x="1387" y="1275"/>
                      <a:pt x="1386" y="1270"/>
                    </a:cubicBezTo>
                    <a:cubicBezTo>
                      <a:pt x="1386" y="1269"/>
                      <a:pt x="1386" y="1269"/>
                      <a:pt x="1386" y="1269"/>
                    </a:cubicBezTo>
                    <a:cubicBezTo>
                      <a:pt x="1385" y="1267"/>
                      <a:pt x="1386" y="1266"/>
                      <a:pt x="1387" y="1265"/>
                    </a:cubicBezTo>
                    <a:cubicBezTo>
                      <a:pt x="1388" y="1265"/>
                      <a:pt x="1389" y="1264"/>
                      <a:pt x="1392" y="1265"/>
                    </a:cubicBezTo>
                    <a:cubicBezTo>
                      <a:pt x="1396" y="1266"/>
                      <a:pt x="1401" y="1271"/>
                      <a:pt x="1402" y="1275"/>
                    </a:cubicBezTo>
                    <a:cubicBezTo>
                      <a:pt x="1402" y="1279"/>
                      <a:pt x="1404" y="1282"/>
                      <a:pt x="1405" y="1282"/>
                    </a:cubicBezTo>
                    <a:cubicBezTo>
                      <a:pt x="1406" y="1282"/>
                      <a:pt x="1406" y="1283"/>
                      <a:pt x="1408" y="1282"/>
                    </a:cubicBezTo>
                    <a:cubicBezTo>
                      <a:pt x="1410" y="1279"/>
                      <a:pt x="1413" y="1279"/>
                      <a:pt x="1416" y="1279"/>
                    </a:cubicBezTo>
                    <a:cubicBezTo>
                      <a:pt x="1418" y="1278"/>
                      <a:pt x="1421" y="1278"/>
                      <a:pt x="1425" y="1276"/>
                    </a:cubicBezTo>
                    <a:cubicBezTo>
                      <a:pt x="1427" y="1275"/>
                      <a:pt x="1429" y="1274"/>
                      <a:pt x="1430" y="1273"/>
                    </a:cubicBezTo>
                    <a:cubicBezTo>
                      <a:pt x="1437" y="1269"/>
                      <a:pt x="1445" y="1265"/>
                      <a:pt x="1451" y="1268"/>
                    </a:cubicBezTo>
                    <a:cubicBezTo>
                      <a:pt x="1455" y="1270"/>
                      <a:pt x="1461" y="1268"/>
                      <a:pt x="1466" y="1266"/>
                    </a:cubicBezTo>
                    <a:cubicBezTo>
                      <a:pt x="1469" y="1265"/>
                      <a:pt x="1472" y="1264"/>
                      <a:pt x="1475" y="1264"/>
                    </a:cubicBezTo>
                    <a:cubicBezTo>
                      <a:pt x="1482" y="1262"/>
                      <a:pt x="1491" y="1255"/>
                      <a:pt x="1496" y="1249"/>
                    </a:cubicBezTo>
                    <a:cubicBezTo>
                      <a:pt x="1497" y="1247"/>
                      <a:pt x="1499" y="1246"/>
                      <a:pt x="1500" y="1244"/>
                    </a:cubicBezTo>
                    <a:cubicBezTo>
                      <a:pt x="1503" y="1240"/>
                      <a:pt x="1505" y="1236"/>
                      <a:pt x="1510" y="1235"/>
                    </a:cubicBezTo>
                    <a:cubicBezTo>
                      <a:pt x="1512" y="1235"/>
                      <a:pt x="1514" y="1235"/>
                      <a:pt x="1515" y="1235"/>
                    </a:cubicBezTo>
                    <a:cubicBezTo>
                      <a:pt x="1518" y="1235"/>
                      <a:pt x="1520" y="1236"/>
                      <a:pt x="1524" y="1232"/>
                    </a:cubicBezTo>
                    <a:cubicBezTo>
                      <a:pt x="1527" y="1236"/>
                      <a:pt x="1527" y="1236"/>
                      <a:pt x="1527" y="1236"/>
                    </a:cubicBezTo>
                    <a:cubicBezTo>
                      <a:pt x="1521" y="1240"/>
                      <a:pt x="1518" y="1240"/>
                      <a:pt x="1515" y="1240"/>
                    </a:cubicBezTo>
                    <a:cubicBezTo>
                      <a:pt x="1513" y="1240"/>
                      <a:pt x="1512" y="1240"/>
                      <a:pt x="1511" y="1240"/>
                    </a:cubicBezTo>
                    <a:cubicBezTo>
                      <a:pt x="1508" y="1240"/>
                      <a:pt x="1506" y="1243"/>
                      <a:pt x="1504" y="1247"/>
                    </a:cubicBezTo>
                    <a:cubicBezTo>
                      <a:pt x="1502" y="1248"/>
                      <a:pt x="1501" y="1250"/>
                      <a:pt x="1500" y="1252"/>
                    </a:cubicBezTo>
                    <a:cubicBezTo>
                      <a:pt x="1497" y="1255"/>
                      <a:pt x="1487" y="1266"/>
                      <a:pt x="1476" y="1268"/>
                    </a:cubicBezTo>
                    <a:cubicBezTo>
                      <a:pt x="1473" y="1269"/>
                      <a:pt x="1470" y="1270"/>
                      <a:pt x="1468" y="1271"/>
                    </a:cubicBezTo>
                    <a:cubicBezTo>
                      <a:pt x="1461" y="1273"/>
                      <a:pt x="1455" y="1275"/>
                      <a:pt x="1449" y="1272"/>
                    </a:cubicBezTo>
                    <a:cubicBezTo>
                      <a:pt x="1445" y="1270"/>
                      <a:pt x="1439" y="1273"/>
                      <a:pt x="1432" y="1277"/>
                    </a:cubicBezTo>
                    <a:cubicBezTo>
                      <a:pt x="1431" y="1278"/>
                      <a:pt x="1429" y="1279"/>
                      <a:pt x="1428" y="1280"/>
                    </a:cubicBezTo>
                    <a:cubicBezTo>
                      <a:pt x="1423" y="1282"/>
                      <a:pt x="1419" y="1283"/>
                      <a:pt x="1417" y="1283"/>
                    </a:cubicBezTo>
                    <a:cubicBezTo>
                      <a:pt x="1414" y="1284"/>
                      <a:pt x="1412" y="1284"/>
                      <a:pt x="1410" y="1285"/>
                    </a:cubicBezTo>
                    <a:cubicBezTo>
                      <a:pt x="1408" y="1287"/>
                      <a:pt x="1406" y="1287"/>
                      <a:pt x="1404" y="1286"/>
                    </a:cubicBezTo>
                    <a:cubicBezTo>
                      <a:pt x="1400" y="1285"/>
                      <a:pt x="1398" y="1281"/>
                      <a:pt x="1397" y="1276"/>
                    </a:cubicBezTo>
                    <a:cubicBezTo>
                      <a:pt x="1397" y="1273"/>
                      <a:pt x="1393" y="1270"/>
                      <a:pt x="1390" y="1269"/>
                    </a:cubicBezTo>
                    <a:cubicBezTo>
                      <a:pt x="1390" y="1269"/>
                      <a:pt x="1390" y="1269"/>
                      <a:pt x="1390" y="1269"/>
                    </a:cubicBezTo>
                    <a:cubicBezTo>
                      <a:pt x="1392" y="1278"/>
                      <a:pt x="1394" y="1287"/>
                      <a:pt x="1391" y="1292"/>
                    </a:cubicBezTo>
                    <a:cubicBezTo>
                      <a:pt x="1388" y="1296"/>
                      <a:pt x="1379" y="1299"/>
                      <a:pt x="1370" y="1302"/>
                    </a:cubicBezTo>
                    <a:cubicBezTo>
                      <a:pt x="1368" y="1303"/>
                      <a:pt x="1368" y="1303"/>
                      <a:pt x="1368" y="1303"/>
                    </a:cubicBezTo>
                    <a:cubicBezTo>
                      <a:pt x="1359" y="1305"/>
                      <a:pt x="1349" y="1308"/>
                      <a:pt x="1341" y="1310"/>
                    </a:cubicBezTo>
                    <a:cubicBezTo>
                      <a:pt x="1334" y="1312"/>
                      <a:pt x="1330" y="1313"/>
                      <a:pt x="1326" y="1315"/>
                    </a:cubicBezTo>
                    <a:cubicBezTo>
                      <a:pt x="1324" y="1316"/>
                      <a:pt x="1324" y="1316"/>
                      <a:pt x="1324" y="1316"/>
                    </a:cubicBezTo>
                    <a:cubicBezTo>
                      <a:pt x="1321" y="1318"/>
                      <a:pt x="1316" y="1318"/>
                      <a:pt x="1309" y="1319"/>
                    </a:cubicBezTo>
                    <a:cubicBezTo>
                      <a:pt x="1303" y="1319"/>
                      <a:pt x="1297" y="1320"/>
                      <a:pt x="1294" y="1321"/>
                    </a:cubicBezTo>
                    <a:cubicBezTo>
                      <a:pt x="1289" y="1323"/>
                      <a:pt x="1287" y="1325"/>
                      <a:pt x="1287" y="1327"/>
                    </a:cubicBezTo>
                    <a:cubicBezTo>
                      <a:pt x="1287" y="1330"/>
                      <a:pt x="1287" y="1332"/>
                      <a:pt x="1286" y="1333"/>
                    </a:cubicBezTo>
                    <a:cubicBezTo>
                      <a:pt x="1285" y="1334"/>
                      <a:pt x="1283" y="1334"/>
                      <a:pt x="1282" y="1334"/>
                    </a:cubicBezTo>
                    <a:cubicBezTo>
                      <a:pt x="1281" y="1335"/>
                      <a:pt x="1280" y="1335"/>
                      <a:pt x="1279" y="1335"/>
                    </a:cubicBezTo>
                    <a:cubicBezTo>
                      <a:pt x="1279" y="1336"/>
                      <a:pt x="1279" y="1336"/>
                      <a:pt x="1280" y="1337"/>
                    </a:cubicBezTo>
                    <a:cubicBezTo>
                      <a:pt x="1280" y="1337"/>
                      <a:pt x="1281" y="1338"/>
                      <a:pt x="1282" y="1339"/>
                    </a:cubicBezTo>
                    <a:cubicBezTo>
                      <a:pt x="1285" y="1343"/>
                      <a:pt x="1288" y="1347"/>
                      <a:pt x="1288" y="1351"/>
                    </a:cubicBezTo>
                    <a:cubicBezTo>
                      <a:pt x="1287" y="1354"/>
                      <a:pt x="1286" y="1361"/>
                      <a:pt x="1274" y="1361"/>
                    </a:cubicBezTo>
                    <a:close/>
                    <a:moveTo>
                      <a:pt x="1264" y="1319"/>
                    </a:moveTo>
                    <a:cubicBezTo>
                      <a:pt x="1264" y="1321"/>
                      <a:pt x="1263" y="1324"/>
                      <a:pt x="1260" y="1327"/>
                    </a:cubicBezTo>
                    <a:cubicBezTo>
                      <a:pt x="1259" y="1328"/>
                      <a:pt x="1260" y="1333"/>
                      <a:pt x="1261" y="1337"/>
                    </a:cubicBezTo>
                    <a:cubicBezTo>
                      <a:pt x="1262" y="1339"/>
                      <a:pt x="1262" y="1341"/>
                      <a:pt x="1263" y="1343"/>
                    </a:cubicBezTo>
                    <a:cubicBezTo>
                      <a:pt x="1265" y="1352"/>
                      <a:pt x="1266" y="1357"/>
                      <a:pt x="1274" y="1357"/>
                    </a:cubicBezTo>
                    <a:cubicBezTo>
                      <a:pt x="1282" y="1357"/>
                      <a:pt x="1283" y="1353"/>
                      <a:pt x="1283" y="1350"/>
                    </a:cubicBezTo>
                    <a:cubicBezTo>
                      <a:pt x="1283" y="1349"/>
                      <a:pt x="1280" y="1344"/>
                      <a:pt x="1278" y="1342"/>
                    </a:cubicBezTo>
                    <a:cubicBezTo>
                      <a:pt x="1277" y="1341"/>
                      <a:pt x="1277" y="1340"/>
                      <a:pt x="1276" y="1340"/>
                    </a:cubicBezTo>
                    <a:cubicBezTo>
                      <a:pt x="1275" y="1339"/>
                      <a:pt x="1274" y="1336"/>
                      <a:pt x="1274" y="1334"/>
                    </a:cubicBezTo>
                    <a:cubicBezTo>
                      <a:pt x="1274" y="1333"/>
                      <a:pt x="1275" y="1332"/>
                      <a:pt x="1276" y="1331"/>
                    </a:cubicBezTo>
                    <a:cubicBezTo>
                      <a:pt x="1279" y="1330"/>
                      <a:pt x="1281" y="1330"/>
                      <a:pt x="1282" y="1330"/>
                    </a:cubicBezTo>
                    <a:cubicBezTo>
                      <a:pt x="1282" y="1330"/>
                      <a:pt x="1282" y="1330"/>
                      <a:pt x="1282" y="1330"/>
                    </a:cubicBezTo>
                    <a:cubicBezTo>
                      <a:pt x="1282" y="1329"/>
                      <a:pt x="1282" y="1329"/>
                      <a:pt x="1282" y="1328"/>
                    </a:cubicBezTo>
                    <a:cubicBezTo>
                      <a:pt x="1282" y="1325"/>
                      <a:pt x="1283" y="1322"/>
                      <a:pt x="1286" y="1320"/>
                    </a:cubicBezTo>
                    <a:cubicBezTo>
                      <a:pt x="1279" y="1320"/>
                      <a:pt x="1269" y="1319"/>
                      <a:pt x="1264" y="1319"/>
                    </a:cubicBezTo>
                    <a:close/>
                    <a:moveTo>
                      <a:pt x="983" y="1355"/>
                    </a:moveTo>
                    <a:cubicBezTo>
                      <a:pt x="982" y="1355"/>
                      <a:pt x="981" y="1355"/>
                      <a:pt x="981" y="1355"/>
                    </a:cubicBezTo>
                    <a:cubicBezTo>
                      <a:pt x="980" y="1354"/>
                      <a:pt x="979" y="1353"/>
                      <a:pt x="979" y="1352"/>
                    </a:cubicBezTo>
                    <a:cubicBezTo>
                      <a:pt x="978" y="1349"/>
                      <a:pt x="981" y="1347"/>
                      <a:pt x="982" y="1346"/>
                    </a:cubicBezTo>
                    <a:cubicBezTo>
                      <a:pt x="984" y="1345"/>
                      <a:pt x="986" y="1345"/>
                      <a:pt x="987" y="1346"/>
                    </a:cubicBezTo>
                    <a:cubicBezTo>
                      <a:pt x="988" y="1347"/>
                      <a:pt x="988" y="1350"/>
                      <a:pt x="987" y="1352"/>
                    </a:cubicBezTo>
                    <a:cubicBezTo>
                      <a:pt x="987" y="1353"/>
                      <a:pt x="987" y="1353"/>
                      <a:pt x="987" y="1353"/>
                    </a:cubicBezTo>
                    <a:cubicBezTo>
                      <a:pt x="986" y="1354"/>
                      <a:pt x="986" y="1355"/>
                      <a:pt x="984" y="1355"/>
                    </a:cubicBezTo>
                    <a:cubicBezTo>
                      <a:pt x="984" y="1355"/>
                      <a:pt x="984" y="1355"/>
                      <a:pt x="984" y="1355"/>
                    </a:cubicBezTo>
                    <a:cubicBezTo>
                      <a:pt x="983" y="1355"/>
                      <a:pt x="983" y="1355"/>
                      <a:pt x="983" y="1355"/>
                    </a:cubicBezTo>
                    <a:close/>
                    <a:moveTo>
                      <a:pt x="990" y="1338"/>
                    </a:moveTo>
                    <a:cubicBezTo>
                      <a:pt x="990" y="1338"/>
                      <a:pt x="989" y="1338"/>
                      <a:pt x="988" y="1337"/>
                    </a:cubicBezTo>
                    <a:cubicBezTo>
                      <a:pt x="987" y="1337"/>
                      <a:pt x="986" y="1336"/>
                      <a:pt x="987" y="1333"/>
                    </a:cubicBezTo>
                    <a:cubicBezTo>
                      <a:pt x="987" y="1333"/>
                      <a:pt x="987" y="1333"/>
                      <a:pt x="987" y="1333"/>
                    </a:cubicBezTo>
                    <a:cubicBezTo>
                      <a:pt x="987" y="1333"/>
                      <a:pt x="987" y="1332"/>
                      <a:pt x="987" y="1332"/>
                    </a:cubicBezTo>
                    <a:cubicBezTo>
                      <a:pt x="987" y="1332"/>
                      <a:pt x="987" y="1333"/>
                      <a:pt x="987" y="1333"/>
                    </a:cubicBezTo>
                    <a:cubicBezTo>
                      <a:pt x="991" y="1330"/>
                      <a:pt x="991" y="1330"/>
                      <a:pt x="991" y="1330"/>
                    </a:cubicBezTo>
                    <a:cubicBezTo>
                      <a:pt x="990" y="1330"/>
                      <a:pt x="990" y="1330"/>
                      <a:pt x="990" y="1330"/>
                    </a:cubicBezTo>
                    <a:cubicBezTo>
                      <a:pt x="990" y="1330"/>
                      <a:pt x="990" y="1330"/>
                      <a:pt x="991" y="1330"/>
                    </a:cubicBezTo>
                    <a:cubicBezTo>
                      <a:pt x="995" y="1330"/>
                      <a:pt x="996" y="1332"/>
                      <a:pt x="996" y="1333"/>
                    </a:cubicBezTo>
                    <a:cubicBezTo>
                      <a:pt x="996" y="1334"/>
                      <a:pt x="996" y="1335"/>
                      <a:pt x="994" y="1337"/>
                    </a:cubicBezTo>
                    <a:cubicBezTo>
                      <a:pt x="993" y="1337"/>
                      <a:pt x="992" y="1338"/>
                      <a:pt x="990" y="1338"/>
                    </a:cubicBezTo>
                    <a:close/>
                    <a:moveTo>
                      <a:pt x="1061" y="1335"/>
                    </a:moveTo>
                    <a:cubicBezTo>
                      <a:pt x="1060" y="1335"/>
                      <a:pt x="1058" y="1335"/>
                      <a:pt x="1057" y="1334"/>
                    </a:cubicBezTo>
                    <a:cubicBezTo>
                      <a:pt x="1056" y="1333"/>
                      <a:pt x="1056" y="1333"/>
                      <a:pt x="1056" y="1333"/>
                    </a:cubicBezTo>
                    <a:cubicBezTo>
                      <a:pt x="1056" y="1333"/>
                      <a:pt x="1054" y="1332"/>
                      <a:pt x="1055" y="1330"/>
                    </a:cubicBezTo>
                    <a:cubicBezTo>
                      <a:pt x="1055" y="1330"/>
                      <a:pt x="1055" y="1330"/>
                      <a:pt x="1055" y="1330"/>
                    </a:cubicBezTo>
                    <a:cubicBezTo>
                      <a:pt x="1055" y="1327"/>
                      <a:pt x="1057" y="1326"/>
                      <a:pt x="1059" y="1326"/>
                    </a:cubicBezTo>
                    <a:cubicBezTo>
                      <a:pt x="1063" y="1326"/>
                      <a:pt x="1064" y="1329"/>
                      <a:pt x="1064" y="1330"/>
                    </a:cubicBezTo>
                    <a:cubicBezTo>
                      <a:pt x="1065" y="1332"/>
                      <a:pt x="1064" y="1334"/>
                      <a:pt x="1063" y="1335"/>
                    </a:cubicBezTo>
                    <a:cubicBezTo>
                      <a:pt x="1063" y="1335"/>
                      <a:pt x="1062" y="1335"/>
                      <a:pt x="1061" y="1335"/>
                    </a:cubicBezTo>
                    <a:close/>
                    <a:moveTo>
                      <a:pt x="713" y="1275"/>
                    </a:moveTo>
                    <a:cubicBezTo>
                      <a:pt x="712" y="1275"/>
                      <a:pt x="712" y="1275"/>
                      <a:pt x="711" y="1274"/>
                    </a:cubicBezTo>
                    <a:cubicBezTo>
                      <a:pt x="709" y="1272"/>
                      <a:pt x="711" y="1270"/>
                      <a:pt x="711" y="1269"/>
                    </a:cubicBezTo>
                    <a:cubicBezTo>
                      <a:pt x="712" y="1268"/>
                      <a:pt x="713" y="1268"/>
                      <a:pt x="713" y="1267"/>
                    </a:cubicBezTo>
                    <a:cubicBezTo>
                      <a:pt x="714" y="1267"/>
                      <a:pt x="714" y="1267"/>
                      <a:pt x="714" y="1266"/>
                    </a:cubicBezTo>
                    <a:cubicBezTo>
                      <a:pt x="717" y="1265"/>
                      <a:pt x="720" y="1266"/>
                      <a:pt x="721" y="1267"/>
                    </a:cubicBezTo>
                    <a:cubicBezTo>
                      <a:pt x="722" y="1267"/>
                      <a:pt x="722" y="1268"/>
                      <a:pt x="723" y="1269"/>
                    </a:cubicBezTo>
                    <a:cubicBezTo>
                      <a:pt x="723" y="1270"/>
                      <a:pt x="723" y="1272"/>
                      <a:pt x="722" y="1273"/>
                    </a:cubicBezTo>
                    <a:cubicBezTo>
                      <a:pt x="720" y="1274"/>
                      <a:pt x="718" y="1275"/>
                      <a:pt x="716" y="1275"/>
                    </a:cubicBezTo>
                    <a:cubicBezTo>
                      <a:pt x="716" y="1275"/>
                      <a:pt x="715" y="1275"/>
                      <a:pt x="714" y="1275"/>
                    </a:cubicBezTo>
                    <a:cubicBezTo>
                      <a:pt x="714" y="1275"/>
                      <a:pt x="714" y="1275"/>
                      <a:pt x="713" y="1275"/>
                    </a:cubicBezTo>
                    <a:close/>
                    <a:moveTo>
                      <a:pt x="713" y="1271"/>
                    </a:moveTo>
                    <a:cubicBezTo>
                      <a:pt x="713" y="1271"/>
                      <a:pt x="713" y="1271"/>
                      <a:pt x="713" y="1271"/>
                    </a:cubicBezTo>
                    <a:cubicBezTo>
                      <a:pt x="714" y="1273"/>
                      <a:pt x="714" y="1273"/>
                      <a:pt x="714" y="1273"/>
                    </a:cubicBezTo>
                    <a:lnTo>
                      <a:pt x="713" y="1271"/>
                    </a:lnTo>
                    <a:close/>
                    <a:moveTo>
                      <a:pt x="719" y="1271"/>
                    </a:moveTo>
                    <a:cubicBezTo>
                      <a:pt x="719" y="1271"/>
                      <a:pt x="719" y="1271"/>
                      <a:pt x="719" y="1271"/>
                    </a:cubicBezTo>
                    <a:cubicBezTo>
                      <a:pt x="719" y="1271"/>
                      <a:pt x="719" y="1271"/>
                      <a:pt x="719" y="1271"/>
                    </a:cubicBezTo>
                    <a:close/>
                    <a:moveTo>
                      <a:pt x="718" y="1270"/>
                    </a:moveTo>
                    <a:cubicBezTo>
                      <a:pt x="718" y="1270"/>
                      <a:pt x="718" y="1270"/>
                      <a:pt x="718" y="1270"/>
                    </a:cubicBezTo>
                    <a:close/>
                    <a:moveTo>
                      <a:pt x="771" y="1190"/>
                    </a:moveTo>
                    <a:cubicBezTo>
                      <a:pt x="770" y="1190"/>
                      <a:pt x="770" y="1190"/>
                      <a:pt x="769" y="1190"/>
                    </a:cubicBezTo>
                    <a:cubicBezTo>
                      <a:pt x="767" y="1189"/>
                      <a:pt x="766" y="1188"/>
                      <a:pt x="766" y="1187"/>
                    </a:cubicBezTo>
                    <a:cubicBezTo>
                      <a:pt x="765" y="1185"/>
                      <a:pt x="766" y="1184"/>
                      <a:pt x="768" y="1183"/>
                    </a:cubicBezTo>
                    <a:cubicBezTo>
                      <a:pt x="768" y="1182"/>
                      <a:pt x="769" y="1182"/>
                      <a:pt x="769" y="1182"/>
                    </a:cubicBezTo>
                    <a:cubicBezTo>
                      <a:pt x="770" y="1182"/>
                      <a:pt x="770" y="1182"/>
                      <a:pt x="770" y="1182"/>
                    </a:cubicBezTo>
                    <a:cubicBezTo>
                      <a:pt x="771" y="1182"/>
                      <a:pt x="771" y="1182"/>
                      <a:pt x="771" y="1182"/>
                    </a:cubicBezTo>
                    <a:cubicBezTo>
                      <a:pt x="771" y="1182"/>
                      <a:pt x="771" y="1182"/>
                      <a:pt x="772" y="1182"/>
                    </a:cubicBezTo>
                    <a:cubicBezTo>
                      <a:pt x="774" y="1182"/>
                      <a:pt x="775" y="1183"/>
                      <a:pt x="775" y="1184"/>
                    </a:cubicBezTo>
                    <a:cubicBezTo>
                      <a:pt x="776" y="1186"/>
                      <a:pt x="774" y="1188"/>
                      <a:pt x="773" y="1188"/>
                    </a:cubicBezTo>
                    <a:cubicBezTo>
                      <a:pt x="773" y="1189"/>
                      <a:pt x="773" y="1189"/>
                      <a:pt x="773" y="1189"/>
                    </a:cubicBezTo>
                    <a:cubicBezTo>
                      <a:pt x="772" y="1190"/>
                      <a:pt x="772" y="1190"/>
                      <a:pt x="771" y="1190"/>
                    </a:cubicBezTo>
                    <a:close/>
                    <a:moveTo>
                      <a:pt x="769" y="1190"/>
                    </a:moveTo>
                    <a:cubicBezTo>
                      <a:pt x="769" y="1190"/>
                      <a:pt x="769" y="1190"/>
                      <a:pt x="769" y="1190"/>
                    </a:cubicBezTo>
                    <a:cubicBezTo>
                      <a:pt x="769" y="1190"/>
                      <a:pt x="769" y="1190"/>
                      <a:pt x="769" y="1190"/>
                    </a:cubicBezTo>
                    <a:close/>
                    <a:moveTo>
                      <a:pt x="769" y="1185"/>
                    </a:moveTo>
                    <a:cubicBezTo>
                      <a:pt x="770" y="1187"/>
                      <a:pt x="770" y="1187"/>
                      <a:pt x="770" y="1187"/>
                    </a:cubicBezTo>
                    <a:cubicBezTo>
                      <a:pt x="770" y="1187"/>
                      <a:pt x="770" y="1187"/>
                      <a:pt x="770" y="1187"/>
                    </a:cubicBezTo>
                    <a:cubicBezTo>
                      <a:pt x="770" y="1187"/>
                      <a:pt x="770" y="1187"/>
                      <a:pt x="770" y="1187"/>
                    </a:cubicBezTo>
                    <a:cubicBezTo>
                      <a:pt x="770" y="1187"/>
                      <a:pt x="770" y="1187"/>
                      <a:pt x="770" y="1187"/>
                    </a:cubicBezTo>
                    <a:cubicBezTo>
                      <a:pt x="770" y="1187"/>
                      <a:pt x="770" y="1187"/>
                      <a:pt x="770" y="1187"/>
                    </a:cubicBezTo>
                    <a:lnTo>
                      <a:pt x="769" y="1185"/>
                    </a:lnTo>
                    <a:close/>
                    <a:moveTo>
                      <a:pt x="770" y="1185"/>
                    </a:moveTo>
                    <a:cubicBezTo>
                      <a:pt x="770" y="1185"/>
                      <a:pt x="770" y="1185"/>
                      <a:pt x="770" y="1185"/>
                    </a:cubicBezTo>
                    <a:close/>
                    <a:moveTo>
                      <a:pt x="769" y="1185"/>
                    </a:moveTo>
                    <a:cubicBezTo>
                      <a:pt x="769" y="1185"/>
                      <a:pt x="769" y="1185"/>
                      <a:pt x="769" y="1185"/>
                    </a:cubicBezTo>
                    <a:cubicBezTo>
                      <a:pt x="769" y="1185"/>
                      <a:pt x="769" y="1185"/>
                      <a:pt x="769" y="1185"/>
                    </a:cubicBezTo>
                    <a:close/>
                    <a:moveTo>
                      <a:pt x="769" y="1185"/>
                    </a:moveTo>
                    <a:cubicBezTo>
                      <a:pt x="769" y="1185"/>
                      <a:pt x="769" y="1185"/>
                      <a:pt x="769" y="1185"/>
                    </a:cubicBezTo>
                    <a:cubicBezTo>
                      <a:pt x="769" y="1185"/>
                      <a:pt x="769" y="1185"/>
                      <a:pt x="769" y="1185"/>
                    </a:cubicBezTo>
                    <a:close/>
                    <a:moveTo>
                      <a:pt x="763" y="1175"/>
                    </a:moveTo>
                    <a:cubicBezTo>
                      <a:pt x="762" y="1175"/>
                      <a:pt x="762" y="1175"/>
                      <a:pt x="761" y="1174"/>
                    </a:cubicBezTo>
                    <a:cubicBezTo>
                      <a:pt x="760" y="1173"/>
                      <a:pt x="760" y="1171"/>
                      <a:pt x="761" y="1170"/>
                    </a:cubicBezTo>
                    <a:cubicBezTo>
                      <a:pt x="761" y="1170"/>
                      <a:pt x="761" y="1169"/>
                      <a:pt x="762" y="1169"/>
                    </a:cubicBezTo>
                    <a:cubicBezTo>
                      <a:pt x="763" y="1168"/>
                      <a:pt x="763" y="1168"/>
                      <a:pt x="764" y="1168"/>
                    </a:cubicBezTo>
                    <a:cubicBezTo>
                      <a:pt x="765" y="1166"/>
                      <a:pt x="767" y="1166"/>
                      <a:pt x="769" y="1166"/>
                    </a:cubicBezTo>
                    <a:cubicBezTo>
                      <a:pt x="770" y="1167"/>
                      <a:pt x="771" y="1168"/>
                      <a:pt x="772" y="1169"/>
                    </a:cubicBezTo>
                    <a:cubicBezTo>
                      <a:pt x="772" y="1171"/>
                      <a:pt x="771" y="1172"/>
                      <a:pt x="770" y="1173"/>
                    </a:cubicBezTo>
                    <a:cubicBezTo>
                      <a:pt x="770" y="1173"/>
                      <a:pt x="770" y="1173"/>
                      <a:pt x="769" y="1173"/>
                    </a:cubicBezTo>
                    <a:cubicBezTo>
                      <a:pt x="768" y="1175"/>
                      <a:pt x="766" y="1175"/>
                      <a:pt x="765" y="1175"/>
                    </a:cubicBezTo>
                    <a:cubicBezTo>
                      <a:pt x="765" y="1175"/>
                      <a:pt x="765" y="1175"/>
                      <a:pt x="764" y="1175"/>
                    </a:cubicBezTo>
                    <a:cubicBezTo>
                      <a:pt x="764" y="1175"/>
                      <a:pt x="764" y="1175"/>
                      <a:pt x="763" y="1175"/>
                    </a:cubicBezTo>
                    <a:close/>
                    <a:moveTo>
                      <a:pt x="764" y="1175"/>
                    </a:moveTo>
                    <a:cubicBezTo>
                      <a:pt x="764" y="1175"/>
                      <a:pt x="764" y="1175"/>
                      <a:pt x="764" y="1175"/>
                    </a:cubicBezTo>
                    <a:cubicBezTo>
                      <a:pt x="764" y="1175"/>
                      <a:pt x="764" y="1175"/>
                      <a:pt x="764" y="1175"/>
                    </a:cubicBezTo>
                    <a:close/>
                    <a:moveTo>
                      <a:pt x="830" y="1014"/>
                    </a:moveTo>
                    <a:cubicBezTo>
                      <a:pt x="826" y="1014"/>
                      <a:pt x="821" y="1011"/>
                      <a:pt x="819" y="1008"/>
                    </a:cubicBezTo>
                    <a:cubicBezTo>
                      <a:pt x="817" y="1006"/>
                      <a:pt x="818" y="1005"/>
                      <a:pt x="818" y="1004"/>
                    </a:cubicBezTo>
                    <a:cubicBezTo>
                      <a:pt x="819" y="1001"/>
                      <a:pt x="822" y="1001"/>
                      <a:pt x="825" y="1001"/>
                    </a:cubicBezTo>
                    <a:cubicBezTo>
                      <a:pt x="825" y="1001"/>
                      <a:pt x="825" y="1001"/>
                      <a:pt x="825" y="1001"/>
                    </a:cubicBezTo>
                    <a:cubicBezTo>
                      <a:pt x="828" y="1001"/>
                      <a:pt x="833" y="1005"/>
                      <a:pt x="834" y="1008"/>
                    </a:cubicBezTo>
                    <a:cubicBezTo>
                      <a:pt x="835" y="1010"/>
                      <a:pt x="835" y="1012"/>
                      <a:pt x="833" y="1013"/>
                    </a:cubicBezTo>
                    <a:cubicBezTo>
                      <a:pt x="832" y="1014"/>
                      <a:pt x="831" y="1014"/>
                      <a:pt x="830" y="1014"/>
                    </a:cubicBezTo>
                    <a:close/>
                    <a:moveTo>
                      <a:pt x="823" y="1006"/>
                    </a:moveTo>
                    <a:cubicBezTo>
                      <a:pt x="825" y="1008"/>
                      <a:pt x="828" y="1009"/>
                      <a:pt x="830" y="1010"/>
                    </a:cubicBezTo>
                    <a:cubicBezTo>
                      <a:pt x="829" y="1008"/>
                      <a:pt x="826" y="1006"/>
                      <a:pt x="825" y="1006"/>
                    </a:cubicBezTo>
                    <a:cubicBezTo>
                      <a:pt x="824" y="1006"/>
                      <a:pt x="824" y="1006"/>
                      <a:pt x="823" y="1006"/>
                    </a:cubicBezTo>
                    <a:close/>
                    <a:moveTo>
                      <a:pt x="822" y="1005"/>
                    </a:moveTo>
                    <a:cubicBezTo>
                      <a:pt x="822" y="1005"/>
                      <a:pt x="822" y="1005"/>
                      <a:pt x="822" y="1005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iş1íďe"/>
              <p:cNvSpPr/>
              <p:nvPr/>
            </p:nvSpPr>
            <p:spPr bwMode="auto">
              <a:xfrm>
                <a:off x="9966325" y="6269038"/>
                <a:ext cx="9525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2" name="íṧlíḓè"/>
              <p:cNvSpPr/>
              <p:nvPr/>
            </p:nvSpPr>
            <p:spPr bwMode="auto">
              <a:xfrm>
                <a:off x="9961563" y="6264275"/>
                <a:ext cx="19050" cy="19050"/>
              </a:xfrm>
              <a:custGeom>
                <a:avLst/>
                <a:gdLst>
                  <a:gd name="T0" fmla="*/ 5 w 9"/>
                  <a:gd name="T1" fmla="*/ 9 h 9"/>
                  <a:gd name="T2" fmla="*/ 0 w 9"/>
                  <a:gd name="T3" fmla="*/ 4 h 9"/>
                  <a:gd name="T4" fmla="*/ 5 w 9"/>
                  <a:gd name="T5" fmla="*/ 0 h 9"/>
                  <a:gd name="T6" fmla="*/ 9 w 9"/>
                  <a:gd name="T7" fmla="*/ 4 h 9"/>
                  <a:gd name="T8" fmla="*/ 5 w 9"/>
                  <a:gd name="T9" fmla="*/ 9 h 9"/>
                  <a:gd name="T10" fmla="*/ 5 w 9"/>
                  <a:gd name="T11" fmla="*/ 2 h 9"/>
                  <a:gd name="T12" fmla="*/ 5 w 9"/>
                  <a:gd name="T13" fmla="*/ 4 h 9"/>
                  <a:gd name="T14" fmla="*/ 5 w 9"/>
                  <a:gd name="T15" fmla="*/ 4 h 9"/>
                  <a:gd name="T16" fmla="*/ 5 w 9"/>
                  <a:gd name="T1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9">
                    <a:moveTo>
                      <a:pt x="5" y="9"/>
                    </a:move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4"/>
                    </a:cubicBezTo>
                    <a:cubicBezTo>
                      <a:pt x="9" y="7"/>
                      <a:pt x="7" y="9"/>
                      <a:pt x="5" y="9"/>
                    </a:cubicBezTo>
                    <a:close/>
                    <a:moveTo>
                      <a:pt x="5" y="2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3" name="îṩḻïḍe"/>
              <p:cNvSpPr/>
              <p:nvPr/>
            </p:nvSpPr>
            <p:spPr bwMode="auto">
              <a:xfrm>
                <a:off x="10072688" y="6134100"/>
                <a:ext cx="9525" cy="793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4" name="îSlîḍé"/>
              <p:cNvSpPr/>
              <p:nvPr/>
            </p:nvSpPr>
            <p:spPr bwMode="auto">
              <a:xfrm>
                <a:off x="10066338" y="6129338"/>
                <a:ext cx="19050" cy="17463"/>
              </a:xfrm>
              <a:custGeom>
                <a:avLst/>
                <a:gdLst>
                  <a:gd name="T0" fmla="*/ 5 w 9"/>
                  <a:gd name="T1" fmla="*/ 8 h 8"/>
                  <a:gd name="T2" fmla="*/ 0 w 9"/>
                  <a:gd name="T3" fmla="*/ 4 h 8"/>
                  <a:gd name="T4" fmla="*/ 5 w 9"/>
                  <a:gd name="T5" fmla="*/ 0 h 8"/>
                  <a:gd name="T6" fmla="*/ 9 w 9"/>
                  <a:gd name="T7" fmla="*/ 4 h 8"/>
                  <a:gd name="T8" fmla="*/ 5 w 9"/>
                  <a:gd name="T9" fmla="*/ 8 h 8"/>
                  <a:gd name="T10" fmla="*/ 5 w 9"/>
                  <a:gd name="T11" fmla="*/ 4 h 8"/>
                  <a:gd name="T12" fmla="*/ 4 w 9"/>
                  <a:gd name="T13" fmla="*/ 4 h 8"/>
                  <a:gd name="T14" fmla="*/ 5 w 9"/>
                  <a:gd name="T15" fmla="*/ 4 h 8"/>
                  <a:gd name="T16" fmla="*/ 5 w 9"/>
                  <a:gd name="T1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8">
                    <a:moveTo>
                      <a:pt x="5" y="8"/>
                    </a:move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4"/>
                    </a:cubicBezTo>
                    <a:cubicBezTo>
                      <a:pt x="9" y="6"/>
                      <a:pt x="7" y="8"/>
                      <a:pt x="5" y="8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4" y="4"/>
                      <a:pt x="4" y="4"/>
                    </a:cubicBezTo>
                    <a:cubicBezTo>
                      <a:pt x="4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işļiďe"/>
              <p:cNvSpPr/>
              <p:nvPr/>
            </p:nvSpPr>
            <p:spPr bwMode="auto">
              <a:xfrm>
                <a:off x="9896475" y="6564313"/>
                <a:ext cx="22225" cy="19050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íṩļiḋé"/>
              <p:cNvSpPr/>
              <p:nvPr/>
            </p:nvSpPr>
            <p:spPr bwMode="auto">
              <a:xfrm>
                <a:off x="9893300" y="6557963"/>
                <a:ext cx="30163" cy="31750"/>
              </a:xfrm>
              <a:custGeom>
                <a:avLst/>
                <a:gdLst>
                  <a:gd name="T0" fmla="*/ 7 w 14"/>
                  <a:gd name="T1" fmla="*/ 15 h 15"/>
                  <a:gd name="T2" fmla="*/ 0 w 14"/>
                  <a:gd name="T3" fmla="*/ 7 h 15"/>
                  <a:gd name="T4" fmla="*/ 7 w 14"/>
                  <a:gd name="T5" fmla="*/ 0 h 15"/>
                  <a:gd name="T6" fmla="*/ 14 w 14"/>
                  <a:gd name="T7" fmla="*/ 7 h 15"/>
                  <a:gd name="T8" fmla="*/ 7 w 14"/>
                  <a:gd name="T9" fmla="*/ 15 h 15"/>
                  <a:gd name="T10" fmla="*/ 7 w 14"/>
                  <a:gd name="T11" fmla="*/ 5 h 15"/>
                  <a:gd name="T12" fmla="*/ 4 w 14"/>
                  <a:gd name="T13" fmla="*/ 7 h 15"/>
                  <a:gd name="T14" fmla="*/ 7 w 14"/>
                  <a:gd name="T15" fmla="*/ 10 h 15"/>
                  <a:gd name="T16" fmla="*/ 9 w 14"/>
                  <a:gd name="T17" fmla="*/ 7 h 15"/>
                  <a:gd name="T18" fmla="*/ 7 w 14"/>
                  <a:gd name="T19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" h="15">
                    <a:moveTo>
                      <a:pt x="7" y="15"/>
                    </a:moveTo>
                    <a:cubicBezTo>
                      <a:pt x="3" y="15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cubicBezTo>
                      <a:pt x="14" y="11"/>
                      <a:pt x="11" y="15"/>
                      <a:pt x="7" y="15"/>
                    </a:cubicBezTo>
                    <a:close/>
                    <a:moveTo>
                      <a:pt x="7" y="5"/>
                    </a:moveTo>
                    <a:cubicBezTo>
                      <a:pt x="5" y="5"/>
                      <a:pt x="4" y="6"/>
                      <a:pt x="4" y="7"/>
                    </a:cubicBezTo>
                    <a:cubicBezTo>
                      <a:pt x="4" y="9"/>
                      <a:pt x="5" y="10"/>
                      <a:pt x="7" y="10"/>
                    </a:cubicBezTo>
                    <a:cubicBezTo>
                      <a:pt x="8" y="10"/>
                      <a:pt x="9" y="9"/>
                      <a:pt x="9" y="7"/>
                    </a:cubicBezTo>
                    <a:cubicBezTo>
                      <a:pt x="9" y="6"/>
                      <a:pt x="8" y="5"/>
                      <a:pt x="7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iślíḋe"/>
              <p:cNvSpPr/>
              <p:nvPr/>
            </p:nvSpPr>
            <p:spPr bwMode="auto">
              <a:xfrm>
                <a:off x="10299700" y="5716588"/>
                <a:ext cx="17463" cy="1428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ïS1ïdê"/>
              <p:cNvSpPr/>
              <p:nvPr/>
            </p:nvSpPr>
            <p:spPr bwMode="auto">
              <a:xfrm>
                <a:off x="10296525" y="5710238"/>
                <a:ext cx="25400" cy="26988"/>
              </a:xfrm>
              <a:custGeom>
                <a:avLst/>
                <a:gdLst>
                  <a:gd name="T0" fmla="*/ 6 w 12"/>
                  <a:gd name="T1" fmla="*/ 13 h 13"/>
                  <a:gd name="T2" fmla="*/ 0 w 12"/>
                  <a:gd name="T3" fmla="*/ 6 h 13"/>
                  <a:gd name="T4" fmla="*/ 6 w 12"/>
                  <a:gd name="T5" fmla="*/ 0 h 13"/>
                  <a:gd name="T6" fmla="*/ 12 w 12"/>
                  <a:gd name="T7" fmla="*/ 6 h 13"/>
                  <a:gd name="T8" fmla="*/ 6 w 12"/>
                  <a:gd name="T9" fmla="*/ 13 h 13"/>
                  <a:gd name="T10" fmla="*/ 6 w 12"/>
                  <a:gd name="T11" fmla="*/ 5 h 13"/>
                  <a:gd name="T12" fmla="*/ 5 w 12"/>
                  <a:gd name="T13" fmla="*/ 6 h 13"/>
                  <a:gd name="T14" fmla="*/ 6 w 12"/>
                  <a:gd name="T15" fmla="*/ 8 h 13"/>
                  <a:gd name="T16" fmla="*/ 8 w 12"/>
                  <a:gd name="T17" fmla="*/ 6 h 13"/>
                  <a:gd name="T18" fmla="*/ 6 w 12"/>
                  <a:gd name="T1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3">
                    <a:moveTo>
                      <a:pt x="6" y="13"/>
                    </a:move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10"/>
                      <a:pt x="10" y="13"/>
                      <a:pt x="6" y="13"/>
                    </a:cubicBezTo>
                    <a:close/>
                    <a:moveTo>
                      <a:pt x="6" y="5"/>
                    </a:moveTo>
                    <a:cubicBezTo>
                      <a:pt x="5" y="5"/>
                      <a:pt x="5" y="6"/>
                      <a:pt x="5" y="6"/>
                    </a:cubicBezTo>
                    <a:cubicBezTo>
                      <a:pt x="5" y="7"/>
                      <a:pt x="5" y="8"/>
                      <a:pt x="6" y="8"/>
                    </a:cubicBezTo>
                    <a:cubicBezTo>
                      <a:pt x="7" y="8"/>
                      <a:pt x="8" y="7"/>
                      <a:pt x="8" y="6"/>
                    </a:cubicBezTo>
                    <a:cubicBezTo>
                      <a:pt x="8" y="6"/>
                      <a:pt x="7" y="5"/>
                      <a:pt x="6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îş1ïďè"/>
              <p:cNvSpPr/>
              <p:nvPr/>
            </p:nvSpPr>
            <p:spPr bwMode="auto">
              <a:xfrm>
                <a:off x="9925050" y="5538788"/>
                <a:ext cx="7938" cy="14288"/>
              </a:xfrm>
              <a:custGeom>
                <a:avLst/>
                <a:gdLst>
                  <a:gd name="T0" fmla="*/ 1 w 4"/>
                  <a:gd name="T1" fmla="*/ 1 h 7"/>
                  <a:gd name="T2" fmla="*/ 0 w 4"/>
                  <a:gd name="T3" fmla="*/ 3 h 7"/>
                  <a:gd name="T4" fmla="*/ 1 w 4"/>
                  <a:gd name="T5" fmla="*/ 7 h 7"/>
                  <a:gd name="T6" fmla="*/ 4 w 4"/>
                  <a:gd name="T7" fmla="*/ 5 h 7"/>
                  <a:gd name="T8" fmla="*/ 4 w 4"/>
                  <a:gd name="T9" fmla="*/ 1 h 7"/>
                  <a:gd name="T10" fmla="*/ 1 w 4"/>
                  <a:gd name="T11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1"/>
                    </a:moveTo>
                    <a:cubicBezTo>
                      <a:pt x="1" y="2"/>
                      <a:pt x="0" y="2"/>
                      <a:pt x="0" y="3"/>
                    </a:cubicBezTo>
                    <a:cubicBezTo>
                      <a:pt x="0" y="5"/>
                      <a:pt x="1" y="7"/>
                      <a:pt x="1" y="7"/>
                    </a:cubicBezTo>
                    <a:cubicBezTo>
                      <a:pt x="2" y="7"/>
                      <a:pt x="4" y="6"/>
                      <a:pt x="4" y="5"/>
                    </a:cubicBezTo>
                    <a:cubicBezTo>
                      <a:pt x="4" y="4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íṩļíḋê"/>
              <p:cNvSpPr/>
              <p:nvPr/>
            </p:nvSpPr>
            <p:spPr bwMode="auto">
              <a:xfrm>
                <a:off x="9918700" y="5534025"/>
                <a:ext cx="19050" cy="23813"/>
              </a:xfrm>
              <a:custGeom>
                <a:avLst/>
                <a:gdLst>
                  <a:gd name="T0" fmla="*/ 5 w 9"/>
                  <a:gd name="T1" fmla="*/ 11 h 11"/>
                  <a:gd name="T2" fmla="*/ 4 w 9"/>
                  <a:gd name="T3" fmla="*/ 11 h 11"/>
                  <a:gd name="T4" fmla="*/ 0 w 9"/>
                  <a:gd name="T5" fmla="*/ 5 h 11"/>
                  <a:gd name="T6" fmla="*/ 2 w 9"/>
                  <a:gd name="T7" fmla="*/ 2 h 11"/>
                  <a:gd name="T8" fmla="*/ 4 w 9"/>
                  <a:gd name="T9" fmla="*/ 3 h 11"/>
                  <a:gd name="T10" fmla="*/ 2 w 9"/>
                  <a:gd name="T11" fmla="*/ 2 h 11"/>
                  <a:gd name="T12" fmla="*/ 6 w 9"/>
                  <a:gd name="T13" fmla="*/ 0 h 11"/>
                  <a:gd name="T14" fmla="*/ 9 w 9"/>
                  <a:gd name="T15" fmla="*/ 2 h 11"/>
                  <a:gd name="T16" fmla="*/ 9 w 9"/>
                  <a:gd name="T17" fmla="*/ 7 h 11"/>
                  <a:gd name="T18" fmla="*/ 8 w 9"/>
                  <a:gd name="T19" fmla="*/ 10 h 11"/>
                  <a:gd name="T20" fmla="*/ 5 w 9"/>
                  <a:gd name="T21" fmla="*/ 11 h 11"/>
                  <a:gd name="T22" fmla="*/ 6 w 9"/>
                  <a:gd name="T23" fmla="*/ 5 h 11"/>
                  <a:gd name="T24" fmla="*/ 6 w 9"/>
                  <a:gd name="T25" fmla="*/ 5 h 11"/>
                  <a:gd name="T26" fmla="*/ 6 w 9"/>
                  <a:gd name="T27" fmla="*/ 5 h 11"/>
                  <a:gd name="T28" fmla="*/ 4 w 9"/>
                  <a:gd name="T29" fmla="*/ 4 h 11"/>
                  <a:gd name="T30" fmla="*/ 4 w 9"/>
                  <a:gd name="T31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" h="11">
                    <a:moveTo>
                      <a:pt x="5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2"/>
                    </a:cubicBezTo>
                    <a:cubicBezTo>
                      <a:pt x="9" y="3"/>
                      <a:pt x="9" y="5"/>
                      <a:pt x="9" y="7"/>
                    </a:cubicBezTo>
                    <a:cubicBezTo>
                      <a:pt x="9" y="8"/>
                      <a:pt x="9" y="9"/>
                      <a:pt x="8" y="10"/>
                    </a:cubicBezTo>
                    <a:cubicBezTo>
                      <a:pt x="7" y="11"/>
                      <a:pt x="6" y="11"/>
                      <a:pt x="5" y="11"/>
                    </a:cubicBezTo>
                    <a:close/>
                    <a:moveTo>
                      <a:pt x="6" y="5"/>
                    </a:move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  <a:moveTo>
                      <a:pt x="4" y="4"/>
                    </a:moveTo>
                    <a:cubicBezTo>
                      <a:pt x="4" y="4"/>
                      <a:pt x="4" y="4"/>
                      <a:pt x="4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1" name="î$ḷidè"/>
              <p:cNvSpPr/>
              <p:nvPr/>
            </p:nvSpPr>
            <p:spPr bwMode="auto">
              <a:xfrm>
                <a:off x="10137775" y="6102350"/>
                <a:ext cx="7938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îṩlíḓe"/>
              <p:cNvSpPr/>
              <p:nvPr/>
            </p:nvSpPr>
            <p:spPr bwMode="auto">
              <a:xfrm>
                <a:off x="10131425" y="6097588"/>
                <a:ext cx="20638" cy="19050"/>
              </a:xfrm>
              <a:custGeom>
                <a:avLst/>
                <a:gdLst>
                  <a:gd name="T0" fmla="*/ 5 w 10"/>
                  <a:gd name="T1" fmla="*/ 9 h 9"/>
                  <a:gd name="T2" fmla="*/ 0 w 10"/>
                  <a:gd name="T3" fmla="*/ 4 h 9"/>
                  <a:gd name="T4" fmla="*/ 5 w 10"/>
                  <a:gd name="T5" fmla="*/ 0 h 9"/>
                  <a:gd name="T6" fmla="*/ 10 w 10"/>
                  <a:gd name="T7" fmla="*/ 4 h 9"/>
                  <a:gd name="T8" fmla="*/ 5 w 10"/>
                  <a:gd name="T9" fmla="*/ 9 h 9"/>
                  <a:gd name="T10" fmla="*/ 5 w 10"/>
                  <a:gd name="T11" fmla="*/ 2 h 9"/>
                  <a:gd name="T12" fmla="*/ 5 w 10"/>
                  <a:gd name="T13" fmla="*/ 4 h 9"/>
                  <a:gd name="T14" fmla="*/ 5 w 10"/>
                  <a:gd name="T15" fmla="*/ 4 h 9"/>
                  <a:gd name="T16" fmla="*/ 5 w 10"/>
                  <a:gd name="T1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9">
                    <a:moveTo>
                      <a:pt x="5" y="9"/>
                    </a:moveTo>
                    <a:cubicBezTo>
                      <a:pt x="3" y="9"/>
                      <a:pt x="0" y="7"/>
                      <a:pt x="0" y="4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7"/>
                      <a:pt x="8" y="9"/>
                      <a:pt x="5" y="9"/>
                    </a:cubicBezTo>
                    <a:close/>
                    <a:moveTo>
                      <a:pt x="5" y="2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ïṡḷiḓè"/>
              <p:cNvSpPr/>
              <p:nvPr/>
            </p:nvSpPr>
            <p:spPr bwMode="auto">
              <a:xfrm>
                <a:off x="9744075" y="6330950"/>
                <a:ext cx="11113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îṡḻîḍê"/>
              <p:cNvSpPr/>
              <p:nvPr/>
            </p:nvSpPr>
            <p:spPr bwMode="auto">
              <a:xfrm>
                <a:off x="9740900" y="6326188"/>
                <a:ext cx="19050" cy="19050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iṩļiďê"/>
              <p:cNvSpPr/>
              <p:nvPr/>
            </p:nvSpPr>
            <p:spPr bwMode="auto">
              <a:xfrm>
                <a:off x="10064750" y="6088063"/>
                <a:ext cx="12700" cy="1428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iṣ1íďê"/>
              <p:cNvSpPr/>
              <p:nvPr/>
            </p:nvSpPr>
            <p:spPr bwMode="auto">
              <a:xfrm>
                <a:off x="10058400" y="6084888"/>
                <a:ext cx="23813" cy="20638"/>
              </a:xfrm>
              <a:custGeom>
                <a:avLst/>
                <a:gdLst>
                  <a:gd name="T0" fmla="*/ 6 w 11"/>
                  <a:gd name="T1" fmla="*/ 10 h 10"/>
                  <a:gd name="T2" fmla="*/ 0 w 11"/>
                  <a:gd name="T3" fmla="*/ 5 h 10"/>
                  <a:gd name="T4" fmla="*/ 6 w 11"/>
                  <a:gd name="T5" fmla="*/ 0 h 10"/>
                  <a:gd name="T6" fmla="*/ 11 w 11"/>
                  <a:gd name="T7" fmla="*/ 5 h 10"/>
                  <a:gd name="T8" fmla="*/ 6 w 11"/>
                  <a:gd name="T9" fmla="*/ 10 h 10"/>
                  <a:gd name="T10" fmla="*/ 6 w 11"/>
                  <a:gd name="T11" fmla="*/ 4 h 10"/>
                  <a:gd name="T12" fmla="*/ 5 w 11"/>
                  <a:gd name="T13" fmla="*/ 5 h 10"/>
                  <a:gd name="T14" fmla="*/ 6 w 11"/>
                  <a:gd name="T15" fmla="*/ 5 h 10"/>
                  <a:gd name="T16" fmla="*/ 6 w 11"/>
                  <a:gd name="T17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0">
                    <a:moveTo>
                      <a:pt x="6" y="10"/>
                    </a:moveTo>
                    <a:cubicBezTo>
                      <a:pt x="3" y="10"/>
                      <a:pt x="0" y="8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" y="0"/>
                      <a:pt x="11" y="2"/>
                      <a:pt x="11" y="5"/>
                    </a:cubicBezTo>
                    <a:cubicBezTo>
                      <a:pt x="11" y="8"/>
                      <a:pt x="9" y="10"/>
                      <a:pt x="6" y="10"/>
                    </a:cubicBezTo>
                    <a:close/>
                    <a:moveTo>
                      <a:pt x="6" y="4"/>
                    </a:moveTo>
                    <a:cubicBezTo>
                      <a:pt x="5" y="4"/>
                      <a:pt x="5" y="5"/>
                      <a:pt x="5" y="5"/>
                    </a:cubicBezTo>
                    <a:cubicBezTo>
                      <a:pt x="5" y="6"/>
                      <a:pt x="6" y="6"/>
                      <a:pt x="6" y="5"/>
                    </a:cubicBezTo>
                    <a:cubicBezTo>
                      <a:pt x="6" y="5"/>
                      <a:pt x="6" y="4"/>
                      <a:pt x="6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íŝḻïdé"/>
              <p:cNvSpPr/>
              <p:nvPr/>
            </p:nvSpPr>
            <p:spPr bwMode="auto">
              <a:xfrm>
                <a:off x="10071100" y="6053138"/>
                <a:ext cx="14288" cy="1428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8" name="îṩlïďé"/>
              <p:cNvSpPr/>
              <p:nvPr/>
            </p:nvSpPr>
            <p:spPr bwMode="auto">
              <a:xfrm>
                <a:off x="10066338" y="6048375"/>
                <a:ext cx="25400" cy="25400"/>
              </a:xfrm>
              <a:custGeom>
                <a:avLst/>
                <a:gdLst>
                  <a:gd name="T0" fmla="*/ 6 w 12"/>
                  <a:gd name="T1" fmla="*/ 12 h 12"/>
                  <a:gd name="T2" fmla="*/ 0 w 12"/>
                  <a:gd name="T3" fmla="*/ 6 h 12"/>
                  <a:gd name="T4" fmla="*/ 6 w 12"/>
                  <a:gd name="T5" fmla="*/ 0 h 12"/>
                  <a:gd name="T6" fmla="*/ 12 w 12"/>
                  <a:gd name="T7" fmla="*/ 6 h 12"/>
                  <a:gd name="T8" fmla="*/ 6 w 12"/>
                  <a:gd name="T9" fmla="*/ 12 h 12"/>
                  <a:gd name="T10" fmla="*/ 6 w 12"/>
                  <a:gd name="T11" fmla="*/ 4 h 12"/>
                  <a:gd name="T12" fmla="*/ 5 w 12"/>
                  <a:gd name="T13" fmla="*/ 6 h 12"/>
                  <a:gd name="T14" fmla="*/ 6 w 12"/>
                  <a:gd name="T15" fmla="*/ 7 h 12"/>
                  <a:gd name="T16" fmla="*/ 7 w 12"/>
                  <a:gd name="T17" fmla="*/ 6 h 12"/>
                  <a:gd name="T18" fmla="*/ 6 w 12"/>
                  <a:gd name="T19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6" y="12"/>
                    </a:move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9" y="0"/>
                      <a:pt x="12" y="2"/>
                      <a:pt x="12" y="6"/>
                    </a:cubicBezTo>
                    <a:cubicBezTo>
                      <a:pt x="12" y="9"/>
                      <a:pt x="9" y="12"/>
                      <a:pt x="6" y="12"/>
                    </a:cubicBezTo>
                    <a:close/>
                    <a:moveTo>
                      <a:pt x="6" y="4"/>
                    </a:moveTo>
                    <a:cubicBezTo>
                      <a:pt x="5" y="4"/>
                      <a:pt x="5" y="5"/>
                      <a:pt x="5" y="6"/>
                    </a:cubicBezTo>
                    <a:cubicBezTo>
                      <a:pt x="5" y="6"/>
                      <a:pt x="5" y="7"/>
                      <a:pt x="6" y="7"/>
                    </a:cubicBezTo>
                    <a:cubicBezTo>
                      <a:pt x="6" y="7"/>
                      <a:pt x="7" y="6"/>
                      <a:pt x="7" y="6"/>
                    </a:cubicBezTo>
                    <a:cubicBezTo>
                      <a:pt x="7" y="5"/>
                      <a:pt x="6" y="4"/>
                      <a:pt x="6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îsḷiďê"/>
              <p:cNvSpPr/>
              <p:nvPr/>
            </p:nvSpPr>
            <p:spPr bwMode="auto">
              <a:xfrm>
                <a:off x="10061575" y="5995988"/>
                <a:ext cx="17463" cy="1746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išḻïdé"/>
              <p:cNvSpPr/>
              <p:nvPr/>
            </p:nvSpPr>
            <p:spPr bwMode="auto">
              <a:xfrm>
                <a:off x="10058400" y="5992813"/>
                <a:ext cx="26988" cy="25400"/>
              </a:xfrm>
              <a:custGeom>
                <a:avLst/>
                <a:gdLst>
                  <a:gd name="T0" fmla="*/ 6 w 13"/>
                  <a:gd name="T1" fmla="*/ 12 h 12"/>
                  <a:gd name="T2" fmla="*/ 0 w 13"/>
                  <a:gd name="T3" fmla="*/ 6 h 12"/>
                  <a:gd name="T4" fmla="*/ 6 w 13"/>
                  <a:gd name="T5" fmla="*/ 0 h 12"/>
                  <a:gd name="T6" fmla="*/ 13 w 13"/>
                  <a:gd name="T7" fmla="*/ 6 h 12"/>
                  <a:gd name="T8" fmla="*/ 6 w 13"/>
                  <a:gd name="T9" fmla="*/ 12 h 12"/>
                  <a:gd name="T10" fmla="*/ 6 w 13"/>
                  <a:gd name="T11" fmla="*/ 4 h 12"/>
                  <a:gd name="T12" fmla="*/ 5 w 13"/>
                  <a:gd name="T13" fmla="*/ 6 h 12"/>
                  <a:gd name="T14" fmla="*/ 6 w 13"/>
                  <a:gd name="T15" fmla="*/ 8 h 12"/>
                  <a:gd name="T16" fmla="*/ 8 w 13"/>
                  <a:gd name="T17" fmla="*/ 6 h 12"/>
                  <a:gd name="T18" fmla="*/ 6 w 13"/>
                  <a:gd name="T19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2">
                    <a:moveTo>
                      <a:pt x="6" y="12"/>
                    </a:move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6"/>
                    </a:cubicBezTo>
                    <a:cubicBezTo>
                      <a:pt x="13" y="10"/>
                      <a:pt x="10" y="12"/>
                      <a:pt x="6" y="12"/>
                    </a:cubicBezTo>
                    <a:close/>
                    <a:moveTo>
                      <a:pt x="6" y="4"/>
                    </a:moveTo>
                    <a:cubicBezTo>
                      <a:pt x="5" y="4"/>
                      <a:pt x="5" y="5"/>
                      <a:pt x="5" y="6"/>
                    </a:cubicBezTo>
                    <a:cubicBezTo>
                      <a:pt x="5" y="7"/>
                      <a:pt x="5" y="8"/>
                      <a:pt x="6" y="8"/>
                    </a:cubicBezTo>
                    <a:cubicBezTo>
                      <a:pt x="7" y="8"/>
                      <a:pt x="8" y="7"/>
                      <a:pt x="8" y="6"/>
                    </a:cubicBezTo>
                    <a:cubicBezTo>
                      <a:pt x="8" y="5"/>
                      <a:pt x="7" y="4"/>
                      <a:pt x="6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îṩļíde"/>
              <p:cNvSpPr/>
              <p:nvPr/>
            </p:nvSpPr>
            <p:spPr bwMode="auto">
              <a:xfrm>
                <a:off x="10040938" y="5675313"/>
                <a:ext cx="7938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iŝľïḓê"/>
              <p:cNvSpPr/>
              <p:nvPr/>
            </p:nvSpPr>
            <p:spPr bwMode="auto">
              <a:xfrm>
                <a:off x="10034588" y="5670550"/>
                <a:ext cx="20638" cy="19050"/>
              </a:xfrm>
              <a:custGeom>
                <a:avLst/>
                <a:gdLst>
                  <a:gd name="T0" fmla="*/ 5 w 10"/>
                  <a:gd name="T1" fmla="*/ 9 h 9"/>
                  <a:gd name="T2" fmla="*/ 0 w 10"/>
                  <a:gd name="T3" fmla="*/ 4 h 9"/>
                  <a:gd name="T4" fmla="*/ 5 w 10"/>
                  <a:gd name="T5" fmla="*/ 0 h 9"/>
                  <a:gd name="T6" fmla="*/ 10 w 10"/>
                  <a:gd name="T7" fmla="*/ 4 h 9"/>
                  <a:gd name="T8" fmla="*/ 5 w 10"/>
                  <a:gd name="T9" fmla="*/ 9 h 9"/>
                  <a:gd name="T10" fmla="*/ 5 w 10"/>
                  <a:gd name="T11" fmla="*/ 2 h 9"/>
                  <a:gd name="T12" fmla="*/ 5 w 10"/>
                  <a:gd name="T13" fmla="*/ 4 h 9"/>
                  <a:gd name="T14" fmla="*/ 5 w 10"/>
                  <a:gd name="T15" fmla="*/ 4 h 9"/>
                  <a:gd name="T16" fmla="*/ 5 w 10"/>
                  <a:gd name="T1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9">
                    <a:moveTo>
                      <a:pt x="5" y="9"/>
                    </a:move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10" y="2"/>
                      <a:pt x="10" y="4"/>
                    </a:cubicBezTo>
                    <a:cubicBezTo>
                      <a:pt x="10" y="7"/>
                      <a:pt x="7" y="9"/>
                      <a:pt x="5" y="9"/>
                    </a:cubicBezTo>
                    <a:close/>
                    <a:moveTo>
                      <a:pt x="5" y="2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íṧlíďê"/>
              <p:cNvSpPr/>
              <p:nvPr/>
            </p:nvSpPr>
            <p:spPr bwMode="auto">
              <a:xfrm>
                <a:off x="10082213" y="5618163"/>
                <a:ext cx="7938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ï$ľiḑé"/>
              <p:cNvSpPr/>
              <p:nvPr/>
            </p:nvSpPr>
            <p:spPr bwMode="auto">
              <a:xfrm>
                <a:off x="10075863" y="5613400"/>
                <a:ext cx="20638" cy="19050"/>
              </a:xfrm>
              <a:custGeom>
                <a:avLst/>
                <a:gdLst>
                  <a:gd name="T0" fmla="*/ 5 w 10"/>
                  <a:gd name="T1" fmla="*/ 9 h 9"/>
                  <a:gd name="T2" fmla="*/ 0 w 10"/>
                  <a:gd name="T3" fmla="*/ 5 h 9"/>
                  <a:gd name="T4" fmla="*/ 5 w 10"/>
                  <a:gd name="T5" fmla="*/ 0 h 9"/>
                  <a:gd name="T6" fmla="*/ 10 w 10"/>
                  <a:gd name="T7" fmla="*/ 5 h 9"/>
                  <a:gd name="T8" fmla="*/ 5 w 10"/>
                  <a:gd name="T9" fmla="*/ 9 h 9"/>
                  <a:gd name="T10" fmla="*/ 5 w 10"/>
                  <a:gd name="T11" fmla="*/ 2 h 9"/>
                  <a:gd name="T12" fmla="*/ 5 w 10"/>
                  <a:gd name="T13" fmla="*/ 5 h 9"/>
                  <a:gd name="T14" fmla="*/ 5 w 10"/>
                  <a:gd name="T15" fmla="*/ 5 h 9"/>
                  <a:gd name="T16" fmla="*/ 5 w 10"/>
                  <a:gd name="T1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9">
                    <a:moveTo>
                      <a:pt x="5" y="9"/>
                    </a:moveTo>
                    <a:cubicBezTo>
                      <a:pt x="3" y="9"/>
                      <a:pt x="0" y="7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cubicBezTo>
                      <a:pt x="10" y="7"/>
                      <a:pt x="8" y="9"/>
                      <a:pt x="5" y="9"/>
                    </a:cubicBezTo>
                    <a:close/>
                    <a:moveTo>
                      <a:pt x="5" y="2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5" name="işḷíḋe"/>
              <p:cNvSpPr/>
              <p:nvPr/>
            </p:nvSpPr>
            <p:spPr bwMode="auto">
              <a:xfrm>
                <a:off x="9936163" y="5630863"/>
                <a:ext cx="7938" cy="793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iṣļídé"/>
              <p:cNvSpPr/>
              <p:nvPr/>
            </p:nvSpPr>
            <p:spPr bwMode="auto">
              <a:xfrm>
                <a:off x="9929813" y="5624513"/>
                <a:ext cx="20638" cy="20638"/>
              </a:xfrm>
              <a:custGeom>
                <a:avLst/>
                <a:gdLst>
                  <a:gd name="T0" fmla="*/ 5 w 10"/>
                  <a:gd name="T1" fmla="*/ 10 h 10"/>
                  <a:gd name="T2" fmla="*/ 0 w 10"/>
                  <a:gd name="T3" fmla="*/ 5 h 10"/>
                  <a:gd name="T4" fmla="*/ 5 w 10"/>
                  <a:gd name="T5" fmla="*/ 0 h 10"/>
                  <a:gd name="T6" fmla="*/ 10 w 10"/>
                  <a:gd name="T7" fmla="*/ 5 h 10"/>
                  <a:gd name="T8" fmla="*/ 5 w 10"/>
                  <a:gd name="T9" fmla="*/ 10 h 10"/>
                  <a:gd name="T10" fmla="*/ 5 w 10"/>
                  <a:gd name="T11" fmla="*/ 5 h 10"/>
                  <a:gd name="T12" fmla="*/ 5 w 10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0">
                    <a:moveTo>
                      <a:pt x="5" y="10"/>
                    </a:moveTo>
                    <a:cubicBezTo>
                      <a:pt x="2" y="10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cubicBezTo>
                      <a:pt x="10" y="8"/>
                      <a:pt x="8" y="10"/>
                      <a:pt x="5" y="10"/>
                    </a:cubicBezTo>
                    <a:close/>
                    <a:moveTo>
                      <a:pt x="5" y="5"/>
                    </a:moveTo>
                    <a:cubicBezTo>
                      <a:pt x="5" y="5"/>
                      <a:pt x="5" y="5"/>
                      <a:pt x="5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iślïďe"/>
              <p:cNvSpPr/>
              <p:nvPr/>
            </p:nvSpPr>
            <p:spPr bwMode="auto">
              <a:xfrm>
                <a:off x="9863138" y="5568950"/>
                <a:ext cx="11113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išľïḓe"/>
              <p:cNvSpPr/>
              <p:nvPr/>
            </p:nvSpPr>
            <p:spPr bwMode="auto">
              <a:xfrm>
                <a:off x="9858375" y="5564188"/>
                <a:ext cx="19050" cy="19050"/>
              </a:xfrm>
              <a:custGeom>
                <a:avLst/>
                <a:gdLst>
                  <a:gd name="T0" fmla="*/ 5 w 9"/>
                  <a:gd name="T1" fmla="*/ 9 h 9"/>
                  <a:gd name="T2" fmla="*/ 0 w 9"/>
                  <a:gd name="T3" fmla="*/ 4 h 9"/>
                  <a:gd name="T4" fmla="*/ 5 w 9"/>
                  <a:gd name="T5" fmla="*/ 0 h 9"/>
                  <a:gd name="T6" fmla="*/ 9 w 9"/>
                  <a:gd name="T7" fmla="*/ 4 h 9"/>
                  <a:gd name="T8" fmla="*/ 5 w 9"/>
                  <a:gd name="T9" fmla="*/ 9 h 9"/>
                  <a:gd name="T10" fmla="*/ 5 w 9"/>
                  <a:gd name="T11" fmla="*/ 2 h 9"/>
                  <a:gd name="T12" fmla="*/ 5 w 9"/>
                  <a:gd name="T13" fmla="*/ 4 h 9"/>
                  <a:gd name="T14" fmla="*/ 5 w 9"/>
                  <a:gd name="T15" fmla="*/ 4 h 9"/>
                  <a:gd name="T16" fmla="*/ 5 w 9"/>
                  <a:gd name="T1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9">
                    <a:moveTo>
                      <a:pt x="5" y="9"/>
                    </a:move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4"/>
                    </a:cubicBezTo>
                    <a:cubicBezTo>
                      <a:pt x="9" y="7"/>
                      <a:pt x="7" y="9"/>
                      <a:pt x="5" y="9"/>
                    </a:cubicBezTo>
                    <a:close/>
                    <a:moveTo>
                      <a:pt x="5" y="2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îŝḻïďê"/>
              <p:cNvSpPr/>
              <p:nvPr/>
            </p:nvSpPr>
            <p:spPr bwMode="auto">
              <a:xfrm>
                <a:off x="9869488" y="5626100"/>
                <a:ext cx="7938" cy="793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iṣḻïḍe"/>
              <p:cNvSpPr/>
              <p:nvPr/>
            </p:nvSpPr>
            <p:spPr bwMode="auto">
              <a:xfrm>
                <a:off x="9863138" y="5619750"/>
                <a:ext cx="20638" cy="20638"/>
              </a:xfrm>
              <a:custGeom>
                <a:avLst/>
                <a:gdLst>
                  <a:gd name="T0" fmla="*/ 5 w 10"/>
                  <a:gd name="T1" fmla="*/ 10 h 10"/>
                  <a:gd name="T2" fmla="*/ 0 w 10"/>
                  <a:gd name="T3" fmla="*/ 5 h 10"/>
                  <a:gd name="T4" fmla="*/ 5 w 10"/>
                  <a:gd name="T5" fmla="*/ 0 h 10"/>
                  <a:gd name="T6" fmla="*/ 10 w 10"/>
                  <a:gd name="T7" fmla="*/ 5 h 10"/>
                  <a:gd name="T8" fmla="*/ 5 w 10"/>
                  <a:gd name="T9" fmla="*/ 10 h 10"/>
                  <a:gd name="T10" fmla="*/ 5 w 10"/>
                  <a:gd name="T11" fmla="*/ 3 h 10"/>
                  <a:gd name="T12" fmla="*/ 5 w 10"/>
                  <a:gd name="T13" fmla="*/ 5 h 10"/>
                  <a:gd name="T14" fmla="*/ 5 w 10"/>
                  <a:gd name="T15" fmla="*/ 5 h 10"/>
                  <a:gd name="T16" fmla="*/ 5 w 10"/>
                  <a:gd name="T17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5" y="10"/>
                    </a:moveTo>
                    <a:cubicBezTo>
                      <a:pt x="2" y="10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5"/>
                    </a:cubicBezTo>
                    <a:cubicBezTo>
                      <a:pt x="10" y="8"/>
                      <a:pt x="8" y="10"/>
                      <a:pt x="5" y="10"/>
                    </a:cubicBezTo>
                    <a:close/>
                    <a:moveTo>
                      <a:pt x="5" y="3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îŝľíḓe"/>
              <p:cNvSpPr/>
              <p:nvPr/>
            </p:nvSpPr>
            <p:spPr bwMode="auto">
              <a:xfrm>
                <a:off x="9821863" y="5646738"/>
                <a:ext cx="11113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2" name="í$ḷîḋé"/>
              <p:cNvSpPr/>
              <p:nvPr/>
            </p:nvSpPr>
            <p:spPr bwMode="auto">
              <a:xfrm>
                <a:off x="9817100" y="5643563"/>
                <a:ext cx="20638" cy="19050"/>
              </a:xfrm>
              <a:custGeom>
                <a:avLst/>
                <a:gdLst>
                  <a:gd name="T0" fmla="*/ 4 w 9"/>
                  <a:gd name="T1" fmla="*/ 9 h 9"/>
                  <a:gd name="T2" fmla="*/ 0 w 9"/>
                  <a:gd name="T3" fmla="*/ 5 h 9"/>
                  <a:gd name="T4" fmla="*/ 4 w 9"/>
                  <a:gd name="T5" fmla="*/ 0 h 9"/>
                  <a:gd name="T6" fmla="*/ 9 w 9"/>
                  <a:gd name="T7" fmla="*/ 5 h 9"/>
                  <a:gd name="T8" fmla="*/ 4 w 9"/>
                  <a:gd name="T9" fmla="*/ 9 h 9"/>
                  <a:gd name="T10" fmla="*/ 4 w 9"/>
                  <a:gd name="T11" fmla="*/ 5 h 9"/>
                  <a:gd name="T12" fmla="*/ 4 w 9"/>
                  <a:gd name="T1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9">
                    <a:moveTo>
                      <a:pt x="4" y="9"/>
                    </a:moveTo>
                    <a:cubicBezTo>
                      <a:pt x="2" y="9"/>
                      <a:pt x="0" y="7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9" y="2"/>
                      <a:pt x="9" y="5"/>
                    </a:cubicBezTo>
                    <a:cubicBezTo>
                      <a:pt x="9" y="7"/>
                      <a:pt x="7" y="9"/>
                      <a:pt x="4" y="9"/>
                    </a:cubicBezTo>
                    <a:close/>
                    <a:moveTo>
                      <a:pt x="4" y="5"/>
                    </a:moveTo>
                    <a:cubicBezTo>
                      <a:pt x="4" y="5"/>
                      <a:pt x="4" y="5"/>
                      <a:pt x="4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îšlidé"/>
              <p:cNvSpPr/>
              <p:nvPr/>
            </p:nvSpPr>
            <p:spPr bwMode="auto">
              <a:xfrm>
                <a:off x="10137775" y="5667375"/>
                <a:ext cx="9525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í$lîḓé"/>
              <p:cNvSpPr/>
              <p:nvPr/>
            </p:nvSpPr>
            <p:spPr bwMode="auto">
              <a:xfrm>
                <a:off x="10133013" y="5662613"/>
                <a:ext cx="19050" cy="19050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i$ļîdè"/>
              <p:cNvSpPr/>
              <p:nvPr/>
            </p:nvSpPr>
            <p:spPr bwMode="auto">
              <a:xfrm>
                <a:off x="10067925" y="5711825"/>
                <a:ext cx="11113" cy="793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î$ḻiḍe"/>
              <p:cNvSpPr/>
              <p:nvPr/>
            </p:nvSpPr>
            <p:spPr bwMode="auto">
              <a:xfrm>
                <a:off x="10064750" y="5705475"/>
                <a:ext cx="20638" cy="20638"/>
              </a:xfrm>
              <a:custGeom>
                <a:avLst/>
                <a:gdLst>
                  <a:gd name="T0" fmla="*/ 5 w 10"/>
                  <a:gd name="T1" fmla="*/ 10 h 10"/>
                  <a:gd name="T2" fmla="*/ 0 w 10"/>
                  <a:gd name="T3" fmla="*/ 5 h 10"/>
                  <a:gd name="T4" fmla="*/ 5 w 10"/>
                  <a:gd name="T5" fmla="*/ 0 h 10"/>
                  <a:gd name="T6" fmla="*/ 10 w 10"/>
                  <a:gd name="T7" fmla="*/ 5 h 10"/>
                  <a:gd name="T8" fmla="*/ 5 w 10"/>
                  <a:gd name="T9" fmla="*/ 10 h 10"/>
                  <a:gd name="T10" fmla="*/ 5 w 10"/>
                  <a:gd name="T11" fmla="*/ 3 h 10"/>
                  <a:gd name="T12" fmla="*/ 5 w 10"/>
                  <a:gd name="T13" fmla="*/ 5 h 10"/>
                  <a:gd name="T14" fmla="*/ 5 w 10"/>
                  <a:gd name="T15" fmla="*/ 5 h 10"/>
                  <a:gd name="T16" fmla="*/ 5 w 10"/>
                  <a:gd name="T17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5" y="10"/>
                    </a:moveTo>
                    <a:cubicBezTo>
                      <a:pt x="2" y="10"/>
                      <a:pt x="0" y="7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7" y="10"/>
                      <a:pt x="5" y="10"/>
                    </a:cubicBezTo>
                    <a:close/>
                    <a:moveTo>
                      <a:pt x="5" y="3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ïṥ1iḍé"/>
              <p:cNvSpPr/>
              <p:nvPr/>
            </p:nvSpPr>
            <p:spPr bwMode="auto">
              <a:xfrm>
                <a:off x="9961563" y="5572125"/>
                <a:ext cx="7938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íSľiḋe"/>
              <p:cNvSpPr/>
              <p:nvPr/>
            </p:nvSpPr>
            <p:spPr bwMode="auto">
              <a:xfrm>
                <a:off x="9955213" y="5568950"/>
                <a:ext cx="20638" cy="19050"/>
              </a:xfrm>
              <a:custGeom>
                <a:avLst/>
                <a:gdLst>
                  <a:gd name="T0" fmla="*/ 5 w 10"/>
                  <a:gd name="T1" fmla="*/ 9 h 9"/>
                  <a:gd name="T2" fmla="*/ 0 w 10"/>
                  <a:gd name="T3" fmla="*/ 4 h 9"/>
                  <a:gd name="T4" fmla="*/ 5 w 10"/>
                  <a:gd name="T5" fmla="*/ 0 h 9"/>
                  <a:gd name="T6" fmla="*/ 10 w 10"/>
                  <a:gd name="T7" fmla="*/ 4 h 9"/>
                  <a:gd name="T8" fmla="*/ 5 w 10"/>
                  <a:gd name="T9" fmla="*/ 9 h 9"/>
                  <a:gd name="T10" fmla="*/ 5 w 10"/>
                  <a:gd name="T11" fmla="*/ 4 h 9"/>
                  <a:gd name="T12" fmla="*/ 5 w 10"/>
                  <a:gd name="T13" fmla="*/ 4 h 9"/>
                  <a:gd name="T14" fmla="*/ 5 w 10"/>
                  <a:gd name="T15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9">
                    <a:moveTo>
                      <a:pt x="5" y="9"/>
                    </a:move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7"/>
                      <a:pt x="8" y="9"/>
                      <a:pt x="5" y="9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îšļíḍe"/>
              <p:cNvSpPr/>
              <p:nvPr/>
            </p:nvSpPr>
            <p:spPr bwMode="auto">
              <a:xfrm>
                <a:off x="10310813" y="6043613"/>
                <a:ext cx="12700" cy="1587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ïšḻïḋè"/>
              <p:cNvSpPr/>
              <p:nvPr/>
            </p:nvSpPr>
            <p:spPr bwMode="auto">
              <a:xfrm>
                <a:off x="10306050" y="6038850"/>
                <a:ext cx="23813" cy="23813"/>
              </a:xfrm>
              <a:custGeom>
                <a:avLst/>
                <a:gdLst>
                  <a:gd name="T0" fmla="*/ 5 w 11"/>
                  <a:gd name="T1" fmla="*/ 11 h 11"/>
                  <a:gd name="T2" fmla="*/ 0 w 11"/>
                  <a:gd name="T3" fmla="*/ 6 h 11"/>
                  <a:gd name="T4" fmla="*/ 5 w 11"/>
                  <a:gd name="T5" fmla="*/ 0 h 11"/>
                  <a:gd name="T6" fmla="*/ 11 w 11"/>
                  <a:gd name="T7" fmla="*/ 6 h 11"/>
                  <a:gd name="T8" fmla="*/ 5 w 11"/>
                  <a:gd name="T9" fmla="*/ 11 h 11"/>
                  <a:gd name="T10" fmla="*/ 5 w 11"/>
                  <a:gd name="T11" fmla="*/ 5 h 11"/>
                  <a:gd name="T12" fmla="*/ 4 w 11"/>
                  <a:gd name="T13" fmla="*/ 6 h 11"/>
                  <a:gd name="T14" fmla="*/ 6 w 11"/>
                  <a:gd name="T15" fmla="*/ 6 h 11"/>
                  <a:gd name="T16" fmla="*/ 5 w 11"/>
                  <a:gd name="T17" fmla="*/ 5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11">
                    <a:moveTo>
                      <a:pt x="5" y="11"/>
                    </a:moveTo>
                    <a:cubicBezTo>
                      <a:pt x="2" y="11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cubicBezTo>
                      <a:pt x="11" y="9"/>
                      <a:pt x="8" y="11"/>
                      <a:pt x="5" y="11"/>
                    </a:cubicBezTo>
                    <a:close/>
                    <a:moveTo>
                      <a:pt x="5" y="5"/>
                    </a:moveTo>
                    <a:cubicBezTo>
                      <a:pt x="5" y="5"/>
                      <a:pt x="4" y="5"/>
                      <a:pt x="4" y="6"/>
                    </a:cubicBezTo>
                    <a:cubicBezTo>
                      <a:pt x="4" y="6"/>
                      <a:pt x="6" y="6"/>
                      <a:pt x="6" y="6"/>
                    </a:cubicBezTo>
                    <a:cubicBezTo>
                      <a:pt x="6" y="5"/>
                      <a:pt x="6" y="5"/>
                      <a:pt x="5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îŝ1íďe"/>
              <p:cNvSpPr/>
              <p:nvPr/>
            </p:nvSpPr>
            <p:spPr bwMode="auto">
              <a:xfrm>
                <a:off x="9779000" y="6289675"/>
                <a:ext cx="7938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ïṥľiḍé"/>
              <p:cNvSpPr/>
              <p:nvPr/>
            </p:nvSpPr>
            <p:spPr bwMode="auto">
              <a:xfrm>
                <a:off x="9772650" y="6286500"/>
                <a:ext cx="22225" cy="19050"/>
              </a:xfrm>
              <a:custGeom>
                <a:avLst/>
                <a:gdLst>
                  <a:gd name="T0" fmla="*/ 5 w 10"/>
                  <a:gd name="T1" fmla="*/ 9 h 9"/>
                  <a:gd name="T2" fmla="*/ 0 w 10"/>
                  <a:gd name="T3" fmla="*/ 4 h 9"/>
                  <a:gd name="T4" fmla="*/ 5 w 10"/>
                  <a:gd name="T5" fmla="*/ 0 h 9"/>
                  <a:gd name="T6" fmla="*/ 10 w 10"/>
                  <a:gd name="T7" fmla="*/ 4 h 9"/>
                  <a:gd name="T8" fmla="*/ 5 w 10"/>
                  <a:gd name="T9" fmla="*/ 9 h 9"/>
                  <a:gd name="T10" fmla="*/ 5 w 10"/>
                  <a:gd name="T11" fmla="*/ 2 h 9"/>
                  <a:gd name="T12" fmla="*/ 5 w 10"/>
                  <a:gd name="T13" fmla="*/ 4 h 9"/>
                  <a:gd name="T14" fmla="*/ 5 w 10"/>
                  <a:gd name="T15" fmla="*/ 4 h 9"/>
                  <a:gd name="T16" fmla="*/ 5 w 10"/>
                  <a:gd name="T1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9">
                    <a:moveTo>
                      <a:pt x="5" y="9"/>
                    </a:move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0" y="2"/>
                      <a:pt x="10" y="4"/>
                    </a:cubicBezTo>
                    <a:cubicBezTo>
                      <a:pt x="10" y="7"/>
                      <a:pt x="8" y="9"/>
                      <a:pt x="5" y="9"/>
                    </a:cubicBezTo>
                    <a:close/>
                    <a:moveTo>
                      <a:pt x="5" y="2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3" name="îsḷîḋé"/>
              <p:cNvSpPr/>
              <p:nvPr/>
            </p:nvSpPr>
            <p:spPr bwMode="auto">
              <a:xfrm>
                <a:off x="9932988" y="6453188"/>
                <a:ext cx="15875" cy="14288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iS1îde"/>
              <p:cNvSpPr/>
              <p:nvPr/>
            </p:nvSpPr>
            <p:spPr bwMode="auto">
              <a:xfrm>
                <a:off x="9926638" y="6446838"/>
                <a:ext cx="26988" cy="25400"/>
              </a:xfrm>
              <a:custGeom>
                <a:avLst/>
                <a:gdLst>
                  <a:gd name="T0" fmla="*/ 6 w 12"/>
                  <a:gd name="T1" fmla="*/ 12 h 12"/>
                  <a:gd name="T2" fmla="*/ 0 w 12"/>
                  <a:gd name="T3" fmla="*/ 6 h 12"/>
                  <a:gd name="T4" fmla="*/ 6 w 12"/>
                  <a:gd name="T5" fmla="*/ 0 h 12"/>
                  <a:gd name="T6" fmla="*/ 12 w 12"/>
                  <a:gd name="T7" fmla="*/ 6 h 12"/>
                  <a:gd name="T8" fmla="*/ 6 w 12"/>
                  <a:gd name="T9" fmla="*/ 12 h 12"/>
                  <a:gd name="T10" fmla="*/ 6 w 12"/>
                  <a:gd name="T11" fmla="*/ 5 h 12"/>
                  <a:gd name="T12" fmla="*/ 5 w 12"/>
                  <a:gd name="T13" fmla="*/ 6 h 12"/>
                  <a:gd name="T14" fmla="*/ 6 w 12"/>
                  <a:gd name="T15" fmla="*/ 7 h 12"/>
                  <a:gd name="T16" fmla="*/ 8 w 12"/>
                  <a:gd name="T17" fmla="*/ 6 h 12"/>
                  <a:gd name="T18" fmla="*/ 6 w 12"/>
                  <a:gd name="T19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6" y="12"/>
                    </a:move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9"/>
                      <a:pt x="10" y="12"/>
                      <a:pt x="6" y="12"/>
                    </a:cubicBezTo>
                    <a:close/>
                    <a:moveTo>
                      <a:pt x="6" y="5"/>
                    </a:moveTo>
                    <a:cubicBezTo>
                      <a:pt x="6" y="5"/>
                      <a:pt x="5" y="5"/>
                      <a:pt x="5" y="6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7" y="7"/>
                      <a:pt x="8" y="7"/>
                      <a:pt x="8" y="6"/>
                    </a:cubicBezTo>
                    <a:cubicBezTo>
                      <a:pt x="8" y="5"/>
                      <a:pt x="7" y="5"/>
                      <a:pt x="6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5" name="ïṩḷîḋé"/>
              <p:cNvSpPr/>
              <p:nvPr/>
            </p:nvSpPr>
            <p:spPr bwMode="auto">
              <a:xfrm>
                <a:off x="9956800" y="6356350"/>
                <a:ext cx="11113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iSlîḓê"/>
              <p:cNvSpPr/>
              <p:nvPr/>
            </p:nvSpPr>
            <p:spPr bwMode="auto">
              <a:xfrm>
                <a:off x="9953625" y="6350000"/>
                <a:ext cx="19050" cy="22225"/>
              </a:xfrm>
              <a:custGeom>
                <a:avLst/>
                <a:gdLst>
                  <a:gd name="T0" fmla="*/ 5 w 9"/>
                  <a:gd name="T1" fmla="*/ 10 h 10"/>
                  <a:gd name="T2" fmla="*/ 0 w 9"/>
                  <a:gd name="T3" fmla="*/ 5 h 10"/>
                  <a:gd name="T4" fmla="*/ 5 w 9"/>
                  <a:gd name="T5" fmla="*/ 0 h 10"/>
                  <a:gd name="T6" fmla="*/ 9 w 9"/>
                  <a:gd name="T7" fmla="*/ 5 h 10"/>
                  <a:gd name="T8" fmla="*/ 5 w 9"/>
                  <a:gd name="T9" fmla="*/ 10 h 10"/>
                  <a:gd name="T10" fmla="*/ 5 w 9"/>
                  <a:gd name="T11" fmla="*/ 5 h 10"/>
                  <a:gd name="T12" fmla="*/ 5 w 9"/>
                  <a:gd name="T13" fmla="*/ 5 h 10"/>
                  <a:gd name="T14" fmla="*/ 5 w 9"/>
                  <a:gd name="T1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10">
                    <a:moveTo>
                      <a:pt x="5" y="10"/>
                    </a:moveTo>
                    <a:cubicBezTo>
                      <a:pt x="2" y="10"/>
                      <a:pt x="0" y="7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5"/>
                    </a:cubicBezTo>
                    <a:cubicBezTo>
                      <a:pt x="9" y="7"/>
                      <a:pt x="7" y="10"/>
                      <a:pt x="5" y="10"/>
                    </a:cubicBezTo>
                    <a:close/>
                    <a:moveTo>
                      <a:pt x="5" y="5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îşlíḍé"/>
              <p:cNvSpPr/>
              <p:nvPr/>
            </p:nvSpPr>
            <p:spPr bwMode="auto">
              <a:xfrm>
                <a:off x="9956800" y="6111875"/>
                <a:ext cx="9525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îṩļiḓè"/>
              <p:cNvSpPr/>
              <p:nvPr/>
            </p:nvSpPr>
            <p:spPr bwMode="auto">
              <a:xfrm>
                <a:off x="9950450" y="6105525"/>
                <a:ext cx="19050" cy="19050"/>
              </a:xfrm>
              <a:custGeom>
                <a:avLst/>
                <a:gdLst>
                  <a:gd name="T0" fmla="*/ 5 w 9"/>
                  <a:gd name="T1" fmla="*/ 9 h 9"/>
                  <a:gd name="T2" fmla="*/ 0 w 9"/>
                  <a:gd name="T3" fmla="*/ 5 h 9"/>
                  <a:gd name="T4" fmla="*/ 5 w 9"/>
                  <a:gd name="T5" fmla="*/ 0 h 9"/>
                  <a:gd name="T6" fmla="*/ 9 w 9"/>
                  <a:gd name="T7" fmla="*/ 5 h 9"/>
                  <a:gd name="T8" fmla="*/ 5 w 9"/>
                  <a:gd name="T9" fmla="*/ 9 h 9"/>
                  <a:gd name="T10" fmla="*/ 5 w 9"/>
                  <a:gd name="T11" fmla="*/ 5 h 9"/>
                  <a:gd name="T12" fmla="*/ 4 w 9"/>
                  <a:gd name="T13" fmla="*/ 5 h 9"/>
                  <a:gd name="T14" fmla="*/ 5 w 9"/>
                  <a:gd name="T15" fmla="*/ 5 h 9"/>
                  <a:gd name="T16" fmla="*/ 5 w 9"/>
                  <a:gd name="T17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9">
                    <a:moveTo>
                      <a:pt x="5" y="9"/>
                    </a:moveTo>
                    <a:cubicBezTo>
                      <a:pt x="2" y="9"/>
                      <a:pt x="0" y="7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5"/>
                    </a:cubicBezTo>
                    <a:cubicBezTo>
                      <a:pt x="9" y="7"/>
                      <a:pt x="7" y="9"/>
                      <a:pt x="5" y="9"/>
                    </a:cubicBezTo>
                    <a:close/>
                    <a:moveTo>
                      <a:pt x="5" y="5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9" name="íśļiḓè"/>
              <p:cNvSpPr/>
              <p:nvPr/>
            </p:nvSpPr>
            <p:spPr bwMode="auto">
              <a:xfrm>
                <a:off x="10167938" y="6030913"/>
                <a:ext cx="9525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íşļïḑè"/>
              <p:cNvSpPr/>
              <p:nvPr/>
            </p:nvSpPr>
            <p:spPr bwMode="auto">
              <a:xfrm>
                <a:off x="10163175" y="6026150"/>
                <a:ext cx="20638" cy="22225"/>
              </a:xfrm>
              <a:custGeom>
                <a:avLst/>
                <a:gdLst>
                  <a:gd name="T0" fmla="*/ 5 w 10"/>
                  <a:gd name="T1" fmla="*/ 10 h 10"/>
                  <a:gd name="T2" fmla="*/ 0 w 10"/>
                  <a:gd name="T3" fmla="*/ 5 h 10"/>
                  <a:gd name="T4" fmla="*/ 5 w 10"/>
                  <a:gd name="T5" fmla="*/ 0 h 10"/>
                  <a:gd name="T6" fmla="*/ 10 w 10"/>
                  <a:gd name="T7" fmla="*/ 5 h 10"/>
                  <a:gd name="T8" fmla="*/ 5 w 10"/>
                  <a:gd name="T9" fmla="*/ 10 h 10"/>
                  <a:gd name="T10" fmla="*/ 5 w 10"/>
                  <a:gd name="T11" fmla="*/ 5 h 10"/>
                  <a:gd name="T12" fmla="*/ 5 w 10"/>
                  <a:gd name="T13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0">
                    <a:moveTo>
                      <a:pt x="5" y="10"/>
                    </a:moveTo>
                    <a:cubicBezTo>
                      <a:pt x="2" y="10"/>
                      <a:pt x="0" y="7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7" y="10"/>
                      <a:pt x="5" y="10"/>
                    </a:cubicBezTo>
                    <a:close/>
                    <a:moveTo>
                      <a:pt x="5" y="5"/>
                    </a:moveTo>
                    <a:cubicBezTo>
                      <a:pt x="5" y="5"/>
                      <a:pt x="5" y="5"/>
                      <a:pt x="5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1" name="íSlïďè"/>
              <p:cNvSpPr/>
              <p:nvPr/>
            </p:nvSpPr>
            <p:spPr bwMode="auto">
              <a:xfrm>
                <a:off x="10261600" y="5264150"/>
                <a:ext cx="11113" cy="11113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íšľïdè"/>
              <p:cNvSpPr/>
              <p:nvPr/>
            </p:nvSpPr>
            <p:spPr bwMode="auto">
              <a:xfrm>
                <a:off x="10256838" y="5259388"/>
                <a:ext cx="20638" cy="19050"/>
              </a:xfrm>
              <a:custGeom>
                <a:avLst/>
                <a:gdLst>
                  <a:gd name="T0" fmla="*/ 5 w 9"/>
                  <a:gd name="T1" fmla="*/ 9 h 9"/>
                  <a:gd name="T2" fmla="*/ 0 w 9"/>
                  <a:gd name="T3" fmla="*/ 4 h 9"/>
                  <a:gd name="T4" fmla="*/ 5 w 9"/>
                  <a:gd name="T5" fmla="*/ 0 h 9"/>
                  <a:gd name="T6" fmla="*/ 9 w 9"/>
                  <a:gd name="T7" fmla="*/ 4 h 9"/>
                  <a:gd name="T8" fmla="*/ 5 w 9"/>
                  <a:gd name="T9" fmla="*/ 9 h 9"/>
                  <a:gd name="T10" fmla="*/ 5 w 9"/>
                  <a:gd name="T11" fmla="*/ 4 h 9"/>
                  <a:gd name="T12" fmla="*/ 5 w 9"/>
                  <a:gd name="T13" fmla="*/ 4 h 9"/>
                  <a:gd name="T14" fmla="*/ 5 w 9"/>
                  <a:gd name="T15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9">
                    <a:moveTo>
                      <a:pt x="5" y="9"/>
                    </a:moveTo>
                    <a:cubicBezTo>
                      <a:pt x="2" y="9"/>
                      <a:pt x="0" y="7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4"/>
                    </a:cubicBezTo>
                    <a:cubicBezTo>
                      <a:pt x="9" y="7"/>
                      <a:pt x="7" y="9"/>
                      <a:pt x="5" y="9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îṣļíďé"/>
              <p:cNvSpPr/>
              <p:nvPr/>
            </p:nvSpPr>
            <p:spPr bwMode="auto">
              <a:xfrm>
                <a:off x="10186988" y="5238750"/>
                <a:ext cx="6350" cy="6350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îṧḷíḋê"/>
              <p:cNvSpPr/>
              <p:nvPr/>
            </p:nvSpPr>
            <p:spPr bwMode="auto">
              <a:xfrm>
                <a:off x="10180638" y="5232400"/>
                <a:ext cx="17463" cy="15875"/>
              </a:xfrm>
              <a:custGeom>
                <a:avLst/>
                <a:gdLst>
                  <a:gd name="T0" fmla="*/ 4 w 8"/>
                  <a:gd name="T1" fmla="*/ 8 h 8"/>
                  <a:gd name="T2" fmla="*/ 0 w 8"/>
                  <a:gd name="T3" fmla="*/ 4 h 8"/>
                  <a:gd name="T4" fmla="*/ 4 w 8"/>
                  <a:gd name="T5" fmla="*/ 0 h 8"/>
                  <a:gd name="T6" fmla="*/ 8 w 8"/>
                  <a:gd name="T7" fmla="*/ 4 h 8"/>
                  <a:gd name="T8" fmla="*/ 4 w 8"/>
                  <a:gd name="T9" fmla="*/ 8 h 8"/>
                  <a:gd name="T10" fmla="*/ 4 w 8"/>
                  <a:gd name="T11" fmla="*/ 4 h 8"/>
                  <a:gd name="T12" fmla="*/ 4 w 8"/>
                  <a:gd name="T13" fmla="*/ 4 h 8"/>
                  <a:gd name="T14" fmla="*/ 5 w 8"/>
                  <a:gd name="T15" fmla="*/ 4 h 8"/>
                  <a:gd name="T16" fmla="*/ 4 w 8"/>
                  <a:gd name="T1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4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8" y="7"/>
                      <a:pt x="7" y="8"/>
                      <a:pt x="4" y="8"/>
                    </a:cubicBezTo>
                    <a:close/>
                    <a:moveTo>
                      <a:pt x="4" y="4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5"/>
                      <a:pt x="5" y="5"/>
                      <a:pt x="5" y="4"/>
                    </a:cubicBezTo>
                    <a:cubicBezTo>
                      <a:pt x="5" y="4"/>
                      <a:pt x="5" y="4"/>
                      <a:pt x="4" y="4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ïşlïḋé"/>
              <p:cNvSpPr/>
              <p:nvPr/>
            </p:nvSpPr>
            <p:spPr bwMode="auto">
              <a:xfrm>
                <a:off x="10191750" y="5265738"/>
                <a:ext cx="6350" cy="9525"/>
              </a:xfrm>
              <a:prstGeom prst="ellipse">
                <a:avLst/>
              </a:pr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iŝľïdè"/>
              <p:cNvSpPr/>
              <p:nvPr/>
            </p:nvSpPr>
            <p:spPr bwMode="auto">
              <a:xfrm>
                <a:off x="10183813" y="5262563"/>
                <a:ext cx="20638" cy="15875"/>
              </a:xfrm>
              <a:custGeom>
                <a:avLst/>
                <a:gdLst>
                  <a:gd name="T0" fmla="*/ 5 w 9"/>
                  <a:gd name="T1" fmla="*/ 8 h 8"/>
                  <a:gd name="T2" fmla="*/ 0 w 9"/>
                  <a:gd name="T3" fmla="*/ 4 h 8"/>
                  <a:gd name="T4" fmla="*/ 5 w 9"/>
                  <a:gd name="T5" fmla="*/ 0 h 8"/>
                  <a:gd name="T6" fmla="*/ 9 w 9"/>
                  <a:gd name="T7" fmla="*/ 4 h 8"/>
                  <a:gd name="T8" fmla="*/ 5 w 9"/>
                  <a:gd name="T9" fmla="*/ 8 h 8"/>
                  <a:gd name="T10" fmla="*/ 5 w 9"/>
                  <a:gd name="T11" fmla="*/ 3 h 8"/>
                  <a:gd name="T12" fmla="*/ 4 w 9"/>
                  <a:gd name="T13" fmla="*/ 4 h 8"/>
                  <a:gd name="T14" fmla="*/ 5 w 9"/>
                  <a:gd name="T15" fmla="*/ 4 h 8"/>
                  <a:gd name="T16" fmla="*/ 5 w 9"/>
                  <a:gd name="T17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8">
                    <a:moveTo>
                      <a:pt x="5" y="8"/>
                    </a:move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9" y="2"/>
                      <a:pt x="9" y="4"/>
                    </a:cubicBezTo>
                    <a:cubicBezTo>
                      <a:pt x="9" y="6"/>
                      <a:pt x="7" y="8"/>
                      <a:pt x="5" y="8"/>
                    </a:cubicBezTo>
                    <a:close/>
                    <a:moveTo>
                      <a:pt x="5" y="3"/>
                    </a:moveTo>
                    <a:cubicBezTo>
                      <a:pt x="4" y="3"/>
                      <a:pt x="4" y="4"/>
                      <a:pt x="4" y="4"/>
                    </a:cubicBezTo>
                    <a:cubicBezTo>
                      <a:pt x="4" y="4"/>
                      <a:pt x="5" y="4"/>
                      <a:pt x="5" y="4"/>
                    </a:cubicBezTo>
                    <a:cubicBezTo>
                      <a:pt x="5" y="4"/>
                      <a:pt x="5" y="3"/>
                      <a:pt x="5" y="3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íṧļiḓê"/>
              <p:cNvSpPr/>
              <p:nvPr/>
            </p:nvSpPr>
            <p:spPr bwMode="auto">
              <a:xfrm>
                <a:off x="7872413" y="6337300"/>
                <a:ext cx="25400" cy="49213"/>
              </a:xfrm>
              <a:custGeom>
                <a:avLst/>
                <a:gdLst>
                  <a:gd name="T0" fmla="*/ 7 w 12"/>
                  <a:gd name="T1" fmla="*/ 23 h 23"/>
                  <a:gd name="T2" fmla="*/ 7 w 12"/>
                  <a:gd name="T3" fmla="*/ 23 h 23"/>
                  <a:gd name="T4" fmla="*/ 6 w 12"/>
                  <a:gd name="T5" fmla="*/ 22 h 23"/>
                  <a:gd name="T6" fmla="*/ 3 w 12"/>
                  <a:gd name="T7" fmla="*/ 18 h 23"/>
                  <a:gd name="T8" fmla="*/ 4 w 12"/>
                  <a:gd name="T9" fmla="*/ 15 h 23"/>
                  <a:gd name="T10" fmla="*/ 4 w 12"/>
                  <a:gd name="T11" fmla="*/ 15 h 23"/>
                  <a:gd name="T12" fmla="*/ 9 w 12"/>
                  <a:gd name="T13" fmla="*/ 14 h 23"/>
                  <a:gd name="T14" fmla="*/ 11 w 12"/>
                  <a:gd name="T15" fmla="*/ 18 h 23"/>
                  <a:gd name="T16" fmla="*/ 10 w 12"/>
                  <a:gd name="T17" fmla="*/ 21 h 23"/>
                  <a:gd name="T18" fmla="*/ 7 w 12"/>
                  <a:gd name="T19" fmla="*/ 23 h 23"/>
                  <a:gd name="T20" fmla="*/ 7 w 12"/>
                  <a:gd name="T21" fmla="*/ 18 h 23"/>
                  <a:gd name="T22" fmla="*/ 7 w 12"/>
                  <a:gd name="T23" fmla="*/ 18 h 23"/>
                  <a:gd name="T24" fmla="*/ 7 w 12"/>
                  <a:gd name="T25" fmla="*/ 18 h 23"/>
                  <a:gd name="T26" fmla="*/ 7 w 12"/>
                  <a:gd name="T27" fmla="*/ 18 h 23"/>
                  <a:gd name="T28" fmla="*/ 4 w 12"/>
                  <a:gd name="T29" fmla="*/ 9 h 23"/>
                  <a:gd name="T30" fmla="*/ 3 w 12"/>
                  <a:gd name="T31" fmla="*/ 9 h 23"/>
                  <a:gd name="T32" fmla="*/ 3 w 12"/>
                  <a:gd name="T33" fmla="*/ 8 h 23"/>
                  <a:gd name="T34" fmla="*/ 0 w 12"/>
                  <a:gd name="T35" fmla="*/ 4 h 23"/>
                  <a:gd name="T36" fmla="*/ 1 w 12"/>
                  <a:gd name="T37" fmla="*/ 2 h 23"/>
                  <a:gd name="T38" fmla="*/ 1 w 12"/>
                  <a:gd name="T39" fmla="*/ 2 h 23"/>
                  <a:gd name="T40" fmla="*/ 6 w 12"/>
                  <a:gd name="T41" fmla="*/ 0 h 23"/>
                  <a:gd name="T42" fmla="*/ 8 w 12"/>
                  <a:gd name="T43" fmla="*/ 4 h 23"/>
                  <a:gd name="T44" fmla="*/ 7 w 12"/>
                  <a:gd name="T45" fmla="*/ 8 h 23"/>
                  <a:gd name="T46" fmla="*/ 4 w 12"/>
                  <a:gd name="T47" fmla="*/ 9 h 23"/>
                  <a:gd name="T48" fmla="*/ 3 w 12"/>
                  <a:gd name="T49" fmla="*/ 5 h 23"/>
                  <a:gd name="T50" fmla="*/ 4 w 12"/>
                  <a:gd name="T51" fmla="*/ 5 h 23"/>
                  <a:gd name="T52" fmla="*/ 4 w 12"/>
                  <a:gd name="T53" fmla="*/ 5 h 23"/>
                  <a:gd name="T54" fmla="*/ 4 w 12"/>
                  <a:gd name="T55" fmla="*/ 4 h 23"/>
                  <a:gd name="T56" fmla="*/ 3 w 12"/>
                  <a:gd name="T57" fmla="*/ 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" h="23">
                    <a:moveTo>
                      <a:pt x="7" y="23"/>
                    </a:moveTo>
                    <a:cubicBezTo>
                      <a:pt x="7" y="23"/>
                      <a:pt x="7" y="23"/>
                      <a:pt x="7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5" y="21"/>
                      <a:pt x="3" y="20"/>
                      <a:pt x="3" y="18"/>
                    </a:cubicBezTo>
                    <a:cubicBezTo>
                      <a:pt x="3" y="17"/>
                      <a:pt x="3" y="16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6" y="14"/>
                      <a:pt x="7" y="13"/>
                      <a:pt x="9" y="14"/>
                    </a:cubicBezTo>
                    <a:cubicBezTo>
                      <a:pt x="10" y="14"/>
                      <a:pt x="11" y="15"/>
                      <a:pt x="11" y="18"/>
                    </a:cubicBezTo>
                    <a:cubicBezTo>
                      <a:pt x="12" y="19"/>
                      <a:pt x="11" y="21"/>
                      <a:pt x="10" y="21"/>
                    </a:cubicBezTo>
                    <a:cubicBezTo>
                      <a:pt x="9" y="22"/>
                      <a:pt x="8" y="23"/>
                      <a:pt x="7" y="23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  <a:moveTo>
                      <a:pt x="4" y="9"/>
                    </a:moveTo>
                    <a:cubicBezTo>
                      <a:pt x="3" y="9"/>
                      <a:pt x="3" y="9"/>
                      <a:pt x="3" y="9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0"/>
                      <a:pt x="4" y="0"/>
                      <a:pt x="6" y="0"/>
                    </a:cubicBezTo>
                    <a:cubicBezTo>
                      <a:pt x="6" y="1"/>
                      <a:pt x="8" y="2"/>
                      <a:pt x="8" y="4"/>
                    </a:cubicBezTo>
                    <a:cubicBezTo>
                      <a:pt x="8" y="6"/>
                      <a:pt x="8" y="7"/>
                      <a:pt x="7" y="8"/>
                    </a:cubicBezTo>
                    <a:cubicBezTo>
                      <a:pt x="6" y="9"/>
                      <a:pt x="5" y="9"/>
                      <a:pt x="4" y="9"/>
                    </a:cubicBezTo>
                    <a:close/>
                    <a:moveTo>
                      <a:pt x="3" y="5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3" y="5"/>
                    </a:cubicBezTo>
                    <a:close/>
                  </a:path>
                </a:pathLst>
              </a:custGeom>
              <a:solidFill>
                <a:srgbClr val="009F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8" name="iṥ1iḓe"/>
              <p:cNvSpPr/>
              <p:nvPr/>
            </p:nvSpPr>
            <p:spPr bwMode="auto">
              <a:xfrm>
                <a:off x="7472363" y="5124450"/>
                <a:ext cx="2609850" cy="996950"/>
              </a:xfrm>
              <a:custGeom>
                <a:avLst/>
                <a:gdLst>
                  <a:gd name="T0" fmla="*/ 32 w 1216"/>
                  <a:gd name="T1" fmla="*/ 464 h 465"/>
                  <a:gd name="T2" fmla="*/ 40 w 1216"/>
                  <a:gd name="T3" fmla="*/ 460 h 465"/>
                  <a:gd name="T4" fmla="*/ 43 w 1216"/>
                  <a:gd name="T5" fmla="*/ 464 h 465"/>
                  <a:gd name="T6" fmla="*/ 8 w 1216"/>
                  <a:gd name="T7" fmla="*/ 464 h 465"/>
                  <a:gd name="T8" fmla="*/ 11 w 1216"/>
                  <a:gd name="T9" fmla="*/ 459 h 465"/>
                  <a:gd name="T10" fmla="*/ 14 w 1216"/>
                  <a:gd name="T11" fmla="*/ 464 h 465"/>
                  <a:gd name="T12" fmla="*/ 1 w 1216"/>
                  <a:gd name="T13" fmla="*/ 451 h 465"/>
                  <a:gd name="T14" fmla="*/ 4 w 1216"/>
                  <a:gd name="T15" fmla="*/ 435 h 465"/>
                  <a:gd name="T16" fmla="*/ 11 w 1216"/>
                  <a:gd name="T17" fmla="*/ 430 h 465"/>
                  <a:gd name="T18" fmla="*/ 9 w 1216"/>
                  <a:gd name="T19" fmla="*/ 445 h 465"/>
                  <a:gd name="T20" fmla="*/ 6 w 1216"/>
                  <a:gd name="T21" fmla="*/ 452 h 465"/>
                  <a:gd name="T22" fmla="*/ 59 w 1216"/>
                  <a:gd name="T23" fmla="*/ 454 h 465"/>
                  <a:gd name="T24" fmla="*/ 64 w 1216"/>
                  <a:gd name="T25" fmla="*/ 440 h 465"/>
                  <a:gd name="T26" fmla="*/ 55 w 1216"/>
                  <a:gd name="T27" fmla="*/ 431 h 465"/>
                  <a:gd name="T28" fmla="*/ 47 w 1216"/>
                  <a:gd name="T29" fmla="*/ 425 h 465"/>
                  <a:gd name="T30" fmla="*/ 40 w 1216"/>
                  <a:gd name="T31" fmla="*/ 426 h 465"/>
                  <a:gd name="T32" fmla="*/ 36 w 1216"/>
                  <a:gd name="T33" fmla="*/ 423 h 465"/>
                  <a:gd name="T34" fmla="*/ 41 w 1216"/>
                  <a:gd name="T35" fmla="*/ 420 h 465"/>
                  <a:gd name="T36" fmla="*/ 56 w 1216"/>
                  <a:gd name="T37" fmla="*/ 421 h 465"/>
                  <a:gd name="T38" fmla="*/ 21 w 1216"/>
                  <a:gd name="T39" fmla="*/ 430 h 465"/>
                  <a:gd name="T40" fmla="*/ 19 w 1216"/>
                  <a:gd name="T41" fmla="*/ 426 h 465"/>
                  <a:gd name="T42" fmla="*/ 22 w 1216"/>
                  <a:gd name="T43" fmla="*/ 425 h 465"/>
                  <a:gd name="T44" fmla="*/ 26 w 1216"/>
                  <a:gd name="T45" fmla="*/ 423 h 465"/>
                  <a:gd name="T46" fmla="*/ 28 w 1216"/>
                  <a:gd name="T47" fmla="*/ 423 h 465"/>
                  <a:gd name="T48" fmla="*/ 30 w 1216"/>
                  <a:gd name="T49" fmla="*/ 427 h 465"/>
                  <a:gd name="T50" fmla="*/ 30 w 1216"/>
                  <a:gd name="T51" fmla="*/ 427 h 465"/>
                  <a:gd name="T52" fmla="*/ 25 w 1216"/>
                  <a:gd name="T53" fmla="*/ 429 h 465"/>
                  <a:gd name="T54" fmla="*/ 30 w 1216"/>
                  <a:gd name="T55" fmla="*/ 427 h 465"/>
                  <a:gd name="T56" fmla="*/ 25 w 1216"/>
                  <a:gd name="T57" fmla="*/ 426 h 465"/>
                  <a:gd name="T58" fmla="*/ 26 w 1216"/>
                  <a:gd name="T59" fmla="*/ 424 h 465"/>
                  <a:gd name="T60" fmla="*/ 1192 w 1216"/>
                  <a:gd name="T61" fmla="*/ 22 h 465"/>
                  <a:gd name="T62" fmla="*/ 1186 w 1216"/>
                  <a:gd name="T63" fmla="*/ 17 h 465"/>
                  <a:gd name="T64" fmla="*/ 1190 w 1216"/>
                  <a:gd name="T65" fmla="*/ 16 h 465"/>
                  <a:gd name="T66" fmla="*/ 1201 w 1216"/>
                  <a:gd name="T67" fmla="*/ 16 h 465"/>
                  <a:gd name="T68" fmla="*/ 1210 w 1216"/>
                  <a:gd name="T69" fmla="*/ 21 h 465"/>
                  <a:gd name="T70" fmla="*/ 1209 w 1216"/>
                  <a:gd name="T71" fmla="*/ 7 h 465"/>
                  <a:gd name="T72" fmla="*/ 1207 w 1216"/>
                  <a:gd name="T73" fmla="*/ 4 h 465"/>
                  <a:gd name="T74" fmla="*/ 1205 w 1216"/>
                  <a:gd name="T75" fmla="*/ 5 h 465"/>
                  <a:gd name="T76" fmla="*/ 1200 w 1216"/>
                  <a:gd name="T77" fmla="*/ 6 h 465"/>
                  <a:gd name="T78" fmla="*/ 1198 w 1216"/>
                  <a:gd name="T79" fmla="*/ 7 h 465"/>
                  <a:gd name="T80" fmla="*/ 1195 w 1216"/>
                  <a:gd name="T81" fmla="*/ 7 h 465"/>
                  <a:gd name="T82" fmla="*/ 1191 w 1216"/>
                  <a:gd name="T83" fmla="*/ 10 h 465"/>
                  <a:gd name="T84" fmla="*/ 1193 w 1216"/>
                  <a:gd name="T85" fmla="*/ 2 h 465"/>
                  <a:gd name="T86" fmla="*/ 1197 w 1216"/>
                  <a:gd name="T87" fmla="*/ 1 h 465"/>
                  <a:gd name="T88" fmla="*/ 1199 w 1216"/>
                  <a:gd name="T89" fmla="*/ 0 h 465"/>
                  <a:gd name="T90" fmla="*/ 1202 w 1216"/>
                  <a:gd name="T91" fmla="*/ 0 h 465"/>
                  <a:gd name="T92" fmla="*/ 1206 w 1216"/>
                  <a:gd name="T93" fmla="*/ 0 h 465"/>
                  <a:gd name="T94" fmla="*/ 1214 w 1216"/>
                  <a:gd name="T95" fmla="*/ 2 h 465"/>
                  <a:gd name="T96" fmla="*/ 1210 w 1216"/>
                  <a:gd name="T97" fmla="*/ 21 h 465"/>
                  <a:gd name="T98" fmla="*/ 1207 w 1216"/>
                  <a:gd name="T99" fmla="*/ 4 h 465"/>
                  <a:gd name="T100" fmla="*/ 1201 w 1216"/>
                  <a:gd name="T101" fmla="*/ 2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16" h="465">
                    <a:moveTo>
                      <a:pt x="40" y="465"/>
                    </a:moveTo>
                    <a:cubicBezTo>
                      <a:pt x="38" y="464"/>
                      <a:pt x="38" y="464"/>
                      <a:pt x="38" y="464"/>
                    </a:cubicBezTo>
                    <a:cubicBezTo>
                      <a:pt x="33" y="464"/>
                      <a:pt x="33" y="464"/>
                      <a:pt x="33" y="464"/>
                    </a:cubicBezTo>
                    <a:cubicBezTo>
                      <a:pt x="32" y="464"/>
                      <a:pt x="32" y="464"/>
                      <a:pt x="32" y="464"/>
                    </a:cubicBezTo>
                    <a:cubicBezTo>
                      <a:pt x="32" y="459"/>
                      <a:pt x="32" y="459"/>
                      <a:pt x="32" y="459"/>
                    </a:cubicBezTo>
                    <a:cubicBezTo>
                      <a:pt x="33" y="459"/>
                      <a:pt x="33" y="459"/>
                      <a:pt x="33" y="459"/>
                    </a:cubicBezTo>
                    <a:cubicBezTo>
                      <a:pt x="39" y="459"/>
                      <a:pt x="39" y="459"/>
                      <a:pt x="39" y="459"/>
                    </a:cubicBezTo>
                    <a:cubicBezTo>
                      <a:pt x="40" y="460"/>
                      <a:pt x="40" y="460"/>
                      <a:pt x="40" y="460"/>
                    </a:cubicBezTo>
                    <a:cubicBezTo>
                      <a:pt x="43" y="459"/>
                      <a:pt x="43" y="459"/>
                      <a:pt x="43" y="459"/>
                    </a:cubicBezTo>
                    <a:cubicBezTo>
                      <a:pt x="60" y="459"/>
                      <a:pt x="60" y="459"/>
                      <a:pt x="60" y="459"/>
                    </a:cubicBezTo>
                    <a:cubicBezTo>
                      <a:pt x="60" y="464"/>
                      <a:pt x="60" y="464"/>
                      <a:pt x="60" y="464"/>
                    </a:cubicBezTo>
                    <a:cubicBezTo>
                      <a:pt x="43" y="464"/>
                      <a:pt x="43" y="464"/>
                      <a:pt x="43" y="464"/>
                    </a:cubicBezTo>
                    <a:lnTo>
                      <a:pt x="40" y="465"/>
                    </a:lnTo>
                    <a:close/>
                    <a:moveTo>
                      <a:pt x="11" y="465"/>
                    </a:moveTo>
                    <a:cubicBezTo>
                      <a:pt x="11" y="465"/>
                      <a:pt x="9" y="464"/>
                      <a:pt x="8" y="464"/>
                    </a:cubicBezTo>
                    <a:cubicBezTo>
                      <a:pt x="8" y="464"/>
                      <a:pt x="8" y="464"/>
                      <a:pt x="8" y="464"/>
                    </a:cubicBezTo>
                    <a:cubicBezTo>
                      <a:pt x="9" y="462"/>
                      <a:pt x="9" y="462"/>
                      <a:pt x="9" y="462"/>
                    </a:cubicBezTo>
                    <a:cubicBezTo>
                      <a:pt x="10" y="460"/>
                      <a:pt x="10" y="460"/>
                      <a:pt x="10" y="460"/>
                    </a:cubicBezTo>
                    <a:cubicBezTo>
                      <a:pt x="10" y="460"/>
                      <a:pt x="10" y="460"/>
                      <a:pt x="11" y="460"/>
                    </a:cubicBezTo>
                    <a:cubicBezTo>
                      <a:pt x="11" y="460"/>
                      <a:pt x="11" y="459"/>
                      <a:pt x="11" y="459"/>
                    </a:cubicBezTo>
                    <a:cubicBezTo>
                      <a:pt x="12" y="459"/>
                      <a:pt x="12" y="459"/>
                      <a:pt x="12" y="459"/>
                    </a:cubicBezTo>
                    <a:cubicBezTo>
                      <a:pt x="22" y="459"/>
                      <a:pt x="22" y="459"/>
                      <a:pt x="22" y="459"/>
                    </a:cubicBezTo>
                    <a:cubicBezTo>
                      <a:pt x="23" y="464"/>
                      <a:pt x="23" y="464"/>
                      <a:pt x="23" y="464"/>
                    </a:cubicBezTo>
                    <a:cubicBezTo>
                      <a:pt x="14" y="464"/>
                      <a:pt x="14" y="464"/>
                      <a:pt x="14" y="464"/>
                    </a:cubicBezTo>
                    <a:cubicBezTo>
                      <a:pt x="13" y="464"/>
                      <a:pt x="12" y="465"/>
                      <a:pt x="11" y="465"/>
                    </a:cubicBezTo>
                    <a:close/>
                    <a:moveTo>
                      <a:pt x="0" y="456"/>
                    </a:moveTo>
                    <a:cubicBezTo>
                      <a:pt x="0" y="455"/>
                      <a:pt x="0" y="455"/>
                      <a:pt x="0" y="455"/>
                    </a:cubicBezTo>
                    <a:cubicBezTo>
                      <a:pt x="1" y="451"/>
                      <a:pt x="1" y="451"/>
                      <a:pt x="1" y="451"/>
                    </a:cubicBezTo>
                    <a:cubicBezTo>
                      <a:pt x="1" y="450"/>
                      <a:pt x="2" y="450"/>
                      <a:pt x="2" y="449"/>
                    </a:cubicBezTo>
                    <a:cubicBezTo>
                      <a:pt x="2" y="449"/>
                      <a:pt x="2" y="449"/>
                      <a:pt x="3" y="448"/>
                    </a:cubicBezTo>
                    <a:cubicBezTo>
                      <a:pt x="4" y="444"/>
                      <a:pt x="4" y="444"/>
                      <a:pt x="4" y="444"/>
                    </a:cubicBezTo>
                    <a:cubicBezTo>
                      <a:pt x="4" y="435"/>
                      <a:pt x="4" y="435"/>
                      <a:pt x="4" y="435"/>
                    </a:cubicBezTo>
                    <a:cubicBezTo>
                      <a:pt x="4" y="434"/>
                      <a:pt x="5" y="433"/>
                      <a:pt x="7" y="433"/>
                    </a:cubicBezTo>
                    <a:cubicBezTo>
                      <a:pt x="8" y="432"/>
                      <a:pt x="9" y="431"/>
                      <a:pt x="10" y="431"/>
                    </a:cubicBezTo>
                    <a:cubicBezTo>
                      <a:pt x="10" y="431"/>
                      <a:pt x="10" y="431"/>
                      <a:pt x="10" y="431"/>
                    </a:cubicBezTo>
                    <a:cubicBezTo>
                      <a:pt x="10" y="431"/>
                      <a:pt x="11" y="430"/>
                      <a:pt x="11" y="430"/>
                    </a:cubicBezTo>
                    <a:cubicBezTo>
                      <a:pt x="14" y="434"/>
                      <a:pt x="14" y="434"/>
                      <a:pt x="14" y="434"/>
                    </a:cubicBezTo>
                    <a:cubicBezTo>
                      <a:pt x="13" y="434"/>
                      <a:pt x="13" y="434"/>
                      <a:pt x="12" y="435"/>
                    </a:cubicBezTo>
                    <a:cubicBezTo>
                      <a:pt x="12" y="435"/>
                      <a:pt x="12" y="435"/>
                      <a:pt x="9" y="437"/>
                    </a:cubicBezTo>
                    <a:cubicBezTo>
                      <a:pt x="9" y="445"/>
                      <a:pt x="9" y="445"/>
                      <a:pt x="9" y="445"/>
                    </a:cubicBezTo>
                    <a:cubicBezTo>
                      <a:pt x="7" y="451"/>
                      <a:pt x="7" y="451"/>
                      <a:pt x="7" y="451"/>
                    </a:cubicBezTo>
                    <a:cubicBezTo>
                      <a:pt x="6" y="452"/>
                      <a:pt x="6" y="452"/>
                      <a:pt x="6" y="452"/>
                    </a:cubicBezTo>
                    <a:cubicBezTo>
                      <a:pt x="6" y="452"/>
                      <a:pt x="6" y="452"/>
                      <a:pt x="6" y="452"/>
                    </a:cubicBezTo>
                    <a:cubicBezTo>
                      <a:pt x="6" y="452"/>
                      <a:pt x="6" y="452"/>
                      <a:pt x="6" y="452"/>
                    </a:cubicBezTo>
                    <a:cubicBezTo>
                      <a:pt x="4" y="456"/>
                      <a:pt x="4" y="456"/>
                      <a:pt x="4" y="456"/>
                    </a:cubicBezTo>
                    <a:cubicBezTo>
                      <a:pt x="3" y="455"/>
                      <a:pt x="3" y="455"/>
                      <a:pt x="3" y="455"/>
                    </a:cubicBezTo>
                    <a:lnTo>
                      <a:pt x="0" y="456"/>
                    </a:lnTo>
                    <a:close/>
                    <a:moveTo>
                      <a:pt x="59" y="454"/>
                    </a:moveTo>
                    <a:cubicBezTo>
                      <a:pt x="59" y="441"/>
                      <a:pt x="59" y="441"/>
                      <a:pt x="59" y="441"/>
                    </a:cubicBezTo>
                    <a:cubicBezTo>
                      <a:pt x="59" y="441"/>
                      <a:pt x="59" y="441"/>
                      <a:pt x="59" y="441"/>
                    </a:cubicBezTo>
                    <a:cubicBezTo>
                      <a:pt x="63" y="439"/>
                      <a:pt x="63" y="439"/>
                      <a:pt x="63" y="439"/>
                    </a:cubicBezTo>
                    <a:cubicBezTo>
                      <a:pt x="64" y="440"/>
                      <a:pt x="64" y="440"/>
                      <a:pt x="64" y="440"/>
                    </a:cubicBezTo>
                    <a:cubicBezTo>
                      <a:pt x="64" y="454"/>
                      <a:pt x="64" y="454"/>
                      <a:pt x="64" y="454"/>
                    </a:cubicBezTo>
                    <a:lnTo>
                      <a:pt x="59" y="454"/>
                    </a:lnTo>
                    <a:close/>
                    <a:moveTo>
                      <a:pt x="60" y="431"/>
                    </a:moveTo>
                    <a:cubicBezTo>
                      <a:pt x="55" y="431"/>
                      <a:pt x="55" y="431"/>
                      <a:pt x="55" y="431"/>
                    </a:cubicBezTo>
                    <a:cubicBezTo>
                      <a:pt x="55" y="425"/>
                      <a:pt x="55" y="425"/>
                      <a:pt x="55" y="425"/>
                    </a:cubicBezTo>
                    <a:cubicBezTo>
                      <a:pt x="54" y="425"/>
                      <a:pt x="54" y="425"/>
                      <a:pt x="54" y="425"/>
                    </a:cubicBezTo>
                    <a:cubicBezTo>
                      <a:pt x="48" y="425"/>
                      <a:pt x="48" y="425"/>
                      <a:pt x="48" y="425"/>
                    </a:cubicBezTo>
                    <a:cubicBezTo>
                      <a:pt x="48" y="425"/>
                      <a:pt x="47" y="425"/>
                      <a:pt x="47" y="425"/>
                    </a:cubicBezTo>
                    <a:cubicBezTo>
                      <a:pt x="46" y="425"/>
                      <a:pt x="43" y="425"/>
                      <a:pt x="43" y="425"/>
                    </a:cubicBezTo>
                    <a:cubicBezTo>
                      <a:pt x="43" y="425"/>
                      <a:pt x="42" y="425"/>
                      <a:pt x="42" y="425"/>
                    </a:cubicBezTo>
                    <a:cubicBezTo>
                      <a:pt x="42" y="425"/>
                      <a:pt x="41" y="425"/>
                      <a:pt x="41" y="425"/>
                    </a:cubicBezTo>
                    <a:cubicBezTo>
                      <a:pt x="40" y="426"/>
                      <a:pt x="40" y="426"/>
                      <a:pt x="40" y="426"/>
                    </a:cubicBezTo>
                    <a:cubicBezTo>
                      <a:pt x="39" y="427"/>
                      <a:pt x="39" y="427"/>
                      <a:pt x="39" y="427"/>
                    </a:cubicBezTo>
                    <a:cubicBezTo>
                      <a:pt x="38" y="427"/>
                      <a:pt x="38" y="427"/>
                      <a:pt x="38" y="427"/>
                    </a:cubicBezTo>
                    <a:cubicBezTo>
                      <a:pt x="37" y="424"/>
                      <a:pt x="37" y="424"/>
                      <a:pt x="37" y="424"/>
                    </a:cubicBezTo>
                    <a:cubicBezTo>
                      <a:pt x="36" y="423"/>
                      <a:pt x="36" y="423"/>
                      <a:pt x="36" y="423"/>
                    </a:cubicBezTo>
                    <a:cubicBezTo>
                      <a:pt x="37" y="422"/>
                      <a:pt x="37" y="422"/>
                      <a:pt x="37" y="422"/>
                    </a:cubicBezTo>
                    <a:cubicBezTo>
                      <a:pt x="39" y="421"/>
                      <a:pt x="39" y="421"/>
                      <a:pt x="39" y="421"/>
                    </a:cubicBezTo>
                    <a:cubicBezTo>
                      <a:pt x="39" y="421"/>
                      <a:pt x="41" y="420"/>
                      <a:pt x="41" y="420"/>
                    </a:cubicBezTo>
                    <a:cubicBezTo>
                      <a:pt x="41" y="420"/>
                      <a:pt x="41" y="420"/>
                      <a:pt x="41" y="420"/>
                    </a:cubicBezTo>
                    <a:cubicBezTo>
                      <a:pt x="41" y="420"/>
                      <a:pt x="42" y="420"/>
                      <a:pt x="43" y="420"/>
                    </a:cubicBezTo>
                    <a:cubicBezTo>
                      <a:pt x="43" y="420"/>
                      <a:pt x="45" y="420"/>
                      <a:pt x="46" y="420"/>
                    </a:cubicBezTo>
                    <a:cubicBezTo>
                      <a:pt x="47" y="420"/>
                      <a:pt x="48" y="420"/>
                      <a:pt x="48" y="420"/>
                    </a:cubicBezTo>
                    <a:cubicBezTo>
                      <a:pt x="56" y="421"/>
                      <a:pt x="56" y="421"/>
                      <a:pt x="56" y="421"/>
                    </a:cubicBezTo>
                    <a:cubicBezTo>
                      <a:pt x="60" y="423"/>
                      <a:pt x="60" y="423"/>
                      <a:pt x="60" y="423"/>
                    </a:cubicBezTo>
                    <a:lnTo>
                      <a:pt x="60" y="431"/>
                    </a:lnTo>
                    <a:close/>
                    <a:moveTo>
                      <a:pt x="22" y="431"/>
                    </a:moveTo>
                    <a:cubicBezTo>
                      <a:pt x="22" y="431"/>
                      <a:pt x="21" y="430"/>
                      <a:pt x="21" y="430"/>
                    </a:cubicBezTo>
                    <a:cubicBezTo>
                      <a:pt x="21" y="430"/>
                      <a:pt x="21" y="430"/>
                      <a:pt x="21" y="430"/>
                    </a:cubicBezTo>
                    <a:cubicBezTo>
                      <a:pt x="21" y="429"/>
                      <a:pt x="21" y="429"/>
                      <a:pt x="21" y="429"/>
                    </a:cubicBezTo>
                    <a:cubicBezTo>
                      <a:pt x="19" y="426"/>
                      <a:pt x="19" y="426"/>
                      <a:pt x="19" y="426"/>
                    </a:cubicBezTo>
                    <a:cubicBezTo>
                      <a:pt x="19" y="426"/>
                      <a:pt x="19" y="426"/>
                      <a:pt x="19" y="426"/>
                    </a:cubicBezTo>
                    <a:cubicBezTo>
                      <a:pt x="19" y="426"/>
                      <a:pt x="20" y="426"/>
                      <a:pt x="20" y="426"/>
                    </a:cubicBezTo>
                    <a:cubicBezTo>
                      <a:pt x="21" y="426"/>
                      <a:pt x="21" y="426"/>
                      <a:pt x="21" y="426"/>
                    </a:cubicBezTo>
                    <a:cubicBezTo>
                      <a:pt x="21" y="426"/>
                      <a:pt x="21" y="426"/>
                      <a:pt x="21" y="426"/>
                    </a:cubicBezTo>
                    <a:cubicBezTo>
                      <a:pt x="22" y="425"/>
                      <a:pt x="22" y="425"/>
                      <a:pt x="22" y="425"/>
                    </a:cubicBezTo>
                    <a:cubicBezTo>
                      <a:pt x="22" y="425"/>
                      <a:pt x="22" y="425"/>
                      <a:pt x="22" y="425"/>
                    </a:cubicBezTo>
                    <a:cubicBezTo>
                      <a:pt x="23" y="424"/>
                      <a:pt x="23" y="424"/>
                      <a:pt x="23" y="424"/>
                    </a:cubicBezTo>
                    <a:cubicBezTo>
                      <a:pt x="24" y="424"/>
                      <a:pt x="24" y="424"/>
                      <a:pt x="25" y="423"/>
                    </a:cubicBezTo>
                    <a:cubicBezTo>
                      <a:pt x="26" y="423"/>
                      <a:pt x="26" y="423"/>
                      <a:pt x="26" y="423"/>
                    </a:cubicBezTo>
                    <a:cubicBezTo>
                      <a:pt x="26" y="423"/>
                      <a:pt x="26" y="423"/>
                      <a:pt x="27" y="423"/>
                    </a:cubicBezTo>
                    <a:cubicBezTo>
                      <a:pt x="27" y="423"/>
                      <a:pt x="27" y="423"/>
                      <a:pt x="27" y="423"/>
                    </a:cubicBezTo>
                    <a:cubicBezTo>
                      <a:pt x="27" y="423"/>
                      <a:pt x="27" y="423"/>
                      <a:pt x="28" y="423"/>
                    </a:cubicBezTo>
                    <a:cubicBezTo>
                      <a:pt x="28" y="423"/>
                      <a:pt x="28" y="423"/>
                      <a:pt x="28" y="423"/>
                    </a:cubicBezTo>
                    <a:cubicBezTo>
                      <a:pt x="28" y="423"/>
                      <a:pt x="29" y="422"/>
                      <a:pt x="30" y="422"/>
                    </a:cubicBezTo>
                    <a:cubicBezTo>
                      <a:pt x="31" y="422"/>
                      <a:pt x="31" y="422"/>
                      <a:pt x="31" y="422"/>
                    </a:cubicBezTo>
                    <a:cubicBezTo>
                      <a:pt x="31" y="422"/>
                      <a:pt x="31" y="422"/>
                      <a:pt x="31" y="423"/>
                    </a:cubicBezTo>
                    <a:cubicBezTo>
                      <a:pt x="30" y="427"/>
                      <a:pt x="30" y="427"/>
                      <a:pt x="30" y="427"/>
                    </a:cubicBezTo>
                    <a:cubicBezTo>
                      <a:pt x="30" y="427"/>
                      <a:pt x="31" y="427"/>
                      <a:pt x="31" y="427"/>
                    </a:cubicBezTo>
                    <a:cubicBezTo>
                      <a:pt x="30" y="427"/>
                      <a:pt x="30" y="427"/>
                      <a:pt x="30" y="427"/>
                    </a:cubicBezTo>
                    <a:cubicBezTo>
                      <a:pt x="30" y="427"/>
                      <a:pt x="30" y="427"/>
                      <a:pt x="30" y="427"/>
                    </a:cubicBezTo>
                    <a:cubicBezTo>
                      <a:pt x="30" y="427"/>
                      <a:pt x="30" y="427"/>
                      <a:pt x="30" y="427"/>
                    </a:cubicBezTo>
                    <a:cubicBezTo>
                      <a:pt x="30" y="427"/>
                      <a:pt x="30" y="427"/>
                      <a:pt x="30" y="427"/>
                    </a:cubicBezTo>
                    <a:cubicBezTo>
                      <a:pt x="29" y="428"/>
                      <a:pt x="29" y="428"/>
                      <a:pt x="28" y="428"/>
                    </a:cubicBezTo>
                    <a:cubicBezTo>
                      <a:pt x="27" y="428"/>
                      <a:pt x="27" y="428"/>
                      <a:pt x="27" y="428"/>
                    </a:cubicBezTo>
                    <a:cubicBezTo>
                      <a:pt x="26" y="429"/>
                      <a:pt x="26" y="429"/>
                      <a:pt x="25" y="429"/>
                    </a:cubicBezTo>
                    <a:cubicBezTo>
                      <a:pt x="24" y="430"/>
                      <a:pt x="24" y="430"/>
                      <a:pt x="24" y="430"/>
                    </a:cubicBezTo>
                    <a:cubicBezTo>
                      <a:pt x="23" y="431"/>
                      <a:pt x="23" y="431"/>
                      <a:pt x="23" y="431"/>
                    </a:cubicBezTo>
                    <a:lnTo>
                      <a:pt x="22" y="431"/>
                    </a:lnTo>
                    <a:close/>
                    <a:moveTo>
                      <a:pt x="30" y="427"/>
                    </a:moveTo>
                    <a:cubicBezTo>
                      <a:pt x="30" y="427"/>
                      <a:pt x="30" y="427"/>
                      <a:pt x="30" y="427"/>
                    </a:cubicBezTo>
                    <a:close/>
                    <a:moveTo>
                      <a:pt x="25" y="426"/>
                    </a:moveTo>
                    <a:cubicBezTo>
                      <a:pt x="25" y="426"/>
                      <a:pt x="25" y="426"/>
                      <a:pt x="25" y="426"/>
                    </a:cubicBezTo>
                    <a:cubicBezTo>
                      <a:pt x="25" y="426"/>
                      <a:pt x="25" y="426"/>
                      <a:pt x="25" y="426"/>
                    </a:cubicBezTo>
                    <a:close/>
                    <a:moveTo>
                      <a:pt x="25" y="425"/>
                    </a:moveTo>
                    <a:cubicBezTo>
                      <a:pt x="25" y="425"/>
                      <a:pt x="25" y="425"/>
                      <a:pt x="25" y="425"/>
                    </a:cubicBezTo>
                    <a:cubicBezTo>
                      <a:pt x="25" y="425"/>
                      <a:pt x="25" y="425"/>
                      <a:pt x="25" y="425"/>
                    </a:cubicBezTo>
                    <a:close/>
                    <a:moveTo>
                      <a:pt x="26" y="424"/>
                    </a:moveTo>
                    <a:cubicBezTo>
                      <a:pt x="26" y="424"/>
                      <a:pt x="26" y="424"/>
                      <a:pt x="26" y="424"/>
                    </a:cubicBezTo>
                    <a:cubicBezTo>
                      <a:pt x="26" y="424"/>
                      <a:pt x="26" y="424"/>
                      <a:pt x="26" y="424"/>
                    </a:cubicBezTo>
                    <a:close/>
                    <a:moveTo>
                      <a:pt x="1193" y="22"/>
                    </a:moveTo>
                    <a:cubicBezTo>
                      <a:pt x="1192" y="22"/>
                      <a:pt x="1192" y="22"/>
                      <a:pt x="1192" y="22"/>
                    </a:cubicBezTo>
                    <a:cubicBezTo>
                      <a:pt x="1192" y="22"/>
                      <a:pt x="1190" y="21"/>
                      <a:pt x="1190" y="21"/>
                    </a:cubicBezTo>
                    <a:cubicBezTo>
                      <a:pt x="1190" y="21"/>
                      <a:pt x="1190" y="21"/>
                      <a:pt x="1187" y="19"/>
                    </a:cubicBezTo>
                    <a:cubicBezTo>
                      <a:pt x="1187" y="19"/>
                      <a:pt x="1187" y="19"/>
                      <a:pt x="1187" y="19"/>
                    </a:cubicBezTo>
                    <a:cubicBezTo>
                      <a:pt x="1186" y="17"/>
                      <a:pt x="1186" y="17"/>
                      <a:pt x="1186" y="17"/>
                    </a:cubicBezTo>
                    <a:cubicBezTo>
                      <a:pt x="1190" y="16"/>
                      <a:pt x="1190" y="16"/>
                      <a:pt x="1190" y="16"/>
                    </a:cubicBezTo>
                    <a:cubicBezTo>
                      <a:pt x="1190" y="15"/>
                      <a:pt x="1190" y="15"/>
                      <a:pt x="1190" y="15"/>
                    </a:cubicBezTo>
                    <a:cubicBezTo>
                      <a:pt x="1190" y="15"/>
                      <a:pt x="1190" y="16"/>
                      <a:pt x="1190" y="16"/>
                    </a:cubicBezTo>
                    <a:cubicBezTo>
                      <a:pt x="1190" y="16"/>
                      <a:pt x="1190" y="16"/>
                      <a:pt x="1190" y="16"/>
                    </a:cubicBezTo>
                    <a:cubicBezTo>
                      <a:pt x="1190" y="16"/>
                      <a:pt x="1190" y="16"/>
                      <a:pt x="1190" y="16"/>
                    </a:cubicBezTo>
                    <a:cubicBezTo>
                      <a:pt x="1191" y="16"/>
                      <a:pt x="1191" y="16"/>
                      <a:pt x="1191" y="17"/>
                    </a:cubicBezTo>
                    <a:cubicBezTo>
                      <a:pt x="1192" y="16"/>
                      <a:pt x="1192" y="16"/>
                      <a:pt x="1192" y="16"/>
                    </a:cubicBezTo>
                    <a:cubicBezTo>
                      <a:pt x="1201" y="16"/>
                      <a:pt x="1201" y="16"/>
                      <a:pt x="1201" y="16"/>
                    </a:cubicBezTo>
                    <a:cubicBezTo>
                      <a:pt x="1201" y="21"/>
                      <a:pt x="1201" y="21"/>
                      <a:pt x="1201" y="21"/>
                    </a:cubicBezTo>
                    <a:cubicBezTo>
                      <a:pt x="1193" y="21"/>
                      <a:pt x="1193" y="21"/>
                      <a:pt x="1193" y="21"/>
                    </a:cubicBezTo>
                    <a:lnTo>
                      <a:pt x="1193" y="22"/>
                    </a:lnTo>
                    <a:close/>
                    <a:moveTo>
                      <a:pt x="1210" y="21"/>
                    </a:moveTo>
                    <a:cubicBezTo>
                      <a:pt x="1210" y="16"/>
                      <a:pt x="1210" y="16"/>
                      <a:pt x="1210" y="16"/>
                    </a:cubicBezTo>
                    <a:cubicBezTo>
                      <a:pt x="1211" y="16"/>
                      <a:pt x="1211" y="16"/>
                      <a:pt x="1211" y="16"/>
                    </a:cubicBezTo>
                    <a:cubicBezTo>
                      <a:pt x="1211" y="11"/>
                      <a:pt x="1211" y="11"/>
                      <a:pt x="1211" y="11"/>
                    </a:cubicBezTo>
                    <a:cubicBezTo>
                      <a:pt x="1209" y="7"/>
                      <a:pt x="1209" y="7"/>
                      <a:pt x="1209" y="7"/>
                    </a:cubicBezTo>
                    <a:cubicBezTo>
                      <a:pt x="1209" y="5"/>
                      <a:pt x="1209" y="5"/>
                      <a:pt x="1209" y="5"/>
                    </a:cubicBezTo>
                    <a:cubicBezTo>
                      <a:pt x="1207" y="4"/>
                      <a:pt x="1207" y="4"/>
                      <a:pt x="1207" y="4"/>
                    </a:cubicBezTo>
                    <a:cubicBezTo>
                      <a:pt x="1207" y="4"/>
                      <a:pt x="1207" y="4"/>
                      <a:pt x="1207" y="4"/>
                    </a:cubicBezTo>
                    <a:cubicBezTo>
                      <a:pt x="1207" y="4"/>
                      <a:pt x="1207" y="4"/>
                      <a:pt x="1207" y="4"/>
                    </a:cubicBezTo>
                    <a:cubicBezTo>
                      <a:pt x="1207" y="4"/>
                      <a:pt x="1207" y="4"/>
                      <a:pt x="1207" y="4"/>
                    </a:cubicBezTo>
                    <a:cubicBezTo>
                      <a:pt x="1206" y="4"/>
                      <a:pt x="1206" y="5"/>
                      <a:pt x="1205" y="5"/>
                    </a:cubicBezTo>
                    <a:cubicBezTo>
                      <a:pt x="1205" y="5"/>
                      <a:pt x="1205" y="5"/>
                      <a:pt x="1205" y="5"/>
                    </a:cubicBezTo>
                    <a:cubicBezTo>
                      <a:pt x="1205" y="5"/>
                      <a:pt x="1205" y="5"/>
                      <a:pt x="1205" y="5"/>
                    </a:cubicBezTo>
                    <a:cubicBezTo>
                      <a:pt x="1203" y="5"/>
                      <a:pt x="1203" y="5"/>
                      <a:pt x="1203" y="5"/>
                    </a:cubicBezTo>
                    <a:cubicBezTo>
                      <a:pt x="1202" y="5"/>
                      <a:pt x="1202" y="5"/>
                      <a:pt x="1202" y="5"/>
                    </a:cubicBezTo>
                    <a:cubicBezTo>
                      <a:pt x="1202" y="5"/>
                      <a:pt x="1202" y="5"/>
                      <a:pt x="1202" y="5"/>
                    </a:cubicBezTo>
                    <a:cubicBezTo>
                      <a:pt x="1200" y="6"/>
                      <a:pt x="1200" y="6"/>
                      <a:pt x="1200" y="6"/>
                    </a:cubicBezTo>
                    <a:cubicBezTo>
                      <a:pt x="1200" y="6"/>
                      <a:pt x="1200" y="6"/>
                      <a:pt x="1200" y="6"/>
                    </a:cubicBezTo>
                    <a:cubicBezTo>
                      <a:pt x="1199" y="6"/>
                      <a:pt x="1199" y="6"/>
                      <a:pt x="1199" y="6"/>
                    </a:cubicBezTo>
                    <a:cubicBezTo>
                      <a:pt x="1198" y="6"/>
                      <a:pt x="1198" y="6"/>
                      <a:pt x="1198" y="6"/>
                    </a:cubicBezTo>
                    <a:cubicBezTo>
                      <a:pt x="1198" y="7"/>
                      <a:pt x="1198" y="7"/>
                      <a:pt x="1198" y="7"/>
                    </a:cubicBezTo>
                    <a:cubicBezTo>
                      <a:pt x="1197" y="7"/>
                      <a:pt x="1197" y="7"/>
                      <a:pt x="1197" y="7"/>
                    </a:cubicBezTo>
                    <a:cubicBezTo>
                      <a:pt x="1197" y="7"/>
                      <a:pt x="1197" y="7"/>
                      <a:pt x="1197" y="7"/>
                    </a:cubicBezTo>
                    <a:cubicBezTo>
                      <a:pt x="1196" y="7"/>
                      <a:pt x="1196" y="7"/>
                      <a:pt x="1196" y="7"/>
                    </a:cubicBezTo>
                    <a:cubicBezTo>
                      <a:pt x="1196" y="7"/>
                      <a:pt x="1195" y="7"/>
                      <a:pt x="1195" y="7"/>
                    </a:cubicBezTo>
                    <a:cubicBezTo>
                      <a:pt x="1195" y="7"/>
                      <a:pt x="1195" y="7"/>
                      <a:pt x="1195" y="7"/>
                    </a:cubicBezTo>
                    <a:cubicBezTo>
                      <a:pt x="1194" y="8"/>
                      <a:pt x="1194" y="8"/>
                      <a:pt x="1194" y="8"/>
                    </a:cubicBezTo>
                    <a:cubicBezTo>
                      <a:pt x="1194" y="8"/>
                      <a:pt x="1194" y="8"/>
                      <a:pt x="1193" y="8"/>
                    </a:cubicBezTo>
                    <a:cubicBezTo>
                      <a:pt x="1193" y="8"/>
                      <a:pt x="1192" y="9"/>
                      <a:pt x="1191" y="10"/>
                    </a:cubicBezTo>
                    <a:cubicBezTo>
                      <a:pt x="1189" y="6"/>
                      <a:pt x="1189" y="6"/>
                      <a:pt x="1189" y="6"/>
                    </a:cubicBezTo>
                    <a:cubicBezTo>
                      <a:pt x="1189" y="5"/>
                      <a:pt x="1189" y="5"/>
                      <a:pt x="1189" y="5"/>
                    </a:cubicBezTo>
                    <a:cubicBezTo>
                      <a:pt x="1189" y="5"/>
                      <a:pt x="1190" y="5"/>
                      <a:pt x="1190" y="5"/>
                    </a:cubicBezTo>
                    <a:cubicBezTo>
                      <a:pt x="1193" y="2"/>
                      <a:pt x="1193" y="2"/>
                      <a:pt x="1193" y="2"/>
                    </a:cubicBezTo>
                    <a:cubicBezTo>
                      <a:pt x="1195" y="2"/>
                      <a:pt x="1195" y="2"/>
                      <a:pt x="1195" y="2"/>
                    </a:cubicBezTo>
                    <a:cubicBezTo>
                      <a:pt x="1195" y="2"/>
                      <a:pt x="1195" y="2"/>
                      <a:pt x="1195" y="2"/>
                    </a:cubicBezTo>
                    <a:cubicBezTo>
                      <a:pt x="1196" y="2"/>
                      <a:pt x="1196" y="2"/>
                      <a:pt x="1196" y="2"/>
                    </a:cubicBezTo>
                    <a:cubicBezTo>
                      <a:pt x="1197" y="2"/>
                      <a:pt x="1197" y="1"/>
                      <a:pt x="1197" y="1"/>
                    </a:cubicBezTo>
                    <a:cubicBezTo>
                      <a:pt x="1198" y="1"/>
                      <a:pt x="1198" y="1"/>
                      <a:pt x="1198" y="1"/>
                    </a:cubicBezTo>
                    <a:cubicBezTo>
                      <a:pt x="1198" y="1"/>
                      <a:pt x="1198" y="1"/>
                      <a:pt x="1198" y="1"/>
                    </a:cubicBezTo>
                    <a:cubicBezTo>
                      <a:pt x="1199" y="1"/>
                      <a:pt x="1199" y="1"/>
                      <a:pt x="1199" y="1"/>
                    </a:cubicBezTo>
                    <a:cubicBezTo>
                      <a:pt x="1199" y="0"/>
                      <a:pt x="1199" y="0"/>
                      <a:pt x="1199" y="0"/>
                    </a:cubicBezTo>
                    <a:cubicBezTo>
                      <a:pt x="1201" y="0"/>
                      <a:pt x="1201" y="0"/>
                      <a:pt x="1201" y="0"/>
                    </a:cubicBezTo>
                    <a:cubicBezTo>
                      <a:pt x="1201" y="0"/>
                      <a:pt x="1201" y="0"/>
                      <a:pt x="1201" y="0"/>
                    </a:cubicBezTo>
                    <a:cubicBezTo>
                      <a:pt x="1201" y="0"/>
                      <a:pt x="1202" y="0"/>
                      <a:pt x="1202" y="0"/>
                    </a:cubicBezTo>
                    <a:cubicBezTo>
                      <a:pt x="1202" y="0"/>
                      <a:pt x="1202" y="0"/>
                      <a:pt x="1202" y="0"/>
                    </a:cubicBezTo>
                    <a:cubicBezTo>
                      <a:pt x="1203" y="0"/>
                      <a:pt x="1203" y="0"/>
                      <a:pt x="1203" y="0"/>
                    </a:cubicBezTo>
                    <a:cubicBezTo>
                      <a:pt x="1203" y="0"/>
                      <a:pt x="1204" y="0"/>
                      <a:pt x="1204" y="0"/>
                    </a:cubicBezTo>
                    <a:cubicBezTo>
                      <a:pt x="1205" y="0"/>
                      <a:pt x="1205" y="0"/>
                      <a:pt x="1205" y="0"/>
                    </a:cubicBezTo>
                    <a:cubicBezTo>
                      <a:pt x="1205" y="0"/>
                      <a:pt x="1206" y="0"/>
                      <a:pt x="1206" y="0"/>
                    </a:cubicBezTo>
                    <a:cubicBezTo>
                      <a:pt x="1207" y="0"/>
                      <a:pt x="1207" y="0"/>
                      <a:pt x="1207" y="0"/>
                    </a:cubicBezTo>
                    <a:cubicBezTo>
                      <a:pt x="1207" y="0"/>
                      <a:pt x="1208" y="0"/>
                      <a:pt x="1208" y="0"/>
                    </a:cubicBezTo>
                    <a:cubicBezTo>
                      <a:pt x="1212" y="0"/>
                      <a:pt x="1212" y="0"/>
                      <a:pt x="1212" y="0"/>
                    </a:cubicBezTo>
                    <a:cubicBezTo>
                      <a:pt x="1214" y="2"/>
                      <a:pt x="1214" y="2"/>
                      <a:pt x="1214" y="2"/>
                    </a:cubicBezTo>
                    <a:cubicBezTo>
                      <a:pt x="1214" y="6"/>
                      <a:pt x="1214" y="6"/>
                      <a:pt x="1214" y="6"/>
                    </a:cubicBezTo>
                    <a:cubicBezTo>
                      <a:pt x="1216" y="10"/>
                      <a:pt x="1216" y="10"/>
                      <a:pt x="1216" y="10"/>
                    </a:cubicBezTo>
                    <a:cubicBezTo>
                      <a:pt x="1216" y="21"/>
                      <a:pt x="1216" y="21"/>
                      <a:pt x="1216" y="21"/>
                    </a:cubicBezTo>
                    <a:lnTo>
                      <a:pt x="1210" y="21"/>
                    </a:lnTo>
                    <a:close/>
                    <a:moveTo>
                      <a:pt x="1193" y="6"/>
                    </a:moveTo>
                    <a:cubicBezTo>
                      <a:pt x="1193" y="6"/>
                      <a:pt x="1193" y="6"/>
                      <a:pt x="1193" y="6"/>
                    </a:cubicBezTo>
                    <a:close/>
                    <a:moveTo>
                      <a:pt x="1207" y="2"/>
                    </a:moveTo>
                    <a:cubicBezTo>
                      <a:pt x="1207" y="4"/>
                      <a:pt x="1207" y="4"/>
                      <a:pt x="1207" y="4"/>
                    </a:cubicBezTo>
                    <a:cubicBezTo>
                      <a:pt x="1207" y="2"/>
                      <a:pt x="1207" y="2"/>
                      <a:pt x="1207" y="2"/>
                    </a:cubicBezTo>
                    <a:close/>
                    <a:moveTo>
                      <a:pt x="1201" y="2"/>
                    </a:moveTo>
                    <a:cubicBezTo>
                      <a:pt x="1201" y="3"/>
                      <a:pt x="1201" y="3"/>
                      <a:pt x="1201" y="3"/>
                    </a:cubicBezTo>
                    <a:cubicBezTo>
                      <a:pt x="1201" y="3"/>
                      <a:pt x="1201" y="3"/>
                      <a:pt x="1201" y="2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îS1idé"/>
              <p:cNvSpPr/>
              <p:nvPr/>
            </p:nvSpPr>
            <p:spPr bwMode="auto">
              <a:xfrm>
                <a:off x="2052638" y="2909888"/>
                <a:ext cx="2771775" cy="1241425"/>
              </a:xfrm>
              <a:custGeom>
                <a:avLst/>
                <a:gdLst>
                  <a:gd name="T0" fmla="*/ 1204 w 1292"/>
                  <a:gd name="T1" fmla="*/ 570 h 580"/>
                  <a:gd name="T2" fmla="*/ 1159 w 1292"/>
                  <a:gd name="T3" fmla="*/ 566 h 580"/>
                  <a:gd name="T4" fmla="*/ 1148 w 1292"/>
                  <a:gd name="T5" fmla="*/ 566 h 580"/>
                  <a:gd name="T6" fmla="*/ 1221 w 1292"/>
                  <a:gd name="T7" fmla="*/ 551 h 580"/>
                  <a:gd name="T8" fmla="*/ 1173 w 1292"/>
                  <a:gd name="T9" fmla="*/ 548 h 580"/>
                  <a:gd name="T10" fmla="*/ 1249 w 1292"/>
                  <a:gd name="T11" fmla="*/ 543 h 580"/>
                  <a:gd name="T12" fmla="*/ 1218 w 1292"/>
                  <a:gd name="T13" fmla="*/ 546 h 580"/>
                  <a:gd name="T14" fmla="*/ 1258 w 1292"/>
                  <a:gd name="T15" fmla="*/ 540 h 580"/>
                  <a:gd name="T16" fmla="*/ 1263 w 1292"/>
                  <a:gd name="T17" fmla="*/ 527 h 580"/>
                  <a:gd name="T18" fmla="*/ 1275 w 1292"/>
                  <a:gd name="T19" fmla="*/ 514 h 580"/>
                  <a:gd name="T20" fmla="*/ 1108 w 1292"/>
                  <a:gd name="T21" fmla="*/ 504 h 580"/>
                  <a:gd name="T22" fmla="*/ 1274 w 1292"/>
                  <a:gd name="T23" fmla="*/ 500 h 580"/>
                  <a:gd name="T24" fmla="*/ 1084 w 1292"/>
                  <a:gd name="T25" fmla="*/ 482 h 580"/>
                  <a:gd name="T26" fmla="*/ 1046 w 1292"/>
                  <a:gd name="T27" fmla="*/ 470 h 580"/>
                  <a:gd name="T28" fmla="*/ 1076 w 1292"/>
                  <a:gd name="T29" fmla="*/ 473 h 580"/>
                  <a:gd name="T30" fmla="*/ 988 w 1292"/>
                  <a:gd name="T31" fmla="*/ 463 h 580"/>
                  <a:gd name="T32" fmla="*/ 970 w 1292"/>
                  <a:gd name="T33" fmla="*/ 457 h 580"/>
                  <a:gd name="T34" fmla="*/ 961 w 1292"/>
                  <a:gd name="T35" fmla="*/ 453 h 580"/>
                  <a:gd name="T36" fmla="*/ 936 w 1292"/>
                  <a:gd name="T37" fmla="*/ 440 h 580"/>
                  <a:gd name="T38" fmla="*/ 903 w 1292"/>
                  <a:gd name="T39" fmla="*/ 435 h 580"/>
                  <a:gd name="T40" fmla="*/ 902 w 1292"/>
                  <a:gd name="T41" fmla="*/ 417 h 580"/>
                  <a:gd name="T42" fmla="*/ 837 w 1292"/>
                  <a:gd name="T43" fmla="*/ 394 h 580"/>
                  <a:gd name="T44" fmla="*/ 788 w 1292"/>
                  <a:gd name="T45" fmla="*/ 375 h 580"/>
                  <a:gd name="T46" fmla="*/ 765 w 1292"/>
                  <a:gd name="T47" fmla="*/ 350 h 580"/>
                  <a:gd name="T48" fmla="*/ 756 w 1292"/>
                  <a:gd name="T49" fmla="*/ 322 h 580"/>
                  <a:gd name="T50" fmla="*/ 751 w 1292"/>
                  <a:gd name="T51" fmla="*/ 313 h 580"/>
                  <a:gd name="T52" fmla="*/ 738 w 1292"/>
                  <a:gd name="T53" fmla="*/ 284 h 580"/>
                  <a:gd name="T54" fmla="*/ 759 w 1292"/>
                  <a:gd name="T55" fmla="*/ 261 h 580"/>
                  <a:gd name="T56" fmla="*/ 759 w 1292"/>
                  <a:gd name="T57" fmla="*/ 219 h 580"/>
                  <a:gd name="T58" fmla="*/ 748 w 1292"/>
                  <a:gd name="T59" fmla="*/ 200 h 580"/>
                  <a:gd name="T60" fmla="*/ 744 w 1292"/>
                  <a:gd name="T61" fmla="*/ 167 h 580"/>
                  <a:gd name="T62" fmla="*/ 770 w 1292"/>
                  <a:gd name="T63" fmla="*/ 145 h 580"/>
                  <a:gd name="T64" fmla="*/ 756 w 1292"/>
                  <a:gd name="T65" fmla="*/ 126 h 580"/>
                  <a:gd name="T66" fmla="*/ 766 w 1292"/>
                  <a:gd name="T67" fmla="*/ 105 h 580"/>
                  <a:gd name="T68" fmla="*/ 735 w 1292"/>
                  <a:gd name="T69" fmla="*/ 85 h 580"/>
                  <a:gd name="T70" fmla="*/ 483 w 1292"/>
                  <a:gd name="T71" fmla="*/ 84 h 580"/>
                  <a:gd name="T72" fmla="*/ 499 w 1292"/>
                  <a:gd name="T73" fmla="*/ 78 h 580"/>
                  <a:gd name="T74" fmla="*/ 721 w 1292"/>
                  <a:gd name="T75" fmla="*/ 74 h 580"/>
                  <a:gd name="T76" fmla="*/ 712 w 1292"/>
                  <a:gd name="T77" fmla="*/ 77 h 580"/>
                  <a:gd name="T78" fmla="*/ 51 w 1292"/>
                  <a:gd name="T79" fmla="*/ 70 h 580"/>
                  <a:gd name="T80" fmla="*/ 422 w 1292"/>
                  <a:gd name="T81" fmla="*/ 73 h 580"/>
                  <a:gd name="T82" fmla="*/ 16 w 1292"/>
                  <a:gd name="T83" fmla="*/ 70 h 580"/>
                  <a:gd name="T84" fmla="*/ 5 w 1292"/>
                  <a:gd name="T85" fmla="*/ 62 h 580"/>
                  <a:gd name="T86" fmla="*/ 444 w 1292"/>
                  <a:gd name="T87" fmla="*/ 68 h 580"/>
                  <a:gd name="T88" fmla="*/ 316 w 1292"/>
                  <a:gd name="T89" fmla="*/ 63 h 580"/>
                  <a:gd name="T90" fmla="*/ 651 w 1292"/>
                  <a:gd name="T91" fmla="*/ 57 h 580"/>
                  <a:gd name="T92" fmla="*/ 306 w 1292"/>
                  <a:gd name="T93" fmla="*/ 53 h 580"/>
                  <a:gd name="T94" fmla="*/ 670 w 1292"/>
                  <a:gd name="T95" fmla="*/ 55 h 580"/>
                  <a:gd name="T96" fmla="*/ 541 w 1292"/>
                  <a:gd name="T97" fmla="*/ 50 h 580"/>
                  <a:gd name="T98" fmla="*/ 621 w 1292"/>
                  <a:gd name="T99" fmla="*/ 50 h 580"/>
                  <a:gd name="T100" fmla="*/ 218 w 1292"/>
                  <a:gd name="T101" fmla="*/ 44 h 580"/>
                  <a:gd name="T102" fmla="*/ 603 w 1292"/>
                  <a:gd name="T103" fmla="*/ 43 h 580"/>
                  <a:gd name="T104" fmla="*/ 229 w 1292"/>
                  <a:gd name="T105" fmla="*/ 39 h 580"/>
                  <a:gd name="T106" fmla="*/ 298 w 1292"/>
                  <a:gd name="T107" fmla="*/ 34 h 580"/>
                  <a:gd name="T108" fmla="*/ 291 w 1292"/>
                  <a:gd name="T109" fmla="*/ 32 h 580"/>
                  <a:gd name="T110" fmla="*/ 158 w 1292"/>
                  <a:gd name="T111" fmla="*/ 30 h 580"/>
                  <a:gd name="T112" fmla="*/ 262 w 1292"/>
                  <a:gd name="T113" fmla="*/ 25 h 580"/>
                  <a:gd name="T114" fmla="*/ 149 w 1292"/>
                  <a:gd name="T115" fmla="*/ 23 h 580"/>
                  <a:gd name="T116" fmla="*/ 112 w 1292"/>
                  <a:gd name="T117" fmla="*/ 18 h 5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92" h="580">
                    <a:moveTo>
                      <a:pt x="1174" y="580"/>
                    </a:moveTo>
                    <a:cubicBezTo>
                      <a:pt x="1171" y="579"/>
                      <a:pt x="1170" y="576"/>
                      <a:pt x="1169" y="574"/>
                    </a:cubicBezTo>
                    <a:cubicBezTo>
                      <a:pt x="1174" y="572"/>
                      <a:pt x="1174" y="572"/>
                      <a:pt x="1174" y="572"/>
                    </a:cubicBezTo>
                    <a:cubicBezTo>
                      <a:pt x="1175" y="574"/>
                      <a:pt x="1175" y="574"/>
                      <a:pt x="1176" y="575"/>
                    </a:cubicBezTo>
                    <a:lnTo>
                      <a:pt x="1174" y="580"/>
                    </a:lnTo>
                    <a:close/>
                    <a:moveTo>
                      <a:pt x="1222" y="576"/>
                    </a:moveTo>
                    <a:cubicBezTo>
                      <a:pt x="1218" y="571"/>
                      <a:pt x="1218" y="571"/>
                      <a:pt x="1218" y="571"/>
                    </a:cubicBezTo>
                    <a:cubicBezTo>
                      <a:pt x="1219" y="571"/>
                      <a:pt x="1219" y="570"/>
                      <a:pt x="1219" y="569"/>
                    </a:cubicBezTo>
                    <a:cubicBezTo>
                      <a:pt x="1225" y="567"/>
                      <a:pt x="1225" y="567"/>
                      <a:pt x="1225" y="567"/>
                    </a:cubicBezTo>
                    <a:cubicBezTo>
                      <a:pt x="1225" y="568"/>
                      <a:pt x="1225" y="569"/>
                      <a:pt x="1225" y="569"/>
                    </a:cubicBezTo>
                    <a:cubicBezTo>
                      <a:pt x="1225" y="572"/>
                      <a:pt x="1224" y="574"/>
                      <a:pt x="1222" y="576"/>
                    </a:cubicBezTo>
                    <a:close/>
                    <a:moveTo>
                      <a:pt x="1210" y="572"/>
                    </a:moveTo>
                    <a:cubicBezTo>
                      <a:pt x="1209" y="571"/>
                      <a:pt x="1209" y="571"/>
                      <a:pt x="1209" y="571"/>
                    </a:cubicBezTo>
                    <a:cubicBezTo>
                      <a:pt x="1207" y="571"/>
                      <a:pt x="1206" y="571"/>
                      <a:pt x="1204" y="570"/>
                    </a:cubicBezTo>
                    <a:cubicBezTo>
                      <a:pt x="1207" y="565"/>
                      <a:pt x="1207" y="565"/>
                      <a:pt x="1207" y="565"/>
                    </a:cubicBezTo>
                    <a:cubicBezTo>
                      <a:pt x="1208" y="565"/>
                      <a:pt x="1209" y="566"/>
                      <a:pt x="1210" y="566"/>
                    </a:cubicBezTo>
                    <a:cubicBezTo>
                      <a:pt x="1212" y="566"/>
                      <a:pt x="1212" y="566"/>
                      <a:pt x="1212" y="566"/>
                    </a:cubicBezTo>
                    <a:lnTo>
                      <a:pt x="1210" y="572"/>
                    </a:lnTo>
                    <a:close/>
                    <a:moveTo>
                      <a:pt x="1179" y="571"/>
                    </a:moveTo>
                    <a:cubicBezTo>
                      <a:pt x="1174" y="568"/>
                      <a:pt x="1174" y="568"/>
                      <a:pt x="1174" y="568"/>
                    </a:cubicBezTo>
                    <a:cubicBezTo>
                      <a:pt x="1174" y="568"/>
                      <a:pt x="1174" y="567"/>
                      <a:pt x="1174" y="567"/>
                    </a:cubicBezTo>
                    <a:cubicBezTo>
                      <a:pt x="1174" y="567"/>
                      <a:pt x="1174" y="566"/>
                      <a:pt x="1174" y="566"/>
                    </a:cubicBezTo>
                    <a:cubicBezTo>
                      <a:pt x="1173" y="565"/>
                      <a:pt x="1173" y="565"/>
                      <a:pt x="1173" y="565"/>
                    </a:cubicBezTo>
                    <a:cubicBezTo>
                      <a:pt x="1178" y="562"/>
                      <a:pt x="1178" y="562"/>
                      <a:pt x="1178" y="562"/>
                    </a:cubicBezTo>
                    <a:cubicBezTo>
                      <a:pt x="1179" y="563"/>
                      <a:pt x="1180" y="565"/>
                      <a:pt x="1180" y="567"/>
                    </a:cubicBezTo>
                    <a:cubicBezTo>
                      <a:pt x="1180" y="568"/>
                      <a:pt x="1180" y="569"/>
                      <a:pt x="1179" y="571"/>
                    </a:cubicBezTo>
                    <a:close/>
                    <a:moveTo>
                      <a:pt x="1164" y="567"/>
                    </a:moveTo>
                    <a:cubicBezTo>
                      <a:pt x="1163" y="566"/>
                      <a:pt x="1161" y="566"/>
                      <a:pt x="1159" y="566"/>
                    </a:cubicBezTo>
                    <a:cubicBezTo>
                      <a:pt x="1159" y="564"/>
                      <a:pt x="1159" y="564"/>
                      <a:pt x="1159" y="564"/>
                    </a:cubicBezTo>
                    <a:cubicBezTo>
                      <a:pt x="1159" y="561"/>
                      <a:pt x="1159" y="561"/>
                      <a:pt x="1159" y="561"/>
                    </a:cubicBezTo>
                    <a:cubicBezTo>
                      <a:pt x="1161" y="561"/>
                      <a:pt x="1163" y="560"/>
                      <a:pt x="1166" y="561"/>
                    </a:cubicBezTo>
                    <a:lnTo>
                      <a:pt x="1164" y="567"/>
                    </a:lnTo>
                    <a:close/>
                    <a:moveTo>
                      <a:pt x="1148" y="566"/>
                    </a:moveTo>
                    <a:cubicBezTo>
                      <a:pt x="1146" y="566"/>
                      <a:pt x="1145" y="564"/>
                      <a:pt x="1142" y="562"/>
                    </a:cubicBezTo>
                    <a:cubicBezTo>
                      <a:pt x="1142" y="562"/>
                      <a:pt x="1142" y="562"/>
                      <a:pt x="1142" y="562"/>
                    </a:cubicBezTo>
                    <a:cubicBezTo>
                      <a:pt x="1146" y="557"/>
                      <a:pt x="1146" y="557"/>
                      <a:pt x="1146" y="557"/>
                    </a:cubicBezTo>
                    <a:cubicBezTo>
                      <a:pt x="1146" y="558"/>
                      <a:pt x="1146" y="558"/>
                      <a:pt x="1146" y="558"/>
                    </a:cubicBezTo>
                    <a:cubicBezTo>
                      <a:pt x="1147" y="559"/>
                      <a:pt x="1148" y="560"/>
                      <a:pt x="1149" y="560"/>
                    </a:cubicBezTo>
                    <a:cubicBezTo>
                      <a:pt x="1149" y="560"/>
                      <a:pt x="1149" y="560"/>
                      <a:pt x="1148" y="560"/>
                    </a:cubicBezTo>
                    <a:cubicBezTo>
                      <a:pt x="1148" y="562"/>
                      <a:pt x="1148" y="562"/>
                      <a:pt x="1148" y="562"/>
                    </a:cubicBezTo>
                    <a:cubicBezTo>
                      <a:pt x="1150" y="565"/>
                      <a:pt x="1150" y="565"/>
                      <a:pt x="1150" y="565"/>
                    </a:cubicBezTo>
                    <a:lnTo>
                      <a:pt x="1148" y="566"/>
                    </a:lnTo>
                    <a:close/>
                    <a:moveTo>
                      <a:pt x="1193" y="564"/>
                    </a:moveTo>
                    <a:cubicBezTo>
                      <a:pt x="1191" y="563"/>
                      <a:pt x="1189" y="561"/>
                      <a:pt x="1189" y="559"/>
                    </a:cubicBezTo>
                    <a:cubicBezTo>
                      <a:pt x="1189" y="558"/>
                      <a:pt x="1189" y="558"/>
                      <a:pt x="1189" y="558"/>
                    </a:cubicBezTo>
                    <a:cubicBezTo>
                      <a:pt x="1195" y="557"/>
                      <a:pt x="1195" y="557"/>
                      <a:pt x="1195" y="557"/>
                    </a:cubicBezTo>
                    <a:cubicBezTo>
                      <a:pt x="1195" y="557"/>
                      <a:pt x="1195" y="558"/>
                      <a:pt x="1195" y="558"/>
                    </a:cubicBezTo>
                    <a:cubicBezTo>
                      <a:pt x="1195" y="558"/>
                      <a:pt x="1196" y="559"/>
                      <a:pt x="1196" y="559"/>
                    </a:cubicBezTo>
                    <a:lnTo>
                      <a:pt x="1193" y="564"/>
                    </a:lnTo>
                    <a:close/>
                    <a:moveTo>
                      <a:pt x="1221" y="559"/>
                    </a:moveTo>
                    <a:cubicBezTo>
                      <a:pt x="1215" y="557"/>
                      <a:pt x="1215" y="557"/>
                      <a:pt x="1215" y="557"/>
                    </a:cubicBezTo>
                    <a:cubicBezTo>
                      <a:pt x="1215" y="557"/>
                      <a:pt x="1215" y="557"/>
                      <a:pt x="1215" y="557"/>
                    </a:cubicBezTo>
                    <a:cubicBezTo>
                      <a:pt x="1216" y="556"/>
                      <a:pt x="1216" y="556"/>
                      <a:pt x="1216" y="556"/>
                    </a:cubicBezTo>
                    <a:cubicBezTo>
                      <a:pt x="1216" y="556"/>
                      <a:pt x="1216" y="555"/>
                      <a:pt x="1215" y="554"/>
                    </a:cubicBezTo>
                    <a:cubicBezTo>
                      <a:pt x="1215" y="553"/>
                      <a:pt x="1215" y="553"/>
                      <a:pt x="1215" y="553"/>
                    </a:cubicBezTo>
                    <a:cubicBezTo>
                      <a:pt x="1221" y="551"/>
                      <a:pt x="1221" y="551"/>
                      <a:pt x="1221" y="551"/>
                    </a:cubicBezTo>
                    <a:cubicBezTo>
                      <a:pt x="1221" y="552"/>
                      <a:pt x="1221" y="552"/>
                      <a:pt x="1221" y="552"/>
                    </a:cubicBezTo>
                    <a:cubicBezTo>
                      <a:pt x="1221" y="554"/>
                      <a:pt x="1222" y="555"/>
                      <a:pt x="1222" y="556"/>
                    </a:cubicBezTo>
                    <a:cubicBezTo>
                      <a:pt x="1222" y="557"/>
                      <a:pt x="1221" y="558"/>
                      <a:pt x="1221" y="559"/>
                    </a:cubicBezTo>
                    <a:close/>
                    <a:moveTo>
                      <a:pt x="1132" y="559"/>
                    </a:moveTo>
                    <a:cubicBezTo>
                      <a:pt x="1129" y="557"/>
                      <a:pt x="1129" y="557"/>
                      <a:pt x="1129" y="557"/>
                    </a:cubicBezTo>
                    <a:cubicBezTo>
                      <a:pt x="1128" y="554"/>
                      <a:pt x="1128" y="554"/>
                      <a:pt x="1128" y="554"/>
                    </a:cubicBezTo>
                    <a:cubicBezTo>
                      <a:pt x="1129" y="553"/>
                      <a:pt x="1131" y="551"/>
                      <a:pt x="1134" y="551"/>
                    </a:cubicBezTo>
                    <a:cubicBezTo>
                      <a:pt x="1135" y="557"/>
                      <a:pt x="1135" y="557"/>
                      <a:pt x="1135" y="557"/>
                    </a:cubicBezTo>
                    <a:cubicBezTo>
                      <a:pt x="1134" y="557"/>
                      <a:pt x="1133" y="558"/>
                      <a:pt x="1132" y="559"/>
                    </a:cubicBezTo>
                    <a:close/>
                    <a:moveTo>
                      <a:pt x="1174" y="554"/>
                    </a:moveTo>
                    <a:cubicBezTo>
                      <a:pt x="1174" y="554"/>
                      <a:pt x="1174" y="553"/>
                      <a:pt x="1174" y="553"/>
                    </a:cubicBezTo>
                    <a:cubicBezTo>
                      <a:pt x="1169" y="553"/>
                      <a:pt x="1169" y="553"/>
                      <a:pt x="1169" y="553"/>
                    </a:cubicBezTo>
                    <a:cubicBezTo>
                      <a:pt x="1169" y="552"/>
                      <a:pt x="1169" y="551"/>
                      <a:pt x="1170" y="550"/>
                    </a:cubicBezTo>
                    <a:cubicBezTo>
                      <a:pt x="1171" y="549"/>
                      <a:pt x="1172" y="548"/>
                      <a:pt x="1173" y="548"/>
                    </a:cubicBezTo>
                    <a:cubicBezTo>
                      <a:pt x="1174" y="548"/>
                      <a:pt x="1174" y="548"/>
                      <a:pt x="1175" y="547"/>
                    </a:cubicBezTo>
                    <a:cubicBezTo>
                      <a:pt x="1178" y="552"/>
                      <a:pt x="1178" y="552"/>
                      <a:pt x="1178" y="552"/>
                    </a:cubicBezTo>
                    <a:cubicBezTo>
                      <a:pt x="1177" y="553"/>
                      <a:pt x="1176" y="553"/>
                      <a:pt x="1175" y="553"/>
                    </a:cubicBezTo>
                    <a:cubicBezTo>
                      <a:pt x="1175" y="554"/>
                      <a:pt x="1174" y="554"/>
                      <a:pt x="1174" y="554"/>
                    </a:cubicBezTo>
                    <a:close/>
                    <a:moveTo>
                      <a:pt x="1119" y="552"/>
                    </a:moveTo>
                    <a:cubicBezTo>
                      <a:pt x="1118" y="550"/>
                      <a:pt x="1117" y="548"/>
                      <a:pt x="1117" y="547"/>
                    </a:cubicBezTo>
                    <a:cubicBezTo>
                      <a:pt x="1122" y="544"/>
                      <a:pt x="1122" y="544"/>
                      <a:pt x="1122" y="544"/>
                    </a:cubicBezTo>
                    <a:cubicBezTo>
                      <a:pt x="1123" y="546"/>
                      <a:pt x="1124" y="548"/>
                      <a:pt x="1124" y="549"/>
                    </a:cubicBezTo>
                    <a:lnTo>
                      <a:pt x="1119" y="552"/>
                    </a:lnTo>
                    <a:close/>
                    <a:moveTo>
                      <a:pt x="1250" y="548"/>
                    </a:moveTo>
                    <a:cubicBezTo>
                      <a:pt x="1249" y="548"/>
                      <a:pt x="1248" y="548"/>
                      <a:pt x="1246" y="547"/>
                    </a:cubicBezTo>
                    <a:cubicBezTo>
                      <a:pt x="1248" y="542"/>
                      <a:pt x="1248" y="542"/>
                      <a:pt x="1248" y="542"/>
                    </a:cubicBezTo>
                    <a:cubicBezTo>
                      <a:pt x="1249" y="542"/>
                      <a:pt x="1250" y="542"/>
                      <a:pt x="1250" y="542"/>
                    </a:cubicBezTo>
                    <a:cubicBezTo>
                      <a:pt x="1250" y="542"/>
                      <a:pt x="1250" y="543"/>
                      <a:pt x="1249" y="543"/>
                    </a:cubicBezTo>
                    <a:cubicBezTo>
                      <a:pt x="1255" y="545"/>
                      <a:pt x="1255" y="545"/>
                      <a:pt x="1255" y="545"/>
                    </a:cubicBezTo>
                    <a:cubicBezTo>
                      <a:pt x="1254" y="547"/>
                      <a:pt x="1253" y="548"/>
                      <a:pt x="1250" y="548"/>
                    </a:cubicBezTo>
                    <a:close/>
                    <a:moveTo>
                      <a:pt x="1184" y="548"/>
                    </a:moveTo>
                    <a:cubicBezTo>
                      <a:pt x="1184" y="548"/>
                      <a:pt x="1184" y="547"/>
                      <a:pt x="1184" y="547"/>
                    </a:cubicBezTo>
                    <a:cubicBezTo>
                      <a:pt x="1184" y="547"/>
                      <a:pt x="1183" y="546"/>
                      <a:pt x="1182" y="546"/>
                    </a:cubicBezTo>
                    <a:cubicBezTo>
                      <a:pt x="1184" y="541"/>
                      <a:pt x="1184" y="541"/>
                      <a:pt x="1184" y="541"/>
                    </a:cubicBezTo>
                    <a:cubicBezTo>
                      <a:pt x="1186" y="541"/>
                      <a:pt x="1189" y="543"/>
                      <a:pt x="1189" y="545"/>
                    </a:cubicBezTo>
                    <a:cubicBezTo>
                      <a:pt x="1190" y="546"/>
                      <a:pt x="1190" y="546"/>
                      <a:pt x="1190" y="547"/>
                    </a:cubicBezTo>
                    <a:lnTo>
                      <a:pt x="1184" y="548"/>
                    </a:lnTo>
                    <a:close/>
                    <a:moveTo>
                      <a:pt x="1184" y="547"/>
                    </a:moveTo>
                    <a:cubicBezTo>
                      <a:pt x="1184" y="547"/>
                      <a:pt x="1184" y="547"/>
                      <a:pt x="1184" y="547"/>
                    </a:cubicBezTo>
                    <a:cubicBezTo>
                      <a:pt x="1184" y="547"/>
                      <a:pt x="1184" y="547"/>
                      <a:pt x="1184" y="547"/>
                    </a:cubicBezTo>
                    <a:close/>
                    <a:moveTo>
                      <a:pt x="1223" y="548"/>
                    </a:moveTo>
                    <a:cubicBezTo>
                      <a:pt x="1221" y="547"/>
                      <a:pt x="1220" y="546"/>
                      <a:pt x="1218" y="546"/>
                    </a:cubicBezTo>
                    <a:cubicBezTo>
                      <a:pt x="1219" y="540"/>
                      <a:pt x="1219" y="540"/>
                      <a:pt x="1219" y="540"/>
                    </a:cubicBezTo>
                    <a:cubicBezTo>
                      <a:pt x="1221" y="541"/>
                      <a:pt x="1223" y="542"/>
                      <a:pt x="1225" y="543"/>
                    </a:cubicBezTo>
                    <a:lnTo>
                      <a:pt x="1223" y="548"/>
                    </a:lnTo>
                    <a:close/>
                    <a:moveTo>
                      <a:pt x="1236" y="547"/>
                    </a:moveTo>
                    <a:cubicBezTo>
                      <a:pt x="1230" y="546"/>
                      <a:pt x="1230" y="546"/>
                      <a:pt x="1230" y="546"/>
                    </a:cubicBezTo>
                    <a:cubicBezTo>
                      <a:pt x="1230" y="544"/>
                      <a:pt x="1231" y="539"/>
                      <a:pt x="1236" y="539"/>
                    </a:cubicBezTo>
                    <a:cubicBezTo>
                      <a:pt x="1236" y="545"/>
                      <a:pt x="1236" y="545"/>
                      <a:pt x="1236" y="545"/>
                    </a:cubicBezTo>
                    <a:cubicBezTo>
                      <a:pt x="1236" y="545"/>
                      <a:pt x="1236" y="545"/>
                      <a:pt x="1236" y="545"/>
                    </a:cubicBezTo>
                    <a:cubicBezTo>
                      <a:pt x="1236" y="545"/>
                      <a:pt x="1236" y="545"/>
                      <a:pt x="1236" y="547"/>
                    </a:cubicBezTo>
                    <a:close/>
                    <a:moveTo>
                      <a:pt x="1260" y="544"/>
                    </a:moveTo>
                    <a:cubicBezTo>
                      <a:pt x="1260" y="544"/>
                      <a:pt x="1259" y="544"/>
                      <a:pt x="1258" y="544"/>
                    </a:cubicBezTo>
                    <a:cubicBezTo>
                      <a:pt x="1261" y="538"/>
                      <a:pt x="1261" y="538"/>
                      <a:pt x="1261" y="538"/>
                    </a:cubicBezTo>
                    <a:cubicBezTo>
                      <a:pt x="1261" y="538"/>
                      <a:pt x="1261" y="538"/>
                      <a:pt x="1260" y="538"/>
                    </a:cubicBezTo>
                    <a:cubicBezTo>
                      <a:pt x="1259" y="538"/>
                      <a:pt x="1258" y="539"/>
                      <a:pt x="1258" y="540"/>
                    </a:cubicBezTo>
                    <a:cubicBezTo>
                      <a:pt x="1258" y="539"/>
                      <a:pt x="1258" y="538"/>
                      <a:pt x="1258" y="537"/>
                    </a:cubicBezTo>
                    <a:cubicBezTo>
                      <a:pt x="1264" y="536"/>
                      <a:pt x="1264" y="536"/>
                      <a:pt x="1264" y="536"/>
                    </a:cubicBezTo>
                    <a:cubicBezTo>
                      <a:pt x="1264" y="538"/>
                      <a:pt x="1264" y="539"/>
                      <a:pt x="1264" y="540"/>
                    </a:cubicBezTo>
                    <a:cubicBezTo>
                      <a:pt x="1264" y="543"/>
                      <a:pt x="1262" y="544"/>
                      <a:pt x="1260" y="544"/>
                    </a:cubicBezTo>
                    <a:close/>
                    <a:moveTo>
                      <a:pt x="1119" y="535"/>
                    </a:moveTo>
                    <a:cubicBezTo>
                      <a:pt x="1113" y="533"/>
                      <a:pt x="1113" y="533"/>
                      <a:pt x="1113" y="533"/>
                    </a:cubicBezTo>
                    <a:cubicBezTo>
                      <a:pt x="1114" y="532"/>
                      <a:pt x="1115" y="531"/>
                      <a:pt x="1116" y="530"/>
                    </a:cubicBezTo>
                    <a:cubicBezTo>
                      <a:pt x="1117" y="529"/>
                      <a:pt x="1117" y="529"/>
                      <a:pt x="1117" y="529"/>
                    </a:cubicBezTo>
                    <a:cubicBezTo>
                      <a:pt x="1118" y="528"/>
                      <a:pt x="1118" y="528"/>
                      <a:pt x="1118" y="528"/>
                    </a:cubicBezTo>
                    <a:cubicBezTo>
                      <a:pt x="1122" y="532"/>
                      <a:pt x="1122" y="532"/>
                      <a:pt x="1122" y="532"/>
                    </a:cubicBezTo>
                    <a:cubicBezTo>
                      <a:pt x="1122" y="532"/>
                      <a:pt x="1122" y="532"/>
                      <a:pt x="1122" y="532"/>
                    </a:cubicBezTo>
                    <a:cubicBezTo>
                      <a:pt x="1121" y="533"/>
                      <a:pt x="1121" y="534"/>
                      <a:pt x="1120" y="534"/>
                    </a:cubicBezTo>
                    <a:cubicBezTo>
                      <a:pt x="1119" y="535"/>
                      <a:pt x="1119" y="535"/>
                      <a:pt x="1119" y="535"/>
                    </a:cubicBezTo>
                    <a:close/>
                    <a:moveTo>
                      <a:pt x="1263" y="527"/>
                    </a:moveTo>
                    <a:cubicBezTo>
                      <a:pt x="1263" y="527"/>
                      <a:pt x="1261" y="526"/>
                      <a:pt x="1261" y="526"/>
                    </a:cubicBezTo>
                    <a:cubicBezTo>
                      <a:pt x="1262" y="526"/>
                      <a:pt x="1263" y="525"/>
                      <a:pt x="1263" y="525"/>
                    </a:cubicBezTo>
                    <a:cubicBezTo>
                      <a:pt x="1257" y="524"/>
                      <a:pt x="1257" y="524"/>
                      <a:pt x="1257" y="524"/>
                    </a:cubicBezTo>
                    <a:cubicBezTo>
                      <a:pt x="1258" y="521"/>
                      <a:pt x="1260" y="520"/>
                      <a:pt x="1261" y="520"/>
                    </a:cubicBezTo>
                    <a:cubicBezTo>
                      <a:pt x="1263" y="520"/>
                      <a:pt x="1264" y="521"/>
                      <a:pt x="1266" y="521"/>
                    </a:cubicBezTo>
                    <a:lnTo>
                      <a:pt x="1263" y="527"/>
                    </a:lnTo>
                    <a:close/>
                    <a:moveTo>
                      <a:pt x="1271" y="519"/>
                    </a:moveTo>
                    <a:cubicBezTo>
                      <a:pt x="1266" y="517"/>
                      <a:pt x="1266" y="517"/>
                      <a:pt x="1266" y="517"/>
                    </a:cubicBezTo>
                    <a:cubicBezTo>
                      <a:pt x="1266" y="516"/>
                      <a:pt x="1267" y="516"/>
                      <a:pt x="1268" y="515"/>
                    </a:cubicBezTo>
                    <a:cubicBezTo>
                      <a:pt x="1269" y="514"/>
                      <a:pt x="1269" y="514"/>
                      <a:pt x="1269" y="514"/>
                    </a:cubicBezTo>
                    <a:cubicBezTo>
                      <a:pt x="1269" y="514"/>
                      <a:pt x="1269" y="514"/>
                      <a:pt x="1269" y="514"/>
                    </a:cubicBezTo>
                    <a:cubicBezTo>
                      <a:pt x="1269" y="515"/>
                      <a:pt x="1269" y="515"/>
                      <a:pt x="1269" y="515"/>
                    </a:cubicBezTo>
                    <a:cubicBezTo>
                      <a:pt x="1274" y="512"/>
                      <a:pt x="1274" y="512"/>
                      <a:pt x="1274" y="512"/>
                    </a:cubicBezTo>
                    <a:cubicBezTo>
                      <a:pt x="1274" y="513"/>
                      <a:pt x="1275" y="513"/>
                      <a:pt x="1275" y="514"/>
                    </a:cubicBezTo>
                    <a:cubicBezTo>
                      <a:pt x="1275" y="517"/>
                      <a:pt x="1273" y="518"/>
                      <a:pt x="1272" y="519"/>
                    </a:cubicBezTo>
                    <a:cubicBezTo>
                      <a:pt x="1271" y="519"/>
                      <a:pt x="1271" y="519"/>
                      <a:pt x="1271" y="519"/>
                    </a:cubicBezTo>
                    <a:close/>
                    <a:moveTo>
                      <a:pt x="1119" y="519"/>
                    </a:moveTo>
                    <a:cubicBezTo>
                      <a:pt x="1119" y="517"/>
                      <a:pt x="1119" y="517"/>
                      <a:pt x="1119" y="517"/>
                    </a:cubicBezTo>
                    <a:cubicBezTo>
                      <a:pt x="1119" y="517"/>
                      <a:pt x="1119" y="517"/>
                      <a:pt x="1119" y="517"/>
                    </a:cubicBezTo>
                    <a:cubicBezTo>
                      <a:pt x="1120" y="511"/>
                      <a:pt x="1120" y="511"/>
                      <a:pt x="1120" y="511"/>
                    </a:cubicBezTo>
                    <a:cubicBezTo>
                      <a:pt x="1120" y="514"/>
                      <a:pt x="1120" y="514"/>
                      <a:pt x="1120" y="514"/>
                    </a:cubicBezTo>
                    <a:cubicBezTo>
                      <a:pt x="1120" y="511"/>
                      <a:pt x="1120" y="511"/>
                      <a:pt x="1120" y="511"/>
                    </a:cubicBezTo>
                    <a:cubicBezTo>
                      <a:pt x="1120" y="511"/>
                      <a:pt x="1120" y="511"/>
                      <a:pt x="1120" y="511"/>
                    </a:cubicBezTo>
                    <a:cubicBezTo>
                      <a:pt x="1125" y="511"/>
                      <a:pt x="1125" y="517"/>
                      <a:pt x="1125" y="519"/>
                    </a:cubicBezTo>
                    <a:lnTo>
                      <a:pt x="1119" y="519"/>
                    </a:lnTo>
                    <a:close/>
                    <a:moveTo>
                      <a:pt x="1106" y="510"/>
                    </a:moveTo>
                    <a:cubicBezTo>
                      <a:pt x="1106" y="504"/>
                      <a:pt x="1106" y="504"/>
                      <a:pt x="1106" y="504"/>
                    </a:cubicBezTo>
                    <a:cubicBezTo>
                      <a:pt x="1107" y="504"/>
                      <a:pt x="1107" y="504"/>
                      <a:pt x="1108" y="504"/>
                    </a:cubicBezTo>
                    <a:cubicBezTo>
                      <a:pt x="1110" y="503"/>
                      <a:pt x="1111" y="503"/>
                      <a:pt x="1112" y="503"/>
                    </a:cubicBezTo>
                    <a:cubicBezTo>
                      <a:pt x="1112" y="509"/>
                      <a:pt x="1112" y="509"/>
                      <a:pt x="1112" y="509"/>
                    </a:cubicBezTo>
                    <a:cubicBezTo>
                      <a:pt x="1111" y="509"/>
                      <a:pt x="1110" y="509"/>
                      <a:pt x="1108" y="509"/>
                    </a:cubicBezTo>
                    <a:cubicBezTo>
                      <a:pt x="1108" y="509"/>
                      <a:pt x="1107" y="510"/>
                      <a:pt x="1106" y="510"/>
                    </a:cubicBezTo>
                    <a:close/>
                    <a:moveTo>
                      <a:pt x="1288" y="509"/>
                    </a:moveTo>
                    <a:cubicBezTo>
                      <a:pt x="1287" y="509"/>
                      <a:pt x="1286" y="509"/>
                      <a:pt x="1285" y="509"/>
                    </a:cubicBezTo>
                    <a:cubicBezTo>
                      <a:pt x="1286" y="503"/>
                      <a:pt x="1286" y="503"/>
                      <a:pt x="1286" y="503"/>
                    </a:cubicBezTo>
                    <a:cubicBezTo>
                      <a:pt x="1287" y="503"/>
                      <a:pt x="1288" y="503"/>
                      <a:pt x="1289" y="503"/>
                    </a:cubicBezTo>
                    <a:cubicBezTo>
                      <a:pt x="1289" y="503"/>
                      <a:pt x="1290" y="503"/>
                      <a:pt x="1292" y="503"/>
                    </a:cubicBezTo>
                    <a:cubicBezTo>
                      <a:pt x="1292" y="509"/>
                      <a:pt x="1292" y="509"/>
                      <a:pt x="1292" y="509"/>
                    </a:cubicBezTo>
                    <a:cubicBezTo>
                      <a:pt x="1291" y="509"/>
                      <a:pt x="1289" y="509"/>
                      <a:pt x="1288" y="509"/>
                    </a:cubicBezTo>
                    <a:close/>
                    <a:moveTo>
                      <a:pt x="1271" y="507"/>
                    </a:moveTo>
                    <a:cubicBezTo>
                      <a:pt x="1267" y="503"/>
                      <a:pt x="1267" y="503"/>
                      <a:pt x="1267" y="503"/>
                    </a:cubicBezTo>
                    <a:cubicBezTo>
                      <a:pt x="1270" y="501"/>
                      <a:pt x="1272" y="500"/>
                      <a:pt x="1274" y="500"/>
                    </a:cubicBezTo>
                    <a:cubicBezTo>
                      <a:pt x="1275" y="506"/>
                      <a:pt x="1275" y="506"/>
                      <a:pt x="1275" y="506"/>
                    </a:cubicBezTo>
                    <a:cubicBezTo>
                      <a:pt x="1274" y="506"/>
                      <a:pt x="1272" y="506"/>
                      <a:pt x="1271" y="507"/>
                    </a:cubicBezTo>
                    <a:close/>
                    <a:moveTo>
                      <a:pt x="1094" y="504"/>
                    </a:moveTo>
                    <a:cubicBezTo>
                      <a:pt x="1093" y="502"/>
                      <a:pt x="1092" y="500"/>
                      <a:pt x="1091" y="499"/>
                    </a:cubicBezTo>
                    <a:cubicBezTo>
                      <a:pt x="1090" y="499"/>
                      <a:pt x="1090" y="499"/>
                      <a:pt x="1090" y="499"/>
                    </a:cubicBezTo>
                    <a:cubicBezTo>
                      <a:pt x="1095" y="495"/>
                      <a:pt x="1095" y="495"/>
                      <a:pt x="1095" y="495"/>
                    </a:cubicBezTo>
                    <a:cubicBezTo>
                      <a:pt x="1096" y="496"/>
                      <a:pt x="1096" y="496"/>
                      <a:pt x="1096" y="496"/>
                    </a:cubicBezTo>
                    <a:cubicBezTo>
                      <a:pt x="1096" y="497"/>
                      <a:pt x="1097" y="499"/>
                      <a:pt x="1098" y="500"/>
                    </a:cubicBezTo>
                    <a:lnTo>
                      <a:pt x="1094" y="504"/>
                    </a:lnTo>
                    <a:close/>
                    <a:moveTo>
                      <a:pt x="1085" y="488"/>
                    </a:moveTo>
                    <a:cubicBezTo>
                      <a:pt x="1084" y="486"/>
                      <a:pt x="1084" y="485"/>
                      <a:pt x="1083" y="485"/>
                    </a:cubicBezTo>
                    <a:cubicBezTo>
                      <a:pt x="1083" y="485"/>
                      <a:pt x="1083" y="485"/>
                      <a:pt x="1083" y="485"/>
                    </a:cubicBezTo>
                    <a:cubicBezTo>
                      <a:pt x="1085" y="479"/>
                      <a:pt x="1085" y="479"/>
                      <a:pt x="1085" y="479"/>
                    </a:cubicBezTo>
                    <a:cubicBezTo>
                      <a:pt x="1084" y="482"/>
                      <a:pt x="1084" y="482"/>
                      <a:pt x="1084" y="482"/>
                    </a:cubicBezTo>
                    <a:cubicBezTo>
                      <a:pt x="1085" y="480"/>
                      <a:pt x="1085" y="480"/>
                      <a:pt x="1085" y="480"/>
                    </a:cubicBezTo>
                    <a:cubicBezTo>
                      <a:pt x="1088" y="481"/>
                      <a:pt x="1090" y="483"/>
                      <a:pt x="1091" y="485"/>
                    </a:cubicBezTo>
                    <a:lnTo>
                      <a:pt x="1085" y="488"/>
                    </a:lnTo>
                    <a:close/>
                    <a:moveTo>
                      <a:pt x="1031" y="479"/>
                    </a:moveTo>
                    <a:cubicBezTo>
                      <a:pt x="1030" y="479"/>
                      <a:pt x="1029" y="479"/>
                      <a:pt x="1029" y="479"/>
                    </a:cubicBezTo>
                    <a:cubicBezTo>
                      <a:pt x="1029" y="473"/>
                      <a:pt x="1029" y="473"/>
                      <a:pt x="1029" y="473"/>
                    </a:cubicBezTo>
                    <a:cubicBezTo>
                      <a:pt x="1030" y="473"/>
                      <a:pt x="1030" y="473"/>
                      <a:pt x="1031" y="473"/>
                    </a:cubicBezTo>
                    <a:cubicBezTo>
                      <a:pt x="1032" y="473"/>
                      <a:pt x="1032" y="473"/>
                      <a:pt x="1032" y="473"/>
                    </a:cubicBezTo>
                    <a:cubicBezTo>
                      <a:pt x="1033" y="473"/>
                      <a:pt x="1033" y="473"/>
                      <a:pt x="1033" y="473"/>
                    </a:cubicBezTo>
                    <a:cubicBezTo>
                      <a:pt x="1036" y="477"/>
                      <a:pt x="1036" y="477"/>
                      <a:pt x="1036" y="477"/>
                    </a:cubicBezTo>
                    <a:cubicBezTo>
                      <a:pt x="1035" y="479"/>
                      <a:pt x="1033" y="479"/>
                      <a:pt x="1031" y="479"/>
                    </a:cubicBezTo>
                    <a:close/>
                    <a:moveTo>
                      <a:pt x="1046" y="476"/>
                    </a:moveTo>
                    <a:cubicBezTo>
                      <a:pt x="1045" y="476"/>
                      <a:pt x="1045" y="476"/>
                      <a:pt x="1045" y="476"/>
                    </a:cubicBezTo>
                    <a:cubicBezTo>
                      <a:pt x="1046" y="470"/>
                      <a:pt x="1046" y="470"/>
                      <a:pt x="1046" y="470"/>
                    </a:cubicBezTo>
                    <a:cubicBezTo>
                      <a:pt x="1046" y="470"/>
                      <a:pt x="1046" y="470"/>
                      <a:pt x="1046" y="470"/>
                    </a:cubicBezTo>
                    <a:cubicBezTo>
                      <a:pt x="1047" y="470"/>
                      <a:pt x="1047" y="470"/>
                      <a:pt x="1047" y="469"/>
                    </a:cubicBezTo>
                    <a:cubicBezTo>
                      <a:pt x="1047" y="469"/>
                      <a:pt x="1047" y="468"/>
                      <a:pt x="1048" y="468"/>
                    </a:cubicBezTo>
                    <a:cubicBezTo>
                      <a:pt x="1052" y="472"/>
                      <a:pt x="1052" y="472"/>
                      <a:pt x="1052" y="472"/>
                    </a:cubicBezTo>
                    <a:cubicBezTo>
                      <a:pt x="1052" y="472"/>
                      <a:pt x="1052" y="472"/>
                      <a:pt x="1052" y="472"/>
                    </a:cubicBezTo>
                    <a:cubicBezTo>
                      <a:pt x="1051" y="474"/>
                      <a:pt x="1049" y="476"/>
                      <a:pt x="1046" y="476"/>
                    </a:cubicBezTo>
                    <a:close/>
                    <a:moveTo>
                      <a:pt x="1017" y="474"/>
                    </a:moveTo>
                    <a:cubicBezTo>
                      <a:pt x="1017" y="474"/>
                      <a:pt x="1016" y="474"/>
                      <a:pt x="1016" y="474"/>
                    </a:cubicBezTo>
                    <a:cubicBezTo>
                      <a:pt x="1014" y="474"/>
                      <a:pt x="1013" y="473"/>
                      <a:pt x="1011" y="473"/>
                    </a:cubicBezTo>
                    <a:cubicBezTo>
                      <a:pt x="1015" y="468"/>
                      <a:pt x="1015" y="468"/>
                      <a:pt x="1015" y="468"/>
                    </a:cubicBezTo>
                    <a:cubicBezTo>
                      <a:pt x="1015" y="468"/>
                      <a:pt x="1015" y="468"/>
                      <a:pt x="1016" y="468"/>
                    </a:cubicBezTo>
                    <a:cubicBezTo>
                      <a:pt x="1017" y="468"/>
                      <a:pt x="1019" y="468"/>
                      <a:pt x="1020" y="469"/>
                    </a:cubicBezTo>
                    <a:lnTo>
                      <a:pt x="1017" y="474"/>
                    </a:lnTo>
                    <a:close/>
                    <a:moveTo>
                      <a:pt x="1076" y="473"/>
                    </a:moveTo>
                    <a:cubicBezTo>
                      <a:pt x="1076" y="472"/>
                      <a:pt x="1074" y="471"/>
                      <a:pt x="1073" y="470"/>
                    </a:cubicBezTo>
                    <a:cubicBezTo>
                      <a:pt x="1077" y="466"/>
                      <a:pt x="1077" y="466"/>
                      <a:pt x="1077" y="466"/>
                    </a:cubicBezTo>
                    <a:cubicBezTo>
                      <a:pt x="1079" y="467"/>
                      <a:pt x="1080" y="469"/>
                      <a:pt x="1081" y="471"/>
                    </a:cubicBezTo>
                    <a:lnTo>
                      <a:pt x="1076" y="473"/>
                    </a:lnTo>
                    <a:close/>
                    <a:moveTo>
                      <a:pt x="1061" y="471"/>
                    </a:moveTo>
                    <a:cubicBezTo>
                      <a:pt x="1061" y="465"/>
                      <a:pt x="1061" y="465"/>
                      <a:pt x="1061" y="465"/>
                    </a:cubicBezTo>
                    <a:cubicBezTo>
                      <a:pt x="1062" y="465"/>
                      <a:pt x="1063" y="465"/>
                      <a:pt x="1063" y="465"/>
                    </a:cubicBezTo>
                    <a:cubicBezTo>
                      <a:pt x="1063" y="464"/>
                      <a:pt x="1063" y="464"/>
                      <a:pt x="1064" y="463"/>
                    </a:cubicBezTo>
                    <a:cubicBezTo>
                      <a:pt x="1068" y="467"/>
                      <a:pt x="1068" y="467"/>
                      <a:pt x="1068" y="467"/>
                    </a:cubicBezTo>
                    <a:cubicBezTo>
                      <a:pt x="1068" y="467"/>
                      <a:pt x="1068" y="467"/>
                      <a:pt x="1068" y="468"/>
                    </a:cubicBezTo>
                    <a:cubicBezTo>
                      <a:pt x="1067" y="469"/>
                      <a:pt x="1065" y="471"/>
                      <a:pt x="1061" y="471"/>
                    </a:cubicBezTo>
                    <a:close/>
                    <a:moveTo>
                      <a:pt x="990" y="470"/>
                    </a:moveTo>
                    <a:cubicBezTo>
                      <a:pt x="987" y="470"/>
                      <a:pt x="985" y="468"/>
                      <a:pt x="983" y="467"/>
                    </a:cubicBezTo>
                    <a:cubicBezTo>
                      <a:pt x="988" y="463"/>
                      <a:pt x="988" y="463"/>
                      <a:pt x="988" y="463"/>
                    </a:cubicBezTo>
                    <a:cubicBezTo>
                      <a:pt x="988" y="463"/>
                      <a:pt x="989" y="464"/>
                      <a:pt x="990" y="464"/>
                    </a:cubicBezTo>
                    <a:cubicBezTo>
                      <a:pt x="991" y="469"/>
                      <a:pt x="991" y="469"/>
                      <a:pt x="991" y="469"/>
                    </a:cubicBezTo>
                    <a:cubicBezTo>
                      <a:pt x="991" y="469"/>
                      <a:pt x="990" y="470"/>
                      <a:pt x="990" y="470"/>
                    </a:cubicBezTo>
                    <a:close/>
                    <a:moveTo>
                      <a:pt x="1006" y="464"/>
                    </a:moveTo>
                    <a:cubicBezTo>
                      <a:pt x="1005" y="464"/>
                      <a:pt x="1004" y="464"/>
                      <a:pt x="1004" y="464"/>
                    </a:cubicBezTo>
                    <a:cubicBezTo>
                      <a:pt x="1003" y="464"/>
                      <a:pt x="1003" y="464"/>
                      <a:pt x="1003" y="464"/>
                    </a:cubicBezTo>
                    <a:cubicBezTo>
                      <a:pt x="1002" y="464"/>
                      <a:pt x="1002" y="464"/>
                      <a:pt x="1001" y="464"/>
                    </a:cubicBezTo>
                    <a:cubicBezTo>
                      <a:pt x="1000" y="458"/>
                      <a:pt x="1000" y="458"/>
                      <a:pt x="1000" y="458"/>
                    </a:cubicBezTo>
                    <a:cubicBezTo>
                      <a:pt x="1001" y="458"/>
                      <a:pt x="1002" y="458"/>
                      <a:pt x="1003" y="458"/>
                    </a:cubicBezTo>
                    <a:cubicBezTo>
                      <a:pt x="1004" y="458"/>
                      <a:pt x="1004" y="458"/>
                      <a:pt x="1004" y="458"/>
                    </a:cubicBezTo>
                    <a:cubicBezTo>
                      <a:pt x="1005" y="458"/>
                      <a:pt x="1006" y="458"/>
                      <a:pt x="1007" y="458"/>
                    </a:cubicBezTo>
                    <a:lnTo>
                      <a:pt x="1006" y="464"/>
                    </a:lnTo>
                    <a:close/>
                    <a:moveTo>
                      <a:pt x="975" y="462"/>
                    </a:moveTo>
                    <a:cubicBezTo>
                      <a:pt x="973" y="461"/>
                      <a:pt x="971" y="459"/>
                      <a:pt x="970" y="457"/>
                    </a:cubicBezTo>
                    <a:cubicBezTo>
                      <a:pt x="974" y="454"/>
                      <a:pt x="974" y="454"/>
                      <a:pt x="974" y="454"/>
                    </a:cubicBezTo>
                    <a:cubicBezTo>
                      <a:pt x="975" y="455"/>
                      <a:pt x="976" y="456"/>
                      <a:pt x="978" y="457"/>
                    </a:cubicBezTo>
                    <a:lnTo>
                      <a:pt x="975" y="462"/>
                    </a:lnTo>
                    <a:close/>
                    <a:moveTo>
                      <a:pt x="961" y="453"/>
                    </a:moveTo>
                    <a:cubicBezTo>
                      <a:pt x="959" y="453"/>
                      <a:pt x="958" y="453"/>
                      <a:pt x="957" y="452"/>
                    </a:cubicBezTo>
                    <a:cubicBezTo>
                      <a:pt x="960" y="447"/>
                      <a:pt x="960" y="447"/>
                      <a:pt x="960" y="447"/>
                    </a:cubicBezTo>
                    <a:cubicBezTo>
                      <a:pt x="961" y="450"/>
                      <a:pt x="961" y="450"/>
                      <a:pt x="961" y="450"/>
                    </a:cubicBezTo>
                    <a:cubicBezTo>
                      <a:pt x="961" y="447"/>
                      <a:pt x="961" y="447"/>
                      <a:pt x="961" y="447"/>
                    </a:cubicBezTo>
                    <a:cubicBezTo>
                      <a:pt x="961" y="447"/>
                      <a:pt x="962" y="447"/>
                      <a:pt x="963" y="446"/>
                    </a:cubicBezTo>
                    <a:cubicBezTo>
                      <a:pt x="963" y="446"/>
                      <a:pt x="963" y="446"/>
                      <a:pt x="963" y="446"/>
                    </a:cubicBezTo>
                    <a:cubicBezTo>
                      <a:pt x="965" y="452"/>
                      <a:pt x="965" y="452"/>
                      <a:pt x="965" y="452"/>
                    </a:cubicBezTo>
                    <a:cubicBezTo>
                      <a:pt x="965" y="452"/>
                      <a:pt x="965" y="452"/>
                      <a:pt x="965" y="452"/>
                    </a:cubicBezTo>
                    <a:cubicBezTo>
                      <a:pt x="964" y="452"/>
                      <a:pt x="963" y="453"/>
                      <a:pt x="962" y="453"/>
                    </a:cubicBezTo>
                    <a:cubicBezTo>
                      <a:pt x="961" y="453"/>
                      <a:pt x="961" y="453"/>
                      <a:pt x="961" y="453"/>
                    </a:cubicBezTo>
                    <a:close/>
                    <a:moveTo>
                      <a:pt x="948" y="446"/>
                    </a:moveTo>
                    <a:cubicBezTo>
                      <a:pt x="948" y="446"/>
                      <a:pt x="948" y="446"/>
                      <a:pt x="947" y="446"/>
                    </a:cubicBezTo>
                    <a:cubicBezTo>
                      <a:pt x="948" y="440"/>
                      <a:pt x="948" y="440"/>
                      <a:pt x="948" y="440"/>
                    </a:cubicBezTo>
                    <a:cubicBezTo>
                      <a:pt x="948" y="440"/>
                      <a:pt x="948" y="440"/>
                      <a:pt x="948" y="440"/>
                    </a:cubicBezTo>
                    <a:cubicBezTo>
                      <a:pt x="949" y="440"/>
                      <a:pt x="950" y="440"/>
                      <a:pt x="951" y="440"/>
                    </a:cubicBezTo>
                    <a:cubicBezTo>
                      <a:pt x="953" y="439"/>
                      <a:pt x="953" y="439"/>
                      <a:pt x="953" y="439"/>
                    </a:cubicBezTo>
                    <a:cubicBezTo>
                      <a:pt x="954" y="445"/>
                      <a:pt x="954" y="445"/>
                      <a:pt x="954" y="445"/>
                    </a:cubicBezTo>
                    <a:cubicBezTo>
                      <a:pt x="952" y="446"/>
                      <a:pt x="952" y="446"/>
                      <a:pt x="952" y="446"/>
                    </a:cubicBezTo>
                    <a:cubicBezTo>
                      <a:pt x="950" y="446"/>
                      <a:pt x="949" y="446"/>
                      <a:pt x="948" y="446"/>
                    </a:cubicBezTo>
                    <a:close/>
                    <a:moveTo>
                      <a:pt x="936" y="440"/>
                    </a:moveTo>
                    <a:cubicBezTo>
                      <a:pt x="934" y="439"/>
                      <a:pt x="933" y="439"/>
                      <a:pt x="933" y="439"/>
                    </a:cubicBezTo>
                    <a:cubicBezTo>
                      <a:pt x="931" y="434"/>
                      <a:pt x="931" y="434"/>
                      <a:pt x="931" y="434"/>
                    </a:cubicBezTo>
                    <a:cubicBezTo>
                      <a:pt x="933" y="433"/>
                      <a:pt x="936" y="434"/>
                      <a:pt x="939" y="435"/>
                    </a:cubicBezTo>
                    <a:lnTo>
                      <a:pt x="936" y="440"/>
                    </a:lnTo>
                    <a:close/>
                    <a:moveTo>
                      <a:pt x="919" y="438"/>
                    </a:moveTo>
                    <a:cubicBezTo>
                      <a:pt x="918" y="437"/>
                      <a:pt x="917" y="436"/>
                      <a:pt x="916" y="436"/>
                    </a:cubicBezTo>
                    <a:cubicBezTo>
                      <a:pt x="915" y="436"/>
                      <a:pt x="915" y="435"/>
                      <a:pt x="914" y="435"/>
                    </a:cubicBezTo>
                    <a:cubicBezTo>
                      <a:pt x="916" y="430"/>
                      <a:pt x="916" y="430"/>
                      <a:pt x="916" y="430"/>
                    </a:cubicBezTo>
                    <a:cubicBezTo>
                      <a:pt x="917" y="430"/>
                      <a:pt x="918" y="430"/>
                      <a:pt x="918" y="431"/>
                    </a:cubicBezTo>
                    <a:cubicBezTo>
                      <a:pt x="919" y="431"/>
                      <a:pt x="921" y="432"/>
                      <a:pt x="922" y="432"/>
                    </a:cubicBezTo>
                    <a:lnTo>
                      <a:pt x="919" y="438"/>
                    </a:lnTo>
                    <a:close/>
                    <a:moveTo>
                      <a:pt x="903" y="435"/>
                    </a:moveTo>
                    <a:cubicBezTo>
                      <a:pt x="902" y="435"/>
                      <a:pt x="900" y="434"/>
                      <a:pt x="899" y="433"/>
                    </a:cubicBezTo>
                    <a:cubicBezTo>
                      <a:pt x="898" y="433"/>
                      <a:pt x="897" y="432"/>
                      <a:pt x="896" y="431"/>
                    </a:cubicBezTo>
                    <a:cubicBezTo>
                      <a:pt x="901" y="428"/>
                      <a:pt x="901" y="428"/>
                      <a:pt x="901" y="428"/>
                    </a:cubicBezTo>
                    <a:cubicBezTo>
                      <a:pt x="901" y="428"/>
                      <a:pt x="901" y="428"/>
                      <a:pt x="902" y="428"/>
                    </a:cubicBezTo>
                    <a:cubicBezTo>
                      <a:pt x="902" y="429"/>
                      <a:pt x="903" y="429"/>
                      <a:pt x="904" y="429"/>
                    </a:cubicBezTo>
                    <a:lnTo>
                      <a:pt x="903" y="435"/>
                    </a:lnTo>
                    <a:close/>
                    <a:moveTo>
                      <a:pt x="881" y="425"/>
                    </a:moveTo>
                    <a:cubicBezTo>
                      <a:pt x="879" y="425"/>
                      <a:pt x="877" y="424"/>
                      <a:pt x="877" y="421"/>
                    </a:cubicBezTo>
                    <a:cubicBezTo>
                      <a:pt x="877" y="421"/>
                      <a:pt x="877" y="421"/>
                      <a:pt x="877" y="421"/>
                    </a:cubicBezTo>
                    <a:cubicBezTo>
                      <a:pt x="882" y="420"/>
                      <a:pt x="882" y="420"/>
                      <a:pt x="882" y="420"/>
                    </a:cubicBezTo>
                    <a:cubicBezTo>
                      <a:pt x="882" y="420"/>
                      <a:pt x="881" y="419"/>
                      <a:pt x="881" y="419"/>
                    </a:cubicBezTo>
                    <a:cubicBezTo>
                      <a:pt x="881" y="419"/>
                      <a:pt x="882" y="419"/>
                      <a:pt x="882" y="419"/>
                    </a:cubicBezTo>
                    <a:cubicBezTo>
                      <a:pt x="883" y="418"/>
                      <a:pt x="883" y="418"/>
                      <a:pt x="883" y="418"/>
                    </a:cubicBezTo>
                    <a:cubicBezTo>
                      <a:pt x="885" y="424"/>
                      <a:pt x="885" y="424"/>
                      <a:pt x="885" y="424"/>
                    </a:cubicBezTo>
                    <a:cubicBezTo>
                      <a:pt x="885" y="424"/>
                      <a:pt x="885" y="424"/>
                      <a:pt x="885" y="424"/>
                    </a:cubicBezTo>
                    <a:cubicBezTo>
                      <a:pt x="883" y="425"/>
                      <a:pt x="882" y="425"/>
                      <a:pt x="881" y="425"/>
                    </a:cubicBezTo>
                    <a:close/>
                    <a:moveTo>
                      <a:pt x="900" y="422"/>
                    </a:moveTo>
                    <a:cubicBezTo>
                      <a:pt x="899" y="422"/>
                      <a:pt x="898" y="422"/>
                      <a:pt x="895" y="422"/>
                    </a:cubicBezTo>
                    <a:cubicBezTo>
                      <a:pt x="895" y="416"/>
                      <a:pt x="895" y="416"/>
                      <a:pt x="895" y="416"/>
                    </a:cubicBezTo>
                    <a:cubicBezTo>
                      <a:pt x="897" y="416"/>
                      <a:pt x="900" y="416"/>
                      <a:pt x="902" y="417"/>
                    </a:cubicBezTo>
                    <a:lnTo>
                      <a:pt x="900" y="422"/>
                    </a:lnTo>
                    <a:close/>
                    <a:moveTo>
                      <a:pt x="874" y="413"/>
                    </a:moveTo>
                    <a:cubicBezTo>
                      <a:pt x="872" y="412"/>
                      <a:pt x="871" y="412"/>
                      <a:pt x="868" y="411"/>
                    </a:cubicBezTo>
                    <a:cubicBezTo>
                      <a:pt x="870" y="405"/>
                      <a:pt x="870" y="405"/>
                      <a:pt x="870" y="405"/>
                    </a:cubicBezTo>
                    <a:cubicBezTo>
                      <a:pt x="873" y="406"/>
                      <a:pt x="875" y="407"/>
                      <a:pt x="876" y="408"/>
                    </a:cubicBezTo>
                    <a:lnTo>
                      <a:pt x="874" y="413"/>
                    </a:lnTo>
                    <a:close/>
                    <a:moveTo>
                      <a:pt x="857" y="407"/>
                    </a:moveTo>
                    <a:cubicBezTo>
                      <a:pt x="852" y="405"/>
                      <a:pt x="852" y="405"/>
                      <a:pt x="852" y="405"/>
                    </a:cubicBezTo>
                    <a:cubicBezTo>
                      <a:pt x="854" y="400"/>
                      <a:pt x="854" y="400"/>
                      <a:pt x="854" y="400"/>
                    </a:cubicBezTo>
                    <a:cubicBezTo>
                      <a:pt x="859" y="401"/>
                      <a:pt x="859" y="401"/>
                      <a:pt x="859" y="401"/>
                    </a:cubicBezTo>
                    <a:lnTo>
                      <a:pt x="857" y="407"/>
                    </a:lnTo>
                    <a:close/>
                    <a:moveTo>
                      <a:pt x="841" y="401"/>
                    </a:moveTo>
                    <a:cubicBezTo>
                      <a:pt x="835" y="399"/>
                      <a:pt x="835" y="399"/>
                      <a:pt x="835" y="399"/>
                    </a:cubicBezTo>
                    <a:cubicBezTo>
                      <a:pt x="837" y="394"/>
                      <a:pt x="837" y="394"/>
                      <a:pt x="837" y="394"/>
                    </a:cubicBezTo>
                    <a:cubicBezTo>
                      <a:pt x="843" y="396"/>
                      <a:pt x="843" y="396"/>
                      <a:pt x="843" y="396"/>
                    </a:cubicBezTo>
                    <a:lnTo>
                      <a:pt x="841" y="401"/>
                    </a:lnTo>
                    <a:close/>
                    <a:moveTo>
                      <a:pt x="824" y="395"/>
                    </a:moveTo>
                    <a:cubicBezTo>
                      <a:pt x="822" y="395"/>
                      <a:pt x="820" y="394"/>
                      <a:pt x="819" y="393"/>
                    </a:cubicBezTo>
                    <a:cubicBezTo>
                      <a:pt x="821" y="388"/>
                      <a:pt x="821" y="388"/>
                      <a:pt x="821" y="388"/>
                    </a:cubicBezTo>
                    <a:cubicBezTo>
                      <a:pt x="822" y="388"/>
                      <a:pt x="824" y="389"/>
                      <a:pt x="826" y="390"/>
                    </a:cubicBezTo>
                    <a:lnTo>
                      <a:pt x="824" y="395"/>
                    </a:lnTo>
                    <a:close/>
                    <a:moveTo>
                      <a:pt x="808" y="389"/>
                    </a:moveTo>
                    <a:cubicBezTo>
                      <a:pt x="806" y="388"/>
                      <a:pt x="804" y="387"/>
                      <a:pt x="802" y="386"/>
                    </a:cubicBezTo>
                    <a:cubicBezTo>
                      <a:pt x="805" y="381"/>
                      <a:pt x="805" y="381"/>
                      <a:pt x="805" y="381"/>
                    </a:cubicBezTo>
                    <a:cubicBezTo>
                      <a:pt x="806" y="382"/>
                      <a:pt x="808" y="383"/>
                      <a:pt x="810" y="383"/>
                    </a:cubicBezTo>
                    <a:lnTo>
                      <a:pt x="808" y="389"/>
                    </a:lnTo>
                    <a:close/>
                    <a:moveTo>
                      <a:pt x="791" y="379"/>
                    </a:moveTo>
                    <a:cubicBezTo>
                      <a:pt x="790" y="378"/>
                      <a:pt x="789" y="377"/>
                      <a:pt x="788" y="375"/>
                    </a:cubicBezTo>
                    <a:cubicBezTo>
                      <a:pt x="792" y="371"/>
                      <a:pt x="792" y="371"/>
                      <a:pt x="792" y="371"/>
                    </a:cubicBezTo>
                    <a:cubicBezTo>
                      <a:pt x="794" y="373"/>
                      <a:pt x="795" y="375"/>
                      <a:pt x="796" y="375"/>
                    </a:cubicBezTo>
                    <a:lnTo>
                      <a:pt x="791" y="379"/>
                    </a:lnTo>
                    <a:close/>
                    <a:moveTo>
                      <a:pt x="782" y="368"/>
                    </a:moveTo>
                    <a:cubicBezTo>
                      <a:pt x="781" y="367"/>
                      <a:pt x="780" y="367"/>
                      <a:pt x="779" y="367"/>
                    </a:cubicBezTo>
                    <a:cubicBezTo>
                      <a:pt x="778" y="367"/>
                      <a:pt x="777" y="367"/>
                      <a:pt x="777" y="367"/>
                    </a:cubicBezTo>
                    <a:cubicBezTo>
                      <a:pt x="776" y="366"/>
                      <a:pt x="776" y="366"/>
                      <a:pt x="776" y="366"/>
                    </a:cubicBezTo>
                    <a:cubicBezTo>
                      <a:pt x="777" y="361"/>
                      <a:pt x="777" y="361"/>
                      <a:pt x="777" y="361"/>
                    </a:cubicBezTo>
                    <a:cubicBezTo>
                      <a:pt x="778" y="361"/>
                      <a:pt x="778" y="361"/>
                      <a:pt x="778" y="361"/>
                    </a:cubicBezTo>
                    <a:cubicBezTo>
                      <a:pt x="779" y="361"/>
                      <a:pt x="779" y="361"/>
                      <a:pt x="780" y="361"/>
                    </a:cubicBezTo>
                    <a:cubicBezTo>
                      <a:pt x="781" y="361"/>
                      <a:pt x="782" y="362"/>
                      <a:pt x="783" y="362"/>
                    </a:cubicBezTo>
                    <a:lnTo>
                      <a:pt x="782" y="368"/>
                    </a:lnTo>
                    <a:close/>
                    <a:moveTo>
                      <a:pt x="767" y="356"/>
                    </a:moveTo>
                    <a:cubicBezTo>
                      <a:pt x="766" y="354"/>
                      <a:pt x="766" y="352"/>
                      <a:pt x="765" y="350"/>
                    </a:cubicBezTo>
                    <a:cubicBezTo>
                      <a:pt x="771" y="348"/>
                      <a:pt x="771" y="348"/>
                      <a:pt x="771" y="348"/>
                    </a:cubicBezTo>
                    <a:cubicBezTo>
                      <a:pt x="771" y="350"/>
                      <a:pt x="772" y="352"/>
                      <a:pt x="772" y="354"/>
                    </a:cubicBezTo>
                    <a:lnTo>
                      <a:pt x="767" y="356"/>
                    </a:lnTo>
                    <a:close/>
                    <a:moveTo>
                      <a:pt x="763" y="339"/>
                    </a:moveTo>
                    <a:cubicBezTo>
                      <a:pt x="763" y="338"/>
                      <a:pt x="762" y="337"/>
                      <a:pt x="761" y="337"/>
                    </a:cubicBezTo>
                    <a:cubicBezTo>
                      <a:pt x="763" y="331"/>
                      <a:pt x="763" y="331"/>
                      <a:pt x="763" y="331"/>
                    </a:cubicBezTo>
                    <a:cubicBezTo>
                      <a:pt x="766" y="332"/>
                      <a:pt x="768" y="334"/>
                      <a:pt x="769" y="337"/>
                    </a:cubicBezTo>
                    <a:lnTo>
                      <a:pt x="763" y="339"/>
                    </a:lnTo>
                    <a:close/>
                    <a:moveTo>
                      <a:pt x="750" y="329"/>
                    </a:moveTo>
                    <a:cubicBezTo>
                      <a:pt x="750" y="328"/>
                      <a:pt x="750" y="328"/>
                      <a:pt x="750" y="327"/>
                    </a:cubicBezTo>
                    <a:cubicBezTo>
                      <a:pt x="750" y="326"/>
                      <a:pt x="750" y="326"/>
                      <a:pt x="750" y="325"/>
                    </a:cubicBezTo>
                    <a:cubicBezTo>
                      <a:pt x="750" y="324"/>
                      <a:pt x="750" y="324"/>
                      <a:pt x="750" y="324"/>
                    </a:cubicBezTo>
                    <a:cubicBezTo>
                      <a:pt x="750" y="323"/>
                      <a:pt x="750" y="323"/>
                      <a:pt x="750" y="323"/>
                    </a:cubicBezTo>
                    <a:cubicBezTo>
                      <a:pt x="756" y="322"/>
                      <a:pt x="756" y="322"/>
                      <a:pt x="756" y="322"/>
                    </a:cubicBezTo>
                    <a:cubicBezTo>
                      <a:pt x="756" y="323"/>
                      <a:pt x="756" y="323"/>
                      <a:pt x="756" y="324"/>
                    </a:cubicBezTo>
                    <a:cubicBezTo>
                      <a:pt x="756" y="324"/>
                      <a:pt x="756" y="325"/>
                      <a:pt x="756" y="325"/>
                    </a:cubicBezTo>
                    <a:cubicBezTo>
                      <a:pt x="756" y="326"/>
                      <a:pt x="756" y="327"/>
                      <a:pt x="756" y="327"/>
                    </a:cubicBezTo>
                    <a:cubicBezTo>
                      <a:pt x="756" y="328"/>
                      <a:pt x="756" y="328"/>
                      <a:pt x="756" y="328"/>
                    </a:cubicBezTo>
                    <a:lnTo>
                      <a:pt x="750" y="329"/>
                    </a:lnTo>
                    <a:close/>
                    <a:moveTo>
                      <a:pt x="750" y="313"/>
                    </a:moveTo>
                    <a:cubicBezTo>
                      <a:pt x="750" y="313"/>
                      <a:pt x="751" y="313"/>
                      <a:pt x="751" y="312"/>
                    </a:cubicBezTo>
                    <a:cubicBezTo>
                      <a:pt x="745" y="313"/>
                      <a:pt x="745" y="313"/>
                      <a:pt x="745" y="313"/>
                    </a:cubicBezTo>
                    <a:cubicBezTo>
                      <a:pt x="745" y="312"/>
                      <a:pt x="745" y="312"/>
                      <a:pt x="745" y="312"/>
                    </a:cubicBezTo>
                    <a:cubicBezTo>
                      <a:pt x="745" y="310"/>
                      <a:pt x="746" y="309"/>
                      <a:pt x="747" y="308"/>
                    </a:cubicBezTo>
                    <a:cubicBezTo>
                      <a:pt x="747" y="308"/>
                      <a:pt x="748" y="308"/>
                      <a:pt x="749" y="307"/>
                    </a:cubicBezTo>
                    <a:cubicBezTo>
                      <a:pt x="754" y="309"/>
                      <a:pt x="754" y="309"/>
                      <a:pt x="754" y="309"/>
                    </a:cubicBezTo>
                    <a:cubicBezTo>
                      <a:pt x="754" y="310"/>
                      <a:pt x="753" y="310"/>
                      <a:pt x="753" y="311"/>
                    </a:cubicBezTo>
                    <a:cubicBezTo>
                      <a:pt x="752" y="312"/>
                      <a:pt x="751" y="312"/>
                      <a:pt x="751" y="313"/>
                    </a:cubicBezTo>
                    <a:cubicBezTo>
                      <a:pt x="750" y="313"/>
                      <a:pt x="750" y="313"/>
                      <a:pt x="750" y="313"/>
                    </a:cubicBezTo>
                    <a:close/>
                    <a:moveTo>
                      <a:pt x="742" y="305"/>
                    </a:moveTo>
                    <a:cubicBezTo>
                      <a:pt x="738" y="304"/>
                      <a:pt x="737" y="301"/>
                      <a:pt x="737" y="298"/>
                    </a:cubicBezTo>
                    <a:cubicBezTo>
                      <a:pt x="743" y="297"/>
                      <a:pt x="743" y="297"/>
                      <a:pt x="743" y="297"/>
                    </a:cubicBezTo>
                    <a:cubicBezTo>
                      <a:pt x="743" y="298"/>
                      <a:pt x="743" y="299"/>
                      <a:pt x="743" y="300"/>
                    </a:cubicBezTo>
                    <a:cubicBezTo>
                      <a:pt x="743" y="299"/>
                      <a:pt x="743" y="299"/>
                      <a:pt x="743" y="299"/>
                    </a:cubicBezTo>
                    <a:lnTo>
                      <a:pt x="742" y="305"/>
                    </a:lnTo>
                    <a:close/>
                    <a:moveTo>
                      <a:pt x="733" y="288"/>
                    </a:moveTo>
                    <a:cubicBezTo>
                      <a:pt x="732" y="287"/>
                      <a:pt x="732" y="286"/>
                      <a:pt x="732" y="285"/>
                    </a:cubicBezTo>
                    <a:cubicBezTo>
                      <a:pt x="732" y="284"/>
                      <a:pt x="732" y="283"/>
                      <a:pt x="732" y="283"/>
                    </a:cubicBezTo>
                    <a:cubicBezTo>
                      <a:pt x="732" y="282"/>
                      <a:pt x="732" y="281"/>
                      <a:pt x="732" y="280"/>
                    </a:cubicBezTo>
                    <a:cubicBezTo>
                      <a:pt x="738" y="282"/>
                      <a:pt x="738" y="282"/>
                      <a:pt x="738" y="282"/>
                    </a:cubicBezTo>
                    <a:cubicBezTo>
                      <a:pt x="738" y="282"/>
                      <a:pt x="738" y="282"/>
                      <a:pt x="738" y="283"/>
                    </a:cubicBezTo>
                    <a:cubicBezTo>
                      <a:pt x="738" y="283"/>
                      <a:pt x="738" y="283"/>
                      <a:pt x="738" y="284"/>
                    </a:cubicBezTo>
                    <a:cubicBezTo>
                      <a:pt x="738" y="284"/>
                      <a:pt x="738" y="285"/>
                      <a:pt x="738" y="286"/>
                    </a:cubicBezTo>
                    <a:lnTo>
                      <a:pt x="733" y="288"/>
                    </a:lnTo>
                    <a:close/>
                    <a:moveTo>
                      <a:pt x="746" y="280"/>
                    </a:moveTo>
                    <a:cubicBezTo>
                      <a:pt x="744" y="275"/>
                      <a:pt x="744" y="275"/>
                      <a:pt x="744" y="275"/>
                    </a:cubicBezTo>
                    <a:cubicBezTo>
                      <a:pt x="746" y="274"/>
                      <a:pt x="747" y="274"/>
                      <a:pt x="747" y="273"/>
                    </a:cubicBezTo>
                    <a:cubicBezTo>
                      <a:pt x="752" y="275"/>
                      <a:pt x="752" y="275"/>
                      <a:pt x="752" y="275"/>
                    </a:cubicBezTo>
                    <a:cubicBezTo>
                      <a:pt x="752" y="277"/>
                      <a:pt x="749" y="279"/>
                      <a:pt x="746" y="280"/>
                    </a:cubicBezTo>
                    <a:close/>
                    <a:moveTo>
                      <a:pt x="757" y="265"/>
                    </a:moveTo>
                    <a:cubicBezTo>
                      <a:pt x="752" y="262"/>
                      <a:pt x="752" y="262"/>
                      <a:pt x="752" y="262"/>
                    </a:cubicBezTo>
                    <a:cubicBezTo>
                      <a:pt x="753" y="262"/>
                      <a:pt x="753" y="261"/>
                      <a:pt x="753" y="261"/>
                    </a:cubicBezTo>
                    <a:cubicBezTo>
                      <a:pt x="752" y="261"/>
                      <a:pt x="752" y="261"/>
                      <a:pt x="752" y="261"/>
                    </a:cubicBezTo>
                    <a:cubicBezTo>
                      <a:pt x="756" y="256"/>
                      <a:pt x="756" y="256"/>
                      <a:pt x="756" y="256"/>
                    </a:cubicBezTo>
                    <a:cubicBezTo>
                      <a:pt x="756" y="257"/>
                      <a:pt x="756" y="257"/>
                      <a:pt x="756" y="257"/>
                    </a:cubicBezTo>
                    <a:cubicBezTo>
                      <a:pt x="758" y="258"/>
                      <a:pt x="759" y="260"/>
                      <a:pt x="759" y="261"/>
                    </a:cubicBezTo>
                    <a:cubicBezTo>
                      <a:pt x="759" y="263"/>
                      <a:pt x="758" y="264"/>
                      <a:pt x="757" y="265"/>
                    </a:cubicBezTo>
                    <a:close/>
                    <a:moveTo>
                      <a:pt x="756" y="248"/>
                    </a:moveTo>
                    <a:cubicBezTo>
                      <a:pt x="750" y="247"/>
                      <a:pt x="750" y="247"/>
                      <a:pt x="750" y="247"/>
                    </a:cubicBezTo>
                    <a:cubicBezTo>
                      <a:pt x="751" y="245"/>
                      <a:pt x="751" y="244"/>
                      <a:pt x="751" y="242"/>
                    </a:cubicBezTo>
                    <a:cubicBezTo>
                      <a:pt x="757" y="242"/>
                      <a:pt x="757" y="242"/>
                      <a:pt x="757" y="242"/>
                    </a:cubicBezTo>
                    <a:cubicBezTo>
                      <a:pt x="757" y="244"/>
                      <a:pt x="756" y="246"/>
                      <a:pt x="756" y="248"/>
                    </a:cubicBezTo>
                    <a:close/>
                    <a:moveTo>
                      <a:pt x="747" y="232"/>
                    </a:moveTo>
                    <a:cubicBezTo>
                      <a:pt x="747" y="231"/>
                      <a:pt x="747" y="230"/>
                      <a:pt x="747" y="230"/>
                    </a:cubicBezTo>
                    <a:cubicBezTo>
                      <a:pt x="747" y="226"/>
                      <a:pt x="750" y="225"/>
                      <a:pt x="751" y="224"/>
                    </a:cubicBezTo>
                    <a:cubicBezTo>
                      <a:pt x="754" y="229"/>
                      <a:pt x="754" y="229"/>
                      <a:pt x="754" y="229"/>
                    </a:cubicBezTo>
                    <a:cubicBezTo>
                      <a:pt x="753" y="229"/>
                      <a:pt x="752" y="230"/>
                      <a:pt x="752" y="230"/>
                    </a:cubicBezTo>
                    <a:lnTo>
                      <a:pt x="747" y="232"/>
                    </a:lnTo>
                    <a:close/>
                    <a:moveTo>
                      <a:pt x="764" y="221"/>
                    </a:moveTo>
                    <a:cubicBezTo>
                      <a:pt x="759" y="219"/>
                      <a:pt x="759" y="219"/>
                      <a:pt x="759" y="219"/>
                    </a:cubicBezTo>
                    <a:cubicBezTo>
                      <a:pt x="759" y="218"/>
                      <a:pt x="759" y="218"/>
                      <a:pt x="758" y="217"/>
                    </a:cubicBezTo>
                    <a:cubicBezTo>
                      <a:pt x="758" y="216"/>
                      <a:pt x="758" y="216"/>
                      <a:pt x="758" y="215"/>
                    </a:cubicBezTo>
                    <a:cubicBezTo>
                      <a:pt x="763" y="213"/>
                      <a:pt x="763" y="213"/>
                      <a:pt x="763" y="213"/>
                    </a:cubicBezTo>
                    <a:cubicBezTo>
                      <a:pt x="763" y="213"/>
                      <a:pt x="764" y="214"/>
                      <a:pt x="764" y="215"/>
                    </a:cubicBezTo>
                    <a:cubicBezTo>
                      <a:pt x="764" y="216"/>
                      <a:pt x="765" y="217"/>
                      <a:pt x="765" y="219"/>
                    </a:cubicBezTo>
                    <a:cubicBezTo>
                      <a:pt x="765" y="219"/>
                      <a:pt x="765" y="220"/>
                      <a:pt x="764" y="221"/>
                    </a:cubicBezTo>
                    <a:close/>
                    <a:moveTo>
                      <a:pt x="748" y="214"/>
                    </a:moveTo>
                    <a:cubicBezTo>
                      <a:pt x="746" y="214"/>
                      <a:pt x="744" y="214"/>
                      <a:pt x="743" y="213"/>
                    </a:cubicBezTo>
                    <a:cubicBezTo>
                      <a:pt x="746" y="208"/>
                      <a:pt x="746" y="208"/>
                      <a:pt x="746" y="208"/>
                    </a:cubicBezTo>
                    <a:cubicBezTo>
                      <a:pt x="747" y="208"/>
                      <a:pt x="747" y="208"/>
                      <a:pt x="748" y="208"/>
                    </a:cubicBezTo>
                    <a:cubicBezTo>
                      <a:pt x="749" y="208"/>
                      <a:pt x="749" y="208"/>
                      <a:pt x="750" y="208"/>
                    </a:cubicBezTo>
                    <a:cubicBezTo>
                      <a:pt x="751" y="214"/>
                      <a:pt x="751" y="214"/>
                      <a:pt x="751" y="214"/>
                    </a:cubicBezTo>
                    <a:cubicBezTo>
                      <a:pt x="750" y="214"/>
                      <a:pt x="749" y="214"/>
                      <a:pt x="748" y="214"/>
                    </a:cubicBezTo>
                    <a:close/>
                    <a:moveTo>
                      <a:pt x="748" y="200"/>
                    </a:moveTo>
                    <a:cubicBezTo>
                      <a:pt x="742" y="198"/>
                      <a:pt x="742" y="198"/>
                      <a:pt x="742" y="198"/>
                    </a:cubicBezTo>
                    <a:cubicBezTo>
                      <a:pt x="743" y="196"/>
                      <a:pt x="744" y="194"/>
                      <a:pt x="744" y="193"/>
                    </a:cubicBezTo>
                    <a:cubicBezTo>
                      <a:pt x="750" y="195"/>
                      <a:pt x="750" y="195"/>
                      <a:pt x="750" y="195"/>
                    </a:cubicBezTo>
                    <a:cubicBezTo>
                      <a:pt x="750" y="195"/>
                      <a:pt x="750" y="195"/>
                      <a:pt x="750" y="195"/>
                    </a:cubicBezTo>
                    <a:cubicBezTo>
                      <a:pt x="749" y="196"/>
                      <a:pt x="748" y="198"/>
                      <a:pt x="748" y="200"/>
                    </a:cubicBezTo>
                    <a:close/>
                    <a:moveTo>
                      <a:pt x="740" y="186"/>
                    </a:moveTo>
                    <a:cubicBezTo>
                      <a:pt x="739" y="184"/>
                      <a:pt x="738" y="182"/>
                      <a:pt x="738" y="180"/>
                    </a:cubicBezTo>
                    <a:cubicBezTo>
                      <a:pt x="738" y="179"/>
                      <a:pt x="738" y="178"/>
                      <a:pt x="739" y="177"/>
                    </a:cubicBezTo>
                    <a:cubicBezTo>
                      <a:pt x="744" y="180"/>
                      <a:pt x="744" y="180"/>
                      <a:pt x="744" y="180"/>
                    </a:cubicBezTo>
                    <a:cubicBezTo>
                      <a:pt x="744" y="180"/>
                      <a:pt x="744" y="180"/>
                      <a:pt x="744" y="180"/>
                    </a:cubicBezTo>
                    <a:cubicBezTo>
                      <a:pt x="744" y="181"/>
                      <a:pt x="744" y="181"/>
                      <a:pt x="745" y="182"/>
                    </a:cubicBezTo>
                    <a:lnTo>
                      <a:pt x="740" y="186"/>
                    </a:lnTo>
                    <a:close/>
                    <a:moveTo>
                      <a:pt x="749" y="170"/>
                    </a:moveTo>
                    <a:cubicBezTo>
                      <a:pt x="744" y="167"/>
                      <a:pt x="744" y="167"/>
                      <a:pt x="744" y="167"/>
                    </a:cubicBezTo>
                    <a:cubicBezTo>
                      <a:pt x="745" y="165"/>
                      <a:pt x="747" y="163"/>
                      <a:pt x="751" y="163"/>
                    </a:cubicBezTo>
                    <a:cubicBezTo>
                      <a:pt x="752" y="168"/>
                      <a:pt x="752" y="168"/>
                      <a:pt x="752" y="168"/>
                    </a:cubicBezTo>
                    <a:cubicBezTo>
                      <a:pt x="751" y="169"/>
                      <a:pt x="750" y="169"/>
                      <a:pt x="749" y="170"/>
                    </a:cubicBezTo>
                    <a:close/>
                    <a:moveTo>
                      <a:pt x="765" y="166"/>
                    </a:moveTo>
                    <a:cubicBezTo>
                      <a:pt x="761" y="162"/>
                      <a:pt x="761" y="162"/>
                      <a:pt x="761" y="162"/>
                    </a:cubicBezTo>
                    <a:cubicBezTo>
                      <a:pt x="762" y="161"/>
                      <a:pt x="762" y="159"/>
                      <a:pt x="762" y="158"/>
                    </a:cubicBezTo>
                    <a:cubicBezTo>
                      <a:pt x="768" y="159"/>
                      <a:pt x="768" y="159"/>
                      <a:pt x="768" y="159"/>
                    </a:cubicBezTo>
                    <a:cubicBezTo>
                      <a:pt x="768" y="161"/>
                      <a:pt x="767" y="164"/>
                      <a:pt x="765" y="166"/>
                    </a:cubicBezTo>
                    <a:close/>
                    <a:moveTo>
                      <a:pt x="765" y="149"/>
                    </a:moveTo>
                    <a:cubicBezTo>
                      <a:pt x="765" y="148"/>
                      <a:pt x="765" y="147"/>
                      <a:pt x="765" y="147"/>
                    </a:cubicBezTo>
                    <a:cubicBezTo>
                      <a:pt x="765" y="146"/>
                      <a:pt x="764" y="146"/>
                      <a:pt x="764" y="145"/>
                    </a:cubicBezTo>
                    <a:cubicBezTo>
                      <a:pt x="764" y="144"/>
                      <a:pt x="765" y="143"/>
                      <a:pt x="766" y="141"/>
                    </a:cubicBezTo>
                    <a:cubicBezTo>
                      <a:pt x="771" y="144"/>
                      <a:pt x="771" y="144"/>
                      <a:pt x="771" y="144"/>
                    </a:cubicBezTo>
                    <a:cubicBezTo>
                      <a:pt x="770" y="144"/>
                      <a:pt x="770" y="145"/>
                      <a:pt x="770" y="145"/>
                    </a:cubicBezTo>
                    <a:cubicBezTo>
                      <a:pt x="770" y="145"/>
                      <a:pt x="770" y="146"/>
                      <a:pt x="770" y="146"/>
                    </a:cubicBezTo>
                    <a:cubicBezTo>
                      <a:pt x="771" y="147"/>
                      <a:pt x="771" y="147"/>
                      <a:pt x="771" y="147"/>
                    </a:cubicBezTo>
                    <a:cubicBezTo>
                      <a:pt x="768" y="148"/>
                      <a:pt x="768" y="148"/>
                      <a:pt x="768" y="148"/>
                    </a:cubicBezTo>
                    <a:lnTo>
                      <a:pt x="765" y="149"/>
                    </a:lnTo>
                    <a:close/>
                    <a:moveTo>
                      <a:pt x="777" y="133"/>
                    </a:moveTo>
                    <a:cubicBezTo>
                      <a:pt x="771" y="131"/>
                      <a:pt x="771" y="131"/>
                      <a:pt x="771" y="131"/>
                    </a:cubicBezTo>
                    <a:cubicBezTo>
                      <a:pt x="771" y="131"/>
                      <a:pt x="771" y="131"/>
                      <a:pt x="771" y="131"/>
                    </a:cubicBezTo>
                    <a:cubicBezTo>
                      <a:pt x="771" y="131"/>
                      <a:pt x="771" y="131"/>
                      <a:pt x="771" y="131"/>
                    </a:cubicBezTo>
                    <a:cubicBezTo>
                      <a:pt x="771" y="131"/>
                      <a:pt x="771" y="131"/>
                      <a:pt x="771" y="131"/>
                    </a:cubicBezTo>
                    <a:cubicBezTo>
                      <a:pt x="772" y="125"/>
                      <a:pt x="772" y="125"/>
                      <a:pt x="772" y="125"/>
                    </a:cubicBezTo>
                    <a:cubicBezTo>
                      <a:pt x="777" y="126"/>
                      <a:pt x="777" y="130"/>
                      <a:pt x="777" y="131"/>
                    </a:cubicBezTo>
                    <a:cubicBezTo>
                      <a:pt x="777" y="132"/>
                      <a:pt x="777" y="132"/>
                      <a:pt x="777" y="133"/>
                    </a:cubicBezTo>
                    <a:close/>
                    <a:moveTo>
                      <a:pt x="758" y="128"/>
                    </a:moveTo>
                    <a:cubicBezTo>
                      <a:pt x="758" y="128"/>
                      <a:pt x="757" y="127"/>
                      <a:pt x="756" y="126"/>
                    </a:cubicBezTo>
                    <a:cubicBezTo>
                      <a:pt x="756" y="126"/>
                      <a:pt x="755" y="125"/>
                      <a:pt x="755" y="124"/>
                    </a:cubicBezTo>
                    <a:cubicBezTo>
                      <a:pt x="754" y="123"/>
                      <a:pt x="754" y="123"/>
                      <a:pt x="754" y="123"/>
                    </a:cubicBezTo>
                    <a:cubicBezTo>
                      <a:pt x="759" y="120"/>
                      <a:pt x="759" y="120"/>
                      <a:pt x="759" y="120"/>
                    </a:cubicBezTo>
                    <a:cubicBezTo>
                      <a:pt x="759" y="120"/>
                      <a:pt x="759" y="120"/>
                      <a:pt x="759" y="120"/>
                    </a:cubicBezTo>
                    <a:cubicBezTo>
                      <a:pt x="760" y="121"/>
                      <a:pt x="761" y="122"/>
                      <a:pt x="762" y="123"/>
                    </a:cubicBezTo>
                    <a:cubicBezTo>
                      <a:pt x="762" y="123"/>
                      <a:pt x="762" y="123"/>
                      <a:pt x="762" y="124"/>
                    </a:cubicBezTo>
                    <a:lnTo>
                      <a:pt x="758" y="128"/>
                    </a:lnTo>
                    <a:close/>
                    <a:moveTo>
                      <a:pt x="757" y="113"/>
                    </a:moveTo>
                    <a:cubicBezTo>
                      <a:pt x="753" y="109"/>
                      <a:pt x="753" y="109"/>
                      <a:pt x="753" y="109"/>
                    </a:cubicBezTo>
                    <a:cubicBezTo>
                      <a:pt x="754" y="108"/>
                      <a:pt x="756" y="107"/>
                      <a:pt x="758" y="106"/>
                    </a:cubicBezTo>
                    <a:cubicBezTo>
                      <a:pt x="761" y="111"/>
                      <a:pt x="761" y="111"/>
                      <a:pt x="761" y="111"/>
                    </a:cubicBezTo>
                    <a:cubicBezTo>
                      <a:pt x="759" y="112"/>
                      <a:pt x="758" y="113"/>
                      <a:pt x="757" y="113"/>
                    </a:cubicBezTo>
                    <a:close/>
                    <a:moveTo>
                      <a:pt x="767" y="105"/>
                    </a:moveTo>
                    <a:cubicBezTo>
                      <a:pt x="767" y="105"/>
                      <a:pt x="767" y="105"/>
                      <a:pt x="766" y="105"/>
                    </a:cubicBezTo>
                    <a:cubicBezTo>
                      <a:pt x="765" y="104"/>
                      <a:pt x="764" y="104"/>
                      <a:pt x="762" y="103"/>
                    </a:cubicBezTo>
                    <a:cubicBezTo>
                      <a:pt x="766" y="98"/>
                      <a:pt x="766" y="98"/>
                      <a:pt x="766" y="98"/>
                    </a:cubicBezTo>
                    <a:cubicBezTo>
                      <a:pt x="767" y="99"/>
                      <a:pt x="768" y="99"/>
                      <a:pt x="769" y="100"/>
                    </a:cubicBezTo>
                    <a:cubicBezTo>
                      <a:pt x="770" y="100"/>
                      <a:pt x="770" y="101"/>
                      <a:pt x="771" y="101"/>
                    </a:cubicBezTo>
                    <a:cubicBezTo>
                      <a:pt x="767" y="105"/>
                      <a:pt x="767" y="105"/>
                      <a:pt x="767" y="105"/>
                    </a:cubicBezTo>
                    <a:close/>
                    <a:moveTo>
                      <a:pt x="754" y="95"/>
                    </a:moveTo>
                    <a:cubicBezTo>
                      <a:pt x="754" y="94"/>
                      <a:pt x="753" y="94"/>
                      <a:pt x="751" y="93"/>
                    </a:cubicBezTo>
                    <a:cubicBezTo>
                      <a:pt x="750" y="93"/>
                      <a:pt x="750" y="93"/>
                      <a:pt x="749" y="93"/>
                    </a:cubicBezTo>
                    <a:cubicBezTo>
                      <a:pt x="751" y="87"/>
                      <a:pt x="751" y="87"/>
                      <a:pt x="751" y="87"/>
                    </a:cubicBezTo>
                    <a:cubicBezTo>
                      <a:pt x="752" y="87"/>
                      <a:pt x="752" y="88"/>
                      <a:pt x="753" y="88"/>
                    </a:cubicBezTo>
                    <a:cubicBezTo>
                      <a:pt x="755" y="88"/>
                      <a:pt x="756" y="89"/>
                      <a:pt x="757" y="90"/>
                    </a:cubicBezTo>
                    <a:lnTo>
                      <a:pt x="754" y="95"/>
                    </a:lnTo>
                    <a:close/>
                    <a:moveTo>
                      <a:pt x="739" y="86"/>
                    </a:moveTo>
                    <a:cubicBezTo>
                      <a:pt x="738" y="86"/>
                      <a:pt x="736" y="86"/>
                      <a:pt x="735" y="85"/>
                    </a:cubicBezTo>
                    <a:cubicBezTo>
                      <a:pt x="737" y="80"/>
                      <a:pt x="737" y="80"/>
                      <a:pt x="737" y="80"/>
                    </a:cubicBezTo>
                    <a:cubicBezTo>
                      <a:pt x="738" y="80"/>
                      <a:pt x="739" y="80"/>
                      <a:pt x="741" y="80"/>
                    </a:cubicBezTo>
                    <a:cubicBezTo>
                      <a:pt x="742" y="80"/>
                      <a:pt x="742" y="80"/>
                      <a:pt x="742" y="80"/>
                    </a:cubicBezTo>
                    <a:cubicBezTo>
                      <a:pt x="742" y="86"/>
                      <a:pt x="742" y="86"/>
                      <a:pt x="742" y="86"/>
                    </a:cubicBezTo>
                    <a:cubicBezTo>
                      <a:pt x="741" y="86"/>
                      <a:pt x="741" y="86"/>
                      <a:pt x="741" y="86"/>
                    </a:cubicBezTo>
                    <a:cubicBezTo>
                      <a:pt x="740" y="86"/>
                      <a:pt x="740" y="86"/>
                      <a:pt x="739" y="86"/>
                    </a:cubicBezTo>
                    <a:close/>
                    <a:moveTo>
                      <a:pt x="483" y="84"/>
                    </a:moveTo>
                    <a:cubicBezTo>
                      <a:pt x="482" y="79"/>
                      <a:pt x="482" y="79"/>
                      <a:pt x="482" y="79"/>
                    </a:cubicBezTo>
                    <a:cubicBezTo>
                      <a:pt x="482" y="79"/>
                      <a:pt x="482" y="79"/>
                      <a:pt x="482" y="79"/>
                    </a:cubicBezTo>
                    <a:cubicBezTo>
                      <a:pt x="482" y="79"/>
                      <a:pt x="482" y="79"/>
                      <a:pt x="482" y="78"/>
                    </a:cubicBezTo>
                    <a:cubicBezTo>
                      <a:pt x="483" y="77"/>
                      <a:pt x="484" y="76"/>
                      <a:pt x="485" y="76"/>
                    </a:cubicBezTo>
                    <a:cubicBezTo>
                      <a:pt x="489" y="80"/>
                      <a:pt x="489" y="80"/>
                      <a:pt x="489" y="80"/>
                    </a:cubicBezTo>
                    <a:cubicBezTo>
                      <a:pt x="488" y="81"/>
                      <a:pt x="487" y="81"/>
                      <a:pt x="487" y="82"/>
                    </a:cubicBezTo>
                    <a:cubicBezTo>
                      <a:pt x="486" y="83"/>
                      <a:pt x="484" y="84"/>
                      <a:pt x="483" y="84"/>
                    </a:cubicBezTo>
                    <a:close/>
                    <a:moveTo>
                      <a:pt x="378" y="84"/>
                    </a:moveTo>
                    <a:cubicBezTo>
                      <a:pt x="376" y="84"/>
                      <a:pt x="374" y="84"/>
                      <a:pt x="373" y="83"/>
                    </a:cubicBezTo>
                    <a:cubicBezTo>
                      <a:pt x="374" y="78"/>
                      <a:pt x="374" y="78"/>
                      <a:pt x="374" y="78"/>
                    </a:cubicBezTo>
                    <a:cubicBezTo>
                      <a:pt x="375" y="78"/>
                      <a:pt x="377" y="78"/>
                      <a:pt x="378" y="78"/>
                    </a:cubicBezTo>
                    <a:cubicBezTo>
                      <a:pt x="378" y="78"/>
                      <a:pt x="379" y="78"/>
                      <a:pt x="379" y="78"/>
                    </a:cubicBezTo>
                    <a:cubicBezTo>
                      <a:pt x="380" y="84"/>
                      <a:pt x="380" y="84"/>
                      <a:pt x="380" y="84"/>
                    </a:cubicBezTo>
                    <a:cubicBezTo>
                      <a:pt x="379" y="84"/>
                      <a:pt x="378" y="84"/>
                      <a:pt x="378" y="84"/>
                    </a:cubicBezTo>
                    <a:close/>
                    <a:moveTo>
                      <a:pt x="392" y="81"/>
                    </a:moveTo>
                    <a:cubicBezTo>
                      <a:pt x="390" y="76"/>
                      <a:pt x="390" y="76"/>
                      <a:pt x="390" y="76"/>
                    </a:cubicBezTo>
                    <a:cubicBezTo>
                      <a:pt x="392" y="75"/>
                      <a:pt x="394" y="75"/>
                      <a:pt x="395" y="74"/>
                    </a:cubicBezTo>
                    <a:cubicBezTo>
                      <a:pt x="398" y="79"/>
                      <a:pt x="398" y="79"/>
                      <a:pt x="398" y="79"/>
                    </a:cubicBezTo>
                    <a:cubicBezTo>
                      <a:pt x="396" y="80"/>
                      <a:pt x="394" y="81"/>
                      <a:pt x="392" y="81"/>
                    </a:cubicBezTo>
                    <a:close/>
                    <a:moveTo>
                      <a:pt x="504" y="78"/>
                    </a:moveTo>
                    <a:cubicBezTo>
                      <a:pt x="502" y="78"/>
                      <a:pt x="501" y="78"/>
                      <a:pt x="499" y="78"/>
                    </a:cubicBezTo>
                    <a:cubicBezTo>
                      <a:pt x="498" y="78"/>
                      <a:pt x="498" y="78"/>
                      <a:pt x="498" y="78"/>
                    </a:cubicBezTo>
                    <a:cubicBezTo>
                      <a:pt x="498" y="72"/>
                      <a:pt x="498" y="72"/>
                      <a:pt x="498" y="72"/>
                    </a:cubicBezTo>
                    <a:cubicBezTo>
                      <a:pt x="499" y="72"/>
                      <a:pt x="499" y="72"/>
                      <a:pt x="499" y="72"/>
                    </a:cubicBezTo>
                    <a:cubicBezTo>
                      <a:pt x="501" y="72"/>
                      <a:pt x="502" y="72"/>
                      <a:pt x="504" y="72"/>
                    </a:cubicBezTo>
                    <a:lnTo>
                      <a:pt x="504" y="78"/>
                    </a:lnTo>
                    <a:close/>
                    <a:moveTo>
                      <a:pt x="475" y="77"/>
                    </a:moveTo>
                    <a:cubicBezTo>
                      <a:pt x="474" y="77"/>
                      <a:pt x="473" y="77"/>
                      <a:pt x="472" y="77"/>
                    </a:cubicBezTo>
                    <a:cubicBezTo>
                      <a:pt x="471" y="76"/>
                      <a:pt x="470" y="76"/>
                      <a:pt x="469" y="76"/>
                    </a:cubicBezTo>
                    <a:cubicBezTo>
                      <a:pt x="471" y="71"/>
                      <a:pt x="471" y="71"/>
                      <a:pt x="471" y="71"/>
                    </a:cubicBezTo>
                    <a:cubicBezTo>
                      <a:pt x="472" y="71"/>
                      <a:pt x="473" y="71"/>
                      <a:pt x="474" y="71"/>
                    </a:cubicBezTo>
                    <a:cubicBezTo>
                      <a:pt x="475" y="71"/>
                      <a:pt x="475" y="72"/>
                      <a:pt x="476" y="72"/>
                    </a:cubicBezTo>
                    <a:lnTo>
                      <a:pt x="475" y="77"/>
                    </a:lnTo>
                    <a:close/>
                    <a:moveTo>
                      <a:pt x="725" y="77"/>
                    </a:moveTo>
                    <a:cubicBezTo>
                      <a:pt x="724" y="76"/>
                      <a:pt x="722" y="75"/>
                      <a:pt x="721" y="74"/>
                    </a:cubicBezTo>
                    <a:cubicBezTo>
                      <a:pt x="725" y="69"/>
                      <a:pt x="725" y="69"/>
                      <a:pt x="725" y="69"/>
                    </a:cubicBezTo>
                    <a:cubicBezTo>
                      <a:pt x="726" y="70"/>
                      <a:pt x="728" y="72"/>
                      <a:pt x="729" y="73"/>
                    </a:cubicBezTo>
                    <a:lnTo>
                      <a:pt x="725" y="77"/>
                    </a:lnTo>
                    <a:close/>
                    <a:moveTo>
                      <a:pt x="360" y="77"/>
                    </a:moveTo>
                    <a:cubicBezTo>
                      <a:pt x="358" y="72"/>
                      <a:pt x="358" y="72"/>
                      <a:pt x="358" y="72"/>
                    </a:cubicBezTo>
                    <a:cubicBezTo>
                      <a:pt x="361" y="71"/>
                      <a:pt x="363" y="70"/>
                      <a:pt x="365" y="70"/>
                    </a:cubicBezTo>
                    <a:cubicBezTo>
                      <a:pt x="365" y="76"/>
                      <a:pt x="365" y="76"/>
                      <a:pt x="365" y="76"/>
                    </a:cubicBezTo>
                    <a:cubicBezTo>
                      <a:pt x="363" y="76"/>
                      <a:pt x="362" y="76"/>
                      <a:pt x="360" y="77"/>
                    </a:cubicBezTo>
                    <a:close/>
                    <a:moveTo>
                      <a:pt x="516" y="77"/>
                    </a:moveTo>
                    <a:cubicBezTo>
                      <a:pt x="514" y="71"/>
                      <a:pt x="514" y="71"/>
                      <a:pt x="514" y="71"/>
                    </a:cubicBezTo>
                    <a:cubicBezTo>
                      <a:pt x="516" y="71"/>
                      <a:pt x="517" y="70"/>
                      <a:pt x="518" y="69"/>
                    </a:cubicBezTo>
                    <a:cubicBezTo>
                      <a:pt x="522" y="73"/>
                      <a:pt x="522" y="73"/>
                      <a:pt x="522" y="73"/>
                    </a:cubicBezTo>
                    <a:cubicBezTo>
                      <a:pt x="521" y="75"/>
                      <a:pt x="519" y="76"/>
                      <a:pt x="516" y="77"/>
                    </a:cubicBezTo>
                    <a:close/>
                    <a:moveTo>
                      <a:pt x="712" y="77"/>
                    </a:moveTo>
                    <a:cubicBezTo>
                      <a:pt x="709" y="77"/>
                      <a:pt x="707" y="74"/>
                      <a:pt x="706" y="72"/>
                    </a:cubicBezTo>
                    <a:cubicBezTo>
                      <a:pt x="711" y="69"/>
                      <a:pt x="711" y="69"/>
                      <a:pt x="711" y="69"/>
                    </a:cubicBezTo>
                    <a:cubicBezTo>
                      <a:pt x="712" y="71"/>
                      <a:pt x="713" y="71"/>
                      <a:pt x="713" y="71"/>
                    </a:cubicBezTo>
                    <a:cubicBezTo>
                      <a:pt x="713" y="72"/>
                      <a:pt x="713" y="72"/>
                      <a:pt x="713" y="72"/>
                    </a:cubicBezTo>
                    <a:cubicBezTo>
                      <a:pt x="713" y="77"/>
                      <a:pt x="713" y="77"/>
                      <a:pt x="713" y="77"/>
                    </a:cubicBezTo>
                    <a:cubicBezTo>
                      <a:pt x="713" y="77"/>
                      <a:pt x="713" y="77"/>
                      <a:pt x="712" y="77"/>
                    </a:cubicBezTo>
                    <a:close/>
                    <a:moveTo>
                      <a:pt x="347" y="76"/>
                    </a:moveTo>
                    <a:cubicBezTo>
                      <a:pt x="346" y="76"/>
                      <a:pt x="346" y="76"/>
                      <a:pt x="346" y="76"/>
                    </a:cubicBezTo>
                    <a:cubicBezTo>
                      <a:pt x="346" y="76"/>
                      <a:pt x="345" y="75"/>
                      <a:pt x="343" y="75"/>
                    </a:cubicBezTo>
                    <a:cubicBezTo>
                      <a:pt x="343" y="70"/>
                      <a:pt x="343" y="70"/>
                      <a:pt x="343" y="70"/>
                    </a:cubicBezTo>
                    <a:cubicBezTo>
                      <a:pt x="346" y="70"/>
                      <a:pt x="348" y="70"/>
                      <a:pt x="350" y="71"/>
                    </a:cubicBezTo>
                    <a:lnTo>
                      <a:pt x="347" y="76"/>
                    </a:lnTo>
                    <a:close/>
                    <a:moveTo>
                      <a:pt x="51" y="76"/>
                    </a:move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3" y="70"/>
                      <a:pt x="55" y="70"/>
                      <a:pt x="57" y="70"/>
                    </a:cubicBezTo>
                    <a:cubicBezTo>
                      <a:pt x="57" y="76"/>
                      <a:pt x="57" y="76"/>
                      <a:pt x="57" y="76"/>
                    </a:cubicBezTo>
                    <a:cubicBezTo>
                      <a:pt x="56" y="76"/>
                      <a:pt x="54" y="76"/>
                      <a:pt x="51" y="76"/>
                    </a:cubicBezTo>
                    <a:close/>
                    <a:moveTo>
                      <a:pt x="38" y="74"/>
                    </a:moveTo>
                    <a:cubicBezTo>
                      <a:pt x="37" y="74"/>
                      <a:pt x="37" y="74"/>
                      <a:pt x="37" y="74"/>
                    </a:cubicBezTo>
                    <a:cubicBezTo>
                      <a:pt x="36" y="73"/>
                      <a:pt x="35" y="72"/>
                      <a:pt x="35" y="72"/>
                    </a:cubicBezTo>
                    <a:cubicBezTo>
                      <a:pt x="34" y="66"/>
                      <a:pt x="34" y="66"/>
                      <a:pt x="34" y="66"/>
                    </a:cubicBezTo>
                    <a:cubicBezTo>
                      <a:pt x="35" y="66"/>
                      <a:pt x="35" y="66"/>
                      <a:pt x="35" y="66"/>
                    </a:cubicBezTo>
                    <a:cubicBezTo>
                      <a:pt x="37" y="66"/>
                      <a:pt x="39" y="68"/>
                      <a:pt x="41" y="69"/>
                    </a:cubicBezTo>
                    <a:cubicBezTo>
                      <a:pt x="41" y="69"/>
                      <a:pt x="41" y="69"/>
                      <a:pt x="41" y="69"/>
                    </a:cubicBezTo>
                    <a:lnTo>
                      <a:pt x="38" y="74"/>
                    </a:lnTo>
                    <a:close/>
                    <a:moveTo>
                      <a:pt x="423" y="73"/>
                    </a:moveTo>
                    <a:cubicBezTo>
                      <a:pt x="423" y="73"/>
                      <a:pt x="422" y="73"/>
                      <a:pt x="422" y="73"/>
                    </a:cubicBezTo>
                    <a:cubicBezTo>
                      <a:pt x="422" y="67"/>
                      <a:pt x="422" y="67"/>
                      <a:pt x="422" y="67"/>
                    </a:cubicBezTo>
                    <a:cubicBezTo>
                      <a:pt x="424" y="67"/>
                      <a:pt x="425" y="67"/>
                      <a:pt x="427" y="66"/>
                    </a:cubicBezTo>
                    <a:cubicBezTo>
                      <a:pt x="428" y="72"/>
                      <a:pt x="428" y="72"/>
                      <a:pt x="428" y="72"/>
                    </a:cubicBezTo>
                    <a:cubicBezTo>
                      <a:pt x="426" y="72"/>
                      <a:pt x="425" y="73"/>
                      <a:pt x="423" y="73"/>
                    </a:cubicBezTo>
                    <a:close/>
                    <a:moveTo>
                      <a:pt x="405" y="71"/>
                    </a:moveTo>
                    <a:cubicBezTo>
                      <a:pt x="403" y="66"/>
                      <a:pt x="403" y="66"/>
                      <a:pt x="403" y="66"/>
                    </a:cubicBezTo>
                    <a:cubicBezTo>
                      <a:pt x="405" y="65"/>
                      <a:pt x="406" y="65"/>
                      <a:pt x="409" y="65"/>
                    </a:cubicBezTo>
                    <a:cubicBezTo>
                      <a:pt x="409" y="65"/>
                      <a:pt x="410" y="65"/>
                      <a:pt x="411" y="65"/>
                    </a:cubicBezTo>
                    <a:cubicBezTo>
                      <a:pt x="410" y="71"/>
                      <a:pt x="410" y="71"/>
                      <a:pt x="410" y="71"/>
                    </a:cubicBezTo>
                    <a:cubicBezTo>
                      <a:pt x="409" y="71"/>
                      <a:pt x="409" y="71"/>
                      <a:pt x="408" y="71"/>
                    </a:cubicBezTo>
                    <a:cubicBezTo>
                      <a:pt x="407" y="71"/>
                      <a:pt x="406" y="71"/>
                      <a:pt x="405" y="71"/>
                    </a:cubicBezTo>
                    <a:close/>
                    <a:moveTo>
                      <a:pt x="22" y="71"/>
                    </a:moveTo>
                    <a:cubicBezTo>
                      <a:pt x="21" y="70"/>
                      <a:pt x="19" y="70"/>
                      <a:pt x="18" y="70"/>
                    </a:cubicBezTo>
                    <a:cubicBezTo>
                      <a:pt x="17" y="70"/>
                      <a:pt x="17" y="70"/>
                      <a:pt x="16" y="70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20" y="64"/>
                      <a:pt x="21" y="65"/>
                      <a:pt x="23" y="65"/>
                    </a:cubicBezTo>
                    <a:lnTo>
                      <a:pt x="22" y="71"/>
                    </a:lnTo>
                    <a:close/>
                    <a:moveTo>
                      <a:pt x="330" y="71"/>
                    </a:moveTo>
                    <a:cubicBezTo>
                      <a:pt x="330" y="70"/>
                      <a:pt x="329" y="70"/>
                      <a:pt x="329" y="70"/>
                    </a:cubicBezTo>
                    <a:cubicBezTo>
                      <a:pt x="329" y="70"/>
                      <a:pt x="328" y="70"/>
                      <a:pt x="327" y="70"/>
                    </a:cubicBezTo>
                    <a:cubicBezTo>
                      <a:pt x="327" y="64"/>
                      <a:pt x="327" y="64"/>
                      <a:pt x="327" y="64"/>
                    </a:cubicBezTo>
                    <a:cubicBezTo>
                      <a:pt x="327" y="64"/>
                      <a:pt x="327" y="64"/>
                      <a:pt x="327" y="64"/>
                    </a:cubicBezTo>
                    <a:cubicBezTo>
                      <a:pt x="331" y="64"/>
                      <a:pt x="332" y="64"/>
                      <a:pt x="335" y="67"/>
                    </a:cubicBezTo>
                    <a:lnTo>
                      <a:pt x="330" y="71"/>
                    </a:lnTo>
                    <a:close/>
                    <a:moveTo>
                      <a:pt x="2" y="69"/>
                    </a:move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3" y="63"/>
                      <a:pt x="5" y="62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5" y="68"/>
                      <a:pt x="2" y="69"/>
                      <a:pt x="2" y="69"/>
                    </a:cubicBezTo>
                    <a:close/>
                    <a:moveTo>
                      <a:pt x="456" y="69"/>
                    </a:moveTo>
                    <a:cubicBezTo>
                      <a:pt x="456" y="63"/>
                      <a:pt x="456" y="63"/>
                      <a:pt x="456" y="63"/>
                    </a:cubicBezTo>
                    <a:cubicBezTo>
                      <a:pt x="457" y="63"/>
                      <a:pt x="458" y="63"/>
                      <a:pt x="458" y="62"/>
                    </a:cubicBezTo>
                    <a:cubicBezTo>
                      <a:pt x="460" y="62"/>
                      <a:pt x="461" y="62"/>
                      <a:pt x="462" y="62"/>
                    </a:cubicBezTo>
                    <a:cubicBezTo>
                      <a:pt x="461" y="68"/>
                      <a:pt x="461" y="68"/>
                      <a:pt x="461" y="68"/>
                    </a:cubicBezTo>
                    <a:cubicBezTo>
                      <a:pt x="461" y="68"/>
                      <a:pt x="460" y="68"/>
                      <a:pt x="460" y="68"/>
                    </a:cubicBezTo>
                    <a:cubicBezTo>
                      <a:pt x="459" y="68"/>
                      <a:pt x="458" y="69"/>
                      <a:pt x="456" y="69"/>
                    </a:cubicBezTo>
                    <a:close/>
                    <a:moveTo>
                      <a:pt x="439" y="68"/>
                    </a:moveTo>
                    <a:cubicBezTo>
                      <a:pt x="438" y="63"/>
                      <a:pt x="438" y="63"/>
                      <a:pt x="438" y="63"/>
                    </a:cubicBezTo>
                    <a:cubicBezTo>
                      <a:pt x="440" y="62"/>
                      <a:pt x="442" y="62"/>
                      <a:pt x="445" y="62"/>
                    </a:cubicBezTo>
                    <a:cubicBezTo>
                      <a:pt x="444" y="65"/>
                      <a:pt x="444" y="65"/>
                      <a:pt x="444" y="65"/>
                    </a:cubicBezTo>
                    <a:cubicBezTo>
                      <a:pt x="444" y="68"/>
                      <a:pt x="444" y="68"/>
                      <a:pt x="444" y="68"/>
                    </a:cubicBezTo>
                    <a:cubicBezTo>
                      <a:pt x="442" y="68"/>
                      <a:pt x="441" y="68"/>
                      <a:pt x="439" y="68"/>
                    </a:cubicBezTo>
                    <a:close/>
                    <a:moveTo>
                      <a:pt x="67" y="66"/>
                    </a:moveTo>
                    <a:cubicBezTo>
                      <a:pt x="62" y="64"/>
                      <a:pt x="62" y="64"/>
                      <a:pt x="62" y="64"/>
                    </a:cubicBezTo>
                    <a:cubicBezTo>
                      <a:pt x="63" y="63"/>
                      <a:pt x="63" y="62"/>
                      <a:pt x="64" y="60"/>
                    </a:cubicBezTo>
                    <a:cubicBezTo>
                      <a:pt x="64" y="60"/>
                      <a:pt x="65" y="59"/>
                      <a:pt x="65" y="59"/>
                    </a:cubicBezTo>
                    <a:cubicBezTo>
                      <a:pt x="70" y="62"/>
                      <a:pt x="70" y="62"/>
                      <a:pt x="70" y="62"/>
                    </a:cubicBezTo>
                    <a:cubicBezTo>
                      <a:pt x="70" y="63"/>
                      <a:pt x="69" y="63"/>
                      <a:pt x="69" y="64"/>
                    </a:cubicBezTo>
                    <a:cubicBezTo>
                      <a:pt x="68" y="64"/>
                      <a:pt x="68" y="65"/>
                      <a:pt x="67" y="66"/>
                    </a:cubicBezTo>
                    <a:close/>
                    <a:moveTo>
                      <a:pt x="314" y="63"/>
                    </a:moveTo>
                    <a:cubicBezTo>
                      <a:pt x="313" y="58"/>
                      <a:pt x="313" y="58"/>
                      <a:pt x="313" y="58"/>
                    </a:cubicBezTo>
                    <a:cubicBezTo>
                      <a:pt x="313" y="58"/>
                      <a:pt x="314" y="57"/>
                      <a:pt x="314" y="57"/>
                    </a:cubicBezTo>
                    <a:cubicBezTo>
                      <a:pt x="316" y="57"/>
                      <a:pt x="318" y="56"/>
                      <a:pt x="319" y="57"/>
                    </a:cubicBezTo>
                    <a:cubicBezTo>
                      <a:pt x="318" y="63"/>
                      <a:pt x="318" y="63"/>
                      <a:pt x="318" y="63"/>
                    </a:cubicBezTo>
                    <a:cubicBezTo>
                      <a:pt x="317" y="63"/>
                      <a:pt x="317" y="63"/>
                      <a:pt x="316" y="63"/>
                    </a:cubicBezTo>
                    <a:cubicBezTo>
                      <a:pt x="315" y="63"/>
                      <a:pt x="314" y="63"/>
                      <a:pt x="314" y="63"/>
                    </a:cubicBezTo>
                    <a:close/>
                    <a:moveTo>
                      <a:pt x="529" y="62"/>
                    </a:moveTo>
                    <a:cubicBezTo>
                      <a:pt x="524" y="60"/>
                      <a:pt x="524" y="60"/>
                      <a:pt x="524" y="60"/>
                    </a:cubicBezTo>
                    <a:cubicBezTo>
                      <a:pt x="526" y="55"/>
                      <a:pt x="526" y="55"/>
                      <a:pt x="526" y="55"/>
                    </a:cubicBezTo>
                    <a:cubicBezTo>
                      <a:pt x="531" y="57"/>
                      <a:pt x="531" y="57"/>
                      <a:pt x="531" y="57"/>
                    </a:cubicBezTo>
                    <a:lnTo>
                      <a:pt x="529" y="62"/>
                    </a:lnTo>
                    <a:close/>
                    <a:moveTo>
                      <a:pt x="700" y="62"/>
                    </a:moveTo>
                    <a:cubicBezTo>
                      <a:pt x="700" y="61"/>
                      <a:pt x="700" y="61"/>
                      <a:pt x="697" y="60"/>
                    </a:cubicBezTo>
                    <a:cubicBezTo>
                      <a:pt x="697" y="59"/>
                      <a:pt x="697" y="59"/>
                      <a:pt x="697" y="59"/>
                    </a:cubicBezTo>
                    <a:cubicBezTo>
                      <a:pt x="700" y="54"/>
                      <a:pt x="700" y="54"/>
                      <a:pt x="700" y="54"/>
                    </a:cubicBezTo>
                    <a:cubicBezTo>
                      <a:pt x="700" y="55"/>
                      <a:pt x="700" y="55"/>
                      <a:pt x="700" y="55"/>
                    </a:cubicBezTo>
                    <a:cubicBezTo>
                      <a:pt x="703" y="56"/>
                      <a:pt x="704" y="57"/>
                      <a:pt x="705" y="59"/>
                    </a:cubicBezTo>
                    <a:lnTo>
                      <a:pt x="700" y="62"/>
                    </a:lnTo>
                    <a:close/>
                    <a:moveTo>
                      <a:pt x="651" y="57"/>
                    </a:moveTo>
                    <a:cubicBezTo>
                      <a:pt x="651" y="51"/>
                      <a:pt x="651" y="51"/>
                      <a:pt x="651" y="51"/>
                    </a:cubicBezTo>
                    <a:cubicBezTo>
                      <a:pt x="652" y="51"/>
                      <a:pt x="652" y="51"/>
                      <a:pt x="653" y="51"/>
                    </a:cubicBezTo>
                    <a:cubicBezTo>
                      <a:pt x="653" y="50"/>
                      <a:pt x="654" y="50"/>
                      <a:pt x="654" y="49"/>
                    </a:cubicBezTo>
                    <a:cubicBezTo>
                      <a:pt x="658" y="54"/>
                      <a:pt x="658" y="54"/>
                      <a:pt x="658" y="54"/>
                    </a:cubicBezTo>
                    <a:cubicBezTo>
                      <a:pt x="658" y="54"/>
                      <a:pt x="657" y="55"/>
                      <a:pt x="657" y="55"/>
                    </a:cubicBezTo>
                    <a:cubicBezTo>
                      <a:pt x="655" y="56"/>
                      <a:pt x="653" y="57"/>
                      <a:pt x="651" y="57"/>
                    </a:cubicBezTo>
                    <a:close/>
                    <a:moveTo>
                      <a:pt x="301" y="56"/>
                    </a:moveTo>
                    <a:cubicBezTo>
                      <a:pt x="301" y="56"/>
                      <a:pt x="300" y="55"/>
                      <a:pt x="300" y="55"/>
                    </a:cubicBezTo>
                    <a:cubicBezTo>
                      <a:pt x="299" y="54"/>
                      <a:pt x="299" y="54"/>
                      <a:pt x="299" y="54"/>
                    </a:cubicBezTo>
                    <a:cubicBezTo>
                      <a:pt x="299" y="53"/>
                      <a:pt x="298" y="52"/>
                      <a:pt x="298" y="51"/>
                    </a:cubicBezTo>
                    <a:cubicBezTo>
                      <a:pt x="303" y="49"/>
                      <a:pt x="303" y="49"/>
                      <a:pt x="303" y="49"/>
                    </a:cubicBezTo>
                    <a:cubicBezTo>
                      <a:pt x="304" y="49"/>
                      <a:pt x="304" y="50"/>
                      <a:pt x="304" y="50"/>
                    </a:cubicBezTo>
                    <a:cubicBezTo>
                      <a:pt x="305" y="52"/>
                      <a:pt x="305" y="52"/>
                      <a:pt x="305" y="52"/>
                    </a:cubicBezTo>
                    <a:cubicBezTo>
                      <a:pt x="305" y="52"/>
                      <a:pt x="306" y="53"/>
                      <a:pt x="306" y="53"/>
                    </a:cubicBezTo>
                    <a:lnTo>
                      <a:pt x="301" y="56"/>
                    </a:lnTo>
                    <a:close/>
                    <a:moveTo>
                      <a:pt x="687" y="55"/>
                    </a:moveTo>
                    <a:cubicBezTo>
                      <a:pt x="686" y="55"/>
                      <a:pt x="684" y="55"/>
                      <a:pt x="682" y="55"/>
                    </a:cubicBezTo>
                    <a:cubicBezTo>
                      <a:pt x="682" y="49"/>
                      <a:pt x="682" y="49"/>
                      <a:pt x="682" y="49"/>
                    </a:cubicBezTo>
                    <a:cubicBezTo>
                      <a:pt x="684" y="49"/>
                      <a:pt x="686" y="49"/>
                      <a:pt x="688" y="49"/>
                    </a:cubicBezTo>
                    <a:lnTo>
                      <a:pt x="687" y="55"/>
                    </a:lnTo>
                    <a:close/>
                    <a:moveTo>
                      <a:pt x="670" y="55"/>
                    </a:moveTo>
                    <a:cubicBezTo>
                      <a:pt x="666" y="55"/>
                      <a:pt x="665" y="53"/>
                      <a:pt x="664" y="52"/>
                    </a:cubicBezTo>
                    <a:cubicBezTo>
                      <a:pt x="664" y="52"/>
                      <a:pt x="664" y="51"/>
                      <a:pt x="663" y="51"/>
                    </a:cubicBezTo>
                    <a:cubicBezTo>
                      <a:pt x="668" y="47"/>
                      <a:pt x="668" y="47"/>
                      <a:pt x="668" y="47"/>
                    </a:cubicBezTo>
                    <a:cubicBezTo>
                      <a:pt x="668" y="48"/>
                      <a:pt x="669" y="48"/>
                      <a:pt x="669" y="49"/>
                    </a:cubicBezTo>
                    <a:cubicBezTo>
                      <a:pt x="669" y="49"/>
                      <a:pt x="669" y="49"/>
                      <a:pt x="669" y="49"/>
                    </a:cubicBezTo>
                    <a:cubicBezTo>
                      <a:pt x="669" y="49"/>
                      <a:pt x="669" y="49"/>
                      <a:pt x="670" y="49"/>
                    </a:cubicBezTo>
                    <a:lnTo>
                      <a:pt x="670" y="55"/>
                    </a:lnTo>
                    <a:close/>
                    <a:moveTo>
                      <a:pt x="640" y="55"/>
                    </a:moveTo>
                    <a:cubicBezTo>
                      <a:pt x="639" y="55"/>
                      <a:pt x="639" y="55"/>
                      <a:pt x="639" y="55"/>
                    </a:cubicBezTo>
                    <a:cubicBezTo>
                      <a:pt x="637" y="55"/>
                      <a:pt x="635" y="55"/>
                      <a:pt x="634" y="55"/>
                    </a:cubicBezTo>
                    <a:cubicBezTo>
                      <a:pt x="634" y="49"/>
                      <a:pt x="634" y="49"/>
                      <a:pt x="634" y="49"/>
                    </a:cubicBezTo>
                    <a:cubicBezTo>
                      <a:pt x="636" y="49"/>
                      <a:pt x="637" y="49"/>
                      <a:pt x="639" y="49"/>
                    </a:cubicBezTo>
                    <a:cubicBezTo>
                      <a:pt x="640" y="49"/>
                      <a:pt x="640" y="49"/>
                      <a:pt x="640" y="49"/>
                    </a:cubicBezTo>
                    <a:lnTo>
                      <a:pt x="640" y="55"/>
                    </a:lnTo>
                    <a:close/>
                    <a:moveTo>
                      <a:pt x="592" y="51"/>
                    </a:moveTo>
                    <a:cubicBezTo>
                      <a:pt x="590" y="51"/>
                      <a:pt x="588" y="51"/>
                      <a:pt x="586" y="50"/>
                    </a:cubicBezTo>
                    <a:cubicBezTo>
                      <a:pt x="588" y="44"/>
                      <a:pt x="588" y="44"/>
                      <a:pt x="588" y="44"/>
                    </a:cubicBezTo>
                    <a:cubicBezTo>
                      <a:pt x="589" y="45"/>
                      <a:pt x="591" y="45"/>
                      <a:pt x="592" y="45"/>
                    </a:cubicBezTo>
                    <a:cubicBezTo>
                      <a:pt x="592" y="45"/>
                      <a:pt x="592" y="45"/>
                      <a:pt x="592" y="45"/>
                    </a:cubicBezTo>
                    <a:cubicBezTo>
                      <a:pt x="592" y="51"/>
                      <a:pt x="592" y="51"/>
                      <a:pt x="592" y="51"/>
                    </a:cubicBezTo>
                    <a:close/>
                    <a:moveTo>
                      <a:pt x="541" y="50"/>
                    </a:moveTo>
                    <a:cubicBezTo>
                      <a:pt x="540" y="50"/>
                      <a:pt x="540" y="50"/>
                      <a:pt x="539" y="50"/>
                    </a:cubicBezTo>
                    <a:cubicBezTo>
                      <a:pt x="538" y="50"/>
                      <a:pt x="537" y="50"/>
                      <a:pt x="536" y="50"/>
                    </a:cubicBezTo>
                    <a:cubicBezTo>
                      <a:pt x="535" y="44"/>
                      <a:pt x="535" y="44"/>
                      <a:pt x="535" y="44"/>
                    </a:cubicBezTo>
                    <a:cubicBezTo>
                      <a:pt x="537" y="44"/>
                      <a:pt x="539" y="44"/>
                      <a:pt x="540" y="44"/>
                    </a:cubicBezTo>
                    <a:cubicBezTo>
                      <a:pt x="540" y="44"/>
                      <a:pt x="541" y="44"/>
                      <a:pt x="542" y="44"/>
                    </a:cubicBezTo>
                    <a:lnTo>
                      <a:pt x="541" y="50"/>
                    </a:lnTo>
                    <a:close/>
                    <a:moveTo>
                      <a:pt x="73" y="50"/>
                    </a:moveTo>
                    <a:cubicBezTo>
                      <a:pt x="68" y="48"/>
                      <a:pt x="68" y="48"/>
                      <a:pt x="68" y="48"/>
                    </a:cubicBezTo>
                    <a:cubicBezTo>
                      <a:pt x="69" y="45"/>
                      <a:pt x="72" y="43"/>
                      <a:pt x="74" y="43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5" y="48"/>
                      <a:pt x="75" y="48"/>
                      <a:pt x="75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9"/>
                      <a:pt x="74" y="49"/>
                      <a:pt x="73" y="50"/>
                    </a:cubicBezTo>
                    <a:close/>
                    <a:moveTo>
                      <a:pt x="621" y="50"/>
                    </a:moveTo>
                    <a:cubicBezTo>
                      <a:pt x="620" y="48"/>
                      <a:pt x="619" y="47"/>
                      <a:pt x="619" y="45"/>
                    </a:cubicBezTo>
                    <a:cubicBezTo>
                      <a:pt x="619" y="45"/>
                      <a:pt x="619" y="45"/>
                      <a:pt x="619" y="45"/>
                    </a:cubicBezTo>
                    <a:cubicBezTo>
                      <a:pt x="619" y="45"/>
                      <a:pt x="619" y="45"/>
                      <a:pt x="619" y="45"/>
                    </a:cubicBezTo>
                    <a:cubicBezTo>
                      <a:pt x="622" y="40"/>
                      <a:pt x="622" y="40"/>
                      <a:pt x="622" y="40"/>
                    </a:cubicBezTo>
                    <a:cubicBezTo>
                      <a:pt x="623" y="41"/>
                      <a:pt x="624" y="42"/>
                      <a:pt x="624" y="42"/>
                    </a:cubicBezTo>
                    <a:cubicBezTo>
                      <a:pt x="624" y="43"/>
                      <a:pt x="624" y="43"/>
                      <a:pt x="624" y="43"/>
                    </a:cubicBezTo>
                    <a:cubicBezTo>
                      <a:pt x="625" y="44"/>
                      <a:pt x="625" y="45"/>
                      <a:pt x="626" y="46"/>
                    </a:cubicBezTo>
                    <a:lnTo>
                      <a:pt x="621" y="50"/>
                    </a:lnTo>
                    <a:close/>
                    <a:moveTo>
                      <a:pt x="218" y="49"/>
                    </a:moveTo>
                    <a:cubicBezTo>
                      <a:pt x="217" y="49"/>
                      <a:pt x="216" y="49"/>
                      <a:pt x="215" y="49"/>
                    </a:cubicBezTo>
                    <a:cubicBezTo>
                      <a:pt x="214" y="49"/>
                      <a:pt x="213" y="49"/>
                      <a:pt x="213" y="49"/>
                    </a:cubicBezTo>
                    <a:cubicBezTo>
                      <a:pt x="213" y="43"/>
                      <a:pt x="213" y="43"/>
                      <a:pt x="213" y="43"/>
                    </a:cubicBezTo>
                    <a:cubicBezTo>
                      <a:pt x="214" y="43"/>
                      <a:pt x="215" y="43"/>
                      <a:pt x="215" y="43"/>
                    </a:cubicBezTo>
                    <a:cubicBezTo>
                      <a:pt x="216" y="44"/>
                      <a:pt x="217" y="44"/>
                      <a:pt x="218" y="44"/>
                    </a:cubicBezTo>
                    <a:cubicBezTo>
                      <a:pt x="219" y="49"/>
                      <a:pt x="219" y="49"/>
                      <a:pt x="219" y="49"/>
                    </a:cubicBezTo>
                    <a:cubicBezTo>
                      <a:pt x="219" y="49"/>
                      <a:pt x="218" y="49"/>
                      <a:pt x="218" y="49"/>
                    </a:cubicBezTo>
                    <a:close/>
                    <a:moveTo>
                      <a:pt x="558" y="49"/>
                    </a:moveTo>
                    <a:cubicBezTo>
                      <a:pt x="556" y="49"/>
                      <a:pt x="555" y="49"/>
                      <a:pt x="553" y="49"/>
                    </a:cubicBezTo>
                    <a:cubicBezTo>
                      <a:pt x="553" y="43"/>
                      <a:pt x="553" y="43"/>
                      <a:pt x="553" y="43"/>
                    </a:cubicBezTo>
                    <a:cubicBezTo>
                      <a:pt x="555" y="43"/>
                      <a:pt x="557" y="43"/>
                      <a:pt x="559" y="43"/>
                    </a:cubicBezTo>
                    <a:lnTo>
                      <a:pt x="558" y="49"/>
                    </a:lnTo>
                    <a:close/>
                    <a:moveTo>
                      <a:pt x="571" y="49"/>
                    </a:moveTo>
                    <a:cubicBezTo>
                      <a:pt x="569" y="43"/>
                      <a:pt x="569" y="43"/>
                      <a:pt x="569" y="43"/>
                    </a:cubicBezTo>
                    <a:cubicBezTo>
                      <a:pt x="571" y="43"/>
                      <a:pt x="573" y="42"/>
                      <a:pt x="575" y="42"/>
                    </a:cubicBezTo>
                    <a:cubicBezTo>
                      <a:pt x="576" y="47"/>
                      <a:pt x="576" y="47"/>
                      <a:pt x="576" y="47"/>
                    </a:cubicBezTo>
                    <a:cubicBezTo>
                      <a:pt x="574" y="48"/>
                      <a:pt x="573" y="48"/>
                      <a:pt x="571" y="49"/>
                    </a:cubicBezTo>
                    <a:close/>
                    <a:moveTo>
                      <a:pt x="605" y="48"/>
                    </a:moveTo>
                    <a:cubicBezTo>
                      <a:pt x="603" y="43"/>
                      <a:pt x="603" y="43"/>
                      <a:pt x="603" y="43"/>
                    </a:cubicBezTo>
                    <a:cubicBezTo>
                      <a:pt x="604" y="42"/>
                      <a:pt x="604" y="42"/>
                      <a:pt x="604" y="42"/>
                    </a:cubicBezTo>
                    <a:cubicBezTo>
                      <a:pt x="605" y="42"/>
                      <a:pt x="607" y="41"/>
                      <a:pt x="609" y="41"/>
                    </a:cubicBezTo>
                    <a:cubicBezTo>
                      <a:pt x="610" y="47"/>
                      <a:pt x="610" y="47"/>
                      <a:pt x="610" y="47"/>
                    </a:cubicBezTo>
                    <a:cubicBezTo>
                      <a:pt x="609" y="47"/>
                      <a:pt x="607" y="47"/>
                      <a:pt x="606" y="48"/>
                    </a:cubicBezTo>
                    <a:lnTo>
                      <a:pt x="605" y="48"/>
                    </a:lnTo>
                    <a:close/>
                    <a:moveTo>
                      <a:pt x="200" y="47"/>
                    </a:moveTo>
                    <a:cubicBezTo>
                      <a:pt x="198" y="46"/>
                      <a:pt x="196" y="45"/>
                      <a:pt x="195" y="43"/>
                    </a:cubicBezTo>
                    <a:cubicBezTo>
                      <a:pt x="198" y="39"/>
                      <a:pt x="198" y="39"/>
                      <a:pt x="198" y="39"/>
                    </a:cubicBezTo>
                    <a:cubicBezTo>
                      <a:pt x="200" y="40"/>
                      <a:pt x="201" y="41"/>
                      <a:pt x="203" y="41"/>
                    </a:cubicBezTo>
                    <a:lnTo>
                      <a:pt x="200" y="47"/>
                    </a:lnTo>
                    <a:close/>
                    <a:moveTo>
                      <a:pt x="232" y="45"/>
                    </a:moveTo>
                    <a:cubicBezTo>
                      <a:pt x="231" y="45"/>
                      <a:pt x="230" y="45"/>
                      <a:pt x="229" y="45"/>
                    </a:cubicBezTo>
                    <a:cubicBezTo>
                      <a:pt x="229" y="45"/>
                      <a:pt x="229" y="45"/>
                      <a:pt x="229" y="45"/>
                    </a:cubicBezTo>
                    <a:cubicBezTo>
                      <a:pt x="229" y="39"/>
                      <a:pt x="229" y="39"/>
                      <a:pt x="229" y="39"/>
                    </a:cubicBezTo>
                    <a:cubicBezTo>
                      <a:pt x="231" y="39"/>
                      <a:pt x="231" y="39"/>
                      <a:pt x="231" y="39"/>
                    </a:cubicBezTo>
                    <a:cubicBezTo>
                      <a:pt x="231" y="39"/>
                      <a:pt x="232" y="39"/>
                      <a:pt x="232" y="39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36" y="44"/>
                      <a:pt x="234" y="45"/>
                      <a:pt x="232" y="45"/>
                    </a:cubicBezTo>
                    <a:close/>
                    <a:moveTo>
                      <a:pt x="86" y="40"/>
                    </a:moveTo>
                    <a:cubicBezTo>
                      <a:pt x="80" y="38"/>
                      <a:pt x="80" y="38"/>
                      <a:pt x="80" y="38"/>
                    </a:cubicBezTo>
                    <a:cubicBezTo>
                      <a:pt x="81" y="37"/>
                      <a:pt x="82" y="35"/>
                      <a:pt x="84" y="32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87" y="38"/>
                      <a:pt x="86" y="39"/>
                      <a:pt x="86" y="40"/>
                    </a:cubicBezTo>
                    <a:close/>
                    <a:moveTo>
                      <a:pt x="305" y="39"/>
                    </a:moveTo>
                    <a:cubicBezTo>
                      <a:pt x="299" y="38"/>
                      <a:pt x="299" y="38"/>
                      <a:pt x="299" y="38"/>
                    </a:cubicBezTo>
                    <a:cubicBezTo>
                      <a:pt x="299" y="38"/>
                      <a:pt x="299" y="37"/>
                      <a:pt x="299" y="37"/>
                    </a:cubicBezTo>
                    <a:cubicBezTo>
                      <a:pt x="299" y="35"/>
                      <a:pt x="298" y="35"/>
                      <a:pt x="298" y="34"/>
                    </a:cubicBezTo>
                    <a:cubicBezTo>
                      <a:pt x="303" y="31"/>
                      <a:pt x="303" y="31"/>
                      <a:pt x="303" y="31"/>
                    </a:cubicBezTo>
                    <a:cubicBezTo>
                      <a:pt x="304" y="33"/>
                      <a:pt x="305" y="35"/>
                      <a:pt x="305" y="37"/>
                    </a:cubicBezTo>
                    <a:cubicBezTo>
                      <a:pt x="305" y="37"/>
                      <a:pt x="305" y="38"/>
                      <a:pt x="305" y="39"/>
                    </a:cubicBezTo>
                    <a:close/>
                    <a:moveTo>
                      <a:pt x="241" y="34"/>
                    </a:moveTo>
                    <a:cubicBezTo>
                      <a:pt x="239" y="29"/>
                      <a:pt x="239" y="29"/>
                      <a:pt x="239" y="29"/>
                    </a:cubicBezTo>
                    <a:cubicBezTo>
                      <a:pt x="241" y="28"/>
                      <a:pt x="243" y="28"/>
                      <a:pt x="246" y="28"/>
                    </a:cubicBezTo>
                    <a:cubicBezTo>
                      <a:pt x="246" y="34"/>
                      <a:pt x="246" y="34"/>
                      <a:pt x="246" y="34"/>
                    </a:cubicBezTo>
                    <a:cubicBezTo>
                      <a:pt x="244" y="34"/>
                      <a:pt x="242" y="34"/>
                      <a:pt x="241" y="34"/>
                    </a:cubicBezTo>
                    <a:close/>
                    <a:moveTo>
                      <a:pt x="286" y="34"/>
                    </a:moveTo>
                    <a:cubicBezTo>
                      <a:pt x="285" y="34"/>
                      <a:pt x="284" y="33"/>
                      <a:pt x="283" y="33"/>
                    </a:cubicBezTo>
                    <a:cubicBezTo>
                      <a:pt x="286" y="28"/>
                      <a:pt x="286" y="28"/>
                      <a:pt x="286" y="28"/>
                    </a:cubicBezTo>
                    <a:cubicBezTo>
                      <a:pt x="286" y="28"/>
                      <a:pt x="286" y="28"/>
                      <a:pt x="286" y="28"/>
                    </a:cubicBezTo>
                    <a:cubicBezTo>
                      <a:pt x="287" y="27"/>
                      <a:pt x="288" y="27"/>
                      <a:pt x="289" y="27"/>
                    </a:cubicBezTo>
                    <a:cubicBezTo>
                      <a:pt x="291" y="32"/>
                      <a:pt x="291" y="32"/>
                      <a:pt x="291" y="32"/>
                    </a:cubicBezTo>
                    <a:cubicBezTo>
                      <a:pt x="290" y="32"/>
                      <a:pt x="289" y="33"/>
                      <a:pt x="289" y="33"/>
                    </a:cubicBezTo>
                    <a:cubicBezTo>
                      <a:pt x="288" y="33"/>
                      <a:pt x="287" y="34"/>
                      <a:pt x="286" y="34"/>
                    </a:cubicBezTo>
                    <a:close/>
                    <a:moveTo>
                      <a:pt x="187" y="33"/>
                    </a:moveTo>
                    <a:cubicBezTo>
                      <a:pt x="187" y="33"/>
                      <a:pt x="186" y="33"/>
                      <a:pt x="184" y="33"/>
                    </a:cubicBezTo>
                    <a:cubicBezTo>
                      <a:pt x="185" y="27"/>
                      <a:pt x="185" y="27"/>
                      <a:pt x="185" y="27"/>
                    </a:cubicBezTo>
                    <a:cubicBezTo>
                      <a:pt x="187" y="27"/>
                      <a:pt x="191" y="28"/>
                      <a:pt x="192" y="31"/>
                    </a:cubicBezTo>
                    <a:lnTo>
                      <a:pt x="187" y="33"/>
                    </a:lnTo>
                    <a:close/>
                    <a:moveTo>
                      <a:pt x="172" y="32"/>
                    </a:moveTo>
                    <a:cubicBezTo>
                      <a:pt x="170" y="31"/>
                      <a:pt x="168" y="29"/>
                      <a:pt x="166" y="26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2" y="25"/>
                      <a:pt x="173" y="26"/>
                      <a:pt x="174" y="26"/>
                    </a:cubicBezTo>
                    <a:lnTo>
                      <a:pt x="172" y="32"/>
                    </a:lnTo>
                    <a:close/>
                    <a:moveTo>
                      <a:pt x="161" y="31"/>
                    </a:moveTo>
                    <a:cubicBezTo>
                      <a:pt x="160" y="31"/>
                      <a:pt x="159" y="31"/>
                      <a:pt x="158" y="30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0" y="25"/>
                      <a:pt x="160" y="25"/>
                      <a:pt x="160" y="25"/>
                    </a:cubicBezTo>
                    <a:cubicBezTo>
                      <a:pt x="166" y="25"/>
                      <a:pt x="166" y="25"/>
                      <a:pt x="166" y="25"/>
                    </a:cubicBezTo>
                    <a:cubicBezTo>
                      <a:pt x="165" y="29"/>
                      <a:pt x="163" y="31"/>
                      <a:pt x="161" y="31"/>
                    </a:cubicBezTo>
                    <a:close/>
                    <a:moveTo>
                      <a:pt x="97" y="30"/>
                    </a:moveTo>
                    <a:cubicBezTo>
                      <a:pt x="94" y="25"/>
                      <a:pt x="94" y="25"/>
                      <a:pt x="94" y="25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2" y="27"/>
                      <a:pt x="102" y="27"/>
                      <a:pt x="102" y="27"/>
                    </a:cubicBezTo>
                    <a:lnTo>
                      <a:pt x="97" y="30"/>
                    </a:lnTo>
                    <a:close/>
                    <a:moveTo>
                      <a:pt x="259" y="30"/>
                    </a:moveTo>
                    <a:cubicBezTo>
                      <a:pt x="254" y="27"/>
                      <a:pt x="254" y="27"/>
                      <a:pt x="254" y="27"/>
                    </a:cubicBezTo>
                    <a:cubicBezTo>
                      <a:pt x="255" y="25"/>
                      <a:pt x="256" y="23"/>
                      <a:pt x="257" y="21"/>
                    </a:cubicBezTo>
                    <a:cubicBezTo>
                      <a:pt x="262" y="25"/>
                      <a:pt x="262" y="25"/>
                      <a:pt x="262" y="25"/>
                    </a:cubicBezTo>
                    <a:cubicBezTo>
                      <a:pt x="261" y="27"/>
                      <a:pt x="260" y="28"/>
                      <a:pt x="259" y="30"/>
                    </a:cubicBezTo>
                    <a:close/>
                    <a:moveTo>
                      <a:pt x="274" y="25"/>
                    </a:moveTo>
                    <a:cubicBezTo>
                      <a:pt x="273" y="24"/>
                      <a:pt x="271" y="24"/>
                      <a:pt x="270" y="23"/>
                    </a:cubicBezTo>
                    <a:cubicBezTo>
                      <a:pt x="269" y="23"/>
                      <a:pt x="269" y="23"/>
                      <a:pt x="269" y="23"/>
                    </a:cubicBezTo>
                    <a:cubicBezTo>
                      <a:pt x="271" y="18"/>
                      <a:pt x="271" y="18"/>
                      <a:pt x="271" y="18"/>
                    </a:cubicBezTo>
                    <a:cubicBezTo>
                      <a:pt x="272" y="18"/>
                      <a:pt x="272" y="18"/>
                      <a:pt x="272" y="18"/>
                    </a:cubicBezTo>
                    <a:cubicBezTo>
                      <a:pt x="274" y="18"/>
                      <a:pt x="275" y="19"/>
                      <a:pt x="277" y="20"/>
                    </a:cubicBezTo>
                    <a:lnTo>
                      <a:pt x="274" y="25"/>
                    </a:lnTo>
                    <a:close/>
                    <a:moveTo>
                      <a:pt x="146" y="24"/>
                    </a:moveTo>
                    <a:cubicBezTo>
                      <a:pt x="145" y="24"/>
                      <a:pt x="144" y="23"/>
                      <a:pt x="143" y="23"/>
                    </a:cubicBezTo>
                    <a:cubicBezTo>
                      <a:pt x="145" y="18"/>
                      <a:pt x="145" y="18"/>
                      <a:pt x="145" y="18"/>
                    </a:cubicBezTo>
                    <a:cubicBezTo>
                      <a:pt x="145" y="18"/>
                      <a:pt x="146" y="18"/>
                      <a:pt x="146" y="18"/>
                    </a:cubicBezTo>
                    <a:cubicBezTo>
                      <a:pt x="147" y="17"/>
                      <a:pt x="149" y="17"/>
                      <a:pt x="151" y="18"/>
                    </a:cubicBezTo>
                    <a:cubicBezTo>
                      <a:pt x="149" y="23"/>
                      <a:pt x="149" y="23"/>
                      <a:pt x="149" y="23"/>
                    </a:cubicBezTo>
                    <a:cubicBezTo>
                      <a:pt x="149" y="23"/>
                      <a:pt x="149" y="23"/>
                      <a:pt x="149" y="23"/>
                    </a:cubicBezTo>
                    <a:cubicBezTo>
                      <a:pt x="149" y="23"/>
                      <a:pt x="149" y="23"/>
                      <a:pt x="149" y="23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48" y="23"/>
                      <a:pt x="147" y="24"/>
                      <a:pt x="146" y="24"/>
                    </a:cubicBezTo>
                    <a:close/>
                    <a:moveTo>
                      <a:pt x="112" y="18"/>
                    </a:move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16"/>
                      <a:pt x="106" y="15"/>
                      <a:pt x="106" y="15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06" y="12"/>
                      <a:pt x="106" y="11"/>
                      <a:pt x="107" y="10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2" y="13"/>
                      <a:pt x="112" y="14"/>
                      <a:pt x="112" y="14"/>
                    </a:cubicBezTo>
                    <a:cubicBezTo>
                      <a:pt x="112" y="15"/>
                      <a:pt x="112" y="15"/>
                      <a:pt x="112" y="15"/>
                    </a:cubicBezTo>
                    <a:cubicBezTo>
                      <a:pt x="112" y="16"/>
                      <a:pt x="112" y="17"/>
                      <a:pt x="112" y="18"/>
                    </a:cubicBezTo>
                    <a:close/>
                    <a:moveTo>
                      <a:pt x="135" y="15"/>
                    </a:moveTo>
                    <a:cubicBezTo>
                      <a:pt x="134" y="15"/>
                      <a:pt x="133" y="15"/>
                      <a:pt x="133" y="15"/>
                    </a:cubicBezTo>
                    <a:cubicBezTo>
                      <a:pt x="131" y="15"/>
                      <a:pt x="129" y="14"/>
                      <a:pt x="128" y="12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35" y="9"/>
                      <a:pt x="136" y="9"/>
                      <a:pt x="137" y="10"/>
                    </a:cubicBezTo>
                    <a:lnTo>
                      <a:pt x="135" y="15"/>
                    </a:lnTo>
                    <a:close/>
                    <a:moveTo>
                      <a:pt x="120" y="7"/>
                    </a:moveTo>
                    <a:cubicBezTo>
                      <a:pt x="118" y="2"/>
                      <a:pt x="118" y="2"/>
                      <a:pt x="118" y="2"/>
                    </a:cubicBezTo>
                    <a:cubicBezTo>
                      <a:pt x="120" y="1"/>
                      <a:pt x="122" y="0"/>
                      <a:pt x="124" y="0"/>
                    </a:cubicBezTo>
                    <a:cubicBezTo>
                      <a:pt x="125" y="6"/>
                      <a:pt x="125" y="6"/>
                      <a:pt x="125" y="6"/>
                    </a:cubicBezTo>
                    <a:cubicBezTo>
                      <a:pt x="123" y="6"/>
                      <a:pt x="122" y="6"/>
                      <a:pt x="120" y="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0" name="îşḷíďê"/>
              <p:cNvSpPr/>
              <p:nvPr/>
            </p:nvSpPr>
            <p:spPr bwMode="auto">
              <a:xfrm>
                <a:off x="5499100" y="3890963"/>
                <a:ext cx="73025" cy="53975"/>
              </a:xfrm>
              <a:custGeom>
                <a:avLst/>
                <a:gdLst>
                  <a:gd name="T0" fmla="*/ 1 w 34"/>
                  <a:gd name="T1" fmla="*/ 25 h 25"/>
                  <a:gd name="T2" fmla="*/ 0 w 34"/>
                  <a:gd name="T3" fmla="*/ 22 h 25"/>
                  <a:gd name="T4" fmla="*/ 0 w 34"/>
                  <a:gd name="T5" fmla="*/ 17 h 25"/>
                  <a:gd name="T6" fmla="*/ 6 w 34"/>
                  <a:gd name="T7" fmla="*/ 18 h 25"/>
                  <a:gd name="T8" fmla="*/ 6 w 34"/>
                  <a:gd name="T9" fmla="*/ 22 h 25"/>
                  <a:gd name="T10" fmla="*/ 6 w 34"/>
                  <a:gd name="T11" fmla="*/ 22 h 25"/>
                  <a:gd name="T12" fmla="*/ 1 w 34"/>
                  <a:gd name="T13" fmla="*/ 25 h 25"/>
                  <a:gd name="T14" fmla="*/ 17 w 34"/>
                  <a:gd name="T15" fmla="*/ 22 h 25"/>
                  <a:gd name="T16" fmla="*/ 17 w 34"/>
                  <a:gd name="T17" fmla="*/ 22 h 25"/>
                  <a:gd name="T18" fmla="*/ 13 w 34"/>
                  <a:gd name="T19" fmla="*/ 21 h 25"/>
                  <a:gd name="T20" fmla="*/ 13 w 34"/>
                  <a:gd name="T21" fmla="*/ 21 h 25"/>
                  <a:gd name="T22" fmla="*/ 11 w 34"/>
                  <a:gd name="T23" fmla="*/ 15 h 25"/>
                  <a:gd name="T24" fmla="*/ 13 w 34"/>
                  <a:gd name="T25" fmla="*/ 15 h 25"/>
                  <a:gd name="T26" fmla="*/ 18 w 34"/>
                  <a:gd name="T27" fmla="*/ 16 h 25"/>
                  <a:gd name="T28" fmla="*/ 19 w 34"/>
                  <a:gd name="T29" fmla="*/ 16 h 25"/>
                  <a:gd name="T30" fmla="*/ 17 w 34"/>
                  <a:gd name="T31" fmla="*/ 22 h 25"/>
                  <a:gd name="T32" fmla="*/ 28 w 34"/>
                  <a:gd name="T33" fmla="*/ 19 h 25"/>
                  <a:gd name="T34" fmla="*/ 27 w 34"/>
                  <a:gd name="T35" fmla="*/ 13 h 25"/>
                  <a:gd name="T36" fmla="*/ 28 w 34"/>
                  <a:gd name="T37" fmla="*/ 12 h 25"/>
                  <a:gd name="T38" fmla="*/ 34 w 34"/>
                  <a:gd name="T39" fmla="*/ 12 h 25"/>
                  <a:gd name="T40" fmla="*/ 34 w 34"/>
                  <a:gd name="T41" fmla="*/ 12 h 25"/>
                  <a:gd name="T42" fmla="*/ 28 w 34"/>
                  <a:gd name="T43" fmla="*/ 19 h 25"/>
                  <a:gd name="T44" fmla="*/ 9 w 34"/>
                  <a:gd name="T45" fmla="*/ 8 h 25"/>
                  <a:gd name="T46" fmla="*/ 4 w 34"/>
                  <a:gd name="T47" fmla="*/ 5 h 25"/>
                  <a:gd name="T48" fmla="*/ 6 w 34"/>
                  <a:gd name="T49" fmla="*/ 0 h 25"/>
                  <a:gd name="T50" fmla="*/ 11 w 34"/>
                  <a:gd name="T51" fmla="*/ 2 h 25"/>
                  <a:gd name="T52" fmla="*/ 9 w 34"/>
                  <a:gd name="T53" fmla="*/ 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" h="25">
                    <a:moveTo>
                      <a:pt x="1" y="25"/>
                    </a:moveTo>
                    <a:cubicBezTo>
                      <a:pt x="0" y="24"/>
                      <a:pt x="0" y="23"/>
                      <a:pt x="0" y="22"/>
                    </a:cubicBezTo>
                    <a:cubicBezTo>
                      <a:pt x="0" y="20"/>
                      <a:pt x="0" y="19"/>
                      <a:pt x="0" y="17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6" y="20"/>
                      <a:pt x="6" y="22"/>
                    </a:cubicBezTo>
                    <a:cubicBezTo>
                      <a:pt x="6" y="22"/>
                      <a:pt x="6" y="22"/>
                      <a:pt x="6" y="22"/>
                    </a:cubicBezTo>
                    <a:lnTo>
                      <a:pt x="1" y="25"/>
                    </a:lnTo>
                    <a:close/>
                    <a:moveTo>
                      <a:pt x="17" y="22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5" y="21"/>
                      <a:pt x="14" y="21"/>
                      <a:pt x="13" y="2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2" y="15"/>
                      <a:pt x="13" y="15"/>
                      <a:pt x="13" y="15"/>
                    </a:cubicBezTo>
                    <a:cubicBezTo>
                      <a:pt x="15" y="15"/>
                      <a:pt x="16" y="15"/>
                      <a:pt x="18" y="16"/>
                    </a:cubicBezTo>
                    <a:cubicBezTo>
                      <a:pt x="19" y="16"/>
                      <a:pt x="19" y="16"/>
                      <a:pt x="19" y="16"/>
                    </a:cubicBezTo>
                    <a:lnTo>
                      <a:pt x="17" y="22"/>
                    </a:lnTo>
                    <a:close/>
                    <a:moveTo>
                      <a:pt x="28" y="19"/>
                    </a:moveTo>
                    <a:cubicBezTo>
                      <a:pt x="27" y="13"/>
                      <a:pt x="27" y="13"/>
                      <a:pt x="27" y="13"/>
                    </a:cubicBezTo>
                    <a:cubicBezTo>
                      <a:pt x="28" y="13"/>
                      <a:pt x="28" y="12"/>
                      <a:pt x="28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4" y="15"/>
                      <a:pt x="33" y="18"/>
                      <a:pt x="28" y="19"/>
                    </a:cubicBezTo>
                    <a:close/>
                    <a:moveTo>
                      <a:pt x="9" y="8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5" y="3"/>
                      <a:pt x="5" y="1"/>
                      <a:pt x="6" y="0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4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iśļîḓè"/>
              <p:cNvSpPr/>
              <p:nvPr/>
            </p:nvSpPr>
            <p:spPr bwMode="auto">
              <a:xfrm>
                <a:off x="5467350" y="3832225"/>
                <a:ext cx="49213" cy="46038"/>
              </a:xfrm>
              <a:custGeom>
                <a:avLst/>
                <a:gdLst>
                  <a:gd name="T0" fmla="*/ 6 w 23"/>
                  <a:gd name="T1" fmla="*/ 21 h 21"/>
                  <a:gd name="T2" fmla="*/ 5 w 23"/>
                  <a:gd name="T3" fmla="*/ 21 h 21"/>
                  <a:gd name="T4" fmla="*/ 1 w 23"/>
                  <a:gd name="T5" fmla="*/ 17 h 21"/>
                  <a:gd name="T6" fmla="*/ 5 w 23"/>
                  <a:gd name="T7" fmla="*/ 13 h 21"/>
                  <a:gd name="T8" fmla="*/ 9 w 23"/>
                  <a:gd name="T9" fmla="*/ 16 h 21"/>
                  <a:gd name="T10" fmla="*/ 6 w 23"/>
                  <a:gd name="T11" fmla="*/ 21 h 21"/>
                  <a:gd name="T12" fmla="*/ 19 w 23"/>
                  <a:gd name="T13" fmla="*/ 15 h 21"/>
                  <a:gd name="T14" fmla="*/ 15 w 23"/>
                  <a:gd name="T15" fmla="*/ 11 h 21"/>
                  <a:gd name="T16" fmla="*/ 18 w 23"/>
                  <a:gd name="T17" fmla="*/ 7 h 21"/>
                  <a:gd name="T18" fmla="*/ 23 w 23"/>
                  <a:gd name="T19" fmla="*/ 10 h 21"/>
                  <a:gd name="T20" fmla="*/ 19 w 23"/>
                  <a:gd name="T21" fmla="*/ 15 h 21"/>
                  <a:gd name="T22" fmla="*/ 2 w 23"/>
                  <a:gd name="T23" fmla="*/ 7 h 21"/>
                  <a:gd name="T24" fmla="*/ 3 w 23"/>
                  <a:gd name="T25" fmla="*/ 0 h 21"/>
                  <a:gd name="T26" fmla="*/ 4 w 23"/>
                  <a:gd name="T27" fmla="*/ 3 h 21"/>
                  <a:gd name="T28" fmla="*/ 7 w 23"/>
                  <a:gd name="T29" fmla="*/ 3 h 21"/>
                  <a:gd name="T30" fmla="*/ 7 w 23"/>
                  <a:gd name="T31" fmla="*/ 5 h 21"/>
                  <a:gd name="T32" fmla="*/ 2 w 23"/>
                  <a:gd name="T33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" h="21">
                    <a:moveTo>
                      <a:pt x="6" y="21"/>
                    </a:moveTo>
                    <a:cubicBezTo>
                      <a:pt x="5" y="21"/>
                      <a:pt x="5" y="21"/>
                      <a:pt x="5" y="21"/>
                    </a:cubicBezTo>
                    <a:cubicBezTo>
                      <a:pt x="4" y="20"/>
                      <a:pt x="2" y="18"/>
                      <a:pt x="1" y="17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6" y="14"/>
                      <a:pt x="8" y="16"/>
                      <a:pt x="9" y="16"/>
                    </a:cubicBezTo>
                    <a:lnTo>
                      <a:pt x="6" y="21"/>
                    </a:lnTo>
                    <a:close/>
                    <a:moveTo>
                      <a:pt x="19" y="15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6" y="9"/>
                      <a:pt x="18" y="7"/>
                      <a:pt x="18" y="7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3" y="10"/>
                      <a:pt x="21" y="13"/>
                      <a:pt x="19" y="15"/>
                    </a:cubicBezTo>
                    <a:close/>
                    <a:moveTo>
                      <a:pt x="2" y="7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4"/>
                      <a:pt x="7" y="5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ïṧľíďe"/>
              <p:cNvSpPr/>
              <p:nvPr/>
            </p:nvSpPr>
            <p:spPr bwMode="auto">
              <a:xfrm>
                <a:off x="5407025" y="3813175"/>
                <a:ext cx="39688" cy="31750"/>
              </a:xfrm>
              <a:custGeom>
                <a:avLst/>
                <a:gdLst>
                  <a:gd name="T0" fmla="*/ 12 w 18"/>
                  <a:gd name="T1" fmla="*/ 15 h 15"/>
                  <a:gd name="T2" fmla="*/ 10 w 18"/>
                  <a:gd name="T3" fmla="*/ 15 h 15"/>
                  <a:gd name="T4" fmla="*/ 12 w 18"/>
                  <a:gd name="T5" fmla="*/ 10 h 15"/>
                  <a:gd name="T6" fmla="*/ 15 w 18"/>
                  <a:gd name="T7" fmla="*/ 8 h 15"/>
                  <a:gd name="T8" fmla="*/ 18 w 18"/>
                  <a:gd name="T9" fmla="*/ 13 h 15"/>
                  <a:gd name="T10" fmla="*/ 12 w 18"/>
                  <a:gd name="T11" fmla="*/ 15 h 15"/>
                  <a:gd name="T12" fmla="*/ 0 w 18"/>
                  <a:gd name="T13" fmla="*/ 6 h 15"/>
                  <a:gd name="T14" fmla="*/ 1 w 18"/>
                  <a:gd name="T15" fmla="*/ 0 h 15"/>
                  <a:gd name="T16" fmla="*/ 6 w 18"/>
                  <a:gd name="T17" fmla="*/ 1 h 15"/>
                  <a:gd name="T18" fmla="*/ 5 w 18"/>
                  <a:gd name="T19" fmla="*/ 6 h 15"/>
                  <a:gd name="T20" fmla="*/ 0 w 18"/>
                  <a:gd name="T21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15">
                    <a:moveTo>
                      <a:pt x="12" y="15"/>
                    </a:moveTo>
                    <a:cubicBezTo>
                      <a:pt x="12" y="15"/>
                      <a:pt x="11" y="15"/>
                      <a:pt x="10" y="15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3" y="10"/>
                      <a:pt x="15" y="9"/>
                      <a:pt x="15" y="8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18" y="14"/>
                      <a:pt x="15" y="15"/>
                      <a:pt x="12" y="15"/>
                    </a:cubicBezTo>
                    <a:close/>
                    <a:moveTo>
                      <a:pt x="0" y="6"/>
                    </a:moveTo>
                    <a:cubicBezTo>
                      <a:pt x="0" y="5"/>
                      <a:pt x="0" y="3"/>
                      <a:pt x="1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4"/>
                      <a:pt x="5" y="6"/>
                      <a:pt x="5" y="6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iṥ1ïḋê"/>
              <p:cNvSpPr/>
              <p:nvPr/>
            </p:nvSpPr>
            <p:spPr bwMode="auto">
              <a:xfrm>
                <a:off x="5349875" y="3687763"/>
                <a:ext cx="69850" cy="98425"/>
              </a:xfrm>
              <a:custGeom>
                <a:avLst/>
                <a:gdLst>
                  <a:gd name="T0" fmla="*/ 23 w 33"/>
                  <a:gd name="T1" fmla="*/ 46 h 46"/>
                  <a:gd name="T2" fmla="*/ 20 w 33"/>
                  <a:gd name="T3" fmla="*/ 45 h 46"/>
                  <a:gd name="T4" fmla="*/ 18 w 33"/>
                  <a:gd name="T5" fmla="*/ 43 h 46"/>
                  <a:gd name="T6" fmla="*/ 20 w 33"/>
                  <a:gd name="T7" fmla="*/ 45 h 46"/>
                  <a:gd name="T8" fmla="*/ 17 w 33"/>
                  <a:gd name="T9" fmla="*/ 46 h 46"/>
                  <a:gd name="T10" fmla="*/ 16 w 33"/>
                  <a:gd name="T11" fmla="*/ 44 h 46"/>
                  <a:gd name="T12" fmla="*/ 21 w 33"/>
                  <a:gd name="T13" fmla="*/ 41 h 46"/>
                  <a:gd name="T14" fmla="*/ 23 w 33"/>
                  <a:gd name="T15" fmla="*/ 46 h 46"/>
                  <a:gd name="T16" fmla="*/ 10 w 33"/>
                  <a:gd name="T17" fmla="*/ 34 h 46"/>
                  <a:gd name="T18" fmla="*/ 9 w 33"/>
                  <a:gd name="T19" fmla="*/ 30 h 46"/>
                  <a:gd name="T20" fmla="*/ 8 w 33"/>
                  <a:gd name="T21" fmla="*/ 28 h 46"/>
                  <a:gd name="T22" fmla="*/ 14 w 33"/>
                  <a:gd name="T23" fmla="*/ 26 h 46"/>
                  <a:gd name="T24" fmla="*/ 14 w 33"/>
                  <a:gd name="T25" fmla="*/ 28 h 46"/>
                  <a:gd name="T26" fmla="*/ 15 w 33"/>
                  <a:gd name="T27" fmla="*/ 32 h 46"/>
                  <a:gd name="T28" fmla="*/ 10 w 33"/>
                  <a:gd name="T29" fmla="*/ 34 h 46"/>
                  <a:gd name="T30" fmla="*/ 2 w 33"/>
                  <a:gd name="T31" fmla="*/ 19 h 46"/>
                  <a:gd name="T32" fmla="*/ 0 w 33"/>
                  <a:gd name="T33" fmla="*/ 12 h 46"/>
                  <a:gd name="T34" fmla="*/ 0 w 33"/>
                  <a:gd name="T35" fmla="*/ 12 h 46"/>
                  <a:gd name="T36" fmla="*/ 5 w 33"/>
                  <a:gd name="T37" fmla="*/ 12 h 46"/>
                  <a:gd name="T38" fmla="*/ 7 w 33"/>
                  <a:gd name="T39" fmla="*/ 16 h 46"/>
                  <a:gd name="T40" fmla="*/ 4 w 33"/>
                  <a:gd name="T41" fmla="*/ 18 h 46"/>
                  <a:gd name="T42" fmla="*/ 2 w 33"/>
                  <a:gd name="T43" fmla="*/ 19 h 46"/>
                  <a:gd name="T44" fmla="*/ 32 w 33"/>
                  <a:gd name="T45" fmla="*/ 11 h 46"/>
                  <a:gd name="T46" fmla="*/ 26 w 33"/>
                  <a:gd name="T47" fmla="*/ 10 h 46"/>
                  <a:gd name="T48" fmla="*/ 28 w 33"/>
                  <a:gd name="T49" fmla="*/ 4 h 46"/>
                  <a:gd name="T50" fmla="*/ 33 w 33"/>
                  <a:gd name="T51" fmla="*/ 6 h 46"/>
                  <a:gd name="T52" fmla="*/ 32 w 33"/>
                  <a:gd name="T53" fmla="*/ 11 h 46"/>
                  <a:gd name="T54" fmla="*/ 13 w 33"/>
                  <a:gd name="T55" fmla="*/ 8 h 46"/>
                  <a:gd name="T56" fmla="*/ 10 w 33"/>
                  <a:gd name="T57" fmla="*/ 3 h 46"/>
                  <a:gd name="T58" fmla="*/ 11 w 33"/>
                  <a:gd name="T59" fmla="*/ 3 h 46"/>
                  <a:gd name="T60" fmla="*/ 14 w 33"/>
                  <a:gd name="T61" fmla="*/ 1 h 46"/>
                  <a:gd name="T62" fmla="*/ 16 w 33"/>
                  <a:gd name="T63" fmla="*/ 0 h 46"/>
                  <a:gd name="T64" fmla="*/ 17 w 33"/>
                  <a:gd name="T65" fmla="*/ 6 h 46"/>
                  <a:gd name="T66" fmla="*/ 17 w 33"/>
                  <a:gd name="T67" fmla="*/ 6 h 46"/>
                  <a:gd name="T68" fmla="*/ 13 w 33"/>
                  <a:gd name="T69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3" h="46">
                    <a:moveTo>
                      <a:pt x="23" y="46"/>
                    </a:moveTo>
                    <a:cubicBezTo>
                      <a:pt x="20" y="45"/>
                      <a:pt x="20" y="45"/>
                      <a:pt x="20" y="45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7" y="46"/>
                      <a:pt x="17" y="45"/>
                      <a:pt x="16" y="44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4" y="45"/>
                      <a:pt x="23" y="46"/>
                      <a:pt x="23" y="46"/>
                    </a:cubicBezTo>
                    <a:close/>
                    <a:moveTo>
                      <a:pt x="10" y="34"/>
                    </a:moveTo>
                    <a:cubicBezTo>
                      <a:pt x="9" y="32"/>
                      <a:pt x="9" y="31"/>
                      <a:pt x="9" y="30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5" y="29"/>
                      <a:pt x="15" y="31"/>
                      <a:pt x="15" y="32"/>
                    </a:cubicBezTo>
                    <a:lnTo>
                      <a:pt x="10" y="34"/>
                    </a:lnTo>
                    <a:close/>
                    <a:moveTo>
                      <a:pt x="2" y="19"/>
                    </a:moveTo>
                    <a:cubicBezTo>
                      <a:pt x="0" y="17"/>
                      <a:pt x="0" y="14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6" y="14"/>
                      <a:pt x="7" y="16"/>
                    </a:cubicBezTo>
                    <a:cubicBezTo>
                      <a:pt x="4" y="18"/>
                      <a:pt x="4" y="18"/>
                      <a:pt x="4" y="18"/>
                    </a:cubicBezTo>
                    <a:lnTo>
                      <a:pt x="2" y="19"/>
                    </a:lnTo>
                    <a:close/>
                    <a:moveTo>
                      <a:pt x="32" y="11"/>
                    </a:moveTo>
                    <a:cubicBezTo>
                      <a:pt x="32" y="11"/>
                      <a:pt x="29" y="11"/>
                      <a:pt x="26" y="10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1" y="5"/>
                      <a:pt x="33" y="6"/>
                      <a:pt x="33" y="6"/>
                    </a:cubicBezTo>
                    <a:lnTo>
                      <a:pt x="32" y="11"/>
                    </a:lnTo>
                    <a:close/>
                    <a:moveTo>
                      <a:pt x="13" y="8"/>
                    </a:move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2" y="2"/>
                      <a:pt x="13" y="1"/>
                      <a:pt x="14" y="1"/>
                    </a:cubicBezTo>
                    <a:cubicBezTo>
                      <a:pt x="15" y="0"/>
                      <a:pt x="15" y="0"/>
                      <a:pt x="16" y="0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6" y="6"/>
                      <a:pt x="15" y="7"/>
                      <a:pt x="13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îṧliḍe"/>
              <p:cNvSpPr/>
              <p:nvPr/>
            </p:nvSpPr>
            <p:spPr bwMode="auto">
              <a:xfrm>
                <a:off x="4818063" y="4652963"/>
                <a:ext cx="177800" cy="212725"/>
              </a:xfrm>
              <a:custGeom>
                <a:avLst/>
                <a:gdLst>
                  <a:gd name="T0" fmla="*/ 23 w 83"/>
                  <a:gd name="T1" fmla="*/ 99 h 99"/>
                  <a:gd name="T2" fmla="*/ 25 w 83"/>
                  <a:gd name="T3" fmla="*/ 93 h 99"/>
                  <a:gd name="T4" fmla="*/ 26 w 83"/>
                  <a:gd name="T5" fmla="*/ 93 h 99"/>
                  <a:gd name="T6" fmla="*/ 25 w 83"/>
                  <a:gd name="T7" fmla="*/ 99 h 99"/>
                  <a:gd name="T8" fmla="*/ 38 w 83"/>
                  <a:gd name="T9" fmla="*/ 90 h 99"/>
                  <a:gd name="T10" fmla="*/ 45 w 83"/>
                  <a:gd name="T11" fmla="*/ 94 h 99"/>
                  <a:gd name="T12" fmla="*/ 2 w 83"/>
                  <a:gd name="T13" fmla="*/ 92 h 99"/>
                  <a:gd name="T14" fmla="*/ 5 w 83"/>
                  <a:gd name="T15" fmla="*/ 84 h 99"/>
                  <a:gd name="T16" fmla="*/ 2 w 83"/>
                  <a:gd name="T17" fmla="*/ 92 h 99"/>
                  <a:gd name="T18" fmla="*/ 17 w 83"/>
                  <a:gd name="T19" fmla="*/ 79 h 99"/>
                  <a:gd name="T20" fmla="*/ 21 w 83"/>
                  <a:gd name="T21" fmla="*/ 76 h 99"/>
                  <a:gd name="T22" fmla="*/ 24 w 83"/>
                  <a:gd name="T23" fmla="*/ 82 h 99"/>
                  <a:gd name="T24" fmla="*/ 51 w 83"/>
                  <a:gd name="T25" fmla="*/ 82 h 99"/>
                  <a:gd name="T26" fmla="*/ 47 w 83"/>
                  <a:gd name="T27" fmla="*/ 75 h 99"/>
                  <a:gd name="T28" fmla="*/ 51 w 83"/>
                  <a:gd name="T29" fmla="*/ 82 h 99"/>
                  <a:gd name="T30" fmla="*/ 8 w 83"/>
                  <a:gd name="T31" fmla="*/ 77 h 99"/>
                  <a:gd name="T32" fmla="*/ 15 w 83"/>
                  <a:gd name="T33" fmla="*/ 73 h 99"/>
                  <a:gd name="T34" fmla="*/ 14 w 83"/>
                  <a:gd name="T35" fmla="*/ 78 h 99"/>
                  <a:gd name="T36" fmla="*/ 41 w 83"/>
                  <a:gd name="T37" fmla="*/ 66 h 99"/>
                  <a:gd name="T38" fmla="*/ 40 w 83"/>
                  <a:gd name="T39" fmla="*/ 60 h 99"/>
                  <a:gd name="T40" fmla="*/ 46 w 83"/>
                  <a:gd name="T41" fmla="*/ 61 h 99"/>
                  <a:gd name="T42" fmla="*/ 41 w 83"/>
                  <a:gd name="T43" fmla="*/ 66 h 99"/>
                  <a:gd name="T44" fmla="*/ 41 w 83"/>
                  <a:gd name="T45" fmla="*/ 47 h 99"/>
                  <a:gd name="T46" fmla="*/ 45 w 83"/>
                  <a:gd name="T47" fmla="*/ 43 h 99"/>
                  <a:gd name="T48" fmla="*/ 46 w 83"/>
                  <a:gd name="T49" fmla="*/ 49 h 99"/>
                  <a:gd name="T50" fmla="*/ 59 w 83"/>
                  <a:gd name="T51" fmla="*/ 36 h 99"/>
                  <a:gd name="T52" fmla="*/ 65 w 83"/>
                  <a:gd name="T53" fmla="*/ 35 h 99"/>
                  <a:gd name="T54" fmla="*/ 65 w 83"/>
                  <a:gd name="T55" fmla="*/ 37 h 99"/>
                  <a:gd name="T56" fmla="*/ 63 w 83"/>
                  <a:gd name="T57" fmla="*/ 42 h 99"/>
                  <a:gd name="T58" fmla="*/ 66 w 83"/>
                  <a:gd name="T59" fmla="*/ 28 h 99"/>
                  <a:gd name="T60" fmla="*/ 73 w 83"/>
                  <a:gd name="T61" fmla="*/ 30 h 99"/>
                  <a:gd name="T62" fmla="*/ 69 w 83"/>
                  <a:gd name="T63" fmla="*/ 34 h 99"/>
                  <a:gd name="T64" fmla="*/ 51 w 83"/>
                  <a:gd name="T65" fmla="*/ 32 h 99"/>
                  <a:gd name="T66" fmla="*/ 45 w 83"/>
                  <a:gd name="T67" fmla="*/ 31 h 99"/>
                  <a:gd name="T68" fmla="*/ 51 w 83"/>
                  <a:gd name="T69" fmla="*/ 26 h 99"/>
                  <a:gd name="T70" fmla="*/ 51 w 83"/>
                  <a:gd name="T71" fmla="*/ 32 h 99"/>
                  <a:gd name="T72" fmla="*/ 57 w 83"/>
                  <a:gd name="T73" fmla="*/ 24 h 99"/>
                  <a:gd name="T74" fmla="*/ 57 w 83"/>
                  <a:gd name="T75" fmla="*/ 18 h 99"/>
                  <a:gd name="T76" fmla="*/ 58 w 83"/>
                  <a:gd name="T77" fmla="*/ 23 h 99"/>
                  <a:gd name="T78" fmla="*/ 78 w 83"/>
                  <a:gd name="T79" fmla="*/ 22 h 99"/>
                  <a:gd name="T80" fmla="*/ 75 w 83"/>
                  <a:gd name="T81" fmla="*/ 16 h 99"/>
                  <a:gd name="T82" fmla="*/ 81 w 83"/>
                  <a:gd name="T83" fmla="*/ 16 h 99"/>
                  <a:gd name="T84" fmla="*/ 78 w 83"/>
                  <a:gd name="T85" fmla="*/ 8 h 99"/>
                  <a:gd name="T86" fmla="*/ 82 w 83"/>
                  <a:gd name="T87" fmla="*/ 0 h 99"/>
                  <a:gd name="T88" fmla="*/ 78 w 83"/>
                  <a:gd name="T89" fmla="*/ 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3" h="99">
                    <a:moveTo>
                      <a:pt x="25" y="99"/>
                    </a:moveTo>
                    <a:cubicBezTo>
                      <a:pt x="24" y="99"/>
                      <a:pt x="24" y="99"/>
                      <a:pt x="23" y="99"/>
                    </a:cubicBezTo>
                    <a:cubicBezTo>
                      <a:pt x="21" y="98"/>
                      <a:pt x="20" y="97"/>
                      <a:pt x="19" y="95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4" y="93"/>
                      <a:pt x="24" y="93"/>
                    </a:cubicBezTo>
                    <a:cubicBezTo>
                      <a:pt x="25" y="93"/>
                      <a:pt x="26" y="93"/>
                      <a:pt x="26" y="93"/>
                    </a:cubicBezTo>
                    <a:cubicBezTo>
                      <a:pt x="28" y="98"/>
                      <a:pt x="28" y="98"/>
                      <a:pt x="28" y="98"/>
                    </a:cubicBezTo>
                    <a:cubicBezTo>
                      <a:pt x="27" y="99"/>
                      <a:pt x="26" y="99"/>
                      <a:pt x="25" y="99"/>
                    </a:cubicBezTo>
                    <a:close/>
                    <a:moveTo>
                      <a:pt x="38" y="96"/>
                    </a:moveTo>
                    <a:cubicBezTo>
                      <a:pt x="38" y="90"/>
                      <a:pt x="38" y="90"/>
                      <a:pt x="38" y="90"/>
                    </a:cubicBezTo>
                    <a:cubicBezTo>
                      <a:pt x="40" y="90"/>
                      <a:pt x="41" y="89"/>
                      <a:pt x="42" y="89"/>
                    </a:cubicBezTo>
                    <a:cubicBezTo>
                      <a:pt x="45" y="94"/>
                      <a:pt x="45" y="94"/>
                      <a:pt x="45" y="94"/>
                    </a:cubicBezTo>
                    <a:cubicBezTo>
                      <a:pt x="44" y="95"/>
                      <a:pt x="41" y="96"/>
                      <a:pt x="38" y="96"/>
                    </a:cubicBezTo>
                    <a:close/>
                    <a:moveTo>
                      <a:pt x="2" y="92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5" y="84"/>
                      <a:pt x="5" y="84"/>
                      <a:pt x="5" y="84"/>
                    </a:cubicBezTo>
                    <a:cubicBezTo>
                      <a:pt x="8" y="90"/>
                      <a:pt x="8" y="90"/>
                      <a:pt x="8" y="90"/>
                    </a:cubicBezTo>
                    <a:lnTo>
                      <a:pt x="2" y="92"/>
                    </a:lnTo>
                    <a:close/>
                    <a:moveTo>
                      <a:pt x="19" y="83"/>
                    </a:moveTo>
                    <a:cubicBezTo>
                      <a:pt x="18" y="81"/>
                      <a:pt x="18" y="81"/>
                      <a:pt x="17" y="79"/>
                    </a:cubicBezTo>
                    <a:cubicBezTo>
                      <a:pt x="16" y="79"/>
                      <a:pt x="16" y="79"/>
                      <a:pt x="16" y="79"/>
                    </a:cubicBezTo>
                    <a:cubicBezTo>
                      <a:pt x="21" y="76"/>
                      <a:pt x="21" y="76"/>
                      <a:pt x="21" y="76"/>
                    </a:cubicBezTo>
                    <a:cubicBezTo>
                      <a:pt x="22" y="76"/>
                      <a:pt x="22" y="76"/>
                      <a:pt x="22" y="76"/>
                    </a:cubicBezTo>
                    <a:cubicBezTo>
                      <a:pt x="23" y="78"/>
                      <a:pt x="24" y="79"/>
                      <a:pt x="24" y="82"/>
                    </a:cubicBezTo>
                    <a:lnTo>
                      <a:pt x="19" y="83"/>
                    </a:lnTo>
                    <a:close/>
                    <a:moveTo>
                      <a:pt x="51" y="82"/>
                    </a:move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78"/>
                      <a:pt x="47" y="76"/>
                      <a:pt x="47" y="75"/>
                    </a:cubicBezTo>
                    <a:cubicBezTo>
                      <a:pt x="53" y="75"/>
                      <a:pt x="53" y="75"/>
                      <a:pt x="53" y="75"/>
                    </a:cubicBezTo>
                    <a:cubicBezTo>
                      <a:pt x="53" y="77"/>
                      <a:pt x="52" y="79"/>
                      <a:pt x="51" y="82"/>
                    </a:cubicBezTo>
                    <a:close/>
                    <a:moveTo>
                      <a:pt x="8" y="78"/>
                    </a:moveTo>
                    <a:cubicBezTo>
                      <a:pt x="8" y="77"/>
                      <a:pt x="8" y="77"/>
                      <a:pt x="8" y="77"/>
                    </a:cubicBezTo>
                    <a:cubicBezTo>
                      <a:pt x="8" y="75"/>
                      <a:pt x="9" y="73"/>
                      <a:pt x="9" y="71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4" y="74"/>
                      <a:pt x="14" y="75"/>
                      <a:pt x="14" y="77"/>
                    </a:cubicBezTo>
                    <a:cubicBezTo>
                      <a:pt x="14" y="78"/>
                      <a:pt x="14" y="78"/>
                      <a:pt x="14" y="78"/>
                    </a:cubicBezTo>
                    <a:lnTo>
                      <a:pt x="8" y="78"/>
                    </a:lnTo>
                    <a:close/>
                    <a:moveTo>
                      <a:pt x="41" y="66"/>
                    </a:moveTo>
                    <a:cubicBezTo>
                      <a:pt x="40" y="65"/>
                      <a:pt x="40" y="63"/>
                      <a:pt x="40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46" y="59"/>
                      <a:pt x="46" y="59"/>
                      <a:pt x="46" y="59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2"/>
                      <a:pt x="46" y="63"/>
                      <a:pt x="47" y="64"/>
                    </a:cubicBezTo>
                    <a:lnTo>
                      <a:pt x="41" y="66"/>
                    </a:lnTo>
                    <a:close/>
                    <a:moveTo>
                      <a:pt x="46" y="49"/>
                    </a:moveTo>
                    <a:cubicBezTo>
                      <a:pt x="41" y="47"/>
                      <a:pt x="41" y="47"/>
                      <a:pt x="41" y="47"/>
                    </a:cubicBezTo>
                    <a:cubicBezTo>
                      <a:pt x="42" y="46"/>
                      <a:pt x="42" y="45"/>
                      <a:pt x="43" y="44"/>
                    </a:cubicBezTo>
                    <a:cubicBezTo>
                      <a:pt x="45" y="44"/>
                      <a:pt x="45" y="43"/>
                      <a:pt x="45" y="43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49" y="47"/>
                      <a:pt x="48" y="48"/>
                      <a:pt x="46" y="49"/>
                    </a:cubicBezTo>
                    <a:close/>
                    <a:moveTo>
                      <a:pt x="63" y="42"/>
                    </a:moveTo>
                    <a:cubicBezTo>
                      <a:pt x="61" y="42"/>
                      <a:pt x="59" y="41"/>
                      <a:pt x="59" y="36"/>
                    </a:cubicBezTo>
                    <a:cubicBezTo>
                      <a:pt x="59" y="36"/>
                      <a:pt x="59" y="35"/>
                      <a:pt x="59" y="35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65" y="35"/>
                      <a:pt x="65" y="36"/>
                      <a:pt x="65" y="36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5" y="37"/>
                      <a:pt x="65" y="37"/>
                      <a:pt x="65" y="37"/>
                    </a:cubicBezTo>
                    <a:lnTo>
                      <a:pt x="63" y="42"/>
                    </a:lnTo>
                    <a:close/>
                    <a:moveTo>
                      <a:pt x="69" y="34"/>
                    </a:moveTo>
                    <a:cubicBezTo>
                      <a:pt x="67" y="32"/>
                      <a:pt x="66" y="30"/>
                      <a:pt x="66" y="28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8"/>
                      <a:pt x="72" y="29"/>
                      <a:pt x="73" y="30"/>
                    </a:cubicBezTo>
                    <a:cubicBezTo>
                      <a:pt x="74" y="31"/>
                      <a:pt x="74" y="31"/>
                      <a:pt x="74" y="32"/>
                    </a:cubicBez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34"/>
                      <a:pt x="69" y="34"/>
                      <a:pt x="69" y="34"/>
                    </a:cubicBezTo>
                    <a:close/>
                    <a:moveTo>
                      <a:pt x="51" y="32"/>
                    </a:move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5" y="29"/>
                      <a:pt x="45" y="28"/>
                      <a:pt x="45" y="27"/>
                    </a:cubicBezTo>
                    <a:cubicBezTo>
                      <a:pt x="51" y="26"/>
                      <a:pt x="51" y="26"/>
                      <a:pt x="51" y="26"/>
                    </a:cubicBezTo>
                    <a:cubicBezTo>
                      <a:pt x="51" y="28"/>
                      <a:pt x="51" y="29"/>
                      <a:pt x="51" y="31"/>
                    </a:cubicBezTo>
                    <a:lnTo>
                      <a:pt x="51" y="32"/>
                    </a:lnTo>
                    <a:close/>
                    <a:moveTo>
                      <a:pt x="58" y="24"/>
                    </a:moveTo>
                    <a:cubicBezTo>
                      <a:pt x="58" y="24"/>
                      <a:pt x="58" y="24"/>
                      <a:pt x="57" y="24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6" y="18"/>
                      <a:pt x="57" y="18"/>
                      <a:pt x="57" y="18"/>
                    </a:cubicBezTo>
                    <a:cubicBezTo>
                      <a:pt x="62" y="18"/>
                      <a:pt x="64" y="20"/>
                      <a:pt x="64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23"/>
                      <a:pt x="58" y="24"/>
                      <a:pt x="58" y="24"/>
                    </a:cubicBezTo>
                    <a:close/>
                    <a:moveTo>
                      <a:pt x="78" y="22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81" y="14"/>
                      <a:pt x="81" y="15"/>
                      <a:pt x="81" y="16"/>
                    </a:cubicBezTo>
                    <a:cubicBezTo>
                      <a:pt x="81" y="19"/>
                      <a:pt x="79" y="21"/>
                      <a:pt x="78" y="22"/>
                    </a:cubicBezTo>
                    <a:close/>
                    <a:moveTo>
                      <a:pt x="78" y="8"/>
                    </a:moveTo>
                    <a:cubicBezTo>
                      <a:pt x="76" y="2"/>
                      <a:pt x="76" y="2"/>
                      <a:pt x="76" y="2"/>
                    </a:cubicBezTo>
                    <a:cubicBezTo>
                      <a:pt x="78" y="1"/>
                      <a:pt x="81" y="1"/>
                      <a:pt x="82" y="0"/>
                    </a:cubicBezTo>
                    <a:cubicBezTo>
                      <a:pt x="83" y="6"/>
                      <a:pt x="83" y="6"/>
                      <a:pt x="83" y="6"/>
                    </a:cubicBezTo>
                    <a:cubicBezTo>
                      <a:pt x="82" y="6"/>
                      <a:pt x="80" y="7"/>
                      <a:pt x="78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îsļîde"/>
              <p:cNvSpPr/>
              <p:nvPr/>
            </p:nvSpPr>
            <p:spPr bwMode="auto">
              <a:xfrm>
                <a:off x="5021263" y="4745038"/>
                <a:ext cx="153988" cy="220663"/>
              </a:xfrm>
              <a:custGeom>
                <a:avLst/>
                <a:gdLst>
                  <a:gd name="T0" fmla="*/ 66 w 72"/>
                  <a:gd name="T1" fmla="*/ 98 h 103"/>
                  <a:gd name="T2" fmla="*/ 72 w 72"/>
                  <a:gd name="T3" fmla="*/ 98 h 103"/>
                  <a:gd name="T4" fmla="*/ 67 w 72"/>
                  <a:gd name="T5" fmla="*/ 103 h 103"/>
                  <a:gd name="T6" fmla="*/ 60 w 72"/>
                  <a:gd name="T7" fmla="*/ 91 h 103"/>
                  <a:gd name="T8" fmla="*/ 62 w 72"/>
                  <a:gd name="T9" fmla="*/ 86 h 103"/>
                  <a:gd name="T10" fmla="*/ 66 w 72"/>
                  <a:gd name="T11" fmla="*/ 88 h 103"/>
                  <a:gd name="T12" fmla="*/ 60 w 72"/>
                  <a:gd name="T13" fmla="*/ 81 h 103"/>
                  <a:gd name="T14" fmla="*/ 56 w 72"/>
                  <a:gd name="T15" fmla="*/ 76 h 103"/>
                  <a:gd name="T16" fmla="*/ 61 w 72"/>
                  <a:gd name="T17" fmla="*/ 74 h 103"/>
                  <a:gd name="T18" fmla="*/ 60 w 72"/>
                  <a:gd name="T19" fmla="*/ 81 h 103"/>
                  <a:gd name="T20" fmla="*/ 47 w 72"/>
                  <a:gd name="T21" fmla="*/ 64 h 103"/>
                  <a:gd name="T22" fmla="*/ 55 w 72"/>
                  <a:gd name="T23" fmla="*/ 64 h 103"/>
                  <a:gd name="T24" fmla="*/ 53 w 72"/>
                  <a:gd name="T25" fmla="*/ 64 h 103"/>
                  <a:gd name="T26" fmla="*/ 49 w 72"/>
                  <a:gd name="T27" fmla="*/ 67 h 103"/>
                  <a:gd name="T28" fmla="*/ 60 w 72"/>
                  <a:gd name="T29" fmla="*/ 56 h 103"/>
                  <a:gd name="T30" fmla="*/ 61 w 72"/>
                  <a:gd name="T31" fmla="*/ 51 h 103"/>
                  <a:gd name="T32" fmla="*/ 66 w 72"/>
                  <a:gd name="T33" fmla="*/ 51 h 103"/>
                  <a:gd name="T34" fmla="*/ 7 w 72"/>
                  <a:gd name="T35" fmla="*/ 49 h 103"/>
                  <a:gd name="T36" fmla="*/ 3 w 72"/>
                  <a:gd name="T37" fmla="*/ 42 h 103"/>
                  <a:gd name="T38" fmla="*/ 7 w 72"/>
                  <a:gd name="T39" fmla="*/ 49 h 103"/>
                  <a:gd name="T40" fmla="*/ 54 w 72"/>
                  <a:gd name="T41" fmla="*/ 41 h 103"/>
                  <a:gd name="T42" fmla="*/ 58 w 72"/>
                  <a:gd name="T43" fmla="*/ 36 h 103"/>
                  <a:gd name="T44" fmla="*/ 60 w 72"/>
                  <a:gd name="T45" fmla="*/ 43 h 103"/>
                  <a:gd name="T46" fmla="*/ 2 w 72"/>
                  <a:gd name="T47" fmla="*/ 33 h 103"/>
                  <a:gd name="T48" fmla="*/ 0 w 72"/>
                  <a:gd name="T49" fmla="*/ 27 h 103"/>
                  <a:gd name="T50" fmla="*/ 6 w 72"/>
                  <a:gd name="T51" fmla="*/ 28 h 103"/>
                  <a:gd name="T52" fmla="*/ 6 w 72"/>
                  <a:gd name="T53" fmla="*/ 29 h 103"/>
                  <a:gd name="T54" fmla="*/ 2 w 72"/>
                  <a:gd name="T55" fmla="*/ 33 h 103"/>
                  <a:gd name="T56" fmla="*/ 47 w 72"/>
                  <a:gd name="T57" fmla="*/ 25 h 103"/>
                  <a:gd name="T58" fmla="*/ 49 w 72"/>
                  <a:gd name="T59" fmla="*/ 19 h 103"/>
                  <a:gd name="T60" fmla="*/ 53 w 72"/>
                  <a:gd name="T61" fmla="*/ 26 h 103"/>
                  <a:gd name="T62" fmla="*/ 15 w 72"/>
                  <a:gd name="T63" fmla="*/ 26 h 103"/>
                  <a:gd name="T64" fmla="*/ 15 w 72"/>
                  <a:gd name="T65" fmla="*/ 18 h 103"/>
                  <a:gd name="T66" fmla="*/ 21 w 72"/>
                  <a:gd name="T67" fmla="*/ 20 h 103"/>
                  <a:gd name="T68" fmla="*/ 18 w 72"/>
                  <a:gd name="T69" fmla="*/ 23 h 103"/>
                  <a:gd name="T70" fmla="*/ 44 w 72"/>
                  <a:gd name="T71" fmla="*/ 20 h 103"/>
                  <a:gd name="T72" fmla="*/ 38 w 72"/>
                  <a:gd name="T73" fmla="*/ 17 h 103"/>
                  <a:gd name="T74" fmla="*/ 44 w 72"/>
                  <a:gd name="T75" fmla="*/ 13 h 103"/>
                  <a:gd name="T76" fmla="*/ 44 w 72"/>
                  <a:gd name="T77" fmla="*/ 16 h 103"/>
                  <a:gd name="T78" fmla="*/ 44 w 72"/>
                  <a:gd name="T79" fmla="*/ 20 h 103"/>
                  <a:gd name="T80" fmla="*/ 21 w 72"/>
                  <a:gd name="T81" fmla="*/ 7 h 103"/>
                  <a:gd name="T82" fmla="*/ 24 w 72"/>
                  <a:gd name="T83" fmla="*/ 3 h 103"/>
                  <a:gd name="T84" fmla="*/ 29 w 72"/>
                  <a:gd name="T85" fmla="*/ 6 h 103"/>
                  <a:gd name="T86" fmla="*/ 37 w 72"/>
                  <a:gd name="T87" fmla="*/ 7 h 103"/>
                  <a:gd name="T88" fmla="*/ 32 w 72"/>
                  <a:gd name="T89" fmla="*/ 5 h 103"/>
                  <a:gd name="T90" fmla="*/ 32 w 72"/>
                  <a:gd name="T91" fmla="*/ 1 h 103"/>
                  <a:gd name="T92" fmla="*/ 38 w 72"/>
                  <a:gd name="T93" fmla="*/ 3 h 103"/>
                  <a:gd name="T94" fmla="*/ 37 w 72"/>
                  <a:gd name="T95" fmla="*/ 7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" h="103">
                    <a:moveTo>
                      <a:pt x="67" y="103"/>
                    </a:moveTo>
                    <a:cubicBezTo>
                      <a:pt x="66" y="101"/>
                      <a:pt x="66" y="99"/>
                      <a:pt x="66" y="98"/>
                    </a:cubicBezTo>
                    <a:cubicBezTo>
                      <a:pt x="66" y="97"/>
                      <a:pt x="66" y="96"/>
                      <a:pt x="67" y="95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1" y="98"/>
                      <a:pt x="72" y="99"/>
                      <a:pt x="72" y="101"/>
                    </a:cubicBezTo>
                    <a:lnTo>
                      <a:pt x="67" y="103"/>
                    </a:lnTo>
                    <a:close/>
                    <a:moveTo>
                      <a:pt x="65" y="93"/>
                    </a:moveTo>
                    <a:cubicBezTo>
                      <a:pt x="63" y="93"/>
                      <a:pt x="61" y="93"/>
                      <a:pt x="60" y="91"/>
                    </a:cubicBezTo>
                    <a:cubicBezTo>
                      <a:pt x="59" y="91"/>
                      <a:pt x="59" y="91"/>
                      <a:pt x="58" y="90"/>
                    </a:cubicBezTo>
                    <a:cubicBezTo>
                      <a:pt x="62" y="86"/>
                      <a:pt x="62" y="86"/>
                      <a:pt x="62" y="86"/>
                    </a:cubicBezTo>
                    <a:cubicBezTo>
                      <a:pt x="62" y="86"/>
                      <a:pt x="62" y="86"/>
                      <a:pt x="63" y="87"/>
                    </a:cubicBezTo>
                    <a:cubicBezTo>
                      <a:pt x="64" y="87"/>
                      <a:pt x="65" y="88"/>
                      <a:pt x="66" y="88"/>
                    </a:cubicBezTo>
                    <a:lnTo>
                      <a:pt x="65" y="93"/>
                    </a:lnTo>
                    <a:close/>
                    <a:moveTo>
                      <a:pt x="60" y="81"/>
                    </a:moveTo>
                    <a:cubicBezTo>
                      <a:pt x="59" y="80"/>
                      <a:pt x="57" y="79"/>
                      <a:pt x="56" y="77"/>
                    </a:cubicBezTo>
                    <a:cubicBezTo>
                      <a:pt x="56" y="76"/>
                      <a:pt x="56" y="76"/>
                      <a:pt x="56" y="76"/>
                    </a:cubicBezTo>
                    <a:cubicBezTo>
                      <a:pt x="61" y="73"/>
                      <a:pt x="61" y="73"/>
                      <a:pt x="61" y="73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2" y="75"/>
                      <a:pt x="63" y="76"/>
                      <a:pt x="64" y="77"/>
                    </a:cubicBezTo>
                    <a:lnTo>
                      <a:pt x="60" y="81"/>
                    </a:lnTo>
                    <a:close/>
                    <a:moveTo>
                      <a:pt x="49" y="67"/>
                    </a:moveTo>
                    <a:cubicBezTo>
                      <a:pt x="48" y="66"/>
                      <a:pt x="47" y="65"/>
                      <a:pt x="47" y="64"/>
                    </a:cubicBezTo>
                    <a:cubicBezTo>
                      <a:pt x="47" y="63"/>
                      <a:pt x="48" y="60"/>
                      <a:pt x="53" y="59"/>
                    </a:cubicBezTo>
                    <a:cubicBezTo>
                      <a:pt x="55" y="64"/>
                      <a:pt x="55" y="64"/>
                      <a:pt x="55" y="64"/>
                    </a:cubicBezTo>
                    <a:cubicBezTo>
                      <a:pt x="53" y="65"/>
                      <a:pt x="53" y="65"/>
                      <a:pt x="53" y="65"/>
                    </a:cubicBezTo>
                    <a:cubicBezTo>
                      <a:pt x="53" y="65"/>
                      <a:pt x="53" y="65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lnTo>
                      <a:pt x="49" y="67"/>
                    </a:lnTo>
                    <a:close/>
                    <a:moveTo>
                      <a:pt x="66" y="57"/>
                    </a:moveTo>
                    <a:cubicBezTo>
                      <a:pt x="60" y="56"/>
                      <a:pt x="60" y="56"/>
                      <a:pt x="60" y="56"/>
                    </a:cubicBezTo>
                    <a:cubicBezTo>
                      <a:pt x="61" y="55"/>
                      <a:pt x="61" y="53"/>
                      <a:pt x="61" y="51"/>
                    </a:cubicBezTo>
                    <a:cubicBezTo>
                      <a:pt x="61" y="51"/>
                      <a:pt x="61" y="51"/>
                      <a:pt x="61" y="51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6" y="53"/>
                      <a:pt x="66" y="55"/>
                      <a:pt x="66" y="57"/>
                    </a:cubicBezTo>
                    <a:close/>
                    <a:moveTo>
                      <a:pt x="7" y="49"/>
                    </a:moveTo>
                    <a:cubicBezTo>
                      <a:pt x="2" y="47"/>
                      <a:pt x="2" y="47"/>
                      <a:pt x="2" y="47"/>
                    </a:cubicBezTo>
                    <a:cubicBezTo>
                      <a:pt x="2" y="45"/>
                      <a:pt x="3" y="44"/>
                      <a:pt x="3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4"/>
                      <a:pt x="8" y="47"/>
                      <a:pt x="7" y="49"/>
                    </a:cubicBezTo>
                    <a:close/>
                    <a:moveTo>
                      <a:pt x="54" y="43"/>
                    </a:moveTo>
                    <a:cubicBezTo>
                      <a:pt x="54" y="43"/>
                      <a:pt x="54" y="42"/>
                      <a:pt x="54" y="41"/>
                    </a:cubicBezTo>
                    <a:cubicBezTo>
                      <a:pt x="54" y="40"/>
                      <a:pt x="54" y="40"/>
                      <a:pt x="54" y="39"/>
                    </a:cubicBezTo>
                    <a:cubicBezTo>
                      <a:pt x="58" y="36"/>
                      <a:pt x="58" y="36"/>
                      <a:pt x="58" y="36"/>
                    </a:cubicBezTo>
                    <a:cubicBezTo>
                      <a:pt x="59" y="37"/>
                      <a:pt x="60" y="38"/>
                      <a:pt x="60" y="41"/>
                    </a:cubicBezTo>
                    <a:cubicBezTo>
                      <a:pt x="60" y="42"/>
                      <a:pt x="60" y="42"/>
                      <a:pt x="60" y="43"/>
                    </a:cubicBezTo>
                    <a:lnTo>
                      <a:pt x="54" y="43"/>
                    </a:lnTo>
                    <a:close/>
                    <a:moveTo>
                      <a:pt x="2" y="33"/>
                    </a:moveTo>
                    <a:cubicBezTo>
                      <a:pt x="1" y="32"/>
                      <a:pt x="0" y="31"/>
                      <a:pt x="0" y="29"/>
                    </a:cubicBezTo>
                    <a:cubicBezTo>
                      <a:pt x="0" y="28"/>
                      <a:pt x="0" y="27"/>
                      <a:pt x="0" y="27"/>
                    </a:cubicBezTo>
                    <a:cubicBezTo>
                      <a:pt x="0" y="26"/>
                      <a:pt x="1" y="25"/>
                      <a:pt x="1" y="2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4" y="31"/>
                      <a:pt x="4" y="31"/>
                      <a:pt x="4" y="31"/>
                    </a:cubicBezTo>
                    <a:lnTo>
                      <a:pt x="2" y="33"/>
                    </a:lnTo>
                    <a:close/>
                    <a:moveTo>
                      <a:pt x="48" y="29"/>
                    </a:moveTo>
                    <a:cubicBezTo>
                      <a:pt x="48" y="28"/>
                      <a:pt x="47" y="26"/>
                      <a:pt x="47" y="25"/>
                    </a:cubicBezTo>
                    <a:cubicBezTo>
                      <a:pt x="46" y="25"/>
                      <a:pt x="47" y="25"/>
                      <a:pt x="47" y="25"/>
                    </a:cubicBezTo>
                    <a:cubicBezTo>
                      <a:pt x="49" y="19"/>
                      <a:pt x="49" y="19"/>
                      <a:pt x="49" y="19"/>
                    </a:cubicBezTo>
                    <a:cubicBezTo>
                      <a:pt x="50" y="20"/>
                      <a:pt x="51" y="21"/>
                      <a:pt x="52" y="23"/>
                    </a:cubicBezTo>
                    <a:cubicBezTo>
                      <a:pt x="52" y="24"/>
                      <a:pt x="53" y="25"/>
                      <a:pt x="53" y="26"/>
                    </a:cubicBezTo>
                    <a:lnTo>
                      <a:pt x="48" y="29"/>
                    </a:lnTo>
                    <a:close/>
                    <a:moveTo>
                      <a:pt x="15" y="26"/>
                    </a:moveTo>
                    <a:cubicBezTo>
                      <a:pt x="13" y="20"/>
                      <a:pt x="13" y="20"/>
                      <a:pt x="13" y="20"/>
                    </a:cubicBezTo>
                    <a:cubicBezTo>
                      <a:pt x="14" y="19"/>
                      <a:pt x="14" y="19"/>
                      <a:pt x="15" y="18"/>
                    </a:cubicBezTo>
                    <a:cubicBezTo>
                      <a:pt x="15" y="18"/>
                      <a:pt x="15" y="18"/>
                      <a:pt x="16" y="17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1"/>
                      <a:pt x="19" y="22"/>
                      <a:pt x="19" y="22"/>
                    </a:cubicBezTo>
                    <a:cubicBezTo>
                      <a:pt x="19" y="23"/>
                      <a:pt x="18" y="23"/>
                      <a:pt x="18" y="23"/>
                    </a:cubicBezTo>
                    <a:cubicBezTo>
                      <a:pt x="17" y="24"/>
                      <a:pt x="16" y="25"/>
                      <a:pt x="15" y="26"/>
                    </a:cubicBezTo>
                    <a:close/>
                    <a:moveTo>
                      <a:pt x="44" y="20"/>
                    </a:move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19"/>
                      <a:pt x="38" y="18"/>
                      <a:pt x="38" y="17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4"/>
                      <a:pt x="44" y="15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8"/>
                    </a:cubicBezTo>
                    <a:cubicBezTo>
                      <a:pt x="44" y="19"/>
                      <a:pt x="44" y="19"/>
                      <a:pt x="44" y="20"/>
                    </a:cubicBezTo>
                    <a:close/>
                    <a:moveTo>
                      <a:pt x="25" y="11"/>
                    </a:moveTo>
                    <a:cubicBezTo>
                      <a:pt x="21" y="7"/>
                      <a:pt x="21" y="7"/>
                      <a:pt x="21" y="7"/>
                    </a:cubicBezTo>
                    <a:cubicBezTo>
                      <a:pt x="22" y="6"/>
                      <a:pt x="23" y="5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8" y="8"/>
                      <a:pt x="27" y="10"/>
                      <a:pt x="25" y="11"/>
                    </a:cubicBezTo>
                    <a:close/>
                    <a:moveTo>
                      <a:pt x="37" y="7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4"/>
                      <a:pt x="32" y="3"/>
                      <a:pt x="32" y="3"/>
                    </a:cubicBezTo>
                    <a:cubicBezTo>
                      <a:pt x="32" y="2"/>
                      <a:pt x="32" y="1"/>
                      <a:pt x="32" y="1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1"/>
                      <a:pt x="38" y="2"/>
                      <a:pt x="38" y="3"/>
                    </a:cubicBezTo>
                    <a:cubicBezTo>
                      <a:pt x="38" y="4"/>
                      <a:pt x="38" y="5"/>
                      <a:pt x="38" y="6"/>
                    </a:cubicBezTo>
                    <a:cubicBezTo>
                      <a:pt x="38" y="6"/>
                      <a:pt x="38" y="7"/>
                      <a:pt x="37" y="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îşḻîďé"/>
              <p:cNvSpPr/>
              <p:nvPr/>
            </p:nvSpPr>
            <p:spPr bwMode="auto">
              <a:xfrm>
                <a:off x="5181600" y="4926013"/>
                <a:ext cx="273050" cy="385763"/>
              </a:xfrm>
              <a:custGeom>
                <a:avLst/>
                <a:gdLst>
                  <a:gd name="T0" fmla="*/ 123 w 127"/>
                  <a:gd name="T1" fmla="*/ 179 h 180"/>
                  <a:gd name="T2" fmla="*/ 127 w 127"/>
                  <a:gd name="T3" fmla="*/ 175 h 180"/>
                  <a:gd name="T4" fmla="*/ 112 w 127"/>
                  <a:gd name="T5" fmla="*/ 178 h 180"/>
                  <a:gd name="T6" fmla="*/ 107 w 127"/>
                  <a:gd name="T7" fmla="*/ 171 h 180"/>
                  <a:gd name="T8" fmla="*/ 112 w 127"/>
                  <a:gd name="T9" fmla="*/ 178 h 180"/>
                  <a:gd name="T10" fmla="*/ 95 w 127"/>
                  <a:gd name="T11" fmla="*/ 165 h 180"/>
                  <a:gd name="T12" fmla="*/ 102 w 127"/>
                  <a:gd name="T13" fmla="*/ 166 h 180"/>
                  <a:gd name="T14" fmla="*/ 89 w 127"/>
                  <a:gd name="T15" fmla="*/ 160 h 180"/>
                  <a:gd name="T16" fmla="*/ 87 w 127"/>
                  <a:gd name="T17" fmla="*/ 152 h 180"/>
                  <a:gd name="T18" fmla="*/ 89 w 127"/>
                  <a:gd name="T19" fmla="*/ 160 h 180"/>
                  <a:gd name="T20" fmla="*/ 82 w 127"/>
                  <a:gd name="T21" fmla="*/ 142 h 180"/>
                  <a:gd name="T22" fmla="*/ 90 w 127"/>
                  <a:gd name="T23" fmla="*/ 143 h 180"/>
                  <a:gd name="T24" fmla="*/ 74 w 127"/>
                  <a:gd name="T25" fmla="*/ 134 h 180"/>
                  <a:gd name="T26" fmla="*/ 70 w 127"/>
                  <a:gd name="T27" fmla="*/ 130 h 180"/>
                  <a:gd name="T28" fmla="*/ 76 w 127"/>
                  <a:gd name="T29" fmla="*/ 130 h 180"/>
                  <a:gd name="T30" fmla="*/ 75 w 127"/>
                  <a:gd name="T31" fmla="*/ 128 h 180"/>
                  <a:gd name="T32" fmla="*/ 74 w 127"/>
                  <a:gd name="T33" fmla="*/ 134 h 180"/>
                  <a:gd name="T34" fmla="*/ 79 w 127"/>
                  <a:gd name="T35" fmla="*/ 118 h 180"/>
                  <a:gd name="T36" fmla="*/ 71 w 127"/>
                  <a:gd name="T37" fmla="*/ 118 h 180"/>
                  <a:gd name="T38" fmla="*/ 75 w 127"/>
                  <a:gd name="T39" fmla="*/ 114 h 180"/>
                  <a:gd name="T40" fmla="*/ 79 w 127"/>
                  <a:gd name="T41" fmla="*/ 115 h 180"/>
                  <a:gd name="T42" fmla="*/ 80 w 127"/>
                  <a:gd name="T43" fmla="*/ 113 h 180"/>
                  <a:gd name="T44" fmla="*/ 83 w 127"/>
                  <a:gd name="T45" fmla="*/ 119 h 180"/>
                  <a:gd name="T46" fmla="*/ 71 w 127"/>
                  <a:gd name="T47" fmla="*/ 105 h 180"/>
                  <a:gd name="T48" fmla="*/ 72 w 127"/>
                  <a:gd name="T49" fmla="*/ 98 h 180"/>
                  <a:gd name="T50" fmla="*/ 71 w 127"/>
                  <a:gd name="T51" fmla="*/ 105 h 180"/>
                  <a:gd name="T52" fmla="*/ 60 w 127"/>
                  <a:gd name="T53" fmla="*/ 94 h 180"/>
                  <a:gd name="T54" fmla="*/ 61 w 127"/>
                  <a:gd name="T55" fmla="*/ 87 h 180"/>
                  <a:gd name="T56" fmla="*/ 66 w 127"/>
                  <a:gd name="T57" fmla="*/ 91 h 180"/>
                  <a:gd name="T58" fmla="*/ 60 w 127"/>
                  <a:gd name="T59" fmla="*/ 82 h 180"/>
                  <a:gd name="T60" fmla="*/ 57 w 127"/>
                  <a:gd name="T61" fmla="*/ 77 h 180"/>
                  <a:gd name="T62" fmla="*/ 63 w 127"/>
                  <a:gd name="T63" fmla="*/ 77 h 180"/>
                  <a:gd name="T64" fmla="*/ 60 w 127"/>
                  <a:gd name="T65" fmla="*/ 82 h 180"/>
                  <a:gd name="T66" fmla="*/ 47 w 127"/>
                  <a:gd name="T67" fmla="*/ 66 h 180"/>
                  <a:gd name="T68" fmla="*/ 52 w 127"/>
                  <a:gd name="T69" fmla="*/ 62 h 180"/>
                  <a:gd name="T70" fmla="*/ 54 w 127"/>
                  <a:gd name="T71" fmla="*/ 68 h 180"/>
                  <a:gd name="T72" fmla="*/ 42 w 127"/>
                  <a:gd name="T73" fmla="*/ 54 h 180"/>
                  <a:gd name="T74" fmla="*/ 43 w 127"/>
                  <a:gd name="T75" fmla="*/ 45 h 180"/>
                  <a:gd name="T76" fmla="*/ 42 w 127"/>
                  <a:gd name="T77" fmla="*/ 54 h 180"/>
                  <a:gd name="T78" fmla="*/ 35 w 127"/>
                  <a:gd name="T79" fmla="*/ 38 h 180"/>
                  <a:gd name="T80" fmla="*/ 35 w 127"/>
                  <a:gd name="T81" fmla="*/ 34 h 180"/>
                  <a:gd name="T82" fmla="*/ 40 w 127"/>
                  <a:gd name="T83" fmla="*/ 31 h 180"/>
                  <a:gd name="T84" fmla="*/ 41 w 127"/>
                  <a:gd name="T85" fmla="*/ 35 h 180"/>
                  <a:gd name="T86" fmla="*/ 41 w 127"/>
                  <a:gd name="T87" fmla="*/ 38 h 180"/>
                  <a:gd name="T88" fmla="*/ 28 w 127"/>
                  <a:gd name="T89" fmla="*/ 22 h 180"/>
                  <a:gd name="T90" fmla="*/ 32 w 127"/>
                  <a:gd name="T91" fmla="*/ 16 h 180"/>
                  <a:gd name="T92" fmla="*/ 34 w 127"/>
                  <a:gd name="T93" fmla="*/ 22 h 180"/>
                  <a:gd name="T94" fmla="*/ 5 w 127"/>
                  <a:gd name="T95" fmla="*/ 17 h 180"/>
                  <a:gd name="T96" fmla="*/ 2 w 127"/>
                  <a:gd name="T97" fmla="*/ 10 h 180"/>
                  <a:gd name="T98" fmla="*/ 5 w 127"/>
                  <a:gd name="T99" fmla="*/ 17 h 180"/>
                  <a:gd name="T100" fmla="*/ 8 w 127"/>
                  <a:gd name="T101" fmla="*/ 10 h 180"/>
                  <a:gd name="T102" fmla="*/ 14 w 127"/>
                  <a:gd name="T103" fmla="*/ 10 h 180"/>
                  <a:gd name="T104" fmla="*/ 15 w 127"/>
                  <a:gd name="T105" fmla="*/ 16 h 180"/>
                  <a:gd name="T106" fmla="*/ 23 w 127"/>
                  <a:gd name="T107" fmla="*/ 6 h 180"/>
                  <a:gd name="T108" fmla="*/ 23 w 127"/>
                  <a:gd name="T109" fmla="*/ 5 h 180"/>
                  <a:gd name="T110" fmla="*/ 23 w 127"/>
                  <a:gd name="T111" fmla="*/ 0 h 180"/>
                  <a:gd name="T112" fmla="*/ 28 w 127"/>
                  <a:gd name="T113" fmla="*/ 5 h 180"/>
                  <a:gd name="T114" fmla="*/ 23 w 127"/>
                  <a:gd name="T115" fmla="*/ 5 h 180"/>
                  <a:gd name="T116" fmla="*/ 23 w 127"/>
                  <a:gd name="T117" fmla="*/ 6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7" h="180">
                    <a:moveTo>
                      <a:pt x="125" y="180"/>
                    </a:moveTo>
                    <a:cubicBezTo>
                      <a:pt x="124" y="180"/>
                      <a:pt x="124" y="180"/>
                      <a:pt x="123" y="179"/>
                    </a:cubicBezTo>
                    <a:cubicBezTo>
                      <a:pt x="125" y="174"/>
                      <a:pt x="125" y="174"/>
                      <a:pt x="125" y="174"/>
                    </a:cubicBezTo>
                    <a:cubicBezTo>
                      <a:pt x="126" y="174"/>
                      <a:pt x="127" y="174"/>
                      <a:pt x="127" y="175"/>
                    </a:cubicBezTo>
                    <a:lnTo>
                      <a:pt x="125" y="180"/>
                    </a:lnTo>
                    <a:close/>
                    <a:moveTo>
                      <a:pt x="112" y="178"/>
                    </a:moveTo>
                    <a:cubicBezTo>
                      <a:pt x="110" y="178"/>
                      <a:pt x="108" y="177"/>
                      <a:pt x="106" y="177"/>
                    </a:cubicBezTo>
                    <a:cubicBezTo>
                      <a:pt x="107" y="171"/>
                      <a:pt x="107" y="171"/>
                      <a:pt x="107" y="171"/>
                    </a:cubicBezTo>
                    <a:cubicBezTo>
                      <a:pt x="109" y="172"/>
                      <a:pt x="111" y="172"/>
                      <a:pt x="112" y="172"/>
                    </a:cubicBezTo>
                    <a:lnTo>
                      <a:pt x="112" y="178"/>
                    </a:lnTo>
                    <a:close/>
                    <a:moveTo>
                      <a:pt x="96" y="167"/>
                    </a:moveTo>
                    <a:cubicBezTo>
                      <a:pt x="96" y="165"/>
                      <a:pt x="95" y="165"/>
                      <a:pt x="95" y="165"/>
                    </a:cubicBezTo>
                    <a:cubicBezTo>
                      <a:pt x="96" y="159"/>
                      <a:pt x="96" y="159"/>
                      <a:pt x="96" y="159"/>
                    </a:cubicBezTo>
                    <a:cubicBezTo>
                      <a:pt x="100" y="160"/>
                      <a:pt x="101" y="164"/>
                      <a:pt x="102" y="166"/>
                    </a:cubicBezTo>
                    <a:lnTo>
                      <a:pt x="96" y="167"/>
                    </a:lnTo>
                    <a:close/>
                    <a:moveTo>
                      <a:pt x="89" y="160"/>
                    </a:moveTo>
                    <a:cubicBezTo>
                      <a:pt x="83" y="160"/>
                      <a:pt x="83" y="160"/>
                      <a:pt x="83" y="160"/>
                    </a:cubicBezTo>
                    <a:cubicBezTo>
                      <a:pt x="83" y="156"/>
                      <a:pt x="84" y="154"/>
                      <a:pt x="87" y="152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89" y="158"/>
                      <a:pt x="89" y="158"/>
                      <a:pt x="89" y="160"/>
                    </a:cubicBezTo>
                    <a:close/>
                    <a:moveTo>
                      <a:pt x="85" y="147"/>
                    </a:moveTo>
                    <a:cubicBezTo>
                      <a:pt x="84" y="145"/>
                      <a:pt x="83" y="143"/>
                      <a:pt x="82" y="142"/>
                    </a:cubicBezTo>
                    <a:cubicBezTo>
                      <a:pt x="87" y="138"/>
                      <a:pt x="87" y="138"/>
                      <a:pt x="87" y="138"/>
                    </a:cubicBezTo>
                    <a:cubicBezTo>
                      <a:pt x="88" y="140"/>
                      <a:pt x="89" y="142"/>
                      <a:pt x="90" y="143"/>
                    </a:cubicBezTo>
                    <a:lnTo>
                      <a:pt x="85" y="147"/>
                    </a:lnTo>
                    <a:close/>
                    <a:moveTo>
                      <a:pt x="74" y="134"/>
                    </a:moveTo>
                    <a:cubicBezTo>
                      <a:pt x="73" y="134"/>
                      <a:pt x="73" y="133"/>
                      <a:pt x="72" y="133"/>
                    </a:cubicBezTo>
                    <a:cubicBezTo>
                      <a:pt x="71" y="133"/>
                      <a:pt x="70" y="131"/>
                      <a:pt x="70" y="130"/>
                    </a:cubicBezTo>
                    <a:cubicBezTo>
                      <a:pt x="70" y="128"/>
                      <a:pt x="71" y="127"/>
                      <a:pt x="72" y="126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30"/>
                      <a:pt x="76" y="130"/>
                      <a:pt x="76" y="130"/>
                    </a:cubicBezTo>
                    <a:cubicBezTo>
                      <a:pt x="76" y="129"/>
                      <a:pt x="75" y="128"/>
                      <a:pt x="75" y="128"/>
                    </a:cubicBezTo>
                    <a:cubicBezTo>
                      <a:pt x="75" y="128"/>
                      <a:pt x="76" y="129"/>
                      <a:pt x="78" y="130"/>
                    </a:cubicBezTo>
                    <a:lnTo>
                      <a:pt x="74" y="134"/>
                    </a:lnTo>
                    <a:close/>
                    <a:moveTo>
                      <a:pt x="82" y="120"/>
                    </a:moveTo>
                    <a:cubicBezTo>
                      <a:pt x="79" y="118"/>
                      <a:pt x="79" y="118"/>
                      <a:pt x="79" y="118"/>
                    </a:cubicBezTo>
                    <a:cubicBezTo>
                      <a:pt x="77" y="120"/>
                      <a:pt x="74" y="120"/>
                      <a:pt x="72" y="119"/>
                    </a:cubicBezTo>
                    <a:cubicBezTo>
                      <a:pt x="71" y="119"/>
                      <a:pt x="71" y="118"/>
                      <a:pt x="71" y="118"/>
                    </a:cubicBezTo>
                    <a:cubicBezTo>
                      <a:pt x="75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5" y="114"/>
                    </a:cubicBezTo>
                    <a:cubicBezTo>
                      <a:pt x="75" y="114"/>
                      <a:pt x="75" y="114"/>
                      <a:pt x="75" y="114"/>
                    </a:cubicBezTo>
                    <a:cubicBezTo>
                      <a:pt x="79" y="115"/>
                      <a:pt x="79" y="115"/>
                      <a:pt x="79" y="115"/>
                    </a:cubicBezTo>
                    <a:cubicBezTo>
                      <a:pt x="79" y="115"/>
                      <a:pt x="79" y="115"/>
                      <a:pt x="79" y="115"/>
                    </a:cubicBezTo>
                    <a:cubicBezTo>
                      <a:pt x="79" y="115"/>
                      <a:pt x="80" y="114"/>
                      <a:pt x="80" y="113"/>
                    </a:cubicBezTo>
                    <a:cubicBezTo>
                      <a:pt x="85" y="114"/>
                      <a:pt x="85" y="114"/>
                      <a:pt x="85" y="114"/>
                    </a:cubicBezTo>
                    <a:cubicBezTo>
                      <a:pt x="85" y="116"/>
                      <a:pt x="84" y="118"/>
                      <a:pt x="83" y="119"/>
                    </a:cubicBezTo>
                    <a:cubicBezTo>
                      <a:pt x="83" y="119"/>
                      <a:pt x="83" y="120"/>
                      <a:pt x="82" y="120"/>
                    </a:cubicBezTo>
                    <a:close/>
                    <a:moveTo>
                      <a:pt x="71" y="105"/>
                    </a:moveTo>
                    <a:cubicBezTo>
                      <a:pt x="71" y="104"/>
                      <a:pt x="71" y="104"/>
                      <a:pt x="70" y="103"/>
                    </a:cubicBezTo>
                    <a:cubicBezTo>
                      <a:pt x="72" y="98"/>
                      <a:pt x="72" y="98"/>
                      <a:pt x="72" y="98"/>
                    </a:cubicBezTo>
                    <a:cubicBezTo>
                      <a:pt x="76" y="99"/>
                      <a:pt x="77" y="103"/>
                      <a:pt x="77" y="104"/>
                    </a:cubicBezTo>
                    <a:lnTo>
                      <a:pt x="71" y="105"/>
                    </a:lnTo>
                    <a:close/>
                    <a:moveTo>
                      <a:pt x="61" y="95"/>
                    </a:moveTo>
                    <a:cubicBezTo>
                      <a:pt x="61" y="95"/>
                      <a:pt x="60" y="94"/>
                      <a:pt x="60" y="94"/>
                    </a:cubicBezTo>
                    <a:cubicBezTo>
                      <a:pt x="59" y="93"/>
                      <a:pt x="58" y="92"/>
                      <a:pt x="57" y="91"/>
                    </a:cubicBezTo>
                    <a:cubicBezTo>
                      <a:pt x="61" y="87"/>
                      <a:pt x="61" y="87"/>
                      <a:pt x="61" y="87"/>
                    </a:cubicBezTo>
                    <a:cubicBezTo>
                      <a:pt x="62" y="88"/>
                      <a:pt x="63" y="89"/>
                      <a:pt x="64" y="89"/>
                    </a:cubicBezTo>
                    <a:cubicBezTo>
                      <a:pt x="64" y="90"/>
                      <a:pt x="65" y="91"/>
                      <a:pt x="66" y="91"/>
                    </a:cubicBezTo>
                    <a:lnTo>
                      <a:pt x="61" y="95"/>
                    </a:lnTo>
                    <a:close/>
                    <a:moveTo>
                      <a:pt x="60" y="82"/>
                    </a:moveTo>
                    <a:cubicBezTo>
                      <a:pt x="56" y="78"/>
                      <a:pt x="56" y="78"/>
                      <a:pt x="56" y="78"/>
                    </a:cubicBezTo>
                    <a:cubicBezTo>
                      <a:pt x="56" y="77"/>
                      <a:pt x="57" y="77"/>
                      <a:pt x="57" y="77"/>
                    </a:cubicBezTo>
                    <a:cubicBezTo>
                      <a:pt x="62" y="73"/>
                      <a:pt x="62" y="73"/>
                      <a:pt x="62" y="73"/>
                    </a:cubicBezTo>
                    <a:cubicBezTo>
                      <a:pt x="63" y="74"/>
                      <a:pt x="63" y="75"/>
                      <a:pt x="63" y="77"/>
                    </a:cubicBezTo>
                    <a:cubicBezTo>
                      <a:pt x="63" y="78"/>
                      <a:pt x="63" y="79"/>
                      <a:pt x="61" y="81"/>
                    </a:cubicBezTo>
                    <a:cubicBezTo>
                      <a:pt x="61" y="81"/>
                      <a:pt x="61" y="81"/>
                      <a:pt x="60" y="82"/>
                    </a:cubicBezTo>
                    <a:close/>
                    <a:moveTo>
                      <a:pt x="48" y="69"/>
                    </a:moveTo>
                    <a:cubicBezTo>
                      <a:pt x="48" y="68"/>
                      <a:pt x="47" y="68"/>
                      <a:pt x="47" y="66"/>
                    </a:cubicBezTo>
                    <a:cubicBezTo>
                      <a:pt x="47" y="66"/>
                      <a:pt x="47" y="65"/>
                      <a:pt x="47" y="64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53" y="63"/>
                      <a:pt x="53" y="64"/>
                      <a:pt x="53" y="66"/>
                    </a:cubicBezTo>
                    <a:cubicBezTo>
                      <a:pt x="53" y="67"/>
                      <a:pt x="53" y="67"/>
                      <a:pt x="54" y="68"/>
                    </a:cubicBezTo>
                    <a:lnTo>
                      <a:pt x="48" y="69"/>
                    </a:lnTo>
                    <a:close/>
                    <a:moveTo>
                      <a:pt x="42" y="54"/>
                    </a:moveTo>
                    <a:cubicBezTo>
                      <a:pt x="41" y="52"/>
                      <a:pt x="40" y="51"/>
                      <a:pt x="39" y="50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5" y="47"/>
                      <a:pt x="47" y="50"/>
                      <a:pt x="47" y="51"/>
                    </a:cubicBezTo>
                    <a:lnTo>
                      <a:pt x="42" y="54"/>
                    </a:lnTo>
                    <a:close/>
                    <a:moveTo>
                      <a:pt x="41" y="38"/>
                    </a:move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6"/>
                      <a:pt x="35" y="36"/>
                      <a:pt x="35" y="35"/>
                    </a:cubicBezTo>
                    <a:cubicBezTo>
                      <a:pt x="35" y="35"/>
                      <a:pt x="35" y="34"/>
                      <a:pt x="35" y="34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2"/>
                      <a:pt x="41" y="33"/>
                      <a:pt x="41" y="34"/>
                    </a:cubicBezTo>
                    <a:cubicBezTo>
                      <a:pt x="41" y="34"/>
                      <a:pt x="41" y="35"/>
                      <a:pt x="41" y="35"/>
                    </a:cubicBezTo>
                    <a:cubicBezTo>
                      <a:pt x="41" y="36"/>
                      <a:pt x="41" y="37"/>
                      <a:pt x="41" y="37"/>
                    </a:cubicBezTo>
                    <a:lnTo>
                      <a:pt x="41" y="38"/>
                    </a:lnTo>
                    <a:close/>
                    <a:moveTo>
                      <a:pt x="28" y="23"/>
                    </a:moveTo>
                    <a:cubicBezTo>
                      <a:pt x="28" y="22"/>
                      <a:pt x="28" y="22"/>
                      <a:pt x="28" y="22"/>
                    </a:cubicBezTo>
                    <a:cubicBezTo>
                      <a:pt x="27" y="21"/>
                      <a:pt x="27" y="19"/>
                      <a:pt x="26" y="18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3" y="17"/>
                      <a:pt x="33" y="19"/>
                      <a:pt x="33" y="20"/>
                    </a:cubicBezTo>
                    <a:cubicBezTo>
                      <a:pt x="34" y="22"/>
                      <a:pt x="34" y="22"/>
                      <a:pt x="34" y="22"/>
                    </a:cubicBezTo>
                    <a:lnTo>
                      <a:pt x="28" y="23"/>
                    </a:lnTo>
                    <a:close/>
                    <a:moveTo>
                      <a:pt x="5" y="17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1" y="13"/>
                      <a:pt x="2" y="10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5"/>
                      <a:pt x="5" y="17"/>
                      <a:pt x="5" y="17"/>
                    </a:cubicBezTo>
                    <a:close/>
                    <a:moveTo>
                      <a:pt x="14" y="16"/>
                    </a:moveTo>
                    <a:cubicBezTo>
                      <a:pt x="12" y="16"/>
                      <a:pt x="9" y="15"/>
                      <a:pt x="8" y="10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4" y="16"/>
                      <a:pt x="14" y="16"/>
                      <a:pt x="14" y="16"/>
                    </a:cubicBezTo>
                    <a:close/>
                    <a:moveTo>
                      <a:pt x="23" y="6"/>
                    </a:moveTo>
                    <a:cubicBezTo>
                      <a:pt x="22" y="6"/>
                      <a:pt x="22" y="6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0"/>
                      <a:pt x="22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1"/>
                      <a:pt x="28" y="4"/>
                      <a:pt x="28" y="5"/>
                    </a:cubicBezTo>
                    <a:lnTo>
                      <a:pt x="23" y="6"/>
                    </a:lnTo>
                    <a:close/>
                    <a:moveTo>
                      <a:pt x="23" y="5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23" y="6"/>
                      <a:pt x="23" y="6"/>
                      <a:pt x="23" y="6"/>
                    </a:cubicBezTo>
                    <a:lnTo>
                      <a:pt x="23" y="5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7" name="íṡḷîḋê"/>
              <p:cNvSpPr/>
              <p:nvPr/>
            </p:nvSpPr>
            <p:spPr bwMode="auto">
              <a:xfrm>
                <a:off x="5724525" y="5033963"/>
                <a:ext cx="425450" cy="863600"/>
              </a:xfrm>
              <a:custGeom>
                <a:avLst/>
                <a:gdLst>
                  <a:gd name="T0" fmla="*/ 148 w 198"/>
                  <a:gd name="T1" fmla="*/ 388 h 403"/>
                  <a:gd name="T2" fmla="*/ 159 w 198"/>
                  <a:gd name="T3" fmla="*/ 383 h 403"/>
                  <a:gd name="T4" fmla="*/ 174 w 198"/>
                  <a:gd name="T5" fmla="*/ 372 h 403"/>
                  <a:gd name="T6" fmla="*/ 188 w 198"/>
                  <a:gd name="T7" fmla="*/ 377 h 403"/>
                  <a:gd name="T8" fmla="*/ 194 w 198"/>
                  <a:gd name="T9" fmla="*/ 354 h 403"/>
                  <a:gd name="T10" fmla="*/ 192 w 198"/>
                  <a:gd name="T11" fmla="*/ 342 h 403"/>
                  <a:gd name="T12" fmla="*/ 192 w 198"/>
                  <a:gd name="T13" fmla="*/ 343 h 403"/>
                  <a:gd name="T14" fmla="*/ 172 w 198"/>
                  <a:gd name="T15" fmla="*/ 330 h 403"/>
                  <a:gd name="T16" fmla="*/ 183 w 198"/>
                  <a:gd name="T17" fmla="*/ 329 h 403"/>
                  <a:gd name="T18" fmla="*/ 157 w 198"/>
                  <a:gd name="T19" fmla="*/ 327 h 403"/>
                  <a:gd name="T20" fmla="*/ 161 w 198"/>
                  <a:gd name="T21" fmla="*/ 323 h 403"/>
                  <a:gd name="T22" fmla="*/ 120 w 198"/>
                  <a:gd name="T23" fmla="*/ 320 h 403"/>
                  <a:gd name="T24" fmla="*/ 144 w 198"/>
                  <a:gd name="T25" fmla="*/ 323 h 403"/>
                  <a:gd name="T26" fmla="*/ 116 w 198"/>
                  <a:gd name="T27" fmla="*/ 313 h 403"/>
                  <a:gd name="T28" fmla="*/ 121 w 198"/>
                  <a:gd name="T29" fmla="*/ 315 h 403"/>
                  <a:gd name="T30" fmla="*/ 67 w 198"/>
                  <a:gd name="T31" fmla="*/ 300 h 403"/>
                  <a:gd name="T32" fmla="*/ 91 w 198"/>
                  <a:gd name="T33" fmla="*/ 294 h 403"/>
                  <a:gd name="T34" fmla="*/ 80 w 198"/>
                  <a:gd name="T35" fmla="*/ 286 h 403"/>
                  <a:gd name="T36" fmla="*/ 62 w 198"/>
                  <a:gd name="T37" fmla="*/ 279 h 403"/>
                  <a:gd name="T38" fmla="*/ 64 w 198"/>
                  <a:gd name="T39" fmla="*/ 265 h 403"/>
                  <a:gd name="T40" fmla="*/ 69 w 198"/>
                  <a:gd name="T41" fmla="*/ 250 h 403"/>
                  <a:gd name="T42" fmla="*/ 69 w 198"/>
                  <a:gd name="T43" fmla="*/ 232 h 403"/>
                  <a:gd name="T44" fmla="*/ 80 w 198"/>
                  <a:gd name="T45" fmla="*/ 220 h 403"/>
                  <a:gd name="T46" fmla="*/ 75 w 198"/>
                  <a:gd name="T47" fmla="*/ 209 h 403"/>
                  <a:gd name="T48" fmla="*/ 86 w 198"/>
                  <a:gd name="T49" fmla="*/ 215 h 403"/>
                  <a:gd name="T50" fmla="*/ 86 w 198"/>
                  <a:gd name="T51" fmla="*/ 216 h 403"/>
                  <a:gd name="T52" fmla="*/ 72 w 198"/>
                  <a:gd name="T53" fmla="*/ 198 h 403"/>
                  <a:gd name="T54" fmla="*/ 61 w 198"/>
                  <a:gd name="T55" fmla="*/ 194 h 403"/>
                  <a:gd name="T56" fmla="*/ 54 w 198"/>
                  <a:gd name="T57" fmla="*/ 177 h 403"/>
                  <a:gd name="T58" fmla="*/ 56 w 198"/>
                  <a:gd name="T59" fmla="*/ 161 h 403"/>
                  <a:gd name="T60" fmla="*/ 62 w 198"/>
                  <a:gd name="T61" fmla="*/ 144 h 403"/>
                  <a:gd name="T62" fmla="*/ 69 w 198"/>
                  <a:gd name="T63" fmla="*/ 134 h 403"/>
                  <a:gd name="T64" fmla="*/ 76 w 198"/>
                  <a:gd name="T65" fmla="*/ 120 h 403"/>
                  <a:gd name="T66" fmla="*/ 72 w 198"/>
                  <a:gd name="T67" fmla="*/ 104 h 403"/>
                  <a:gd name="T68" fmla="*/ 74 w 198"/>
                  <a:gd name="T69" fmla="*/ 108 h 403"/>
                  <a:gd name="T70" fmla="*/ 30 w 198"/>
                  <a:gd name="T71" fmla="*/ 100 h 403"/>
                  <a:gd name="T72" fmla="*/ 47 w 198"/>
                  <a:gd name="T73" fmla="*/ 98 h 403"/>
                  <a:gd name="T74" fmla="*/ 60 w 198"/>
                  <a:gd name="T75" fmla="*/ 91 h 403"/>
                  <a:gd name="T76" fmla="*/ 8 w 198"/>
                  <a:gd name="T77" fmla="*/ 90 h 403"/>
                  <a:gd name="T78" fmla="*/ 4 w 198"/>
                  <a:gd name="T79" fmla="*/ 77 h 403"/>
                  <a:gd name="T80" fmla="*/ 9 w 198"/>
                  <a:gd name="T81" fmla="*/ 62 h 403"/>
                  <a:gd name="T82" fmla="*/ 1 w 198"/>
                  <a:gd name="T83" fmla="*/ 53 h 403"/>
                  <a:gd name="T84" fmla="*/ 7 w 198"/>
                  <a:gd name="T85" fmla="*/ 53 h 403"/>
                  <a:gd name="T86" fmla="*/ 44 w 198"/>
                  <a:gd name="T87" fmla="*/ 41 h 403"/>
                  <a:gd name="T88" fmla="*/ 44 w 198"/>
                  <a:gd name="T89" fmla="*/ 41 h 403"/>
                  <a:gd name="T90" fmla="*/ 96 w 198"/>
                  <a:gd name="T91" fmla="*/ 39 h 403"/>
                  <a:gd name="T92" fmla="*/ 109 w 198"/>
                  <a:gd name="T93" fmla="*/ 37 h 403"/>
                  <a:gd name="T94" fmla="*/ 124 w 198"/>
                  <a:gd name="T95" fmla="*/ 29 h 403"/>
                  <a:gd name="T96" fmla="*/ 55 w 198"/>
                  <a:gd name="T97" fmla="*/ 26 h 403"/>
                  <a:gd name="T98" fmla="*/ 29 w 198"/>
                  <a:gd name="T99" fmla="*/ 25 h 403"/>
                  <a:gd name="T100" fmla="*/ 69 w 198"/>
                  <a:gd name="T101" fmla="*/ 29 h 403"/>
                  <a:gd name="T102" fmla="*/ 36 w 198"/>
                  <a:gd name="T103" fmla="*/ 24 h 403"/>
                  <a:gd name="T104" fmla="*/ 135 w 198"/>
                  <a:gd name="T105" fmla="*/ 22 h 403"/>
                  <a:gd name="T106" fmla="*/ 141 w 198"/>
                  <a:gd name="T107" fmla="*/ 5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8" h="403">
                    <a:moveTo>
                      <a:pt x="138" y="403"/>
                    </a:moveTo>
                    <a:cubicBezTo>
                      <a:pt x="133" y="400"/>
                      <a:pt x="133" y="400"/>
                      <a:pt x="133" y="400"/>
                    </a:cubicBezTo>
                    <a:cubicBezTo>
                      <a:pt x="133" y="400"/>
                      <a:pt x="135" y="398"/>
                      <a:pt x="137" y="395"/>
                    </a:cubicBezTo>
                    <a:cubicBezTo>
                      <a:pt x="142" y="398"/>
                      <a:pt x="142" y="398"/>
                      <a:pt x="142" y="398"/>
                    </a:cubicBezTo>
                    <a:cubicBezTo>
                      <a:pt x="140" y="401"/>
                      <a:pt x="138" y="403"/>
                      <a:pt x="138" y="403"/>
                    </a:cubicBezTo>
                    <a:close/>
                    <a:moveTo>
                      <a:pt x="149" y="393"/>
                    </a:moveTo>
                    <a:cubicBezTo>
                      <a:pt x="148" y="388"/>
                      <a:pt x="148" y="388"/>
                      <a:pt x="148" y="388"/>
                    </a:cubicBezTo>
                    <a:cubicBezTo>
                      <a:pt x="148" y="388"/>
                      <a:pt x="148" y="389"/>
                      <a:pt x="148" y="389"/>
                    </a:cubicBezTo>
                    <a:cubicBezTo>
                      <a:pt x="148" y="387"/>
                      <a:pt x="148" y="387"/>
                      <a:pt x="148" y="387"/>
                    </a:cubicBezTo>
                    <a:cubicBezTo>
                      <a:pt x="153" y="385"/>
                      <a:pt x="153" y="385"/>
                      <a:pt x="153" y="385"/>
                    </a:cubicBezTo>
                    <a:cubicBezTo>
                      <a:pt x="153" y="386"/>
                      <a:pt x="153" y="386"/>
                      <a:pt x="153" y="386"/>
                    </a:cubicBezTo>
                    <a:cubicBezTo>
                      <a:pt x="154" y="387"/>
                      <a:pt x="154" y="388"/>
                      <a:pt x="154" y="389"/>
                    </a:cubicBezTo>
                    <a:cubicBezTo>
                      <a:pt x="154" y="391"/>
                      <a:pt x="152" y="393"/>
                      <a:pt x="149" y="393"/>
                    </a:cubicBezTo>
                    <a:close/>
                    <a:moveTo>
                      <a:pt x="159" y="383"/>
                    </a:moveTo>
                    <a:cubicBezTo>
                      <a:pt x="157" y="377"/>
                      <a:pt x="157" y="377"/>
                      <a:pt x="157" y="377"/>
                    </a:cubicBezTo>
                    <a:cubicBezTo>
                      <a:pt x="158" y="377"/>
                      <a:pt x="160" y="376"/>
                      <a:pt x="161" y="375"/>
                    </a:cubicBezTo>
                    <a:cubicBezTo>
                      <a:pt x="165" y="379"/>
                      <a:pt x="165" y="379"/>
                      <a:pt x="165" y="379"/>
                    </a:cubicBezTo>
                    <a:cubicBezTo>
                      <a:pt x="163" y="381"/>
                      <a:pt x="161" y="382"/>
                      <a:pt x="159" y="383"/>
                    </a:cubicBezTo>
                    <a:close/>
                    <a:moveTo>
                      <a:pt x="174" y="380"/>
                    </a:moveTo>
                    <a:cubicBezTo>
                      <a:pt x="174" y="379"/>
                      <a:pt x="172" y="378"/>
                      <a:pt x="171" y="377"/>
                    </a:cubicBezTo>
                    <a:cubicBezTo>
                      <a:pt x="174" y="372"/>
                      <a:pt x="174" y="372"/>
                      <a:pt x="174" y="372"/>
                    </a:cubicBezTo>
                    <a:cubicBezTo>
                      <a:pt x="176" y="373"/>
                      <a:pt x="178" y="375"/>
                      <a:pt x="179" y="377"/>
                    </a:cubicBezTo>
                    <a:lnTo>
                      <a:pt x="174" y="380"/>
                    </a:lnTo>
                    <a:close/>
                    <a:moveTo>
                      <a:pt x="188" y="377"/>
                    </a:moveTo>
                    <a:cubicBezTo>
                      <a:pt x="183" y="374"/>
                      <a:pt x="183" y="374"/>
                      <a:pt x="183" y="374"/>
                    </a:cubicBezTo>
                    <a:cubicBezTo>
                      <a:pt x="184" y="372"/>
                      <a:pt x="185" y="371"/>
                      <a:pt x="185" y="370"/>
                    </a:cubicBezTo>
                    <a:cubicBezTo>
                      <a:pt x="191" y="371"/>
                      <a:pt x="191" y="371"/>
                      <a:pt x="191" y="371"/>
                    </a:cubicBezTo>
                    <a:cubicBezTo>
                      <a:pt x="191" y="373"/>
                      <a:pt x="190" y="375"/>
                      <a:pt x="188" y="377"/>
                    </a:cubicBezTo>
                    <a:close/>
                    <a:moveTo>
                      <a:pt x="194" y="360"/>
                    </a:moveTo>
                    <a:cubicBezTo>
                      <a:pt x="189" y="359"/>
                      <a:pt x="189" y="359"/>
                      <a:pt x="189" y="359"/>
                    </a:cubicBezTo>
                    <a:cubicBezTo>
                      <a:pt x="189" y="359"/>
                      <a:pt x="189" y="359"/>
                      <a:pt x="189" y="359"/>
                    </a:cubicBezTo>
                    <a:cubicBezTo>
                      <a:pt x="189" y="358"/>
                      <a:pt x="189" y="358"/>
                      <a:pt x="188" y="357"/>
                    </a:cubicBezTo>
                    <a:cubicBezTo>
                      <a:pt x="188" y="356"/>
                      <a:pt x="188" y="355"/>
                      <a:pt x="188" y="354"/>
                    </a:cubicBezTo>
                    <a:cubicBezTo>
                      <a:pt x="191" y="353"/>
                      <a:pt x="191" y="353"/>
                      <a:pt x="191" y="353"/>
                    </a:cubicBezTo>
                    <a:cubicBezTo>
                      <a:pt x="194" y="354"/>
                      <a:pt x="194" y="354"/>
                      <a:pt x="194" y="354"/>
                    </a:cubicBezTo>
                    <a:cubicBezTo>
                      <a:pt x="194" y="354"/>
                      <a:pt x="194" y="355"/>
                      <a:pt x="194" y="356"/>
                    </a:cubicBezTo>
                    <a:cubicBezTo>
                      <a:pt x="194" y="357"/>
                      <a:pt x="195" y="358"/>
                      <a:pt x="195" y="359"/>
                    </a:cubicBezTo>
                    <a:cubicBezTo>
                      <a:pt x="195" y="359"/>
                      <a:pt x="194" y="359"/>
                      <a:pt x="194" y="360"/>
                    </a:cubicBezTo>
                    <a:close/>
                    <a:moveTo>
                      <a:pt x="192" y="343"/>
                    </a:moveTo>
                    <a:cubicBezTo>
                      <a:pt x="195" y="343"/>
                      <a:pt x="195" y="343"/>
                      <a:pt x="195" y="343"/>
                    </a:cubicBezTo>
                    <a:cubicBezTo>
                      <a:pt x="192" y="343"/>
                      <a:pt x="192" y="343"/>
                      <a:pt x="192" y="343"/>
                    </a:cubicBezTo>
                    <a:cubicBezTo>
                      <a:pt x="192" y="343"/>
                      <a:pt x="192" y="342"/>
                      <a:pt x="192" y="342"/>
                    </a:cubicBezTo>
                    <a:cubicBezTo>
                      <a:pt x="192" y="342"/>
                      <a:pt x="191" y="340"/>
                      <a:pt x="191" y="339"/>
                    </a:cubicBezTo>
                    <a:cubicBezTo>
                      <a:pt x="190" y="339"/>
                      <a:pt x="190" y="339"/>
                      <a:pt x="190" y="339"/>
                    </a:cubicBezTo>
                    <a:cubicBezTo>
                      <a:pt x="195" y="336"/>
                      <a:pt x="195" y="336"/>
                      <a:pt x="195" y="336"/>
                    </a:cubicBezTo>
                    <a:cubicBezTo>
                      <a:pt x="196" y="337"/>
                      <a:pt x="196" y="337"/>
                      <a:pt x="196" y="337"/>
                    </a:cubicBezTo>
                    <a:cubicBezTo>
                      <a:pt x="197" y="339"/>
                      <a:pt x="198" y="340"/>
                      <a:pt x="198" y="342"/>
                    </a:cubicBezTo>
                    <a:cubicBezTo>
                      <a:pt x="198" y="343"/>
                      <a:pt x="198" y="343"/>
                      <a:pt x="198" y="343"/>
                    </a:cubicBezTo>
                    <a:lnTo>
                      <a:pt x="192" y="343"/>
                    </a:lnTo>
                    <a:close/>
                    <a:moveTo>
                      <a:pt x="131" y="331"/>
                    </a:moveTo>
                    <a:cubicBezTo>
                      <a:pt x="130" y="330"/>
                      <a:pt x="128" y="329"/>
                      <a:pt x="128" y="326"/>
                    </a:cubicBezTo>
                    <a:cubicBezTo>
                      <a:pt x="128" y="326"/>
                      <a:pt x="128" y="325"/>
                      <a:pt x="127" y="325"/>
                    </a:cubicBezTo>
                    <a:cubicBezTo>
                      <a:pt x="132" y="321"/>
                      <a:pt x="132" y="321"/>
                      <a:pt x="132" y="321"/>
                    </a:cubicBezTo>
                    <a:cubicBezTo>
                      <a:pt x="133" y="322"/>
                      <a:pt x="133" y="324"/>
                      <a:pt x="134" y="325"/>
                    </a:cubicBezTo>
                    <a:lnTo>
                      <a:pt x="131" y="331"/>
                    </a:lnTo>
                    <a:close/>
                    <a:moveTo>
                      <a:pt x="172" y="330"/>
                    </a:moveTo>
                    <a:cubicBezTo>
                      <a:pt x="168" y="326"/>
                      <a:pt x="168" y="326"/>
                      <a:pt x="168" y="326"/>
                    </a:cubicBezTo>
                    <a:cubicBezTo>
                      <a:pt x="168" y="325"/>
                      <a:pt x="169" y="325"/>
                      <a:pt x="169" y="323"/>
                    </a:cubicBezTo>
                    <a:cubicBezTo>
                      <a:pt x="170" y="322"/>
                      <a:pt x="170" y="321"/>
                      <a:pt x="171" y="321"/>
                    </a:cubicBezTo>
                    <a:cubicBezTo>
                      <a:pt x="174" y="326"/>
                      <a:pt x="174" y="326"/>
                      <a:pt x="174" y="326"/>
                    </a:cubicBezTo>
                    <a:cubicBezTo>
                      <a:pt x="175" y="326"/>
                      <a:pt x="175" y="325"/>
                      <a:pt x="175" y="325"/>
                    </a:cubicBezTo>
                    <a:cubicBezTo>
                      <a:pt x="174" y="327"/>
                      <a:pt x="173" y="329"/>
                      <a:pt x="172" y="330"/>
                    </a:cubicBezTo>
                    <a:close/>
                    <a:moveTo>
                      <a:pt x="183" y="329"/>
                    </a:moveTo>
                    <a:cubicBezTo>
                      <a:pt x="182" y="329"/>
                      <a:pt x="182" y="328"/>
                      <a:pt x="182" y="327"/>
                    </a:cubicBezTo>
                    <a:cubicBezTo>
                      <a:pt x="182" y="326"/>
                      <a:pt x="182" y="325"/>
                      <a:pt x="181" y="324"/>
                    </a:cubicBezTo>
                    <a:cubicBezTo>
                      <a:pt x="187" y="322"/>
                      <a:pt x="187" y="322"/>
                      <a:pt x="187" y="322"/>
                    </a:cubicBezTo>
                    <a:cubicBezTo>
                      <a:pt x="187" y="323"/>
                      <a:pt x="187" y="324"/>
                      <a:pt x="188" y="326"/>
                    </a:cubicBezTo>
                    <a:cubicBezTo>
                      <a:pt x="188" y="327"/>
                      <a:pt x="188" y="327"/>
                      <a:pt x="188" y="328"/>
                    </a:cubicBezTo>
                    <a:lnTo>
                      <a:pt x="183" y="329"/>
                    </a:lnTo>
                    <a:close/>
                    <a:moveTo>
                      <a:pt x="157" y="327"/>
                    </a:moveTo>
                    <a:cubicBezTo>
                      <a:pt x="157" y="327"/>
                      <a:pt x="157" y="327"/>
                      <a:pt x="157" y="327"/>
                    </a:cubicBezTo>
                    <a:cubicBezTo>
                      <a:pt x="156" y="326"/>
                      <a:pt x="155" y="325"/>
                      <a:pt x="155" y="325"/>
                    </a:cubicBezTo>
                    <a:cubicBezTo>
                      <a:pt x="155" y="325"/>
                      <a:pt x="154" y="325"/>
                      <a:pt x="154" y="325"/>
                    </a:cubicBezTo>
                    <a:cubicBezTo>
                      <a:pt x="155" y="320"/>
                      <a:pt x="155" y="320"/>
                      <a:pt x="155" y="320"/>
                    </a:cubicBezTo>
                    <a:cubicBezTo>
                      <a:pt x="155" y="320"/>
                      <a:pt x="155" y="320"/>
                      <a:pt x="155" y="320"/>
                    </a:cubicBezTo>
                    <a:cubicBezTo>
                      <a:pt x="158" y="320"/>
                      <a:pt x="159" y="321"/>
                      <a:pt x="161" y="323"/>
                    </a:cubicBezTo>
                    <a:cubicBezTo>
                      <a:pt x="161" y="323"/>
                      <a:pt x="161" y="323"/>
                      <a:pt x="161" y="323"/>
                    </a:cubicBezTo>
                    <a:lnTo>
                      <a:pt x="157" y="327"/>
                    </a:lnTo>
                    <a:close/>
                    <a:moveTo>
                      <a:pt x="118" y="326"/>
                    </a:moveTo>
                    <a:cubicBezTo>
                      <a:pt x="117" y="325"/>
                      <a:pt x="116" y="325"/>
                      <a:pt x="115" y="325"/>
                    </a:cubicBezTo>
                    <a:cubicBezTo>
                      <a:pt x="114" y="324"/>
                      <a:pt x="113" y="324"/>
                      <a:pt x="112" y="323"/>
                    </a:cubicBezTo>
                    <a:cubicBezTo>
                      <a:pt x="115" y="318"/>
                      <a:pt x="115" y="318"/>
                      <a:pt x="115" y="318"/>
                    </a:cubicBezTo>
                    <a:cubicBezTo>
                      <a:pt x="116" y="318"/>
                      <a:pt x="117" y="319"/>
                      <a:pt x="118" y="319"/>
                    </a:cubicBezTo>
                    <a:cubicBezTo>
                      <a:pt x="119" y="320"/>
                      <a:pt x="119" y="320"/>
                      <a:pt x="120" y="320"/>
                    </a:cubicBezTo>
                    <a:lnTo>
                      <a:pt x="118" y="326"/>
                    </a:lnTo>
                    <a:close/>
                    <a:moveTo>
                      <a:pt x="138" y="325"/>
                    </a:moveTo>
                    <a:cubicBezTo>
                      <a:pt x="138" y="325"/>
                      <a:pt x="138" y="324"/>
                      <a:pt x="138" y="324"/>
                    </a:cubicBezTo>
                    <a:cubicBezTo>
                      <a:pt x="138" y="324"/>
                      <a:pt x="138" y="324"/>
                      <a:pt x="138" y="323"/>
                    </a:cubicBezTo>
                    <a:cubicBezTo>
                      <a:pt x="138" y="322"/>
                      <a:pt x="139" y="321"/>
                      <a:pt x="139" y="320"/>
                    </a:cubicBezTo>
                    <a:cubicBezTo>
                      <a:pt x="140" y="319"/>
                      <a:pt x="141" y="318"/>
                      <a:pt x="142" y="317"/>
                    </a:cubicBezTo>
                    <a:cubicBezTo>
                      <a:pt x="144" y="323"/>
                      <a:pt x="144" y="323"/>
                      <a:pt x="144" y="323"/>
                    </a:cubicBezTo>
                    <a:cubicBezTo>
                      <a:pt x="144" y="323"/>
                      <a:pt x="144" y="323"/>
                      <a:pt x="144" y="323"/>
                    </a:cubicBezTo>
                    <a:cubicBezTo>
                      <a:pt x="144" y="323"/>
                      <a:pt x="144" y="323"/>
                      <a:pt x="144" y="323"/>
                    </a:cubicBezTo>
                    <a:cubicBezTo>
                      <a:pt x="144" y="324"/>
                      <a:pt x="144" y="324"/>
                      <a:pt x="144" y="325"/>
                    </a:cubicBezTo>
                    <a:lnTo>
                      <a:pt x="138" y="325"/>
                    </a:lnTo>
                    <a:close/>
                    <a:moveTo>
                      <a:pt x="121" y="315"/>
                    </a:moveTo>
                    <a:cubicBezTo>
                      <a:pt x="116" y="312"/>
                      <a:pt x="116" y="312"/>
                      <a:pt x="116" y="312"/>
                    </a:cubicBezTo>
                    <a:cubicBezTo>
                      <a:pt x="116" y="312"/>
                      <a:pt x="116" y="312"/>
                      <a:pt x="116" y="313"/>
                    </a:cubicBezTo>
                    <a:cubicBezTo>
                      <a:pt x="116" y="313"/>
                      <a:pt x="116" y="313"/>
                      <a:pt x="116" y="313"/>
                    </a:cubicBezTo>
                    <a:cubicBezTo>
                      <a:pt x="116" y="313"/>
                      <a:pt x="116" y="313"/>
                      <a:pt x="116" y="313"/>
                    </a:cubicBezTo>
                    <a:cubicBezTo>
                      <a:pt x="114" y="310"/>
                      <a:pt x="114" y="310"/>
                      <a:pt x="114" y="310"/>
                    </a:cubicBezTo>
                    <a:cubicBezTo>
                      <a:pt x="118" y="307"/>
                      <a:pt x="118" y="307"/>
                      <a:pt x="118" y="307"/>
                    </a:cubicBezTo>
                    <a:cubicBezTo>
                      <a:pt x="120" y="309"/>
                      <a:pt x="120" y="309"/>
                      <a:pt x="120" y="309"/>
                    </a:cubicBezTo>
                    <a:cubicBezTo>
                      <a:pt x="121" y="310"/>
                      <a:pt x="122" y="311"/>
                      <a:pt x="122" y="313"/>
                    </a:cubicBezTo>
                    <a:cubicBezTo>
                      <a:pt x="122" y="313"/>
                      <a:pt x="121" y="314"/>
                      <a:pt x="121" y="315"/>
                    </a:cubicBezTo>
                    <a:close/>
                    <a:moveTo>
                      <a:pt x="67" y="300"/>
                    </a:moveTo>
                    <a:cubicBezTo>
                      <a:pt x="67" y="299"/>
                      <a:pt x="66" y="299"/>
                      <a:pt x="66" y="298"/>
                    </a:cubicBezTo>
                    <a:cubicBezTo>
                      <a:pt x="64" y="294"/>
                      <a:pt x="64" y="294"/>
                      <a:pt x="64" y="294"/>
                    </a:cubicBezTo>
                    <a:cubicBezTo>
                      <a:pt x="69" y="291"/>
                      <a:pt x="69" y="291"/>
                      <a:pt x="69" y="291"/>
                    </a:cubicBezTo>
                    <a:cubicBezTo>
                      <a:pt x="71" y="295"/>
                      <a:pt x="71" y="295"/>
                      <a:pt x="71" y="295"/>
                    </a:cubicBezTo>
                    <a:cubicBezTo>
                      <a:pt x="71" y="295"/>
                      <a:pt x="71" y="296"/>
                      <a:pt x="71" y="296"/>
                    </a:cubicBezTo>
                    <a:lnTo>
                      <a:pt x="67" y="300"/>
                    </a:lnTo>
                    <a:close/>
                    <a:moveTo>
                      <a:pt x="110" y="299"/>
                    </a:moveTo>
                    <a:cubicBezTo>
                      <a:pt x="109" y="298"/>
                      <a:pt x="108" y="297"/>
                      <a:pt x="106" y="296"/>
                    </a:cubicBezTo>
                    <a:cubicBezTo>
                      <a:pt x="110" y="291"/>
                      <a:pt x="110" y="291"/>
                      <a:pt x="110" y="291"/>
                    </a:cubicBezTo>
                    <a:cubicBezTo>
                      <a:pt x="112" y="293"/>
                      <a:pt x="114" y="294"/>
                      <a:pt x="115" y="296"/>
                    </a:cubicBezTo>
                    <a:lnTo>
                      <a:pt x="110" y="299"/>
                    </a:lnTo>
                    <a:close/>
                    <a:moveTo>
                      <a:pt x="96" y="295"/>
                    </a:moveTo>
                    <a:cubicBezTo>
                      <a:pt x="94" y="295"/>
                      <a:pt x="93" y="295"/>
                      <a:pt x="91" y="294"/>
                    </a:cubicBezTo>
                    <a:cubicBezTo>
                      <a:pt x="92" y="289"/>
                      <a:pt x="92" y="289"/>
                      <a:pt x="92" y="289"/>
                    </a:cubicBezTo>
                    <a:cubicBezTo>
                      <a:pt x="94" y="289"/>
                      <a:pt x="96" y="290"/>
                      <a:pt x="97" y="289"/>
                    </a:cubicBezTo>
                    <a:cubicBezTo>
                      <a:pt x="97" y="295"/>
                      <a:pt x="97" y="295"/>
                      <a:pt x="97" y="295"/>
                    </a:cubicBezTo>
                    <a:cubicBezTo>
                      <a:pt x="97" y="295"/>
                      <a:pt x="97" y="295"/>
                      <a:pt x="96" y="295"/>
                    </a:cubicBezTo>
                    <a:close/>
                    <a:moveTo>
                      <a:pt x="77" y="293"/>
                    </a:moveTo>
                    <a:cubicBezTo>
                      <a:pt x="72" y="289"/>
                      <a:pt x="72" y="289"/>
                      <a:pt x="72" y="289"/>
                    </a:cubicBezTo>
                    <a:cubicBezTo>
                      <a:pt x="74" y="287"/>
                      <a:pt x="77" y="286"/>
                      <a:pt x="80" y="286"/>
                    </a:cubicBezTo>
                    <a:cubicBezTo>
                      <a:pt x="80" y="292"/>
                      <a:pt x="80" y="292"/>
                      <a:pt x="80" y="292"/>
                    </a:cubicBezTo>
                    <a:cubicBezTo>
                      <a:pt x="78" y="292"/>
                      <a:pt x="77" y="293"/>
                      <a:pt x="77" y="293"/>
                    </a:cubicBezTo>
                    <a:close/>
                    <a:moveTo>
                      <a:pt x="58" y="284"/>
                    </a:moveTo>
                    <a:cubicBezTo>
                      <a:pt x="57" y="283"/>
                      <a:pt x="57" y="282"/>
                      <a:pt x="56" y="281"/>
                    </a:cubicBezTo>
                    <a:cubicBezTo>
                      <a:pt x="56" y="280"/>
                      <a:pt x="56" y="279"/>
                      <a:pt x="55" y="279"/>
                    </a:cubicBezTo>
                    <a:cubicBezTo>
                      <a:pt x="60" y="276"/>
                      <a:pt x="60" y="276"/>
                      <a:pt x="60" y="276"/>
                    </a:cubicBezTo>
                    <a:cubicBezTo>
                      <a:pt x="61" y="277"/>
                      <a:pt x="61" y="278"/>
                      <a:pt x="62" y="279"/>
                    </a:cubicBezTo>
                    <a:cubicBezTo>
                      <a:pt x="62" y="280"/>
                      <a:pt x="63" y="281"/>
                      <a:pt x="63" y="282"/>
                    </a:cubicBezTo>
                    <a:lnTo>
                      <a:pt x="58" y="284"/>
                    </a:lnTo>
                    <a:close/>
                    <a:moveTo>
                      <a:pt x="59" y="270"/>
                    </a:moveTo>
                    <a:cubicBezTo>
                      <a:pt x="55" y="265"/>
                      <a:pt x="55" y="265"/>
                      <a:pt x="55" y="265"/>
                    </a:cubicBezTo>
                    <a:cubicBezTo>
                      <a:pt x="56" y="264"/>
                      <a:pt x="57" y="264"/>
                      <a:pt x="58" y="263"/>
                    </a:cubicBezTo>
                    <a:cubicBezTo>
                      <a:pt x="58" y="263"/>
                      <a:pt x="59" y="263"/>
                      <a:pt x="59" y="262"/>
                    </a:cubicBezTo>
                    <a:cubicBezTo>
                      <a:pt x="64" y="265"/>
                      <a:pt x="64" y="265"/>
                      <a:pt x="64" y="265"/>
                    </a:cubicBezTo>
                    <a:cubicBezTo>
                      <a:pt x="63" y="267"/>
                      <a:pt x="62" y="268"/>
                      <a:pt x="61" y="268"/>
                    </a:cubicBezTo>
                    <a:cubicBezTo>
                      <a:pt x="60" y="269"/>
                      <a:pt x="59" y="269"/>
                      <a:pt x="59" y="270"/>
                    </a:cubicBezTo>
                    <a:close/>
                    <a:moveTo>
                      <a:pt x="66" y="253"/>
                    </a:moveTo>
                    <a:cubicBezTo>
                      <a:pt x="61" y="251"/>
                      <a:pt x="61" y="251"/>
                      <a:pt x="61" y="251"/>
                    </a:cubicBezTo>
                    <a:cubicBezTo>
                      <a:pt x="61" y="250"/>
                      <a:pt x="62" y="248"/>
                      <a:pt x="63" y="248"/>
                    </a:cubicBezTo>
                    <a:cubicBezTo>
                      <a:pt x="64" y="247"/>
                      <a:pt x="65" y="247"/>
                      <a:pt x="66" y="246"/>
                    </a:cubicBezTo>
                    <a:cubicBezTo>
                      <a:pt x="69" y="250"/>
                      <a:pt x="69" y="250"/>
                      <a:pt x="69" y="250"/>
                    </a:cubicBezTo>
                    <a:cubicBezTo>
                      <a:pt x="69" y="251"/>
                      <a:pt x="68" y="252"/>
                      <a:pt x="67" y="252"/>
                    </a:cubicBezTo>
                    <a:cubicBezTo>
                      <a:pt x="67" y="252"/>
                      <a:pt x="66" y="253"/>
                      <a:pt x="66" y="253"/>
                    </a:cubicBezTo>
                    <a:close/>
                    <a:moveTo>
                      <a:pt x="66" y="239"/>
                    </a:moveTo>
                    <a:cubicBezTo>
                      <a:pt x="66" y="238"/>
                      <a:pt x="66" y="237"/>
                      <a:pt x="66" y="237"/>
                    </a:cubicBezTo>
                    <a:cubicBezTo>
                      <a:pt x="66" y="235"/>
                      <a:pt x="67" y="234"/>
                      <a:pt x="68" y="233"/>
                    </a:cubicBezTo>
                    <a:cubicBezTo>
                      <a:pt x="68" y="233"/>
                      <a:pt x="68" y="233"/>
                      <a:pt x="69" y="232"/>
                    </a:cubicBezTo>
                    <a:cubicBezTo>
                      <a:pt x="69" y="232"/>
                      <a:pt x="69" y="232"/>
                      <a:pt x="69" y="232"/>
                    </a:cubicBezTo>
                    <a:cubicBezTo>
                      <a:pt x="74" y="235"/>
                      <a:pt x="74" y="235"/>
                      <a:pt x="74" y="235"/>
                    </a:cubicBezTo>
                    <a:cubicBezTo>
                      <a:pt x="73" y="237"/>
                      <a:pt x="72" y="237"/>
                      <a:pt x="71" y="238"/>
                    </a:cubicBezTo>
                    <a:cubicBezTo>
                      <a:pt x="71" y="238"/>
                      <a:pt x="71" y="237"/>
                      <a:pt x="71" y="237"/>
                    </a:cubicBezTo>
                    <a:lnTo>
                      <a:pt x="66" y="239"/>
                    </a:lnTo>
                    <a:close/>
                    <a:moveTo>
                      <a:pt x="80" y="226"/>
                    </a:moveTo>
                    <a:cubicBezTo>
                      <a:pt x="75" y="223"/>
                      <a:pt x="75" y="223"/>
                      <a:pt x="75" y="223"/>
                    </a:cubicBezTo>
                    <a:cubicBezTo>
                      <a:pt x="77" y="221"/>
                      <a:pt x="78" y="220"/>
                      <a:pt x="80" y="220"/>
                    </a:cubicBezTo>
                    <a:cubicBezTo>
                      <a:pt x="82" y="220"/>
                      <a:pt x="82" y="220"/>
                      <a:pt x="84" y="221"/>
                    </a:cubicBezTo>
                    <a:cubicBezTo>
                      <a:pt x="81" y="226"/>
                      <a:pt x="81" y="226"/>
                      <a:pt x="81" y="226"/>
                    </a:cubicBezTo>
                    <a:cubicBezTo>
                      <a:pt x="81" y="226"/>
                      <a:pt x="81" y="226"/>
                      <a:pt x="81" y="226"/>
                    </a:cubicBezTo>
                    <a:cubicBezTo>
                      <a:pt x="80" y="226"/>
                      <a:pt x="80" y="226"/>
                      <a:pt x="80" y="226"/>
                    </a:cubicBezTo>
                    <a:close/>
                    <a:moveTo>
                      <a:pt x="72" y="217"/>
                    </a:moveTo>
                    <a:cubicBezTo>
                      <a:pt x="71" y="216"/>
                      <a:pt x="70" y="214"/>
                      <a:pt x="69" y="211"/>
                    </a:cubicBezTo>
                    <a:cubicBezTo>
                      <a:pt x="75" y="209"/>
                      <a:pt x="75" y="209"/>
                      <a:pt x="75" y="209"/>
                    </a:cubicBezTo>
                    <a:cubicBezTo>
                      <a:pt x="75" y="211"/>
                      <a:pt x="76" y="212"/>
                      <a:pt x="77" y="213"/>
                    </a:cubicBezTo>
                    <a:lnTo>
                      <a:pt x="72" y="217"/>
                    </a:lnTo>
                    <a:close/>
                    <a:moveTo>
                      <a:pt x="86" y="216"/>
                    </a:moveTo>
                    <a:cubicBezTo>
                      <a:pt x="86" y="216"/>
                      <a:pt x="86" y="216"/>
                      <a:pt x="86" y="216"/>
                    </a:cubicBezTo>
                    <a:cubicBezTo>
                      <a:pt x="84" y="215"/>
                      <a:pt x="84" y="215"/>
                      <a:pt x="84" y="215"/>
                    </a:cubicBezTo>
                    <a:cubicBezTo>
                      <a:pt x="84" y="215"/>
                      <a:pt x="84" y="214"/>
                      <a:pt x="84" y="214"/>
                    </a:cubicBezTo>
                    <a:cubicBezTo>
                      <a:pt x="84" y="214"/>
                      <a:pt x="85" y="215"/>
                      <a:pt x="86" y="215"/>
                    </a:cubicBezTo>
                    <a:cubicBezTo>
                      <a:pt x="83" y="211"/>
                      <a:pt x="83" y="211"/>
                      <a:pt x="83" y="211"/>
                    </a:cubicBezTo>
                    <a:cubicBezTo>
                      <a:pt x="84" y="211"/>
                      <a:pt x="84" y="210"/>
                      <a:pt x="85" y="210"/>
                    </a:cubicBezTo>
                    <a:cubicBezTo>
                      <a:pt x="85" y="210"/>
                      <a:pt x="86" y="209"/>
                      <a:pt x="87" y="209"/>
                    </a:cubicBezTo>
                    <a:cubicBezTo>
                      <a:pt x="87" y="209"/>
                      <a:pt x="90" y="210"/>
                      <a:pt x="90" y="214"/>
                    </a:cubicBezTo>
                    <a:cubicBezTo>
                      <a:pt x="90" y="214"/>
                      <a:pt x="90" y="215"/>
                      <a:pt x="90" y="216"/>
                    </a:cubicBezTo>
                    <a:cubicBezTo>
                      <a:pt x="87" y="216"/>
                      <a:pt x="87" y="216"/>
                      <a:pt x="87" y="216"/>
                    </a:cubicBezTo>
                    <a:cubicBezTo>
                      <a:pt x="87" y="216"/>
                      <a:pt x="87" y="216"/>
                      <a:pt x="86" y="216"/>
                    </a:cubicBezTo>
                    <a:close/>
                    <a:moveTo>
                      <a:pt x="88" y="215"/>
                    </a:moveTo>
                    <a:cubicBezTo>
                      <a:pt x="88" y="215"/>
                      <a:pt x="88" y="215"/>
                      <a:pt x="88" y="215"/>
                    </a:cubicBezTo>
                    <a:cubicBezTo>
                      <a:pt x="88" y="215"/>
                      <a:pt x="88" y="215"/>
                      <a:pt x="88" y="215"/>
                    </a:cubicBezTo>
                    <a:close/>
                    <a:moveTo>
                      <a:pt x="66" y="200"/>
                    </a:moveTo>
                    <a:cubicBezTo>
                      <a:pt x="66" y="198"/>
                      <a:pt x="65" y="196"/>
                      <a:pt x="64" y="195"/>
                    </a:cubicBezTo>
                    <a:cubicBezTo>
                      <a:pt x="69" y="192"/>
                      <a:pt x="69" y="192"/>
                      <a:pt x="69" y="192"/>
                    </a:cubicBezTo>
                    <a:cubicBezTo>
                      <a:pt x="70" y="194"/>
                      <a:pt x="71" y="196"/>
                      <a:pt x="72" y="198"/>
                    </a:cubicBezTo>
                    <a:lnTo>
                      <a:pt x="66" y="200"/>
                    </a:lnTo>
                    <a:close/>
                    <a:moveTo>
                      <a:pt x="57" y="198"/>
                    </a:moveTo>
                    <a:cubicBezTo>
                      <a:pt x="55" y="198"/>
                      <a:pt x="55" y="196"/>
                      <a:pt x="55" y="195"/>
                    </a:cubicBezTo>
                    <a:cubicBezTo>
                      <a:pt x="54" y="194"/>
                      <a:pt x="54" y="193"/>
                      <a:pt x="54" y="192"/>
                    </a:cubicBezTo>
                    <a:cubicBezTo>
                      <a:pt x="59" y="189"/>
                      <a:pt x="59" y="189"/>
                      <a:pt x="59" y="189"/>
                    </a:cubicBezTo>
                    <a:cubicBezTo>
                      <a:pt x="59" y="190"/>
                      <a:pt x="60" y="192"/>
                      <a:pt x="60" y="193"/>
                    </a:cubicBezTo>
                    <a:cubicBezTo>
                      <a:pt x="60" y="194"/>
                      <a:pt x="61" y="194"/>
                      <a:pt x="61" y="194"/>
                    </a:cubicBezTo>
                    <a:cubicBezTo>
                      <a:pt x="60" y="194"/>
                      <a:pt x="60" y="194"/>
                      <a:pt x="60" y="193"/>
                    </a:cubicBezTo>
                    <a:lnTo>
                      <a:pt x="57" y="198"/>
                    </a:lnTo>
                    <a:close/>
                    <a:moveTo>
                      <a:pt x="47" y="181"/>
                    </a:moveTo>
                    <a:cubicBezTo>
                      <a:pt x="47" y="181"/>
                      <a:pt x="47" y="181"/>
                      <a:pt x="47" y="181"/>
                    </a:cubicBezTo>
                    <a:cubicBezTo>
                      <a:pt x="47" y="180"/>
                      <a:pt x="47" y="178"/>
                      <a:pt x="48" y="176"/>
                    </a:cubicBezTo>
                    <a:cubicBezTo>
                      <a:pt x="48" y="176"/>
                      <a:pt x="48" y="175"/>
                      <a:pt x="49" y="174"/>
                    </a:cubicBezTo>
                    <a:cubicBezTo>
                      <a:pt x="54" y="177"/>
                      <a:pt x="54" y="177"/>
                      <a:pt x="54" y="177"/>
                    </a:cubicBezTo>
                    <a:cubicBezTo>
                      <a:pt x="54" y="178"/>
                      <a:pt x="53" y="178"/>
                      <a:pt x="53" y="178"/>
                    </a:cubicBezTo>
                    <a:cubicBezTo>
                      <a:pt x="53" y="180"/>
                      <a:pt x="53" y="181"/>
                      <a:pt x="53" y="181"/>
                    </a:cubicBezTo>
                    <a:lnTo>
                      <a:pt x="47" y="181"/>
                    </a:lnTo>
                    <a:close/>
                    <a:moveTo>
                      <a:pt x="61" y="168"/>
                    </a:moveTo>
                    <a:cubicBezTo>
                      <a:pt x="55" y="166"/>
                      <a:pt x="55" y="166"/>
                      <a:pt x="55" y="166"/>
                    </a:cubicBezTo>
                    <a:cubicBezTo>
                      <a:pt x="56" y="165"/>
                      <a:pt x="56" y="164"/>
                      <a:pt x="56" y="164"/>
                    </a:cubicBezTo>
                    <a:cubicBezTo>
                      <a:pt x="56" y="163"/>
                      <a:pt x="56" y="162"/>
                      <a:pt x="56" y="161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62" y="162"/>
                      <a:pt x="62" y="163"/>
                      <a:pt x="62" y="164"/>
                    </a:cubicBezTo>
                    <a:cubicBezTo>
                      <a:pt x="62" y="165"/>
                      <a:pt x="61" y="166"/>
                      <a:pt x="61" y="168"/>
                    </a:cubicBezTo>
                    <a:close/>
                    <a:moveTo>
                      <a:pt x="64" y="151"/>
                    </a:moveTo>
                    <a:cubicBezTo>
                      <a:pt x="59" y="148"/>
                      <a:pt x="59" y="148"/>
                      <a:pt x="59" y="148"/>
                    </a:cubicBezTo>
                    <a:cubicBezTo>
                      <a:pt x="60" y="148"/>
                      <a:pt x="60" y="147"/>
                      <a:pt x="60" y="147"/>
                    </a:cubicBezTo>
                    <a:cubicBezTo>
                      <a:pt x="61" y="146"/>
                      <a:pt x="61" y="145"/>
                      <a:pt x="62" y="144"/>
                    </a:cubicBezTo>
                    <a:cubicBezTo>
                      <a:pt x="67" y="145"/>
                      <a:pt x="67" y="145"/>
                      <a:pt x="67" y="145"/>
                    </a:cubicBezTo>
                    <a:cubicBezTo>
                      <a:pt x="67" y="146"/>
                      <a:pt x="67" y="148"/>
                      <a:pt x="65" y="150"/>
                    </a:cubicBezTo>
                    <a:cubicBezTo>
                      <a:pt x="65" y="151"/>
                      <a:pt x="64" y="151"/>
                      <a:pt x="64" y="151"/>
                    </a:cubicBezTo>
                    <a:close/>
                    <a:moveTo>
                      <a:pt x="74" y="137"/>
                    </a:move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5"/>
                      <a:pt x="69" y="135"/>
                      <a:pt x="69" y="135"/>
                    </a:cubicBezTo>
                    <a:cubicBezTo>
                      <a:pt x="69" y="134"/>
                      <a:pt x="69" y="134"/>
                      <a:pt x="69" y="134"/>
                    </a:cubicBezTo>
                    <a:cubicBezTo>
                      <a:pt x="68" y="133"/>
                      <a:pt x="68" y="132"/>
                      <a:pt x="68" y="131"/>
                    </a:cubicBezTo>
                    <a:cubicBezTo>
                      <a:pt x="73" y="130"/>
                      <a:pt x="73" y="130"/>
                      <a:pt x="73" y="130"/>
                    </a:cubicBezTo>
                    <a:cubicBezTo>
                      <a:pt x="73" y="130"/>
                      <a:pt x="73" y="130"/>
                      <a:pt x="74" y="131"/>
                    </a:cubicBezTo>
                    <a:cubicBezTo>
                      <a:pt x="74" y="132"/>
                      <a:pt x="75" y="134"/>
                      <a:pt x="75" y="135"/>
                    </a:cubicBezTo>
                    <a:cubicBezTo>
                      <a:pt x="75" y="135"/>
                      <a:pt x="75" y="136"/>
                      <a:pt x="74" y="137"/>
                    </a:cubicBezTo>
                    <a:close/>
                    <a:moveTo>
                      <a:pt x="79" y="124"/>
                    </a:moveTo>
                    <a:cubicBezTo>
                      <a:pt x="76" y="120"/>
                      <a:pt x="76" y="120"/>
                      <a:pt x="76" y="120"/>
                    </a:cubicBezTo>
                    <a:cubicBezTo>
                      <a:pt x="77" y="119"/>
                      <a:pt x="78" y="118"/>
                      <a:pt x="78" y="118"/>
                    </a:cubicBezTo>
                    <a:cubicBezTo>
                      <a:pt x="83" y="117"/>
                      <a:pt x="83" y="117"/>
                      <a:pt x="83" y="117"/>
                    </a:cubicBezTo>
                    <a:cubicBezTo>
                      <a:pt x="83" y="117"/>
                      <a:pt x="83" y="118"/>
                      <a:pt x="83" y="118"/>
                    </a:cubicBezTo>
                    <a:cubicBezTo>
                      <a:pt x="83" y="118"/>
                      <a:pt x="83" y="118"/>
                      <a:pt x="83" y="119"/>
                    </a:cubicBezTo>
                    <a:cubicBezTo>
                      <a:pt x="83" y="121"/>
                      <a:pt x="81" y="123"/>
                      <a:pt x="79" y="124"/>
                    </a:cubicBezTo>
                    <a:close/>
                    <a:moveTo>
                      <a:pt x="74" y="108"/>
                    </a:moveTo>
                    <a:cubicBezTo>
                      <a:pt x="73" y="106"/>
                      <a:pt x="72" y="105"/>
                      <a:pt x="72" y="104"/>
                    </a:cubicBezTo>
                    <a:cubicBezTo>
                      <a:pt x="71" y="103"/>
                      <a:pt x="71" y="103"/>
                      <a:pt x="71" y="103"/>
                    </a:cubicBezTo>
                    <a:cubicBezTo>
                      <a:pt x="71" y="103"/>
                      <a:pt x="71" y="103"/>
                      <a:pt x="71" y="103"/>
                    </a:cubicBezTo>
                    <a:cubicBezTo>
                      <a:pt x="76" y="99"/>
                      <a:pt x="76" y="99"/>
                      <a:pt x="76" y="99"/>
                    </a:cubicBezTo>
                    <a:cubicBezTo>
                      <a:pt x="76" y="100"/>
                      <a:pt x="76" y="100"/>
                      <a:pt x="77" y="101"/>
                    </a:cubicBezTo>
                    <a:cubicBezTo>
                      <a:pt x="77" y="101"/>
                      <a:pt x="77" y="101"/>
                      <a:pt x="77" y="101"/>
                    </a:cubicBezTo>
                    <a:cubicBezTo>
                      <a:pt x="77" y="102"/>
                      <a:pt x="78" y="104"/>
                      <a:pt x="79" y="105"/>
                    </a:cubicBezTo>
                    <a:lnTo>
                      <a:pt x="74" y="108"/>
                    </a:lnTo>
                    <a:close/>
                    <a:moveTo>
                      <a:pt x="20" y="105"/>
                    </a:moveTo>
                    <a:cubicBezTo>
                      <a:pt x="18" y="104"/>
                      <a:pt x="16" y="103"/>
                      <a:pt x="14" y="102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8" y="98"/>
                      <a:pt x="20" y="98"/>
                      <a:pt x="22" y="99"/>
                    </a:cubicBezTo>
                    <a:lnTo>
                      <a:pt x="20" y="105"/>
                    </a:lnTo>
                    <a:close/>
                    <a:moveTo>
                      <a:pt x="34" y="104"/>
                    </a:moveTo>
                    <a:cubicBezTo>
                      <a:pt x="30" y="100"/>
                      <a:pt x="30" y="100"/>
                      <a:pt x="30" y="100"/>
                    </a:cubicBezTo>
                    <a:cubicBezTo>
                      <a:pt x="31" y="99"/>
                      <a:pt x="32" y="98"/>
                      <a:pt x="33" y="97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8" y="100"/>
                      <a:pt x="38" y="100"/>
                      <a:pt x="38" y="100"/>
                    </a:cubicBezTo>
                    <a:cubicBezTo>
                      <a:pt x="38" y="101"/>
                      <a:pt x="38" y="101"/>
                      <a:pt x="38" y="101"/>
                    </a:cubicBezTo>
                    <a:cubicBezTo>
                      <a:pt x="36" y="102"/>
                      <a:pt x="35" y="103"/>
                      <a:pt x="34" y="104"/>
                    </a:cubicBezTo>
                    <a:close/>
                    <a:moveTo>
                      <a:pt x="48" y="98"/>
                    </a:moveTo>
                    <a:cubicBezTo>
                      <a:pt x="48" y="98"/>
                      <a:pt x="47" y="98"/>
                      <a:pt x="47" y="98"/>
                    </a:cubicBezTo>
                    <a:cubicBezTo>
                      <a:pt x="47" y="93"/>
                      <a:pt x="47" y="93"/>
                      <a:pt x="47" y="93"/>
                    </a:cubicBezTo>
                    <a:cubicBezTo>
                      <a:pt x="50" y="93"/>
                      <a:pt x="50" y="93"/>
                      <a:pt x="51" y="92"/>
                    </a:cubicBezTo>
                    <a:cubicBezTo>
                      <a:pt x="54" y="97"/>
                      <a:pt x="54" y="97"/>
                      <a:pt x="54" y="97"/>
                    </a:cubicBezTo>
                    <a:cubicBezTo>
                      <a:pt x="52" y="98"/>
                      <a:pt x="50" y="98"/>
                      <a:pt x="48" y="98"/>
                    </a:cubicBezTo>
                    <a:close/>
                    <a:moveTo>
                      <a:pt x="62" y="96"/>
                    </a:moveTo>
                    <a:cubicBezTo>
                      <a:pt x="61" y="95"/>
                      <a:pt x="61" y="93"/>
                      <a:pt x="61" y="92"/>
                    </a:cubicBezTo>
                    <a:cubicBezTo>
                      <a:pt x="61" y="92"/>
                      <a:pt x="60" y="91"/>
                      <a:pt x="60" y="91"/>
                    </a:cubicBezTo>
                    <a:cubicBezTo>
                      <a:pt x="64" y="86"/>
                      <a:pt x="64" y="86"/>
                      <a:pt x="64" y="86"/>
                    </a:cubicBezTo>
                    <a:cubicBezTo>
                      <a:pt x="65" y="88"/>
                      <a:pt x="67" y="90"/>
                      <a:pt x="67" y="92"/>
                    </a:cubicBezTo>
                    <a:cubicBezTo>
                      <a:pt x="67" y="92"/>
                      <a:pt x="66" y="92"/>
                      <a:pt x="66" y="92"/>
                    </a:cubicBezTo>
                    <a:lnTo>
                      <a:pt x="62" y="96"/>
                    </a:lnTo>
                    <a:close/>
                    <a:moveTo>
                      <a:pt x="12" y="95"/>
                    </a:moveTo>
                    <a:cubicBezTo>
                      <a:pt x="7" y="92"/>
                      <a:pt x="7" y="92"/>
                      <a:pt x="7" y="92"/>
                    </a:cubicBezTo>
                    <a:cubicBezTo>
                      <a:pt x="7" y="91"/>
                      <a:pt x="8" y="91"/>
                      <a:pt x="8" y="90"/>
                    </a:cubicBezTo>
                    <a:cubicBezTo>
                      <a:pt x="8" y="90"/>
                      <a:pt x="8" y="90"/>
                      <a:pt x="8" y="89"/>
                    </a:cubicBezTo>
                    <a:cubicBezTo>
                      <a:pt x="14" y="88"/>
                      <a:pt x="14" y="88"/>
                      <a:pt x="14" y="88"/>
                    </a:cubicBezTo>
                    <a:cubicBezTo>
                      <a:pt x="14" y="89"/>
                      <a:pt x="14" y="90"/>
                      <a:pt x="14" y="90"/>
                    </a:cubicBezTo>
                    <a:cubicBezTo>
                      <a:pt x="14" y="93"/>
                      <a:pt x="13" y="94"/>
                      <a:pt x="12" y="94"/>
                    </a:cubicBezTo>
                    <a:cubicBezTo>
                      <a:pt x="12" y="95"/>
                      <a:pt x="12" y="95"/>
                      <a:pt x="12" y="95"/>
                    </a:cubicBezTo>
                    <a:close/>
                    <a:moveTo>
                      <a:pt x="4" y="78"/>
                    </a:moveTo>
                    <a:cubicBezTo>
                      <a:pt x="4" y="78"/>
                      <a:pt x="4" y="78"/>
                      <a:pt x="4" y="77"/>
                    </a:cubicBezTo>
                    <a:cubicBezTo>
                      <a:pt x="4" y="76"/>
                      <a:pt x="4" y="75"/>
                      <a:pt x="5" y="73"/>
                    </a:cubicBezTo>
                    <a:cubicBezTo>
                      <a:pt x="6" y="72"/>
                      <a:pt x="6" y="72"/>
                      <a:pt x="7" y="71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6"/>
                      <a:pt x="10" y="76"/>
                    </a:cubicBezTo>
                    <a:cubicBezTo>
                      <a:pt x="10" y="77"/>
                      <a:pt x="10" y="77"/>
                      <a:pt x="10" y="77"/>
                    </a:cubicBezTo>
                    <a:lnTo>
                      <a:pt x="4" y="78"/>
                    </a:lnTo>
                    <a:close/>
                    <a:moveTo>
                      <a:pt x="9" y="62"/>
                    </a:moveTo>
                    <a:cubicBezTo>
                      <a:pt x="8" y="59"/>
                      <a:pt x="8" y="59"/>
                      <a:pt x="8" y="59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3" y="56"/>
                      <a:pt x="14" y="58"/>
                      <a:pt x="15" y="62"/>
                    </a:cubicBezTo>
                    <a:lnTo>
                      <a:pt x="9" y="62"/>
                    </a:lnTo>
                    <a:close/>
                    <a:moveTo>
                      <a:pt x="5" y="57"/>
                    </a:moveTo>
                    <a:cubicBezTo>
                      <a:pt x="1" y="52"/>
                      <a:pt x="1" y="52"/>
                      <a:pt x="1" y="52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0" y="53"/>
                      <a:pt x="0" y="52"/>
                      <a:pt x="0" y="50"/>
                    </a:cubicBezTo>
                    <a:cubicBezTo>
                      <a:pt x="0" y="50"/>
                      <a:pt x="0" y="49"/>
                      <a:pt x="1" y="48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5" y="51"/>
                      <a:pt x="6" y="51"/>
                      <a:pt x="6" y="50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6" y="50"/>
                      <a:pt x="6" y="50"/>
                      <a:pt x="6" y="51"/>
                    </a:cubicBezTo>
                    <a:cubicBezTo>
                      <a:pt x="6" y="52"/>
                      <a:pt x="7" y="53"/>
                      <a:pt x="7" y="53"/>
                    </a:cubicBezTo>
                    <a:cubicBezTo>
                      <a:pt x="7" y="55"/>
                      <a:pt x="5" y="57"/>
                      <a:pt x="5" y="57"/>
                    </a:cubicBezTo>
                    <a:close/>
                    <a:moveTo>
                      <a:pt x="15" y="46"/>
                    </a:moveTo>
                    <a:cubicBezTo>
                      <a:pt x="11" y="41"/>
                      <a:pt x="11" y="41"/>
                      <a:pt x="11" y="41"/>
                    </a:cubicBezTo>
                    <a:cubicBezTo>
                      <a:pt x="13" y="40"/>
                      <a:pt x="14" y="39"/>
                      <a:pt x="16" y="38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8" y="44"/>
                      <a:pt x="16" y="45"/>
                      <a:pt x="15" y="46"/>
                    </a:cubicBezTo>
                    <a:close/>
                    <a:moveTo>
                      <a:pt x="44" y="41"/>
                    </a:moveTo>
                    <a:cubicBezTo>
                      <a:pt x="43" y="41"/>
                      <a:pt x="43" y="41"/>
                      <a:pt x="43" y="40"/>
                    </a:cubicBezTo>
                    <a:cubicBezTo>
                      <a:pt x="42" y="39"/>
                      <a:pt x="42" y="39"/>
                      <a:pt x="41" y="38"/>
                    </a:cubicBezTo>
                    <a:cubicBezTo>
                      <a:pt x="41" y="37"/>
                      <a:pt x="41" y="37"/>
                      <a:pt x="40" y="36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5" y="33"/>
                      <a:pt x="46" y="34"/>
                      <a:pt x="46" y="35"/>
                    </a:cubicBezTo>
                    <a:cubicBezTo>
                      <a:pt x="47" y="36"/>
                      <a:pt x="47" y="36"/>
                      <a:pt x="47" y="37"/>
                    </a:cubicBezTo>
                    <a:lnTo>
                      <a:pt x="44" y="41"/>
                    </a:lnTo>
                    <a:close/>
                    <a:moveTo>
                      <a:pt x="82" y="41"/>
                    </a:moveTo>
                    <a:cubicBezTo>
                      <a:pt x="82" y="41"/>
                      <a:pt x="81" y="41"/>
                      <a:pt x="81" y="41"/>
                    </a:cubicBezTo>
                    <a:cubicBezTo>
                      <a:pt x="79" y="41"/>
                      <a:pt x="77" y="41"/>
                      <a:pt x="76" y="40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9" y="35"/>
                      <a:pt x="81" y="35"/>
                      <a:pt x="83" y="35"/>
                    </a:cubicBezTo>
                    <a:lnTo>
                      <a:pt x="82" y="41"/>
                    </a:lnTo>
                    <a:close/>
                    <a:moveTo>
                      <a:pt x="96" y="39"/>
                    </a:moveTo>
                    <a:cubicBezTo>
                      <a:pt x="92" y="35"/>
                      <a:pt x="92" y="35"/>
                      <a:pt x="92" y="35"/>
                    </a:cubicBezTo>
                    <a:cubicBezTo>
                      <a:pt x="93" y="34"/>
                      <a:pt x="95" y="33"/>
                      <a:pt x="97" y="33"/>
                    </a:cubicBezTo>
                    <a:cubicBezTo>
                      <a:pt x="99" y="33"/>
                      <a:pt x="100" y="33"/>
                      <a:pt x="101" y="35"/>
                    </a:cubicBezTo>
                    <a:cubicBezTo>
                      <a:pt x="96" y="38"/>
                      <a:pt x="96" y="38"/>
                      <a:pt x="96" y="38"/>
                    </a:cubicBezTo>
                    <a:cubicBezTo>
                      <a:pt x="96" y="38"/>
                      <a:pt x="97" y="38"/>
                      <a:pt x="97" y="38"/>
                    </a:cubicBezTo>
                    <a:cubicBezTo>
                      <a:pt x="97" y="38"/>
                      <a:pt x="96" y="39"/>
                      <a:pt x="96" y="39"/>
                    </a:cubicBezTo>
                    <a:close/>
                    <a:moveTo>
                      <a:pt x="109" y="37"/>
                    </a:moveTo>
                    <a:cubicBezTo>
                      <a:pt x="105" y="32"/>
                      <a:pt x="105" y="32"/>
                      <a:pt x="105" y="32"/>
                    </a:cubicBezTo>
                    <a:cubicBezTo>
                      <a:pt x="107" y="31"/>
                      <a:pt x="109" y="30"/>
                      <a:pt x="111" y="29"/>
                    </a:cubicBezTo>
                    <a:cubicBezTo>
                      <a:pt x="114" y="34"/>
                      <a:pt x="114" y="34"/>
                      <a:pt x="114" y="34"/>
                    </a:cubicBezTo>
                    <a:cubicBezTo>
                      <a:pt x="112" y="35"/>
                      <a:pt x="110" y="36"/>
                      <a:pt x="109" y="37"/>
                    </a:cubicBezTo>
                    <a:close/>
                    <a:moveTo>
                      <a:pt x="127" y="35"/>
                    </a:moveTo>
                    <a:cubicBezTo>
                      <a:pt x="126" y="35"/>
                      <a:pt x="124" y="35"/>
                      <a:pt x="122" y="34"/>
                    </a:cubicBezTo>
                    <a:cubicBezTo>
                      <a:pt x="124" y="29"/>
                      <a:pt x="124" y="29"/>
                      <a:pt x="124" y="29"/>
                    </a:cubicBezTo>
                    <a:cubicBezTo>
                      <a:pt x="126" y="29"/>
                      <a:pt x="127" y="29"/>
                      <a:pt x="127" y="29"/>
                    </a:cubicBezTo>
                    <a:cubicBezTo>
                      <a:pt x="130" y="34"/>
                      <a:pt x="130" y="34"/>
                      <a:pt x="130" y="34"/>
                    </a:cubicBezTo>
                    <a:cubicBezTo>
                      <a:pt x="130" y="35"/>
                      <a:pt x="129" y="35"/>
                      <a:pt x="127" y="35"/>
                    </a:cubicBezTo>
                    <a:close/>
                    <a:moveTo>
                      <a:pt x="57" y="34"/>
                    </a:moveTo>
                    <a:cubicBezTo>
                      <a:pt x="52" y="31"/>
                      <a:pt x="52" y="31"/>
                      <a:pt x="52" y="31"/>
                    </a:cubicBezTo>
                    <a:cubicBezTo>
                      <a:pt x="52" y="31"/>
                      <a:pt x="52" y="31"/>
                      <a:pt x="52" y="31"/>
                    </a:cubicBezTo>
                    <a:cubicBezTo>
                      <a:pt x="53" y="29"/>
                      <a:pt x="54" y="28"/>
                      <a:pt x="55" y="26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59" y="31"/>
                      <a:pt x="58" y="32"/>
                      <a:pt x="57" y="34"/>
                    </a:cubicBezTo>
                    <a:close/>
                    <a:moveTo>
                      <a:pt x="27" y="32"/>
                    </a:moveTo>
                    <a:cubicBezTo>
                      <a:pt x="22" y="29"/>
                      <a:pt x="22" y="29"/>
                      <a:pt x="22" y="29"/>
                    </a:cubicBezTo>
                    <a:cubicBezTo>
                      <a:pt x="22" y="28"/>
                      <a:pt x="23" y="27"/>
                      <a:pt x="23" y="27"/>
                    </a:cubicBezTo>
                    <a:cubicBezTo>
                      <a:pt x="23" y="26"/>
                      <a:pt x="23" y="25"/>
                      <a:pt x="23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26"/>
                      <a:pt x="29" y="27"/>
                      <a:pt x="28" y="28"/>
                    </a:cubicBezTo>
                    <a:cubicBezTo>
                      <a:pt x="28" y="29"/>
                      <a:pt x="28" y="31"/>
                      <a:pt x="27" y="32"/>
                    </a:cubicBezTo>
                    <a:close/>
                    <a:moveTo>
                      <a:pt x="69" y="29"/>
                    </a:moveTo>
                    <a:cubicBezTo>
                      <a:pt x="68" y="28"/>
                      <a:pt x="67" y="27"/>
                      <a:pt x="66" y="27"/>
                    </a:cubicBezTo>
                    <a:cubicBezTo>
                      <a:pt x="68" y="21"/>
                      <a:pt x="68" y="21"/>
                      <a:pt x="68" y="21"/>
                    </a:cubicBezTo>
                    <a:cubicBezTo>
                      <a:pt x="70" y="23"/>
                      <a:pt x="72" y="24"/>
                      <a:pt x="74" y="26"/>
                    </a:cubicBezTo>
                    <a:lnTo>
                      <a:pt x="69" y="29"/>
                    </a:lnTo>
                    <a:close/>
                    <a:moveTo>
                      <a:pt x="40" y="25"/>
                    </a:moveTo>
                    <a:cubicBezTo>
                      <a:pt x="36" y="25"/>
                      <a:pt x="36" y="25"/>
                      <a:pt x="36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4"/>
                      <a:pt x="35" y="24"/>
                      <a:pt x="35" y="23"/>
                    </a:cubicBezTo>
                    <a:cubicBezTo>
                      <a:pt x="35" y="24"/>
                      <a:pt x="35" y="24"/>
                      <a:pt x="36" y="24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6" y="19"/>
                      <a:pt x="37" y="19"/>
                    </a:cubicBezTo>
                    <a:cubicBezTo>
                      <a:pt x="39" y="19"/>
                      <a:pt x="41" y="20"/>
                      <a:pt x="41" y="23"/>
                    </a:cubicBezTo>
                    <a:cubicBezTo>
                      <a:pt x="41" y="24"/>
                      <a:pt x="40" y="24"/>
                      <a:pt x="40" y="25"/>
                    </a:cubicBezTo>
                    <a:close/>
                    <a:moveTo>
                      <a:pt x="135" y="22"/>
                    </a:moveTo>
                    <a:cubicBezTo>
                      <a:pt x="130" y="20"/>
                      <a:pt x="130" y="20"/>
                      <a:pt x="130" y="20"/>
                    </a:cubicBezTo>
                    <a:cubicBezTo>
                      <a:pt x="130" y="19"/>
                      <a:pt x="130" y="18"/>
                      <a:pt x="131" y="17"/>
                    </a:cubicBezTo>
                    <a:cubicBezTo>
                      <a:pt x="131" y="16"/>
                      <a:pt x="131" y="16"/>
                      <a:pt x="131" y="15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6" y="17"/>
                      <a:pt x="136" y="17"/>
                      <a:pt x="136" y="18"/>
                    </a:cubicBezTo>
                    <a:cubicBezTo>
                      <a:pt x="136" y="19"/>
                      <a:pt x="136" y="21"/>
                      <a:pt x="135" y="22"/>
                    </a:cubicBezTo>
                    <a:close/>
                    <a:moveTo>
                      <a:pt x="141" y="5"/>
                    </a:moveTo>
                    <a:cubicBezTo>
                      <a:pt x="135" y="4"/>
                      <a:pt x="135" y="4"/>
                      <a:pt x="135" y="4"/>
                    </a:cubicBezTo>
                    <a:cubicBezTo>
                      <a:pt x="135" y="4"/>
                      <a:pt x="135" y="4"/>
                      <a:pt x="135" y="3"/>
                    </a:cubicBezTo>
                    <a:cubicBezTo>
                      <a:pt x="135" y="3"/>
                      <a:pt x="135" y="2"/>
                      <a:pt x="135" y="1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41" y="1"/>
                      <a:pt x="141" y="2"/>
                      <a:pt x="141" y="3"/>
                    </a:cubicBezTo>
                    <a:cubicBezTo>
                      <a:pt x="141" y="4"/>
                      <a:pt x="141" y="4"/>
                      <a:pt x="141" y="5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îś1iďé"/>
              <p:cNvSpPr/>
              <p:nvPr/>
            </p:nvSpPr>
            <p:spPr bwMode="auto">
              <a:xfrm>
                <a:off x="5835650" y="4837113"/>
                <a:ext cx="368300" cy="214313"/>
              </a:xfrm>
              <a:custGeom>
                <a:avLst/>
                <a:gdLst>
                  <a:gd name="T0" fmla="*/ 111 w 171"/>
                  <a:gd name="T1" fmla="*/ 94 h 100"/>
                  <a:gd name="T2" fmla="*/ 110 w 171"/>
                  <a:gd name="T3" fmla="*/ 100 h 100"/>
                  <a:gd name="T4" fmla="*/ 128 w 171"/>
                  <a:gd name="T5" fmla="*/ 91 h 100"/>
                  <a:gd name="T6" fmla="*/ 124 w 171"/>
                  <a:gd name="T7" fmla="*/ 97 h 100"/>
                  <a:gd name="T8" fmla="*/ 82 w 171"/>
                  <a:gd name="T9" fmla="*/ 91 h 100"/>
                  <a:gd name="T10" fmla="*/ 141 w 171"/>
                  <a:gd name="T11" fmla="*/ 88 h 100"/>
                  <a:gd name="T12" fmla="*/ 141 w 171"/>
                  <a:gd name="T13" fmla="*/ 95 h 100"/>
                  <a:gd name="T14" fmla="*/ 159 w 171"/>
                  <a:gd name="T15" fmla="*/ 86 h 100"/>
                  <a:gd name="T16" fmla="*/ 94 w 171"/>
                  <a:gd name="T17" fmla="*/ 91 h 100"/>
                  <a:gd name="T18" fmla="*/ 97 w 171"/>
                  <a:gd name="T19" fmla="*/ 91 h 100"/>
                  <a:gd name="T20" fmla="*/ 31 w 171"/>
                  <a:gd name="T21" fmla="*/ 73 h 100"/>
                  <a:gd name="T22" fmla="*/ 19 w 171"/>
                  <a:gd name="T23" fmla="*/ 79 h 100"/>
                  <a:gd name="T24" fmla="*/ 22 w 171"/>
                  <a:gd name="T25" fmla="*/ 73 h 100"/>
                  <a:gd name="T26" fmla="*/ 76 w 171"/>
                  <a:gd name="T27" fmla="*/ 78 h 100"/>
                  <a:gd name="T28" fmla="*/ 82 w 171"/>
                  <a:gd name="T29" fmla="*/ 78 h 100"/>
                  <a:gd name="T30" fmla="*/ 164 w 171"/>
                  <a:gd name="T31" fmla="*/ 73 h 100"/>
                  <a:gd name="T32" fmla="*/ 51 w 171"/>
                  <a:gd name="T33" fmla="*/ 75 h 100"/>
                  <a:gd name="T34" fmla="*/ 53 w 171"/>
                  <a:gd name="T35" fmla="*/ 69 h 100"/>
                  <a:gd name="T36" fmla="*/ 153 w 171"/>
                  <a:gd name="T37" fmla="*/ 69 h 100"/>
                  <a:gd name="T38" fmla="*/ 158 w 171"/>
                  <a:gd name="T39" fmla="*/ 65 h 100"/>
                  <a:gd name="T40" fmla="*/ 157 w 171"/>
                  <a:gd name="T41" fmla="*/ 72 h 100"/>
                  <a:gd name="T42" fmla="*/ 76 w 171"/>
                  <a:gd name="T43" fmla="*/ 65 h 100"/>
                  <a:gd name="T44" fmla="*/ 77 w 171"/>
                  <a:gd name="T45" fmla="*/ 68 h 100"/>
                  <a:gd name="T46" fmla="*/ 2 w 171"/>
                  <a:gd name="T47" fmla="*/ 60 h 100"/>
                  <a:gd name="T48" fmla="*/ 10 w 171"/>
                  <a:gd name="T49" fmla="*/ 63 h 100"/>
                  <a:gd name="T50" fmla="*/ 58 w 171"/>
                  <a:gd name="T51" fmla="*/ 57 h 100"/>
                  <a:gd name="T52" fmla="*/ 60 w 171"/>
                  <a:gd name="T53" fmla="*/ 62 h 100"/>
                  <a:gd name="T54" fmla="*/ 132 w 171"/>
                  <a:gd name="T55" fmla="*/ 54 h 100"/>
                  <a:gd name="T56" fmla="*/ 133 w 171"/>
                  <a:gd name="T57" fmla="*/ 55 h 100"/>
                  <a:gd name="T58" fmla="*/ 150 w 171"/>
                  <a:gd name="T59" fmla="*/ 54 h 100"/>
                  <a:gd name="T60" fmla="*/ 12 w 171"/>
                  <a:gd name="T61" fmla="*/ 52 h 100"/>
                  <a:gd name="T62" fmla="*/ 124 w 171"/>
                  <a:gd name="T63" fmla="*/ 48 h 100"/>
                  <a:gd name="T64" fmla="*/ 127 w 171"/>
                  <a:gd name="T65" fmla="*/ 42 h 100"/>
                  <a:gd name="T66" fmla="*/ 110 w 171"/>
                  <a:gd name="T67" fmla="*/ 43 h 100"/>
                  <a:gd name="T68" fmla="*/ 115 w 171"/>
                  <a:gd name="T69" fmla="*/ 39 h 100"/>
                  <a:gd name="T70" fmla="*/ 7 w 171"/>
                  <a:gd name="T71" fmla="*/ 42 h 100"/>
                  <a:gd name="T72" fmla="*/ 9 w 171"/>
                  <a:gd name="T73" fmla="*/ 36 h 100"/>
                  <a:gd name="T74" fmla="*/ 165 w 171"/>
                  <a:gd name="T75" fmla="*/ 29 h 100"/>
                  <a:gd name="T76" fmla="*/ 165 w 171"/>
                  <a:gd name="T77" fmla="*/ 29 h 100"/>
                  <a:gd name="T78" fmla="*/ 0 w 171"/>
                  <a:gd name="T79" fmla="*/ 20 h 100"/>
                  <a:gd name="T80" fmla="*/ 7 w 171"/>
                  <a:gd name="T81" fmla="*/ 25 h 100"/>
                  <a:gd name="T82" fmla="*/ 106 w 171"/>
                  <a:gd name="T83" fmla="*/ 26 h 100"/>
                  <a:gd name="T84" fmla="*/ 112 w 171"/>
                  <a:gd name="T85" fmla="*/ 24 h 100"/>
                  <a:gd name="T86" fmla="*/ 153 w 171"/>
                  <a:gd name="T87" fmla="*/ 21 h 100"/>
                  <a:gd name="T88" fmla="*/ 157 w 171"/>
                  <a:gd name="T89" fmla="*/ 15 h 100"/>
                  <a:gd name="T90" fmla="*/ 9 w 171"/>
                  <a:gd name="T91" fmla="*/ 10 h 100"/>
                  <a:gd name="T92" fmla="*/ 119 w 171"/>
                  <a:gd name="T93" fmla="*/ 14 h 100"/>
                  <a:gd name="T94" fmla="*/ 123 w 171"/>
                  <a:gd name="T95" fmla="*/ 9 h 100"/>
                  <a:gd name="T96" fmla="*/ 130 w 171"/>
                  <a:gd name="T97" fmla="*/ 4 h 100"/>
                  <a:gd name="T98" fmla="*/ 139 w 171"/>
                  <a:gd name="T99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1" h="100">
                    <a:moveTo>
                      <a:pt x="110" y="100"/>
                    </a:moveTo>
                    <a:cubicBezTo>
                      <a:pt x="108" y="100"/>
                      <a:pt x="107" y="100"/>
                      <a:pt x="105" y="98"/>
                    </a:cubicBezTo>
                    <a:cubicBezTo>
                      <a:pt x="108" y="94"/>
                      <a:pt x="108" y="94"/>
                      <a:pt x="108" y="94"/>
                    </a:cubicBezTo>
                    <a:cubicBezTo>
                      <a:pt x="110" y="95"/>
                      <a:pt x="110" y="95"/>
                      <a:pt x="111" y="94"/>
                    </a:cubicBezTo>
                    <a:cubicBezTo>
                      <a:pt x="112" y="94"/>
                      <a:pt x="112" y="94"/>
                      <a:pt x="112" y="94"/>
                    </a:cubicBezTo>
                    <a:cubicBezTo>
                      <a:pt x="113" y="100"/>
                      <a:pt x="113" y="100"/>
                      <a:pt x="113" y="100"/>
                    </a:cubicBezTo>
                    <a:cubicBezTo>
                      <a:pt x="112" y="100"/>
                      <a:pt x="112" y="100"/>
                      <a:pt x="112" y="100"/>
                    </a:cubicBezTo>
                    <a:cubicBezTo>
                      <a:pt x="111" y="100"/>
                      <a:pt x="111" y="100"/>
                      <a:pt x="110" y="100"/>
                    </a:cubicBezTo>
                    <a:close/>
                    <a:moveTo>
                      <a:pt x="124" y="97"/>
                    </a:moveTo>
                    <a:cubicBezTo>
                      <a:pt x="123" y="91"/>
                      <a:pt x="123" y="91"/>
                      <a:pt x="123" y="91"/>
                    </a:cubicBezTo>
                    <a:cubicBezTo>
                      <a:pt x="125" y="91"/>
                      <a:pt x="126" y="91"/>
                      <a:pt x="127" y="91"/>
                    </a:cubicBezTo>
                    <a:cubicBezTo>
                      <a:pt x="128" y="91"/>
                      <a:pt x="128" y="91"/>
                      <a:pt x="128" y="91"/>
                    </a:cubicBezTo>
                    <a:cubicBezTo>
                      <a:pt x="130" y="96"/>
                      <a:pt x="130" y="96"/>
                      <a:pt x="130" y="96"/>
                    </a:cubicBezTo>
                    <a:cubicBezTo>
                      <a:pt x="129" y="96"/>
                      <a:pt x="129" y="96"/>
                      <a:pt x="129" y="96"/>
                    </a:cubicBezTo>
                    <a:cubicBezTo>
                      <a:pt x="128" y="97"/>
                      <a:pt x="126" y="97"/>
                      <a:pt x="124" y="97"/>
                    </a:cubicBezTo>
                    <a:cubicBezTo>
                      <a:pt x="124" y="97"/>
                      <a:pt x="124" y="97"/>
                      <a:pt x="124" y="97"/>
                    </a:cubicBezTo>
                    <a:close/>
                    <a:moveTo>
                      <a:pt x="82" y="97"/>
                    </a:moveTo>
                    <a:cubicBezTo>
                      <a:pt x="79" y="96"/>
                      <a:pt x="76" y="94"/>
                      <a:pt x="75" y="91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1" y="90"/>
                      <a:pt x="82" y="91"/>
                      <a:pt x="82" y="91"/>
                    </a:cubicBezTo>
                    <a:lnTo>
                      <a:pt x="82" y="97"/>
                    </a:lnTo>
                    <a:close/>
                    <a:moveTo>
                      <a:pt x="141" y="95"/>
                    </a:moveTo>
                    <a:cubicBezTo>
                      <a:pt x="140" y="89"/>
                      <a:pt x="140" y="89"/>
                      <a:pt x="140" y="89"/>
                    </a:cubicBezTo>
                    <a:cubicBezTo>
                      <a:pt x="140" y="89"/>
                      <a:pt x="141" y="89"/>
                      <a:pt x="141" y="88"/>
                    </a:cubicBezTo>
                    <a:cubicBezTo>
                      <a:pt x="142" y="87"/>
                      <a:pt x="143" y="87"/>
                      <a:pt x="144" y="86"/>
                    </a:cubicBezTo>
                    <a:cubicBezTo>
                      <a:pt x="147" y="92"/>
                      <a:pt x="147" y="92"/>
                      <a:pt x="147" y="92"/>
                    </a:cubicBezTo>
                    <a:cubicBezTo>
                      <a:pt x="146" y="92"/>
                      <a:pt x="146" y="92"/>
                      <a:pt x="145" y="93"/>
                    </a:cubicBezTo>
                    <a:cubicBezTo>
                      <a:pt x="144" y="94"/>
                      <a:pt x="143" y="95"/>
                      <a:pt x="141" y="95"/>
                    </a:cubicBezTo>
                    <a:close/>
                    <a:moveTo>
                      <a:pt x="157" y="94"/>
                    </a:move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8"/>
                      <a:pt x="157" y="88"/>
                      <a:pt x="158" y="87"/>
                    </a:cubicBezTo>
                    <a:cubicBezTo>
                      <a:pt x="158" y="87"/>
                      <a:pt x="159" y="86"/>
                      <a:pt x="159" y="86"/>
                    </a:cubicBezTo>
                    <a:cubicBezTo>
                      <a:pt x="163" y="90"/>
                      <a:pt x="163" y="90"/>
                      <a:pt x="163" y="90"/>
                    </a:cubicBezTo>
                    <a:cubicBezTo>
                      <a:pt x="163" y="91"/>
                      <a:pt x="162" y="91"/>
                      <a:pt x="162" y="92"/>
                    </a:cubicBezTo>
                    <a:cubicBezTo>
                      <a:pt x="160" y="93"/>
                      <a:pt x="159" y="94"/>
                      <a:pt x="157" y="94"/>
                    </a:cubicBezTo>
                    <a:close/>
                    <a:moveTo>
                      <a:pt x="94" y="91"/>
                    </a:moveTo>
                    <a:cubicBezTo>
                      <a:pt x="91" y="86"/>
                      <a:pt x="91" y="86"/>
                      <a:pt x="91" y="86"/>
                    </a:cubicBezTo>
                    <a:cubicBezTo>
                      <a:pt x="93" y="85"/>
                      <a:pt x="94" y="85"/>
                      <a:pt x="96" y="85"/>
                    </a:cubicBezTo>
                    <a:cubicBezTo>
                      <a:pt x="97" y="84"/>
                      <a:pt x="98" y="85"/>
                      <a:pt x="99" y="85"/>
                    </a:cubicBezTo>
                    <a:cubicBezTo>
                      <a:pt x="97" y="91"/>
                      <a:pt x="97" y="91"/>
                      <a:pt x="97" y="91"/>
                    </a:cubicBezTo>
                    <a:cubicBezTo>
                      <a:pt x="97" y="91"/>
                      <a:pt x="96" y="91"/>
                      <a:pt x="96" y="90"/>
                    </a:cubicBezTo>
                    <a:cubicBezTo>
                      <a:pt x="95" y="90"/>
                      <a:pt x="95" y="91"/>
                      <a:pt x="94" y="91"/>
                    </a:cubicBezTo>
                    <a:close/>
                    <a:moveTo>
                      <a:pt x="33" y="79"/>
                    </a:moveTo>
                    <a:cubicBezTo>
                      <a:pt x="31" y="73"/>
                      <a:pt x="31" y="73"/>
                      <a:pt x="31" y="73"/>
                    </a:cubicBezTo>
                    <a:cubicBezTo>
                      <a:pt x="32" y="73"/>
                      <a:pt x="35" y="72"/>
                      <a:pt x="37" y="72"/>
                    </a:cubicBezTo>
                    <a:cubicBezTo>
                      <a:pt x="38" y="77"/>
                      <a:pt x="38" y="77"/>
                      <a:pt x="38" y="77"/>
                    </a:cubicBezTo>
                    <a:cubicBezTo>
                      <a:pt x="36" y="78"/>
                      <a:pt x="34" y="78"/>
                      <a:pt x="33" y="79"/>
                    </a:cubicBezTo>
                    <a:close/>
                    <a:moveTo>
                      <a:pt x="19" y="79"/>
                    </a:moveTo>
                    <a:cubicBezTo>
                      <a:pt x="19" y="78"/>
                      <a:pt x="18" y="78"/>
                      <a:pt x="18" y="77"/>
                    </a:cubicBezTo>
                    <a:cubicBezTo>
                      <a:pt x="17" y="76"/>
                      <a:pt x="16" y="75"/>
                      <a:pt x="15" y="75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20" y="71"/>
                      <a:pt x="21" y="72"/>
                      <a:pt x="22" y="73"/>
                    </a:cubicBezTo>
                    <a:cubicBezTo>
                      <a:pt x="22" y="73"/>
                      <a:pt x="23" y="74"/>
                      <a:pt x="23" y="74"/>
                    </a:cubicBezTo>
                    <a:lnTo>
                      <a:pt x="19" y="79"/>
                    </a:lnTo>
                    <a:close/>
                    <a:moveTo>
                      <a:pt x="82" y="78"/>
                    </a:moveTo>
                    <a:cubicBezTo>
                      <a:pt x="76" y="78"/>
                      <a:pt x="76" y="78"/>
                      <a:pt x="76" y="78"/>
                    </a:cubicBezTo>
                    <a:cubicBezTo>
                      <a:pt x="76" y="77"/>
                      <a:pt x="76" y="77"/>
                      <a:pt x="76" y="77"/>
                    </a:cubicBezTo>
                    <a:cubicBezTo>
                      <a:pt x="76" y="76"/>
                      <a:pt x="76" y="74"/>
                      <a:pt x="76" y="72"/>
                    </a:cubicBezTo>
                    <a:cubicBezTo>
                      <a:pt x="82" y="73"/>
                      <a:pt x="82" y="73"/>
                      <a:pt x="82" y="73"/>
                    </a:cubicBezTo>
                    <a:cubicBezTo>
                      <a:pt x="82" y="75"/>
                      <a:pt x="82" y="76"/>
                      <a:pt x="82" y="78"/>
                    </a:cubicBezTo>
                    <a:close/>
                    <a:moveTo>
                      <a:pt x="170" y="78"/>
                    </a:moveTo>
                    <a:cubicBezTo>
                      <a:pt x="164" y="78"/>
                      <a:pt x="164" y="78"/>
                      <a:pt x="164" y="78"/>
                    </a:cubicBezTo>
                    <a:cubicBezTo>
                      <a:pt x="164" y="78"/>
                      <a:pt x="164" y="78"/>
                      <a:pt x="164" y="78"/>
                    </a:cubicBezTo>
                    <a:cubicBezTo>
                      <a:pt x="164" y="76"/>
                      <a:pt x="164" y="74"/>
                      <a:pt x="164" y="73"/>
                    </a:cubicBezTo>
                    <a:cubicBezTo>
                      <a:pt x="169" y="72"/>
                      <a:pt x="169" y="72"/>
                      <a:pt x="169" y="72"/>
                    </a:cubicBezTo>
                    <a:cubicBezTo>
                      <a:pt x="170" y="73"/>
                      <a:pt x="170" y="75"/>
                      <a:pt x="170" y="78"/>
                    </a:cubicBezTo>
                    <a:cubicBezTo>
                      <a:pt x="170" y="78"/>
                      <a:pt x="170" y="78"/>
                      <a:pt x="170" y="78"/>
                    </a:cubicBezTo>
                    <a:close/>
                    <a:moveTo>
                      <a:pt x="51" y="75"/>
                    </a:moveTo>
                    <a:cubicBezTo>
                      <a:pt x="46" y="71"/>
                      <a:pt x="46" y="71"/>
                      <a:pt x="46" y="71"/>
                    </a:cubicBezTo>
                    <a:cubicBezTo>
                      <a:pt x="46" y="71"/>
                      <a:pt x="47" y="71"/>
                      <a:pt x="47" y="70"/>
                    </a:cubicBezTo>
                    <a:cubicBezTo>
                      <a:pt x="47" y="69"/>
                      <a:pt x="48" y="68"/>
                      <a:pt x="48" y="66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53" y="70"/>
                      <a:pt x="53" y="71"/>
                      <a:pt x="52" y="72"/>
                    </a:cubicBezTo>
                    <a:cubicBezTo>
                      <a:pt x="52" y="73"/>
                      <a:pt x="51" y="74"/>
                      <a:pt x="51" y="75"/>
                    </a:cubicBezTo>
                    <a:close/>
                    <a:moveTo>
                      <a:pt x="157" y="72"/>
                    </a:moveTo>
                    <a:cubicBezTo>
                      <a:pt x="157" y="72"/>
                      <a:pt x="154" y="72"/>
                      <a:pt x="153" y="69"/>
                    </a:cubicBezTo>
                    <a:cubicBezTo>
                      <a:pt x="153" y="68"/>
                      <a:pt x="153" y="67"/>
                      <a:pt x="153" y="67"/>
                    </a:cubicBezTo>
                    <a:cubicBezTo>
                      <a:pt x="153" y="66"/>
                      <a:pt x="152" y="66"/>
                      <a:pt x="152" y="65"/>
                    </a:cubicBezTo>
                    <a:cubicBezTo>
                      <a:pt x="158" y="64"/>
                      <a:pt x="158" y="64"/>
                      <a:pt x="158" y="64"/>
                    </a:cubicBezTo>
                    <a:cubicBezTo>
                      <a:pt x="158" y="64"/>
                      <a:pt x="158" y="64"/>
                      <a:pt x="158" y="65"/>
                    </a:cubicBezTo>
                    <a:cubicBezTo>
                      <a:pt x="159" y="65"/>
                      <a:pt x="159" y="66"/>
                      <a:pt x="159" y="67"/>
                    </a:cubicBezTo>
                    <a:cubicBezTo>
                      <a:pt x="159" y="67"/>
                      <a:pt x="158" y="66"/>
                      <a:pt x="157" y="66"/>
                    </a:cubicBezTo>
                    <a:cubicBezTo>
                      <a:pt x="158" y="72"/>
                      <a:pt x="158" y="72"/>
                      <a:pt x="158" y="72"/>
                    </a:cubicBezTo>
                    <a:lnTo>
                      <a:pt x="157" y="72"/>
                    </a:lnTo>
                    <a:close/>
                    <a:moveTo>
                      <a:pt x="74" y="70"/>
                    </a:moveTo>
                    <a:cubicBezTo>
                      <a:pt x="71" y="70"/>
                      <a:pt x="70" y="68"/>
                      <a:pt x="69" y="64"/>
                    </a:cubicBezTo>
                    <a:cubicBezTo>
                      <a:pt x="74" y="62"/>
                      <a:pt x="74" y="62"/>
                      <a:pt x="74" y="62"/>
                    </a:cubicBezTo>
                    <a:cubicBezTo>
                      <a:pt x="75" y="63"/>
                      <a:pt x="75" y="65"/>
                      <a:pt x="76" y="65"/>
                    </a:cubicBezTo>
                    <a:cubicBezTo>
                      <a:pt x="75" y="65"/>
                      <a:pt x="75" y="65"/>
                      <a:pt x="74" y="65"/>
                    </a:cubicBezTo>
                    <a:cubicBezTo>
                      <a:pt x="74" y="65"/>
                      <a:pt x="74" y="65"/>
                      <a:pt x="74" y="65"/>
                    </a:cubicBezTo>
                    <a:cubicBezTo>
                      <a:pt x="72" y="65"/>
                      <a:pt x="72" y="65"/>
                      <a:pt x="71" y="66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6" y="70"/>
                      <a:pt x="74" y="70"/>
                      <a:pt x="74" y="70"/>
                    </a:cubicBezTo>
                    <a:close/>
                    <a:moveTo>
                      <a:pt x="6" y="67"/>
                    </a:moveTo>
                    <a:cubicBezTo>
                      <a:pt x="5" y="66"/>
                      <a:pt x="5" y="66"/>
                      <a:pt x="4" y="65"/>
                    </a:cubicBezTo>
                    <a:cubicBezTo>
                      <a:pt x="3" y="64"/>
                      <a:pt x="2" y="62"/>
                      <a:pt x="2" y="60"/>
                    </a:cubicBezTo>
                    <a:cubicBezTo>
                      <a:pt x="5" y="60"/>
                      <a:pt x="5" y="60"/>
                      <a:pt x="5" y="60"/>
                    </a:cubicBezTo>
                    <a:cubicBezTo>
                      <a:pt x="8" y="60"/>
                      <a:pt x="8" y="60"/>
                      <a:pt x="8" y="60"/>
                    </a:cubicBezTo>
                    <a:cubicBezTo>
                      <a:pt x="8" y="60"/>
                      <a:pt x="8" y="60"/>
                      <a:pt x="8" y="61"/>
                    </a:cubicBezTo>
                    <a:cubicBezTo>
                      <a:pt x="9" y="62"/>
                      <a:pt x="9" y="62"/>
                      <a:pt x="10" y="63"/>
                    </a:cubicBezTo>
                    <a:lnTo>
                      <a:pt x="6" y="67"/>
                    </a:lnTo>
                    <a:close/>
                    <a:moveTo>
                      <a:pt x="60" y="62"/>
                    </a:moveTo>
                    <a:cubicBezTo>
                      <a:pt x="57" y="57"/>
                      <a:pt x="57" y="57"/>
                      <a:pt x="57" y="57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60" y="55"/>
                      <a:pt x="62" y="55"/>
                      <a:pt x="63" y="54"/>
                    </a:cubicBezTo>
                    <a:cubicBezTo>
                      <a:pt x="65" y="60"/>
                      <a:pt x="65" y="60"/>
                      <a:pt x="65" y="60"/>
                    </a:cubicBezTo>
                    <a:cubicBezTo>
                      <a:pt x="64" y="60"/>
                      <a:pt x="63" y="61"/>
                      <a:pt x="61" y="62"/>
                    </a:cubicBezTo>
                    <a:lnTo>
                      <a:pt x="60" y="62"/>
                    </a:lnTo>
                    <a:close/>
                    <a:moveTo>
                      <a:pt x="132" y="61"/>
                    </a:moveTo>
                    <a:cubicBezTo>
                      <a:pt x="128" y="60"/>
                      <a:pt x="127" y="58"/>
                      <a:pt x="127" y="54"/>
                    </a:cubicBezTo>
                    <a:cubicBezTo>
                      <a:pt x="127" y="54"/>
                      <a:pt x="127" y="53"/>
                      <a:pt x="127" y="53"/>
                    </a:cubicBezTo>
                    <a:cubicBezTo>
                      <a:pt x="132" y="54"/>
                      <a:pt x="132" y="54"/>
                      <a:pt x="132" y="54"/>
                    </a:cubicBezTo>
                    <a:cubicBezTo>
                      <a:pt x="132" y="54"/>
                      <a:pt x="132" y="54"/>
                      <a:pt x="132" y="54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2" y="55"/>
                      <a:pt x="133" y="55"/>
                      <a:pt x="133" y="55"/>
                    </a:cubicBezTo>
                    <a:lnTo>
                      <a:pt x="132" y="61"/>
                    </a:lnTo>
                    <a:close/>
                    <a:moveTo>
                      <a:pt x="144" y="60"/>
                    </a:moveTo>
                    <a:cubicBezTo>
                      <a:pt x="144" y="54"/>
                      <a:pt x="144" y="54"/>
                      <a:pt x="144" y="54"/>
                    </a:cubicBezTo>
                    <a:cubicBezTo>
                      <a:pt x="146" y="54"/>
                      <a:pt x="148" y="54"/>
                      <a:pt x="150" y="54"/>
                    </a:cubicBezTo>
                    <a:cubicBezTo>
                      <a:pt x="149" y="60"/>
                      <a:pt x="149" y="60"/>
                      <a:pt x="149" y="60"/>
                    </a:cubicBezTo>
                    <a:cubicBezTo>
                      <a:pt x="148" y="59"/>
                      <a:pt x="146" y="60"/>
                      <a:pt x="144" y="60"/>
                    </a:cubicBezTo>
                    <a:close/>
                    <a:moveTo>
                      <a:pt x="16" y="56"/>
                    </a:moveTo>
                    <a:cubicBezTo>
                      <a:pt x="12" y="52"/>
                      <a:pt x="12" y="52"/>
                      <a:pt x="12" y="52"/>
                    </a:cubicBezTo>
                    <a:cubicBezTo>
                      <a:pt x="12" y="52"/>
                      <a:pt x="13" y="51"/>
                      <a:pt x="13" y="48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52"/>
                      <a:pt x="18" y="54"/>
                      <a:pt x="16" y="56"/>
                    </a:cubicBezTo>
                    <a:close/>
                    <a:moveTo>
                      <a:pt x="124" y="48"/>
                    </a:moveTo>
                    <a:cubicBezTo>
                      <a:pt x="123" y="47"/>
                      <a:pt x="122" y="46"/>
                      <a:pt x="122" y="44"/>
                    </a:cubicBezTo>
                    <a:cubicBezTo>
                      <a:pt x="121" y="43"/>
                      <a:pt x="121" y="43"/>
                      <a:pt x="121" y="42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6" y="39"/>
                      <a:pt x="126" y="40"/>
                      <a:pt x="127" y="42"/>
                    </a:cubicBezTo>
                    <a:cubicBezTo>
                      <a:pt x="127" y="42"/>
                      <a:pt x="128" y="43"/>
                      <a:pt x="128" y="43"/>
                    </a:cubicBezTo>
                    <a:lnTo>
                      <a:pt x="124" y="48"/>
                    </a:lnTo>
                    <a:close/>
                    <a:moveTo>
                      <a:pt x="111" y="44"/>
                    </a:moveTo>
                    <a:cubicBezTo>
                      <a:pt x="111" y="44"/>
                      <a:pt x="110" y="43"/>
                      <a:pt x="110" y="43"/>
                    </a:cubicBezTo>
                    <a:cubicBezTo>
                      <a:pt x="108" y="41"/>
                      <a:pt x="108" y="40"/>
                      <a:pt x="107" y="38"/>
                    </a:cubicBezTo>
                    <a:cubicBezTo>
                      <a:pt x="112" y="36"/>
                      <a:pt x="112" y="36"/>
                      <a:pt x="112" y="36"/>
                    </a:cubicBezTo>
                    <a:cubicBezTo>
                      <a:pt x="113" y="37"/>
                      <a:pt x="113" y="38"/>
                      <a:pt x="114" y="39"/>
                    </a:cubicBezTo>
                    <a:cubicBezTo>
                      <a:pt x="114" y="39"/>
                      <a:pt x="115" y="39"/>
                      <a:pt x="115" y="39"/>
                    </a:cubicBezTo>
                    <a:lnTo>
                      <a:pt x="111" y="44"/>
                    </a:lnTo>
                    <a:close/>
                    <a:moveTo>
                      <a:pt x="11" y="43"/>
                    </a:moveTo>
                    <a:cubicBezTo>
                      <a:pt x="10" y="42"/>
                      <a:pt x="10" y="42"/>
                      <a:pt x="10" y="42"/>
                    </a:cubicBezTo>
                    <a:cubicBezTo>
                      <a:pt x="9" y="42"/>
                      <a:pt x="8" y="42"/>
                      <a:pt x="7" y="42"/>
                    </a:cubicBezTo>
                    <a:cubicBezTo>
                      <a:pt x="5" y="41"/>
                      <a:pt x="4" y="40"/>
                      <a:pt x="4" y="39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0" y="36"/>
                      <a:pt x="10" y="37"/>
                      <a:pt x="11" y="37"/>
                    </a:cubicBezTo>
                    <a:cubicBezTo>
                      <a:pt x="12" y="37"/>
                      <a:pt x="12" y="37"/>
                      <a:pt x="12" y="37"/>
                    </a:cubicBezTo>
                    <a:lnTo>
                      <a:pt x="11" y="43"/>
                    </a:lnTo>
                    <a:close/>
                    <a:moveTo>
                      <a:pt x="165" y="29"/>
                    </a:moveTo>
                    <a:cubicBezTo>
                      <a:pt x="165" y="23"/>
                      <a:pt x="165" y="23"/>
                      <a:pt x="165" y="23"/>
                    </a:cubicBezTo>
                    <a:cubicBezTo>
                      <a:pt x="165" y="23"/>
                      <a:pt x="166" y="22"/>
                      <a:pt x="166" y="21"/>
                    </a:cubicBezTo>
                    <a:cubicBezTo>
                      <a:pt x="171" y="22"/>
                      <a:pt x="171" y="22"/>
                      <a:pt x="171" y="22"/>
                    </a:cubicBezTo>
                    <a:cubicBezTo>
                      <a:pt x="171" y="27"/>
                      <a:pt x="168" y="29"/>
                      <a:pt x="165" y="29"/>
                    </a:cubicBezTo>
                    <a:close/>
                    <a:moveTo>
                      <a:pt x="2" y="28"/>
                    </a:moveTo>
                    <a:cubicBezTo>
                      <a:pt x="1" y="27"/>
                      <a:pt x="1" y="26"/>
                      <a:pt x="0" y="25"/>
                    </a:cubicBezTo>
                    <a:cubicBezTo>
                      <a:pt x="0" y="24"/>
                      <a:pt x="0" y="23"/>
                      <a:pt x="0" y="21"/>
                    </a:cubicBezTo>
                    <a:cubicBezTo>
                      <a:pt x="0" y="21"/>
                      <a:pt x="0" y="21"/>
                      <a:pt x="0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2"/>
                      <a:pt x="6" y="23"/>
                    </a:cubicBezTo>
                    <a:cubicBezTo>
                      <a:pt x="6" y="23"/>
                      <a:pt x="7" y="24"/>
                      <a:pt x="7" y="25"/>
                    </a:cubicBezTo>
                    <a:lnTo>
                      <a:pt x="2" y="28"/>
                    </a:lnTo>
                    <a:close/>
                    <a:moveTo>
                      <a:pt x="106" y="26"/>
                    </a:moveTo>
                    <a:cubicBezTo>
                      <a:pt x="109" y="25"/>
                      <a:pt x="109" y="25"/>
                      <a:pt x="109" y="25"/>
                    </a:cubicBezTo>
                    <a:cubicBezTo>
                      <a:pt x="106" y="26"/>
                      <a:pt x="106" y="26"/>
                      <a:pt x="106" y="26"/>
                    </a:cubicBezTo>
                    <a:cubicBezTo>
                      <a:pt x="106" y="25"/>
                      <a:pt x="105" y="25"/>
                      <a:pt x="105" y="24"/>
                    </a:cubicBezTo>
                    <a:cubicBezTo>
                      <a:pt x="105" y="22"/>
                      <a:pt x="107" y="20"/>
                      <a:pt x="108" y="20"/>
                    </a:cubicBezTo>
                    <a:cubicBezTo>
                      <a:pt x="109" y="19"/>
                      <a:pt x="110" y="19"/>
                      <a:pt x="111" y="19"/>
                    </a:cubicBezTo>
                    <a:cubicBezTo>
                      <a:pt x="112" y="24"/>
                      <a:pt x="112" y="24"/>
                      <a:pt x="112" y="24"/>
                    </a:cubicBezTo>
                    <a:cubicBezTo>
                      <a:pt x="112" y="24"/>
                      <a:pt x="112" y="25"/>
                      <a:pt x="111" y="25"/>
                    </a:cubicBezTo>
                    <a:cubicBezTo>
                      <a:pt x="111" y="25"/>
                      <a:pt x="111" y="25"/>
                      <a:pt x="111" y="25"/>
                    </a:cubicBezTo>
                    <a:lnTo>
                      <a:pt x="106" y="26"/>
                    </a:lnTo>
                    <a:close/>
                    <a:moveTo>
                      <a:pt x="153" y="21"/>
                    </a:moveTo>
                    <a:cubicBezTo>
                      <a:pt x="152" y="20"/>
                      <a:pt x="152" y="19"/>
                      <a:pt x="151" y="18"/>
                    </a:cubicBezTo>
                    <a:cubicBezTo>
                      <a:pt x="151" y="17"/>
                      <a:pt x="151" y="16"/>
                      <a:pt x="150" y="16"/>
                    </a:cubicBezTo>
                    <a:cubicBezTo>
                      <a:pt x="156" y="13"/>
                      <a:pt x="156" y="13"/>
                      <a:pt x="156" y="13"/>
                    </a:cubicBezTo>
                    <a:cubicBezTo>
                      <a:pt x="156" y="14"/>
                      <a:pt x="156" y="14"/>
                      <a:pt x="157" y="15"/>
                    </a:cubicBezTo>
                    <a:cubicBezTo>
                      <a:pt x="157" y="16"/>
                      <a:pt x="158" y="17"/>
                      <a:pt x="158" y="18"/>
                    </a:cubicBezTo>
                    <a:lnTo>
                      <a:pt x="153" y="21"/>
                    </a:lnTo>
                    <a:close/>
                    <a:moveTo>
                      <a:pt x="12" y="15"/>
                    </a:moveTo>
                    <a:cubicBezTo>
                      <a:pt x="9" y="10"/>
                      <a:pt x="9" y="10"/>
                      <a:pt x="9" y="10"/>
                    </a:cubicBezTo>
                    <a:cubicBezTo>
                      <a:pt x="11" y="8"/>
                      <a:pt x="13" y="6"/>
                      <a:pt x="13" y="6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11"/>
                      <a:pt x="15" y="13"/>
                      <a:pt x="12" y="15"/>
                    </a:cubicBezTo>
                    <a:close/>
                    <a:moveTo>
                      <a:pt x="119" y="14"/>
                    </a:moveTo>
                    <a:cubicBezTo>
                      <a:pt x="118" y="13"/>
                      <a:pt x="118" y="13"/>
                      <a:pt x="118" y="13"/>
                    </a:cubicBezTo>
                    <a:cubicBezTo>
                      <a:pt x="114" y="10"/>
                      <a:pt x="114" y="10"/>
                      <a:pt x="114" y="10"/>
                    </a:cubicBezTo>
                    <a:cubicBezTo>
                      <a:pt x="116" y="6"/>
                      <a:pt x="120" y="6"/>
                      <a:pt x="122" y="9"/>
                    </a:cubicBezTo>
                    <a:cubicBezTo>
                      <a:pt x="122" y="9"/>
                      <a:pt x="122" y="9"/>
                      <a:pt x="123" y="9"/>
                    </a:cubicBezTo>
                    <a:lnTo>
                      <a:pt x="119" y="14"/>
                    </a:lnTo>
                    <a:close/>
                    <a:moveTo>
                      <a:pt x="132" y="12"/>
                    </a:moveTo>
                    <a:cubicBezTo>
                      <a:pt x="127" y="9"/>
                      <a:pt x="127" y="9"/>
                      <a:pt x="127" y="9"/>
                    </a:cubicBezTo>
                    <a:cubicBezTo>
                      <a:pt x="128" y="7"/>
                      <a:pt x="129" y="5"/>
                      <a:pt x="130" y="4"/>
                    </a:cubicBezTo>
                    <a:cubicBezTo>
                      <a:pt x="135" y="7"/>
                      <a:pt x="135" y="7"/>
                      <a:pt x="135" y="7"/>
                    </a:cubicBezTo>
                    <a:cubicBezTo>
                      <a:pt x="134" y="8"/>
                      <a:pt x="133" y="10"/>
                      <a:pt x="132" y="12"/>
                    </a:cubicBezTo>
                    <a:close/>
                    <a:moveTo>
                      <a:pt x="142" y="8"/>
                    </a:moveTo>
                    <a:cubicBezTo>
                      <a:pt x="142" y="7"/>
                      <a:pt x="141" y="6"/>
                      <a:pt x="139" y="5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45" y="2"/>
                      <a:pt x="147" y="4"/>
                      <a:pt x="147" y="6"/>
                    </a:cubicBezTo>
                    <a:lnTo>
                      <a:pt x="142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" name="îŝḷïḑe"/>
              <p:cNvSpPr/>
              <p:nvPr/>
            </p:nvSpPr>
            <p:spPr bwMode="auto">
              <a:xfrm>
                <a:off x="6035675" y="4181475"/>
                <a:ext cx="633413" cy="782638"/>
              </a:xfrm>
              <a:custGeom>
                <a:avLst/>
                <a:gdLst>
                  <a:gd name="T0" fmla="*/ 278 w 295"/>
                  <a:gd name="T1" fmla="*/ 365 h 365"/>
                  <a:gd name="T2" fmla="*/ 258 w 295"/>
                  <a:gd name="T3" fmla="*/ 363 h 365"/>
                  <a:gd name="T4" fmla="*/ 287 w 295"/>
                  <a:gd name="T5" fmla="*/ 354 h 365"/>
                  <a:gd name="T6" fmla="*/ 246 w 295"/>
                  <a:gd name="T7" fmla="*/ 348 h 365"/>
                  <a:gd name="T8" fmla="*/ 259 w 295"/>
                  <a:gd name="T9" fmla="*/ 343 h 365"/>
                  <a:gd name="T10" fmla="*/ 251 w 295"/>
                  <a:gd name="T11" fmla="*/ 339 h 365"/>
                  <a:gd name="T12" fmla="*/ 295 w 295"/>
                  <a:gd name="T13" fmla="*/ 340 h 365"/>
                  <a:gd name="T14" fmla="*/ 245 w 295"/>
                  <a:gd name="T15" fmla="*/ 335 h 365"/>
                  <a:gd name="T16" fmla="*/ 81 w 295"/>
                  <a:gd name="T17" fmla="*/ 320 h 365"/>
                  <a:gd name="T18" fmla="*/ 107 w 295"/>
                  <a:gd name="T19" fmla="*/ 320 h 365"/>
                  <a:gd name="T20" fmla="*/ 241 w 295"/>
                  <a:gd name="T21" fmla="*/ 324 h 365"/>
                  <a:gd name="T22" fmla="*/ 98 w 295"/>
                  <a:gd name="T23" fmla="*/ 314 h 365"/>
                  <a:gd name="T24" fmla="*/ 219 w 295"/>
                  <a:gd name="T25" fmla="*/ 316 h 365"/>
                  <a:gd name="T26" fmla="*/ 66 w 295"/>
                  <a:gd name="T27" fmla="*/ 313 h 365"/>
                  <a:gd name="T28" fmla="*/ 79 w 295"/>
                  <a:gd name="T29" fmla="*/ 309 h 365"/>
                  <a:gd name="T30" fmla="*/ 90 w 295"/>
                  <a:gd name="T31" fmla="*/ 304 h 365"/>
                  <a:gd name="T32" fmla="*/ 108 w 295"/>
                  <a:gd name="T33" fmla="*/ 310 h 365"/>
                  <a:gd name="T34" fmla="*/ 150 w 295"/>
                  <a:gd name="T35" fmla="*/ 300 h 365"/>
                  <a:gd name="T36" fmla="*/ 138 w 295"/>
                  <a:gd name="T37" fmla="*/ 301 h 365"/>
                  <a:gd name="T38" fmla="*/ 120 w 295"/>
                  <a:gd name="T39" fmla="*/ 297 h 365"/>
                  <a:gd name="T40" fmla="*/ 123 w 295"/>
                  <a:gd name="T41" fmla="*/ 305 h 365"/>
                  <a:gd name="T42" fmla="*/ 230 w 295"/>
                  <a:gd name="T43" fmla="*/ 303 h 365"/>
                  <a:gd name="T44" fmla="*/ 64 w 295"/>
                  <a:gd name="T45" fmla="*/ 297 h 365"/>
                  <a:gd name="T46" fmla="*/ 191 w 295"/>
                  <a:gd name="T47" fmla="*/ 293 h 365"/>
                  <a:gd name="T48" fmla="*/ 155 w 295"/>
                  <a:gd name="T49" fmla="*/ 290 h 365"/>
                  <a:gd name="T50" fmla="*/ 51 w 295"/>
                  <a:gd name="T51" fmla="*/ 296 h 365"/>
                  <a:gd name="T52" fmla="*/ 32 w 295"/>
                  <a:gd name="T53" fmla="*/ 291 h 365"/>
                  <a:gd name="T54" fmla="*/ 217 w 295"/>
                  <a:gd name="T55" fmla="*/ 290 h 365"/>
                  <a:gd name="T56" fmla="*/ 203 w 295"/>
                  <a:gd name="T57" fmla="*/ 288 h 365"/>
                  <a:gd name="T58" fmla="*/ 187 w 295"/>
                  <a:gd name="T59" fmla="*/ 283 h 365"/>
                  <a:gd name="T60" fmla="*/ 173 w 295"/>
                  <a:gd name="T61" fmla="*/ 279 h 365"/>
                  <a:gd name="T62" fmla="*/ 161 w 295"/>
                  <a:gd name="T63" fmla="*/ 277 h 365"/>
                  <a:gd name="T64" fmla="*/ 30 w 295"/>
                  <a:gd name="T65" fmla="*/ 272 h 365"/>
                  <a:gd name="T66" fmla="*/ 23 w 295"/>
                  <a:gd name="T67" fmla="*/ 262 h 365"/>
                  <a:gd name="T68" fmla="*/ 1 w 295"/>
                  <a:gd name="T69" fmla="*/ 235 h 365"/>
                  <a:gd name="T70" fmla="*/ 12 w 295"/>
                  <a:gd name="T71" fmla="*/ 223 h 365"/>
                  <a:gd name="T72" fmla="*/ 25 w 295"/>
                  <a:gd name="T73" fmla="*/ 211 h 365"/>
                  <a:gd name="T74" fmla="*/ 35 w 295"/>
                  <a:gd name="T75" fmla="*/ 196 h 365"/>
                  <a:gd name="T76" fmla="*/ 117 w 295"/>
                  <a:gd name="T77" fmla="*/ 191 h 365"/>
                  <a:gd name="T78" fmla="*/ 135 w 295"/>
                  <a:gd name="T79" fmla="*/ 194 h 365"/>
                  <a:gd name="T80" fmla="*/ 20 w 295"/>
                  <a:gd name="T81" fmla="*/ 184 h 365"/>
                  <a:gd name="T82" fmla="*/ 77 w 295"/>
                  <a:gd name="T83" fmla="*/ 175 h 365"/>
                  <a:gd name="T84" fmla="*/ 148 w 295"/>
                  <a:gd name="T85" fmla="*/ 173 h 365"/>
                  <a:gd name="T86" fmla="*/ 97 w 295"/>
                  <a:gd name="T87" fmla="*/ 175 h 365"/>
                  <a:gd name="T88" fmla="*/ 66 w 295"/>
                  <a:gd name="T89" fmla="*/ 175 h 365"/>
                  <a:gd name="T90" fmla="*/ 58 w 295"/>
                  <a:gd name="T91" fmla="*/ 166 h 365"/>
                  <a:gd name="T92" fmla="*/ 149 w 295"/>
                  <a:gd name="T93" fmla="*/ 160 h 365"/>
                  <a:gd name="T94" fmla="*/ 35 w 295"/>
                  <a:gd name="T95" fmla="*/ 158 h 365"/>
                  <a:gd name="T96" fmla="*/ 159 w 295"/>
                  <a:gd name="T97" fmla="*/ 145 h 365"/>
                  <a:gd name="T98" fmla="*/ 160 w 295"/>
                  <a:gd name="T99" fmla="*/ 129 h 365"/>
                  <a:gd name="T100" fmla="*/ 189 w 295"/>
                  <a:gd name="T101" fmla="*/ 121 h 365"/>
                  <a:gd name="T102" fmla="*/ 177 w 295"/>
                  <a:gd name="T103" fmla="*/ 122 h 365"/>
                  <a:gd name="T104" fmla="*/ 205 w 295"/>
                  <a:gd name="T105" fmla="*/ 111 h 365"/>
                  <a:gd name="T106" fmla="*/ 213 w 295"/>
                  <a:gd name="T107" fmla="*/ 97 h 365"/>
                  <a:gd name="T108" fmla="*/ 218 w 295"/>
                  <a:gd name="T109" fmla="*/ 83 h 365"/>
                  <a:gd name="T110" fmla="*/ 223 w 295"/>
                  <a:gd name="T111" fmla="*/ 73 h 365"/>
                  <a:gd name="T112" fmla="*/ 231 w 295"/>
                  <a:gd name="T113" fmla="*/ 42 h 365"/>
                  <a:gd name="T114" fmla="*/ 225 w 295"/>
                  <a:gd name="T115" fmla="*/ 28 h 365"/>
                  <a:gd name="T116" fmla="*/ 234 w 295"/>
                  <a:gd name="T117" fmla="*/ 16 h 365"/>
                  <a:gd name="T118" fmla="*/ 239 w 295"/>
                  <a:gd name="T119" fmla="*/ 2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95" h="365">
                    <a:moveTo>
                      <a:pt x="278" y="365"/>
                    </a:moveTo>
                    <a:cubicBezTo>
                      <a:pt x="277" y="365"/>
                      <a:pt x="276" y="365"/>
                      <a:pt x="275" y="365"/>
                    </a:cubicBezTo>
                    <a:cubicBezTo>
                      <a:pt x="274" y="365"/>
                      <a:pt x="273" y="365"/>
                      <a:pt x="272" y="364"/>
                    </a:cubicBezTo>
                    <a:cubicBezTo>
                      <a:pt x="273" y="359"/>
                      <a:pt x="273" y="359"/>
                      <a:pt x="273" y="359"/>
                    </a:cubicBezTo>
                    <a:cubicBezTo>
                      <a:pt x="274" y="359"/>
                      <a:pt x="274" y="359"/>
                      <a:pt x="275" y="359"/>
                    </a:cubicBezTo>
                    <a:cubicBezTo>
                      <a:pt x="276" y="359"/>
                      <a:pt x="277" y="359"/>
                      <a:pt x="279" y="359"/>
                    </a:cubicBezTo>
                    <a:lnTo>
                      <a:pt x="278" y="365"/>
                    </a:lnTo>
                    <a:close/>
                    <a:moveTo>
                      <a:pt x="258" y="363"/>
                    </a:moveTo>
                    <a:cubicBezTo>
                      <a:pt x="257" y="363"/>
                      <a:pt x="255" y="363"/>
                      <a:pt x="254" y="362"/>
                    </a:cubicBezTo>
                    <a:cubicBezTo>
                      <a:pt x="257" y="357"/>
                      <a:pt x="257" y="357"/>
                      <a:pt x="257" y="357"/>
                    </a:cubicBezTo>
                    <a:cubicBezTo>
                      <a:pt x="257" y="357"/>
                      <a:pt x="258" y="357"/>
                      <a:pt x="258" y="357"/>
                    </a:cubicBezTo>
                    <a:cubicBezTo>
                      <a:pt x="259" y="357"/>
                      <a:pt x="260" y="357"/>
                      <a:pt x="261" y="356"/>
                    </a:cubicBezTo>
                    <a:cubicBezTo>
                      <a:pt x="262" y="362"/>
                      <a:pt x="262" y="362"/>
                      <a:pt x="262" y="362"/>
                    </a:cubicBezTo>
                    <a:cubicBezTo>
                      <a:pt x="261" y="362"/>
                      <a:pt x="259" y="363"/>
                      <a:pt x="258" y="363"/>
                    </a:cubicBezTo>
                    <a:close/>
                    <a:moveTo>
                      <a:pt x="286" y="356"/>
                    </a:moveTo>
                    <a:cubicBezTo>
                      <a:pt x="281" y="354"/>
                      <a:pt x="281" y="354"/>
                      <a:pt x="281" y="354"/>
                    </a:cubicBezTo>
                    <a:cubicBezTo>
                      <a:pt x="281" y="353"/>
                      <a:pt x="281" y="352"/>
                      <a:pt x="282" y="351"/>
                    </a:cubicBezTo>
                    <a:cubicBezTo>
                      <a:pt x="282" y="351"/>
                      <a:pt x="282" y="350"/>
                      <a:pt x="282" y="349"/>
                    </a:cubicBezTo>
                    <a:cubicBezTo>
                      <a:pt x="285" y="349"/>
                      <a:pt x="285" y="349"/>
                      <a:pt x="285" y="349"/>
                    </a:cubicBezTo>
                    <a:cubicBezTo>
                      <a:pt x="288" y="350"/>
                      <a:pt x="288" y="350"/>
                      <a:pt x="288" y="350"/>
                    </a:cubicBezTo>
                    <a:cubicBezTo>
                      <a:pt x="288" y="352"/>
                      <a:pt x="287" y="353"/>
                      <a:pt x="287" y="354"/>
                    </a:cubicBezTo>
                    <a:cubicBezTo>
                      <a:pt x="287" y="354"/>
                      <a:pt x="287" y="354"/>
                      <a:pt x="287" y="354"/>
                    </a:cubicBezTo>
                    <a:cubicBezTo>
                      <a:pt x="287" y="354"/>
                      <a:pt x="287" y="355"/>
                      <a:pt x="286" y="356"/>
                    </a:cubicBezTo>
                    <a:close/>
                    <a:moveTo>
                      <a:pt x="245" y="353"/>
                    </a:moveTo>
                    <a:cubicBezTo>
                      <a:pt x="241" y="353"/>
                      <a:pt x="240" y="351"/>
                      <a:pt x="240" y="348"/>
                    </a:cubicBezTo>
                    <a:cubicBezTo>
                      <a:pt x="240" y="348"/>
                      <a:pt x="240" y="347"/>
                      <a:pt x="240" y="346"/>
                    </a:cubicBezTo>
                    <a:cubicBezTo>
                      <a:pt x="246" y="347"/>
                      <a:pt x="246" y="347"/>
                      <a:pt x="246" y="347"/>
                    </a:cubicBezTo>
                    <a:cubicBezTo>
                      <a:pt x="246" y="347"/>
                      <a:pt x="246" y="348"/>
                      <a:pt x="246" y="348"/>
                    </a:cubicBezTo>
                    <a:cubicBezTo>
                      <a:pt x="245" y="348"/>
                      <a:pt x="245" y="348"/>
                      <a:pt x="245" y="348"/>
                    </a:cubicBezTo>
                    <a:lnTo>
                      <a:pt x="245" y="353"/>
                    </a:lnTo>
                    <a:close/>
                    <a:moveTo>
                      <a:pt x="259" y="349"/>
                    </a:moveTo>
                    <a:cubicBezTo>
                      <a:pt x="253" y="348"/>
                      <a:pt x="253" y="348"/>
                      <a:pt x="253" y="348"/>
                    </a:cubicBezTo>
                    <a:cubicBezTo>
                      <a:pt x="253" y="346"/>
                      <a:pt x="254" y="344"/>
                      <a:pt x="254" y="343"/>
                    </a:cubicBezTo>
                    <a:cubicBezTo>
                      <a:pt x="259" y="342"/>
                      <a:pt x="259" y="342"/>
                      <a:pt x="259" y="342"/>
                    </a:cubicBezTo>
                    <a:cubicBezTo>
                      <a:pt x="259" y="342"/>
                      <a:pt x="259" y="343"/>
                      <a:pt x="259" y="343"/>
                    </a:cubicBezTo>
                    <a:cubicBezTo>
                      <a:pt x="259" y="344"/>
                      <a:pt x="259" y="347"/>
                      <a:pt x="259" y="349"/>
                    </a:cubicBezTo>
                    <a:close/>
                    <a:moveTo>
                      <a:pt x="246" y="343"/>
                    </a:moveTo>
                    <a:cubicBezTo>
                      <a:pt x="246" y="342"/>
                      <a:pt x="246" y="342"/>
                      <a:pt x="246" y="341"/>
                    </a:cubicBezTo>
                    <a:cubicBezTo>
                      <a:pt x="246" y="341"/>
                      <a:pt x="245" y="340"/>
                      <a:pt x="245" y="339"/>
                    </a:cubicBezTo>
                    <a:cubicBezTo>
                      <a:pt x="245" y="337"/>
                      <a:pt x="246" y="336"/>
                      <a:pt x="247" y="335"/>
                    </a:cubicBezTo>
                    <a:cubicBezTo>
                      <a:pt x="251" y="339"/>
                      <a:pt x="251" y="339"/>
                      <a:pt x="251" y="339"/>
                    </a:cubicBezTo>
                    <a:cubicBezTo>
                      <a:pt x="251" y="339"/>
                      <a:pt x="251" y="339"/>
                      <a:pt x="251" y="339"/>
                    </a:cubicBezTo>
                    <a:cubicBezTo>
                      <a:pt x="251" y="339"/>
                      <a:pt x="251" y="339"/>
                      <a:pt x="252" y="340"/>
                    </a:cubicBezTo>
                    <a:cubicBezTo>
                      <a:pt x="252" y="340"/>
                      <a:pt x="252" y="341"/>
                      <a:pt x="252" y="342"/>
                    </a:cubicBezTo>
                    <a:lnTo>
                      <a:pt x="246" y="343"/>
                    </a:lnTo>
                    <a:close/>
                    <a:moveTo>
                      <a:pt x="291" y="341"/>
                    </a:moveTo>
                    <a:cubicBezTo>
                      <a:pt x="288" y="336"/>
                      <a:pt x="288" y="336"/>
                      <a:pt x="288" y="336"/>
                    </a:cubicBezTo>
                    <a:cubicBezTo>
                      <a:pt x="291" y="334"/>
                      <a:pt x="294" y="334"/>
                      <a:pt x="295" y="334"/>
                    </a:cubicBezTo>
                    <a:cubicBezTo>
                      <a:pt x="295" y="340"/>
                      <a:pt x="295" y="340"/>
                      <a:pt x="295" y="340"/>
                    </a:cubicBezTo>
                    <a:cubicBezTo>
                      <a:pt x="295" y="340"/>
                      <a:pt x="293" y="340"/>
                      <a:pt x="291" y="341"/>
                    </a:cubicBezTo>
                    <a:close/>
                    <a:moveTo>
                      <a:pt x="98" y="337"/>
                    </a:moveTo>
                    <a:cubicBezTo>
                      <a:pt x="96" y="336"/>
                      <a:pt x="94" y="335"/>
                      <a:pt x="92" y="333"/>
                    </a:cubicBezTo>
                    <a:cubicBezTo>
                      <a:pt x="96" y="329"/>
                      <a:pt x="96" y="329"/>
                      <a:pt x="96" y="329"/>
                    </a:cubicBezTo>
                    <a:cubicBezTo>
                      <a:pt x="98" y="330"/>
                      <a:pt x="99" y="331"/>
                      <a:pt x="100" y="332"/>
                    </a:cubicBezTo>
                    <a:lnTo>
                      <a:pt x="98" y="337"/>
                    </a:lnTo>
                    <a:close/>
                    <a:moveTo>
                      <a:pt x="245" y="335"/>
                    </a:moveTo>
                    <a:cubicBezTo>
                      <a:pt x="239" y="334"/>
                      <a:pt x="239" y="334"/>
                      <a:pt x="239" y="334"/>
                    </a:cubicBezTo>
                    <a:cubicBezTo>
                      <a:pt x="239" y="333"/>
                      <a:pt x="240" y="330"/>
                      <a:pt x="240" y="328"/>
                    </a:cubicBezTo>
                    <a:cubicBezTo>
                      <a:pt x="246" y="330"/>
                      <a:pt x="246" y="330"/>
                      <a:pt x="246" y="330"/>
                    </a:cubicBezTo>
                    <a:cubicBezTo>
                      <a:pt x="246" y="332"/>
                      <a:pt x="245" y="334"/>
                      <a:pt x="245" y="335"/>
                    </a:cubicBezTo>
                    <a:close/>
                    <a:moveTo>
                      <a:pt x="80" y="328"/>
                    </a:moveTo>
                    <a:cubicBezTo>
                      <a:pt x="79" y="322"/>
                      <a:pt x="79" y="322"/>
                      <a:pt x="79" y="322"/>
                    </a:cubicBezTo>
                    <a:cubicBezTo>
                      <a:pt x="79" y="322"/>
                      <a:pt x="80" y="321"/>
                      <a:pt x="81" y="320"/>
                    </a:cubicBezTo>
                    <a:cubicBezTo>
                      <a:pt x="84" y="321"/>
                      <a:pt x="84" y="321"/>
                      <a:pt x="84" y="321"/>
                    </a:cubicBezTo>
                    <a:cubicBezTo>
                      <a:pt x="86" y="323"/>
                      <a:pt x="86" y="323"/>
                      <a:pt x="86" y="323"/>
                    </a:cubicBezTo>
                    <a:cubicBezTo>
                      <a:pt x="84" y="325"/>
                      <a:pt x="82" y="327"/>
                      <a:pt x="80" y="328"/>
                    </a:cubicBezTo>
                    <a:close/>
                    <a:moveTo>
                      <a:pt x="102" y="327"/>
                    </a:moveTo>
                    <a:cubicBezTo>
                      <a:pt x="102" y="325"/>
                      <a:pt x="102" y="325"/>
                      <a:pt x="102" y="325"/>
                    </a:cubicBezTo>
                    <a:cubicBezTo>
                      <a:pt x="102" y="324"/>
                      <a:pt x="101" y="322"/>
                      <a:pt x="101" y="321"/>
                    </a:cubicBezTo>
                    <a:cubicBezTo>
                      <a:pt x="107" y="320"/>
                      <a:pt x="107" y="320"/>
                      <a:pt x="107" y="320"/>
                    </a:cubicBezTo>
                    <a:cubicBezTo>
                      <a:pt x="107" y="322"/>
                      <a:pt x="107" y="323"/>
                      <a:pt x="108" y="324"/>
                    </a:cubicBezTo>
                    <a:cubicBezTo>
                      <a:pt x="108" y="326"/>
                      <a:pt x="108" y="326"/>
                      <a:pt x="108" y="326"/>
                    </a:cubicBezTo>
                    <a:lnTo>
                      <a:pt x="102" y="327"/>
                    </a:lnTo>
                    <a:close/>
                    <a:moveTo>
                      <a:pt x="236" y="325"/>
                    </a:moveTo>
                    <a:cubicBezTo>
                      <a:pt x="234" y="320"/>
                      <a:pt x="234" y="320"/>
                      <a:pt x="234" y="320"/>
                    </a:cubicBezTo>
                    <a:cubicBezTo>
                      <a:pt x="236" y="319"/>
                      <a:pt x="238" y="318"/>
                      <a:pt x="240" y="318"/>
                    </a:cubicBezTo>
                    <a:cubicBezTo>
                      <a:pt x="241" y="324"/>
                      <a:pt x="241" y="324"/>
                      <a:pt x="241" y="324"/>
                    </a:cubicBezTo>
                    <a:cubicBezTo>
                      <a:pt x="240" y="324"/>
                      <a:pt x="238" y="325"/>
                      <a:pt x="236" y="325"/>
                    </a:cubicBezTo>
                    <a:close/>
                    <a:moveTo>
                      <a:pt x="96" y="323"/>
                    </a:moveTo>
                    <a:cubicBezTo>
                      <a:pt x="92" y="319"/>
                      <a:pt x="92" y="319"/>
                      <a:pt x="92" y="319"/>
                    </a:cubicBezTo>
                    <a:cubicBezTo>
                      <a:pt x="92" y="318"/>
                      <a:pt x="92" y="318"/>
                      <a:pt x="92" y="318"/>
                    </a:cubicBezTo>
                    <a:cubicBezTo>
                      <a:pt x="93" y="318"/>
                      <a:pt x="93" y="318"/>
                      <a:pt x="93" y="317"/>
                    </a:cubicBezTo>
                    <a:cubicBezTo>
                      <a:pt x="93" y="317"/>
                      <a:pt x="93" y="317"/>
                      <a:pt x="93" y="317"/>
                    </a:cubicBezTo>
                    <a:cubicBezTo>
                      <a:pt x="98" y="314"/>
                      <a:pt x="98" y="314"/>
                      <a:pt x="98" y="314"/>
                    </a:cubicBezTo>
                    <a:cubicBezTo>
                      <a:pt x="99" y="316"/>
                      <a:pt x="99" y="317"/>
                      <a:pt x="99" y="318"/>
                    </a:cubicBezTo>
                    <a:cubicBezTo>
                      <a:pt x="99" y="319"/>
                      <a:pt x="99" y="320"/>
                      <a:pt x="98" y="320"/>
                    </a:cubicBezTo>
                    <a:cubicBezTo>
                      <a:pt x="98" y="321"/>
                      <a:pt x="97" y="322"/>
                      <a:pt x="97" y="322"/>
                    </a:cubicBezTo>
                    <a:lnTo>
                      <a:pt x="96" y="323"/>
                    </a:lnTo>
                    <a:close/>
                    <a:moveTo>
                      <a:pt x="223" y="322"/>
                    </a:moveTo>
                    <a:cubicBezTo>
                      <a:pt x="223" y="322"/>
                      <a:pt x="222" y="322"/>
                      <a:pt x="222" y="321"/>
                    </a:cubicBezTo>
                    <a:cubicBezTo>
                      <a:pt x="221" y="321"/>
                      <a:pt x="219" y="320"/>
                      <a:pt x="219" y="316"/>
                    </a:cubicBezTo>
                    <a:cubicBezTo>
                      <a:pt x="219" y="316"/>
                      <a:pt x="219" y="315"/>
                      <a:pt x="219" y="314"/>
                    </a:cubicBezTo>
                    <a:cubicBezTo>
                      <a:pt x="225" y="315"/>
                      <a:pt x="225" y="315"/>
                      <a:pt x="225" y="315"/>
                    </a:cubicBezTo>
                    <a:cubicBezTo>
                      <a:pt x="225" y="316"/>
                      <a:pt x="225" y="316"/>
                      <a:pt x="225" y="316"/>
                    </a:cubicBezTo>
                    <a:cubicBezTo>
                      <a:pt x="225" y="317"/>
                      <a:pt x="226" y="317"/>
                      <a:pt x="226" y="317"/>
                    </a:cubicBezTo>
                    <a:lnTo>
                      <a:pt x="223" y="322"/>
                    </a:lnTo>
                    <a:close/>
                    <a:moveTo>
                      <a:pt x="68" y="320"/>
                    </a:moveTo>
                    <a:cubicBezTo>
                      <a:pt x="66" y="318"/>
                      <a:pt x="66" y="315"/>
                      <a:pt x="66" y="313"/>
                    </a:cubicBezTo>
                    <a:cubicBezTo>
                      <a:pt x="66" y="313"/>
                      <a:pt x="66" y="313"/>
                      <a:pt x="66" y="313"/>
                    </a:cubicBezTo>
                    <a:cubicBezTo>
                      <a:pt x="71" y="313"/>
                      <a:pt x="71" y="313"/>
                      <a:pt x="71" y="313"/>
                    </a:cubicBezTo>
                    <a:cubicBezTo>
                      <a:pt x="71" y="313"/>
                      <a:pt x="71" y="313"/>
                      <a:pt x="71" y="313"/>
                    </a:cubicBezTo>
                    <a:cubicBezTo>
                      <a:pt x="71" y="315"/>
                      <a:pt x="72" y="315"/>
                      <a:pt x="72" y="316"/>
                    </a:cubicBezTo>
                    <a:lnTo>
                      <a:pt x="68" y="320"/>
                    </a:lnTo>
                    <a:close/>
                    <a:moveTo>
                      <a:pt x="83" y="314"/>
                    </a:moveTo>
                    <a:cubicBezTo>
                      <a:pt x="81" y="312"/>
                      <a:pt x="80" y="311"/>
                      <a:pt x="79" y="309"/>
                    </a:cubicBezTo>
                    <a:cubicBezTo>
                      <a:pt x="83" y="306"/>
                      <a:pt x="83" y="306"/>
                      <a:pt x="83" y="306"/>
                    </a:cubicBezTo>
                    <a:cubicBezTo>
                      <a:pt x="83" y="306"/>
                      <a:pt x="83" y="305"/>
                      <a:pt x="83" y="305"/>
                    </a:cubicBezTo>
                    <a:cubicBezTo>
                      <a:pt x="82" y="305"/>
                      <a:pt x="82" y="305"/>
                      <a:pt x="82" y="305"/>
                    </a:cubicBezTo>
                    <a:cubicBezTo>
                      <a:pt x="86" y="300"/>
                      <a:pt x="86" y="300"/>
                      <a:pt x="86" y="300"/>
                    </a:cubicBezTo>
                    <a:cubicBezTo>
                      <a:pt x="87" y="301"/>
                      <a:pt x="87" y="301"/>
                      <a:pt x="87" y="301"/>
                    </a:cubicBezTo>
                    <a:cubicBezTo>
                      <a:pt x="87" y="302"/>
                      <a:pt x="88" y="302"/>
                      <a:pt x="88" y="303"/>
                    </a:cubicBezTo>
                    <a:cubicBezTo>
                      <a:pt x="89" y="303"/>
                      <a:pt x="90" y="304"/>
                      <a:pt x="90" y="304"/>
                    </a:cubicBezTo>
                    <a:cubicBezTo>
                      <a:pt x="86" y="309"/>
                      <a:pt x="86" y="309"/>
                      <a:pt x="86" y="309"/>
                    </a:cubicBezTo>
                    <a:cubicBezTo>
                      <a:pt x="86" y="308"/>
                      <a:pt x="85" y="308"/>
                      <a:pt x="85" y="307"/>
                    </a:cubicBezTo>
                    <a:cubicBezTo>
                      <a:pt x="86" y="308"/>
                      <a:pt x="86" y="309"/>
                      <a:pt x="87" y="310"/>
                    </a:cubicBezTo>
                    <a:lnTo>
                      <a:pt x="83" y="314"/>
                    </a:lnTo>
                    <a:close/>
                    <a:moveTo>
                      <a:pt x="112" y="313"/>
                    </a:moveTo>
                    <a:cubicBezTo>
                      <a:pt x="107" y="311"/>
                      <a:pt x="107" y="311"/>
                      <a:pt x="107" y="311"/>
                    </a:cubicBezTo>
                    <a:cubicBezTo>
                      <a:pt x="107" y="310"/>
                      <a:pt x="108" y="310"/>
                      <a:pt x="108" y="310"/>
                    </a:cubicBezTo>
                    <a:cubicBezTo>
                      <a:pt x="108" y="308"/>
                      <a:pt x="108" y="306"/>
                      <a:pt x="109" y="305"/>
                    </a:cubicBezTo>
                    <a:cubicBezTo>
                      <a:pt x="114" y="308"/>
                      <a:pt x="114" y="308"/>
                      <a:pt x="114" y="308"/>
                    </a:cubicBezTo>
                    <a:cubicBezTo>
                      <a:pt x="114" y="308"/>
                      <a:pt x="113" y="308"/>
                      <a:pt x="113" y="310"/>
                    </a:cubicBezTo>
                    <a:cubicBezTo>
                      <a:pt x="113" y="311"/>
                      <a:pt x="113" y="312"/>
                      <a:pt x="112" y="313"/>
                    </a:cubicBezTo>
                    <a:close/>
                    <a:moveTo>
                      <a:pt x="148" y="308"/>
                    </a:moveTo>
                    <a:cubicBezTo>
                      <a:pt x="145" y="303"/>
                      <a:pt x="145" y="303"/>
                      <a:pt x="145" y="303"/>
                    </a:cubicBezTo>
                    <a:cubicBezTo>
                      <a:pt x="147" y="302"/>
                      <a:pt x="148" y="301"/>
                      <a:pt x="150" y="300"/>
                    </a:cubicBezTo>
                    <a:cubicBezTo>
                      <a:pt x="153" y="305"/>
                      <a:pt x="153" y="305"/>
                      <a:pt x="153" y="305"/>
                    </a:cubicBezTo>
                    <a:cubicBezTo>
                      <a:pt x="152" y="306"/>
                      <a:pt x="150" y="307"/>
                      <a:pt x="148" y="308"/>
                    </a:cubicBezTo>
                    <a:close/>
                    <a:moveTo>
                      <a:pt x="135" y="306"/>
                    </a:moveTo>
                    <a:cubicBezTo>
                      <a:pt x="134" y="305"/>
                      <a:pt x="134" y="305"/>
                      <a:pt x="134" y="305"/>
                    </a:cubicBezTo>
                    <a:cubicBezTo>
                      <a:pt x="133" y="304"/>
                      <a:pt x="133" y="304"/>
                      <a:pt x="132" y="303"/>
                    </a:cubicBezTo>
                    <a:cubicBezTo>
                      <a:pt x="134" y="298"/>
                      <a:pt x="134" y="298"/>
                      <a:pt x="134" y="298"/>
                    </a:cubicBezTo>
                    <a:cubicBezTo>
                      <a:pt x="136" y="299"/>
                      <a:pt x="137" y="300"/>
                      <a:pt x="138" y="301"/>
                    </a:cubicBezTo>
                    <a:cubicBezTo>
                      <a:pt x="139" y="302"/>
                      <a:pt x="139" y="302"/>
                      <a:pt x="139" y="302"/>
                    </a:cubicBezTo>
                    <a:lnTo>
                      <a:pt x="135" y="306"/>
                    </a:lnTo>
                    <a:close/>
                    <a:moveTo>
                      <a:pt x="117" y="305"/>
                    </a:moveTo>
                    <a:cubicBezTo>
                      <a:pt x="117" y="304"/>
                      <a:pt x="117" y="303"/>
                      <a:pt x="117" y="303"/>
                    </a:cubicBezTo>
                    <a:cubicBezTo>
                      <a:pt x="117" y="302"/>
                      <a:pt x="117" y="302"/>
                      <a:pt x="117" y="301"/>
                    </a:cubicBezTo>
                    <a:cubicBezTo>
                      <a:pt x="117" y="299"/>
                      <a:pt x="118" y="298"/>
                      <a:pt x="120" y="297"/>
                    </a:cubicBezTo>
                    <a:cubicBezTo>
                      <a:pt x="120" y="297"/>
                      <a:pt x="120" y="297"/>
                      <a:pt x="120" y="297"/>
                    </a:cubicBezTo>
                    <a:cubicBezTo>
                      <a:pt x="122" y="303"/>
                      <a:pt x="122" y="303"/>
                      <a:pt x="122" y="303"/>
                    </a:cubicBezTo>
                    <a:cubicBezTo>
                      <a:pt x="122" y="303"/>
                      <a:pt x="122" y="303"/>
                      <a:pt x="122" y="303"/>
                    </a:cubicBezTo>
                    <a:cubicBezTo>
                      <a:pt x="122" y="303"/>
                      <a:pt x="122" y="303"/>
                      <a:pt x="122" y="303"/>
                    </a:cubicBezTo>
                    <a:cubicBezTo>
                      <a:pt x="122" y="303"/>
                      <a:pt x="122" y="303"/>
                      <a:pt x="122" y="303"/>
                    </a:cubicBezTo>
                    <a:cubicBezTo>
                      <a:pt x="122" y="302"/>
                      <a:pt x="123" y="302"/>
                      <a:pt x="123" y="301"/>
                    </a:cubicBezTo>
                    <a:cubicBezTo>
                      <a:pt x="123" y="301"/>
                      <a:pt x="123" y="301"/>
                      <a:pt x="123" y="302"/>
                    </a:cubicBezTo>
                    <a:cubicBezTo>
                      <a:pt x="123" y="302"/>
                      <a:pt x="123" y="303"/>
                      <a:pt x="123" y="305"/>
                    </a:cubicBezTo>
                    <a:lnTo>
                      <a:pt x="117" y="305"/>
                    </a:lnTo>
                    <a:close/>
                    <a:moveTo>
                      <a:pt x="230" y="304"/>
                    </a:moveTo>
                    <a:cubicBezTo>
                      <a:pt x="224" y="303"/>
                      <a:pt x="224" y="303"/>
                      <a:pt x="224" y="303"/>
                    </a:cubicBezTo>
                    <a:cubicBezTo>
                      <a:pt x="224" y="303"/>
                      <a:pt x="224" y="303"/>
                      <a:pt x="224" y="303"/>
                    </a:cubicBezTo>
                    <a:cubicBezTo>
                      <a:pt x="224" y="302"/>
                      <a:pt x="224" y="300"/>
                      <a:pt x="223" y="299"/>
                    </a:cubicBezTo>
                    <a:cubicBezTo>
                      <a:pt x="229" y="297"/>
                      <a:pt x="229" y="297"/>
                      <a:pt x="229" y="297"/>
                    </a:cubicBezTo>
                    <a:cubicBezTo>
                      <a:pt x="229" y="299"/>
                      <a:pt x="230" y="301"/>
                      <a:pt x="230" y="303"/>
                    </a:cubicBezTo>
                    <a:cubicBezTo>
                      <a:pt x="230" y="303"/>
                      <a:pt x="230" y="304"/>
                      <a:pt x="230" y="304"/>
                    </a:cubicBezTo>
                    <a:close/>
                    <a:moveTo>
                      <a:pt x="63" y="304"/>
                    </a:moveTo>
                    <a:cubicBezTo>
                      <a:pt x="63" y="304"/>
                      <a:pt x="63" y="304"/>
                      <a:pt x="63" y="304"/>
                    </a:cubicBezTo>
                    <a:cubicBezTo>
                      <a:pt x="62" y="303"/>
                      <a:pt x="61" y="302"/>
                      <a:pt x="60" y="300"/>
                    </a:cubicBezTo>
                    <a:cubicBezTo>
                      <a:pt x="59" y="300"/>
                      <a:pt x="59" y="300"/>
                      <a:pt x="59" y="300"/>
                    </a:cubicBezTo>
                    <a:cubicBezTo>
                      <a:pt x="63" y="296"/>
                      <a:pt x="63" y="296"/>
                      <a:pt x="63" y="296"/>
                    </a:cubicBezTo>
                    <a:cubicBezTo>
                      <a:pt x="64" y="296"/>
                      <a:pt x="64" y="296"/>
                      <a:pt x="64" y="297"/>
                    </a:cubicBezTo>
                    <a:cubicBezTo>
                      <a:pt x="65" y="298"/>
                      <a:pt x="66" y="299"/>
                      <a:pt x="67" y="300"/>
                    </a:cubicBezTo>
                    <a:cubicBezTo>
                      <a:pt x="67" y="300"/>
                      <a:pt x="67" y="300"/>
                      <a:pt x="67" y="300"/>
                    </a:cubicBezTo>
                    <a:lnTo>
                      <a:pt x="63" y="304"/>
                    </a:lnTo>
                    <a:close/>
                    <a:moveTo>
                      <a:pt x="184" y="297"/>
                    </a:moveTo>
                    <a:cubicBezTo>
                      <a:pt x="184" y="291"/>
                      <a:pt x="184" y="291"/>
                      <a:pt x="184" y="291"/>
                    </a:cubicBezTo>
                    <a:cubicBezTo>
                      <a:pt x="185" y="291"/>
                      <a:pt x="186" y="289"/>
                      <a:pt x="187" y="289"/>
                    </a:cubicBezTo>
                    <a:cubicBezTo>
                      <a:pt x="191" y="293"/>
                      <a:pt x="191" y="293"/>
                      <a:pt x="191" y="293"/>
                    </a:cubicBezTo>
                    <a:cubicBezTo>
                      <a:pt x="189" y="295"/>
                      <a:pt x="188" y="296"/>
                      <a:pt x="186" y="297"/>
                    </a:cubicBezTo>
                    <a:cubicBezTo>
                      <a:pt x="185" y="297"/>
                      <a:pt x="185" y="297"/>
                      <a:pt x="184" y="297"/>
                    </a:cubicBezTo>
                    <a:close/>
                    <a:moveTo>
                      <a:pt x="152" y="297"/>
                    </a:moveTo>
                    <a:cubicBezTo>
                      <a:pt x="151" y="295"/>
                      <a:pt x="149" y="293"/>
                      <a:pt x="149" y="290"/>
                    </a:cubicBezTo>
                    <a:cubicBezTo>
                      <a:pt x="149" y="290"/>
                      <a:pt x="149" y="289"/>
                      <a:pt x="149" y="289"/>
                    </a:cubicBezTo>
                    <a:cubicBezTo>
                      <a:pt x="155" y="290"/>
                      <a:pt x="155" y="290"/>
                      <a:pt x="155" y="290"/>
                    </a:cubicBezTo>
                    <a:cubicBezTo>
                      <a:pt x="155" y="290"/>
                      <a:pt x="155" y="290"/>
                      <a:pt x="155" y="290"/>
                    </a:cubicBezTo>
                    <a:cubicBezTo>
                      <a:pt x="155" y="291"/>
                      <a:pt x="155" y="291"/>
                      <a:pt x="156" y="292"/>
                    </a:cubicBezTo>
                    <a:lnTo>
                      <a:pt x="152" y="297"/>
                    </a:lnTo>
                    <a:close/>
                    <a:moveTo>
                      <a:pt x="51" y="296"/>
                    </a:moveTo>
                    <a:cubicBezTo>
                      <a:pt x="46" y="296"/>
                      <a:pt x="44" y="294"/>
                      <a:pt x="43" y="292"/>
                    </a:cubicBezTo>
                    <a:cubicBezTo>
                      <a:pt x="48" y="289"/>
                      <a:pt x="48" y="289"/>
                      <a:pt x="48" y="289"/>
                    </a:cubicBezTo>
                    <a:cubicBezTo>
                      <a:pt x="49" y="290"/>
                      <a:pt x="50" y="290"/>
                      <a:pt x="51" y="290"/>
                    </a:cubicBezTo>
                    <a:lnTo>
                      <a:pt x="51" y="296"/>
                    </a:lnTo>
                    <a:close/>
                    <a:moveTo>
                      <a:pt x="32" y="291"/>
                    </a:moveTo>
                    <a:cubicBezTo>
                      <a:pt x="31" y="285"/>
                      <a:pt x="31" y="285"/>
                      <a:pt x="31" y="285"/>
                    </a:cubicBezTo>
                    <a:cubicBezTo>
                      <a:pt x="32" y="285"/>
                      <a:pt x="33" y="285"/>
                      <a:pt x="34" y="284"/>
                    </a:cubicBezTo>
                    <a:cubicBezTo>
                      <a:pt x="35" y="284"/>
                      <a:pt x="36" y="284"/>
                      <a:pt x="36" y="284"/>
                    </a:cubicBezTo>
                    <a:cubicBezTo>
                      <a:pt x="38" y="290"/>
                      <a:pt x="38" y="290"/>
                      <a:pt x="38" y="290"/>
                    </a:cubicBezTo>
                    <a:cubicBezTo>
                      <a:pt x="37" y="290"/>
                      <a:pt x="36" y="290"/>
                      <a:pt x="36" y="290"/>
                    </a:cubicBezTo>
                    <a:cubicBezTo>
                      <a:pt x="34" y="290"/>
                      <a:pt x="33" y="291"/>
                      <a:pt x="32" y="291"/>
                    </a:cubicBezTo>
                    <a:close/>
                    <a:moveTo>
                      <a:pt x="215" y="291"/>
                    </a:moveTo>
                    <a:cubicBezTo>
                      <a:pt x="215" y="285"/>
                      <a:pt x="215" y="285"/>
                      <a:pt x="215" y="285"/>
                    </a:cubicBezTo>
                    <a:cubicBezTo>
                      <a:pt x="215" y="285"/>
                      <a:pt x="215" y="285"/>
                      <a:pt x="215" y="285"/>
                    </a:cubicBezTo>
                    <a:cubicBezTo>
                      <a:pt x="219" y="284"/>
                      <a:pt x="221" y="284"/>
                      <a:pt x="223" y="286"/>
                    </a:cubicBezTo>
                    <a:cubicBezTo>
                      <a:pt x="219" y="290"/>
                      <a:pt x="219" y="290"/>
                      <a:pt x="219" y="290"/>
                    </a:cubicBezTo>
                    <a:cubicBezTo>
                      <a:pt x="219" y="290"/>
                      <a:pt x="219" y="290"/>
                      <a:pt x="219" y="290"/>
                    </a:cubicBezTo>
                    <a:cubicBezTo>
                      <a:pt x="218" y="290"/>
                      <a:pt x="218" y="290"/>
                      <a:pt x="217" y="290"/>
                    </a:cubicBezTo>
                    <a:cubicBezTo>
                      <a:pt x="216" y="291"/>
                      <a:pt x="216" y="291"/>
                      <a:pt x="215" y="291"/>
                    </a:cubicBezTo>
                    <a:close/>
                    <a:moveTo>
                      <a:pt x="199" y="288"/>
                    </a:moveTo>
                    <a:cubicBezTo>
                      <a:pt x="198" y="283"/>
                      <a:pt x="198" y="283"/>
                      <a:pt x="198" y="283"/>
                    </a:cubicBezTo>
                    <a:cubicBezTo>
                      <a:pt x="200" y="283"/>
                      <a:pt x="201" y="282"/>
                      <a:pt x="202" y="282"/>
                    </a:cubicBezTo>
                    <a:cubicBezTo>
                      <a:pt x="204" y="282"/>
                      <a:pt x="204" y="282"/>
                      <a:pt x="204" y="282"/>
                    </a:cubicBezTo>
                    <a:cubicBezTo>
                      <a:pt x="205" y="287"/>
                      <a:pt x="205" y="287"/>
                      <a:pt x="205" y="287"/>
                    </a:cubicBezTo>
                    <a:cubicBezTo>
                      <a:pt x="203" y="288"/>
                      <a:pt x="203" y="288"/>
                      <a:pt x="203" y="288"/>
                    </a:cubicBezTo>
                    <a:cubicBezTo>
                      <a:pt x="202" y="288"/>
                      <a:pt x="201" y="288"/>
                      <a:pt x="199" y="288"/>
                    </a:cubicBezTo>
                    <a:close/>
                    <a:moveTo>
                      <a:pt x="181" y="285"/>
                    </a:moveTo>
                    <a:cubicBezTo>
                      <a:pt x="181" y="285"/>
                      <a:pt x="181" y="284"/>
                      <a:pt x="181" y="284"/>
                    </a:cubicBezTo>
                    <a:cubicBezTo>
                      <a:pt x="179" y="283"/>
                      <a:pt x="179" y="282"/>
                      <a:pt x="178" y="280"/>
                    </a:cubicBezTo>
                    <a:cubicBezTo>
                      <a:pt x="184" y="279"/>
                      <a:pt x="184" y="279"/>
                      <a:pt x="184" y="279"/>
                    </a:cubicBezTo>
                    <a:cubicBezTo>
                      <a:pt x="184" y="279"/>
                      <a:pt x="184" y="279"/>
                      <a:pt x="185" y="280"/>
                    </a:cubicBezTo>
                    <a:cubicBezTo>
                      <a:pt x="186" y="281"/>
                      <a:pt x="187" y="282"/>
                      <a:pt x="187" y="283"/>
                    </a:cubicBezTo>
                    <a:lnTo>
                      <a:pt x="181" y="285"/>
                    </a:lnTo>
                    <a:close/>
                    <a:moveTo>
                      <a:pt x="167" y="281"/>
                    </a:moveTo>
                    <a:cubicBezTo>
                      <a:pt x="167" y="275"/>
                      <a:pt x="167" y="275"/>
                      <a:pt x="167" y="275"/>
                    </a:cubicBezTo>
                    <a:cubicBezTo>
                      <a:pt x="168" y="275"/>
                      <a:pt x="169" y="274"/>
                      <a:pt x="170" y="274"/>
                    </a:cubicBezTo>
                    <a:cubicBezTo>
                      <a:pt x="171" y="273"/>
                      <a:pt x="171" y="273"/>
                      <a:pt x="171" y="273"/>
                    </a:cubicBezTo>
                    <a:cubicBezTo>
                      <a:pt x="174" y="278"/>
                      <a:pt x="174" y="278"/>
                      <a:pt x="174" y="278"/>
                    </a:cubicBezTo>
                    <a:cubicBezTo>
                      <a:pt x="173" y="279"/>
                      <a:pt x="173" y="279"/>
                      <a:pt x="173" y="279"/>
                    </a:cubicBezTo>
                    <a:cubicBezTo>
                      <a:pt x="172" y="279"/>
                      <a:pt x="171" y="280"/>
                      <a:pt x="169" y="281"/>
                    </a:cubicBezTo>
                    <a:cubicBezTo>
                      <a:pt x="169" y="281"/>
                      <a:pt x="168" y="281"/>
                      <a:pt x="167" y="281"/>
                    </a:cubicBezTo>
                    <a:close/>
                    <a:moveTo>
                      <a:pt x="157" y="279"/>
                    </a:moveTo>
                    <a:cubicBezTo>
                      <a:pt x="152" y="276"/>
                      <a:pt x="152" y="276"/>
                      <a:pt x="152" y="276"/>
                    </a:cubicBezTo>
                    <a:cubicBezTo>
                      <a:pt x="153" y="275"/>
                      <a:pt x="155" y="273"/>
                      <a:pt x="157" y="272"/>
                    </a:cubicBezTo>
                    <a:cubicBezTo>
                      <a:pt x="157" y="272"/>
                      <a:pt x="157" y="272"/>
                      <a:pt x="157" y="272"/>
                    </a:cubicBezTo>
                    <a:cubicBezTo>
                      <a:pt x="161" y="277"/>
                      <a:pt x="161" y="277"/>
                      <a:pt x="161" y="277"/>
                    </a:cubicBezTo>
                    <a:cubicBezTo>
                      <a:pt x="160" y="277"/>
                      <a:pt x="160" y="278"/>
                      <a:pt x="159" y="278"/>
                    </a:cubicBezTo>
                    <a:cubicBezTo>
                      <a:pt x="158" y="278"/>
                      <a:pt x="157" y="279"/>
                      <a:pt x="157" y="279"/>
                    </a:cubicBezTo>
                    <a:close/>
                    <a:moveTo>
                      <a:pt x="31" y="279"/>
                    </a:moveTo>
                    <a:cubicBezTo>
                      <a:pt x="25" y="279"/>
                      <a:pt x="25" y="279"/>
                      <a:pt x="25" y="279"/>
                    </a:cubicBezTo>
                    <a:cubicBezTo>
                      <a:pt x="25" y="278"/>
                      <a:pt x="25" y="278"/>
                      <a:pt x="25" y="278"/>
                    </a:cubicBezTo>
                    <a:cubicBezTo>
                      <a:pt x="25" y="276"/>
                      <a:pt x="25" y="275"/>
                      <a:pt x="25" y="274"/>
                    </a:cubicBezTo>
                    <a:cubicBezTo>
                      <a:pt x="30" y="272"/>
                      <a:pt x="30" y="272"/>
                      <a:pt x="30" y="272"/>
                    </a:cubicBezTo>
                    <a:cubicBezTo>
                      <a:pt x="31" y="274"/>
                      <a:pt x="31" y="276"/>
                      <a:pt x="31" y="278"/>
                    </a:cubicBezTo>
                    <a:cubicBezTo>
                      <a:pt x="31" y="278"/>
                      <a:pt x="31" y="279"/>
                      <a:pt x="31" y="279"/>
                    </a:cubicBezTo>
                    <a:close/>
                    <a:moveTo>
                      <a:pt x="23" y="262"/>
                    </a:moveTo>
                    <a:cubicBezTo>
                      <a:pt x="23" y="261"/>
                      <a:pt x="23" y="259"/>
                      <a:pt x="22" y="258"/>
                    </a:cubicBezTo>
                    <a:cubicBezTo>
                      <a:pt x="27" y="255"/>
                      <a:pt x="27" y="255"/>
                      <a:pt x="27" y="255"/>
                    </a:cubicBezTo>
                    <a:cubicBezTo>
                      <a:pt x="28" y="257"/>
                      <a:pt x="29" y="260"/>
                      <a:pt x="29" y="262"/>
                    </a:cubicBezTo>
                    <a:lnTo>
                      <a:pt x="23" y="262"/>
                    </a:lnTo>
                    <a:close/>
                    <a:moveTo>
                      <a:pt x="16" y="249"/>
                    </a:moveTo>
                    <a:cubicBezTo>
                      <a:pt x="14" y="247"/>
                      <a:pt x="13" y="246"/>
                      <a:pt x="12" y="245"/>
                    </a:cubicBezTo>
                    <a:cubicBezTo>
                      <a:pt x="16" y="240"/>
                      <a:pt x="16" y="240"/>
                      <a:pt x="16" y="240"/>
                    </a:cubicBezTo>
                    <a:cubicBezTo>
                      <a:pt x="17" y="241"/>
                      <a:pt x="19" y="243"/>
                      <a:pt x="20" y="245"/>
                    </a:cubicBezTo>
                    <a:lnTo>
                      <a:pt x="16" y="249"/>
                    </a:lnTo>
                    <a:close/>
                    <a:moveTo>
                      <a:pt x="2" y="237"/>
                    </a:moveTo>
                    <a:cubicBezTo>
                      <a:pt x="2" y="236"/>
                      <a:pt x="1" y="236"/>
                      <a:pt x="1" y="235"/>
                    </a:cubicBezTo>
                    <a:cubicBezTo>
                      <a:pt x="0" y="234"/>
                      <a:pt x="0" y="233"/>
                      <a:pt x="0" y="232"/>
                    </a:cubicBezTo>
                    <a:cubicBezTo>
                      <a:pt x="0" y="231"/>
                      <a:pt x="0" y="230"/>
                      <a:pt x="0" y="229"/>
                    </a:cubicBezTo>
                    <a:cubicBezTo>
                      <a:pt x="6" y="231"/>
                      <a:pt x="6" y="231"/>
                      <a:pt x="6" y="231"/>
                    </a:cubicBezTo>
                    <a:cubicBezTo>
                      <a:pt x="6" y="231"/>
                      <a:pt x="6" y="231"/>
                      <a:pt x="6" y="232"/>
                    </a:cubicBezTo>
                    <a:cubicBezTo>
                      <a:pt x="6" y="233"/>
                      <a:pt x="7" y="233"/>
                      <a:pt x="7" y="234"/>
                    </a:cubicBezTo>
                    <a:lnTo>
                      <a:pt x="2" y="237"/>
                    </a:lnTo>
                    <a:close/>
                    <a:moveTo>
                      <a:pt x="12" y="223"/>
                    </a:moveTo>
                    <a:cubicBezTo>
                      <a:pt x="8" y="219"/>
                      <a:pt x="8" y="219"/>
                      <a:pt x="8" y="219"/>
                    </a:cubicBezTo>
                    <a:cubicBezTo>
                      <a:pt x="9" y="218"/>
                      <a:pt x="9" y="218"/>
                      <a:pt x="9" y="218"/>
                    </a:cubicBezTo>
                    <a:cubicBezTo>
                      <a:pt x="9" y="217"/>
                      <a:pt x="11" y="216"/>
                      <a:pt x="12" y="215"/>
                    </a:cubicBezTo>
                    <a:cubicBezTo>
                      <a:pt x="16" y="219"/>
                      <a:pt x="16" y="219"/>
                      <a:pt x="16" y="219"/>
                    </a:cubicBezTo>
                    <a:cubicBezTo>
                      <a:pt x="15" y="221"/>
                      <a:pt x="14" y="222"/>
                      <a:pt x="14" y="222"/>
                    </a:cubicBezTo>
                    <a:cubicBezTo>
                      <a:pt x="13" y="222"/>
                      <a:pt x="13" y="222"/>
                      <a:pt x="12" y="223"/>
                    </a:cubicBezTo>
                    <a:close/>
                    <a:moveTo>
                      <a:pt x="25" y="211"/>
                    </a:moveTo>
                    <a:cubicBezTo>
                      <a:pt x="21" y="207"/>
                      <a:pt x="21" y="207"/>
                      <a:pt x="21" y="207"/>
                    </a:cubicBezTo>
                    <a:cubicBezTo>
                      <a:pt x="23" y="205"/>
                      <a:pt x="25" y="204"/>
                      <a:pt x="26" y="203"/>
                    </a:cubicBezTo>
                    <a:cubicBezTo>
                      <a:pt x="30" y="208"/>
                      <a:pt x="30" y="208"/>
                      <a:pt x="30" y="208"/>
                    </a:cubicBezTo>
                    <a:cubicBezTo>
                      <a:pt x="28" y="209"/>
                      <a:pt x="27" y="210"/>
                      <a:pt x="25" y="211"/>
                    </a:cubicBezTo>
                    <a:close/>
                    <a:moveTo>
                      <a:pt x="39" y="200"/>
                    </a:moveTo>
                    <a:cubicBezTo>
                      <a:pt x="35" y="197"/>
                      <a:pt x="35" y="197"/>
                      <a:pt x="35" y="197"/>
                    </a:cubicBezTo>
                    <a:cubicBezTo>
                      <a:pt x="35" y="196"/>
                      <a:pt x="35" y="196"/>
                      <a:pt x="35" y="196"/>
                    </a:cubicBezTo>
                    <a:cubicBezTo>
                      <a:pt x="35" y="196"/>
                      <a:pt x="35" y="196"/>
                      <a:pt x="34" y="196"/>
                    </a:cubicBezTo>
                    <a:cubicBezTo>
                      <a:pt x="38" y="191"/>
                      <a:pt x="38" y="191"/>
                      <a:pt x="38" y="191"/>
                    </a:cubicBezTo>
                    <a:cubicBezTo>
                      <a:pt x="40" y="193"/>
                      <a:pt x="41" y="195"/>
                      <a:pt x="41" y="196"/>
                    </a:cubicBezTo>
                    <a:cubicBezTo>
                      <a:pt x="41" y="198"/>
                      <a:pt x="40" y="199"/>
                      <a:pt x="39" y="200"/>
                    </a:cubicBezTo>
                    <a:close/>
                    <a:moveTo>
                      <a:pt x="122" y="197"/>
                    </a:moveTo>
                    <a:cubicBezTo>
                      <a:pt x="120" y="197"/>
                      <a:pt x="118" y="197"/>
                      <a:pt x="116" y="197"/>
                    </a:cubicBezTo>
                    <a:cubicBezTo>
                      <a:pt x="117" y="191"/>
                      <a:pt x="117" y="191"/>
                      <a:pt x="117" y="191"/>
                    </a:cubicBezTo>
                    <a:cubicBezTo>
                      <a:pt x="119" y="191"/>
                      <a:pt x="120" y="191"/>
                      <a:pt x="122" y="191"/>
                    </a:cubicBezTo>
                    <a:lnTo>
                      <a:pt x="122" y="197"/>
                    </a:lnTo>
                    <a:close/>
                    <a:moveTo>
                      <a:pt x="135" y="194"/>
                    </a:moveTo>
                    <a:cubicBezTo>
                      <a:pt x="132" y="189"/>
                      <a:pt x="132" y="189"/>
                      <a:pt x="132" y="189"/>
                    </a:cubicBezTo>
                    <a:cubicBezTo>
                      <a:pt x="133" y="188"/>
                      <a:pt x="134" y="187"/>
                      <a:pt x="135" y="186"/>
                    </a:cubicBezTo>
                    <a:cubicBezTo>
                      <a:pt x="140" y="189"/>
                      <a:pt x="140" y="189"/>
                      <a:pt x="140" y="189"/>
                    </a:cubicBezTo>
                    <a:cubicBezTo>
                      <a:pt x="139" y="191"/>
                      <a:pt x="137" y="193"/>
                      <a:pt x="135" y="194"/>
                    </a:cubicBezTo>
                    <a:close/>
                    <a:moveTo>
                      <a:pt x="103" y="192"/>
                    </a:moveTo>
                    <a:cubicBezTo>
                      <a:pt x="102" y="191"/>
                      <a:pt x="101" y="189"/>
                      <a:pt x="100" y="186"/>
                    </a:cubicBezTo>
                    <a:cubicBezTo>
                      <a:pt x="105" y="184"/>
                      <a:pt x="105" y="184"/>
                      <a:pt x="105" y="184"/>
                    </a:cubicBezTo>
                    <a:cubicBezTo>
                      <a:pt x="106" y="186"/>
                      <a:pt x="106" y="187"/>
                      <a:pt x="107" y="188"/>
                    </a:cubicBezTo>
                    <a:lnTo>
                      <a:pt x="103" y="192"/>
                    </a:lnTo>
                    <a:close/>
                    <a:moveTo>
                      <a:pt x="24" y="190"/>
                    </a:moveTo>
                    <a:cubicBezTo>
                      <a:pt x="22" y="189"/>
                      <a:pt x="20" y="187"/>
                      <a:pt x="20" y="184"/>
                    </a:cubicBezTo>
                    <a:cubicBezTo>
                      <a:pt x="20" y="183"/>
                      <a:pt x="20" y="182"/>
                      <a:pt x="20" y="182"/>
                    </a:cubicBezTo>
                    <a:cubicBezTo>
                      <a:pt x="25" y="185"/>
                      <a:pt x="25" y="185"/>
                      <a:pt x="25" y="185"/>
                    </a:cubicBezTo>
                    <a:cubicBezTo>
                      <a:pt x="26" y="185"/>
                      <a:pt x="26" y="184"/>
                      <a:pt x="26" y="184"/>
                    </a:cubicBezTo>
                    <a:cubicBezTo>
                      <a:pt x="26" y="184"/>
                      <a:pt x="26" y="184"/>
                      <a:pt x="27" y="185"/>
                    </a:cubicBezTo>
                    <a:lnTo>
                      <a:pt x="24" y="190"/>
                    </a:lnTo>
                    <a:close/>
                    <a:moveTo>
                      <a:pt x="79" y="180"/>
                    </a:moveTo>
                    <a:cubicBezTo>
                      <a:pt x="77" y="175"/>
                      <a:pt x="77" y="175"/>
                      <a:pt x="77" y="175"/>
                    </a:cubicBezTo>
                    <a:cubicBezTo>
                      <a:pt x="79" y="174"/>
                      <a:pt x="81" y="173"/>
                      <a:pt x="82" y="173"/>
                    </a:cubicBezTo>
                    <a:cubicBezTo>
                      <a:pt x="84" y="178"/>
                      <a:pt x="84" y="178"/>
                      <a:pt x="84" y="178"/>
                    </a:cubicBezTo>
                    <a:cubicBezTo>
                      <a:pt x="83" y="179"/>
                      <a:pt x="81" y="180"/>
                      <a:pt x="79" y="180"/>
                    </a:cubicBezTo>
                    <a:close/>
                    <a:moveTo>
                      <a:pt x="145" y="178"/>
                    </a:moveTo>
                    <a:cubicBezTo>
                      <a:pt x="140" y="176"/>
                      <a:pt x="140" y="176"/>
                      <a:pt x="140" y="176"/>
                    </a:cubicBezTo>
                    <a:cubicBezTo>
                      <a:pt x="141" y="174"/>
                      <a:pt x="142" y="172"/>
                      <a:pt x="143" y="170"/>
                    </a:cubicBezTo>
                    <a:cubicBezTo>
                      <a:pt x="148" y="173"/>
                      <a:pt x="148" y="173"/>
                      <a:pt x="148" y="173"/>
                    </a:cubicBezTo>
                    <a:cubicBezTo>
                      <a:pt x="147" y="175"/>
                      <a:pt x="146" y="177"/>
                      <a:pt x="145" y="178"/>
                    </a:cubicBezTo>
                    <a:close/>
                    <a:moveTo>
                      <a:pt x="33" y="177"/>
                    </a:moveTo>
                    <a:cubicBezTo>
                      <a:pt x="29" y="173"/>
                      <a:pt x="29" y="173"/>
                      <a:pt x="29" y="173"/>
                    </a:cubicBezTo>
                    <a:cubicBezTo>
                      <a:pt x="30" y="171"/>
                      <a:pt x="32" y="170"/>
                      <a:pt x="32" y="169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6" y="173"/>
                      <a:pt x="35" y="175"/>
                      <a:pt x="33" y="177"/>
                    </a:cubicBezTo>
                    <a:close/>
                    <a:moveTo>
                      <a:pt x="97" y="175"/>
                    </a:moveTo>
                    <a:cubicBezTo>
                      <a:pt x="97" y="175"/>
                      <a:pt x="97" y="175"/>
                      <a:pt x="96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69"/>
                      <a:pt x="94" y="169"/>
                      <a:pt x="94" y="169"/>
                    </a:cubicBezTo>
                    <a:cubicBezTo>
                      <a:pt x="99" y="168"/>
                      <a:pt x="101" y="171"/>
                      <a:pt x="102" y="173"/>
                    </a:cubicBezTo>
                    <a:lnTo>
                      <a:pt x="97" y="175"/>
                    </a:lnTo>
                    <a:close/>
                    <a:moveTo>
                      <a:pt x="72" y="175"/>
                    </a:moveTo>
                    <a:cubicBezTo>
                      <a:pt x="66" y="175"/>
                      <a:pt x="66" y="175"/>
                      <a:pt x="66" y="175"/>
                    </a:cubicBezTo>
                    <a:cubicBezTo>
                      <a:pt x="66" y="174"/>
                      <a:pt x="66" y="173"/>
                      <a:pt x="66" y="173"/>
                    </a:cubicBezTo>
                    <a:cubicBezTo>
                      <a:pt x="66" y="172"/>
                      <a:pt x="66" y="171"/>
                      <a:pt x="66" y="170"/>
                    </a:cubicBezTo>
                    <a:cubicBezTo>
                      <a:pt x="72" y="169"/>
                      <a:pt x="72" y="169"/>
                      <a:pt x="72" y="169"/>
                    </a:cubicBezTo>
                    <a:cubicBezTo>
                      <a:pt x="72" y="169"/>
                      <a:pt x="72" y="170"/>
                      <a:pt x="72" y="170"/>
                    </a:cubicBezTo>
                    <a:cubicBezTo>
                      <a:pt x="72" y="171"/>
                      <a:pt x="72" y="172"/>
                      <a:pt x="72" y="173"/>
                    </a:cubicBezTo>
                    <a:cubicBezTo>
                      <a:pt x="72" y="174"/>
                      <a:pt x="72" y="175"/>
                      <a:pt x="72" y="175"/>
                    </a:cubicBezTo>
                    <a:close/>
                    <a:moveTo>
                      <a:pt x="58" y="166"/>
                    </a:moveTo>
                    <a:cubicBezTo>
                      <a:pt x="57" y="165"/>
                      <a:pt x="56" y="165"/>
                      <a:pt x="55" y="165"/>
                    </a:cubicBezTo>
                    <a:cubicBezTo>
                      <a:pt x="54" y="165"/>
                      <a:pt x="54" y="165"/>
                      <a:pt x="54" y="165"/>
                    </a:cubicBezTo>
                    <a:cubicBezTo>
                      <a:pt x="54" y="159"/>
                      <a:pt x="54" y="159"/>
                      <a:pt x="54" y="159"/>
                    </a:cubicBezTo>
                    <a:cubicBezTo>
                      <a:pt x="57" y="159"/>
                      <a:pt x="59" y="159"/>
                      <a:pt x="61" y="161"/>
                    </a:cubicBezTo>
                    <a:lnTo>
                      <a:pt x="58" y="166"/>
                    </a:lnTo>
                    <a:close/>
                    <a:moveTo>
                      <a:pt x="154" y="163"/>
                    </a:moveTo>
                    <a:cubicBezTo>
                      <a:pt x="149" y="160"/>
                      <a:pt x="149" y="160"/>
                      <a:pt x="149" y="160"/>
                    </a:cubicBezTo>
                    <a:cubicBezTo>
                      <a:pt x="150" y="158"/>
                      <a:pt x="151" y="157"/>
                      <a:pt x="152" y="155"/>
                    </a:cubicBezTo>
                    <a:cubicBezTo>
                      <a:pt x="157" y="159"/>
                      <a:pt x="157" y="159"/>
                      <a:pt x="157" y="159"/>
                    </a:cubicBezTo>
                    <a:cubicBezTo>
                      <a:pt x="156" y="160"/>
                      <a:pt x="155" y="162"/>
                      <a:pt x="154" y="163"/>
                    </a:cubicBezTo>
                    <a:close/>
                    <a:moveTo>
                      <a:pt x="42" y="162"/>
                    </a:moveTo>
                    <a:cubicBezTo>
                      <a:pt x="41" y="161"/>
                      <a:pt x="40" y="161"/>
                      <a:pt x="40" y="161"/>
                    </a:cubicBezTo>
                    <a:cubicBezTo>
                      <a:pt x="40" y="161"/>
                      <a:pt x="40" y="161"/>
                      <a:pt x="40" y="160"/>
                    </a:cubicBezTo>
                    <a:cubicBezTo>
                      <a:pt x="35" y="158"/>
                      <a:pt x="35" y="158"/>
                      <a:pt x="35" y="158"/>
                    </a:cubicBezTo>
                    <a:cubicBezTo>
                      <a:pt x="36" y="156"/>
                      <a:pt x="37" y="155"/>
                      <a:pt x="40" y="155"/>
                    </a:cubicBezTo>
                    <a:cubicBezTo>
                      <a:pt x="40" y="155"/>
                      <a:pt x="40" y="155"/>
                      <a:pt x="41" y="155"/>
                    </a:cubicBezTo>
                    <a:cubicBezTo>
                      <a:pt x="42" y="155"/>
                      <a:pt x="43" y="156"/>
                      <a:pt x="44" y="156"/>
                    </a:cubicBezTo>
                    <a:lnTo>
                      <a:pt x="42" y="162"/>
                    </a:lnTo>
                    <a:close/>
                    <a:moveTo>
                      <a:pt x="164" y="149"/>
                    </a:moveTo>
                    <a:cubicBezTo>
                      <a:pt x="159" y="147"/>
                      <a:pt x="159" y="147"/>
                      <a:pt x="159" y="147"/>
                    </a:cubicBezTo>
                    <a:cubicBezTo>
                      <a:pt x="159" y="146"/>
                      <a:pt x="159" y="145"/>
                      <a:pt x="159" y="145"/>
                    </a:cubicBezTo>
                    <a:cubicBezTo>
                      <a:pt x="159" y="144"/>
                      <a:pt x="159" y="143"/>
                      <a:pt x="159" y="142"/>
                    </a:cubicBezTo>
                    <a:cubicBezTo>
                      <a:pt x="165" y="142"/>
                      <a:pt x="165" y="142"/>
                      <a:pt x="165" y="142"/>
                    </a:cubicBezTo>
                    <a:cubicBezTo>
                      <a:pt x="165" y="143"/>
                      <a:pt x="165" y="144"/>
                      <a:pt x="165" y="145"/>
                    </a:cubicBezTo>
                    <a:cubicBezTo>
                      <a:pt x="165" y="146"/>
                      <a:pt x="165" y="147"/>
                      <a:pt x="164" y="149"/>
                    </a:cubicBezTo>
                    <a:close/>
                    <a:moveTo>
                      <a:pt x="164" y="133"/>
                    </a:moveTo>
                    <a:cubicBezTo>
                      <a:pt x="160" y="129"/>
                      <a:pt x="160" y="129"/>
                      <a:pt x="160" y="129"/>
                    </a:cubicBezTo>
                    <a:cubicBezTo>
                      <a:pt x="160" y="129"/>
                      <a:pt x="160" y="129"/>
                      <a:pt x="160" y="129"/>
                    </a:cubicBezTo>
                    <a:cubicBezTo>
                      <a:pt x="162" y="127"/>
                      <a:pt x="164" y="126"/>
                      <a:pt x="166" y="125"/>
                    </a:cubicBezTo>
                    <a:cubicBezTo>
                      <a:pt x="168" y="131"/>
                      <a:pt x="168" y="131"/>
                      <a:pt x="168" y="131"/>
                    </a:cubicBezTo>
                    <a:cubicBezTo>
                      <a:pt x="167" y="131"/>
                      <a:pt x="165" y="132"/>
                      <a:pt x="164" y="133"/>
                    </a:cubicBezTo>
                    <a:close/>
                    <a:moveTo>
                      <a:pt x="193" y="128"/>
                    </a:moveTo>
                    <a:cubicBezTo>
                      <a:pt x="188" y="126"/>
                      <a:pt x="188" y="126"/>
                      <a:pt x="188" y="126"/>
                    </a:cubicBezTo>
                    <a:cubicBezTo>
                      <a:pt x="188" y="125"/>
                      <a:pt x="188" y="124"/>
                      <a:pt x="188" y="123"/>
                    </a:cubicBezTo>
                    <a:cubicBezTo>
                      <a:pt x="189" y="121"/>
                      <a:pt x="189" y="121"/>
                      <a:pt x="189" y="121"/>
                    </a:cubicBezTo>
                    <a:cubicBezTo>
                      <a:pt x="194" y="122"/>
                      <a:pt x="194" y="122"/>
                      <a:pt x="194" y="122"/>
                    </a:cubicBezTo>
                    <a:cubicBezTo>
                      <a:pt x="194" y="124"/>
                      <a:pt x="194" y="124"/>
                      <a:pt x="194" y="124"/>
                    </a:cubicBezTo>
                    <a:cubicBezTo>
                      <a:pt x="194" y="125"/>
                      <a:pt x="194" y="126"/>
                      <a:pt x="193" y="128"/>
                    </a:cubicBezTo>
                    <a:close/>
                    <a:moveTo>
                      <a:pt x="180" y="128"/>
                    </a:moveTo>
                    <a:cubicBezTo>
                      <a:pt x="180" y="128"/>
                      <a:pt x="180" y="127"/>
                      <a:pt x="180" y="127"/>
                    </a:cubicBezTo>
                    <a:cubicBezTo>
                      <a:pt x="180" y="127"/>
                      <a:pt x="180" y="127"/>
                      <a:pt x="179" y="127"/>
                    </a:cubicBezTo>
                    <a:cubicBezTo>
                      <a:pt x="177" y="122"/>
                      <a:pt x="177" y="122"/>
                      <a:pt x="177" y="122"/>
                    </a:cubicBezTo>
                    <a:cubicBezTo>
                      <a:pt x="181" y="120"/>
                      <a:pt x="184" y="121"/>
                      <a:pt x="185" y="124"/>
                    </a:cubicBezTo>
                    <a:cubicBezTo>
                      <a:pt x="185" y="124"/>
                      <a:pt x="185" y="125"/>
                      <a:pt x="185" y="125"/>
                    </a:cubicBezTo>
                    <a:lnTo>
                      <a:pt x="180" y="128"/>
                    </a:lnTo>
                    <a:close/>
                    <a:moveTo>
                      <a:pt x="200" y="116"/>
                    </a:moveTo>
                    <a:cubicBezTo>
                      <a:pt x="197" y="110"/>
                      <a:pt x="197" y="110"/>
                      <a:pt x="197" y="110"/>
                    </a:cubicBezTo>
                    <a:cubicBezTo>
                      <a:pt x="199" y="110"/>
                      <a:pt x="200" y="109"/>
                      <a:pt x="201" y="108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4" y="113"/>
                      <a:pt x="202" y="114"/>
                      <a:pt x="200" y="116"/>
                    </a:cubicBezTo>
                    <a:close/>
                    <a:moveTo>
                      <a:pt x="207" y="102"/>
                    </a:moveTo>
                    <a:cubicBezTo>
                      <a:pt x="204" y="97"/>
                      <a:pt x="204" y="97"/>
                      <a:pt x="204" y="97"/>
                    </a:cubicBezTo>
                    <a:cubicBezTo>
                      <a:pt x="204" y="97"/>
                      <a:pt x="205" y="96"/>
                      <a:pt x="206" y="96"/>
                    </a:cubicBezTo>
                    <a:cubicBezTo>
                      <a:pt x="206" y="96"/>
                      <a:pt x="207" y="96"/>
                      <a:pt x="207" y="95"/>
                    </a:cubicBezTo>
                    <a:cubicBezTo>
                      <a:pt x="207" y="95"/>
                      <a:pt x="207" y="96"/>
                      <a:pt x="207" y="96"/>
                    </a:cubicBezTo>
                    <a:cubicBezTo>
                      <a:pt x="213" y="97"/>
                      <a:pt x="213" y="97"/>
                      <a:pt x="213" y="97"/>
                    </a:cubicBezTo>
                    <a:cubicBezTo>
                      <a:pt x="213" y="100"/>
                      <a:pt x="209" y="101"/>
                      <a:pt x="208" y="102"/>
                    </a:cubicBezTo>
                    <a:cubicBezTo>
                      <a:pt x="207" y="102"/>
                      <a:pt x="207" y="102"/>
                      <a:pt x="207" y="102"/>
                    </a:cubicBezTo>
                    <a:close/>
                    <a:moveTo>
                      <a:pt x="214" y="88"/>
                    </a:moveTo>
                    <a:cubicBezTo>
                      <a:pt x="209" y="84"/>
                      <a:pt x="209" y="84"/>
                      <a:pt x="209" y="84"/>
                    </a:cubicBezTo>
                    <a:cubicBezTo>
                      <a:pt x="210" y="83"/>
                      <a:pt x="211" y="82"/>
                      <a:pt x="211" y="82"/>
                    </a:cubicBezTo>
                    <a:cubicBezTo>
                      <a:pt x="212" y="81"/>
                      <a:pt x="213" y="80"/>
                      <a:pt x="213" y="80"/>
                    </a:cubicBezTo>
                    <a:cubicBezTo>
                      <a:pt x="218" y="83"/>
                      <a:pt x="218" y="83"/>
                      <a:pt x="218" y="83"/>
                    </a:cubicBezTo>
                    <a:cubicBezTo>
                      <a:pt x="217" y="84"/>
                      <a:pt x="216" y="85"/>
                      <a:pt x="216" y="86"/>
                    </a:cubicBezTo>
                    <a:cubicBezTo>
                      <a:pt x="215" y="86"/>
                      <a:pt x="214" y="87"/>
                      <a:pt x="214" y="88"/>
                    </a:cubicBezTo>
                    <a:close/>
                    <a:moveTo>
                      <a:pt x="223" y="73"/>
                    </a:moveTo>
                    <a:cubicBezTo>
                      <a:pt x="218" y="70"/>
                      <a:pt x="218" y="70"/>
                      <a:pt x="218" y="70"/>
                    </a:cubicBezTo>
                    <a:cubicBezTo>
                      <a:pt x="219" y="68"/>
                      <a:pt x="220" y="67"/>
                      <a:pt x="222" y="65"/>
                    </a:cubicBezTo>
                    <a:cubicBezTo>
                      <a:pt x="226" y="69"/>
                      <a:pt x="226" y="69"/>
                      <a:pt x="226" y="69"/>
                    </a:cubicBezTo>
                    <a:cubicBezTo>
                      <a:pt x="225" y="70"/>
                      <a:pt x="224" y="72"/>
                      <a:pt x="223" y="73"/>
                    </a:cubicBezTo>
                    <a:close/>
                    <a:moveTo>
                      <a:pt x="234" y="60"/>
                    </a:moveTo>
                    <a:cubicBezTo>
                      <a:pt x="230" y="56"/>
                      <a:pt x="230" y="56"/>
                      <a:pt x="230" y="56"/>
                    </a:cubicBezTo>
                    <a:cubicBezTo>
                      <a:pt x="231" y="55"/>
                      <a:pt x="232" y="53"/>
                      <a:pt x="233" y="52"/>
                    </a:cubicBezTo>
                    <a:cubicBezTo>
                      <a:pt x="238" y="55"/>
                      <a:pt x="238" y="55"/>
                      <a:pt x="238" y="55"/>
                    </a:cubicBezTo>
                    <a:cubicBezTo>
                      <a:pt x="237" y="57"/>
                      <a:pt x="236" y="58"/>
                      <a:pt x="234" y="60"/>
                    </a:cubicBezTo>
                    <a:close/>
                    <a:moveTo>
                      <a:pt x="236" y="46"/>
                    </a:moveTo>
                    <a:cubicBezTo>
                      <a:pt x="235" y="45"/>
                      <a:pt x="233" y="44"/>
                      <a:pt x="231" y="42"/>
                    </a:cubicBezTo>
                    <a:cubicBezTo>
                      <a:pt x="234" y="37"/>
                      <a:pt x="234" y="37"/>
                      <a:pt x="234" y="37"/>
                    </a:cubicBezTo>
                    <a:cubicBezTo>
                      <a:pt x="236" y="39"/>
                      <a:pt x="238" y="40"/>
                      <a:pt x="239" y="41"/>
                    </a:cubicBezTo>
                    <a:lnTo>
                      <a:pt x="236" y="46"/>
                    </a:lnTo>
                    <a:close/>
                    <a:moveTo>
                      <a:pt x="222" y="34"/>
                    </a:moveTo>
                    <a:cubicBezTo>
                      <a:pt x="220" y="32"/>
                      <a:pt x="219" y="30"/>
                      <a:pt x="219" y="28"/>
                    </a:cubicBezTo>
                    <a:cubicBezTo>
                      <a:pt x="219" y="27"/>
                      <a:pt x="220" y="26"/>
                      <a:pt x="220" y="25"/>
                    </a:cubicBezTo>
                    <a:cubicBezTo>
                      <a:pt x="225" y="28"/>
                      <a:pt x="225" y="28"/>
                      <a:pt x="225" y="28"/>
                    </a:cubicBezTo>
                    <a:cubicBezTo>
                      <a:pt x="225" y="28"/>
                      <a:pt x="225" y="29"/>
                      <a:pt x="226" y="30"/>
                    </a:cubicBezTo>
                    <a:lnTo>
                      <a:pt x="222" y="34"/>
                    </a:lnTo>
                    <a:close/>
                    <a:moveTo>
                      <a:pt x="230" y="18"/>
                    </a:moveTo>
                    <a:cubicBezTo>
                      <a:pt x="225" y="14"/>
                      <a:pt x="225" y="14"/>
                      <a:pt x="225" y="14"/>
                    </a:cubicBezTo>
                    <a:cubicBezTo>
                      <a:pt x="226" y="13"/>
                      <a:pt x="228" y="12"/>
                      <a:pt x="229" y="12"/>
                    </a:cubicBezTo>
                    <a:cubicBezTo>
                      <a:pt x="230" y="12"/>
                      <a:pt x="231" y="11"/>
                      <a:pt x="232" y="11"/>
                    </a:cubicBezTo>
                    <a:cubicBezTo>
                      <a:pt x="234" y="16"/>
                      <a:pt x="234" y="16"/>
                      <a:pt x="234" y="16"/>
                    </a:cubicBezTo>
                    <a:cubicBezTo>
                      <a:pt x="233" y="17"/>
                      <a:pt x="232" y="17"/>
                      <a:pt x="230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30" y="18"/>
                      <a:pt x="230" y="18"/>
                      <a:pt x="230" y="18"/>
                    </a:cubicBezTo>
                    <a:close/>
                    <a:moveTo>
                      <a:pt x="243" y="8"/>
                    </a:moveTo>
                    <a:cubicBezTo>
                      <a:pt x="237" y="5"/>
                      <a:pt x="237" y="5"/>
                      <a:pt x="237" y="5"/>
                    </a:cubicBezTo>
                    <a:cubicBezTo>
                      <a:pt x="238" y="4"/>
                      <a:pt x="238" y="4"/>
                      <a:pt x="238" y="4"/>
                    </a:cubicBezTo>
                    <a:cubicBezTo>
                      <a:pt x="238" y="4"/>
                      <a:pt x="239" y="2"/>
                      <a:pt x="239" y="2"/>
                    </a:cubicBezTo>
                    <a:cubicBezTo>
                      <a:pt x="240" y="1"/>
                      <a:pt x="241" y="0"/>
                      <a:pt x="242" y="0"/>
                    </a:cubicBezTo>
                    <a:cubicBezTo>
                      <a:pt x="245" y="4"/>
                      <a:pt x="245" y="4"/>
                      <a:pt x="245" y="4"/>
                    </a:cubicBezTo>
                    <a:cubicBezTo>
                      <a:pt x="245" y="5"/>
                      <a:pt x="244" y="5"/>
                      <a:pt x="243" y="6"/>
                    </a:cubicBezTo>
                    <a:cubicBezTo>
                      <a:pt x="243" y="6"/>
                      <a:pt x="243" y="7"/>
                      <a:pt x="243" y="7"/>
                    </a:cubicBezTo>
                    <a:lnTo>
                      <a:pt x="243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îşḻídé"/>
              <p:cNvSpPr/>
              <p:nvPr/>
            </p:nvSpPr>
            <p:spPr bwMode="auto">
              <a:xfrm>
                <a:off x="5857875" y="5307013"/>
                <a:ext cx="1281113" cy="330200"/>
              </a:xfrm>
              <a:custGeom>
                <a:avLst/>
                <a:gdLst>
                  <a:gd name="T0" fmla="*/ 15 w 597"/>
                  <a:gd name="T1" fmla="*/ 143 h 154"/>
                  <a:gd name="T2" fmla="*/ 113 w 597"/>
                  <a:gd name="T3" fmla="*/ 139 h 154"/>
                  <a:gd name="T4" fmla="*/ 100 w 597"/>
                  <a:gd name="T5" fmla="*/ 137 h 154"/>
                  <a:gd name="T6" fmla="*/ 132 w 597"/>
                  <a:gd name="T7" fmla="*/ 143 h 154"/>
                  <a:gd name="T8" fmla="*/ 0 w 597"/>
                  <a:gd name="T9" fmla="*/ 140 h 154"/>
                  <a:gd name="T10" fmla="*/ 597 w 597"/>
                  <a:gd name="T11" fmla="*/ 143 h 154"/>
                  <a:gd name="T12" fmla="*/ 563 w 597"/>
                  <a:gd name="T13" fmla="*/ 140 h 154"/>
                  <a:gd name="T14" fmla="*/ 85 w 597"/>
                  <a:gd name="T15" fmla="*/ 137 h 154"/>
                  <a:gd name="T16" fmla="*/ 523 w 597"/>
                  <a:gd name="T17" fmla="*/ 132 h 154"/>
                  <a:gd name="T18" fmla="*/ 132 w 597"/>
                  <a:gd name="T19" fmla="*/ 125 h 154"/>
                  <a:gd name="T20" fmla="*/ 70 w 597"/>
                  <a:gd name="T21" fmla="*/ 119 h 154"/>
                  <a:gd name="T22" fmla="*/ 47 w 597"/>
                  <a:gd name="T23" fmla="*/ 123 h 154"/>
                  <a:gd name="T24" fmla="*/ 145 w 597"/>
                  <a:gd name="T25" fmla="*/ 125 h 154"/>
                  <a:gd name="T26" fmla="*/ 54 w 597"/>
                  <a:gd name="T27" fmla="*/ 115 h 154"/>
                  <a:gd name="T28" fmla="*/ 521 w 597"/>
                  <a:gd name="T29" fmla="*/ 113 h 154"/>
                  <a:gd name="T30" fmla="*/ 539 w 597"/>
                  <a:gd name="T31" fmla="*/ 114 h 154"/>
                  <a:gd name="T32" fmla="*/ 264 w 597"/>
                  <a:gd name="T33" fmla="*/ 114 h 154"/>
                  <a:gd name="T34" fmla="*/ 549 w 597"/>
                  <a:gd name="T35" fmla="*/ 113 h 154"/>
                  <a:gd name="T36" fmla="*/ 281 w 597"/>
                  <a:gd name="T37" fmla="*/ 102 h 154"/>
                  <a:gd name="T38" fmla="*/ 173 w 597"/>
                  <a:gd name="T39" fmla="*/ 107 h 154"/>
                  <a:gd name="T40" fmla="*/ 188 w 597"/>
                  <a:gd name="T41" fmla="*/ 99 h 154"/>
                  <a:gd name="T42" fmla="*/ 249 w 597"/>
                  <a:gd name="T43" fmla="*/ 102 h 154"/>
                  <a:gd name="T44" fmla="*/ 234 w 597"/>
                  <a:gd name="T45" fmla="*/ 90 h 154"/>
                  <a:gd name="T46" fmla="*/ 292 w 597"/>
                  <a:gd name="T47" fmla="*/ 91 h 154"/>
                  <a:gd name="T48" fmla="*/ 202 w 597"/>
                  <a:gd name="T49" fmla="*/ 94 h 154"/>
                  <a:gd name="T50" fmla="*/ 535 w 597"/>
                  <a:gd name="T51" fmla="*/ 91 h 154"/>
                  <a:gd name="T52" fmla="*/ 321 w 597"/>
                  <a:gd name="T53" fmla="*/ 92 h 154"/>
                  <a:gd name="T54" fmla="*/ 333 w 597"/>
                  <a:gd name="T55" fmla="*/ 86 h 154"/>
                  <a:gd name="T56" fmla="*/ 223 w 597"/>
                  <a:gd name="T57" fmla="*/ 85 h 154"/>
                  <a:gd name="T58" fmla="*/ 294 w 597"/>
                  <a:gd name="T59" fmla="*/ 79 h 154"/>
                  <a:gd name="T60" fmla="*/ 542 w 597"/>
                  <a:gd name="T61" fmla="*/ 73 h 154"/>
                  <a:gd name="T62" fmla="*/ 201 w 597"/>
                  <a:gd name="T63" fmla="*/ 79 h 154"/>
                  <a:gd name="T64" fmla="*/ 369 w 597"/>
                  <a:gd name="T65" fmla="*/ 75 h 154"/>
                  <a:gd name="T66" fmla="*/ 345 w 597"/>
                  <a:gd name="T67" fmla="*/ 77 h 154"/>
                  <a:gd name="T68" fmla="*/ 212 w 597"/>
                  <a:gd name="T69" fmla="*/ 70 h 154"/>
                  <a:gd name="T70" fmla="*/ 354 w 597"/>
                  <a:gd name="T71" fmla="*/ 61 h 154"/>
                  <a:gd name="T72" fmla="*/ 364 w 597"/>
                  <a:gd name="T73" fmla="*/ 62 h 154"/>
                  <a:gd name="T74" fmla="*/ 546 w 597"/>
                  <a:gd name="T75" fmla="*/ 58 h 154"/>
                  <a:gd name="T76" fmla="*/ 379 w 597"/>
                  <a:gd name="T77" fmla="*/ 60 h 154"/>
                  <a:gd name="T78" fmla="*/ 386 w 597"/>
                  <a:gd name="T79" fmla="*/ 45 h 154"/>
                  <a:gd name="T80" fmla="*/ 554 w 597"/>
                  <a:gd name="T81" fmla="*/ 42 h 154"/>
                  <a:gd name="T82" fmla="*/ 416 w 597"/>
                  <a:gd name="T83" fmla="*/ 42 h 154"/>
                  <a:gd name="T84" fmla="*/ 547 w 597"/>
                  <a:gd name="T85" fmla="*/ 37 h 154"/>
                  <a:gd name="T86" fmla="*/ 423 w 597"/>
                  <a:gd name="T87" fmla="*/ 41 h 154"/>
                  <a:gd name="T88" fmla="*/ 532 w 597"/>
                  <a:gd name="T89" fmla="*/ 38 h 154"/>
                  <a:gd name="T90" fmla="*/ 463 w 597"/>
                  <a:gd name="T91" fmla="*/ 33 h 154"/>
                  <a:gd name="T92" fmla="*/ 448 w 597"/>
                  <a:gd name="T93" fmla="*/ 30 h 154"/>
                  <a:gd name="T94" fmla="*/ 396 w 597"/>
                  <a:gd name="T95" fmla="*/ 30 h 154"/>
                  <a:gd name="T96" fmla="*/ 457 w 597"/>
                  <a:gd name="T97" fmla="*/ 32 h 154"/>
                  <a:gd name="T98" fmla="*/ 427 w 597"/>
                  <a:gd name="T99" fmla="*/ 27 h 154"/>
                  <a:gd name="T100" fmla="*/ 537 w 597"/>
                  <a:gd name="T101" fmla="*/ 23 h 154"/>
                  <a:gd name="T102" fmla="*/ 475 w 597"/>
                  <a:gd name="T103" fmla="*/ 25 h 154"/>
                  <a:gd name="T104" fmla="*/ 500 w 597"/>
                  <a:gd name="T105" fmla="*/ 12 h 154"/>
                  <a:gd name="T106" fmla="*/ 480 w 597"/>
                  <a:gd name="T107" fmla="*/ 10 h 154"/>
                  <a:gd name="T108" fmla="*/ 538 w 597"/>
                  <a:gd name="T109" fmla="*/ 10 h 154"/>
                  <a:gd name="T110" fmla="*/ 521 w 597"/>
                  <a:gd name="T111" fmla="*/ 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97" h="154">
                    <a:moveTo>
                      <a:pt x="564" y="154"/>
                    </a:moveTo>
                    <a:cubicBezTo>
                      <a:pt x="563" y="154"/>
                      <a:pt x="561" y="154"/>
                      <a:pt x="559" y="153"/>
                    </a:cubicBezTo>
                    <a:cubicBezTo>
                      <a:pt x="561" y="147"/>
                      <a:pt x="561" y="147"/>
                      <a:pt x="561" y="147"/>
                    </a:cubicBezTo>
                    <a:cubicBezTo>
                      <a:pt x="563" y="148"/>
                      <a:pt x="564" y="148"/>
                      <a:pt x="565" y="148"/>
                    </a:cubicBezTo>
                    <a:cubicBezTo>
                      <a:pt x="567" y="154"/>
                      <a:pt x="567" y="154"/>
                      <a:pt x="567" y="154"/>
                    </a:cubicBezTo>
                    <a:cubicBezTo>
                      <a:pt x="566" y="154"/>
                      <a:pt x="565" y="154"/>
                      <a:pt x="564" y="154"/>
                    </a:cubicBezTo>
                    <a:close/>
                    <a:moveTo>
                      <a:pt x="18" y="148"/>
                    </a:moveTo>
                    <a:cubicBezTo>
                      <a:pt x="15" y="143"/>
                      <a:pt x="15" y="143"/>
                      <a:pt x="15" y="143"/>
                    </a:cubicBezTo>
                    <a:cubicBezTo>
                      <a:pt x="17" y="142"/>
                      <a:pt x="18" y="141"/>
                      <a:pt x="20" y="140"/>
                    </a:cubicBezTo>
                    <a:cubicBezTo>
                      <a:pt x="23" y="144"/>
                      <a:pt x="23" y="144"/>
                      <a:pt x="23" y="144"/>
                    </a:cubicBezTo>
                    <a:cubicBezTo>
                      <a:pt x="22" y="145"/>
                      <a:pt x="20" y="147"/>
                      <a:pt x="18" y="148"/>
                    </a:cubicBezTo>
                    <a:close/>
                    <a:moveTo>
                      <a:pt x="114" y="147"/>
                    </a:moveTo>
                    <a:cubicBezTo>
                      <a:pt x="114" y="147"/>
                      <a:pt x="114" y="146"/>
                      <a:pt x="114" y="146"/>
                    </a:cubicBezTo>
                    <a:cubicBezTo>
                      <a:pt x="113" y="145"/>
                      <a:pt x="113" y="145"/>
                      <a:pt x="113" y="145"/>
                    </a:cubicBezTo>
                    <a:cubicBezTo>
                      <a:pt x="113" y="145"/>
                      <a:pt x="113" y="145"/>
                      <a:pt x="112" y="145"/>
                    </a:cubicBezTo>
                    <a:cubicBezTo>
                      <a:pt x="113" y="139"/>
                      <a:pt x="113" y="139"/>
                      <a:pt x="113" y="139"/>
                    </a:cubicBezTo>
                    <a:cubicBezTo>
                      <a:pt x="115" y="139"/>
                      <a:pt x="117" y="140"/>
                      <a:pt x="118" y="141"/>
                    </a:cubicBezTo>
                    <a:cubicBezTo>
                      <a:pt x="118" y="142"/>
                      <a:pt x="118" y="142"/>
                      <a:pt x="119" y="143"/>
                    </a:cubicBezTo>
                    <a:cubicBezTo>
                      <a:pt x="119" y="143"/>
                      <a:pt x="119" y="143"/>
                      <a:pt x="119" y="144"/>
                    </a:cubicBezTo>
                    <a:lnTo>
                      <a:pt x="114" y="147"/>
                    </a:lnTo>
                    <a:close/>
                    <a:moveTo>
                      <a:pt x="101" y="145"/>
                    </a:moveTo>
                    <a:cubicBezTo>
                      <a:pt x="97" y="145"/>
                      <a:pt x="96" y="142"/>
                      <a:pt x="95" y="140"/>
                    </a:cubicBezTo>
                    <a:cubicBezTo>
                      <a:pt x="99" y="137"/>
                      <a:pt x="99" y="137"/>
                      <a:pt x="99" y="137"/>
                    </a:cubicBezTo>
                    <a:cubicBezTo>
                      <a:pt x="100" y="137"/>
                      <a:pt x="100" y="137"/>
                      <a:pt x="100" y="137"/>
                    </a:cubicBezTo>
                    <a:cubicBezTo>
                      <a:pt x="101" y="140"/>
                      <a:pt x="101" y="140"/>
                      <a:pt x="102" y="140"/>
                    </a:cubicBezTo>
                    <a:lnTo>
                      <a:pt x="101" y="145"/>
                    </a:lnTo>
                    <a:close/>
                    <a:moveTo>
                      <a:pt x="128" y="145"/>
                    </a:moveTo>
                    <a:cubicBezTo>
                      <a:pt x="125" y="141"/>
                      <a:pt x="125" y="141"/>
                      <a:pt x="125" y="141"/>
                    </a:cubicBezTo>
                    <a:cubicBezTo>
                      <a:pt x="126" y="140"/>
                      <a:pt x="128" y="138"/>
                      <a:pt x="130" y="138"/>
                    </a:cubicBezTo>
                    <a:cubicBezTo>
                      <a:pt x="130" y="137"/>
                      <a:pt x="130" y="137"/>
                      <a:pt x="130" y="137"/>
                    </a:cubicBezTo>
                    <a:cubicBezTo>
                      <a:pt x="133" y="142"/>
                      <a:pt x="133" y="142"/>
                      <a:pt x="133" y="142"/>
                    </a:cubicBezTo>
                    <a:cubicBezTo>
                      <a:pt x="132" y="143"/>
                      <a:pt x="132" y="143"/>
                      <a:pt x="132" y="143"/>
                    </a:cubicBezTo>
                    <a:cubicBezTo>
                      <a:pt x="131" y="143"/>
                      <a:pt x="130" y="144"/>
                      <a:pt x="128" y="145"/>
                    </a:cubicBezTo>
                    <a:close/>
                    <a:moveTo>
                      <a:pt x="576" y="145"/>
                    </a:moveTo>
                    <a:cubicBezTo>
                      <a:pt x="572" y="140"/>
                      <a:pt x="572" y="140"/>
                      <a:pt x="572" y="140"/>
                    </a:cubicBezTo>
                    <a:cubicBezTo>
                      <a:pt x="574" y="138"/>
                      <a:pt x="576" y="137"/>
                      <a:pt x="579" y="137"/>
                    </a:cubicBezTo>
                    <a:cubicBezTo>
                      <a:pt x="580" y="143"/>
                      <a:pt x="580" y="143"/>
                      <a:pt x="580" y="143"/>
                    </a:cubicBezTo>
                    <a:cubicBezTo>
                      <a:pt x="578" y="143"/>
                      <a:pt x="577" y="144"/>
                      <a:pt x="576" y="145"/>
                    </a:cubicBezTo>
                    <a:close/>
                    <a:moveTo>
                      <a:pt x="4" y="144"/>
                    </a:moveTo>
                    <a:cubicBezTo>
                      <a:pt x="2" y="142"/>
                      <a:pt x="0" y="140"/>
                      <a:pt x="0" y="140"/>
                    </a:cubicBezTo>
                    <a:cubicBezTo>
                      <a:pt x="4" y="136"/>
                      <a:pt x="4" y="136"/>
                      <a:pt x="4" y="136"/>
                    </a:cubicBezTo>
                    <a:cubicBezTo>
                      <a:pt x="4" y="136"/>
                      <a:pt x="6" y="138"/>
                      <a:pt x="8" y="140"/>
                    </a:cubicBezTo>
                    <a:lnTo>
                      <a:pt x="4" y="144"/>
                    </a:lnTo>
                    <a:close/>
                    <a:moveTo>
                      <a:pt x="597" y="143"/>
                    </a:moveTo>
                    <a:cubicBezTo>
                      <a:pt x="591" y="143"/>
                      <a:pt x="591" y="143"/>
                      <a:pt x="591" y="143"/>
                    </a:cubicBezTo>
                    <a:cubicBezTo>
                      <a:pt x="591" y="137"/>
                      <a:pt x="591" y="137"/>
                      <a:pt x="591" y="137"/>
                    </a:cubicBezTo>
                    <a:cubicBezTo>
                      <a:pt x="597" y="137"/>
                      <a:pt x="597" y="137"/>
                      <a:pt x="597" y="137"/>
                    </a:cubicBezTo>
                    <a:lnTo>
                      <a:pt x="597" y="143"/>
                    </a:lnTo>
                    <a:close/>
                    <a:moveTo>
                      <a:pt x="562" y="142"/>
                    </a:moveTo>
                    <a:cubicBezTo>
                      <a:pt x="557" y="140"/>
                      <a:pt x="557" y="140"/>
                      <a:pt x="557" y="140"/>
                    </a:cubicBezTo>
                    <a:cubicBezTo>
                      <a:pt x="557" y="140"/>
                      <a:pt x="557" y="140"/>
                      <a:pt x="557" y="140"/>
                    </a:cubicBezTo>
                    <a:cubicBezTo>
                      <a:pt x="557" y="139"/>
                      <a:pt x="556" y="137"/>
                      <a:pt x="556" y="136"/>
                    </a:cubicBezTo>
                    <a:cubicBezTo>
                      <a:pt x="562" y="135"/>
                      <a:pt x="562" y="135"/>
                      <a:pt x="562" y="135"/>
                    </a:cubicBezTo>
                    <a:cubicBezTo>
                      <a:pt x="559" y="135"/>
                      <a:pt x="559" y="135"/>
                      <a:pt x="559" y="135"/>
                    </a:cubicBezTo>
                    <a:cubicBezTo>
                      <a:pt x="562" y="135"/>
                      <a:pt x="562" y="135"/>
                      <a:pt x="562" y="135"/>
                    </a:cubicBezTo>
                    <a:cubicBezTo>
                      <a:pt x="562" y="137"/>
                      <a:pt x="563" y="138"/>
                      <a:pt x="563" y="140"/>
                    </a:cubicBezTo>
                    <a:cubicBezTo>
                      <a:pt x="563" y="141"/>
                      <a:pt x="562" y="141"/>
                      <a:pt x="562" y="142"/>
                    </a:cubicBezTo>
                    <a:close/>
                    <a:moveTo>
                      <a:pt x="31" y="138"/>
                    </a:moveTo>
                    <a:cubicBezTo>
                      <a:pt x="30" y="132"/>
                      <a:pt x="30" y="132"/>
                      <a:pt x="30" y="132"/>
                    </a:cubicBezTo>
                    <a:cubicBezTo>
                      <a:pt x="30" y="132"/>
                      <a:pt x="31" y="132"/>
                      <a:pt x="31" y="132"/>
                    </a:cubicBezTo>
                    <a:cubicBezTo>
                      <a:pt x="32" y="132"/>
                      <a:pt x="33" y="131"/>
                      <a:pt x="34" y="130"/>
                    </a:cubicBezTo>
                    <a:cubicBezTo>
                      <a:pt x="37" y="136"/>
                      <a:pt x="37" y="136"/>
                      <a:pt x="37" y="136"/>
                    </a:cubicBezTo>
                    <a:cubicBezTo>
                      <a:pt x="35" y="137"/>
                      <a:pt x="33" y="138"/>
                      <a:pt x="31" y="138"/>
                    </a:cubicBezTo>
                    <a:close/>
                    <a:moveTo>
                      <a:pt x="85" y="137"/>
                    </a:moveTo>
                    <a:cubicBezTo>
                      <a:pt x="85" y="136"/>
                      <a:pt x="85" y="136"/>
                      <a:pt x="85" y="136"/>
                    </a:cubicBezTo>
                    <a:cubicBezTo>
                      <a:pt x="83" y="136"/>
                      <a:pt x="82" y="135"/>
                      <a:pt x="81" y="135"/>
                    </a:cubicBezTo>
                    <a:cubicBezTo>
                      <a:pt x="82" y="129"/>
                      <a:pt x="82" y="129"/>
                      <a:pt x="82" y="129"/>
                    </a:cubicBezTo>
                    <a:cubicBezTo>
                      <a:pt x="84" y="129"/>
                      <a:pt x="86" y="130"/>
                      <a:pt x="87" y="131"/>
                    </a:cubicBezTo>
                    <a:cubicBezTo>
                      <a:pt x="88" y="131"/>
                      <a:pt x="88" y="131"/>
                      <a:pt x="88" y="131"/>
                    </a:cubicBezTo>
                    <a:lnTo>
                      <a:pt x="85" y="137"/>
                    </a:lnTo>
                    <a:close/>
                    <a:moveTo>
                      <a:pt x="525" y="132"/>
                    </a:moveTo>
                    <a:cubicBezTo>
                      <a:pt x="524" y="132"/>
                      <a:pt x="524" y="132"/>
                      <a:pt x="523" y="132"/>
                    </a:cubicBezTo>
                    <a:cubicBezTo>
                      <a:pt x="524" y="126"/>
                      <a:pt x="524" y="126"/>
                      <a:pt x="524" y="126"/>
                    </a:cubicBezTo>
                    <a:cubicBezTo>
                      <a:pt x="525" y="126"/>
                      <a:pt x="526" y="126"/>
                      <a:pt x="527" y="126"/>
                    </a:cubicBezTo>
                    <a:cubicBezTo>
                      <a:pt x="531" y="129"/>
                      <a:pt x="531" y="129"/>
                      <a:pt x="531" y="129"/>
                    </a:cubicBezTo>
                    <a:cubicBezTo>
                      <a:pt x="530" y="131"/>
                      <a:pt x="527" y="132"/>
                      <a:pt x="525" y="132"/>
                    </a:cubicBezTo>
                    <a:close/>
                    <a:moveTo>
                      <a:pt x="134" y="130"/>
                    </a:moveTo>
                    <a:cubicBezTo>
                      <a:pt x="134" y="130"/>
                      <a:pt x="133" y="130"/>
                      <a:pt x="133" y="129"/>
                    </a:cubicBezTo>
                    <a:cubicBezTo>
                      <a:pt x="133" y="129"/>
                      <a:pt x="133" y="128"/>
                      <a:pt x="132" y="127"/>
                    </a:cubicBezTo>
                    <a:cubicBezTo>
                      <a:pt x="132" y="127"/>
                      <a:pt x="132" y="126"/>
                      <a:pt x="132" y="125"/>
                    </a:cubicBezTo>
                    <a:cubicBezTo>
                      <a:pt x="137" y="124"/>
                      <a:pt x="137" y="124"/>
                      <a:pt x="137" y="124"/>
                    </a:cubicBezTo>
                    <a:cubicBezTo>
                      <a:pt x="138" y="124"/>
                      <a:pt x="138" y="125"/>
                      <a:pt x="138" y="125"/>
                    </a:cubicBezTo>
                    <a:cubicBezTo>
                      <a:pt x="138" y="126"/>
                      <a:pt x="138" y="127"/>
                      <a:pt x="139" y="127"/>
                    </a:cubicBezTo>
                    <a:cubicBezTo>
                      <a:pt x="139" y="128"/>
                      <a:pt x="139" y="129"/>
                      <a:pt x="139" y="130"/>
                    </a:cubicBezTo>
                    <a:lnTo>
                      <a:pt x="134" y="130"/>
                    </a:lnTo>
                    <a:close/>
                    <a:moveTo>
                      <a:pt x="73" y="126"/>
                    </a:moveTo>
                    <a:cubicBezTo>
                      <a:pt x="72" y="126"/>
                      <a:pt x="71" y="125"/>
                      <a:pt x="69" y="124"/>
                    </a:cubicBezTo>
                    <a:cubicBezTo>
                      <a:pt x="70" y="119"/>
                      <a:pt x="70" y="119"/>
                      <a:pt x="70" y="119"/>
                    </a:cubicBezTo>
                    <a:cubicBezTo>
                      <a:pt x="73" y="119"/>
                      <a:pt x="75" y="120"/>
                      <a:pt x="77" y="122"/>
                    </a:cubicBezTo>
                    <a:lnTo>
                      <a:pt x="73" y="126"/>
                    </a:lnTo>
                    <a:close/>
                    <a:moveTo>
                      <a:pt x="45" y="125"/>
                    </a:moveTo>
                    <a:cubicBezTo>
                      <a:pt x="40" y="122"/>
                      <a:pt x="40" y="122"/>
                      <a:pt x="40" y="122"/>
                    </a:cubicBezTo>
                    <a:cubicBezTo>
                      <a:pt x="41" y="120"/>
                      <a:pt x="43" y="119"/>
                      <a:pt x="44" y="118"/>
                    </a:cubicBezTo>
                    <a:cubicBezTo>
                      <a:pt x="45" y="118"/>
                      <a:pt x="45" y="118"/>
                      <a:pt x="45" y="117"/>
                    </a:cubicBezTo>
                    <a:cubicBezTo>
                      <a:pt x="48" y="122"/>
                      <a:pt x="48" y="122"/>
                      <a:pt x="48" y="122"/>
                    </a:cubicBezTo>
                    <a:cubicBezTo>
                      <a:pt x="48" y="122"/>
                      <a:pt x="48" y="123"/>
                      <a:pt x="47" y="123"/>
                    </a:cubicBezTo>
                    <a:cubicBezTo>
                      <a:pt x="46" y="123"/>
                      <a:pt x="46" y="124"/>
                      <a:pt x="45" y="125"/>
                    </a:cubicBezTo>
                    <a:close/>
                    <a:moveTo>
                      <a:pt x="145" y="125"/>
                    </a:moveTo>
                    <a:cubicBezTo>
                      <a:pt x="144" y="125"/>
                      <a:pt x="142" y="125"/>
                      <a:pt x="141" y="124"/>
                    </a:cubicBezTo>
                    <a:cubicBezTo>
                      <a:pt x="143" y="119"/>
                      <a:pt x="143" y="119"/>
                      <a:pt x="143" y="119"/>
                    </a:cubicBezTo>
                    <a:cubicBezTo>
                      <a:pt x="144" y="119"/>
                      <a:pt x="144" y="119"/>
                      <a:pt x="145" y="119"/>
                    </a:cubicBezTo>
                    <a:cubicBezTo>
                      <a:pt x="145" y="119"/>
                      <a:pt x="146" y="119"/>
                      <a:pt x="147" y="119"/>
                    </a:cubicBezTo>
                    <a:cubicBezTo>
                      <a:pt x="149" y="124"/>
                      <a:pt x="149" y="124"/>
                      <a:pt x="149" y="124"/>
                    </a:cubicBezTo>
                    <a:cubicBezTo>
                      <a:pt x="147" y="125"/>
                      <a:pt x="146" y="125"/>
                      <a:pt x="145" y="125"/>
                    </a:cubicBezTo>
                    <a:close/>
                    <a:moveTo>
                      <a:pt x="554" y="124"/>
                    </a:moveTo>
                    <a:cubicBezTo>
                      <a:pt x="554" y="122"/>
                      <a:pt x="554" y="120"/>
                      <a:pt x="554" y="118"/>
                    </a:cubicBezTo>
                    <a:cubicBezTo>
                      <a:pt x="559" y="118"/>
                      <a:pt x="559" y="118"/>
                      <a:pt x="559" y="118"/>
                    </a:cubicBezTo>
                    <a:cubicBezTo>
                      <a:pt x="560" y="119"/>
                      <a:pt x="560" y="121"/>
                      <a:pt x="560" y="123"/>
                    </a:cubicBezTo>
                    <a:lnTo>
                      <a:pt x="554" y="124"/>
                    </a:lnTo>
                    <a:close/>
                    <a:moveTo>
                      <a:pt x="56" y="121"/>
                    </a:moveTo>
                    <a:cubicBezTo>
                      <a:pt x="55" y="119"/>
                      <a:pt x="54" y="117"/>
                      <a:pt x="54" y="116"/>
                    </a:cubicBezTo>
                    <a:cubicBezTo>
                      <a:pt x="54" y="116"/>
                      <a:pt x="54" y="115"/>
                      <a:pt x="54" y="115"/>
                    </a:cubicBezTo>
                    <a:cubicBezTo>
                      <a:pt x="59" y="112"/>
                      <a:pt x="59" y="112"/>
                      <a:pt x="59" y="112"/>
                    </a:cubicBezTo>
                    <a:cubicBezTo>
                      <a:pt x="59" y="113"/>
                      <a:pt x="59" y="114"/>
                      <a:pt x="60" y="115"/>
                    </a:cubicBezTo>
                    <a:cubicBezTo>
                      <a:pt x="60" y="115"/>
                      <a:pt x="60" y="117"/>
                      <a:pt x="61" y="118"/>
                    </a:cubicBezTo>
                    <a:lnTo>
                      <a:pt x="56" y="121"/>
                    </a:lnTo>
                    <a:close/>
                    <a:moveTo>
                      <a:pt x="516" y="120"/>
                    </a:moveTo>
                    <a:cubicBezTo>
                      <a:pt x="516" y="119"/>
                      <a:pt x="516" y="118"/>
                      <a:pt x="515" y="117"/>
                    </a:cubicBezTo>
                    <a:cubicBezTo>
                      <a:pt x="515" y="115"/>
                      <a:pt x="515" y="115"/>
                      <a:pt x="515" y="114"/>
                    </a:cubicBezTo>
                    <a:cubicBezTo>
                      <a:pt x="521" y="113"/>
                      <a:pt x="521" y="113"/>
                      <a:pt x="521" y="113"/>
                    </a:cubicBezTo>
                    <a:cubicBezTo>
                      <a:pt x="521" y="114"/>
                      <a:pt x="521" y="115"/>
                      <a:pt x="521" y="116"/>
                    </a:cubicBezTo>
                    <a:cubicBezTo>
                      <a:pt x="521" y="117"/>
                      <a:pt x="521" y="118"/>
                      <a:pt x="522" y="119"/>
                    </a:cubicBezTo>
                    <a:lnTo>
                      <a:pt x="516" y="120"/>
                    </a:lnTo>
                    <a:close/>
                    <a:moveTo>
                      <a:pt x="534" y="119"/>
                    </a:moveTo>
                    <a:cubicBezTo>
                      <a:pt x="530" y="115"/>
                      <a:pt x="530" y="115"/>
                      <a:pt x="530" y="115"/>
                    </a:cubicBezTo>
                    <a:cubicBezTo>
                      <a:pt x="531" y="114"/>
                      <a:pt x="531" y="113"/>
                      <a:pt x="532" y="113"/>
                    </a:cubicBezTo>
                    <a:cubicBezTo>
                      <a:pt x="533" y="112"/>
                      <a:pt x="533" y="112"/>
                      <a:pt x="534" y="111"/>
                    </a:cubicBezTo>
                    <a:cubicBezTo>
                      <a:pt x="539" y="114"/>
                      <a:pt x="539" y="114"/>
                      <a:pt x="539" y="114"/>
                    </a:cubicBezTo>
                    <a:cubicBezTo>
                      <a:pt x="538" y="116"/>
                      <a:pt x="537" y="117"/>
                      <a:pt x="535" y="118"/>
                    </a:cubicBezTo>
                    <a:cubicBezTo>
                      <a:pt x="535" y="118"/>
                      <a:pt x="535" y="118"/>
                      <a:pt x="534" y="119"/>
                    </a:cubicBezTo>
                    <a:close/>
                    <a:moveTo>
                      <a:pt x="159" y="118"/>
                    </a:moveTo>
                    <a:cubicBezTo>
                      <a:pt x="156" y="113"/>
                      <a:pt x="156" y="113"/>
                      <a:pt x="156" y="113"/>
                    </a:cubicBezTo>
                    <a:cubicBezTo>
                      <a:pt x="158" y="112"/>
                      <a:pt x="159" y="111"/>
                      <a:pt x="161" y="110"/>
                    </a:cubicBezTo>
                    <a:cubicBezTo>
                      <a:pt x="164" y="114"/>
                      <a:pt x="164" y="114"/>
                      <a:pt x="164" y="114"/>
                    </a:cubicBezTo>
                    <a:cubicBezTo>
                      <a:pt x="163" y="115"/>
                      <a:pt x="161" y="117"/>
                      <a:pt x="159" y="118"/>
                    </a:cubicBezTo>
                    <a:close/>
                    <a:moveTo>
                      <a:pt x="264" y="114"/>
                    </a:moveTo>
                    <a:cubicBezTo>
                      <a:pt x="262" y="114"/>
                      <a:pt x="260" y="113"/>
                      <a:pt x="258" y="110"/>
                    </a:cubicBezTo>
                    <a:cubicBezTo>
                      <a:pt x="263" y="107"/>
                      <a:pt x="263" y="107"/>
                      <a:pt x="263" y="107"/>
                    </a:cubicBezTo>
                    <a:cubicBezTo>
                      <a:pt x="263" y="108"/>
                      <a:pt x="264" y="108"/>
                      <a:pt x="264" y="108"/>
                    </a:cubicBezTo>
                    <a:cubicBezTo>
                      <a:pt x="264" y="108"/>
                      <a:pt x="264" y="108"/>
                      <a:pt x="264" y="108"/>
                    </a:cubicBezTo>
                    <a:cubicBezTo>
                      <a:pt x="265" y="110"/>
                      <a:pt x="265" y="110"/>
                      <a:pt x="265" y="110"/>
                    </a:cubicBezTo>
                    <a:cubicBezTo>
                      <a:pt x="266" y="113"/>
                      <a:pt x="266" y="113"/>
                      <a:pt x="266" y="113"/>
                    </a:cubicBezTo>
                    <a:cubicBezTo>
                      <a:pt x="265" y="113"/>
                      <a:pt x="264" y="114"/>
                      <a:pt x="264" y="114"/>
                    </a:cubicBezTo>
                    <a:close/>
                    <a:moveTo>
                      <a:pt x="549" y="113"/>
                    </a:moveTo>
                    <a:cubicBezTo>
                      <a:pt x="548" y="113"/>
                      <a:pt x="547" y="113"/>
                      <a:pt x="545" y="112"/>
                    </a:cubicBezTo>
                    <a:cubicBezTo>
                      <a:pt x="547" y="107"/>
                      <a:pt x="547" y="107"/>
                      <a:pt x="547" y="107"/>
                    </a:cubicBezTo>
                    <a:cubicBezTo>
                      <a:pt x="549" y="107"/>
                      <a:pt x="550" y="107"/>
                      <a:pt x="550" y="107"/>
                    </a:cubicBezTo>
                    <a:cubicBezTo>
                      <a:pt x="553" y="112"/>
                      <a:pt x="553" y="112"/>
                      <a:pt x="553" y="112"/>
                    </a:cubicBezTo>
                    <a:cubicBezTo>
                      <a:pt x="552" y="113"/>
                      <a:pt x="551" y="113"/>
                      <a:pt x="549" y="113"/>
                    </a:cubicBezTo>
                    <a:close/>
                    <a:moveTo>
                      <a:pt x="277" y="110"/>
                    </a:moveTo>
                    <a:cubicBezTo>
                      <a:pt x="275" y="104"/>
                      <a:pt x="275" y="104"/>
                      <a:pt x="275" y="104"/>
                    </a:cubicBezTo>
                    <a:cubicBezTo>
                      <a:pt x="277" y="103"/>
                      <a:pt x="279" y="103"/>
                      <a:pt x="281" y="102"/>
                    </a:cubicBezTo>
                    <a:cubicBezTo>
                      <a:pt x="283" y="107"/>
                      <a:pt x="283" y="107"/>
                      <a:pt x="283" y="107"/>
                    </a:cubicBezTo>
                    <a:cubicBezTo>
                      <a:pt x="281" y="108"/>
                      <a:pt x="279" y="109"/>
                      <a:pt x="277" y="110"/>
                    </a:cubicBezTo>
                    <a:close/>
                    <a:moveTo>
                      <a:pt x="527" y="108"/>
                    </a:moveTo>
                    <a:cubicBezTo>
                      <a:pt x="523" y="104"/>
                      <a:pt x="523" y="104"/>
                      <a:pt x="523" y="104"/>
                    </a:cubicBezTo>
                    <a:cubicBezTo>
                      <a:pt x="525" y="103"/>
                      <a:pt x="525" y="102"/>
                      <a:pt x="526" y="101"/>
                    </a:cubicBezTo>
                    <a:cubicBezTo>
                      <a:pt x="531" y="102"/>
                      <a:pt x="531" y="102"/>
                      <a:pt x="531" y="102"/>
                    </a:cubicBezTo>
                    <a:cubicBezTo>
                      <a:pt x="531" y="105"/>
                      <a:pt x="529" y="107"/>
                      <a:pt x="527" y="108"/>
                    </a:cubicBezTo>
                    <a:close/>
                    <a:moveTo>
                      <a:pt x="173" y="107"/>
                    </a:moveTo>
                    <a:cubicBezTo>
                      <a:pt x="170" y="102"/>
                      <a:pt x="170" y="102"/>
                      <a:pt x="170" y="102"/>
                    </a:cubicBezTo>
                    <a:cubicBezTo>
                      <a:pt x="173" y="100"/>
                      <a:pt x="175" y="100"/>
                      <a:pt x="177" y="100"/>
                    </a:cubicBezTo>
                    <a:cubicBezTo>
                      <a:pt x="177" y="106"/>
                      <a:pt x="177" y="106"/>
                      <a:pt x="177" y="106"/>
                    </a:cubicBezTo>
                    <a:cubicBezTo>
                      <a:pt x="176" y="106"/>
                      <a:pt x="174" y="106"/>
                      <a:pt x="173" y="107"/>
                    </a:cubicBezTo>
                    <a:close/>
                    <a:moveTo>
                      <a:pt x="190" y="107"/>
                    </a:moveTo>
                    <a:cubicBezTo>
                      <a:pt x="188" y="101"/>
                      <a:pt x="188" y="101"/>
                      <a:pt x="188" y="101"/>
                    </a:cubicBezTo>
                    <a:cubicBezTo>
                      <a:pt x="188" y="101"/>
                      <a:pt x="188" y="101"/>
                      <a:pt x="188" y="101"/>
                    </a:cubicBezTo>
                    <a:cubicBezTo>
                      <a:pt x="188" y="101"/>
                      <a:pt x="188" y="100"/>
                      <a:pt x="188" y="99"/>
                    </a:cubicBezTo>
                    <a:cubicBezTo>
                      <a:pt x="188" y="99"/>
                      <a:pt x="188" y="98"/>
                      <a:pt x="188" y="98"/>
                    </a:cubicBezTo>
                    <a:cubicBezTo>
                      <a:pt x="194" y="99"/>
                      <a:pt x="194" y="99"/>
                      <a:pt x="194" y="99"/>
                    </a:cubicBezTo>
                    <a:cubicBezTo>
                      <a:pt x="194" y="100"/>
                      <a:pt x="194" y="100"/>
                      <a:pt x="194" y="101"/>
                    </a:cubicBezTo>
                    <a:cubicBezTo>
                      <a:pt x="193" y="101"/>
                      <a:pt x="193" y="102"/>
                      <a:pt x="193" y="103"/>
                    </a:cubicBezTo>
                    <a:cubicBezTo>
                      <a:pt x="193" y="105"/>
                      <a:pt x="191" y="106"/>
                      <a:pt x="190" y="107"/>
                    </a:cubicBezTo>
                    <a:close/>
                    <a:moveTo>
                      <a:pt x="254" y="102"/>
                    </a:moveTo>
                    <a:cubicBezTo>
                      <a:pt x="253" y="101"/>
                      <a:pt x="251" y="101"/>
                      <a:pt x="249" y="102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49" y="96"/>
                      <a:pt x="249" y="96"/>
                      <a:pt x="249" y="96"/>
                    </a:cubicBezTo>
                    <a:cubicBezTo>
                      <a:pt x="249" y="96"/>
                      <a:pt x="249" y="96"/>
                      <a:pt x="249" y="96"/>
                    </a:cubicBezTo>
                    <a:cubicBezTo>
                      <a:pt x="251" y="96"/>
                      <a:pt x="253" y="95"/>
                      <a:pt x="255" y="96"/>
                    </a:cubicBezTo>
                    <a:lnTo>
                      <a:pt x="254" y="102"/>
                    </a:lnTo>
                    <a:close/>
                    <a:moveTo>
                      <a:pt x="236" y="98"/>
                    </a:moveTo>
                    <a:cubicBezTo>
                      <a:pt x="235" y="97"/>
                      <a:pt x="233" y="97"/>
                      <a:pt x="232" y="96"/>
                    </a:cubicBezTo>
                    <a:cubicBezTo>
                      <a:pt x="231" y="95"/>
                      <a:pt x="231" y="95"/>
                      <a:pt x="231" y="95"/>
                    </a:cubicBezTo>
                    <a:cubicBezTo>
                      <a:pt x="234" y="90"/>
                      <a:pt x="234" y="90"/>
                      <a:pt x="234" y="90"/>
                    </a:cubicBezTo>
                    <a:cubicBezTo>
                      <a:pt x="235" y="91"/>
                      <a:pt x="235" y="91"/>
                      <a:pt x="235" y="91"/>
                    </a:cubicBezTo>
                    <a:cubicBezTo>
                      <a:pt x="236" y="92"/>
                      <a:pt x="238" y="92"/>
                      <a:pt x="239" y="93"/>
                    </a:cubicBezTo>
                    <a:lnTo>
                      <a:pt x="236" y="98"/>
                    </a:lnTo>
                    <a:close/>
                    <a:moveTo>
                      <a:pt x="292" y="97"/>
                    </a:moveTo>
                    <a:cubicBezTo>
                      <a:pt x="286" y="96"/>
                      <a:pt x="286" y="96"/>
                      <a:pt x="286" y="96"/>
                    </a:cubicBezTo>
                    <a:cubicBezTo>
                      <a:pt x="286" y="96"/>
                      <a:pt x="286" y="95"/>
                      <a:pt x="286" y="94"/>
                    </a:cubicBezTo>
                    <a:cubicBezTo>
                      <a:pt x="286" y="93"/>
                      <a:pt x="286" y="92"/>
                      <a:pt x="287" y="90"/>
                    </a:cubicBezTo>
                    <a:cubicBezTo>
                      <a:pt x="292" y="91"/>
                      <a:pt x="292" y="91"/>
                      <a:pt x="292" y="91"/>
                    </a:cubicBezTo>
                    <a:cubicBezTo>
                      <a:pt x="292" y="92"/>
                      <a:pt x="292" y="94"/>
                      <a:pt x="292" y="95"/>
                    </a:cubicBezTo>
                    <a:cubicBezTo>
                      <a:pt x="292" y="95"/>
                      <a:pt x="292" y="96"/>
                      <a:pt x="292" y="97"/>
                    </a:cubicBezTo>
                    <a:close/>
                    <a:moveTo>
                      <a:pt x="196" y="94"/>
                    </a:moveTo>
                    <a:cubicBezTo>
                      <a:pt x="196" y="94"/>
                      <a:pt x="196" y="94"/>
                      <a:pt x="196" y="94"/>
                    </a:cubicBezTo>
                    <a:cubicBezTo>
                      <a:pt x="196" y="92"/>
                      <a:pt x="196" y="91"/>
                      <a:pt x="195" y="89"/>
                    </a:cubicBezTo>
                    <a:cubicBezTo>
                      <a:pt x="198" y="88"/>
                      <a:pt x="198" y="88"/>
                      <a:pt x="198" y="88"/>
                    </a:cubicBezTo>
                    <a:cubicBezTo>
                      <a:pt x="201" y="87"/>
                      <a:pt x="201" y="87"/>
                      <a:pt x="201" y="87"/>
                    </a:cubicBezTo>
                    <a:cubicBezTo>
                      <a:pt x="201" y="89"/>
                      <a:pt x="202" y="91"/>
                      <a:pt x="202" y="94"/>
                    </a:cubicBezTo>
                    <a:lnTo>
                      <a:pt x="196" y="94"/>
                    </a:lnTo>
                    <a:close/>
                    <a:moveTo>
                      <a:pt x="534" y="92"/>
                    </a:moveTo>
                    <a:cubicBezTo>
                      <a:pt x="530" y="88"/>
                      <a:pt x="530" y="88"/>
                      <a:pt x="530" y="88"/>
                    </a:cubicBezTo>
                    <a:cubicBezTo>
                      <a:pt x="530" y="88"/>
                      <a:pt x="531" y="87"/>
                      <a:pt x="532" y="86"/>
                    </a:cubicBezTo>
                    <a:cubicBezTo>
                      <a:pt x="533" y="86"/>
                      <a:pt x="534" y="85"/>
                      <a:pt x="535" y="85"/>
                    </a:cubicBezTo>
                    <a:cubicBezTo>
                      <a:pt x="538" y="90"/>
                      <a:pt x="538" y="90"/>
                      <a:pt x="538" y="90"/>
                    </a:cubicBezTo>
                    <a:cubicBezTo>
                      <a:pt x="538" y="90"/>
                      <a:pt x="538" y="90"/>
                      <a:pt x="538" y="90"/>
                    </a:cubicBezTo>
                    <a:cubicBezTo>
                      <a:pt x="537" y="90"/>
                      <a:pt x="536" y="91"/>
                      <a:pt x="535" y="91"/>
                    </a:cubicBezTo>
                    <a:cubicBezTo>
                      <a:pt x="535" y="92"/>
                      <a:pt x="534" y="92"/>
                      <a:pt x="534" y="92"/>
                    </a:cubicBezTo>
                    <a:close/>
                    <a:moveTo>
                      <a:pt x="321" y="92"/>
                    </a:moveTo>
                    <a:cubicBezTo>
                      <a:pt x="321" y="91"/>
                      <a:pt x="321" y="90"/>
                      <a:pt x="321" y="89"/>
                    </a:cubicBezTo>
                    <a:cubicBezTo>
                      <a:pt x="320" y="88"/>
                      <a:pt x="320" y="87"/>
                      <a:pt x="320" y="86"/>
                    </a:cubicBezTo>
                    <a:cubicBezTo>
                      <a:pt x="325" y="85"/>
                      <a:pt x="325" y="85"/>
                      <a:pt x="325" y="85"/>
                    </a:cubicBezTo>
                    <a:cubicBezTo>
                      <a:pt x="326" y="86"/>
                      <a:pt x="326" y="87"/>
                      <a:pt x="326" y="88"/>
                    </a:cubicBezTo>
                    <a:cubicBezTo>
                      <a:pt x="326" y="89"/>
                      <a:pt x="327" y="90"/>
                      <a:pt x="327" y="90"/>
                    </a:cubicBezTo>
                    <a:lnTo>
                      <a:pt x="321" y="92"/>
                    </a:lnTo>
                    <a:close/>
                    <a:moveTo>
                      <a:pt x="333" y="87"/>
                    </a:moveTo>
                    <a:cubicBezTo>
                      <a:pt x="327" y="87"/>
                      <a:pt x="327" y="87"/>
                      <a:pt x="327" y="87"/>
                    </a:cubicBezTo>
                    <a:cubicBezTo>
                      <a:pt x="327" y="86"/>
                      <a:pt x="327" y="86"/>
                      <a:pt x="327" y="86"/>
                    </a:cubicBezTo>
                    <a:cubicBezTo>
                      <a:pt x="327" y="82"/>
                      <a:pt x="327" y="82"/>
                      <a:pt x="327" y="82"/>
                    </a:cubicBezTo>
                    <a:cubicBezTo>
                      <a:pt x="327" y="81"/>
                      <a:pt x="327" y="81"/>
                      <a:pt x="327" y="81"/>
                    </a:cubicBezTo>
                    <a:cubicBezTo>
                      <a:pt x="333" y="81"/>
                      <a:pt x="333" y="81"/>
                      <a:pt x="333" y="81"/>
                    </a:cubicBezTo>
                    <a:cubicBezTo>
                      <a:pt x="333" y="82"/>
                      <a:pt x="333" y="82"/>
                      <a:pt x="333" y="82"/>
                    </a:cubicBezTo>
                    <a:cubicBezTo>
                      <a:pt x="333" y="86"/>
                      <a:pt x="333" y="86"/>
                      <a:pt x="333" y="86"/>
                    </a:cubicBezTo>
                    <a:lnTo>
                      <a:pt x="333" y="87"/>
                    </a:lnTo>
                    <a:close/>
                    <a:moveTo>
                      <a:pt x="311" y="85"/>
                    </a:moveTo>
                    <a:cubicBezTo>
                      <a:pt x="308" y="83"/>
                      <a:pt x="307" y="80"/>
                      <a:pt x="307" y="79"/>
                    </a:cubicBezTo>
                    <a:cubicBezTo>
                      <a:pt x="312" y="77"/>
                      <a:pt x="312" y="77"/>
                      <a:pt x="312" y="77"/>
                    </a:cubicBezTo>
                    <a:cubicBezTo>
                      <a:pt x="312" y="77"/>
                      <a:pt x="312" y="77"/>
                      <a:pt x="312" y="77"/>
                    </a:cubicBezTo>
                    <a:cubicBezTo>
                      <a:pt x="313" y="79"/>
                      <a:pt x="313" y="80"/>
                      <a:pt x="314" y="81"/>
                    </a:cubicBezTo>
                    <a:lnTo>
                      <a:pt x="311" y="85"/>
                    </a:lnTo>
                    <a:close/>
                    <a:moveTo>
                      <a:pt x="223" y="85"/>
                    </a:moveTo>
                    <a:cubicBezTo>
                      <a:pt x="223" y="83"/>
                      <a:pt x="222" y="82"/>
                      <a:pt x="222" y="81"/>
                    </a:cubicBezTo>
                    <a:cubicBezTo>
                      <a:pt x="222" y="80"/>
                      <a:pt x="222" y="79"/>
                      <a:pt x="222" y="79"/>
                    </a:cubicBezTo>
                    <a:cubicBezTo>
                      <a:pt x="228" y="77"/>
                      <a:pt x="228" y="77"/>
                      <a:pt x="228" y="77"/>
                    </a:cubicBezTo>
                    <a:cubicBezTo>
                      <a:pt x="228" y="78"/>
                      <a:pt x="228" y="79"/>
                      <a:pt x="228" y="80"/>
                    </a:cubicBezTo>
                    <a:cubicBezTo>
                      <a:pt x="228" y="81"/>
                      <a:pt x="228" y="82"/>
                      <a:pt x="229" y="83"/>
                    </a:cubicBezTo>
                    <a:lnTo>
                      <a:pt x="223" y="85"/>
                    </a:lnTo>
                    <a:close/>
                    <a:moveTo>
                      <a:pt x="297" y="84"/>
                    </a:moveTo>
                    <a:cubicBezTo>
                      <a:pt x="294" y="79"/>
                      <a:pt x="294" y="79"/>
                      <a:pt x="294" y="79"/>
                    </a:cubicBezTo>
                    <a:cubicBezTo>
                      <a:pt x="294" y="79"/>
                      <a:pt x="294" y="79"/>
                      <a:pt x="295" y="78"/>
                    </a:cubicBezTo>
                    <a:cubicBezTo>
                      <a:pt x="297" y="76"/>
                      <a:pt x="299" y="76"/>
                      <a:pt x="300" y="76"/>
                    </a:cubicBezTo>
                    <a:cubicBezTo>
                      <a:pt x="301" y="82"/>
                      <a:pt x="301" y="82"/>
                      <a:pt x="301" y="82"/>
                    </a:cubicBezTo>
                    <a:cubicBezTo>
                      <a:pt x="300" y="82"/>
                      <a:pt x="300" y="82"/>
                      <a:pt x="298" y="83"/>
                    </a:cubicBezTo>
                    <a:cubicBezTo>
                      <a:pt x="298" y="83"/>
                      <a:pt x="297" y="84"/>
                      <a:pt x="297" y="84"/>
                    </a:cubicBezTo>
                    <a:close/>
                    <a:moveTo>
                      <a:pt x="547" y="79"/>
                    </a:moveTo>
                    <a:cubicBezTo>
                      <a:pt x="541" y="78"/>
                      <a:pt x="541" y="78"/>
                      <a:pt x="541" y="78"/>
                    </a:cubicBezTo>
                    <a:cubicBezTo>
                      <a:pt x="542" y="76"/>
                      <a:pt x="542" y="75"/>
                      <a:pt x="542" y="73"/>
                    </a:cubicBezTo>
                    <a:cubicBezTo>
                      <a:pt x="548" y="73"/>
                      <a:pt x="548" y="73"/>
                      <a:pt x="548" y="73"/>
                    </a:cubicBezTo>
                    <a:cubicBezTo>
                      <a:pt x="548" y="75"/>
                      <a:pt x="547" y="77"/>
                      <a:pt x="547" y="79"/>
                    </a:cubicBezTo>
                    <a:close/>
                    <a:moveTo>
                      <a:pt x="201" y="79"/>
                    </a:moveTo>
                    <a:cubicBezTo>
                      <a:pt x="197" y="75"/>
                      <a:pt x="197" y="75"/>
                      <a:pt x="197" y="75"/>
                    </a:cubicBezTo>
                    <a:cubicBezTo>
                      <a:pt x="197" y="75"/>
                      <a:pt x="197" y="75"/>
                      <a:pt x="197" y="75"/>
                    </a:cubicBezTo>
                    <a:cubicBezTo>
                      <a:pt x="199" y="74"/>
                      <a:pt x="200" y="73"/>
                      <a:pt x="200" y="71"/>
                    </a:cubicBezTo>
                    <a:cubicBezTo>
                      <a:pt x="205" y="75"/>
                      <a:pt x="205" y="75"/>
                      <a:pt x="205" y="75"/>
                    </a:cubicBezTo>
                    <a:cubicBezTo>
                      <a:pt x="204" y="76"/>
                      <a:pt x="203" y="78"/>
                      <a:pt x="201" y="79"/>
                    </a:cubicBezTo>
                    <a:close/>
                    <a:moveTo>
                      <a:pt x="364" y="79"/>
                    </a:moveTo>
                    <a:cubicBezTo>
                      <a:pt x="363" y="79"/>
                      <a:pt x="362" y="79"/>
                      <a:pt x="361" y="79"/>
                    </a:cubicBezTo>
                    <a:cubicBezTo>
                      <a:pt x="362" y="73"/>
                      <a:pt x="362" y="73"/>
                      <a:pt x="362" y="73"/>
                    </a:cubicBezTo>
                    <a:cubicBezTo>
                      <a:pt x="363" y="73"/>
                      <a:pt x="364" y="73"/>
                      <a:pt x="364" y="73"/>
                    </a:cubicBezTo>
                    <a:cubicBezTo>
                      <a:pt x="364" y="73"/>
                      <a:pt x="363" y="74"/>
                      <a:pt x="363" y="75"/>
                    </a:cubicBezTo>
                    <a:cubicBezTo>
                      <a:pt x="368" y="73"/>
                      <a:pt x="368" y="73"/>
                      <a:pt x="368" y="73"/>
                    </a:cubicBezTo>
                    <a:cubicBezTo>
                      <a:pt x="368" y="73"/>
                      <a:pt x="369" y="73"/>
                      <a:pt x="369" y="74"/>
                    </a:cubicBezTo>
                    <a:cubicBezTo>
                      <a:pt x="369" y="74"/>
                      <a:pt x="369" y="75"/>
                      <a:pt x="369" y="75"/>
                    </a:cubicBezTo>
                    <a:cubicBezTo>
                      <a:pt x="369" y="75"/>
                      <a:pt x="369" y="79"/>
                      <a:pt x="364" y="79"/>
                    </a:cubicBezTo>
                    <a:close/>
                    <a:moveTo>
                      <a:pt x="345" y="77"/>
                    </a:moveTo>
                    <a:cubicBezTo>
                      <a:pt x="345" y="77"/>
                      <a:pt x="344" y="77"/>
                      <a:pt x="344" y="77"/>
                    </a:cubicBezTo>
                    <a:cubicBezTo>
                      <a:pt x="345" y="72"/>
                      <a:pt x="345" y="72"/>
                      <a:pt x="345" y="72"/>
                    </a:cubicBezTo>
                    <a:cubicBezTo>
                      <a:pt x="347" y="71"/>
                      <a:pt x="349" y="71"/>
                      <a:pt x="350" y="71"/>
                    </a:cubicBezTo>
                    <a:cubicBezTo>
                      <a:pt x="351" y="77"/>
                      <a:pt x="351" y="77"/>
                      <a:pt x="351" y="77"/>
                    </a:cubicBezTo>
                    <a:cubicBezTo>
                      <a:pt x="349" y="77"/>
                      <a:pt x="348" y="77"/>
                      <a:pt x="346" y="77"/>
                    </a:cubicBezTo>
                    <a:cubicBezTo>
                      <a:pt x="346" y="77"/>
                      <a:pt x="346" y="77"/>
                      <a:pt x="345" y="77"/>
                    </a:cubicBezTo>
                    <a:close/>
                    <a:moveTo>
                      <a:pt x="336" y="72"/>
                    </a:moveTo>
                    <a:cubicBezTo>
                      <a:pt x="331" y="68"/>
                      <a:pt x="331" y="68"/>
                      <a:pt x="331" y="68"/>
                    </a:cubicBezTo>
                    <a:cubicBezTo>
                      <a:pt x="331" y="68"/>
                      <a:pt x="331" y="68"/>
                      <a:pt x="332" y="68"/>
                    </a:cubicBezTo>
                    <a:cubicBezTo>
                      <a:pt x="333" y="66"/>
                      <a:pt x="335" y="64"/>
                      <a:pt x="337" y="64"/>
                    </a:cubicBezTo>
                    <a:cubicBezTo>
                      <a:pt x="339" y="69"/>
                      <a:pt x="339" y="69"/>
                      <a:pt x="339" y="69"/>
                    </a:cubicBezTo>
                    <a:cubicBezTo>
                      <a:pt x="338" y="70"/>
                      <a:pt x="337" y="70"/>
                      <a:pt x="336" y="72"/>
                    </a:cubicBezTo>
                    <a:close/>
                    <a:moveTo>
                      <a:pt x="216" y="72"/>
                    </a:moveTo>
                    <a:cubicBezTo>
                      <a:pt x="215" y="71"/>
                      <a:pt x="213" y="71"/>
                      <a:pt x="212" y="70"/>
                    </a:cubicBezTo>
                    <a:cubicBezTo>
                      <a:pt x="212" y="65"/>
                      <a:pt x="212" y="65"/>
                      <a:pt x="212" y="65"/>
                    </a:cubicBezTo>
                    <a:cubicBezTo>
                      <a:pt x="215" y="65"/>
                      <a:pt x="217" y="66"/>
                      <a:pt x="219" y="67"/>
                    </a:cubicBezTo>
                    <a:lnTo>
                      <a:pt x="216" y="72"/>
                    </a:lnTo>
                    <a:close/>
                    <a:moveTo>
                      <a:pt x="353" y="67"/>
                    </a:moveTo>
                    <a:cubicBezTo>
                      <a:pt x="351" y="67"/>
                      <a:pt x="350" y="66"/>
                      <a:pt x="349" y="64"/>
                    </a:cubicBezTo>
                    <a:cubicBezTo>
                      <a:pt x="348" y="63"/>
                      <a:pt x="348" y="63"/>
                      <a:pt x="348" y="62"/>
                    </a:cubicBezTo>
                    <a:cubicBezTo>
                      <a:pt x="348" y="61"/>
                      <a:pt x="348" y="59"/>
                      <a:pt x="349" y="58"/>
                    </a:cubicBezTo>
                    <a:cubicBezTo>
                      <a:pt x="354" y="61"/>
                      <a:pt x="354" y="61"/>
                      <a:pt x="354" y="61"/>
                    </a:cubicBezTo>
                    <a:cubicBezTo>
                      <a:pt x="354" y="62"/>
                      <a:pt x="354" y="62"/>
                      <a:pt x="354" y="62"/>
                    </a:cubicBezTo>
                    <a:cubicBezTo>
                      <a:pt x="354" y="62"/>
                      <a:pt x="354" y="61"/>
                      <a:pt x="354" y="61"/>
                    </a:cubicBezTo>
                    <a:cubicBezTo>
                      <a:pt x="354" y="61"/>
                      <a:pt x="354" y="61"/>
                      <a:pt x="353" y="61"/>
                    </a:cubicBezTo>
                    <a:lnTo>
                      <a:pt x="353" y="67"/>
                    </a:lnTo>
                    <a:close/>
                    <a:moveTo>
                      <a:pt x="366" y="65"/>
                    </a:moveTo>
                    <a:cubicBezTo>
                      <a:pt x="360" y="62"/>
                      <a:pt x="360" y="62"/>
                      <a:pt x="360" y="62"/>
                    </a:cubicBezTo>
                    <a:cubicBezTo>
                      <a:pt x="361" y="62"/>
                      <a:pt x="362" y="60"/>
                      <a:pt x="362" y="60"/>
                    </a:cubicBezTo>
                    <a:cubicBezTo>
                      <a:pt x="362" y="61"/>
                      <a:pt x="363" y="62"/>
                      <a:pt x="364" y="62"/>
                    </a:cubicBezTo>
                    <a:cubicBezTo>
                      <a:pt x="364" y="56"/>
                      <a:pt x="364" y="56"/>
                      <a:pt x="364" y="56"/>
                    </a:cubicBezTo>
                    <a:cubicBezTo>
                      <a:pt x="366" y="56"/>
                      <a:pt x="368" y="58"/>
                      <a:pt x="368" y="60"/>
                    </a:cubicBezTo>
                    <a:cubicBezTo>
                      <a:pt x="368" y="61"/>
                      <a:pt x="367" y="63"/>
                      <a:pt x="366" y="65"/>
                    </a:cubicBezTo>
                    <a:close/>
                    <a:moveTo>
                      <a:pt x="540" y="62"/>
                    </a:moveTo>
                    <a:cubicBezTo>
                      <a:pt x="540" y="61"/>
                      <a:pt x="540" y="59"/>
                      <a:pt x="540" y="58"/>
                    </a:cubicBezTo>
                    <a:cubicBezTo>
                      <a:pt x="540" y="57"/>
                      <a:pt x="540" y="55"/>
                      <a:pt x="541" y="54"/>
                    </a:cubicBezTo>
                    <a:cubicBezTo>
                      <a:pt x="546" y="58"/>
                      <a:pt x="546" y="58"/>
                      <a:pt x="546" y="58"/>
                    </a:cubicBezTo>
                    <a:cubicBezTo>
                      <a:pt x="546" y="58"/>
                      <a:pt x="546" y="58"/>
                      <a:pt x="546" y="58"/>
                    </a:cubicBezTo>
                    <a:cubicBezTo>
                      <a:pt x="546" y="59"/>
                      <a:pt x="546" y="60"/>
                      <a:pt x="546" y="61"/>
                    </a:cubicBezTo>
                    <a:lnTo>
                      <a:pt x="540" y="62"/>
                    </a:lnTo>
                    <a:close/>
                    <a:moveTo>
                      <a:pt x="379" y="60"/>
                    </a:moveTo>
                    <a:cubicBezTo>
                      <a:pt x="375" y="59"/>
                      <a:pt x="373" y="57"/>
                      <a:pt x="372" y="54"/>
                    </a:cubicBezTo>
                    <a:cubicBezTo>
                      <a:pt x="378" y="53"/>
                      <a:pt x="378" y="53"/>
                      <a:pt x="378" y="53"/>
                    </a:cubicBezTo>
                    <a:cubicBezTo>
                      <a:pt x="378" y="53"/>
                      <a:pt x="378" y="53"/>
                      <a:pt x="378" y="53"/>
                    </a:cubicBezTo>
                    <a:cubicBezTo>
                      <a:pt x="378" y="53"/>
                      <a:pt x="379" y="54"/>
                      <a:pt x="380" y="54"/>
                    </a:cubicBezTo>
                    <a:lnTo>
                      <a:pt x="379" y="60"/>
                    </a:lnTo>
                    <a:close/>
                    <a:moveTo>
                      <a:pt x="362" y="54"/>
                    </a:moveTo>
                    <a:cubicBezTo>
                      <a:pt x="359" y="49"/>
                      <a:pt x="359" y="49"/>
                      <a:pt x="359" y="49"/>
                    </a:cubicBezTo>
                    <a:cubicBezTo>
                      <a:pt x="360" y="48"/>
                      <a:pt x="363" y="47"/>
                      <a:pt x="365" y="46"/>
                    </a:cubicBezTo>
                    <a:cubicBezTo>
                      <a:pt x="366" y="52"/>
                      <a:pt x="366" y="52"/>
                      <a:pt x="366" y="52"/>
                    </a:cubicBezTo>
                    <a:cubicBezTo>
                      <a:pt x="365" y="52"/>
                      <a:pt x="364" y="53"/>
                      <a:pt x="362" y="54"/>
                    </a:cubicBezTo>
                    <a:close/>
                    <a:moveTo>
                      <a:pt x="387" y="51"/>
                    </a:moveTo>
                    <a:cubicBezTo>
                      <a:pt x="383" y="47"/>
                      <a:pt x="383" y="47"/>
                      <a:pt x="383" y="47"/>
                    </a:cubicBezTo>
                    <a:cubicBezTo>
                      <a:pt x="384" y="46"/>
                      <a:pt x="385" y="46"/>
                      <a:pt x="386" y="45"/>
                    </a:cubicBezTo>
                    <a:cubicBezTo>
                      <a:pt x="387" y="45"/>
                      <a:pt x="388" y="44"/>
                      <a:pt x="388" y="44"/>
                    </a:cubicBezTo>
                    <a:cubicBezTo>
                      <a:pt x="392" y="48"/>
                      <a:pt x="392" y="48"/>
                      <a:pt x="392" y="48"/>
                    </a:cubicBezTo>
                    <a:cubicBezTo>
                      <a:pt x="391" y="49"/>
                      <a:pt x="390" y="50"/>
                      <a:pt x="389" y="50"/>
                    </a:cubicBezTo>
                    <a:cubicBezTo>
                      <a:pt x="388" y="51"/>
                      <a:pt x="388" y="51"/>
                      <a:pt x="387" y="51"/>
                    </a:cubicBezTo>
                    <a:close/>
                    <a:moveTo>
                      <a:pt x="555" y="51"/>
                    </a:moveTo>
                    <a:cubicBezTo>
                      <a:pt x="550" y="47"/>
                      <a:pt x="550" y="47"/>
                      <a:pt x="550" y="47"/>
                    </a:cubicBezTo>
                    <a:cubicBezTo>
                      <a:pt x="551" y="46"/>
                      <a:pt x="551" y="46"/>
                      <a:pt x="551" y="46"/>
                    </a:cubicBezTo>
                    <a:cubicBezTo>
                      <a:pt x="552" y="45"/>
                      <a:pt x="553" y="43"/>
                      <a:pt x="554" y="42"/>
                    </a:cubicBezTo>
                    <a:cubicBezTo>
                      <a:pt x="558" y="47"/>
                      <a:pt x="558" y="47"/>
                      <a:pt x="558" y="47"/>
                    </a:cubicBezTo>
                    <a:cubicBezTo>
                      <a:pt x="558" y="47"/>
                      <a:pt x="557" y="48"/>
                      <a:pt x="556" y="50"/>
                    </a:cubicBezTo>
                    <a:lnTo>
                      <a:pt x="555" y="51"/>
                    </a:lnTo>
                    <a:close/>
                    <a:moveTo>
                      <a:pt x="415" y="47"/>
                    </a:moveTo>
                    <a:cubicBezTo>
                      <a:pt x="415" y="47"/>
                      <a:pt x="414" y="46"/>
                      <a:pt x="413" y="46"/>
                    </a:cubicBezTo>
                    <a:cubicBezTo>
                      <a:pt x="412" y="45"/>
                      <a:pt x="410" y="43"/>
                      <a:pt x="410" y="41"/>
                    </a:cubicBezTo>
                    <a:cubicBezTo>
                      <a:pt x="410" y="41"/>
                      <a:pt x="410" y="40"/>
                      <a:pt x="410" y="39"/>
                    </a:cubicBezTo>
                    <a:cubicBezTo>
                      <a:pt x="416" y="42"/>
                      <a:pt x="416" y="42"/>
                      <a:pt x="416" y="42"/>
                    </a:cubicBezTo>
                    <a:cubicBezTo>
                      <a:pt x="416" y="42"/>
                      <a:pt x="416" y="41"/>
                      <a:pt x="416" y="41"/>
                    </a:cubicBezTo>
                    <a:cubicBezTo>
                      <a:pt x="416" y="41"/>
                      <a:pt x="416" y="40"/>
                      <a:pt x="416" y="40"/>
                    </a:cubicBezTo>
                    <a:cubicBezTo>
                      <a:pt x="416" y="40"/>
                      <a:pt x="416" y="41"/>
                      <a:pt x="417" y="41"/>
                    </a:cubicBezTo>
                    <a:cubicBezTo>
                      <a:pt x="417" y="41"/>
                      <a:pt x="418" y="42"/>
                      <a:pt x="418" y="42"/>
                    </a:cubicBezTo>
                    <a:lnTo>
                      <a:pt x="415" y="47"/>
                    </a:lnTo>
                    <a:close/>
                    <a:moveTo>
                      <a:pt x="546" y="43"/>
                    </a:moveTo>
                    <a:cubicBezTo>
                      <a:pt x="541" y="40"/>
                      <a:pt x="541" y="40"/>
                      <a:pt x="541" y="40"/>
                    </a:cubicBezTo>
                    <a:cubicBezTo>
                      <a:pt x="542" y="38"/>
                      <a:pt x="544" y="37"/>
                      <a:pt x="547" y="37"/>
                    </a:cubicBezTo>
                    <a:cubicBezTo>
                      <a:pt x="548" y="37"/>
                      <a:pt x="548" y="37"/>
                      <a:pt x="549" y="37"/>
                    </a:cubicBezTo>
                    <a:cubicBezTo>
                      <a:pt x="549" y="43"/>
                      <a:pt x="549" y="43"/>
                      <a:pt x="549" y="43"/>
                    </a:cubicBezTo>
                    <a:cubicBezTo>
                      <a:pt x="547" y="43"/>
                      <a:pt x="547" y="43"/>
                      <a:pt x="547" y="43"/>
                    </a:cubicBezTo>
                    <a:cubicBezTo>
                      <a:pt x="547" y="43"/>
                      <a:pt x="546" y="43"/>
                      <a:pt x="546" y="43"/>
                    </a:cubicBezTo>
                    <a:close/>
                    <a:moveTo>
                      <a:pt x="429" y="42"/>
                    </a:moveTo>
                    <a:cubicBezTo>
                      <a:pt x="423" y="41"/>
                      <a:pt x="423" y="41"/>
                      <a:pt x="423" y="41"/>
                    </a:cubicBezTo>
                    <a:cubicBezTo>
                      <a:pt x="426" y="42"/>
                      <a:pt x="426" y="42"/>
                      <a:pt x="426" y="42"/>
                    </a:cubicBezTo>
                    <a:cubicBezTo>
                      <a:pt x="423" y="41"/>
                      <a:pt x="423" y="41"/>
                      <a:pt x="423" y="41"/>
                    </a:cubicBezTo>
                    <a:cubicBezTo>
                      <a:pt x="423" y="41"/>
                      <a:pt x="423" y="41"/>
                      <a:pt x="423" y="40"/>
                    </a:cubicBezTo>
                    <a:cubicBezTo>
                      <a:pt x="422" y="39"/>
                      <a:pt x="422" y="38"/>
                      <a:pt x="422" y="37"/>
                    </a:cubicBezTo>
                    <a:cubicBezTo>
                      <a:pt x="427" y="35"/>
                      <a:pt x="427" y="35"/>
                      <a:pt x="427" y="35"/>
                    </a:cubicBezTo>
                    <a:cubicBezTo>
                      <a:pt x="427" y="36"/>
                      <a:pt x="428" y="37"/>
                      <a:pt x="428" y="38"/>
                    </a:cubicBezTo>
                    <a:cubicBezTo>
                      <a:pt x="429" y="39"/>
                      <a:pt x="429" y="40"/>
                      <a:pt x="429" y="41"/>
                    </a:cubicBezTo>
                    <a:cubicBezTo>
                      <a:pt x="429" y="42"/>
                      <a:pt x="429" y="42"/>
                      <a:pt x="429" y="42"/>
                    </a:cubicBezTo>
                    <a:close/>
                    <a:moveTo>
                      <a:pt x="534" y="41"/>
                    </a:moveTo>
                    <a:cubicBezTo>
                      <a:pt x="532" y="38"/>
                      <a:pt x="532" y="38"/>
                      <a:pt x="532" y="38"/>
                    </a:cubicBezTo>
                    <a:cubicBezTo>
                      <a:pt x="532" y="37"/>
                      <a:pt x="531" y="35"/>
                      <a:pt x="531" y="34"/>
                    </a:cubicBezTo>
                    <a:cubicBezTo>
                      <a:pt x="537" y="34"/>
                      <a:pt x="537" y="34"/>
                      <a:pt x="537" y="34"/>
                    </a:cubicBezTo>
                    <a:cubicBezTo>
                      <a:pt x="537" y="34"/>
                      <a:pt x="537" y="34"/>
                      <a:pt x="537" y="35"/>
                    </a:cubicBezTo>
                    <a:cubicBezTo>
                      <a:pt x="539" y="38"/>
                      <a:pt x="539" y="38"/>
                      <a:pt x="539" y="38"/>
                    </a:cubicBezTo>
                    <a:lnTo>
                      <a:pt x="534" y="41"/>
                    </a:lnTo>
                    <a:close/>
                    <a:moveTo>
                      <a:pt x="466" y="40"/>
                    </a:moveTo>
                    <a:cubicBezTo>
                      <a:pt x="461" y="36"/>
                      <a:pt x="461" y="36"/>
                      <a:pt x="461" y="36"/>
                    </a:cubicBezTo>
                    <a:cubicBezTo>
                      <a:pt x="462" y="36"/>
                      <a:pt x="462" y="34"/>
                      <a:pt x="463" y="33"/>
                    </a:cubicBezTo>
                    <a:cubicBezTo>
                      <a:pt x="464" y="32"/>
                      <a:pt x="464" y="32"/>
                      <a:pt x="464" y="32"/>
                    </a:cubicBezTo>
                    <a:cubicBezTo>
                      <a:pt x="469" y="34"/>
                      <a:pt x="469" y="34"/>
                      <a:pt x="469" y="34"/>
                    </a:cubicBezTo>
                    <a:cubicBezTo>
                      <a:pt x="468" y="35"/>
                      <a:pt x="468" y="35"/>
                      <a:pt x="468" y="35"/>
                    </a:cubicBezTo>
                    <a:cubicBezTo>
                      <a:pt x="468" y="37"/>
                      <a:pt x="467" y="39"/>
                      <a:pt x="466" y="40"/>
                    </a:cubicBezTo>
                    <a:close/>
                    <a:moveTo>
                      <a:pt x="448" y="38"/>
                    </a:moveTo>
                    <a:cubicBezTo>
                      <a:pt x="446" y="37"/>
                      <a:pt x="444" y="36"/>
                      <a:pt x="443" y="34"/>
                    </a:cubicBezTo>
                    <a:cubicBezTo>
                      <a:pt x="442" y="33"/>
                      <a:pt x="442" y="32"/>
                      <a:pt x="442" y="31"/>
                    </a:cubicBezTo>
                    <a:cubicBezTo>
                      <a:pt x="448" y="30"/>
                      <a:pt x="448" y="30"/>
                      <a:pt x="448" y="30"/>
                    </a:cubicBezTo>
                    <a:cubicBezTo>
                      <a:pt x="448" y="31"/>
                      <a:pt x="448" y="31"/>
                      <a:pt x="448" y="31"/>
                    </a:cubicBezTo>
                    <a:cubicBezTo>
                      <a:pt x="448" y="31"/>
                      <a:pt x="449" y="32"/>
                      <a:pt x="449" y="32"/>
                    </a:cubicBezTo>
                    <a:lnTo>
                      <a:pt x="448" y="38"/>
                    </a:lnTo>
                    <a:close/>
                    <a:moveTo>
                      <a:pt x="397" y="36"/>
                    </a:moveTo>
                    <a:cubicBezTo>
                      <a:pt x="397" y="36"/>
                      <a:pt x="396" y="36"/>
                      <a:pt x="396" y="36"/>
                    </a:cubicBezTo>
                    <a:cubicBezTo>
                      <a:pt x="396" y="36"/>
                      <a:pt x="396" y="36"/>
                      <a:pt x="396" y="36"/>
                    </a:cubicBezTo>
                    <a:cubicBezTo>
                      <a:pt x="390" y="34"/>
                      <a:pt x="390" y="34"/>
                      <a:pt x="390" y="34"/>
                    </a:cubicBezTo>
                    <a:cubicBezTo>
                      <a:pt x="391" y="32"/>
                      <a:pt x="393" y="30"/>
                      <a:pt x="396" y="30"/>
                    </a:cubicBezTo>
                    <a:cubicBezTo>
                      <a:pt x="396" y="30"/>
                      <a:pt x="397" y="30"/>
                      <a:pt x="398" y="31"/>
                    </a:cubicBezTo>
                    <a:lnTo>
                      <a:pt x="397" y="36"/>
                    </a:lnTo>
                    <a:close/>
                    <a:moveTo>
                      <a:pt x="413" y="34"/>
                    </a:moveTo>
                    <a:cubicBezTo>
                      <a:pt x="412" y="34"/>
                      <a:pt x="411" y="34"/>
                      <a:pt x="410" y="34"/>
                    </a:cubicBezTo>
                    <a:cubicBezTo>
                      <a:pt x="408" y="28"/>
                      <a:pt x="408" y="28"/>
                      <a:pt x="408" y="28"/>
                    </a:cubicBezTo>
                    <a:cubicBezTo>
                      <a:pt x="411" y="28"/>
                      <a:pt x="414" y="28"/>
                      <a:pt x="416" y="29"/>
                    </a:cubicBezTo>
                    <a:lnTo>
                      <a:pt x="413" y="34"/>
                    </a:lnTo>
                    <a:close/>
                    <a:moveTo>
                      <a:pt x="457" y="32"/>
                    </a:moveTo>
                    <a:cubicBezTo>
                      <a:pt x="457" y="32"/>
                      <a:pt x="457" y="31"/>
                      <a:pt x="457" y="31"/>
                    </a:cubicBezTo>
                    <a:cubicBezTo>
                      <a:pt x="456" y="31"/>
                      <a:pt x="456" y="30"/>
                      <a:pt x="456" y="30"/>
                    </a:cubicBezTo>
                    <a:cubicBezTo>
                      <a:pt x="457" y="25"/>
                      <a:pt x="457" y="25"/>
                      <a:pt x="457" y="25"/>
                    </a:cubicBezTo>
                    <a:cubicBezTo>
                      <a:pt x="459" y="25"/>
                      <a:pt x="461" y="26"/>
                      <a:pt x="462" y="28"/>
                    </a:cubicBezTo>
                    <a:cubicBezTo>
                      <a:pt x="462" y="29"/>
                      <a:pt x="463" y="30"/>
                      <a:pt x="463" y="32"/>
                    </a:cubicBezTo>
                    <a:lnTo>
                      <a:pt x="457" y="32"/>
                    </a:lnTo>
                    <a:close/>
                    <a:moveTo>
                      <a:pt x="432" y="28"/>
                    </a:moveTo>
                    <a:cubicBezTo>
                      <a:pt x="427" y="27"/>
                      <a:pt x="427" y="27"/>
                      <a:pt x="427" y="27"/>
                    </a:cubicBezTo>
                    <a:cubicBezTo>
                      <a:pt x="430" y="28"/>
                      <a:pt x="430" y="28"/>
                      <a:pt x="430" y="28"/>
                    </a:cubicBezTo>
                    <a:cubicBezTo>
                      <a:pt x="427" y="27"/>
                      <a:pt x="427" y="27"/>
                      <a:pt x="427" y="27"/>
                    </a:cubicBezTo>
                    <a:cubicBezTo>
                      <a:pt x="427" y="26"/>
                      <a:pt x="427" y="23"/>
                      <a:pt x="429" y="20"/>
                    </a:cubicBezTo>
                    <a:cubicBezTo>
                      <a:pt x="433" y="24"/>
                      <a:pt x="433" y="24"/>
                      <a:pt x="433" y="24"/>
                    </a:cubicBezTo>
                    <a:cubicBezTo>
                      <a:pt x="433" y="25"/>
                      <a:pt x="433" y="26"/>
                      <a:pt x="433" y="27"/>
                    </a:cubicBezTo>
                    <a:lnTo>
                      <a:pt x="432" y="28"/>
                    </a:lnTo>
                    <a:close/>
                    <a:moveTo>
                      <a:pt x="543" y="25"/>
                    </a:moveTo>
                    <a:cubicBezTo>
                      <a:pt x="537" y="23"/>
                      <a:pt x="537" y="23"/>
                      <a:pt x="537" y="23"/>
                    </a:cubicBezTo>
                    <a:cubicBezTo>
                      <a:pt x="538" y="22"/>
                      <a:pt x="538" y="20"/>
                      <a:pt x="538" y="18"/>
                    </a:cubicBezTo>
                    <a:cubicBezTo>
                      <a:pt x="544" y="19"/>
                      <a:pt x="544" y="19"/>
                      <a:pt x="544" y="19"/>
                    </a:cubicBezTo>
                    <a:cubicBezTo>
                      <a:pt x="544" y="21"/>
                      <a:pt x="543" y="23"/>
                      <a:pt x="543" y="25"/>
                    </a:cubicBezTo>
                    <a:close/>
                    <a:moveTo>
                      <a:pt x="475" y="25"/>
                    </a:moveTo>
                    <a:cubicBezTo>
                      <a:pt x="470" y="22"/>
                      <a:pt x="470" y="22"/>
                      <a:pt x="470" y="22"/>
                    </a:cubicBezTo>
                    <a:cubicBezTo>
                      <a:pt x="472" y="19"/>
                      <a:pt x="473" y="18"/>
                      <a:pt x="474" y="17"/>
                    </a:cubicBezTo>
                    <a:cubicBezTo>
                      <a:pt x="478" y="21"/>
                      <a:pt x="478" y="21"/>
                      <a:pt x="478" y="21"/>
                    </a:cubicBezTo>
                    <a:cubicBezTo>
                      <a:pt x="477" y="22"/>
                      <a:pt x="477" y="22"/>
                      <a:pt x="475" y="25"/>
                    </a:cubicBezTo>
                    <a:close/>
                    <a:moveTo>
                      <a:pt x="444" y="21"/>
                    </a:moveTo>
                    <a:cubicBezTo>
                      <a:pt x="443" y="21"/>
                      <a:pt x="443" y="20"/>
                      <a:pt x="441" y="20"/>
                    </a:cubicBezTo>
                    <a:cubicBezTo>
                      <a:pt x="440" y="20"/>
                      <a:pt x="440" y="20"/>
                      <a:pt x="440" y="20"/>
                    </a:cubicBezTo>
                    <a:cubicBezTo>
                      <a:pt x="441" y="14"/>
                      <a:pt x="441" y="14"/>
                      <a:pt x="441" y="14"/>
                    </a:cubicBezTo>
                    <a:cubicBezTo>
                      <a:pt x="442" y="14"/>
                      <a:pt x="442" y="14"/>
                      <a:pt x="442" y="14"/>
                    </a:cubicBezTo>
                    <a:cubicBezTo>
                      <a:pt x="445" y="15"/>
                      <a:pt x="447" y="16"/>
                      <a:pt x="448" y="18"/>
                    </a:cubicBezTo>
                    <a:lnTo>
                      <a:pt x="444" y="21"/>
                    </a:lnTo>
                    <a:close/>
                    <a:moveTo>
                      <a:pt x="500" y="12"/>
                    </a:moveTo>
                    <a:cubicBezTo>
                      <a:pt x="499" y="12"/>
                      <a:pt x="498" y="11"/>
                      <a:pt x="498" y="10"/>
                    </a:cubicBezTo>
                    <a:cubicBezTo>
                      <a:pt x="496" y="9"/>
                      <a:pt x="496" y="9"/>
                      <a:pt x="495" y="9"/>
                    </a:cubicBezTo>
                    <a:cubicBezTo>
                      <a:pt x="498" y="3"/>
                      <a:pt x="498" y="3"/>
                      <a:pt x="498" y="3"/>
                    </a:cubicBezTo>
                    <a:cubicBezTo>
                      <a:pt x="499" y="4"/>
                      <a:pt x="500" y="5"/>
                      <a:pt x="502" y="6"/>
                    </a:cubicBezTo>
                    <a:cubicBezTo>
                      <a:pt x="502" y="6"/>
                      <a:pt x="502" y="6"/>
                      <a:pt x="502" y="7"/>
                    </a:cubicBezTo>
                    <a:lnTo>
                      <a:pt x="500" y="12"/>
                    </a:lnTo>
                    <a:close/>
                    <a:moveTo>
                      <a:pt x="485" y="11"/>
                    </a:moveTo>
                    <a:cubicBezTo>
                      <a:pt x="480" y="10"/>
                      <a:pt x="480" y="10"/>
                      <a:pt x="480" y="10"/>
                    </a:cubicBezTo>
                    <a:cubicBezTo>
                      <a:pt x="480" y="7"/>
                      <a:pt x="482" y="5"/>
                      <a:pt x="483" y="4"/>
                    </a:cubicBezTo>
                    <a:cubicBezTo>
                      <a:pt x="487" y="8"/>
                      <a:pt x="487" y="8"/>
                      <a:pt x="487" y="8"/>
                    </a:cubicBezTo>
                    <a:cubicBezTo>
                      <a:pt x="486" y="9"/>
                      <a:pt x="486" y="10"/>
                      <a:pt x="485" y="11"/>
                    </a:cubicBezTo>
                    <a:close/>
                    <a:moveTo>
                      <a:pt x="538" y="10"/>
                    </a:moveTo>
                    <a:cubicBezTo>
                      <a:pt x="537" y="10"/>
                      <a:pt x="536" y="10"/>
                      <a:pt x="533" y="9"/>
                    </a:cubicBezTo>
                    <a:cubicBezTo>
                      <a:pt x="534" y="3"/>
                      <a:pt x="534" y="3"/>
                      <a:pt x="534" y="3"/>
                    </a:cubicBezTo>
                    <a:cubicBezTo>
                      <a:pt x="537" y="4"/>
                      <a:pt x="539" y="4"/>
                      <a:pt x="541" y="5"/>
                    </a:cubicBezTo>
                    <a:lnTo>
                      <a:pt x="538" y="10"/>
                    </a:lnTo>
                    <a:close/>
                    <a:moveTo>
                      <a:pt x="514" y="9"/>
                    </a:moveTo>
                    <a:cubicBezTo>
                      <a:pt x="509" y="6"/>
                      <a:pt x="509" y="6"/>
                      <a:pt x="509" y="6"/>
                    </a:cubicBezTo>
                    <a:cubicBezTo>
                      <a:pt x="510" y="5"/>
                      <a:pt x="510" y="3"/>
                      <a:pt x="510" y="1"/>
                    </a:cubicBezTo>
                    <a:cubicBezTo>
                      <a:pt x="516" y="2"/>
                      <a:pt x="516" y="2"/>
                      <a:pt x="516" y="2"/>
                    </a:cubicBezTo>
                    <a:cubicBezTo>
                      <a:pt x="516" y="2"/>
                      <a:pt x="515" y="3"/>
                      <a:pt x="515" y="3"/>
                    </a:cubicBezTo>
                    <a:cubicBezTo>
                      <a:pt x="520" y="0"/>
                      <a:pt x="520" y="0"/>
                      <a:pt x="520" y="0"/>
                    </a:cubicBezTo>
                    <a:cubicBezTo>
                      <a:pt x="521" y="1"/>
                      <a:pt x="522" y="2"/>
                      <a:pt x="523" y="3"/>
                    </a:cubicBezTo>
                    <a:cubicBezTo>
                      <a:pt x="521" y="8"/>
                      <a:pt x="521" y="8"/>
                      <a:pt x="521" y="8"/>
                    </a:cubicBezTo>
                    <a:cubicBezTo>
                      <a:pt x="519" y="7"/>
                      <a:pt x="517" y="6"/>
                      <a:pt x="515" y="4"/>
                    </a:cubicBezTo>
                    <a:cubicBezTo>
                      <a:pt x="515" y="5"/>
                      <a:pt x="515" y="7"/>
                      <a:pt x="514" y="9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ï$ļíḓe"/>
              <p:cNvSpPr/>
              <p:nvPr/>
            </p:nvSpPr>
            <p:spPr bwMode="auto">
              <a:xfrm>
                <a:off x="6524625" y="4289425"/>
                <a:ext cx="304800" cy="1085850"/>
              </a:xfrm>
              <a:custGeom>
                <a:avLst/>
                <a:gdLst>
                  <a:gd name="T0" fmla="*/ 83 w 142"/>
                  <a:gd name="T1" fmla="*/ 490 h 507"/>
                  <a:gd name="T2" fmla="*/ 75 w 142"/>
                  <a:gd name="T3" fmla="*/ 489 h 507"/>
                  <a:gd name="T4" fmla="*/ 75 w 142"/>
                  <a:gd name="T5" fmla="*/ 489 h 507"/>
                  <a:gd name="T6" fmla="*/ 77 w 142"/>
                  <a:gd name="T7" fmla="*/ 474 h 507"/>
                  <a:gd name="T8" fmla="*/ 80 w 142"/>
                  <a:gd name="T9" fmla="*/ 459 h 507"/>
                  <a:gd name="T10" fmla="*/ 88 w 142"/>
                  <a:gd name="T11" fmla="*/ 437 h 507"/>
                  <a:gd name="T12" fmla="*/ 94 w 142"/>
                  <a:gd name="T13" fmla="*/ 438 h 507"/>
                  <a:gd name="T14" fmla="*/ 87 w 142"/>
                  <a:gd name="T15" fmla="*/ 423 h 507"/>
                  <a:gd name="T16" fmla="*/ 45 w 142"/>
                  <a:gd name="T17" fmla="*/ 415 h 507"/>
                  <a:gd name="T18" fmla="*/ 34 w 142"/>
                  <a:gd name="T19" fmla="*/ 409 h 507"/>
                  <a:gd name="T20" fmla="*/ 86 w 142"/>
                  <a:gd name="T21" fmla="*/ 415 h 507"/>
                  <a:gd name="T22" fmla="*/ 56 w 142"/>
                  <a:gd name="T23" fmla="*/ 412 h 507"/>
                  <a:gd name="T24" fmla="*/ 62 w 142"/>
                  <a:gd name="T25" fmla="*/ 417 h 507"/>
                  <a:gd name="T26" fmla="*/ 73 w 142"/>
                  <a:gd name="T27" fmla="*/ 410 h 507"/>
                  <a:gd name="T28" fmla="*/ 46 w 142"/>
                  <a:gd name="T29" fmla="*/ 405 h 507"/>
                  <a:gd name="T30" fmla="*/ 53 w 142"/>
                  <a:gd name="T31" fmla="*/ 388 h 507"/>
                  <a:gd name="T32" fmla="*/ 74 w 142"/>
                  <a:gd name="T33" fmla="*/ 378 h 507"/>
                  <a:gd name="T34" fmla="*/ 55 w 142"/>
                  <a:gd name="T35" fmla="*/ 382 h 507"/>
                  <a:gd name="T36" fmla="*/ 83 w 142"/>
                  <a:gd name="T37" fmla="*/ 364 h 507"/>
                  <a:gd name="T38" fmla="*/ 84 w 142"/>
                  <a:gd name="T39" fmla="*/ 351 h 507"/>
                  <a:gd name="T40" fmla="*/ 78 w 142"/>
                  <a:gd name="T41" fmla="*/ 340 h 507"/>
                  <a:gd name="T42" fmla="*/ 76 w 142"/>
                  <a:gd name="T43" fmla="*/ 331 h 507"/>
                  <a:gd name="T44" fmla="*/ 68 w 142"/>
                  <a:gd name="T45" fmla="*/ 305 h 507"/>
                  <a:gd name="T46" fmla="*/ 73 w 142"/>
                  <a:gd name="T47" fmla="*/ 301 h 507"/>
                  <a:gd name="T48" fmla="*/ 67 w 142"/>
                  <a:gd name="T49" fmla="*/ 281 h 507"/>
                  <a:gd name="T50" fmla="*/ 61 w 142"/>
                  <a:gd name="T51" fmla="*/ 272 h 507"/>
                  <a:gd name="T52" fmla="*/ 67 w 142"/>
                  <a:gd name="T53" fmla="*/ 262 h 507"/>
                  <a:gd name="T54" fmla="*/ 70 w 142"/>
                  <a:gd name="T55" fmla="*/ 241 h 507"/>
                  <a:gd name="T56" fmla="*/ 62 w 142"/>
                  <a:gd name="T57" fmla="*/ 231 h 507"/>
                  <a:gd name="T58" fmla="*/ 55 w 142"/>
                  <a:gd name="T59" fmla="*/ 211 h 507"/>
                  <a:gd name="T60" fmla="*/ 45 w 142"/>
                  <a:gd name="T61" fmla="*/ 209 h 507"/>
                  <a:gd name="T62" fmla="*/ 37 w 142"/>
                  <a:gd name="T63" fmla="*/ 195 h 507"/>
                  <a:gd name="T64" fmla="*/ 34 w 142"/>
                  <a:gd name="T65" fmla="*/ 188 h 507"/>
                  <a:gd name="T66" fmla="*/ 11 w 142"/>
                  <a:gd name="T67" fmla="*/ 174 h 507"/>
                  <a:gd name="T68" fmla="*/ 21 w 142"/>
                  <a:gd name="T69" fmla="*/ 175 h 507"/>
                  <a:gd name="T70" fmla="*/ 4 w 142"/>
                  <a:gd name="T71" fmla="*/ 174 h 507"/>
                  <a:gd name="T72" fmla="*/ 9 w 142"/>
                  <a:gd name="T73" fmla="*/ 167 h 507"/>
                  <a:gd name="T74" fmla="*/ 18 w 142"/>
                  <a:gd name="T75" fmla="*/ 151 h 507"/>
                  <a:gd name="T76" fmla="*/ 18 w 142"/>
                  <a:gd name="T77" fmla="*/ 149 h 507"/>
                  <a:gd name="T78" fmla="*/ 19 w 142"/>
                  <a:gd name="T79" fmla="*/ 132 h 507"/>
                  <a:gd name="T80" fmla="*/ 4 w 142"/>
                  <a:gd name="T81" fmla="*/ 123 h 507"/>
                  <a:gd name="T82" fmla="*/ 12 w 142"/>
                  <a:gd name="T83" fmla="*/ 110 h 507"/>
                  <a:gd name="T84" fmla="*/ 56 w 142"/>
                  <a:gd name="T85" fmla="*/ 102 h 507"/>
                  <a:gd name="T86" fmla="*/ 80 w 142"/>
                  <a:gd name="T87" fmla="*/ 97 h 507"/>
                  <a:gd name="T88" fmla="*/ 21 w 142"/>
                  <a:gd name="T89" fmla="*/ 97 h 507"/>
                  <a:gd name="T90" fmla="*/ 73 w 142"/>
                  <a:gd name="T91" fmla="*/ 97 h 507"/>
                  <a:gd name="T92" fmla="*/ 47 w 142"/>
                  <a:gd name="T93" fmla="*/ 99 h 507"/>
                  <a:gd name="T94" fmla="*/ 94 w 142"/>
                  <a:gd name="T95" fmla="*/ 87 h 507"/>
                  <a:gd name="T96" fmla="*/ 106 w 142"/>
                  <a:gd name="T97" fmla="*/ 82 h 507"/>
                  <a:gd name="T98" fmla="*/ 124 w 142"/>
                  <a:gd name="T99" fmla="*/ 79 h 507"/>
                  <a:gd name="T100" fmla="*/ 135 w 142"/>
                  <a:gd name="T101" fmla="*/ 54 h 507"/>
                  <a:gd name="T102" fmla="*/ 136 w 142"/>
                  <a:gd name="T103" fmla="*/ 38 h 507"/>
                  <a:gd name="T104" fmla="*/ 124 w 142"/>
                  <a:gd name="T105" fmla="*/ 27 h 507"/>
                  <a:gd name="T106" fmla="*/ 115 w 142"/>
                  <a:gd name="T107" fmla="*/ 20 h 507"/>
                  <a:gd name="T108" fmla="*/ 117 w 142"/>
                  <a:gd name="T109" fmla="*/ 20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2" h="507">
                    <a:moveTo>
                      <a:pt x="92" y="507"/>
                    </a:moveTo>
                    <a:cubicBezTo>
                      <a:pt x="86" y="507"/>
                      <a:pt x="86" y="507"/>
                      <a:pt x="86" y="507"/>
                    </a:cubicBezTo>
                    <a:cubicBezTo>
                      <a:pt x="86" y="507"/>
                      <a:pt x="86" y="504"/>
                      <a:pt x="86" y="501"/>
                    </a:cubicBezTo>
                    <a:cubicBezTo>
                      <a:pt x="92" y="501"/>
                      <a:pt x="92" y="501"/>
                      <a:pt x="92" y="501"/>
                    </a:cubicBezTo>
                    <a:cubicBezTo>
                      <a:pt x="92" y="504"/>
                      <a:pt x="92" y="507"/>
                      <a:pt x="92" y="507"/>
                    </a:cubicBezTo>
                    <a:close/>
                    <a:moveTo>
                      <a:pt x="89" y="491"/>
                    </a:moveTo>
                    <a:cubicBezTo>
                      <a:pt x="83" y="490"/>
                      <a:pt x="83" y="490"/>
                      <a:pt x="83" y="490"/>
                    </a:cubicBezTo>
                    <a:cubicBezTo>
                      <a:pt x="83" y="489"/>
                      <a:pt x="83" y="488"/>
                      <a:pt x="83" y="487"/>
                    </a:cubicBezTo>
                    <a:cubicBezTo>
                      <a:pt x="83" y="486"/>
                      <a:pt x="83" y="486"/>
                      <a:pt x="83" y="485"/>
                    </a:cubicBezTo>
                    <a:cubicBezTo>
                      <a:pt x="89" y="484"/>
                      <a:pt x="89" y="484"/>
                      <a:pt x="89" y="484"/>
                    </a:cubicBezTo>
                    <a:cubicBezTo>
                      <a:pt x="89" y="485"/>
                      <a:pt x="89" y="486"/>
                      <a:pt x="89" y="487"/>
                    </a:cubicBezTo>
                    <a:cubicBezTo>
                      <a:pt x="89" y="488"/>
                      <a:pt x="89" y="490"/>
                      <a:pt x="89" y="491"/>
                    </a:cubicBezTo>
                    <a:close/>
                    <a:moveTo>
                      <a:pt x="75" y="489"/>
                    </a:moveTo>
                    <a:cubicBezTo>
                      <a:pt x="75" y="489"/>
                      <a:pt x="75" y="489"/>
                      <a:pt x="75" y="489"/>
                    </a:cubicBezTo>
                    <a:cubicBezTo>
                      <a:pt x="73" y="489"/>
                      <a:pt x="72" y="489"/>
                      <a:pt x="71" y="488"/>
                    </a:cubicBezTo>
                    <a:cubicBezTo>
                      <a:pt x="70" y="487"/>
                      <a:pt x="70" y="486"/>
                      <a:pt x="70" y="485"/>
                    </a:cubicBezTo>
                    <a:cubicBezTo>
                      <a:pt x="75" y="483"/>
                      <a:pt x="75" y="483"/>
                      <a:pt x="75" y="483"/>
                    </a:cubicBezTo>
                    <a:cubicBezTo>
                      <a:pt x="75" y="483"/>
                      <a:pt x="75" y="483"/>
                      <a:pt x="75" y="483"/>
                    </a:cubicBezTo>
                    <a:cubicBezTo>
                      <a:pt x="75" y="483"/>
                      <a:pt x="76" y="483"/>
                      <a:pt x="76" y="483"/>
                    </a:cubicBezTo>
                    <a:cubicBezTo>
                      <a:pt x="78" y="489"/>
                      <a:pt x="78" y="489"/>
                      <a:pt x="78" y="489"/>
                    </a:cubicBezTo>
                    <a:cubicBezTo>
                      <a:pt x="77" y="489"/>
                      <a:pt x="76" y="489"/>
                      <a:pt x="75" y="489"/>
                    </a:cubicBezTo>
                    <a:close/>
                    <a:moveTo>
                      <a:pt x="77" y="474"/>
                    </a:moveTo>
                    <a:cubicBezTo>
                      <a:pt x="71" y="471"/>
                      <a:pt x="71" y="471"/>
                      <a:pt x="71" y="471"/>
                    </a:cubicBezTo>
                    <a:cubicBezTo>
                      <a:pt x="72" y="471"/>
                      <a:pt x="72" y="471"/>
                      <a:pt x="72" y="471"/>
                    </a:cubicBezTo>
                    <a:cubicBezTo>
                      <a:pt x="73" y="469"/>
                      <a:pt x="74" y="468"/>
                      <a:pt x="75" y="466"/>
                    </a:cubicBezTo>
                    <a:cubicBezTo>
                      <a:pt x="79" y="470"/>
                      <a:pt x="79" y="470"/>
                      <a:pt x="79" y="470"/>
                    </a:cubicBezTo>
                    <a:cubicBezTo>
                      <a:pt x="78" y="471"/>
                      <a:pt x="78" y="472"/>
                      <a:pt x="77" y="473"/>
                    </a:cubicBezTo>
                    <a:lnTo>
                      <a:pt x="77" y="474"/>
                    </a:lnTo>
                    <a:close/>
                    <a:moveTo>
                      <a:pt x="80" y="459"/>
                    </a:moveTo>
                    <a:cubicBezTo>
                      <a:pt x="80" y="459"/>
                      <a:pt x="79" y="459"/>
                      <a:pt x="79" y="458"/>
                    </a:cubicBezTo>
                    <a:cubicBezTo>
                      <a:pt x="78" y="457"/>
                      <a:pt x="78" y="456"/>
                      <a:pt x="77" y="455"/>
                    </a:cubicBezTo>
                    <a:cubicBezTo>
                      <a:pt x="81" y="451"/>
                      <a:pt x="81" y="451"/>
                      <a:pt x="81" y="451"/>
                    </a:cubicBezTo>
                    <a:cubicBezTo>
                      <a:pt x="82" y="452"/>
                      <a:pt x="83" y="454"/>
                      <a:pt x="84" y="455"/>
                    </a:cubicBezTo>
                    <a:cubicBezTo>
                      <a:pt x="84" y="455"/>
                      <a:pt x="85" y="456"/>
                      <a:pt x="85" y="457"/>
                    </a:cubicBezTo>
                    <a:lnTo>
                      <a:pt x="80" y="459"/>
                    </a:lnTo>
                    <a:close/>
                    <a:moveTo>
                      <a:pt x="77" y="449"/>
                    </a:moveTo>
                    <a:cubicBezTo>
                      <a:pt x="76" y="443"/>
                      <a:pt x="76" y="443"/>
                      <a:pt x="76" y="443"/>
                    </a:cubicBezTo>
                    <a:cubicBezTo>
                      <a:pt x="78" y="443"/>
                      <a:pt x="79" y="442"/>
                      <a:pt x="80" y="441"/>
                    </a:cubicBezTo>
                    <a:cubicBezTo>
                      <a:pt x="83" y="446"/>
                      <a:pt x="83" y="446"/>
                      <a:pt x="83" y="446"/>
                    </a:cubicBezTo>
                    <a:cubicBezTo>
                      <a:pt x="82" y="447"/>
                      <a:pt x="80" y="448"/>
                      <a:pt x="77" y="449"/>
                    </a:cubicBezTo>
                    <a:close/>
                    <a:moveTo>
                      <a:pt x="94" y="438"/>
                    </a:moveTo>
                    <a:cubicBezTo>
                      <a:pt x="88" y="437"/>
                      <a:pt x="88" y="437"/>
                      <a:pt x="88" y="437"/>
                    </a:cubicBezTo>
                    <a:cubicBezTo>
                      <a:pt x="88" y="437"/>
                      <a:pt x="88" y="436"/>
                      <a:pt x="88" y="436"/>
                    </a:cubicBezTo>
                    <a:cubicBezTo>
                      <a:pt x="88" y="435"/>
                      <a:pt x="88" y="434"/>
                      <a:pt x="88" y="434"/>
                    </a:cubicBezTo>
                    <a:cubicBezTo>
                      <a:pt x="88" y="433"/>
                      <a:pt x="88" y="433"/>
                      <a:pt x="88" y="433"/>
                    </a:cubicBezTo>
                    <a:cubicBezTo>
                      <a:pt x="94" y="431"/>
                      <a:pt x="94" y="431"/>
                      <a:pt x="94" y="431"/>
                    </a:cubicBezTo>
                    <a:cubicBezTo>
                      <a:pt x="94" y="431"/>
                      <a:pt x="94" y="432"/>
                      <a:pt x="94" y="434"/>
                    </a:cubicBezTo>
                    <a:cubicBezTo>
                      <a:pt x="94" y="435"/>
                      <a:pt x="94" y="436"/>
                      <a:pt x="94" y="437"/>
                    </a:cubicBezTo>
                    <a:cubicBezTo>
                      <a:pt x="94" y="437"/>
                      <a:pt x="94" y="438"/>
                      <a:pt x="94" y="438"/>
                    </a:cubicBezTo>
                    <a:close/>
                    <a:moveTo>
                      <a:pt x="88" y="429"/>
                    </a:moveTo>
                    <a:cubicBezTo>
                      <a:pt x="88" y="429"/>
                      <a:pt x="88" y="429"/>
                      <a:pt x="87" y="429"/>
                    </a:cubicBezTo>
                    <a:cubicBezTo>
                      <a:pt x="87" y="429"/>
                      <a:pt x="87" y="429"/>
                      <a:pt x="87" y="429"/>
                    </a:cubicBezTo>
                    <a:cubicBezTo>
                      <a:pt x="87" y="429"/>
                      <a:pt x="87" y="429"/>
                      <a:pt x="87" y="429"/>
                    </a:cubicBezTo>
                    <a:cubicBezTo>
                      <a:pt x="87" y="429"/>
                      <a:pt x="87" y="429"/>
                      <a:pt x="87" y="429"/>
                    </a:cubicBezTo>
                    <a:cubicBezTo>
                      <a:pt x="82" y="427"/>
                      <a:pt x="82" y="427"/>
                      <a:pt x="82" y="427"/>
                    </a:cubicBezTo>
                    <a:cubicBezTo>
                      <a:pt x="83" y="423"/>
                      <a:pt x="85" y="423"/>
                      <a:pt x="87" y="423"/>
                    </a:cubicBezTo>
                    <a:cubicBezTo>
                      <a:pt x="87" y="423"/>
                      <a:pt x="88" y="423"/>
                      <a:pt x="89" y="423"/>
                    </a:cubicBezTo>
                    <a:cubicBezTo>
                      <a:pt x="89" y="423"/>
                      <a:pt x="89" y="423"/>
                      <a:pt x="90" y="423"/>
                    </a:cubicBezTo>
                    <a:lnTo>
                      <a:pt x="88" y="429"/>
                    </a:lnTo>
                    <a:close/>
                    <a:moveTo>
                      <a:pt x="88" y="428"/>
                    </a:moveTo>
                    <a:cubicBezTo>
                      <a:pt x="88" y="428"/>
                      <a:pt x="88" y="428"/>
                      <a:pt x="88" y="428"/>
                    </a:cubicBezTo>
                    <a:close/>
                    <a:moveTo>
                      <a:pt x="48" y="420"/>
                    </a:moveTo>
                    <a:cubicBezTo>
                      <a:pt x="45" y="415"/>
                      <a:pt x="45" y="415"/>
                      <a:pt x="45" y="415"/>
                    </a:cubicBezTo>
                    <a:cubicBezTo>
                      <a:pt x="46" y="415"/>
                      <a:pt x="47" y="413"/>
                      <a:pt x="48" y="412"/>
                    </a:cubicBezTo>
                    <a:cubicBezTo>
                      <a:pt x="53" y="415"/>
                      <a:pt x="53" y="415"/>
                      <a:pt x="53" y="415"/>
                    </a:cubicBezTo>
                    <a:cubicBezTo>
                      <a:pt x="52" y="417"/>
                      <a:pt x="50" y="419"/>
                      <a:pt x="48" y="420"/>
                    </a:cubicBezTo>
                    <a:close/>
                    <a:moveTo>
                      <a:pt x="34" y="418"/>
                    </a:moveTo>
                    <a:cubicBezTo>
                      <a:pt x="34" y="418"/>
                      <a:pt x="33" y="417"/>
                      <a:pt x="33" y="417"/>
                    </a:cubicBezTo>
                    <a:cubicBezTo>
                      <a:pt x="32" y="416"/>
                      <a:pt x="31" y="415"/>
                      <a:pt x="31" y="413"/>
                    </a:cubicBezTo>
                    <a:cubicBezTo>
                      <a:pt x="31" y="412"/>
                      <a:pt x="32" y="411"/>
                      <a:pt x="34" y="409"/>
                    </a:cubicBezTo>
                    <a:cubicBezTo>
                      <a:pt x="37" y="415"/>
                      <a:pt x="37" y="415"/>
                      <a:pt x="37" y="415"/>
                    </a:cubicBezTo>
                    <a:cubicBezTo>
                      <a:pt x="37" y="415"/>
                      <a:pt x="37" y="414"/>
                      <a:pt x="37" y="413"/>
                    </a:cubicBezTo>
                    <a:cubicBezTo>
                      <a:pt x="37" y="413"/>
                      <a:pt x="37" y="413"/>
                      <a:pt x="37" y="412"/>
                    </a:cubicBezTo>
                    <a:cubicBezTo>
                      <a:pt x="37" y="413"/>
                      <a:pt x="38" y="414"/>
                      <a:pt x="38" y="414"/>
                    </a:cubicBezTo>
                    <a:lnTo>
                      <a:pt x="34" y="418"/>
                    </a:lnTo>
                    <a:close/>
                    <a:moveTo>
                      <a:pt x="88" y="417"/>
                    </a:moveTo>
                    <a:cubicBezTo>
                      <a:pt x="87" y="416"/>
                      <a:pt x="87" y="416"/>
                      <a:pt x="86" y="415"/>
                    </a:cubicBezTo>
                    <a:cubicBezTo>
                      <a:pt x="86" y="414"/>
                      <a:pt x="86" y="413"/>
                      <a:pt x="85" y="413"/>
                    </a:cubicBezTo>
                    <a:cubicBezTo>
                      <a:pt x="90" y="409"/>
                      <a:pt x="90" y="409"/>
                      <a:pt x="90" y="409"/>
                    </a:cubicBezTo>
                    <a:cubicBezTo>
                      <a:pt x="90" y="410"/>
                      <a:pt x="91" y="411"/>
                      <a:pt x="91" y="411"/>
                    </a:cubicBezTo>
                    <a:cubicBezTo>
                      <a:pt x="92" y="413"/>
                      <a:pt x="93" y="414"/>
                      <a:pt x="93" y="415"/>
                    </a:cubicBezTo>
                    <a:lnTo>
                      <a:pt x="88" y="417"/>
                    </a:lnTo>
                    <a:close/>
                    <a:moveTo>
                      <a:pt x="62" y="417"/>
                    </a:moveTo>
                    <a:cubicBezTo>
                      <a:pt x="59" y="417"/>
                      <a:pt x="57" y="414"/>
                      <a:pt x="56" y="412"/>
                    </a:cubicBezTo>
                    <a:cubicBezTo>
                      <a:pt x="56" y="412"/>
                      <a:pt x="56" y="412"/>
                      <a:pt x="56" y="412"/>
                    </a:cubicBezTo>
                    <a:cubicBezTo>
                      <a:pt x="61" y="409"/>
                      <a:pt x="61" y="409"/>
                      <a:pt x="61" y="409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62" y="410"/>
                      <a:pt x="62" y="411"/>
                      <a:pt x="62" y="411"/>
                    </a:cubicBezTo>
                    <a:cubicBezTo>
                      <a:pt x="62" y="411"/>
                      <a:pt x="62" y="411"/>
                      <a:pt x="62" y="411"/>
                    </a:cubicBezTo>
                    <a:cubicBezTo>
                      <a:pt x="63" y="417"/>
                      <a:pt x="63" y="417"/>
                      <a:pt x="63" y="417"/>
                    </a:cubicBezTo>
                    <a:cubicBezTo>
                      <a:pt x="63" y="417"/>
                      <a:pt x="62" y="417"/>
                      <a:pt x="62" y="417"/>
                    </a:cubicBezTo>
                    <a:close/>
                    <a:moveTo>
                      <a:pt x="73" y="410"/>
                    </a:moveTo>
                    <a:cubicBezTo>
                      <a:pt x="71" y="404"/>
                      <a:pt x="71" y="404"/>
                      <a:pt x="71" y="404"/>
                    </a:cubicBezTo>
                    <a:cubicBezTo>
                      <a:pt x="73" y="404"/>
                      <a:pt x="75" y="404"/>
                      <a:pt x="77" y="404"/>
                    </a:cubicBezTo>
                    <a:cubicBezTo>
                      <a:pt x="77" y="404"/>
                      <a:pt x="77" y="404"/>
                      <a:pt x="77" y="404"/>
                    </a:cubicBezTo>
                    <a:cubicBezTo>
                      <a:pt x="78" y="409"/>
                      <a:pt x="78" y="409"/>
                      <a:pt x="78" y="409"/>
                    </a:cubicBezTo>
                    <a:cubicBezTo>
                      <a:pt x="77" y="409"/>
                      <a:pt x="77" y="409"/>
                      <a:pt x="77" y="409"/>
                    </a:cubicBezTo>
                    <a:cubicBezTo>
                      <a:pt x="75" y="410"/>
                      <a:pt x="74" y="410"/>
                      <a:pt x="73" y="410"/>
                    </a:cubicBezTo>
                    <a:close/>
                    <a:moveTo>
                      <a:pt x="41" y="405"/>
                    </a:moveTo>
                    <a:cubicBezTo>
                      <a:pt x="40" y="405"/>
                      <a:pt x="40" y="404"/>
                      <a:pt x="40" y="404"/>
                    </a:cubicBezTo>
                    <a:cubicBezTo>
                      <a:pt x="40" y="403"/>
                      <a:pt x="40" y="402"/>
                      <a:pt x="40" y="401"/>
                    </a:cubicBezTo>
                    <a:cubicBezTo>
                      <a:pt x="40" y="400"/>
                      <a:pt x="40" y="399"/>
                      <a:pt x="40" y="398"/>
                    </a:cubicBezTo>
                    <a:cubicBezTo>
                      <a:pt x="45" y="401"/>
                      <a:pt x="45" y="401"/>
                      <a:pt x="45" y="401"/>
                    </a:cubicBezTo>
                    <a:cubicBezTo>
                      <a:pt x="45" y="401"/>
                      <a:pt x="46" y="402"/>
                      <a:pt x="46" y="402"/>
                    </a:cubicBezTo>
                    <a:cubicBezTo>
                      <a:pt x="46" y="403"/>
                      <a:pt x="46" y="404"/>
                      <a:pt x="46" y="405"/>
                    </a:cubicBezTo>
                    <a:lnTo>
                      <a:pt x="41" y="405"/>
                    </a:lnTo>
                    <a:close/>
                    <a:moveTo>
                      <a:pt x="56" y="395"/>
                    </a:moveTo>
                    <a:cubicBezTo>
                      <a:pt x="56" y="395"/>
                      <a:pt x="55" y="395"/>
                      <a:pt x="55" y="395"/>
                    </a:cubicBezTo>
                    <a:cubicBezTo>
                      <a:pt x="54" y="394"/>
                      <a:pt x="53" y="394"/>
                      <a:pt x="53" y="394"/>
                    </a:cubicBezTo>
                    <a:cubicBezTo>
                      <a:pt x="53" y="394"/>
                      <a:pt x="53" y="394"/>
                      <a:pt x="52" y="394"/>
                    </a:cubicBezTo>
                    <a:cubicBezTo>
                      <a:pt x="50" y="389"/>
                      <a:pt x="50" y="389"/>
                      <a:pt x="50" y="389"/>
                    </a:cubicBezTo>
                    <a:cubicBezTo>
                      <a:pt x="51" y="389"/>
                      <a:pt x="52" y="388"/>
                      <a:pt x="53" y="388"/>
                    </a:cubicBezTo>
                    <a:cubicBezTo>
                      <a:pt x="54" y="388"/>
                      <a:pt x="55" y="389"/>
                      <a:pt x="56" y="389"/>
                    </a:cubicBezTo>
                    <a:cubicBezTo>
                      <a:pt x="57" y="389"/>
                      <a:pt x="57" y="389"/>
                      <a:pt x="57" y="389"/>
                    </a:cubicBezTo>
                    <a:lnTo>
                      <a:pt x="56" y="395"/>
                    </a:lnTo>
                    <a:close/>
                    <a:moveTo>
                      <a:pt x="76" y="386"/>
                    </a:moveTo>
                    <a:cubicBezTo>
                      <a:pt x="74" y="381"/>
                      <a:pt x="74" y="381"/>
                      <a:pt x="74" y="381"/>
                    </a:cubicBezTo>
                    <a:cubicBezTo>
                      <a:pt x="74" y="381"/>
                      <a:pt x="74" y="380"/>
                      <a:pt x="74" y="379"/>
                    </a:cubicBezTo>
                    <a:cubicBezTo>
                      <a:pt x="74" y="378"/>
                      <a:pt x="74" y="378"/>
                      <a:pt x="74" y="378"/>
                    </a:cubicBezTo>
                    <a:cubicBezTo>
                      <a:pt x="80" y="378"/>
                      <a:pt x="80" y="378"/>
                      <a:pt x="80" y="378"/>
                    </a:cubicBezTo>
                    <a:cubicBezTo>
                      <a:pt x="80" y="379"/>
                      <a:pt x="80" y="379"/>
                      <a:pt x="80" y="379"/>
                    </a:cubicBezTo>
                    <a:cubicBezTo>
                      <a:pt x="80" y="382"/>
                      <a:pt x="79" y="385"/>
                      <a:pt x="76" y="386"/>
                    </a:cubicBezTo>
                    <a:close/>
                    <a:moveTo>
                      <a:pt x="63" y="385"/>
                    </a:moveTo>
                    <a:cubicBezTo>
                      <a:pt x="61" y="385"/>
                      <a:pt x="60" y="385"/>
                      <a:pt x="59" y="385"/>
                    </a:cubicBezTo>
                    <a:cubicBezTo>
                      <a:pt x="60" y="385"/>
                      <a:pt x="61" y="384"/>
                      <a:pt x="61" y="383"/>
                    </a:cubicBezTo>
                    <a:cubicBezTo>
                      <a:pt x="55" y="382"/>
                      <a:pt x="55" y="382"/>
                      <a:pt x="55" y="382"/>
                    </a:cubicBezTo>
                    <a:cubicBezTo>
                      <a:pt x="55" y="381"/>
                      <a:pt x="56" y="379"/>
                      <a:pt x="59" y="379"/>
                    </a:cubicBezTo>
                    <a:cubicBezTo>
                      <a:pt x="60" y="379"/>
                      <a:pt x="62" y="379"/>
                      <a:pt x="64" y="379"/>
                    </a:cubicBezTo>
                    <a:lnTo>
                      <a:pt x="63" y="385"/>
                    </a:lnTo>
                    <a:close/>
                    <a:moveTo>
                      <a:pt x="87" y="372"/>
                    </a:moveTo>
                    <a:cubicBezTo>
                      <a:pt x="82" y="369"/>
                      <a:pt x="82" y="369"/>
                      <a:pt x="82" y="369"/>
                    </a:cubicBezTo>
                    <a:cubicBezTo>
                      <a:pt x="82" y="368"/>
                      <a:pt x="83" y="367"/>
                      <a:pt x="83" y="365"/>
                    </a:cubicBezTo>
                    <a:cubicBezTo>
                      <a:pt x="83" y="364"/>
                      <a:pt x="83" y="364"/>
                      <a:pt x="83" y="364"/>
                    </a:cubicBezTo>
                    <a:cubicBezTo>
                      <a:pt x="89" y="365"/>
                      <a:pt x="89" y="365"/>
                      <a:pt x="89" y="365"/>
                    </a:cubicBezTo>
                    <a:cubicBezTo>
                      <a:pt x="89" y="366"/>
                      <a:pt x="89" y="366"/>
                      <a:pt x="89" y="366"/>
                    </a:cubicBezTo>
                    <a:cubicBezTo>
                      <a:pt x="88" y="369"/>
                      <a:pt x="88" y="370"/>
                      <a:pt x="87" y="372"/>
                    </a:cubicBezTo>
                    <a:close/>
                    <a:moveTo>
                      <a:pt x="83" y="357"/>
                    </a:moveTo>
                    <a:cubicBezTo>
                      <a:pt x="81" y="357"/>
                      <a:pt x="78" y="356"/>
                      <a:pt x="76" y="354"/>
                    </a:cubicBezTo>
                    <a:cubicBezTo>
                      <a:pt x="80" y="350"/>
                      <a:pt x="80" y="350"/>
                      <a:pt x="80" y="350"/>
                    </a:cubicBezTo>
                    <a:cubicBezTo>
                      <a:pt x="81" y="351"/>
                      <a:pt x="83" y="351"/>
                      <a:pt x="84" y="351"/>
                    </a:cubicBezTo>
                    <a:lnTo>
                      <a:pt x="83" y="357"/>
                    </a:lnTo>
                    <a:close/>
                    <a:moveTo>
                      <a:pt x="72" y="342"/>
                    </a:moveTo>
                    <a:cubicBezTo>
                      <a:pt x="72" y="341"/>
                      <a:pt x="72" y="341"/>
                      <a:pt x="72" y="341"/>
                    </a:cubicBezTo>
                    <a:cubicBezTo>
                      <a:pt x="71" y="339"/>
                      <a:pt x="71" y="338"/>
                      <a:pt x="71" y="336"/>
                    </a:cubicBezTo>
                    <a:cubicBezTo>
                      <a:pt x="71" y="336"/>
                      <a:pt x="71" y="335"/>
                      <a:pt x="71" y="335"/>
                    </a:cubicBezTo>
                    <a:cubicBezTo>
                      <a:pt x="77" y="336"/>
                      <a:pt x="77" y="336"/>
                      <a:pt x="77" y="336"/>
                    </a:cubicBezTo>
                    <a:cubicBezTo>
                      <a:pt x="77" y="337"/>
                      <a:pt x="77" y="338"/>
                      <a:pt x="78" y="340"/>
                    </a:cubicBezTo>
                    <a:cubicBezTo>
                      <a:pt x="78" y="341"/>
                      <a:pt x="78" y="341"/>
                      <a:pt x="78" y="341"/>
                    </a:cubicBezTo>
                    <a:lnTo>
                      <a:pt x="72" y="342"/>
                    </a:lnTo>
                    <a:close/>
                    <a:moveTo>
                      <a:pt x="76" y="331"/>
                    </a:moveTo>
                    <a:cubicBezTo>
                      <a:pt x="74" y="330"/>
                      <a:pt x="70" y="329"/>
                      <a:pt x="69" y="324"/>
                    </a:cubicBezTo>
                    <a:cubicBezTo>
                      <a:pt x="75" y="324"/>
                      <a:pt x="75" y="324"/>
                      <a:pt x="75" y="324"/>
                    </a:cubicBezTo>
                    <a:cubicBezTo>
                      <a:pt x="75" y="324"/>
                      <a:pt x="76" y="325"/>
                      <a:pt x="77" y="325"/>
                    </a:cubicBezTo>
                    <a:lnTo>
                      <a:pt x="76" y="331"/>
                    </a:lnTo>
                    <a:close/>
                    <a:moveTo>
                      <a:pt x="79" y="314"/>
                    </a:moveTo>
                    <a:cubicBezTo>
                      <a:pt x="73" y="312"/>
                      <a:pt x="73" y="312"/>
                      <a:pt x="73" y="312"/>
                    </a:cubicBezTo>
                    <a:cubicBezTo>
                      <a:pt x="74" y="310"/>
                      <a:pt x="75" y="308"/>
                      <a:pt x="75" y="307"/>
                    </a:cubicBezTo>
                    <a:cubicBezTo>
                      <a:pt x="81" y="309"/>
                      <a:pt x="81" y="309"/>
                      <a:pt x="81" y="309"/>
                    </a:cubicBezTo>
                    <a:cubicBezTo>
                      <a:pt x="81" y="310"/>
                      <a:pt x="80" y="313"/>
                      <a:pt x="79" y="314"/>
                    </a:cubicBezTo>
                    <a:close/>
                    <a:moveTo>
                      <a:pt x="68" y="305"/>
                    </a:moveTo>
                    <a:cubicBezTo>
                      <a:pt x="68" y="305"/>
                      <a:pt x="68" y="305"/>
                      <a:pt x="68" y="305"/>
                    </a:cubicBezTo>
                    <a:cubicBezTo>
                      <a:pt x="68" y="305"/>
                      <a:pt x="67" y="304"/>
                      <a:pt x="67" y="302"/>
                    </a:cubicBezTo>
                    <a:cubicBezTo>
                      <a:pt x="67" y="301"/>
                      <a:pt x="67" y="300"/>
                      <a:pt x="67" y="297"/>
                    </a:cubicBezTo>
                    <a:cubicBezTo>
                      <a:pt x="70" y="298"/>
                      <a:pt x="70" y="298"/>
                      <a:pt x="70" y="298"/>
                    </a:cubicBezTo>
                    <a:cubicBezTo>
                      <a:pt x="73" y="298"/>
                      <a:pt x="73" y="298"/>
                      <a:pt x="73" y="298"/>
                    </a:cubicBezTo>
                    <a:cubicBezTo>
                      <a:pt x="73" y="299"/>
                      <a:pt x="73" y="299"/>
                      <a:pt x="73" y="299"/>
                    </a:cubicBezTo>
                    <a:cubicBezTo>
                      <a:pt x="73" y="299"/>
                      <a:pt x="73" y="301"/>
                      <a:pt x="73" y="301"/>
                    </a:cubicBezTo>
                    <a:cubicBezTo>
                      <a:pt x="73" y="301"/>
                      <a:pt x="73" y="301"/>
                      <a:pt x="73" y="301"/>
                    </a:cubicBezTo>
                    <a:cubicBezTo>
                      <a:pt x="73" y="301"/>
                      <a:pt x="73" y="301"/>
                      <a:pt x="73" y="301"/>
                    </a:cubicBezTo>
                    <a:cubicBezTo>
                      <a:pt x="73" y="302"/>
                      <a:pt x="73" y="302"/>
                      <a:pt x="73" y="302"/>
                    </a:cubicBezTo>
                    <a:cubicBezTo>
                      <a:pt x="73" y="302"/>
                      <a:pt x="73" y="302"/>
                      <a:pt x="73" y="302"/>
                    </a:cubicBezTo>
                    <a:lnTo>
                      <a:pt x="68" y="305"/>
                    </a:lnTo>
                    <a:close/>
                    <a:moveTo>
                      <a:pt x="65" y="287"/>
                    </a:moveTo>
                    <a:cubicBezTo>
                      <a:pt x="64" y="286"/>
                      <a:pt x="64" y="286"/>
                      <a:pt x="64" y="286"/>
                    </a:cubicBezTo>
                    <a:cubicBezTo>
                      <a:pt x="64" y="284"/>
                      <a:pt x="65" y="282"/>
                      <a:pt x="67" y="281"/>
                    </a:cubicBezTo>
                    <a:cubicBezTo>
                      <a:pt x="67" y="280"/>
                      <a:pt x="67" y="280"/>
                      <a:pt x="67" y="280"/>
                    </a:cubicBezTo>
                    <a:cubicBezTo>
                      <a:pt x="72" y="283"/>
                      <a:pt x="72" y="283"/>
                      <a:pt x="72" y="283"/>
                    </a:cubicBezTo>
                    <a:cubicBezTo>
                      <a:pt x="72" y="283"/>
                      <a:pt x="71" y="284"/>
                      <a:pt x="71" y="284"/>
                    </a:cubicBezTo>
                    <a:cubicBezTo>
                      <a:pt x="70" y="285"/>
                      <a:pt x="70" y="286"/>
                      <a:pt x="70" y="286"/>
                    </a:cubicBezTo>
                    <a:lnTo>
                      <a:pt x="65" y="287"/>
                    </a:lnTo>
                    <a:close/>
                    <a:moveTo>
                      <a:pt x="65" y="277"/>
                    </a:moveTo>
                    <a:cubicBezTo>
                      <a:pt x="63" y="276"/>
                      <a:pt x="61" y="275"/>
                      <a:pt x="61" y="272"/>
                    </a:cubicBezTo>
                    <a:cubicBezTo>
                      <a:pt x="61" y="271"/>
                      <a:pt x="62" y="270"/>
                      <a:pt x="62" y="269"/>
                    </a:cubicBezTo>
                    <a:cubicBezTo>
                      <a:pt x="63" y="269"/>
                      <a:pt x="63" y="268"/>
                      <a:pt x="63" y="268"/>
                    </a:cubicBezTo>
                    <a:cubicBezTo>
                      <a:pt x="68" y="272"/>
                      <a:pt x="68" y="272"/>
                      <a:pt x="68" y="272"/>
                    </a:cubicBezTo>
                    <a:cubicBezTo>
                      <a:pt x="67" y="272"/>
                      <a:pt x="67" y="272"/>
                      <a:pt x="67" y="272"/>
                    </a:cubicBezTo>
                    <a:cubicBezTo>
                      <a:pt x="67" y="272"/>
                      <a:pt x="67" y="272"/>
                      <a:pt x="67" y="272"/>
                    </a:cubicBezTo>
                    <a:lnTo>
                      <a:pt x="65" y="277"/>
                    </a:lnTo>
                    <a:close/>
                    <a:moveTo>
                      <a:pt x="67" y="262"/>
                    </a:moveTo>
                    <a:cubicBezTo>
                      <a:pt x="66" y="260"/>
                      <a:pt x="66" y="258"/>
                      <a:pt x="66" y="256"/>
                    </a:cubicBezTo>
                    <a:cubicBezTo>
                      <a:pt x="71" y="255"/>
                      <a:pt x="71" y="255"/>
                      <a:pt x="71" y="255"/>
                    </a:cubicBezTo>
                    <a:cubicBezTo>
                      <a:pt x="72" y="257"/>
                      <a:pt x="72" y="259"/>
                      <a:pt x="73" y="260"/>
                    </a:cubicBezTo>
                    <a:lnTo>
                      <a:pt x="67" y="262"/>
                    </a:lnTo>
                    <a:close/>
                    <a:moveTo>
                      <a:pt x="73" y="246"/>
                    </a:moveTo>
                    <a:cubicBezTo>
                      <a:pt x="69" y="242"/>
                      <a:pt x="69" y="242"/>
                      <a:pt x="69" y="242"/>
                    </a:cubicBezTo>
                    <a:cubicBezTo>
                      <a:pt x="70" y="241"/>
                      <a:pt x="70" y="241"/>
                      <a:pt x="70" y="241"/>
                    </a:cubicBezTo>
                    <a:cubicBezTo>
                      <a:pt x="70" y="241"/>
                      <a:pt x="71" y="240"/>
                      <a:pt x="71" y="240"/>
                    </a:cubicBezTo>
                    <a:cubicBezTo>
                      <a:pt x="77" y="239"/>
                      <a:pt x="77" y="239"/>
                      <a:pt x="77" y="239"/>
                    </a:cubicBezTo>
                    <a:cubicBezTo>
                      <a:pt x="77" y="239"/>
                      <a:pt x="77" y="240"/>
                      <a:pt x="77" y="240"/>
                    </a:cubicBezTo>
                    <a:cubicBezTo>
                      <a:pt x="77" y="243"/>
                      <a:pt x="75" y="244"/>
                      <a:pt x="74" y="246"/>
                    </a:cubicBezTo>
                    <a:lnTo>
                      <a:pt x="73" y="246"/>
                    </a:lnTo>
                    <a:close/>
                    <a:moveTo>
                      <a:pt x="64" y="233"/>
                    </a:moveTo>
                    <a:cubicBezTo>
                      <a:pt x="64" y="232"/>
                      <a:pt x="63" y="232"/>
                      <a:pt x="62" y="231"/>
                    </a:cubicBezTo>
                    <a:cubicBezTo>
                      <a:pt x="62" y="231"/>
                      <a:pt x="61" y="230"/>
                      <a:pt x="60" y="229"/>
                    </a:cubicBezTo>
                    <a:cubicBezTo>
                      <a:pt x="64" y="225"/>
                      <a:pt x="64" y="225"/>
                      <a:pt x="64" y="225"/>
                    </a:cubicBezTo>
                    <a:cubicBezTo>
                      <a:pt x="64" y="225"/>
                      <a:pt x="65" y="226"/>
                      <a:pt x="66" y="226"/>
                    </a:cubicBezTo>
                    <a:cubicBezTo>
                      <a:pt x="67" y="227"/>
                      <a:pt x="68" y="228"/>
                      <a:pt x="68" y="228"/>
                    </a:cubicBezTo>
                    <a:lnTo>
                      <a:pt x="64" y="233"/>
                    </a:lnTo>
                    <a:close/>
                    <a:moveTo>
                      <a:pt x="56" y="216"/>
                    </a:moveTo>
                    <a:cubicBezTo>
                      <a:pt x="55" y="214"/>
                      <a:pt x="55" y="212"/>
                      <a:pt x="55" y="211"/>
                    </a:cubicBezTo>
                    <a:cubicBezTo>
                      <a:pt x="61" y="210"/>
                      <a:pt x="61" y="210"/>
                      <a:pt x="61" y="210"/>
                    </a:cubicBezTo>
                    <a:cubicBezTo>
                      <a:pt x="61" y="211"/>
                      <a:pt x="61" y="213"/>
                      <a:pt x="61" y="216"/>
                    </a:cubicBezTo>
                    <a:lnTo>
                      <a:pt x="56" y="216"/>
                    </a:lnTo>
                    <a:close/>
                    <a:moveTo>
                      <a:pt x="45" y="215"/>
                    </a:moveTo>
                    <a:cubicBezTo>
                      <a:pt x="43" y="215"/>
                      <a:pt x="41" y="214"/>
                      <a:pt x="40" y="212"/>
                    </a:cubicBezTo>
                    <a:cubicBezTo>
                      <a:pt x="46" y="210"/>
                      <a:pt x="46" y="210"/>
                      <a:pt x="46" y="210"/>
                    </a:cubicBezTo>
                    <a:cubicBezTo>
                      <a:pt x="46" y="210"/>
                      <a:pt x="45" y="209"/>
                      <a:pt x="45" y="209"/>
                    </a:cubicBezTo>
                    <a:cubicBezTo>
                      <a:pt x="45" y="209"/>
                      <a:pt x="45" y="209"/>
                      <a:pt x="45" y="209"/>
                    </a:cubicBezTo>
                    <a:cubicBezTo>
                      <a:pt x="45" y="209"/>
                      <a:pt x="45" y="209"/>
                      <a:pt x="47" y="208"/>
                    </a:cubicBezTo>
                    <a:cubicBezTo>
                      <a:pt x="50" y="214"/>
                      <a:pt x="50" y="214"/>
                      <a:pt x="50" y="214"/>
                    </a:cubicBezTo>
                    <a:cubicBezTo>
                      <a:pt x="47" y="215"/>
                      <a:pt x="46" y="215"/>
                      <a:pt x="45" y="215"/>
                    </a:cubicBezTo>
                    <a:close/>
                    <a:moveTo>
                      <a:pt x="36" y="202"/>
                    </a:moveTo>
                    <a:cubicBezTo>
                      <a:pt x="36" y="201"/>
                      <a:pt x="36" y="201"/>
                      <a:pt x="36" y="200"/>
                    </a:cubicBezTo>
                    <a:cubicBezTo>
                      <a:pt x="36" y="198"/>
                      <a:pt x="36" y="196"/>
                      <a:pt x="37" y="195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43" y="197"/>
                      <a:pt x="43" y="197"/>
                      <a:pt x="43" y="197"/>
                    </a:cubicBezTo>
                    <a:cubicBezTo>
                      <a:pt x="42" y="197"/>
                      <a:pt x="42" y="197"/>
                      <a:pt x="42" y="197"/>
                    </a:cubicBezTo>
                    <a:cubicBezTo>
                      <a:pt x="42" y="198"/>
                      <a:pt x="42" y="199"/>
                      <a:pt x="42" y="200"/>
                    </a:cubicBezTo>
                    <a:cubicBezTo>
                      <a:pt x="42" y="200"/>
                      <a:pt x="42" y="200"/>
                      <a:pt x="42" y="200"/>
                    </a:cubicBezTo>
                    <a:lnTo>
                      <a:pt x="36" y="202"/>
                    </a:lnTo>
                    <a:close/>
                    <a:moveTo>
                      <a:pt x="34" y="188"/>
                    </a:moveTo>
                    <a:cubicBezTo>
                      <a:pt x="33" y="187"/>
                      <a:pt x="32" y="186"/>
                      <a:pt x="30" y="185"/>
                    </a:cubicBezTo>
                    <a:cubicBezTo>
                      <a:pt x="33" y="180"/>
                      <a:pt x="33" y="180"/>
                      <a:pt x="33" y="180"/>
                    </a:cubicBezTo>
                    <a:cubicBezTo>
                      <a:pt x="35" y="181"/>
                      <a:pt x="37" y="182"/>
                      <a:pt x="38" y="183"/>
                    </a:cubicBezTo>
                    <a:lnTo>
                      <a:pt x="34" y="188"/>
                    </a:lnTo>
                    <a:close/>
                    <a:moveTo>
                      <a:pt x="16" y="177"/>
                    </a:moveTo>
                    <a:cubicBezTo>
                      <a:pt x="11" y="174"/>
                      <a:pt x="11" y="174"/>
                      <a:pt x="11" y="174"/>
                    </a:cubicBezTo>
                    <a:cubicBezTo>
                      <a:pt x="11" y="174"/>
                      <a:pt x="11" y="174"/>
                      <a:pt x="11" y="174"/>
                    </a:cubicBezTo>
                    <a:cubicBezTo>
                      <a:pt x="11" y="173"/>
                      <a:pt x="12" y="172"/>
                      <a:pt x="12" y="172"/>
                    </a:cubicBezTo>
                    <a:cubicBezTo>
                      <a:pt x="12" y="171"/>
                      <a:pt x="13" y="170"/>
                      <a:pt x="13" y="169"/>
                    </a:cubicBezTo>
                    <a:cubicBezTo>
                      <a:pt x="18" y="172"/>
                      <a:pt x="18" y="172"/>
                      <a:pt x="18" y="172"/>
                    </a:cubicBezTo>
                    <a:cubicBezTo>
                      <a:pt x="18" y="172"/>
                      <a:pt x="18" y="173"/>
                      <a:pt x="17" y="174"/>
                    </a:cubicBezTo>
                    <a:cubicBezTo>
                      <a:pt x="17" y="175"/>
                      <a:pt x="17" y="175"/>
                      <a:pt x="16" y="176"/>
                    </a:cubicBezTo>
                    <a:cubicBezTo>
                      <a:pt x="16" y="176"/>
                      <a:pt x="16" y="177"/>
                      <a:pt x="16" y="177"/>
                    </a:cubicBezTo>
                    <a:close/>
                    <a:moveTo>
                      <a:pt x="21" y="175"/>
                    </a:moveTo>
                    <a:cubicBezTo>
                      <a:pt x="21" y="175"/>
                      <a:pt x="21" y="174"/>
                      <a:pt x="21" y="173"/>
                    </a:cubicBezTo>
                    <a:cubicBezTo>
                      <a:pt x="21" y="172"/>
                      <a:pt x="21" y="170"/>
                      <a:pt x="21" y="170"/>
                    </a:cubicBezTo>
                    <a:cubicBezTo>
                      <a:pt x="26" y="168"/>
                      <a:pt x="26" y="168"/>
                      <a:pt x="26" y="168"/>
                    </a:cubicBezTo>
                    <a:cubicBezTo>
                      <a:pt x="27" y="170"/>
                      <a:pt x="27" y="171"/>
                      <a:pt x="27" y="173"/>
                    </a:cubicBezTo>
                    <a:cubicBezTo>
                      <a:pt x="27" y="174"/>
                      <a:pt x="27" y="174"/>
                      <a:pt x="27" y="175"/>
                    </a:cubicBezTo>
                    <a:lnTo>
                      <a:pt x="21" y="175"/>
                    </a:lnTo>
                    <a:close/>
                    <a:moveTo>
                      <a:pt x="4" y="174"/>
                    </a:moveTo>
                    <a:cubicBezTo>
                      <a:pt x="4" y="174"/>
                      <a:pt x="4" y="173"/>
                      <a:pt x="3" y="172"/>
                    </a:cubicBezTo>
                    <a:cubicBezTo>
                      <a:pt x="2" y="172"/>
                      <a:pt x="1" y="171"/>
                      <a:pt x="0" y="170"/>
                    </a:cubicBezTo>
                    <a:cubicBezTo>
                      <a:pt x="5" y="166"/>
                      <a:pt x="5" y="166"/>
                      <a:pt x="5" y="166"/>
                    </a:cubicBezTo>
                    <a:cubicBezTo>
                      <a:pt x="6" y="167"/>
                      <a:pt x="6" y="168"/>
                      <a:pt x="7" y="168"/>
                    </a:cubicBezTo>
                    <a:cubicBezTo>
                      <a:pt x="8" y="169"/>
                      <a:pt x="9" y="170"/>
                      <a:pt x="9" y="171"/>
                    </a:cubicBezTo>
                    <a:lnTo>
                      <a:pt x="4" y="174"/>
                    </a:lnTo>
                    <a:close/>
                    <a:moveTo>
                      <a:pt x="9" y="167"/>
                    </a:moveTo>
                    <a:cubicBezTo>
                      <a:pt x="9" y="167"/>
                      <a:pt x="9" y="167"/>
                      <a:pt x="8" y="167"/>
                    </a:cubicBezTo>
                    <a:cubicBezTo>
                      <a:pt x="9" y="161"/>
                      <a:pt x="9" y="161"/>
                      <a:pt x="9" y="161"/>
                    </a:cubicBezTo>
                    <a:cubicBezTo>
                      <a:pt x="9" y="161"/>
                      <a:pt x="9" y="161"/>
                      <a:pt x="9" y="161"/>
                    </a:cubicBezTo>
                    <a:cubicBezTo>
                      <a:pt x="11" y="161"/>
                      <a:pt x="11" y="161"/>
                      <a:pt x="11" y="161"/>
                    </a:cubicBezTo>
                    <a:cubicBezTo>
                      <a:pt x="16" y="163"/>
                      <a:pt x="16" y="163"/>
                      <a:pt x="16" y="163"/>
                    </a:cubicBezTo>
                    <a:cubicBezTo>
                      <a:pt x="16" y="165"/>
                      <a:pt x="14" y="167"/>
                      <a:pt x="9" y="167"/>
                    </a:cubicBezTo>
                    <a:close/>
                    <a:moveTo>
                      <a:pt x="18" y="151"/>
                    </a:moveTo>
                    <a:cubicBezTo>
                      <a:pt x="12" y="151"/>
                      <a:pt x="12" y="151"/>
                      <a:pt x="12" y="151"/>
                    </a:cubicBezTo>
                    <a:cubicBezTo>
                      <a:pt x="12" y="149"/>
                      <a:pt x="12" y="149"/>
                      <a:pt x="12" y="149"/>
                    </a:cubicBezTo>
                    <a:cubicBezTo>
                      <a:pt x="12" y="148"/>
                      <a:pt x="12" y="147"/>
                      <a:pt x="12" y="146"/>
                    </a:cubicBezTo>
                    <a:cubicBezTo>
                      <a:pt x="11" y="145"/>
                      <a:pt x="11" y="145"/>
                      <a:pt x="11" y="145"/>
                    </a:cubicBezTo>
                    <a:cubicBezTo>
                      <a:pt x="17" y="144"/>
                      <a:pt x="17" y="144"/>
                      <a:pt x="17" y="144"/>
                    </a:cubicBezTo>
                    <a:cubicBezTo>
                      <a:pt x="17" y="145"/>
                      <a:pt x="17" y="145"/>
                      <a:pt x="17" y="145"/>
                    </a:cubicBezTo>
                    <a:cubicBezTo>
                      <a:pt x="17" y="146"/>
                      <a:pt x="18" y="147"/>
                      <a:pt x="18" y="149"/>
                    </a:cubicBezTo>
                    <a:lnTo>
                      <a:pt x="18" y="151"/>
                    </a:lnTo>
                    <a:close/>
                    <a:moveTo>
                      <a:pt x="19" y="134"/>
                    </a:moveTo>
                    <a:cubicBezTo>
                      <a:pt x="13" y="133"/>
                      <a:pt x="13" y="133"/>
                      <a:pt x="13" y="133"/>
                    </a:cubicBezTo>
                    <a:cubicBezTo>
                      <a:pt x="13" y="133"/>
                      <a:pt x="13" y="132"/>
                      <a:pt x="13" y="132"/>
                    </a:cubicBezTo>
                    <a:cubicBezTo>
                      <a:pt x="13" y="131"/>
                      <a:pt x="13" y="130"/>
                      <a:pt x="13" y="129"/>
                    </a:cubicBezTo>
                    <a:cubicBezTo>
                      <a:pt x="18" y="126"/>
                      <a:pt x="18" y="126"/>
                      <a:pt x="18" y="126"/>
                    </a:cubicBezTo>
                    <a:cubicBezTo>
                      <a:pt x="19" y="128"/>
                      <a:pt x="19" y="130"/>
                      <a:pt x="19" y="132"/>
                    </a:cubicBezTo>
                    <a:cubicBezTo>
                      <a:pt x="19" y="132"/>
                      <a:pt x="19" y="133"/>
                      <a:pt x="19" y="134"/>
                    </a:cubicBezTo>
                    <a:close/>
                    <a:moveTo>
                      <a:pt x="4" y="123"/>
                    </a:moveTo>
                    <a:cubicBezTo>
                      <a:pt x="3" y="122"/>
                      <a:pt x="1" y="120"/>
                      <a:pt x="1" y="117"/>
                    </a:cubicBezTo>
                    <a:cubicBezTo>
                      <a:pt x="1" y="116"/>
                      <a:pt x="1" y="116"/>
                      <a:pt x="1" y="115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7"/>
                      <a:pt x="7" y="117"/>
                      <a:pt x="8" y="118"/>
                    </a:cubicBezTo>
                    <a:lnTo>
                      <a:pt x="4" y="123"/>
                    </a:lnTo>
                    <a:close/>
                    <a:moveTo>
                      <a:pt x="34" y="112"/>
                    </a:moveTo>
                    <a:cubicBezTo>
                      <a:pt x="31" y="107"/>
                      <a:pt x="31" y="107"/>
                      <a:pt x="31" y="107"/>
                    </a:cubicBezTo>
                    <a:cubicBezTo>
                      <a:pt x="32" y="106"/>
                      <a:pt x="34" y="105"/>
                      <a:pt x="35" y="104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7" y="110"/>
                      <a:pt x="36" y="111"/>
                      <a:pt x="34" y="112"/>
                    </a:cubicBezTo>
                    <a:close/>
                    <a:moveTo>
                      <a:pt x="16" y="110"/>
                    </a:moveTo>
                    <a:cubicBezTo>
                      <a:pt x="15" y="110"/>
                      <a:pt x="14" y="110"/>
                      <a:pt x="12" y="110"/>
                    </a:cubicBezTo>
                    <a:cubicBezTo>
                      <a:pt x="12" y="110"/>
                      <a:pt x="11" y="110"/>
                      <a:pt x="11" y="110"/>
                    </a:cubicBezTo>
                    <a:cubicBezTo>
                      <a:pt x="10" y="104"/>
                      <a:pt x="10" y="104"/>
                      <a:pt x="10" y="104"/>
                    </a:cubicBezTo>
                    <a:cubicBezTo>
                      <a:pt x="11" y="104"/>
                      <a:pt x="12" y="104"/>
                      <a:pt x="13" y="104"/>
                    </a:cubicBezTo>
                    <a:cubicBezTo>
                      <a:pt x="14" y="104"/>
                      <a:pt x="15" y="104"/>
                      <a:pt x="16" y="104"/>
                    </a:cubicBezTo>
                    <a:lnTo>
                      <a:pt x="16" y="110"/>
                    </a:lnTo>
                    <a:close/>
                    <a:moveTo>
                      <a:pt x="62" y="106"/>
                    </a:moveTo>
                    <a:cubicBezTo>
                      <a:pt x="60" y="106"/>
                      <a:pt x="58" y="105"/>
                      <a:pt x="56" y="102"/>
                    </a:cubicBezTo>
                    <a:cubicBezTo>
                      <a:pt x="60" y="98"/>
                      <a:pt x="60" y="98"/>
                      <a:pt x="60" y="98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64" y="106"/>
                      <a:pt x="64" y="106"/>
                      <a:pt x="64" y="106"/>
                    </a:cubicBezTo>
                    <a:cubicBezTo>
                      <a:pt x="63" y="106"/>
                      <a:pt x="63" y="106"/>
                      <a:pt x="62" y="106"/>
                    </a:cubicBezTo>
                    <a:close/>
                    <a:moveTo>
                      <a:pt x="83" y="104"/>
                    </a:moveTo>
                    <a:cubicBezTo>
                      <a:pt x="78" y="102"/>
                      <a:pt x="78" y="102"/>
                      <a:pt x="78" y="102"/>
                    </a:cubicBezTo>
                    <a:cubicBezTo>
                      <a:pt x="78" y="101"/>
                      <a:pt x="79" y="99"/>
                      <a:pt x="80" y="97"/>
                    </a:cubicBezTo>
                    <a:cubicBezTo>
                      <a:pt x="85" y="99"/>
                      <a:pt x="85" y="99"/>
                      <a:pt x="85" y="99"/>
                    </a:cubicBezTo>
                    <a:cubicBezTo>
                      <a:pt x="85" y="101"/>
                      <a:pt x="84" y="103"/>
                      <a:pt x="83" y="104"/>
                    </a:cubicBezTo>
                    <a:close/>
                    <a:moveTo>
                      <a:pt x="24" y="103"/>
                    </a:moveTo>
                    <a:cubicBezTo>
                      <a:pt x="24" y="101"/>
                      <a:pt x="23" y="101"/>
                      <a:pt x="23" y="101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25" y="101"/>
                      <a:pt x="25" y="101"/>
                      <a:pt x="25" y="101"/>
                    </a:cubicBezTo>
                    <a:cubicBezTo>
                      <a:pt x="21" y="97"/>
                      <a:pt x="21" y="97"/>
                      <a:pt x="21" y="97"/>
                    </a:cubicBezTo>
                    <a:cubicBezTo>
                      <a:pt x="22" y="95"/>
                      <a:pt x="24" y="95"/>
                      <a:pt x="27" y="96"/>
                    </a:cubicBezTo>
                    <a:cubicBezTo>
                      <a:pt x="28" y="97"/>
                      <a:pt x="29" y="99"/>
                      <a:pt x="30" y="100"/>
                    </a:cubicBezTo>
                    <a:lnTo>
                      <a:pt x="24" y="103"/>
                    </a:lnTo>
                    <a:close/>
                    <a:moveTo>
                      <a:pt x="72" y="102"/>
                    </a:moveTo>
                    <a:cubicBezTo>
                      <a:pt x="72" y="101"/>
                      <a:pt x="72" y="100"/>
                      <a:pt x="71" y="98"/>
                    </a:cubicBezTo>
                    <a:cubicBezTo>
                      <a:pt x="71" y="99"/>
                      <a:pt x="72" y="99"/>
                      <a:pt x="73" y="99"/>
                    </a:cubicBezTo>
                    <a:cubicBezTo>
                      <a:pt x="73" y="97"/>
                      <a:pt x="73" y="97"/>
                      <a:pt x="73" y="97"/>
                    </a:cubicBezTo>
                    <a:cubicBezTo>
                      <a:pt x="72" y="94"/>
                      <a:pt x="72" y="94"/>
                      <a:pt x="72" y="94"/>
                    </a:cubicBezTo>
                    <a:cubicBezTo>
                      <a:pt x="72" y="94"/>
                      <a:pt x="72" y="94"/>
                      <a:pt x="72" y="94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5" y="94"/>
                      <a:pt x="77" y="95"/>
                      <a:pt x="77" y="98"/>
                    </a:cubicBezTo>
                    <a:cubicBezTo>
                      <a:pt x="77" y="99"/>
                      <a:pt x="78" y="100"/>
                      <a:pt x="78" y="101"/>
                    </a:cubicBezTo>
                    <a:lnTo>
                      <a:pt x="72" y="102"/>
                    </a:lnTo>
                    <a:close/>
                    <a:moveTo>
                      <a:pt x="47" y="99"/>
                    </a:moveTo>
                    <a:cubicBezTo>
                      <a:pt x="43" y="95"/>
                      <a:pt x="43" y="95"/>
                      <a:pt x="43" y="95"/>
                    </a:cubicBezTo>
                    <a:cubicBezTo>
                      <a:pt x="45" y="93"/>
                      <a:pt x="47" y="92"/>
                      <a:pt x="49" y="91"/>
                    </a:cubicBezTo>
                    <a:cubicBezTo>
                      <a:pt x="50" y="97"/>
                      <a:pt x="50" y="97"/>
                      <a:pt x="50" y="97"/>
                    </a:cubicBezTo>
                    <a:cubicBezTo>
                      <a:pt x="49" y="97"/>
                      <a:pt x="48" y="98"/>
                      <a:pt x="47" y="99"/>
                    </a:cubicBezTo>
                    <a:close/>
                    <a:moveTo>
                      <a:pt x="93" y="95"/>
                    </a:moveTo>
                    <a:cubicBezTo>
                      <a:pt x="91" y="89"/>
                      <a:pt x="91" y="89"/>
                      <a:pt x="91" y="89"/>
                    </a:cubicBezTo>
                    <a:cubicBezTo>
                      <a:pt x="92" y="89"/>
                      <a:pt x="94" y="88"/>
                      <a:pt x="94" y="87"/>
                    </a:cubicBezTo>
                    <a:cubicBezTo>
                      <a:pt x="99" y="90"/>
                      <a:pt x="99" y="90"/>
                      <a:pt x="99" y="90"/>
                    </a:cubicBezTo>
                    <a:cubicBezTo>
                      <a:pt x="98" y="92"/>
                      <a:pt x="96" y="94"/>
                      <a:pt x="93" y="95"/>
                    </a:cubicBezTo>
                    <a:close/>
                    <a:moveTo>
                      <a:pt x="106" y="82"/>
                    </a:moveTo>
                    <a:cubicBezTo>
                      <a:pt x="102" y="77"/>
                      <a:pt x="102" y="77"/>
                      <a:pt x="102" y="77"/>
                    </a:cubicBezTo>
                    <a:cubicBezTo>
                      <a:pt x="104" y="76"/>
                      <a:pt x="106" y="75"/>
                      <a:pt x="107" y="74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09" y="80"/>
                      <a:pt x="108" y="81"/>
                      <a:pt x="106" y="82"/>
                    </a:cubicBezTo>
                    <a:close/>
                    <a:moveTo>
                      <a:pt x="124" y="79"/>
                    </a:moveTo>
                    <a:cubicBezTo>
                      <a:pt x="123" y="79"/>
                      <a:pt x="121" y="78"/>
                      <a:pt x="120" y="77"/>
                    </a:cubicBezTo>
                    <a:cubicBezTo>
                      <a:pt x="119" y="77"/>
                      <a:pt x="119" y="77"/>
                      <a:pt x="119" y="77"/>
                    </a:cubicBezTo>
                    <a:cubicBezTo>
                      <a:pt x="121" y="72"/>
                      <a:pt x="121" y="72"/>
                      <a:pt x="121" y="72"/>
                    </a:cubicBezTo>
                    <a:cubicBezTo>
                      <a:pt x="122" y="72"/>
                      <a:pt x="122" y="72"/>
                      <a:pt x="122" y="72"/>
                    </a:cubicBezTo>
                    <a:cubicBezTo>
                      <a:pt x="124" y="73"/>
                      <a:pt x="125" y="73"/>
                      <a:pt x="126" y="74"/>
                    </a:cubicBezTo>
                    <a:lnTo>
                      <a:pt x="124" y="79"/>
                    </a:lnTo>
                    <a:close/>
                    <a:moveTo>
                      <a:pt x="137" y="74"/>
                    </a:moveTo>
                    <a:cubicBezTo>
                      <a:pt x="132" y="72"/>
                      <a:pt x="132" y="72"/>
                      <a:pt x="132" y="72"/>
                    </a:cubicBezTo>
                    <a:cubicBezTo>
                      <a:pt x="133" y="70"/>
                      <a:pt x="133" y="69"/>
                      <a:pt x="134" y="67"/>
                    </a:cubicBezTo>
                    <a:cubicBezTo>
                      <a:pt x="139" y="68"/>
                      <a:pt x="139" y="68"/>
                      <a:pt x="139" y="68"/>
                    </a:cubicBezTo>
                    <a:cubicBezTo>
                      <a:pt x="139" y="71"/>
                      <a:pt x="138" y="73"/>
                      <a:pt x="137" y="74"/>
                    </a:cubicBezTo>
                    <a:close/>
                    <a:moveTo>
                      <a:pt x="135" y="56"/>
                    </a:moveTo>
                    <a:cubicBezTo>
                      <a:pt x="135" y="54"/>
                      <a:pt x="135" y="54"/>
                      <a:pt x="135" y="54"/>
                    </a:cubicBezTo>
                    <a:cubicBezTo>
                      <a:pt x="135" y="53"/>
                      <a:pt x="135" y="52"/>
                      <a:pt x="135" y="50"/>
                    </a:cubicBezTo>
                    <a:cubicBezTo>
                      <a:pt x="141" y="50"/>
                      <a:pt x="141" y="50"/>
                      <a:pt x="141" y="50"/>
                    </a:cubicBezTo>
                    <a:cubicBezTo>
                      <a:pt x="141" y="52"/>
                      <a:pt x="141" y="53"/>
                      <a:pt x="141" y="54"/>
                    </a:cubicBezTo>
                    <a:cubicBezTo>
                      <a:pt x="141" y="56"/>
                      <a:pt x="141" y="56"/>
                      <a:pt x="141" y="56"/>
                    </a:cubicBezTo>
                    <a:lnTo>
                      <a:pt x="135" y="56"/>
                    </a:lnTo>
                    <a:close/>
                    <a:moveTo>
                      <a:pt x="142" y="39"/>
                    </a:moveTo>
                    <a:cubicBezTo>
                      <a:pt x="136" y="38"/>
                      <a:pt x="136" y="38"/>
                      <a:pt x="136" y="38"/>
                    </a:cubicBezTo>
                    <a:cubicBezTo>
                      <a:pt x="136" y="37"/>
                      <a:pt x="136" y="36"/>
                      <a:pt x="136" y="35"/>
                    </a:cubicBezTo>
                    <a:cubicBezTo>
                      <a:pt x="136" y="35"/>
                      <a:pt x="136" y="34"/>
                      <a:pt x="136" y="33"/>
                    </a:cubicBezTo>
                    <a:cubicBezTo>
                      <a:pt x="142" y="32"/>
                      <a:pt x="142" y="32"/>
                      <a:pt x="142" y="32"/>
                    </a:cubicBezTo>
                    <a:cubicBezTo>
                      <a:pt x="142" y="33"/>
                      <a:pt x="142" y="34"/>
                      <a:pt x="142" y="35"/>
                    </a:cubicBezTo>
                    <a:cubicBezTo>
                      <a:pt x="142" y="36"/>
                      <a:pt x="142" y="37"/>
                      <a:pt x="142" y="39"/>
                    </a:cubicBezTo>
                    <a:close/>
                    <a:moveTo>
                      <a:pt x="129" y="28"/>
                    </a:moveTo>
                    <a:cubicBezTo>
                      <a:pt x="127" y="28"/>
                      <a:pt x="126" y="28"/>
                      <a:pt x="124" y="27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8" y="22"/>
                      <a:pt x="129" y="23"/>
                      <a:pt x="130" y="22"/>
                    </a:cubicBezTo>
                    <a:cubicBezTo>
                      <a:pt x="131" y="22"/>
                      <a:pt x="131" y="22"/>
                      <a:pt x="131" y="22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1" y="28"/>
                      <a:pt x="130" y="28"/>
                      <a:pt x="129" y="28"/>
                    </a:cubicBezTo>
                    <a:close/>
                    <a:moveTo>
                      <a:pt x="117" y="20"/>
                    </a:moveTo>
                    <a:cubicBezTo>
                      <a:pt x="116" y="20"/>
                      <a:pt x="116" y="20"/>
                      <a:pt x="115" y="20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3" y="19"/>
                      <a:pt x="112" y="19"/>
                      <a:pt x="111" y="19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113" y="13"/>
                      <a:pt x="114" y="14"/>
                      <a:pt x="115" y="14"/>
                    </a:cubicBezTo>
                    <a:cubicBezTo>
                      <a:pt x="116" y="14"/>
                      <a:pt x="116" y="14"/>
                      <a:pt x="116" y="14"/>
                    </a:cubicBezTo>
                    <a:cubicBezTo>
                      <a:pt x="117" y="14"/>
                      <a:pt x="118" y="14"/>
                      <a:pt x="118" y="14"/>
                    </a:cubicBezTo>
                    <a:lnTo>
                      <a:pt x="117" y="20"/>
                    </a:lnTo>
                    <a:close/>
                    <a:moveTo>
                      <a:pt x="103" y="8"/>
                    </a:moveTo>
                    <a:cubicBezTo>
                      <a:pt x="103" y="7"/>
                      <a:pt x="102" y="6"/>
                      <a:pt x="101" y="4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7" y="2"/>
                      <a:pt x="108" y="4"/>
                      <a:pt x="109" y="6"/>
                    </a:cubicBezTo>
                    <a:lnTo>
                      <a:pt x="103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iṥļîḑê"/>
              <p:cNvSpPr/>
              <p:nvPr/>
            </p:nvSpPr>
            <p:spPr bwMode="auto">
              <a:xfrm>
                <a:off x="5583238" y="3749675"/>
                <a:ext cx="1377950" cy="554038"/>
              </a:xfrm>
              <a:custGeom>
                <a:avLst/>
                <a:gdLst>
                  <a:gd name="T0" fmla="*/ 518 w 642"/>
                  <a:gd name="T1" fmla="*/ 259 h 259"/>
                  <a:gd name="T2" fmla="*/ 505 w 642"/>
                  <a:gd name="T3" fmla="*/ 250 h 259"/>
                  <a:gd name="T4" fmla="*/ 534 w 642"/>
                  <a:gd name="T5" fmla="*/ 235 h 259"/>
                  <a:gd name="T6" fmla="*/ 492 w 642"/>
                  <a:gd name="T7" fmla="*/ 232 h 259"/>
                  <a:gd name="T8" fmla="*/ 480 w 642"/>
                  <a:gd name="T9" fmla="*/ 219 h 259"/>
                  <a:gd name="T10" fmla="*/ 538 w 642"/>
                  <a:gd name="T11" fmla="*/ 219 h 259"/>
                  <a:gd name="T12" fmla="*/ 417 w 642"/>
                  <a:gd name="T13" fmla="*/ 206 h 259"/>
                  <a:gd name="T14" fmla="*/ 410 w 642"/>
                  <a:gd name="T15" fmla="*/ 203 h 259"/>
                  <a:gd name="T16" fmla="*/ 456 w 642"/>
                  <a:gd name="T17" fmla="*/ 202 h 259"/>
                  <a:gd name="T18" fmla="*/ 527 w 642"/>
                  <a:gd name="T19" fmla="*/ 198 h 259"/>
                  <a:gd name="T20" fmla="*/ 398 w 642"/>
                  <a:gd name="T21" fmla="*/ 190 h 259"/>
                  <a:gd name="T22" fmla="*/ 387 w 642"/>
                  <a:gd name="T23" fmla="*/ 190 h 259"/>
                  <a:gd name="T24" fmla="*/ 363 w 642"/>
                  <a:gd name="T25" fmla="*/ 189 h 259"/>
                  <a:gd name="T26" fmla="*/ 566 w 642"/>
                  <a:gd name="T27" fmla="*/ 176 h 259"/>
                  <a:gd name="T28" fmla="*/ 355 w 642"/>
                  <a:gd name="T29" fmla="*/ 177 h 259"/>
                  <a:gd name="T30" fmla="*/ 552 w 642"/>
                  <a:gd name="T31" fmla="*/ 181 h 259"/>
                  <a:gd name="T32" fmla="*/ 380 w 642"/>
                  <a:gd name="T33" fmla="*/ 177 h 259"/>
                  <a:gd name="T34" fmla="*/ 582 w 642"/>
                  <a:gd name="T35" fmla="*/ 169 h 259"/>
                  <a:gd name="T36" fmla="*/ 208 w 642"/>
                  <a:gd name="T37" fmla="*/ 161 h 259"/>
                  <a:gd name="T38" fmla="*/ 304 w 642"/>
                  <a:gd name="T39" fmla="*/ 168 h 259"/>
                  <a:gd name="T40" fmla="*/ 345 w 642"/>
                  <a:gd name="T41" fmla="*/ 163 h 259"/>
                  <a:gd name="T42" fmla="*/ 319 w 642"/>
                  <a:gd name="T43" fmla="*/ 158 h 259"/>
                  <a:gd name="T44" fmla="*/ 223 w 642"/>
                  <a:gd name="T45" fmla="*/ 162 h 259"/>
                  <a:gd name="T46" fmla="*/ 290 w 642"/>
                  <a:gd name="T47" fmla="*/ 160 h 259"/>
                  <a:gd name="T48" fmla="*/ 174 w 642"/>
                  <a:gd name="T49" fmla="*/ 157 h 259"/>
                  <a:gd name="T50" fmla="*/ 256 w 642"/>
                  <a:gd name="T51" fmla="*/ 150 h 259"/>
                  <a:gd name="T52" fmla="*/ 231 w 642"/>
                  <a:gd name="T53" fmla="*/ 155 h 259"/>
                  <a:gd name="T54" fmla="*/ 559 w 642"/>
                  <a:gd name="T55" fmla="*/ 146 h 259"/>
                  <a:gd name="T56" fmla="*/ 240 w 642"/>
                  <a:gd name="T57" fmla="*/ 152 h 259"/>
                  <a:gd name="T58" fmla="*/ 157 w 642"/>
                  <a:gd name="T59" fmla="*/ 147 h 259"/>
                  <a:gd name="T60" fmla="*/ 545 w 642"/>
                  <a:gd name="T61" fmla="*/ 148 h 259"/>
                  <a:gd name="T62" fmla="*/ 281 w 642"/>
                  <a:gd name="T63" fmla="*/ 146 h 259"/>
                  <a:gd name="T64" fmla="*/ 147 w 642"/>
                  <a:gd name="T65" fmla="*/ 138 h 259"/>
                  <a:gd name="T66" fmla="*/ 542 w 642"/>
                  <a:gd name="T67" fmla="*/ 131 h 259"/>
                  <a:gd name="T68" fmla="*/ 530 w 642"/>
                  <a:gd name="T69" fmla="*/ 124 h 259"/>
                  <a:gd name="T70" fmla="*/ 581 w 642"/>
                  <a:gd name="T71" fmla="*/ 126 h 259"/>
                  <a:gd name="T72" fmla="*/ 628 w 642"/>
                  <a:gd name="T73" fmla="*/ 119 h 259"/>
                  <a:gd name="T74" fmla="*/ 601 w 642"/>
                  <a:gd name="T75" fmla="*/ 118 h 259"/>
                  <a:gd name="T76" fmla="*/ 157 w 642"/>
                  <a:gd name="T77" fmla="*/ 123 h 259"/>
                  <a:gd name="T78" fmla="*/ 162 w 642"/>
                  <a:gd name="T79" fmla="*/ 125 h 259"/>
                  <a:gd name="T80" fmla="*/ 566 w 642"/>
                  <a:gd name="T81" fmla="*/ 117 h 259"/>
                  <a:gd name="T82" fmla="*/ 554 w 642"/>
                  <a:gd name="T83" fmla="*/ 115 h 259"/>
                  <a:gd name="T84" fmla="*/ 531 w 642"/>
                  <a:gd name="T85" fmla="*/ 121 h 259"/>
                  <a:gd name="T86" fmla="*/ 155 w 642"/>
                  <a:gd name="T87" fmla="*/ 99 h 259"/>
                  <a:gd name="T88" fmla="*/ 156 w 642"/>
                  <a:gd name="T89" fmla="*/ 88 h 259"/>
                  <a:gd name="T90" fmla="*/ 140 w 642"/>
                  <a:gd name="T91" fmla="*/ 70 h 259"/>
                  <a:gd name="T92" fmla="*/ 127 w 642"/>
                  <a:gd name="T93" fmla="*/ 67 h 259"/>
                  <a:gd name="T94" fmla="*/ 108 w 642"/>
                  <a:gd name="T95" fmla="*/ 64 h 259"/>
                  <a:gd name="T96" fmla="*/ 100 w 642"/>
                  <a:gd name="T97" fmla="*/ 56 h 259"/>
                  <a:gd name="T98" fmla="*/ 101 w 642"/>
                  <a:gd name="T99" fmla="*/ 55 h 259"/>
                  <a:gd name="T100" fmla="*/ 75 w 642"/>
                  <a:gd name="T101" fmla="*/ 45 h 259"/>
                  <a:gd name="T102" fmla="*/ 6 w 642"/>
                  <a:gd name="T103" fmla="*/ 27 h 259"/>
                  <a:gd name="T104" fmla="*/ 72 w 642"/>
                  <a:gd name="T105" fmla="*/ 33 h 259"/>
                  <a:gd name="T106" fmla="*/ 31 w 642"/>
                  <a:gd name="T107" fmla="*/ 18 h 259"/>
                  <a:gd name="T108" fmla="*/ 64 w 642"/>
                  <a:gd name="T109" fmla="*/ 12 h 259"/>
                  <a:gd name="T110" fmla="*/ 40 w 642"/>
                  <a:gd name="T111" fmla="*/ 12 h 259"/>
                  <a:gd name="T112" fmla="*/ 53 w 642"/>
                  <a:gd name="T113" fmla="*/ 8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42" h="259">
                    <a:moveTo>
                      <a:pt x="518" y="259"/>
                    </a:moveTo>
                    <a:cubicBezTo>
                      <a:pt x="517" y="259"/>
                      <a:pt x="516" y="259"/>
                      <a:pt x="515" y="258"/>
                    </a:cubicBezTo>
                    <a:cubicBezTo>
                      <a:pt x="517" y="253"/>
                      <a:pt x="517" y="253"/>
                      <a:pt x="517" y="253"/>
                    </a:cubicBezTo>
                    <a:cubicBezTo>
                      <a:pt x="518" y="253"/>
                      <a:pt x="518" y="253"/>
                      <a:pt x="518" y="253"/>
                    </a:cubicBezTo>
                    <a:cubicBezTo>
                      <a:pt x="518" y="253"/>
                      <a:pt x="518" y="253"/>
                      <a:pt x="518" y="253"/>
                    </a:cubicBezTo>
                    <a:cubicBezTo>
                      <a:pt x="519" y="253"/>
                      <a:pt x="520" y="253"/>
                      <a:pt x="521" y="253"/>
                    </a:cubicBezTo>
                    <a:cubicBezTo>
                      <a:pt x="522" y="259"/>
                      <a:pt x="522" y="259"/>
                      <a:pt x="522" y="259"/>
                    </a:cubicBezTo>
                    <a:cubicBezTo>
                      <a:pt x="521" y="259"/>
                      <a:pt x="520" y="259"/>
                      <a:pt x="518" y="259"/>
                    </a:cubicBezTo>
                    <a:close/>
                    <a:moveTo>
                      <a:pt x="534" y="255"/>
                    </a:moveTo>
                    <a:cubicBezTo>
                      <a:pt x="531" y="250"/>
                      <a:pt x="531" y="250"/>
                      <a:pt x="531" y="250"/>
                    </a:cubicBezTo>
                    <a:cubicBezTo>
                      <a:pt x="533" y="249"/>
                      <a:pt x="533" y="248"/>
                      <a:pt x="534" y="248"/>
                    </a:cubicBezTo>
                    <a:cubicBezTo>
                      <a:pt x="534" y="247"/>
                      <a:pt x="534" y="247"/>
                      <a:pt x="534" y="247"/>
                    </a:cubicBezTo>
                    <a:cubicBezTo>
                      <a:pt x="539" y="249"/>
                      <a:pt x="539" y="249"/>
                      <a:pt x="539" y="249"/>
                    </a:cubicBezTo>
                    <a:cubicBezTo>
                      <a:pt x="539" y="249"/>
                      <a:pt x="539" y="250"/>
                      <a:pt x="539" y="250"/>
                    </a:cubicBezTo>
                    <a:cubicBezTo>
                      <a:pt x="538" y="252"/>
                      <a:pt x="537" y="254"/>
                      <a:pt x="534" y="255"/>
                    </a:cubicBezTo>
                    <a:close/>
                    <a:moveTo>
                      <a:pt x="505" y="250"/>
                    </a:moveTo>
                    <a:cubicBezTo>
                      <a:pt x="503" y="248"/>
                      <a:pt x="503" y="248"/>
                      <a:pt x="503" y="248"/>
                    </a:cubicBezTo>
                    <a:cubicBezTo>
                      <a:pt x="502" y="247"/>
                      <a:pt x="501" y="246"/>
                      <a:pt x="501" y="245"/>
                    </a:cubicBezTo>
                    <a:cubicBezTo>
                      <a:pt x="506" y="242"/>
                      <a:pt x="506" y="242"/>
                      <a:pt x="506" y="242"/>
                    </a:cubicBezTo>
                    <a:cubicBezTo>
                      <a:pt x="506" y="243"/>
                      <a:pt x="507" y="244"/>
                      <a:pt x="507" y="244"/>
                    </a:cubicBezTo>
                    <a:cubicBezTo>
                      <a:pt x="509" y="246"/>
                      <a:pt x="509" y="246"/>
                      <a:pt x="509" y="246"/>
                    </a:cubicBezTo>
                    <a:lnTo>
                      <a:pt x="505" y="250"/>
                    </a:lnTo>
                    <a:close/>
                    <a:moveTo>
                      <a:pt x="534" y="237"/>
                    </a:moveTo>
                    <a:cubicBezTo>
                      <a:pt x="534" y="236"/>
                      <a:pt x="534" y="235"/>
                      <a:pt x="534" y="235"/>
                    </a:cubicBezTo>
                    <a:cubicBezTo>
                      <a:pt x="534" y="234"/>
                      <a:pt x="534" y="232"/>
                      <a:pt x="534" y="231"/>
                    </a:cubicBezTo>
                    <a:cubicBezTo>
                      <a:pt x="540" y="231"/>
                      <a:pt x="540" y="231"/>
                      <a:pt x="540" y="231"/>
                    </a:cubicBezTo>
                    <a:cubicBezTo>
                      <a:pt x="540" y="232"/>
                      <a:pt x="540" y="234"/>
                      <a:pt x="540" y="235"/>
                    </a:cubicBezTo>
                    <a:cubicBezTo>
                      <a:pt x="540" y="235"/>
                      <a:pt x="540" y="236"/>
                      <a:pt x="540" y="237"/>
                    </a:cubicBezTo>
                    <a:lnTo>
                      <a:pt x="534" y="237"/>
                    </a:lnTo>
                    <a:close/>
                    <a:moveTo>
                      <a:pt x="495" y="235"/>
                    </a:moveTo>
                    <a:cubicBezTo>
                      <a:pt x="494" y="234"/>
                      <a:pt x="493" y="233"/>
                      <a:pt x="492" y="232"/>
                    </a:cubicBezTo>
                    <a:cubicBezTo>
                      <a:pt x="492" y="232"/>
                      <a:pt x="492" y="232"/>
                      <a:pt x="492" y="232"/>
                    </a:cubicBezTo>
                    <a:cubicBezTo>
                      <a:pt x="495" y="227"/>
                      <a:pt x="495" y="227"/>
                      <a:pt x="495" y="227"/>
                    </a:cubicBezTo>
                    <a:cubicBezTo>
                      <a:pt x="495" y="227"/>
                      <a:pt x="495" y="227"/>
                      <a:pt x="496" y="228"/>
                    </a:cubicBezTo>
                    <a:cubicBezTo>
                      <a:pt x="497" y="229"/>
                      <a:pt x="499" y="230"/>
                      <a:pt x="500" y="232"/>
                    </a:cubicBezTo>
                    <a:lnTo>
                      <a:pt x="495" y="235"/>
                    </a:lnTo>
                    <a:close/>
                    <a:moveTo>
                      <a:pt x="481" y="227"/>
                    </a:moveTo>
                    <a:cubicBezTo>
                      <a:pt x="481" y="227"/>
                      <a:pt x="481" y="227"/>
                      <a:pt x="481" y="227"/>
                    </a:cubicBezTo>
                    <a:cubicBezTo>
                      <a:pt x="479" y="226"/>
                      <a:pt x="478" y="225"/>
                      <a:pt x="476" y="223"/>
                    </a:cubicBezTo>
                    <a:cubicBezTo>
                      <a:pt x="480" y="219"/>
                      <a:pt x="480" y="219"/>
                      <a:pt x="480" y="219"/>
                    </a:cubicBezTo>
                    <a:cubicBezTo>
                      <a:pt x="482" y="220"/>
                      <a:pt x="483" y="221"/>
                      <a:pt x="484" y="222"/>
                    </a:cubicBezTo>
                    <a:lnTo>
                      <a:pt x="481" y="227"/>
                    </a:lnTo>
                    <a:close/>
                    <a:moveTo>
                      <a:pt x="532" y="220"/>
                    </a:moveTo>
                    <a:cubicBezTo>
                      <a:pt x="532" y="217"/>
                      <a:pt x="532" y="217"/>
                      <a:pt x="532" y="217"/>
                    </a:cubicBezTo>
                    <a:cubicBezTo>
                      <a:pt x="532" y="216"/>
                      <a:pt x="531" y="215"/>
                      <a:pt x="531" y="214"/>
                    </a:cubicBezTo>
                    <a:cubicBezTo>
                      <a:pt x="537" y="213"/>
                      <a:pt x="537" y="213"/>
                      <a:pt x="537" y="213"/>
                    </a:cubicBezTo>
                    <a:cubicBezTo>
                      <a:pt x="537" y="214"/>
                      <a:pt x="537" y="215"/>
                      <a:pt x="538" y="216"/>
                    </a:cubicBezTo>
                    <a:cubicBezTo>
                      <a:pt x="538" y="219"/>
                      <a:pt x="538" y="219"/>
                      <a:pt x="538" y="219"/>
                    </a:cubicBezTo>
                    <a:lnTo>
                      <a:pt x="532" y="220"/>
                    </a:lnTo>
                    <a:close/>
                    <a:moveTo>
                      <a:pt x="467" y="216"/>
                    </a:moveTo>
                    <a:cubicBezTo>
                      <a:pt x="466" y="215"/>
                      <a:pt x="464" y="214"/>
                      <a:pt x="463" y="213"/>
                    </a:cubicBezTo>
                    <a:cubicBezTo>
                      <a:pt x="466" y="208"/>
                      <a:pt x="466" y="208"/>
                      <a:pt x="466" y="208"/>
                    </a:cubicBezTo>
                    <a:cubicBezTo>
                      <a:pt x="468" y="209"/>
                      <a:pt x="469" y="210"/>
                      <a:pt x="471" y="211"/>
                    </a:cubicBezTo>
                    <a:lnTo>
                      <a:pt x="467" y="216"/>
                    </a:lnTo>
                    <a:close/>
                    <a:moveTo>
                      <a:pt x="421" y="210"/>
                    </a:moveTo>
                    <a:cubicBezTo>
                      <a:pt x="417" y="206"/>
                      <a:pt x="417" y="206"/>
                      <a:pt x="417" y="206"/>
                    </a:cubicBezTo>
                    <a:cubicBezTo>
                      <a:pt x="418" y="204"/>
                      <a:pt x="420" y="203"/>
                      <a:pt x="422" y="202"/>
                    </a:cubicBezTo>
                    <a:cubicBezTo>
                      <a:pt x="425" y="207"/>
                      <a:pt x="425" y="207"/>
                      <a:pt x="425" y="207"/>
                    </a:cubicBezTo>
                    <a:cubicBezTo>
                      <a:pt x="423" y="208"/>
                      <a:pt x="422" y="209"/>
                      <a:pt x="421" y="210"/>
                    </a:cubicBezTo>
                    <a:close/>
                    <a:moveTo>
                      <a:pt x="409" y="209"/>
                    </a:moveTo>
                    <a:cubicBezTo>
                      <a:pt x="408" y="209"/>
                      <a:pt x="408" y="209"/>
                      <a:pt x="407" y="208"/>
                    </a:cubicBezTo>
                    <a:cubicBezTo>
                      <a:pt x="406" y="208"/>
                      <a:pt x="405" y="207"/>
                      <a:pt x="404" y="207"/>
                    </a:cubicBezTo>
                    <a:cubicBezTo>
                      <a:pt x="407" y="202"/>
                      <a:pt x="407" y="202"/>
                      <a:pt x="407" y="202"/>
                    </a:cubicBezTo>
                    <a:cubicBezTo>
                      <a:pt x="408" y="202"/>
                      <a:pt x="409" y="203"/>
                      <a:pt x="410" y="203"/>
                    </a:cubicBezTo>
                    <a:cubicBezTo>
                      <a:pt x="411" y="204"/>
                      <a:pt x="411" y="204"/>
                      <a:pt x="412" y="204"/>
                    </a:cubicBezTo>
                    <a:lnTo>
                      <a:pt x="409" y="209"/>
                    </a:lnTo>
                    <a:close/>
                    <a:moveTo>
                      <a:pt x="453" y="206"/>
                    </a:moveTo>
                    <a:cubicBezTo>
                      <a:pt x="452" y="206"/>
                      <a:pt x="451" y="205"/>
                      <a:pt x="450" y="204"/>
                    </a:cubicBezTo>
                    <a:cubicBezTo>
                      <a:pt x="450" y="204"/>
                      <a:pt x="449" y="204"/>
                      <a:pt x="449" y="204"/>
                    </a:cubicBezTo>
                    <a:cubicBezTo>
                      <a:pt x="450" y="198"/>
                      <a:pt x="450" y="198"/>
                      <a:pt x="450" y="198"/>
                    </a:cubicBezTo>
                    <a:cubicBezTo>
                      <a:pt x="451" y="198"/>
                      <a:pt x="453" y="199"/>
                      <a:pt x="454" y="200"/>
                    </a:cubicBezTo>
                    <a:cubicBezTo>
                      <a:pt x="455" y="201"/>
                      <a:pt x="455" y="201"/>
                      <a:pt x="456" y="202"/>
                    </a:cubicBezTo>
                    <a:lnTo>
                      <a:pt x="453" y="206"/>
                    </a:lnTo>
                    <a:close/>
                    <a:moveTo>
                      <a:pt x="436" y="203"/>
                    </a:moveTo>
                    <a:cubicBezTo>
                      <a:pt x="432" y="200"/>
                      <a:pt x="432" y="200"/>
                      <a:pt x="432" y="200"/>
                    </a:cubicBezTo>
                    <a:cubicBezTo>
                      <a:pt x="434" y="197"/>
                      <a:pt x="438" y="197"/>
                      <a:pt x="441" y="198"/>
                    </a:cubicBezTo>
                    <a:cubicBezTo>
                      <a:pt x="438" y="203"/>
                      <a:pt x="438" y="203"/>
                      <a:pt x="438" y="203"/>
                    </a:cubicBezTo>
                    <a:cubicBezTo>
                      <a:pt x="438" y="203"/>
                      <a:pt x="437" y="203"/>
                      <a:pt x="436" y="203"/>
                    </a:cubicBezTo>
                    <a:close/>
                    <a:moveTo>
                      <a:pt x="528" y="203"/>
                    </a:moveTo>
                    <a:cubicBezTo>
                      <a:pt x="528" y="201"/>
                      <a:pt x="527" y="199"/>
                      <a:pt x="527" y="198"/>
                    </a:cubicBezTo>
                    <a:cubicBezTo>
                      <a:pt x="527" y="197"/>
                      <a:pt x="527" y="197"/>
                      <a:pt x="527" y="196"/>
                    </a:cubicBezTo>
                    <a:cubicBezTo>
                      <a:pt x="533" y="197"/>
                      <a:pt x="533" y="197"/>
                      <a:pt x="533" y="197"/>
                    </a:cubicBezTo>
                    <a:cubicBezTo>
                      <a:pt x="533" y="197"/>
                      <a:pt x="533" y="197"/>
                      <a:pt x="533" y="198"/>
                    </a:cubicBezTo>
                    <a:cubicBezTo>
                      <a:pt x="533" y="199"/>
                      <a:pt x="533" y="200"/>
                      <a:pt x="534" y="202"/>
                    </a:cubicBezTo>
                    <a:lnTo>
                      <a:pt x="528" y="203"/>
                    </a:lnTo>
                    <a:close/>
                    <a:moveTo>
                      <a:pt x="395" y="197"/>
                    </a:moveTo>
                    <a:cubicBezTo>
                      <a:pt x="394" y="195"/>
                      <a:pt x="393" y="193"/>
                      <a:pt x="392" y="191"/>
                    </a:cubicBezTo>
                    <a:cubicBezTo>
                      <a:pt x="398" y="190"/>
                      <a:pt x="398" y="190"/>
                      <a:pt x="398" y="190"/>
                    </a:cubicBezTo>
                    <a:cubicBezTo>
                      <a:pt x="398" y="191"/>
                      <a:pt x="399" y="193"/>
                      <a:pt x="400" y="195"/>
                    </a:cubicBezTo>
                    <a:lnTo>
                      <a:pt x="395" y="197"/>
                    </a:lnTo>
                    <a:close/>
                    <a:moveTo>
                      <a:pt x="381" y="191"/>
                    </a:moveTo>
                    <a:cubicBezTo>
                      <a:pt x="381" y="191"/>
                      <a:pt x="380" y="191"/>
                      <a:pt x="380" y="191"/>
                    </a:cubicBezTo>
                    <a:cubicBezTo>
                      <a:pt x="381" y="185"/>
                      <a:pt x="381" y="185"/>
                      <a:pt x="381" y="185"/>
                    </a:cubicBezTo>
                    <a:cubicBezTo>
                      <a:pt x="381" y="185"/>
                      <a:pt x="381" y="185"/>
                      <a:pt x="381" y="185"/>
                    </a:cubicBezTo>
                    <a:cubicBezTo>
                      <a:pt x="382" y="185"/>
                      <a:pt x="384" y="185"/>
                      <a:pt x="386" y="185"/>
                    </a:cubicBezTo>
                    <a:cubicBezTo>
                      <a:pt x="387" y="190"/>
                      <a:pt x="387" y="190"/>
                      <a:pt x="387" y="190"/>
                    </a:cubicBezTo>
                    <a:cubicBezTo>
                      <a:pt x="385" y="191"/>
                      <a:pt x="383" y="191"/>
                      <a:pt x="381" y="191"/>
                    </a:cubicBezTo>
                    <a:close/>
                    <a:moveTo>
                      <a:pt x="363" y="189"/>
                    </a:moveTo>
                    <a:cubicBezTo>
                      <a:pt x="362" y="183"/>
                      <a:pt x="362" y="183"/>
                      <a:pt x="362" y="183"/>
                    </a:cubicBezTo>
                    <a:cubicBezTo>
                      <a:pt x="362" y="183"/>
                      <a:pt x="363" y="183"/>
                      <a:pt x="363" y="182"/>
                    </a:cubicBezTo>
                    <a:cubicBezTo>
                      <a:pt x="363" y="181"/>
                      <a:pt x="363" y="181"/>
                      <a:pt x="363" y="181"/>
                    </a:cubicBezTo>
                    <a:cubicBezTo>
                      <a:pt x="369" y="183"/>
                      <a:pt x="369" y="183"/>
                      <a:pt x="369" y="183"/>
                    </a:cubicBezTo>
                    <a:cubicBezTo>
                      <a:pt x="368" y="184"/>
                      <a:pt x="368" y="184"/>
                      <a:pt x="368" y="184"/>
                    </a:cubicBezTo>
                    <a:cubicBezTo>
                      <a:pt x="367" y="187"/>
                      <a:pt x="365" y="189"/>
                      <a:pt x="363" y="189"/>
                    </a:cubicBezTo>
                    <a:close/>
                    <a:moveTo>
                      <a:pt x="536" y="186"/>
                    </a:moveTo>
                    <a:cubicBezTo>
                      <a:pt x="531" y="184"/>
                      <a:pt x="531" y="184"/>
                      <a:pt x="531" y="184"/>
                    </a:cubicBezTo>
                    <a:cubicBezTo>
                      <a:pt x="532" y="182"/>
                      <a:pt x="533" y="180"/>
                      <a:pt x="534" y="179"/>
                    </a:cubicBezTo>
                    <a:cubicBezTo>
                      <a:pt x="539" y="182"/>
                      <a:pt x="539" y="182"/>
                      <a:pt x="539" y="182"/>
                    </a:cubicBezTo>
                    <a:cubicBezTo>
                      <a:pt x="538" y="183"/>
                      <a:pt x="537" y="185"/>
                      <a:pt x="536" y="186"/>
                    </a:cubicBezTo>
                    <a:close/>
                    <a:moveTo>
                      <a:pt x="568" y="183"/>
                    </a:moveTo>
                    <a:cubicBezTo>
                      <a:pt x="566" y="183"/>
                      <a:pt x="564" y="182"/>
                      <a:pt x="561" y="180"/>
                    </a:cubicBezTo>
                    <a:cubicBezTo>
                      <a:pt x="566" y="176"/>
                      <a:pt x="566" y="176"/>
                      <a:pt x="566" y="176"/>
                    </a:cubicBezTo>
                    <a:cubicBezTo>
                      <a:pt x="567" y="177"/>
                      <a:pt x="568" y="177"/>
                      <a:pt x="569" y="178"/>
                    </a:cubicBezTo>
                    <a:lnTo>
                      <a:pt x="568" y="183"/>
                    </a:lnTo>
                    <a:close/>
                    <a:moveTo>
                      <a:pt x="353" y="183"/>
                    </a:moveTo>
                    <a:cubicBezTo>
                      <a:pt x="352" y="182"/>
                      <a:pt x="350" y="182"/>
                      <a:pt x="349" y="181"/>
                    </a:cubicBezTo>
                    <a:cubicBezTo>
                      <a:pt x="348" y="180"/>
                      <a:pt x="347" y="178"/>
                      <a:pt x="347" y="177"/>
                    </a:cubicBezTo>
                    <a:cubicBezTo>
                      <a:pt x="352" y="176"/>
                      <a:pt x="352" y="176"/>
                      <a:pt x="352" y="176"/>
                    </a:cubicBezTo>
                    <a:cubicBezTo>
                      <a:pt x="352" y="176"/>
                      <a:pt x="353" y="176"/>
                      <a:pt x="353" y="176"/>
                    </a:cubicBezTo>
                    <a:cubicBezTo>
                      <a:pt x="353" y="177"/>
                      <a:pt x="354" y="177"/>
                      <a:pt x="355" y="177"/>
                    </a:cubicBezTo>
                    <a:lnTo>
                      <a:pt x="353" y="183"/>
                    </a:lnTo>
                    <a:close/>
                    <a:moveTo>
                      <a:pt x="552" y="181"/>
                    </a:moveTo>
                    <a:cubicBezTo>
                      <a:pt x="552" y="181"/>
                      <a:pt x="551" y="181"/>
                      <a:pt x="550" y="181"/>
                    </a:cubicBezTo>
                    <a:cubicBezTo>
                      <a:pt x="546" y="180"/>
                      <a:pt x="546" y="180"/>
                      <a:pt x="546" y="180"/>
                    </a:cubicBezTo>
                    <a:cubicBezTo>
                      <a:pt x="547" y="175"/>
                      <a:pt x="547" y="175"/>
                      <a:pt x="547" y="175"/>
                    </a:cubicBezTo>
                    <a:cubicBezTo>
                      <a:pt x="551" y="175"/>
                      <a:pt x="551" y="175"/>
                      <a:pt x="551" y="175"/>
                    </a:cubicBezTo>
                    <a:cubicBezTo>
                      <a:pt x="551" y="175"/>
                      <a:pt x="552" y="175"/>
                      <a:pt x="552" y="175"/>
                    </a:cubicBezTo>
                    <a:lnTo>
                      <a:pt x="552" y="181"/>
                    </a:lnTo>
                    <a:close/>
                    <a:moveTo>
                      <a:pt x="380" y="179"/>
                    </a:moveTo>
                    <a:cubicBezTo>
                      <a:pt x="374" y="179"/>
                      <a:pt x="374" y="179"/>
                      <a:pt x="374" y="179"/>
                    </a:cubicBezTo>
                    <a:cubicBezTo>
                      <a:pt x="374" y="177"/>
                      <a:pt x="374" y="177"/>
                      <a:pt x="374" y="177"/>
                    </a:cubicBezTo>
                    <a:cubicBezTo>
                      <a:pt x="374" y="177"/>
                      <a:pt x="374" y="177"/>
                      <a:pt x="374" y="177"/>
                    </a:cubicBezTo>
                    <a:cubicBezTo>
                      <a:pt x="374" y="177"/>
                      <a:pt x="375" y="178"/>
                      <a:pt x="375" y="178"/>
                    </a:cubicBezTo>
                    <a:cubicBezTo>
                      <a:pt x="374" y="172"/>
                      <a:pt x="374" y="172"/>
                      <a:pt x="374" y="172"/>
                    </a:cubicBezTo>
                    <a:cubicBezTo>
                      <a:pt x="374" y="172"/>
                      <a:pt x="375" y="172"/>
                      <a:pt x="375" y="172"/>
                    </a:cubicBezTo>
                    <a:cubicBezTo>
                      <a:pt x="378" y="172"/>
                      <a:pt x="380" y="174"/>
                      <a:pt x="380" y="177"/>
                    </a:cubicBezTo>
                    <a:cubicBezTo>
                      <a:pt x="380" y="177"/>
                      <a:pt x="380" y="178"/>
                      <a:pt x="380" y="178"/>
                    </a:cubicBezTo>
                    <a:lnTo>
                      <a:pt x="380" y="179"/>
                    </a:lnTo>
                    <a:close/>
                    <a:moveTo>
                      <a:pt x="580" y="176"/>
                    </a:moveTo>
                    <a:cubicBezTo>
                      <a:pt x="575" y="173"/>
                      <a:pt x="575" y="173"/>
                      <a:pt x="575" y="173"/>
                    </a:cubicBezTo>
                    <a:cubicBezTo>
                      <a:pt x="576" y="172"/>
                      <a:pt x="576" y="172"/>
                      <a:pt x="576" y="171"/>
                    </a:cubicBezTo>
                    <a:cubicBezTo>
                      <a:pt x="576" y="170"/>
                      <a:pt x="576" y="170"/>
                      <a:pt x="576" y="169"/>
                    </a:cubicBezTo>
                    <a:cubicBezTo>
                      <a:pt x="582" y="168"/>
                      <a:pt x="582" y="168"/>
                      <a:pt x="582" y="168"/>
                    </a:cubicBezTo>
                    <a:cubicBezTo>
                      <a:pt x="582" y="169"/>
                      <a:pt x="582" y="169"/>
                      <a:pt x="582" y="169"/>
                    </a:cubicBezTo>
                    <a:cubicBezTo>
                      <a:pt x="582" y="170"/>
                      <a:pt x="582" y="171"/>
                      <a:pt x="582" y="172"/>
                    </a:cubicBezTo>
                    <a:cubicBezTo>
                      <a:pt x="581" y="174"/>
                      <a:pt x="581" y="175"/>
                      <a:pt x="580" y="176"/>
                    </a:cubicBezTo>
                    <a:close/>
                    <a:moveTo>
                      <a:pt x="207" y="168"/>
                    </a:moveTo>
                    <a:cubicBezTo>
                      <a:pt x="206" y="168"/>
                      <a:pt x="206" y="168"/>
                      <a:pt x="206" y="167"/>
                    </a:cubicBezTo>
                    <a:cubicBezTo>
                      <a:pt x="205" y="167"/>
                      <a:pt x="204" y="166"/>
                      <a:pt x="204" y="165"/>
                    </a:cubicBezTo>
                    <a:cubicBezTo>
                      <a:pt x="203" y="164"/>
                      <a:pt x="203" y="164"/>
                      <a:pt x="203" y="164"/>
                    </a:cubicBezTo>
                    <a:cubicBezTo>
                      <a:pt x="207" y="159"/>
                      <a:pt x="207" y="159"/>
                      <a:pt x="207" y="159"/>
                    </a:cubicBezTo>
                    <a:cubicBezTo>
                      <a:pt x="207" y="160"/>
                      <a:pt x="208" y="161"/>
                      <a:pt x="208" y="161"/>
                    </a:cubicBezTo>
                    <a:cubicBezTo>
                      <a:pt x="209" y="162"/>
                      <a:pt x="209" y="163"/>
                      <a:pt x="210" y="163"/>
                    </a:cubicBezTo>
                    <a:cubicBezTo>
                      <a:pt x="210" y="163"/>
                      <a:pt x="210" y="163"/>
                      <a:pt x="210" y="164"/>
                    </a:cubicBezTo>
                    <a:lnTo>
                      <a:pt x="207" y="168"/>
                    </a:lnTo>
                    <a:close/>
                    <a:moveTo>
                      <a:pt x="304" y="168"/>
                    </a:moveTo>
                    <a:cubicBezTo>
                      <a:pt x="302" y="167"/>
                      <a:pt x="300" y="164"/>
                      <a:pt x="299" y="163"/>
                    </a:cubicBezTo>
                    <a:cubicBezTo>
                      <a:pt x="303" y="160"/>
                      <a:pt x="303" y="160"/>
                      <a:pt x="303" y="160"/>
                    </a:cubicBezTo>
                    <a:cubicBezTo>
                      <a:pt x="305" y="162"/>
                      <a:pt x="306" y="163"/>
                      <a:pt x="307" y="163"/>
                    </a:cubicBezTo>
                    <a:lnTo>
                      <a:pt x="304" y="168"/>
                    </a:lnTo>
                    <a:close/>
                    <a:moveTo>
                      <a:pt x="193" y="166"/>
                    </a:moveTo>
                    <a:cubicBezTo>
                      <a:pt x="191" y="165"/>
                      <a:pt x="189" y="165"/>
                      <a:pt x="187" y="164"/>
                    </a:cubicBezTo>
                    <a:cubicBezTo>
                      <a:pt x="190" y="158"/>
                      <a:pt x="190" y="158"/>
                      <a:pt x="190" y="158"/>
                    </a:cubicBezTo>
                    <a:cubicBezTo>
                      <a:pt x="190" y="158"/>
                      <a:pt x="190" y="158"/>
                      <a:pt x="190" y="158"/>
                    </a:cubicBezTo>
                    <a:cubicBezTo>
                      <a:pt x="191" y="159"/>
                      <a:pt x="193" y="160"/>
                      <a:pt x="195" y="160"/>
                    </a:cubicBezTo>
                    <a:lnTo>
                      <a:pt x="193" y="166"/>
                    </a:lnTo>
                    <a:close/>
                    <a:moveTo>
                      <a:pt x="347" y="165"/>
                    </a:moveTo>
                    <a:cubicBezTo>
                      <a:pt x="347" y="164"/>
                      <a:pt x="347" y="164"/>
                      <a:pt x="345" y="163"/>
                    </a:cubicBezTo>
                    <a:cubicBezTo>
                      <a:pt x="348" y="158"/>
                      <a:pt x="348" y="158"/>
                      <a:pt x="348" y="158"/>
                    </a:cubicBezTo>
                    <a:cubicBezTo>
                      <a:pt x="352" y="160"/>
                      <a:pt x="353" y="163"/>
                      <a:pt x="353" y="164"/>
                    </a:cubicBezTo>
                    <a:lnTo>
                      <a:pt x="347" y="165"/>
                    </a:lnTo>
                    <a:close/>
                    <a:moveTo>
                      <a:pt x="316" y="165"/>
                    </a:moveTo>
                    <a:cubicBezTo>
                      <a:pt x="315" y="165"/>
                      <a:pt x="315" y="165"/>
                      <a:pt x="315" y="165"/>
                    </a:cubicBezTo>
                    <a:cubicBezTo>
                      <a:pt x="315" y="159"/>
                      <a:pt x="315" y="159"/>
                      <a:pt x="315" y="159"/>
                    </a:cubicBezTo>
                    <a:cubicBezTo>
                      <a:pt x="316" y="159"/>
                      <a:pt x="316" y="159"/>
                      <a:pt x="316" y="159"/>
                    </a:cubicBezTo>
                    <a:cubicBezTo>
                      <a:pt x="318" y="159"/>
                      <a:pt x="318" y="159"/>
                      <a:pt x="319" y="158"/>
                    </a:cubicBezTo>
                    <a:cubicBezTo>
                      <a:pt x="323" y="163"/>
                      <a:pt x="323" y="163"/>
                      <a:pt x="323" y="163"/>
                    </a:cubicBezTo>
                    <a:cubicBezTo>
                      <a:pt x="320" y="165"/>
                      <a:pt x="318" y="165"/>
                      <a:pt x="316" y="165"/>
                    </a:cubicBezTo>
                    <a:close/>
                    <a:moveTo>
                      <a:pt x="220" y="163"/>
                    </a:moveTo>
                    <a:cubicBezTo>
                      <a:pt x="219" y="163"/>
                      <a:pt x="218" y="163"/>
                      <a:pt x="217" y="162"/>
                    </a:cubicBezTo>
                    <a:cubicBezTo>
                      <a:pt x="214" y="157"/>
                      <a:pt x="214" y="157"/>
                      <a:pt x="214" y="157"/>
                    </a:cubicBezTo>
                    <a:cubicBezTo>
                      <a:pt x="216" y="156"/>
                      <a:pt x="219" y="156"/>
                      <a:pt x="221" y="158"/>
                    </a:cubicBezTo>
                    <a:cubicBezTo>
                      <a:pt x="221" y="158"/>
                      <a:pt x="219" y="158"/>
                      <a:pt x="219" y="158"/>
                    </a:cubicBezTo>
                    <a:cubicBezTo>
                      <a:pt x="223" y="162"/>
                      <a:pt x="223" y="162"/>
                      <a:pt x="223" y="162"/>
                    </a:cubicBezTo>
                    <a:cubicBezTo>
                      <a:pt x="222" y="163"/>
                      <a:pt x="221" y="163"/>
                      <a:pt x="220" y="163"/>
                    </a:cubicBezTo>
                    <a:close/>
                    <a:moveTo>
                      <a:pt x="335" y="161"/>
                    </a:moveTo>
                    <a:cubicBezTo>
                      <a:pt x="332" y="161"/>
                      <a:pt x="330" y="161"/>
                      <a:pt x="329" y="160"/>
                    </a:cubicBezTo>
                    <a:cubicBezTo>
                      <a:pt x="330" y="155"/>
                      <a:pt x="330" y="155"/>
                      <a:pt x="330" y="155"/>
                    </a:cubicBezTo>
                    <a:cubicBezTo>
                      <a:pt x="331" y="155"/>
                      <a:pt x="333" y="155"/>
                      <a:pt x="335" y="155"/>
                    </a:cubicBezTo>
                    <a:cubicBezTo>
                      <a:pt x="335" y="155"/>
                      <a:pt x="335" y="155"/>
                      <a:pt x="335" y="155"/>
                    </a:cubicBezTo>
                    <a:lnTo>
                      <a:pt x="335" y="161"/>
                    </a:lnTo>
                    <a:close/>
                    <a:moveTo>
                      <a:pt x="290" y="160"/>
                    </a:moveTo>
                    <a:cubicBezTo>
                      <a:pt x="288" y="160"/>
                      <a:pt x="287" y="159"/>
                      <a:pt x="285" y="159"/>
                    </a:cubicBezTo>
                    <a:cubicBezTo>
                      <a:pt x="285" y="158"/>
                      <a:pt x="284" y="158"/>
                      <a:pt x="283" y="157"/>
                    </a:cubicBezTo>
                    <a:cubicBezTo>
                      <a:pt x="287" y="153"/>
                      <a:pt x="287" y="153"/>
                      <a:pt x="287" y="153"/>
                    </a:cubicBezTo>
                    <a:cubicBezTo>
                      <a:pt x="287" y="153"/>
                      <a:pt x="288" y="153"/>
                      <a:pt x="288" y="154"/>
                    </a:cubicBezTo>
                    <a:cubicBezTo>
                      <a:pt x="289" y="154"/>
                      <a:pt x="290" y="154"/>
                      <a:pt x="291" y="155"/>
                    </a:cubicBezTo>
                    <a:lnTo>
                      <a:pt x="290" y="160"/>
                    </a:lnTo>
                    <a:close/>
                    <a:moveTo>
                      <a:pt x="175" y="160"/>
                    </a:moveTo>
                    <a:cubicBezTo>
                      <a:pt x="175" y="159"/>
                      <a:pt x="174" y="158"/>
                      <a:pt x="174" y="157"/>
                    </a:cubicBezTo>
                    <a:cubicBezTo>
                      <a:pt x="173" y="157"/>
                      <a:pt x="173" y="156"/>
                      <a:pt x="172" y="155"/>
                    </a:cubicBezTo>
                    <a:cubicBezTo>
                      <a:pt x="176" y="151"/>
                      <a:pt x="176" y="151"/>
                      <a:pt x="176" y="151"/>
                    </a:cubicBezTo>
                    <a:cubicBezTo>
                      <a:pt x="177" y="152"/>
                      <a:pt x="178" y="153"/>
                      <a:pt x="178" y="154"/>
                    </a:cubicBezTo>
                    <a:cubicBezTo>
                      <a:pt x="179" y="155"/>
                      <a:pt x="179" y="155"/>
                      <a:pt x="180" y="155"/>
                    </a:cubicBezTo>
                    <a:lnTo>
                      <a:pt x="175" y="160"/>
                    </a:lnTo>
                    <a:close/>
                    <a:moveTo>
                      <a:pt x="252" y="158"/>
                    </a:moveTo>
                    <a:cubicBezTo>
                      <a:pt x="250" y="153"/>
                      <a:pt x="250" y="153"/>
                      <a:pt x="250" y="153"/>
                    </a:cubicBezTo>
                    <a:cubicBezTo>
                      <a:pt x="252" y="151"/>
                      <a:pt x="254" y="150"/>
                      <a:pt x="256" y="150"/>
                    </a:cubicBezTo>
                    <a:cubicBezTo>
                      <a:pt x="257" y="156"/>
                      <a:pt x="257" y="156"/>
                      <a:pt x="257" y="156"/>
                    </a:cubicBezTo>
                    <a:cubicBezTo>
                      <a:pt x="256" y="156"/>
                      <a:pt x="254" y="157"/>
                      <a:pt x="252" y="158"/>
                    </a:cubicBezTo>
                    <a:close/>
                    <a:moveTo>
                      <a:pt x="575" y="157"/>
                    </a:moveTo>
                    <a:cubicBezTo>
                      <a:pt x="575" y="156"/>
                      <a:pt x="574" y="155"/>
                      <a:pt x="573" y="154"/>
                    </a:cubicBezTo>
                    <a:cubicBezTo>
                      <a:pt x="577" y="150"/>
                      <a:pt x="577" y="150"/>
                      <a:pt x="577" y="150"/>
                    </a:cubicBezTo>
                    <a:cubicBezTo>
                      <a:pt x="578" y="151"/>
                      <a:pt x="580" y="153"/>
                      <a:pt x="581" y="157"/>
                    </a:cubicBezTo>
                    <a:lnTo>
                      <a:pt x="575" y="157"/>
                    </a:lnTo>
                    <a:close/>
                    <a:moveTo>
                      <a:pt x="231" y="155"/>
                    </a:moveTo>
                    <a:cubicBezTo>
                      <a:pt x="229" y="150"/>
                      <a:pt x="229" y="150"/>
                      <a:pt x="229" y="150"/>
                    </a:cubicBezTo>
                    <a:cubicBezTo>
                      <a:pt x="231" y="149"/>
                      <a:pt x="232" y="148"/>
                      <a:pt x="232" y="148"/>
                    </a:cubicBezTo>
                    <a:cubicBezTo>
                      <a:pt x="237" y="150"/>
                      <a:pt x="237" y="150"/>
                      <a:pt x="237" y="150"/>
                    </a:cubicBezTo>
                    <a:cubicBezTo>
                      <a:pt x="237" y="153"/>
                      <a:pt x="234" y="154"/>
                      <a:pt x="231" y="155"/>
                    </a:cubicBezTo>
                    <a:close/>
                    <a:moveTo>
                      <a:pt x="563" y="154"/>
                    </a:moveTo>
                    <a:cubicBezTo>
                      <a:pt x="562" y="154"/>
                      <a:pt x="560" y="153"/>
                      <a:pt x="559" y="152"/>
                    </a:cubicBezTo>
                    <a:cubicBezTo>
                      <a:pt x="559" y="152"/>
                      <a:pt x="558" y="152"/>
                      <a:pt x="557" y="151"/>
                    </a:cubicBezTo>
                    <a:cubicBezTo>
                      <a:pt x="559" y="146"/>
                      <a:pt x="559" y="146"/>
                      <a:pt x="559" y="146"/>
                    </a:cubicBezTo>
                    <a:cubicBezTo>
                      <a:pt x="560" y="146"/>
                      <a:pt x="561" y="147"/>
                      <a:pt x="562" y="147"/>
                    </a:cubicBezTo>
                    <a:cubicBezTo>
                      <a:pt x="563" y="148"/>
                      <a:pt x="564" y="148"/>
                      <a:pt x="564" y="148"/>
                    </a:cubicBezTo>
                    <a:lnTo>
                      <a:pt x="563" y="154"/>
                    </a:lnTo>
                    <a:close/>
                    <a:moveTo>
                      <a:pt x="240" y="152"/>
                    </a:moveTo>
                    <a:cubicBezTo>
                      <a:pt x="239" y="150"/>
                      <a:pt x="238" y="148"/>
                      <a:pt x="238" y="146"/>
                    </a:cubicBezTo>
                    <a:cubicBezTo>
                      <a:pt x="244" y="145"/>
                      <a:pt x="244" y="145"/>
                      <a:pt x="244" y="145"/>
                    </a:cubicBezTo>
                    <a:cubicBezTo>
                      <a:pt x="244" y="147"/>
                      <a:pt x="245" y="148"/>
                      <a:pt x="245" y="150"/>
                    </a:cubicBezTo>
                    <a:lnTo>
                      <a:pt x="240" y="152"/>
                    </a:lnTo>
                    <a:close/>
                    <a:moveTo>
                      <a:pt x="266" y="151"/>
                    </a:moveTo>
                    <a:cubicBezTo>
                      <a:pt x="262" y="148"/>
                      <a:pt x="262" y="148"/>
                      <a:pt x="262" y="148"/>
                    </a:cubicBezTo>
                    <a:cubicBezTo>
                      <a:pt x="263" y="146"/>
                      <a:pt x="266" y="145"/>
                      <a:pt x="269" y="145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69" y="151"/>
                      <a:pt x="269" y="151"/>
                      <a:pt x="269" y="151"/>
                    </a:cubicBezTo>
                    <a:cubicBezTo>
                      <a:pt x="267" y="151"/>
                      <a:pt x="266" y="151"/>
                      <a:pt x="266" y="151"/>
                    </a:cubicBezTo>
                    <a:close/>
                    <a:moveTo>
                      <a:pt x="162" y="150"/>
                    </a:moveTo>
                    <a:cubicBezTo>
                      <a:pt x="161" y="149"/>
                      <a:pt x="159" y="148"/>
                      <a:pt x="157" y="147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2" y="143"/>
                      <a:pt x="163" y="144"/>
                      <a:pt x="165" y="145"/>
                    </a:cubicBezTo>
                    <a:lnTo>
                      <a:pt x="162" y="150"/>
                    </a:lnTo>
                    <a:close/>
                    <a:moveTo>
                      <a:pt x="545" y="148"/>
                    </a:moveTo>
                    <a:cubicBezTo>
                      <a:pt x="545" y="147"/>
                      <a:pt x="545" y="145"/>
                      <a:pt x="545" y="142"/>
                    </a:cubicBezTo>
                    <a:cubicBezTo>
                      <a:pt x="551" y="142"/>
                      <a:pt x="551" y="142"/>
                      <a:pt x="551" y="142"/>
                    </a:cubicBezTo>
                    <a:cubicBezTo>
                      <a:pt x="551" y="143"/>
                      <a:pt x="551" y="146"/>
                      <a:pt x="551" y="147"/>
                    </a:cubicBezTo>
                    <a:lnTo>
                      <a:pt x="545" y="148"/>
                    </a:lnTo>
                    <a:close/>
                    <a:moveTo>
                      <a:pt x="281" y="146"/>
                    </a:moveTo>
                    <a:cubicBezTo>
                      <a:pt x="278" y="140"/>
                      <a:pt x="278" y="140"/>
                      <a:pt x="278" y="140"/>
                    </a:cubicBezTo>
                    <a:cubicBezTo>
                      <a:pt x="279" y="140"/>
                      <a:pt x="281" y="139"/>
                      <a:pt x="282" y="139"/>
                    </a:cubicBezTo>
                    <a:cubicBezTo>
                      <a:pt x="285" y="139"/>
                      <a:pt x="287" y="141"/>
                      <a:pt x="287" y="144"/>
                    </a:cubicBezTo>
                    <a:cubicBezTo>
                      <a:pt x="281" y="144"/>
                      <a:pt x="281" y="144"/>
                      <a:pt x="281" y="144"/>
                    </a:cubicBezTo>
                    <a:cubicBezTo>
                      <a:pt x="281" y="145"/>
                      <a:pt x="282" y="145"/>
                      <a:pt x="282" y="145"/>
                    </a:cubicBezTo>
                    <a:cubicBezTo>
                      <a:pt x="282" y="145"/>
                      <a:pt x="282" y="145"/>
                      <a:pt x="282" y="145"/>
                    </a:cubicBezTo>
                    <a:cubicBezTo>
                      <a:pt x="282" y="145"/>
                      <a:pt x="282" y="145"/>
                      <a:pt x="281" y="146"/>
                    </a:cubicBezTo>
                    <a:close/>
                    <a:moveTo>
                      <a:pt x="232" y="140"/>
                    </a:moveTo>
                    <a:cubicBezTo>
                      <a:pt x="227" y="138"/>
                      <a:pt x="227" y="138"/>
                      <a:pt x="227" y="138"/>
                    </a:cubicBezTo>
                    <a:cubicBezTo>
                      <a:pt x="228" y="137"/>
                      <a:pt x="229" y="136"/>
                      <a:pt x="230" y="135"/>
                    </a:cubicBezTo>
                    <a:cubicBezTo>
                      <a:pt x="232" y="134"/>
                      <a:pt x="233" y="133"/>
                      <a:pt x="235" y="134"/>
                    </a:cubicBezTo>
                    <a:cubicBezTo>
                      <a:pt x="235" y="139"/>
                      <a:pt x="235" y="139"/>
                      <a:pt x="235" y="139"/>
                    </a:cubicBezTo>
                    <a:cubicBezTo>
                      <a:pt x="234" y="139"/>
                      <a:pt x="234" y="140"/>
                      <a:pt x="233" y="140"/>
                    </a:cubicBezTo>
                    <a:cubicBezTo>
                      <a:pt x="233" y="140"/>
                      <a:pt x="232" y="140"/>
                      <a:pt x="232" y="140"/>
                    </a:cubicBezTo>
                    <a:close/>
                    <a:moveTo>
                      <a:pt x="147" y="138"/>
                    </a:moveTo>
                    <a:cubicBezTo>
                      <a:pt x="147" y="137"/>
                      <a:pt x="147" y="137"/>
                      <a:pt x="147" y="137"/>
                    </a:cubicBezTo>
                    <a:cubicBezTo>
                      <a:pt x="147" y="135"/>
                      <a:pt x="148" y="133"/>
                      <a:pt x="149" y="130"/>
                    </a:cubicBezTo>
                    <a:cubicBezTo>
                      <a:pt x="154" y="134"/>
                      <a:pt x="154" y="134"/>
                      <a:pt x="154" y="134"/>
                    </a:cubicBezTo>
                    <a:cubicBezTo>
                      <a:pt x="153" y="135"/>
                      <a:pt x="153" y="136"/>
                      <a:pt x="153" y="137"/>
                    </a:cubicBezTo>
                    <a:lnTo>
                      <a:pt x="147" y="138"/>
                    </a:lnTo>
                    <a:close/>
                    <a:moveTo>
                      <a:pt x="545" y="132"/>
                    </a:moveTo>
                    <a:cubicBezTo>
                      <a:pt x="545" y="132"/>
                      <a:pt x="544" y="132"/>
                      <a:pt x="543" y="131"/>
                    </a:cubicBezTo>
                    <a:cubicBezTo>
                      <a:pt x="543" y="131"/>
                      <a:pt x="543" y="131"/>
                      <a:pt x="542" y="131"/>
                    </a:cubicBezTo>
                    <a:cubicBezTo>
                      <a:pt x="542" y="125"/>
                      <a:pt x="542" y="125"/>
                      <a:pt x="542" y="125"/>
                    </a:cubicBezTo>
                    <a:cubicBezTo>
                      <a:pt x="544" y="125"/>
                      <a:pt x="545" y="126"/>
                      <a:pt x="546" y="126"/>
                    </a:cubicBezTo>
                    <a:cubicBezTo>
                      <a:pt x="548" y="127"/>
                      <a:pt x="549" y="128"/>
                      <a:pt x="549" y="128"/>
                    </a:cubicBezTo>
                    <a:lnTo>
                      <a:pt x="545" y="132"/>
                    </a:lnTo>
                    <a:close/>
                    <a:moveTo>
                      <a:pt x="530" y="130"/>
                    </a:moveTo>
                    <a:cubicBezTo>
                      <a:pt x="527" y="130"/>
                      <a:pt x="524" y="130"/>
                      <a:pt x="523" y="128"/>
                    </a:cubicBezTo>
                    <a:cubicBezTo>
                      <a:pt x="527" y="124"/>
                      <a:pt x="527" y="124"/>
                      <a:pt x="527" y="124"/>
                    </a:cubicBezTo>
                    <a:cubicBezTo>
                      <a:pt x="527" y="124"/>
                      <a:pt x="528" y="124"/>
                      <a:pt x="530" y="124"/>
                    </a:cubicBezTo>
                    <a:lnTo>
                      <a:pt x="530" y="130"/>
                    </a:lnTo>
                    <a:close/>
                    <a:moveTo>
                      <a:pt x="613" y="129"/>
                    </a:moveTo>
                    <a:cubicBezTo>
                      <a:pt x="610" y="127"/>
                      <a:pt x="609" y="126"/>
                      <a:pt x="608" y="122"/>
                    </a:cubicBezTo>
                    <a:cubicBezTo>
                      <a:pt x="614" y="122"/>
                      <a:pt x="614" y="122"/>
                      <a:pt x="614" y="122"/>
                    </a:cubicBezTo>
                    <a:cubicBezTo>
                      <a:pt x="614" y="122"/>
                      <a:pt x="614" y="123"/>
                      <a:pt x="616" y="124"/>
                    </a:cubicBezTo>
                    <a:lnTo>
                      <a:pt x="613" y="129"/>
                    </a:lnTo>
                    <a:close/>
                    <a:moveTo>
                      <a:pt x="587" y="127"/>
                    </a:moveTo>
                    <a:cubicBezTo>
                      <a:pt x="585" y="127"/>
                      <a:pt x="583" y="126"/>
                      <a:pt x="581" y="126"/>
                    </a:cubicBezTo>
                    <a:cubicBezTo>
                      <a:pt x="583" y="120"/>
                      <a:pt x="583" y="120"/>
                      <a:pt x="583" y="120"/>
                    </a:cubicBezTo>
                    <a:cubicBezTo>
                      <a:pt x="585" y="121"/>
                      <a:pt x="586" y="121"/>
                      <a:pt x="588" y="121"/>
                    </a:cubicBezTo>
                    <a:cubicBezTo>
                      <a:pt x="589" y="127"/>
                      <a:pt x="589" y="127"/>
                      <a:pt x="589" y="127"/>
                    </a:cubicBezTo>
                    <a:cubicBezTo>
                      <a:pt x="588" y="127"/>
                      <a:pt x="587" y="127"/>
                      <a:pt x="587" y="127"/>
                    </a:cubicBezTo>
                    <a:close/>
                    <a:moveTo>
                      <a:pt x="627" y="126"/>
                    </a:moveTo>
                    <a:cubicBezTo>
                      <a:pt x="623" y="121"/>
                      <a:pt x="623" y="121"/>
                      <a:pt x="623" y="121"/>
                    </a:cubicBezTo>
                    <a:cubicBezTo>
                      <a:pt x="624" y="121"/>
                      <a:pt x="624" y="121"/>
                      <a:pt x="624" y="121"/>
                    </a:cubicBezTo>
                    <a:cubicBezTo>
                      <a:pt x="625" y="119"/>
                      <a:pt x="627" y="119"/>
                      <a:pt x="628" y="119"/>
                    </a:cubicBezTo>
                    <a:cubicBezTo>
                      <a:pt x="629" y="118"/>
                      <a:pt x="629" y="118"/>
                      <a:pt x="629" y="118"/>
                    </a:cubicBezTo>
                    <a:cubicBezTo>
                      <a:pt x="631" y="124"/>
                      <a:pt x="631" y="124"/>
                      <a:pt x="631" y="124"/>
                    </a:cubicBezTo>
                    <a:cubicBezTo>
                      <a:pt x="631" y="124"/>
                      <a:pt x="630" y="124"/>
                      <a:pt x="630" y="124"/>
                    </a:cubicBezTo>
                    <a:cubicBezTo>
                      <a:pt x="629" y="124"/>
                      <a:pt x="628" y="125"/>
                      <a:pt x="627" y="125"/>
                    </a:cubicBezTo>
                    <a:lnTo>
                      <a:pt x="627" y="126"/>
                    </a:lnTo>
                    <a:close/>
                    <a:moveTo>
                      <a:pt x="600" y="125"/>
                    </a:moveTo>
                    <a:cubicBezTo>
                      <a:pt x="599" y="119"/>
                      <a:pt x="599" y="119"/>
                      <a:pt x="599" y="119"/>
                    </a:cubicBezTo>
                    <a:cubicBezTo>
                      <a:pt x="600" y="119"/>
                      <a:pt x="601" y="118"/>
                      <a:pt x="601" y="118"/>
                    </a:cubicBezTo>
                    <a:cubicBezTo>
                      <a:pt x="602" y="117"/>
                      <a:pt x="602" y="117"/>
                      <a:pt x="603" y="117"/>
                    </a:cubicBezTo>
                    <a:cubicBezTo>
                      <a:pt x="606" y="121"/>
                      <a:pt x="606" y="121"/>
                      <a:pt x="606" y="121"/>
                    </a:cubicBezTo>
                    <a:cubicBezTo>
                      <a:pt x="606" y="121"/>
                      <a:pt x="606" y="122"/>
                      <a:pt x="605" y="122"/>
                    </a:cubicBezTo>
                    <a:cubicBezTo>
                      <a:pt x="604" y="123"/>
                      <a:pt x="602" y="124"/>
                      <a:pt x="600" y="125"/>
                    </a:cubicBezTo>
                    <a:close/>
                    <a:moveTo>
                      <a:pt x="162" y="125"/>
                    </a:moveTo>
                    <a:cubicBezTo>
                      <a:pt x="159" y="123"/>
                      <a:pt x="159" y="123"/>
                      <a:pt x="159" y="123"/>
                    </a:cubicBezTo>
                    <a:cubicBezTo>
                      <a:pt x="157" y="124"/>
                      <a:pt x="157" y="124"/>
                      <a:pt x="157" y="124"/>
                    </a:cubicBezTo>
                    <a:cubicBezTo>
                      <a:pt x="157" y="123"/>
                      <a:pt x="157" y="123"/>
                      <a:pt x="157" y="123"/>
                    </a:cubicBezTo>
                    <a:cubicBezTo>
                      <a:pt x="156" y="121"/>
                      <a:pt x="156" y="120"/>
                      <a:pt x="156" y="118"/>
                    </a:cubicBezTo>
                    <a:cubicBezTo>
                      <a:pt x="156" y="118"/>
                      <a:pt x="156" y="118"/>
                      <a:pt x="156" y="117"/>
                    </a:cubicBezTo>
                    <a:cubicBezTo>
                      <a:pt x="162" y="118"/>
                      <a:pt x="162" y="118"/>
                      <a:pt x="162" y="118"/>
                    </a:cubicBezTo>
                    <a:cubicBezTo>
                      <a:pt x="161" y="118"/>
                      <a:pt x="161" y="118"/>
                      <a:pt x="161" y="118"/>
                    </a:cubicBezTo>
                    <a:cubicBezTo>
                      <a:pt x="161" y="119"/>
                      <a:pt x="162" y="120"/>
                      <a:pt x="162" y="120"/>
                    </a:cubicBezTo>
                    <a:cubicBezTo>
                      <a:pt x="162" y="121"/>
                      <a:pt x="162" y="121"/>
                      <a:pt x="163" y="122"/>
                    </a:cubicBezTo>
                    <a:cubicBezTo>
                      <a:pt x="163" y="123"/>
                      <a:pt x="163" y="123"/>
                      <a:pt x="163" y="123"/>
                    </a:cubicBezTo>
                    <a:cubicBezTo>
                      <a:pt x="163" y="123"/>
                      <a:pt x="163" y="124"/>
                      <a:pt x="162" y="125"/>
                    </a:cubicBezTo>
                    <a:close/>
                    <a:moveTo>
                      <a:pt x="157" y="122"/>
                    </a:moveTo>
                    <a:cubicBezTo>
                      <a:pt x="157" y="122"/>
                      <a:pt x="157" y="122"/>
                      <a:pt x="157" y="123"/>
                    </a:cubicBezTo>
                    <a:cubicBezTo>
                      <a:pt x="159" y="123"/>
                      <a:pt x="159" y="123"/>
                      <a:pt x="159" y="123"/>
                    </a:cubicBezTo>
                    <a:lnTo>
                      <a:pt x="157" y="122"/>
                    </a:lnTo>
                    <a:close/>
                    <a:moveTo>
                      <a:pt x="571" y="123"/>
                    </a:moveTo>
                    <a:cubicBezTo>
                      <a:pt x="570" y="123"/>
                      <a:pt x="570" y="123"/>
                      <a:pt x="570" y="123"/>
                    </a:cubicBezTo>
                    <a:cubicBezTo>
                      <a:pt x="569" y="123"/>
                      <a:pt x="567" y="123"/>
                      <a:pt x="565" y="123"/>
                    </a:cubicBezTo>
                    <a:cubicBezTo>
                      <a:pt x="566" y="117"/>
                      <a:pt x="566" y="117"/>
                      <a:pt x="566" y="117"/>
                    </a:cubicBezTo>
                    <a:cubicBezTo>
                      <a:pt x="567" y="117"/>
                      <a:pt x="569" y="117"/>
                      <a:pt x="570" y="117"/>
                    </a:cubicBezTo>
                    <a:cubicBezTo>
                      <a:pt x="571" y="117"/>
                      <a:pt x="571" y="117"/>
                      <a:pt x="571" y="117"/>
                    </a:cubicBezTo>
                    <a:lnTo>
                      <a:pt x="571" y="123"/>
                    </a:lnTo>
                    <a:close/>
                    <a:moveTo>
                      <a:pt x="553" y="121"/>
                    </a:moveTo>
                    <a:cubicBezTo>
                      <a:pt x="551" y="120"/>
                      <a:pt x="550" y="120"/>
                      <a:pt x="549" y="120"/>
                    </a:cubicBezTo>
                    <a:cubicBezTo>
                      <a:pt x="548" y="114"/>
                      <a:pt x="548" y="114"/>
                      <a:pt x="548" y="114"/>
                    </a:cubicBezTo>
                    <a:cubicBezTo>
                      <a:pt x="549" y="114"/>
                      <a:pt x="549" y="114"/>
                      <a:pt x="549" y="114"/>
                    </a:cubicBezTo>
                    <a:cubicBezTo>
                      <a:pt x="550" y="114"/>
                      <a:pt x="552" y="115"/>
                      <a:pt x="554" y="115"/>
                    </a:cubicBezTo>
                    <a:lnTo>
                      <a:pt x="553" y="121"/>
                    </a:lnTo>
                    <a:close/>
                    <a:moveTo>
                      <a:pt x="531" y="121"/>
                    </a:moveTo>
                    <a:cubicBezTo>
                      <a:pt x="530" y="115"/>
                      <a:pt x="530" y="115"/>
                      <a:pt x="530" y="115"/>
                    </a:cubicBezTo>
                    <a:cubicBezTo>
                      <a:pt x="532" y="115"/>
                      <a:pt x="533" y="115"/>
                      <a:pt x="534" y="115"/>
                    </a:cubicBezTo>
                    <a:cubicBezTo>
                      <a:pt x="534" y="115"/>
                      <a:pt x="535" y="115"/>
                      <a:pt x="536" y="115"/>
                    </a:cubicBezTo>
                    <a:cubicBezTo>
                      <a:pt x="537" y="120"/>
                      <a:pt x="537" y="120"/>
                      <a:pt x="537" y="120"/>
                    </a:cubicBezTo>
                    <a:cubicBezTo>
                      <a:pt x="535" y="120"/>
                      <a:pt x="534" y="120"/>
                      <a:pt x="534" y="120"/>
                    </a:cubicBezTo>
                    <a:cubicBezTo>
                      <a:pt x="533" y="120"/>
                      <a:pt x="532" y="121"/>
                      <a:pt x="531" y="121"/>
                    </a:cubicBezTo>
                    <a:close/>
                    <a:moveTo>
                      <a:pt x="642" y="118"/>
                    </a:moveTo>
                    <a:cubicBezTo>
                      <a:pt x="640" y="113"/>
                      <a:pt x="640" y="113"/>
                      <a:pt x="640" y="113"/>
                    </a:cubicBezTo>
                    <a:cubicBezTo>
                      <a:pt x="640" y="113"/>
                      <a:pt x="640" y="113"/>
                      <a:pt x="640" y="113"/>
                    </a:cubicBezTo>
                    <a:lnTo>
                      <a:pt x="642" y="118"/>
                    </a:lnTo>
                    <a:close/>
                    <a:moveTo>
                      <a:pt x="154" y="108"/>
                    </a:moveTo>
                    <a:cubicBezTo>
                      <a:pt x="154" y="107"/>
                      <a:pt x="153" y="107"/>
                      <a:pt x="153" y="107"/>
                    </a:cubicBezTo>
                    <a:cubicBezTo>
                      <a:pt x="153" y="105"/>
                      <a:pt x="153" y="104"/>
                      <a:pt x="153" y="103"/>
                    </a:cubicBezTo>
                    <a:cubicBezTo>
                      <a:pt x="153" y="101"/>
                      <a:pt x="154" y="100"/>
                      <a:pt x="155" y="99"/>
                    </a:cubicBezTo>
                    <a:cubicBezTo>
                      <a:pt x="158" y="103"/>
                      <a:pt x="158" y="103"/>
                      <a:pt x="158" y="103"/>
                    </a:cubicBezTo>
                    <a:cubicBezTo>
                      <a:pt x="158" y="103"/>
                      <a:pt x="159" y="103"/>
                      <a:pt x="159" y="103"/>
                    </a:cubicBezTo>
                    <a:cubicBezTo>
                      <a:pt x="159" y="103"/>
                      <a:pt x="159" y="104"/>
                      <a:pt x="159" y="105"/>
                    </a:cubicBezTo>
                    <a:cubicBezTo>
                      <a:pt x="159" y="106"/>
                      <a:pt x="159" y="106"/>
                      <a:pt x="159" y="106"/>
                    </a:cubicBezTo>
                    <a:lnTo>
                      <a:pt x="154" y="108"/>
                    </a:lnTo>
                    <a:close/>
                    <a:moveTo>
                      <a:pt x="158" y="96"/>
                    </a:moveTo>
                    <a:cubicBezTo>
                      <a:pt x="157" y="96"/>
                      <a:pt x="155" y="95"/>
                      <a:pt x="153" y="9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8" y="90"/>
                      <a:pt x="160" y="91"/>
                      <a:pt x="161" y="92"/>
                    </a:cubicBezTo>
                    <a:lnTo>
                      <a:pt x="158" y="96"/>
                    </a:lnTo>
                    <a:close/>
                    <a:moveTo>
                      <a:pt x="142" y="86"/>
                    </a:moveTo>
                    <a:cubicBezTo>
                      <a:pt x="141" y="84"/>
                      <a:pt x="140" y="82"/>
                      <a:pt x="140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81"/>
                      <a:pt x="146" y="82"/>
                      <a:pt x="147" y="83"/>
                    </a:cubicBezTo>
                    <a:lnTo>
                      <a:pt x="142" y="86"/>
                    </a:lnTo>
                    <a:close/>
                    <a:moveTo>
                      <a:pt x="140" y="70"/>
                    </a:moveTo>
                    <a:cubicBezTo>
                      <a:pt x="140" y="69"/>
                      <a:pt x="139" y="68"/>
                      <a:pt x="137" y="68"/>
                    </a:cubicBezTo>
                    <a:cubicBezTo>
                      <a:pt x="139" y="62"/>
                      <a:pt x="139" y="62"/>
                      <a:pt x="139" y="62"/>
                    </a:cubicBezTo>
                    <a:cubicBezTo>
                      <a:pt x="142" y="63"/>
                      <a:pt x="144" y="64"/>
                      <a:pt x="145" y="66"/>
                    </a:cubicBezTo>
                    <a:lnTo>
                      <a:pt x="140" y="70"/>
                    </a:lnTo>
                    <a:close/>
                    <a:moveTo>
                      <a:pt x="120" y="68"/>
                    </a:moveTo>
                    <a:cubicBezTo>
                      <a:pt x="120" y="62"/>
                      <a:pt x="120" y="62"/>
                      <a:pt x="120" y="62"/>
                    </a:cubicBezTo>
                    <a:cubicBezTo>
                      <a:pt x="122" y="62"/>
                      <a:pt x="124" y="62"/>
                      <a:pt x="126" y="61"/>
                    </a:cubicBezTo>
                    <a:cubicBezTo>
                      <a:pt x="127" y="67"/>
                      <a:pt x="127" y="67"/>
                      <a:pt x="127" y="67"/>
                    </a:cubicBezTo>
                    <a:cubicBezTo>
                      <a:pt x="125" y="67"/>
                      <a:pt x="122" y="68"/>
                      <a:pt x="120" y="68"/>
                    </a:cubicBezTo>
                    <a:close/>
                    <a:moveTo>
                      <a:pt x="105" y="64"/>
                    </a:move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58"/>
                      <a:pt x="106" y="58"/>
                      <a:pt x="108" y="58"/>
                    </a:cubicBezTo>
                    <a:cubicBezTo>
                      <a:pt x="108" y="58"/>
                      <a:pt x="108" y="58"/>
                      <a:pt x="108" y="58"/>
                    </a:cubicBezTo>
                    <a:cubicBezTo>
                      <a:pt x="109" y="58"/>
                      <a:pt x="110" y="58"/>
                      <a:pt x="111" y="59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08" y="64"/>
                      <a:pt x="108" y="63"/>
                      <a:pt x="108" y="64"/>
                    </a:cubicBezTo>
                    <a:cubicBezTo>
                      <a:pt x="107" y="64"/>
                      <a:pt x="106" y="64"/>
                      <a:pt x="105" y="64"/>
                    </a:cubicBezTo>
                    <a:close/>
                    <a:moveTo>
                      <a:pt x="87" y="59"/>
                    </a:moveTo>
                    <a:cubicBezTo>
                      <a:pt x="86" y="59"/>
                      <a:pt x="83" y="59"/>
                      <a:pt x="81" y="58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5" y="53"/>
                      <a:pt x="86" y="53"/>
                      <a:pt x="88" y="53"/>
                    </a:cubicBezTo>
                    <a:lnTo>
                      <a:pt x="87" y="59"/>
                    </a:lnTo>
                    <a:close/>
                    <a:moveTo>
                      <a:pt x="100" y="56"/>
                    </a:moveTo>
                    <a:cubicBezTo>
                      <a:pt x="95" y="55"/>
                      <a:pt x="95" y="55"/>
                      <a:pt x="95" y="55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5" y="53"/>
                      <a:pt x="95" y="52"/>
                      <a:pt x="95" y="52"/>
                    </a:cubicBezTo>
                    <a:cubicBezTo>
                      <a:pt x="95" y="52"/>
                      <a:pt x="96" y="53"/>
                      <a:pt x="97" y="53"/>
                    </a:cubicBezTo>
                    <a:cubicBezTo>
                      <a:pt x="97" y="48"/>
                      <a:pt x="97" y="48"/>
                      <a:pt x="97" y="48"/>
                    </a:cubicBezTo>
                    <a:cubicBezTo>
                      <a:pt x="100" y="48"/>
                      <a:pt x="101" y="50"/>
                      <a:pt x="101" y="52"/>
                    </a:cubicBezTo>
                    <a:cubicBezTo>
                      <a:pt x="101" y="52"/>
                      <a:pt x="101" y="53"/>
                      <a:pt x="101" y="53"/>
                    </a:cubicBezTo>
                    <a:cubicBezTo>
                      <a:pt x="101" y="53"/>
                      <a:pt x="101" y="54"/>
                      <a:pt x="101" y="55"/>
                    </a:cubicBezTo>
                    <a:lnTo>
                      <a:pt x="100" y="56"/>
                    </a:lnTo>
                    <a:close/>
                    <a:moveTo>
                      <a:pt x="70" y="49"/>
                    </a:moveTo>
                    <a:cubicBezTo>
                      <a:pt x="69" y="49"/>
                      <a:pt x="69" y="48"/>
                      <a:pt x="69" y="47"/>
                    </a:cubicBezTo>
                    <a:cubicBezTo>
                      <a:pt x="69" y="47"/>
                      <a:pt x="69" y="46"/>
                      <a:pt x="69" y="45"/>
                    </a:cubicBezTo>
                    <a:cubicBezTo>
                      <a:pt x="70" y="45"/>
                      <a:pt x="70" y="45"/>
                      <a:pt x="70" y="44"/>
                    </a:cubicBezTo>
                    <a:cubicBezTo>
                      <a:pt x="70" y="44"/>
                      <a:pt x="70" y="44"/>
                      <a:pt x="70" y="43"/>
                    </a:cubicBezTo>
                    <a:cubicBezTo>
                      <a:pt x="75" y="43"/>
                      <a:pt x="75" y="43"/>
                      <a:pt x="75" y="43"/>
                    </a:cubicBezTo>
                    <a:cubicBezTo>
                      <a:pt x="75" y="43"/>
                      <a:pt x="75" y="44"/>
                      <a:pt x="75" y="45"/>
                    </a:cubicBezTo>
                    <a:cubicBezTo>
                      <a:pt x="75" y="45"/>
                      <a:pt x="75" y="46"/>
                      <a:pt x="75" y="46"/>
                    </a:cubicBezTo>
                    <a:cubicBezTo>
                      <a:pt x="75" y="46"/>
                      <a:pt x="75" y="47"/>
                      <a:pt x="75" y="47"/>
                    </a:cubicBezTo>
                    <a:cubicBezTo>
                      <a:pt x="75" y="47"/>
                      <a:pt x="75" y="48"/>
                      <a:pt x="75" y="48"/>
                    </a:cubicBezTo>
                    <a:lnTo>
                      <a:pt x="70" y="49"/>
                    </a:lnTo>
                    <a:close/>
                    <a:moveTo>
                      <a:pt x="6" y="33"/>
                    </a:moveTo>
                    <a:cubicBezTo>
                      <a:pt x="2" y="33"/>
                      <a:pt x="0" y="32"/>
                      <a:pt x="0" y="3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6"/>
                      <a:pt x="3" y="27"/>
                      <a:pt x="6" y="27"/>
                    </a:cubicBezTo>
                    <a:lnTo>
                      <a:pt x="6" y="33"/>
                    </a:lnTo>
                    <a:close/>
                    <a:moveTo>
                      <a:pt x="72" y="33"/>
                    </a:moveTo>
                    <a:cubicBezTo>
                      <a:pt x="67" y="31"/>
                      <a:pt x="67" y="31"/>
                      <a:pt x="67" y="31"/>
                    </a:cubicBezTo>
                    <a:cubicBezTo>
                      <a:pt x="67" y="31"/>
                      <a:pt x="67" y="30"/>
                      <a:pt x="67" y="30"/>
                    </a:cubicBezTo>
                    <a:cubicBezTo>
                      <a:pt x="67" y="28"/>
                      <a:pt x="68" y="27"/>
                      <a:pt x="68" y="26"/>
                    </a:cubicBezTo>
                    <a:cubicBezTo>
                      <a:pt x="74" y="27"/>
                      <a:pt x="74" y="27"/>
                      <a:pt x="74" y="27"/>
                    </a:cubicBezTo>
                    <a:cubicBezTo>
                      <a:pt x="73" y="29"/>
                      <a:pt x="73" y="30"/>
                      <a:pt x="73" y="31"/>
                    </a:cubicBezTo>
                    <a:cubicBezTo>
                      <a:pt x="72" y="32"/>
                      <a:pt x="72" y="32"/>
                      <a:pt x="72" y="33"/>
                    </a:cubicBezTo>
                    <a:close/>
                    <a:moveTo>
                      <a:pt x="18" y="28"/>
                    </a:moveTo>
                    <a:cubicBezTo>
                      <a:pt x="13" y="25"/>
                      <a:pt x="13" y="25"/>
                      <a:pt x="13" y="25"/>
                    </a:cubicBezTo>
                    <a:cubicBezTo>
                      <a:pt x="14" y="23"/>
                      <a:pt x="16" y="21"/>
                      <a:pt x="18" y="19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5"/>
                      <a:pt x="19" y="26"/>
                      <a:pt x="18" y="28"/>
                    </a:cubicBezTo>
                    <a:close/>
                    <a:moveTo>
                      <a:pt x="31" y="24"/>
                    </a:move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4" y="18"/>
                      <a:pt x="35" y="18"/>
                      <a:pt x="35" y="18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7" y="24"/>
                      <a:pt x="34" y="24"/>
                      <a:pt x="31" y="24"/>
                    </a:cubicBezTo>
                    <a:close/>
                    <a:moveTo>
                      <a:pt x="65" y="19"/>
                    </a:moveTo>
                    <a:cubicBezTo>
                      <a:pt x="65" y="18"/>
                      <a:pt x="64" y="18"/>
                      <a:pt x="63" y="18"/>
                    </a:cubicBezTo>
                    <a:cubicBezTo>
                      <a:pt x="62" y="18"/>
                      <a:pt x="60" y="17"/>
                      <a:pt x="60" y="16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5" y="12"/>
                      <a:pt x="67" y="13"/>
                      <a:pt x="68" y="14"/>
                    </a:cubicBezTo>
                    <a:lnTo>
                      <a:pt x="65" y="19"/>
                    </a:lnTo>
                    <a:close/>
                    <a:moveTo>
                      <a:pt x="40" y="12"/>
                    </a:moveTo>
                    <a:cubicBezTo>
                      <a:pt x="37" y="12"/>
                      <a:pt x="37" y="12"/>
                      <a:pt x="37" y="12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6" y="8"/>
                      <a:pt x="37" y="6"/>
                      <a:pt x="38" y="4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41" y="9"/>
                      <a:pt x="41" y="11"/>
                      <a:pt x="40" y="12"/>
                    </a:cubicBezTo>
                    <a:close/>
                    <a:moveTo>
                      <a:pt x="53" y="8"/>
                    </a:moveTo>
                    <a:cubicBezTo>
                      <a:pt x="49" y="4"/>
                      <a:pt x="49" y="4"/>
                      <a:pt x="49" y="4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3"/>
                      <a:pt x="51" y="2"/>
                      <a:pt x="51" y="2"/>
                    </a:cubicBezTo>
                    <a:cubicBezTo>
                      <a:pt x="53" y="0"/>
                      <a:pt x="56" y="0"/>
                      <a:pt x="58" y="2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7"/>
                      <a:pt x="54" y="7"/>
                      <a:pt x="54" y="7"/>
                    </a:cubicBezTo>
                    <a:cubicBezTo>
                      <a:pt x="54" y="8"/>
                      <a:pt x="53" y="8"/>
                      <a:pt x="53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iSļíḑe"/>
              <p:cNvSpPr/>
              <p:nvPr/>
            </p:nvSpPr>
            <p:spPr bwMode="auto">
              <a:xfrm>
                <a:off x="6719888" y="5453063"/>
                <a:ext cx="766763" cy="762000"/>
              </a:xfrm>
              <a:custGeom>
                <a:avLst/>
                <a:gdLst>
                  <a:gd name="T0" fmla="*/ 6 w 357"/>
                  <a:gd name="T1" fmla="*/ 354 h 356"/>
                  <a:gd name="T2" fmla="*/ 15 w 357"/>
                  <a:gd name="T3" fmla="*/ 346 h 356"/>
                  <a:gd name="T4" fmla="*/ 30 w 357"/>
                  <a:gd name="T5" fmla="*/ 344 h 356"/>
                  <a:gd name="T6" fmla="*/ 35 w 357"/>
                  <a:gd name="T7" fmla="*/ 339 h 356"/>
                  <a:gd name="T8" fmla="*/ 48 w 357"/>
                  <a:gd name="T9" fmla="*/ 331 h 356"/>
                  <a:gd name="T10" fmla="*/ 63 w 357"/>
                  <a:gd name="T11" fmla="*/ 322 h 356"/>
                  <a:gd name="T12" fmla="*/ 69 w 357"/>
                  <a:gd name="T13" fmla="*/ 323 h 356"/>
                  <a:gd name="T14" fmla="*/ 75 w 357"/>
                  <a:gd name="T15" fmla="*/ 320 h 356"/>
                  <a:gd name="T16" fmla="*/ 73 w 357"/>
                  <a:gd name="T17" fmla="*/ 301 h 356"/>
                  <a:gd name="T18" fmla="*/ 81 w 357"/>
                  <a:gd name="T19" fmla="*/ 300 h 356"/>
                  <a:gd name="T20" fmla="*/ 97 w 357"/>
                  <a:gd name="T21" fmla="*/ 299 h 356"/>
                  <a:gd name="T22" fmla="*/ 98 w 357"/>
                  <a:gd name="T23" fmla="*/ 298 h 356"/>
                  <a:gd name="T24" fmla="*/ 101 w 357"/>
                  <a:gd name="T25" fmla="*/ 279 h 356"/>
                  <a:gd name="T26" fmla="*/ 99 w 357"/>
                  <a:gd name="T27" fmla="*/ 271 h 356"/>
                  <a:gd name="T28" fmla="*/ 104 w 357"/>
                  <a:gd name="T29" fmla="*/ 274 h 356"/>
                  <a:gd name="T30" fmla="*/ 120 w 357"/>
                  <a:gd name="T31" fmla="*/ 262 h 356"/>
                  <a:gd name="T32" fmla="*/ 126 w 357"/>
                  <a:gd name="T33" fmla="*/ 255 h 356"/>
                  <a:gd name="T34" fmla="*/ 132 w 357"/>
                  <a:gd name="T35" fmla="*/ 255 h 356"/>
                  <a:gd name="T36" fmla="*/ 143 w 357"/>
                  <a:gd name="T37" fmla="*/ 241 h 356"/>
                  <a:gd name="T38" fmla="*/ 149 w 357"/>
                  <a:gd name="T39" fmla="*/ 232 h 356"/>
                  <a:gd name="T40" fmla="*/ 155 w 357"/>
                  <a:gd name="T41" fmla="*/ 235 h 356"/>
                  <a:gd name="T42" fmla="*/ 150 w 357"/>
                  <a:gd name="T43" fmla="*/ 217 h 356"/>
                  <a:gd name="T44" fmla="*/ 154 w 357"/>
                  <a:gd name="T45" fmla="*/ 193 h 356"/>
                  <a:gd name="T46" fmla="*/ 157 w 357"/>
                  <a:gd name="T47" fmla="*/ 180 h 356"/>
                  <a:gd name="T48" fmla="*/ 166 w 357"/>
                  <a:gd name="T49" fmla="*/ 173 h 356"/>
                  <a:gd name="T50" fmla="*/ 177 w 357"/>
                  <a:gd name="T51" fmla="*/ 159 h 356"/>
                  <a:gd name="T52" fmla="*/ 190 w 357"/>
                  <a:gd name="T53" fmla="*/ 153 h 356"/>
                  <a:gd name="T54" fmla="*/ 192 w 357"/>
                  <a:gd name="T55" fmla="*/ 150 h 356"/>
                  <a:gd name="T56" fmla="*/ 197 w 357"/>
                  <a:gd name="T57" fmla="*/ 130 h 356"/>
                  <a:gd name="T58" fmla="*/ 190 w 357"/>
                  <a:gd name="T59" fmla="*/ 118 h 356"/>
                  <a:gd name="T60" fmla="*/ 195 w 357"/>
                  <a:gd name="T61" fmla="*/ 122 h 356"/>
                  <a:gd name="T62" fmla="*/ 208 w 357"/>
                  <a:gd name="T63" fmla="*/ 102 h 356"/>
                  <a:gd name="T64" fmla="*/ 195 w 357"/>
                  <a:gd name="T65" fmla="*/ 91 h 356"/>
                  <a:gd name="T66" fmla="*/ 204 w 357"/>
                  <a:gd name="T67" fmla="*/ 89 h 356"/>
                  <a:gd name="T68" fmla="*/ 204 w 357"/>
                  <a:gd name="T69" fmla="*/ 75 h 356"/>
                  <a:gd name="T70" fmla="*/ 215 w 357"/>
                  <a:gd name="T71" fmla="*/ 60 h 356"/>
                  <a:gd name="T72" fmla="*/ 286 w 357"/>
                  <a:gd name="T73" fmla="*/ 54 h 356"/>
                  <a:gd name="T74" fmla="*/ 269 w 357"/>
                  <a:gd name="T75" fmla="*/ 54 h 356"/>
                  <a:gd name="T76" fmla="*/ 216 w 357"/>
                  <a:gd name="T77" fmla="*/ 43 h 356"/>
                  <a:gd name="T78" fmla="*/ 284 w 357"/>
                  <a:gd name="T79" fmla="*/ 37 h 356"/>
                  <a:gd name="T80" fmla="*/ 253 w 357"/>
                  <a:gd name="T81" fmla="*/ 42 h 356"/>
                  <a:gd name="T82" fmla="*/ 256 w 357"/>
                  <a:gd name="T83" fmla="*/ 43 h 356"/>
                  <a:gd name="T84" fmla="*/ 237 w 357"/>
                  <a:gd name="T85" fmla="*/ 38 h 356"/>
                  <a:gd name="T86" fmla="*/ 219 w 357"/>
                  <a:gd name="T87" fmla="*/ 31 h 356"/>
                  <a:gd name="T88" fmla="*/ 274 w 357"/>
                  <a:gd name="T89" fmla="*/ 26 h 356"/>
                  <a:gd name="T90" fmla="*/ 277 w 357"/>
                  <a:gd name="T91" fmla="*/ 31 h 356"/>
                  <a:gd name="T92" fmla="*/ 271 w 357"/>
                  <a:gd name="T93" fmla="*/ 22 h 356"/>
                  <a:gd name="T94" fmla="*/ 275 w 357"/>
                  <a:gd name="T95" fmla="*/ 23 h 356"/>
                  <a:gd name="T96" fmla="*/ 324 w 357"/>
                  <a:gd name="T97" fmla="*/ 12 h 356"/>
                  <a:gd name="T98" fmla="*/ 342 w 357"/>
                  <a:gd name="T99" fmla="*/ 20 h 356"/>
                  <a:gd name="T100" fmla="*/ 347 w 357"/>
                  <a:gd name="T101" fmla="*/ 19 h 356"/>
                  <a:gd name="T102" fmla="*/ 291 w 357"/>
                  <a:gd name="T103" fmla="*/ 14 h 356"/>
                  <a:gd name="T104" fmla="*/ 314 w 357"/>
                  <a:gd name="T105" fmla="*/ 11 h 356"/>
                  <a:gd name="T106" fmla="*/ 357 w 357"/>
                  <a:gd name="T107" fmla="*/ 3 h 356"/>
                  <a:gd name="T108" fmla="*/ 294 w 357"/>
                  <a:gd name="T109" fmla="*/ 0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57" h="356">
                    <a:moveTo>
                      <a:pt x="0" y="356"/>
                    </a:moveTo>
                    <a:cubicBezTo>
                      <a:pt x="0" y="355"/>
                      <a:pt x="0" y="355"/>
                      <a:pt x="0" y="354"/>
                    </a:cubicBezTo>
                    <a:cubicBezTo>
                      <a:pt x="0" y="351"/>
                      <a:pt x="0" y="350"/>
                      <a:pt x="1" y="349"/>
                    </a:cubicBezTo>
                    <a:cubicBezTo>
                      <a:pt x="6" y="351"/>
                      <a:pt x="6" y="351"/>
                      <a:pt x="6" y="351"/>
                    </a:cubicBezTo>
                    <a:cubicBezTo>
                      <a:pt x="6" y="351"/>
                      <a:pt x="6" y="352"/>
                      <a:pt x="6" y="354"/>
                    </a:cubicBezTo>
                    <a:cubicBezTo>
                      <a:pt x="6" y="355"/>
                      <a:pt x="6" y="355"/>
                      <a:pt x="6" y="356"/>
                    </a:cubicBezTo>
                    <a:lnTo>
                      <a:pt x="0" y="356"/>
                    </a:lnTo>
                    <a:close/>
                    <a:moveTo>
                      <a:pt x="16" y="353"/>
                    </a:moveTo>
                    <a:cubicBezTo>
                      <a:pt x="13" y="348"/>
                      <a:pt x="13" y="348"/>
                      <a:pt x="13" y="348"/>
                    </a:cubicBezTo>
                    <a:cubicBezTo>
                      <a:pt x="14" y="347"/>
                      <a:pt x="15" y="347"/>
                      <a:pt x="15" y="346"/>
                    </a:cubicBezTo>
                    <a:cubicBezTo>
                      <a:pt x="16" y="345"/>
                      <a:pt x="16" y="345"/>
                      <a:pt x="17" y="344"/>
                    </a:cubicBezTo>
                    <a:cubicBezTo>
                      <a:pt x="21" y="348"/>
                      <a:pt x="21" y="348"/>
                      <a:pt x="21" y="348"/>
                    </a:cubicBezTo>
                    <a:cubicBezTo>
                      <a:pt x="21" y="349"/>
                      <a:pt x="20" y="349"/>
                      <a:pt x="20" y="349"/>
                    </a:cubicBezTo>
                    <a:cubicBezTo>
                      <a:pt x="19" y="351"/>
                      <a:pt x="18" y="352"/>
                      <a:pt x="16" y="353"/>
                    </a:cubicBezTo>
                    <a:close/>
                    <a:moveTo>
                      <a:pt x="30" y="344"/>
                    </a:moveTo>
                    <a:cubicBezTo>
                      <a:pt x="28" y="338"/>
                      <a:pt x="28" y="338"/>
                      <a:pt x="28" y="338"/>
                    </a:cubicBezTo>
                    <a:cubicBezTo>
                      <a:pt x="29" y="338"/>
                      <a:pt x="29" y="338"/>
                      <a:pt x="29" y="338"/>
                    </a:cubicBezTo>
                    <a:cubicBezTo>
                      <a:pt x="29" y="337"/>
                      <a:pt x="29" y="336"/>
                      <a:pt x="30" y="335"/>
                    </a:cubicBezTo>
                    <a:cubicBezTo>
                      <a:pt x="35" y="338"/>
                      <a:pt x="35" y="338"/>
                      <a:pt x="35" y="338"/>
                    </a:cubicBezTo>
                    <a:cubicBezTo>
                      <a:pt x="35" y="338"/>
                      <a:pt x="35" y="339"/>
                      <a:pt x="35" y="339"/>
                    </a:cubicBezTo>
                    <a:cubicBezTo>
                      <a:pt x="34" y="341"/>
                      <a:pt x="33" y="343"/>
                      <a:pt x="30" y="344"/>
                    </a:cubicBezTo>
                    <a:close/>
                    <a:moveTo>
                      <a:pt x="42" y="333"/>
                    </a:moveTo>
                    <a:cubicBezTo>
                      <a:pt x="41" y="327"/>
                      <a:pt x="41" y="327"/>
                      <a:pt x="41" y="327"/>
                    </a:cubicBezTo>
                    <a:cubicBezTo>
                      <a:pt x="43" y="327"/>
                      <a:pt x="44" y="326"/>
                      <a:pt x="46" y="326"/>
                    </a:cubicBezTo>
                    <a:cubicBezTo>
                      <a:pt x="48" y="331"/>
                      <a:pt x="48" y="331"/>
                      <a:pt x="48" y="331"/>
                    </a:cubicBezTo>
                    <a:cubicBezTo>
                      <a:pt x="46" y="332"/>
                      <a:pt x="44" y="332"/>
                      <a:pt x="42" y="333"/>
                    </a:cubicBezTo>
                    <a:close/>
                    <a:moveTo>
                      <a:pt x="58" y="328"/>
                    </a:moveTo>
                    <a:cubicBezTo>
                      <a:pt x="58" y="322"/>
                      <a:pt x="58" y="322"/>
                      <a:pt x="58" y="322"/>
                    </a:cubicBezTo>
                    <a:cubicBezTo>
                      <a:pt x="59" y="322"/>
                      <a:pt x="61" y="322"/>
                      <a:pt x="62" y="322"/>
                    </a:cubicBezTo>
                    <a:cubicBezTo>
                      <a:pt x="63" y="322"/>
                      <a:pt x="63" y="322"/>
                      <a:pt x="63" y="322"/>
                    </a:cubicBezTo>
                    <a:cubicBezTo>
                      <a:pt x="64" y="328"/>
                      <a:pt x="64" y="328"/>
                      <a:pt x="64" y="328"/>
                    </a:cubicBezTo>
                    <a:cubicBezTo>
                      <a:pt x="63" y="328"/>
                      <a:pt x="63" y="328"/>
                      <a:pt x="63" y="328"/>
                    </a:cubicBezTo>
                    <a:cubicBezTo>
                      <a:pt x="61" y="328"/>
                      <a:pt x="60" y="328"/>
                      <a:pt x="58" y="328"/>
                    </a:cubicBezTo>
                    <a:close/>
                    <a:moveTo>
                      <a:pt x="70" y="324"/>
                    </a:moveTo>
                    <a:cubicBezTo>
                      <a:pt x="69" y="323"/>
                      <a:pt x="69" y="323"/>
                      <a:pt x="69" y="323"/>
                    </a:cubicBezTo>
                    <a:cubicBezTo>
                      <a:pt x="68" y="321"/>
                      <a:pt x="67" y="320"/>
                      <a:pt x="66" y="319"/>
                    </a:cubicBezTo>
                    <a:cubicBezTo>
                      <a:pt x="72" y="316"/>
                      <a:pt x="72" y="316"/>
                      <a:pt x="72" y="316"/>
                    </a:cubicBezTo>
                    <a:cubicBezTo>
                      <a:pt x="72" y="317"/>
                      <a:pt x="73" y="318"/>
                      <a:pt x="73" y="319"/>
                    </a:cubicBezTo>
                    <a:cubicBezTo>
                      <a:pt x="74" y="320"/>
                      <a:pt x="74" y="320"/>
                      <a:pt x="74" y="320"/>
                    </a:cubicBezTo>
                    <a:cubicBezTo>
                      <a:pt x="74" y="320"/>
                      <a:pt x="75" y="320"/>
                      <a:pt x="75" y="320"/>
                    </a:cubicBezTo>
                    <a:lnTo>
                      <a:pt x="70" y="324"/>
                    </a:lnTo>
                    <a:close/>
                    <a:moveTo>
                      <a:pt x="71" y="306"/>
                    </a:moveTo>
                    <a:cubicBezTo>
                      <a:pt x="66" y="305"/>
                      <a:pt x="66" y="305"/>
                      <a:pt x="66" y="305"/>
                    </a:cubicBezTo>
                    <a:cubicBezTo>
                      <a:pt x="66" y="304"/>
                      <a:pt x="66" y="301"/>
                      <a:pt x="67" y="299"/>
                    </a:cubicBezTo>
                    <a:cubicBezTo>
                      <a:pt x="73" y="301"/>
                      <a:pt x="73" y="301"/>
                      <a:pt x="73" y="301"/>
                    </a:cubicBezTo>
                    <a:cubicBezTo>
                      <a:pt x="72" y="302"/>
                      <a:pt x="72" y="304"/>
                      <a:pt x="71" y="306"/>
                    </a:cubicBezTo>
                    <a:close/>
                    <a:moveTo>
                      <a:pt x="81" y="306"/>
                    </a:moveTo>
                    <a:cubicBezTo>
                      <a:pt x="80" y="306"/>
                      <a:pt x="79" y="305"/>
                      <a:pt x="78" y="305"/>
                    </a:cubicBezTo>
                    <a:cubicBezTo>
                      <a:pt x="81" y="300"/>
                      <a:pt x="81" y="300"/>
                      <a:pt x="81" y="300"/>
                    </a:cubicBezTo>
                    <a:cubicBezTo>
                      <a:pt x="81" y="300"/>
                      <a:pt x="81" y="300"/>
                      <a:pt x="81" y="300"/>
                    </a:cubicBezTo>
                    <a:cubicBezTo>
                      <a:pt x="82" y="299"/>
                      <a:pt x="83" y="299"/>
                      <a:pt x="84" y="298"/>
                    </a:cubicBezTo>
                    <a:cubicBezTo>
                      <a:pt x="86" y="304"/>
                      <a:pt x="86" y="304"/>
                      <a:pt x="86" y="304"/>
                    </a:cubicBezTo>
                    <a:cubicBezTo>
                      <a:pt x="86" y="304"/>
                      <a:pt x="85" y="304"/>
                      <a:pt x="84" y="305"/>
                    </a:cubicBezTo>
                    <a:cubicBezTo>
                      <a:pt x="83" y="305"/>
                      <a:pt x="82" y="306"/>
                      <a:pt x="81" y="306"/>
                    </a:cubicBezTo>
                    <a:close/>
                    <a:moveTo>
                      <a:pt x="97" y="299"/>
                    </a:moveTo>
                    <a:cubicBezTo>
                      <a:pt x="92" y="296"/>
                      <a:pt x="92" y="296"/>
                      <a:pt x="92" y="296"/>
                    </a:cubicBezTo>
                    <a:cubicBezTo>
                      <a:pt x="93" y="295"/>
                      <a:pt x="93" y="295"/>
                      <a:pt x="93" y="295"/>
                    </a:cubicBezTo>
                    <a:cubicBezTo>
                      <a:pt x="94" y="293"/>
                      <a:pt x="95" y="292"/>
                      <a:pt x="97" y="291"/>
                    </a:cubicBezTo>
                    <a:cubicBezTo>
                      <a:pt x="100" y="295"/>
                      <a:pt x="100" y="295"/>
                      <a:pt x="100" y="295"/>
                    </a:cubicBezTo>
                    <a:cubicBezTo>
                      <a:pt x="99" y="296"/>
                      <a:pt x="99" y="297"/>
                      <a:pt x="98" y="298"/>
                    </a:cubicBezTo>
                    <a:lnTo>
                      <a:pt x="97" y="299"/>
                    </a:lnTo>
                    <a:close/>
                    <a:moveTo>
                      <a:pt x="100" y="287"/>
                    </a:moveTo>
                    <a:cubicBezTo>
                      <a:pt x="99" y="286"/>
                      <a:pt x="99" y="285"/>
                      <a:pt x="98" y="284"/>
                    </a:cubicBezTo>
                    <a:cubicBezTo>
                      <a:pt x="97" y="284"/>
                      <a:pt x="97" y="283"/>
                      <a:pt x="96" y="282"/>
                    </a:cubicBezTo>
                    <a:cubicBezTo>
                      <a:pt x="101" y="279"/>
                      <a:pt x="101" y="279"/>
                      <a:pt x="101" y="279"/>
                    </a:cubicBezTo>
                    <a:cubicBezTo>
                      <a:pt x="102" y="279"/>
                      <a:pt x="102" y="280"/>
                      <a:pt x="103" y="281"/>
                    </a:cubicBezTo>
                    <a:cubicBezTo>
                      <a:pt x="103" y="282"/>
                      <a:pt x="104" y="283"/>
                      <a:pt x="105" y="284"/>
                    </a:cubicBezTo>
                    <a:lnTo>
                      <a:pt x="100" y="287"/>
                    </a:lnTo>
                    <a:close/>
                    <a:moveTo>
                      <a:pt x="104" y="274"/>
                    </a:moveTo>
                    <a:cubicBezTo>
                      <a:pt x="99" y="271"/>
                      <a:pt x="99" y="271"/>
                      <a:pt x="99" y="271"/>
                    </a:cubicBezTo>
                    <a:cubicBezTo>
                      <a:pt x="99" y="270"/>
                      <a:pt x="99" y="270"/>
                      <a:pt x="100" y="269"/>
                    </a:cubicBezTo>
                    <a:cubicBezTo>
                      <a:pt x="101" y="266"/>
                      <a:pt x="101" y="266"/>
                      <a:pt x="101" y="266"/>
                    </a:cubicBezTo>
                    <a:cubicBezTo>
                      <a:pt x="107" y="268"/>
                      <a:pt x="107" y="268"/>
                      <a:pt x="107" y="268"/>
                    </a:cubicBezTo>
                    <a:cubicBezTo>
                      <a:pt x="105" y="272"/>
                      <a:pt x="105" y="272"/>
                      <a:pt x="105" y="272"/>
                    </a:cubicBezTo>
                    <a:cubicBezTo>
                      <a:pt x="105" y="273"/>
                      <a:pt x="104" y="273"/>
                      <a:pt x="104" y="274"/>
                    </a:cubicBezTo>
                    <a:close/>
                    <a:moveTo>
                      <a:pt x="115" y="266"/>
                    </a:moveTo>
                    <a:cubicBezTo>
                      <a:pt x="113" y="260"/>
                      <a:pt x="113" y="260"/>
                      <a:pt x="113" y="260"/>
                    </a:cubicBezTo>
                    <a:cubicBezTo>
                      <a:pt x="115" y="260"/>
                      <a:pt x="115" y="259"/>
                      <a:pt x="115" y="259"/>
                    </a:cubicBezTo>
                    <a:cubicBezTo>
                      <a:pt x="116" y="258"/>
                      <a:pt x="117" y="258"/>
                      <a:pt x="118" y="257"/>
                    </a:cubicBezTo>
                    <a:cubicBezTo>
                      <a:pt x="120" y="262"/>
                      <a:pt x="120" y="262"/>
                      <a:pt x="120" y="262"/>
                    </a:cubicBezTo>
                    <a:cubicBezTo>
                      <a:pt x="120" y="263"/>
                      <a:pt x="120" y="263"/>
                      <a:pt x="120" y="263"/>
                    </a:cubicBezTo>
                    <a:cubicBezTo>
                      <a:pt x="119" y="264"/>
                      <a:pt x="117" y="265"/>
                      <a:pt x="115" y="266"/>
                    </a:cubicBezTo>
                    <a:close/>
                    <a:moveTo>
                      <a:pt x="132" y="257"/>
                    </a:moveTo>
                    <a:cubicBezTo>
                      <a:pt x="126" y="256"/>
                      <a:pt x="126" y="256"/>
                      <a:pt x="126" y="256"/>
                    </a:cubicBezTo>
                    <a:cubicBezTo>
                      <a:pt x="126" y="256"/>
                      <a:pt x="126" y="255"/>
                      <a:pt x="126" y="255"/>
                    </a:cubicBezTo>
                    <a:cubicBezTo>
                      <a:pt x="126" y="253"/>
                      <a:pt x="126" y="253"/>
                      <a:pt x="126" y="253"/>
                    </a:cubicBezTo>
                    <a:cubicBezTo>
                      <a:pt x="126" y="252"/>
                      <a:pt x="126" y="251"/>
                      <a:pt x="127" y="249"/>
                    </a:cubicBezTo>
                    <a:cubicBezTo>
                      <a:pt x="132" y="252"/>
                      <a:pt x="132" y="252"/>
                      <a:pt x="132" y="252"/>
                    </a:cubicBezTo>
                    <a:cubicBezTo>
                      <a:pt x="132" y="252"/>
                      <a:pt x="132" y="252"/>
                      <a:pt x="132" y="253"/>
                    </a:cubicBezTo>
                    <a:cubicBezTo>
                      <a:pt x="132" y="255"/>
                      <a:pt x="132" y="255"/>
                      <a:pt x="132" y="255"/>
                    </a:cubicBezTo>
                    <a:cubicBezTo>
                      <a:pt x="132" y="256"/>
                      <a:pt x="132" y="256"/>
                      <a:pt x="132" y="257"/>
                    </a:cubicBezTo>
                    <a:close/>
                    <a:moveTo>
                      <a:pt x="142" y="249"/>
                    </a:moveTo>
                    <a:cubicBezTo>
                      <a:pt x="139" y="244"/>
                      <a:pt x="139" y="244"/>
                      <a:pt x="139" y="244"/>
                    </a:cubicBezTo>
                    <a:cubicBezTo>
                      <a:pt x="140" y="243"/>
                      <a:pt x="140" y="243"/>
                      <a:pt x="142" y="242"/>
                    </a:cubicBezTo>
                    <a:cubicBezTo>
                      <a:pt x="143" y="241"/>
                      <a:pt x="143" y="241"/>
                      <a:pt x="143" y="241"/>
                    </a:cubicBezTo>
                    <a:cubicBezTo>
                      <a:pt x="147" y="245"/>
                      <a:pt x="147" y="245"/>
                      <a:pt x="147" y="245"/>
                    </a:cubicBezTo>
                    <a:cubicBezTo>
                      <a:pt x="146" y="246"/>
                      <a:pt x="146" y="246"/>
                      <a:pt x="146" y="246"/>
                    </a:cubicBezTo>
                    <a:cubicBezTo>
                      <a:pt x="144" y="247"/>
                      <a:pt x="143" y="248"/>
                      <a:pt x="142" y="249"/>
                    </a:cubicBezTo>
                    <a:close/>
                    <a:moveTo>
                      <a:pt x="155" y="235"/>
                    </a:moveTo>
                    <a:cubicBezTo>
                      <a:pt x="149" y="232"/>
                      <a:pt x="149" y="232"/>
                      <a:pt x="149" y="232"/>
                    </a:cubicBezTo>
                    <a:cubicBezTo>
                      <a:pt x="150" y="232"/>
                      <a:pt x="150" y="231"/>
                      <a:pt x="150" y="230"/>
                    </a:cubicBezTo>
                    <a:cubicBezTo>
                      <a:pt x="150" y="229"/>
                      <a:pt x="151" y="228"/>
                      <a:pt x="151" y="228"/>
                    </a:cubicBezTo>
                    <a:cubicBezTo>
                      <a:pt x="156" y="228"/>
                      <a:pt x="156" y="228"/>
                      <a:pt x="156" y="228"/>
                    </a:cubicBezTo>
                    <a:cubicBezTo>
                      <a:pt x="156" y="229"/>
                      <a:pt x="156" y="230"/>
                      <a:pt x="156" y="231"/>
                    </a:cubicBezTo>
                    <a:cubicBezTo>
                      <a:pt x="156" y="232"/>
                      <a:pt x="155" y="234"/>
                      <a:pt x="155" y="235"/>
                    </a:cubicBezTo>
                    <a:close/>
                    <a:moveTo>
                      <a:pt x="150" y="217"/>
                    </a:moveTo>
                    <a:cubicBezTo>
                      <a:pt x="150" y="215"/>
                      <a:pt x="150" y="213"/>
                      <a:pt x="150" y="211"/>
                    </a:cubicBezTo>
                    <a:cubicBezTo>
                      <a:pt x="156" y="210"/>
                      <a:pt x="156" y="210"/>
                      <a:pt x="156" y="210"/>
                    </a:cubicBezTo>
                    <a:cubicBezTo>
                      <a:pt x="156" y="212"/>
                      <a:pt x="156" y="214"/>
                      <a:pt x="156" y="216"/>
                    </a:cubicBezTo>
                    <a:lnTo>
                      <a:pt x="150" y="217"/>
                    </a:lnTo>
                    <a:close/>
                    <a:moveTo>
                      <a:pt x="149" y="199"/>
                    </a:moveTo>
                    <a:cubicBezTo>
                      <a:pt x="149" y="197"/>
                      <a:pt x="149" y="196"/>
                      <a:pt x="149" y="194"/>
                    </a:cubicBezTo>
                    <a:cubicBezTo>
                      <a:pt x="149" y="194"/>
                      <a:pt x="149" y="194"/>
                      <a:pt x="149" y="194"/>
                    </a:cubicBezTo>
                    <a:cubicBezTo>
                      <a:pt x="154" y="193"/>
                      <a:pt x="154" y="193"/>
                      <a:pt x="154" y="193"/>
                    </a:cubicBezTo>
                    <a:cubicBezTo>
                      <a:pt x="154" y="193"/>
                      <a:pt x="154" y="193"/>
                      <a:pt x="154" y="193"/>
                    </a:cubicBezTo>
                    <a:cubicBezTo>
                      <a:pt x="155" y="195"/>
                      <a:pt x="155" y="196"/>
                      <a:pt x="155" y="199"/>
                    </a:cubicBezTo>
                    <a:lnTo>
                      <a:pt x="149" y="199"/>
                    </a:lnTo>
                    <a:close/>
                    <a:moveTo>
                      <a:pt x="157" y="186"/>
                    </a:moveTo>
                    <a:cubicBezTo>
                      <a:pt x="155" y="181"/>
                      <a:pt x="155" y="181"/>
                      <a:pt x="155" y="181"/>
                    </a:cubicBezTo>
                    <a:cubicBezTo>
                      <a:pt x="156" y="181"/>
                      <a:pt x="156" y="181"/>
                      <a:pt x="157" y="180"/>
                    </a:cubicBezTo>
                    <a:cubicBezTo>
                      <a:pt x="158" y="180"/>
                      <a:pt x="158" y="180"/>
                      <a:pt x="158" y="180"/>
                    </a:cubicBezTo>
                    <a:cubicBezTo>
                      <a:pt x="164" y="181"/>
                      <a:pt x="164" y="181"/>
                      <a:pt x="164" y="181"/>
                    </a:cubicBezTo>
                    <a:cubicBezTo>
                      <a:pt x="163" y="185"/>
                      <a:pt x="160" y="185"/>
                      <a:pt x="158" y="186"/>
                    </a:cubicBezTo>
                    <a:cubicBezTo>
                      <a:pt x="158" y="186"/>
                      <a:pt x="158" y="186"/>
                      <a:pt x="157" y="186"/>
                    </a:cubicBezTo>
                    <a:close/>
                    <a:moveTo>
                      <a:pt x="166" y="173"/>
                    </a:moveTo>
                    <a:cubicBezTo>
                      <a:pt x="164" y="167"/>
                      <a:pt x="164" y="167"/>
                      <a:pt x="164" y="167"/>
                    </a:cubicBezTo>
                    <a:cubicBezTo>
                      <a:pt x="165" y="166"/>
                      <a:pt x="168" y="167"/>
                      <a:pt x="169" y="166"/>
                    </a:cubicBezTo>
                    <a:cubicBezTo>
                      <a:pt x="172" y="172"/>
                      <a:pt x="172" y="172"/>
                      <a:pt x="172" y="172"/>
                    </a:cubicBezTo>
                    <a:cubicBezTo>
                      <a:pt x="170" y="173"/>
                      <a:pt x="167" y="173"/>
                      <a:pt x="166" y="173"/>
                    </a:cubicBezTo>
                    <a:close/>
                    <a:moveTo>
                      <a:pt x="177" y="159"/>
                    </a:moveTo>
                    <a:cubicBezTo>
                      <a:pt x="171" y="158"/>
                      <a:pt x="171" y="158"/>
                      <a:pt x="171" y="158"/>
                    </a:cubicBezTo>
                    <a:cubicBezTo>
                      <a:pt x="172" y="155"/>
                      <a:pt x="173" y="152"/>
                      <a:pt x="175" y="151"/>
                    </a:cubicBezTo>
                    <a:cubicBezTo>
                      <a:pt x="178" y="156"/>
                      <a:pt x="178" y="156"/>
                      <a:pt x="178" y="156"/>
                    </a:cubicBezTo>
                    <a:cubicBezTo>
                      <a:pt x="178" y="156"/>
                      <a:pt x="177" y="157"/>
                      <a:pt x="177" y="159"/>
                    </a:cubicBezTo>
                    <a:close/>
                    <a:moveTo>
                      <a:pt x="190" y="153"/>
                    </a:moveTo>
                    <a:cubicBezTo>
                      <a:pt x="185" y="149"/>
                      <a:pt x="185" y="149"/>
                      <a:pt x="185" y="149"/>
                    </a:cubicBezTo>
                    <a:cubicBezTo>
                      <a:pt x="186" y="148"/>
                      <a:pt x="186" y="147"/>
                      <a:pt x="187" y="147"/>
                    </a:cubicBezTo>
                    <a:cubicBezTo>
                      <a:pt x="187" y="146"/>
                      <a:pt x="188" y="145"/>
                      <a:pt x="189" y="144"/>
                    </a:cubicBezTo>
                    <a:cubicBezTo>
                      <a:pt x="193" y="148"/>
                      <a:pt x="193" y="148"/>
                      <a:pt x="193" y="148"/>
                    </a:cubicBezTo>
                    <a:cubicBezTo>
                      <a:pt x="193" y="148"/>
                      <a:pt x="192" y="149"/>
                      <a:pt x="192" y="150"/>
                    </a:cubicBezTo>
                    <a:cubicBezTo>
                      <a:pt x="191" y="151"/>
                      <a:pt x="190" y="152"/>
                      <a:pt x="190" y="153"/>
                    </a:cubicBezTo>
                    <a:close/>
                    <a:moveTo>
                      <a:pt x="194" y="137"/>
                    </a:moveTo>
                    <a:cubicBezTo>
                      <a:pt x="193" y="136"/>
                      <a:pt x="193" y="135"/>
                      <a:pt x="193" y="133"/>
                    </a:cubicBezTo>
                    <a:cubicBezTo>
                      <a:pt x="192" y="133"/>
                      <a:pt x="192" y="132"/>
                      <a:pt x="192" y="132"/>
                    </a:cubicBezTo>
                    <a:cubicBezTo>
                      <a:pt x="197" y="130"/>
                      <a:pt x="197" y="130"/>
                      <a:pt x="197" y="130"/>
                    </a:cubicBezTo>
                    <a:cubicBezTo>
                      <a:pt x="198" y="130"/>
                      <a:pt x="198" y="131"/>
                      <a:pt x="198" y="131"/>
                    </a:cubicBezTo>
                    <a:cubicBezTo>
                      <a:pt x="199" y="133"/>
                      <a:pt x="199" y="135"/>
                      <a:pt x="199" y="136"/>
                    </a:cubicBezTo>
                    <a:lnTo>
                      <a:pt x="194" y="137"/>
                    </a:lnTo>
                    <a:close/>
                    <a:moveTo>
                      <a:pt x="195" y="122"/>
                    </a:moveTo>
                    <a:cubicBezTo>
                      <a:pt x="190" y="118"/>
                      <a:pt x="190" y="118"/>
                      <a:pt x="190" y="118"/>
                    </a:cubicBezTo>
                    <a:cubicBezTo>
                      <a:pt x="191" y="117"/>
                      <a:pt x="192" y="116"/>
                      <a:pt x="194" y="115"/>
                    </a:cubicBezTo>
                    <a:cubicBezTo>
                      <a:pt x="195" y="114"/>
                      <a:pt x="195" y="114"/>
                      <a:pt x="195" y="114"/>
                    </a:cubicBezTo>
                    <a:cubicBezTo>
                      <a:pt x="199" y="118"/>
                      <a:pt x="199" y="118"/>
                      <a:pt x="199" y="118"/>
                    </a:cubicBezTo>
                    <a:cubicBezTo>
                      <a:pt x="198" y="119"/>
                      <a:pt x="198" y="119"/>
                      <a:pt x="198" y="119"/>
                    </a:cubicBezTo>
                    <a:cubicBezTo>
                      <a:pt x="197" y="120"/>
                      <a:pt x="195" y="121"/>
                      <a:pt x="195" y="122"/>
                    </a:cubicBezTo>
                    <a:close/>
                    <a:moveTo>
                      <a:pt x="208" y="109"/>
                    </a:moveTo>
                    <a:cubicBezTo>
                      <a:pt x="202" y="107"/>
                      <a:pt x="202" y="107"/>
                      <a:pt x="202" y="107"/>
                    </a:cubicBezTo>
                    <a:cubicBezTo>
                      <a:pt x="202" y="106"/>
                      <a:pt x="202" y="106"/>
                      <a:pt x="202" y="105"/>
                    </a:cubicBezTo>
                    <a:cubicBezTo>
                      <a:pt x="202" y="104"/>
                      <a:pt x="202" y="103"/>
                      <a:pt x="202" y="103"/>
                    </a:cubicBezTo>
                    <a:cubicBezTo>
                      <a:pt x="208" y="102"/>
                      <a:pt x="208" y="102"/>
                      <a:pt x="208" y="102"/>
                    </a:cubicBezTo>
                    <a:cubicBezTo>
                      <a:pt x="208" y="103"/>
                      <a:pt x="208" y="104"/>
                      <a:pt x="208" y="105"/>
                    </a:cubicBezTo>
                    <a:cubicBezTo>
                      <a:pt x="208" y="106"/>
                      <a:pt x="208" y="107"/>
                      <a:pt x="208" y="109"/>
                    </a:cubicBezTo>
                    <a:close/>
                    <a:moveTo>
                      <a:pt x="200" y="93"/>
                    </a:moveTo>
                    <a:cubicBezTo>
                      <a:pt x="200" y="93"/>
                      <a:pt x="200" y="93"/>
                      <a:pt x="199" y="93"/>
                    </a:cubicBezTo>
                    <a:cubicBezTo>
                      <a:pt x="197" y="93"/>
                      <a:pt x="196" y="92"/>
                      <a:pt x="195" y="91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7" y="89"/>
                      <a:pt x="197" y="89"/>
                      <a:pt x="197" y="89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87"/>
                      <a:pt x="199" y="87"/>
                      <a:pt x="200" y="87"/>
                    </a:cubicBezTo>
                    <a:cubicBezTo>
                      <a:pt x="202" y="88"/>
                      <a:pt x="203" y="88"/>
                      <a:pt x="204" y="89"/>
                    </a:cubicBezTo>
                    <a:lnTo>
                      <a:pt x="200" y="93"/>
                    </a:lnTo>
                    <a:close/>
                    <a:moveTo>
                      <a:pt x="201" y="79"/>
                    </a:moveTo>
                    <a:cubicBezTo>
                      <a:pt x="196" y="77"/>
                      <a:pt x="196" y="77"/>
                      <a:pt x="196" y="77"/>
                    </a:cubicBezTo>
                    <a:cubicBezTo>
                      <a:pt x="197" y="74"/>
                      <a:pt x="198" y="73"/>
                      <a:pt x="200" y="71"/>
                    </a:cubicBezTo>
                    <a:cubicBezTo>
                      <a:pt x="204" y="75"/>
                      <a:pt x="204" y="75"/>
                      <a:pt x="204" y="75"/>
                    </a:cubicBezTo>
                    <a:cubicBezTo>
                      <a:pt x="202" y="77"/>
                      <a:pt x="202" y="78"/>
                      <a:pt x="201" y="79"/>
                    </a:cubicBezTo>
                    <a:close/>
                    <a:moveTo>
                      <a:pt x="213" y="67"/>
                    </a:moveTo>
                    <a:cubicBezTo>
                      <a:pt x="208" y="64"/>
                      <a:pt x="208" y="64"/>
                      <a:pt x="208" y="64"/>
                    </a:cubicBezTo>
                    <a:cubicBezTo>
                      <a:pt x="209" y="63"/>
                      <a:pt x="209" y="61"/>
                      <a:pt x="209" y="59"/>
                    </a:cubicBezTo>
                    <a:cubicBezTo>
                      <a:pt x="215" y="60"/>
                      <a:pt x="215" y="60"/>
                      <a:pt x="215" y="60"/>
                    </a:cubicBezTo>
                    <a:cubicBezTo>
                      <a:pt x="215" y="63"/>
                      <a:pt x="214" y="65"/>
                      <a:pt x="213" y="67"/>
                    </a:cubicBezTo>
                    <a:close/>
                    <a:moveTo>
                      <a:pt x="280" y="61"/>
                    </a:moveTo>
                    <a:cubicBezTo>
                      <a:pt x="279" y="55"/>
                      <a:pt x="279" y="55"/>
                      <a:pt x="279" y="55"/>
                    </a:cubicBezTo>
                    <a:cubicBezTo>
                      <a:pt x="280" y="55"/>
                      <a:pt x="280" y="54"/>
                      <a:pt x="281" y="54"/>
                    </a:cubicBezTo>
                    <a:cubicBezTo>
                      <a:pt x="286" y="54"/>
                      <a:pt x="286" y="54"/>
                      <a:pt x="286" y="54"/>
                    </a:cubicBezTo>
                    <a:cubicBezTo>
                      <a:pt x="286" y="57"/>
                      <a:pt x="285" y="60"/>
                      <a:pt x="280" y="61"/>
                    </a:cubicBezTo>
                    <a:close/>
                    <a:moveTo>
                      <a:pt x="267" y="59"/>
                    </a:moveTo>
                    <a:cubicBezTo>
                      <a:pt x="265" y="59"/>
                      <a:pt x="263" y="57"/>
                      <a:pt x="261" y="54"/>
                    </a:cubicBezTo>
                    <a:cubicBezTo>
                      <a:pt x="266" y="51"/>
                      <a:pt x="266" y="51"/>
                      <a:pt x="266" y="51"/>
                    </a:cubicBezTo>
                    <a:cubicBezTo>
                      <a:pt x="267" y="53"/>
                      <a:pt x="268" y="53"/>
                      <a:pt x="269" y="54"/>
                    </a:cubicBezTo>
                    <a:lnTo>
                      <a:pt x="267" y="59"/>
                    </a:lnTo>
                    <a:close/>
                    <a:moveTo>
                      <a:pt x="216" y="48"/>
                    </a:moveTo>
                    <a:cubicBezTo>
                      <a:pt x="210" y="48"/>
                      <a:pt x="210" y="48"/>
                      <a:pt x="210" y="48"/>
                    </a:cubicBezTo>
                    <a:cubicBezTo>
                      <a:pt x="210" y="46"/>
                      <a:pt x="210" y="44"/>
                      <a:pt x="211" y="42"/>
                    </a:cubicBezTo>
                    <a:cubicBezTo>
                      <a:pt x="216" y="43"/>
                      <a:pt x="216" y="43"/>
                      <a:pt x="216" y="43"/>
                    </a:cubicBezTo>
                    <a:cubicBezTo>
                      <a:pt x="216" y="45"/>
                      <a:pt x="216" y="46"/>
                      <a:pt x="216" y="48"/>
                    </a:cubicBezTo>
                    <a:close/>
                    <a:moveTo>
                      <a:pt x="279" y="43"/>
                    </a:moveTo>
                    <a:cubicBezTo>
                      <a:pt x="279" y="41"/>
                      <a:pt x="278" y="39"/>
                      <a:pt x="278" y="37"/>
                    </a:cubicBezTo>
                    <a:cubicBezTo>
                      <a:pt x="284" y="37"/>
                      <a:pt x="284" y="37"/>
                      <a:pt x="284" y="37"/>
                    </a:cubicBezTo>
                    <a:cubicBezTo>
                      <a:pt x="284" y="37"/>
                      <a:pt x="284" y="37"/>
                      <a:pt x="284" y="37"/>
                    </a:cubicBezTo>
                    <a:cubicBezTo>
                      <a:pt x="284" y="38"/>
                      <a:pt x="284" y="40"/>
                      <a:pt x="285" y="42"/>
                    </a:cubicBezTo>
                    <a:lnTo>
                      <a:pt x="279" y="43"/>
                    </a:lnTo>
                    <a:close/>
                    <a:moveTo>
                      <a:pt x="256" y="43"/>
                    </a:moveTo>
                    <a:cubicBezTo>
                      <a:pt x="256" y="43"/>
                      <a:pt x="256" y="43"/>
                      <a:pt x="256" y="43"/>
                    </a:cubicBezTo>
                    <a:cubicBezTo>
                      <a:pt x="256" y="43"/>
                      <a:pt x="255" y="42"/>
                      <a:pt x="253" y="42"/>
                    </a:cubicBezTo>
                    <a:cubicBezTo>
                      <a:pt x="255" y="36"/>
                      <a:pt x="255" y="36"/>
                      <a:pt x="255" y="36"/>
                    </a:cubicBezTo>
                    <a:cubicBezTo>
                      <a:pt x="259" y="38"/>
                      <a:pt x="261" y="39"/>
                      <a:pt x="261" y="41"/>
                    </a:cubicBezTo>
                    <a:cubicBezTo>
                      <a:pt x="262" y="41"/>
                      <a:pt x="262" y="41"/>
                      <a:pt x="262" y="41"/>
                    </a:cubicBezTo>
                    <a:cubicBezTo>
                      <a:pt x="256" y="43"/>
                      <a:pt x="256" y="43"/>
                      <a:pt x="256" y="43"/>
                    </a:cubicBezTo>
                    <a:cubicBezTo>
                      <a:pt x="256" y="43"/>
                      <a:pt x="256" y="43"/>
                      <a:pt x="256" y="43"/>
                    </a:cubicBezTo>
                    <a:cubicBezTo>
                      <a:pt x="256" y="43"/>
                      <a:pt x="256" y="43"/>
                      <a:pt x="256" y="43"/>
                    </a:cubicBezTo>
                    <a:close/>
                    <a:moveTo>
                      <a:pt x="256" y="43"/>
                    </a:moveTo>
                    <a:cubicBezTo>
                      <a:pt x="256" y="43"/>
                      <a:pt x="256" y="43"/>
                      <a:pt x="256" y="43"/>
                    </a:cubicBezTo>
                    <a:close/>
                    <a:moveTo>
                      <a:pt x="242" y="39"/>
                    </a:moveTo>
                    <a:cubicBezTo>
                      <a:pt x="241" y="38"/>
                      <a:pt x="239" y="38"/>
                      <a:pt x="237" y="38"/>
                    </a:cubicBezTo>
                    <a:cubicBezTo>
                      <a:pt x="238" y="32"/>
                      <a:pt x="238" y="32"/>
                      <a:pt x="238" y="32"/>
                    </a:cubicBezTo>
                    <a:cubicBezTo>
                      <a:pt x="240" y="32"/>
                      <a:pt x="242" y="32"/>
                      <a:pt x="244" y="33"/>
                    </a:cubicBezTo>
                    <a:lnTo>
                      <a:pt x="242" y="39"/>
                    </a:lnTo>
                    <a:close/>
                    <a:moveTo>
                      <a:pt x="220" y="37"/>
                    </a:moveTo>
                    <a:cubicBezTo>
                      <a:pt x="219" y="31"/>
                      <a:pt x="219" y="31"/>
                      <a:pt x="219" y="31"/>
                    </a:cubicBezTo>
                    <a:cubicBezTo>
                      <a:pt x="221" y="31"/>
                      <a:pt x="223" y="31"/>
                      <a:pt x="226" y="31"/>
                    </a:cubicBezTo>
                    <a:cubicBezTo>
                      <a:pt x="225" y="36"/>
                      <a:pt x="225" y="36"/>
                      <a:pt x="225" y="36"/>
                    </a:cubicBezTo>
                    <a:cubicBezTo>
                      <a:pt x="223" y="36"/>
                      <a:pt x="222" y="36"/>
                      <a:pt x="220" y="37"/>
                    </a:cubicBezTo>
                    <a:close/>
                    <a:moveTo>
                      <a:pt x="274" y="32"/>
                    </a:moveTo>
                    <a:cubicBezTo>
                      <a:pt x="274" y="26"/>
                      <a:pt x="274" y="26"/>
                      <a:pt x="274" y="26"/>
                    </a:cubicBezTo>
                    <a:cubicBezTo>
                      <a:pt x="274" y="26"/>
                      <a:pt x="274" y="26"/>
                      <a:pt x="274" y="26"/>
                    </a:cubicBezTo>
                    <a:cubicBezTo>
                      <a:pt x="275" y="26"/>
                      <a:pt x="276" y="26"/>
                      <a:pt x="277" y="26"/>
                    </a:cubicBezTo>
                    <a:cubicBezTo>
                      <a:pt x="278" y="26"/>
                      <a:pt x="279" y="26"/>
                      <a:pt x="280" y="26"/>
                    </a:cubicBezTo>
                    <a:cubicBezTo>
                      <a:pt x="280" y="31"/>
                      <a:pt x="280" y="31"/>
                      <a:pt x="280" y="31"/>
                    </a:cubicBezTo>
                    <a:cubicBezTo>
                      <a:pt x="279" y="31"/>
                      <a:pt x="278" y="31"/>
                      <a:pt x="277" y="31"/>
                    </a:cubicBezTo>
                    <a:cubicBezTo>
                      <a:pt x="276" y="32"/>
                      <a:pt x="275" y="32"/>
                      <a:pt x="274" y="32"/>
                    </a:cubicBezTo>
                    <a:close/>
                    <a:moveTo>
                      <a:pt x="273" y="24"/>
                    </a:moveTo>
                    <a:cubicBezTo>
                      <a:pt x="272" y="24"/>
                      <a:pt x="272" y="23"/>
                      <a:pt x="271" y="23"/>
                    </a:cubicBezTo>
                    <a:cubicBezTo>
                      <a:pt x="271" y="23"/>
                      <a:pt x="270" y="23"/>
                      <a:pt x="270" y="23"/>
                    </a:cubicBezTo>
                    <a:cubicBezTo>
                      <a:pt x="270" y="23"/>
                      <a:pt x="271" y="23"/>
                      <a:pt x="271" y="22"/>
                    </a:cubicBezTo>
                    <a:cubicBezTo>
                      <a:pt x="266" y="19"/>
                      <a:pt x="266" y="19"/>
                      <a:pt x="266" y="19"/>
                    </a:cubicBezTo>
                    <a:cubicBezTo>
                      <a:pt x="267" y="18"/>
                      <a:pt x="268" y="17"/>
                      <a:pt x="270" y="17"/>
                    </a:cubicBezTo>
                    <a:cubicBezTo>
                      <a:pt x="271" y="17"/>
                      <a:pt x="272" y="17"/>
                      <a:pt x="273" y="18"/>
                    </a:cubicBezTo>
                    <a:cubicBezTo>
                      <a:pt x="273" y="18"/>
                      <a:pt x="273" y="18"/>
                      <a:pt x="273" y="18"/>
                    </a:cubicBezTo>
                    <a:cubicBezTo>
                      <a:pt x="275" y="23"/>
                      <a:pt x="275" y="23"/>
                      <a:pt x="275" y="23"/>
                    </a:cubicBezTo>
                    <a:cubicBezTo>
                      <a:pt x="274" y="24"/>
                      <a:pt x="274" y="24"/>
                      <a:pt x="273" y="24"/>
                    </a:cubicBezTo>
                    <a:close/>
                    <a:moveTo>
                      <a:pt x="328" y="20"/>
                    </a:moveTo>
                    <a:cubicBezTo>
                      <a:pt x="327" y="20"/>
                      <a:pt x="326" y="19"/>
                      <a:pt x="325" y="19"/>
                    </a:cubicBezTo>
                    <a:cubicBezTo>
                      <a:pt x="324" y="18"/>
                      <a:pt x="324" y="18"/>
                      <a:pt x="324" y="18"/>
                    </a:cubicBezTo>
                    <a:cubicBezTo>
                      <a:pt x="324" y="12"/>
                      <a:pt x="324" y="12"/>
                      <a:pt x="324" y="12"/>
                    </a:cubicBezTo>
                    <a:cubicBezTo>
                      <a:pt x="326" y="12"/>
                      <a:pt x="327" y="13"/>
                      <a:pt x="329" y="14"/>
                    </a:cubicBezTo>
                    <a:cubicBezTo>
                      <a:pt x="329" y="14"/>
                      <a:pt x="330" y="15"/>
                      <a:pt x="330" y="15"/>
                    </a:cubicBezTo>
                    <a:lnTo>
                      <a:pt x="328" y="20"/>
                    </a:lnTo>
                    <a:close/>
                    <a:moveTo>
                      <a:pt x="342" y="20"/>
                    </a:moveTo>
                    <a:cubicBezTo>
                      <a:pt x="342" y="20"/>
                      <a:pt x="342" y="20"/>
                      <a:pt x="342" y="20"/>
                    </a:cubicBezTo>
                    <a:cubicBezTo>
                      <a:pt x="341" y="20"/>
                      <a:pt x="339" y="20"/>
                      <a:pt x="338" y="18"/>
                    </a:cubicBezTo>
                    <a:cubicBezTo>
                      <a:pt x="342" y="14"/>
                      <a:pt x="342" y="14"/>
                      <a:pt x="342" y="14"/>
                    </a:cubicBezTo>
                    <a:cubicBezTo>
                      <a:pt x="342" y="14"/>
                      <a:pt x="342" y="14"/>
                      <a:pt x="342" y="14"/>
                    </a:cubicBezTo>
                    <a:cubicBezTo>
                      <a:pt x="343" y="14"/>
                      <a:pt x="343" y="14"/>
                      <a:pt x="344" y="14"/>
                    </a:cubicBezTo>
                    <a:cubicBezTo>
                      <a:pt x="347" y="19"/>
                      <a:pt x="347" y="19"/>
                      <a:pt x="347" y="19"/>
                    </a:cubicBezTo>
                    <a:cubicBezTo>
                      <a:pt x="345" y="20"/>
                      <a:pt x="344" y="20"/>
                      <a:pt x="342" y="20"/>
                    </a:cubicBezTo>
                    <a:close/>
                    <a:moveTo>
                      <a:pt x="284" y="18"/>
                    </a:moveTo>
                    <a:cubicBezTo>
                      <a:pt x="283" y="12"/>
                      <a:pt x="283" y="12"/>
                      <a:pt x="283" y="12"/>
                    </a:cubicBezTo>
                    <a:cubicBezTo>
                      <a:pt x="285" y="12"/>
                      <a:pt x="286" y="11"/>
                      <a:pt x="286" y="11"/>
                    </a:cubicBezTo>
                    <a:cubicBezTo>
                      <a:pt x="291" y="14"/>
                      <a:pt x="291" y="14"/>
                      <a:pt x="291" y="14"/>
                    </a:cubicBezTo>
                    <a:cubicBezTo>
                      <a:pt x="290" y="17"/>
                      <a:pt x="286" y="18"/>
                      <a:pt x="284" y="18"/>
                    </a:cubicBezTo>
                    <a:close/>
                    <a:moveTo>
                      <a:pt x="311" y="16"/>
                    </a:moveTo>
                    <a:cubicBezTo>
                      <a:pt x="309" y="15"/>
                      <a:pt x="307" y="14"/>
                      <a:pt x="306" y="12"/>
                    </a:cubicBezTo>
                    <a:cubicBezTo>
                      <a:pt x="310" y="8"/>
                      <a:pt x="310" y="8"/>
                      <a:pt x="310" y="8"/>
                    </a:cubicBezTo>
                    <a:cubicBezTo>
                      <a:pt x="311" y="9"/>
                      <a:pt x="312" y="10"/>
                      <a:pt x="314" y="11"/>
                    </a:cubicBezTo>
                    <a:lnTo>
                      <a:pt x="311" y="16"/>
                    </a:lnTo>
                    <a:close/>
                    <a:moveTo>
                      <a:pt x="353" y="9"/>
                    </a:moveTo>
                    <a:cubicBezTo>
                      <a:pt x="349" y="4"/>
                      <a:pt x="349" y="4"/>
                      <a:pt x="349" y="4"/>
                    </a:cubicBezTo>
                    <a:cubicBezTo>
                      <a:pt x="351" y="3"/>
                      <a:pt x="353" y="3"/>
                      <a:pt x="355" y="3"/>
                    </a:cubicBezTo>
                    <a:cubicBezTo>
                      <a:pt x="356" y="3"/>
                      <a:pt x="357" y="3"/>
                      <a:pt x="357" y="3"/>
                    </a:cubicBezTo>
                    <a:cubicBezTo>
                      <a:pt x="357" y="8"/>
                      <a:pt x="357" y="8"/>
                      <a:pt x="357" y="8"/>
                    </a:cubicBezTo>
                    <a:cubicBezTo>
                      <a:pt x="356" y="8"/>
                      <a:pt x="356" y="8"/>
                      <a:pt x="355" y="8"/>
                    </a:cubicBezTo>
                    <a:cubicBezTo>
                      <a:pt x="354" y="8"/>
                      <a:pt x="353" y="9"/>
                      <a:pt x="353" y="9"/>
                    </a:cubicBezTo>
                    <a:close/>
                    <a:moveTo>
                      <a:pt x="295" y="6"/>
                    </a:moveTo>
                    <a:cubicBezTo>
                      <a:pt x="294" y="0"/>
                      <a:pt x="294" y="0"/>
                      <a:pt x="294" y="0"/>
                    </a:cubicBezTo>
                    <a:cubicBezTo>
                      <a:pt x="296" y="0"/>
                      <a:pt x="298" y="0"/>
                      <a:pt x="300" y="0"/>
                    </a:cubicBezTo>
                    <a:cubicBezTo>
                      <a:pt x="300" y="6"/>
                      <a:pt x="300" y="6"/>
                      <a:pt x="300" y="6"/>
                    </a:cubicBezTo>
                    <a:cubicBezTo>
                      <a:pt x="300" y="6"/>
                      <a:pt x="300" y="6"/>
                      <a:pt x="300" y="6"/>
                    </a:cubicBezTo>
                    <a:cubicBezTo>
                      <a:pt x="298" y="6"/>
                      <a:pt x="296" y="6"/>
                      <a:pt x="295" y="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4" name="iṣlïdè"/>
              <p:cNvSpPr/>
              <p:nvPr/>
            </p:nvSpPr>
            <p:spPr bwMode="auto">
              <a:xfrm>
                <a:off x="9707563" y="5038725"/>
                <a:ext cx="150813" cy="166688"/>
              </a:xfrm>
              <a:custGeom>
                <a:avLst/>
                <a:gdLst>
                  <a:gd name="T0" fmla="*/ 0 w 70"/>
                  <a:gd name="T1" fmla="*/ 77 h 78"/>
                  <a:gd name="T2" fmla="*/ 1 w 70"/>
                  <a:gd name="T3" fmla="*/ 74 h 78"/>
                  <a:gd name="T4" fmla="*/ 4 w 70"/>
                  <a:gd name="T5" fmla="*/ 72 h 78"/>
                  <a:gd name="T6" fmla="*/ 8 w 70"/>
                  <a:gd name="T7" fmla="*/ 75 h 78"/>
                  <a:gd name="T8" fmla="*/ 16 w 70"/>
                  <a:gd name="T9" fmla="*/ 70 h 78"/>
                  <a:gd name="T10" fmla="*/ 15 w 70"/>
                  <a:gd name="T11" fmla="*/ 64 h 78"/>
                  <a:gd name="T12" fmla="*/ 21 w 70"/>
                  <a:gd name="T13" fmla="*/ 63 h 78"/>
                  <a:gd name="T14" fmla="*/ 19 w 70"/>
                  <a:gd name="T15" fmla="*/ 69 h 78"/>
                  <a:gd name="T16" fmla="*/ 16 w 70"/>
                  <a:gd name="T17" fmla="*/ 70 h 78"/>
                  <a:gd name="T18" fmla="*/ 24 w 70"/>
                  <a:gd name="T19" fmla="*/ 60 h 78"/>
                  <a:gd name="T20" fmla="*/ 24 w 70"/>
                  <a:gd name="T21" fmla="*/ 60 h 78"/>
                  <a:gd name="T22" fmla="*/ 21 w 70"/>
                  <a:gd name="T23" fmla="*/ 58 h 78"/>
                  <a:gd name="T24" fmla="*/ 27 w 70"/>
                  <a:gd name="T25" fmla="*/ 55 h 78"/>
                  <a:gd name="T26" fmla="*/ 26 w 70"/>
                  <a:gd name="T27" fmla="*/ 56 h 78"/>
                  <a:gd name="T28" fmla="*/ 27 w 70"/>
                  <a:gd name="T29" fmla="*/ 61 h 78"/>
                  <a:gd name="T30" fmla="*/ 34 w 70"/>
                  <a:gd name="T31" fmla="*/ 52 h 78"/>
                  <a:gd name="T32" fmla="*/ 30 w 70"/>
                  <a:gd name="T33" fmla="*/ 49 h 78"/>
                  <a:gd name="T34" fmla="*/ 33 w 70"/>
                  <a:gd name="T35" fmla="*/ 46 h 78"/>
                  <a:gd name="T36" fmla="*/ 37 w 70"/>
                  <a:gd name="T37" fmla="*/ 49 h 78"/>
                  <a:gd name="T38" fmla="*/ 34 w 70"/>
                  <a:gd name="T39" fmla="*/ 52 h 78"/>
                  <a:gd name="T40" fmla="*/ 46 w 70"/>
                  <a:gd name="T41" fmla="*/ 43 h 78"/>
                  <a:gd name="T42" fmla="*/ 41 w 70"/>
                  <a:gd name="T43" fmla="*/ 42 h 78"/>
                  <a:gd name="T44" fmla="*/ 41 w 70"/>
                  <a:gd name="T45" fmla="*/ 42 h 78"/>
                  <a:gd name="T46" fmla="*/ 45 w 70"/>
                  <a:gd name="T47" fmla="*/ 37 h 78"/>
                  <a:gd name="T48" fmla="*/ 46 w 70"/>
                  <a:gd name="T49" fmla="*/ 37 h 78"/>
                  <a:gd name="T50" fmla="*/ 46 w 70"/>
                  <a:gd name="T51" fmla="*/ 43 h 78"/>
                  <a:gd name="T52" fmla="*/ 49 w 70"/>
                  <a:gd name="T53" fmla="*/ 25 h 78"/>
                  <a:gd name="T54" fmla="*/ 55 w 70"/>
                  <a:gd name="T55" fmla="*/ 23 h 78"/>
                  <a:gd name="T56" fmla="*/ 55 w 70"/>
                  <a:gd name="T57" fmla="*/ 29 h 78"/>
                  <a:gd name="T58" fmla="*/ 56 w 70"/>
                  <a:gd name="T59" fmla="*/ 16 h 78"/>
                  <a:gd name="T60" fmla="*/ 55 w 70"/>
                  <a:gd name="T61" fmla="*/ 11 h 78"/>
                  <a:gd name="T62" fmla="*/ 56 w 70"/>
                  <a:gd name="T63" fmla="*/ 9 h 78"/>
                  <a:gd name="T64" fmla="*/ 62 w 70"/>
                  <a:gd name="T65" fmla="*/ 11 h 78"/>
                  <a:gd name="T66" fmla="*/ 64 w 70"/>
                  <a:gd name="T67" fmla="*/ 3 h 78"/>
                  <a:gd name="T68" fmla="*/ 69 w 70"/>
                  <a:gd name="T69" fmla="*/ 0 h 78"/>
                  <a:gd name="T70" fmla="*/ 64 w 70"/>
                  <a:gd name="T71" fmla="*/ 3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0" h="78">
                    <a:moveTo>
                      <a:pt x="4" y="78"/>
                    </a:moveTo>
                    <a:cubicBezTo>
                      <a:pt x="2" y="78"/>
                      <a:pt x="0" y="77"/>
                      <a:pt x="0" y="77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1" y="74"/>
                      <a:pt x="1" y="74"/>
                      <a:pt x="1" y="74"/>
                    </a:cubicBezTo>
                    <a:cubicBezTo>
                      <a:pt x="3" y="72"/>
                      <a:pt x="3" y="72"/>
                      <a:pt x="3" y="72"/>
                    </a:cubicBezTo>
                    <a:cubicBezTo>
                      <a:pt x="3" y="72"/>
                      <a:pt x="3" y="72"/>
                      <a:pt x="4" y="72"/>
                    </a:cubicBezTo>
                    <a:cubicBezTo>
                      <a:pt x="4" y="72"/>
                      <a:pt x="4" y="72"/>
                      <a:pt x="4" y="7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6" y="78"/>
                      <a:pt x="4" y="78"/>
                    </a:cubicBezTo>
                    <a:close/>
                    <a:moveTo>
                      <a:pt x="16" y="70"/>
                    </a:moveTo>
                    <a:cubicBezTo>
                      <a:pt x="14" y="65"/>
                      <a:pt x="14" y="65"/>
                      <a:pt x="14" y="65"/>
                    </a:cubicBezTo>
                    <a:cubicBezTo>
                      <a:pt x="15" y="65"/>
                      <a:pt x="15" y="64"/>
                      <a:pt x="15" y="64"/>
                    </a:cubicBezTo>
                    <a:cubicBezTo>
                      <a:pt x="16" y="64"/>
                      <a:pt x="18" y="63"/>
                      <a:pt x="19" y="63"/>
                    </a:cubicBezTo>
                    <a:cubicBezTo>
                      <a:pt x="20" y="63"/>
                      <a:pt x="20" y="63"/>
                      <a:pt x="21" y="63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0" y="69"/>
                      <a:pt x="19" y="69"/>
                    </a:cubicBezTo>
                    <a:cubicBezTo>
                      <a:pt x="19" y="69"/>
                      <a:pt x="18" y="69"/>
                      <a:pt x="18" y="70"/>
                    </a:cubicBezTo>
                    <a:cubicBezTo>
                      <a:pt x="17" y="70"/>
                      <a:pt x="17" y="70"/>
                      <a:pt x="16" y="70"/>
                    </a:cubicBezTo>
                    <a:close/>
                    <a:moveTo>
                      <a:pt x="27" y="61"/>
                    </a:moveTo>
                    <a:cubicBezTo>
                      <a:pt x="26" y="61"/>
                      <a:pt x="25" y="61"/>
                      <a:pt x="24" y="60"/>
                    </a:cubicBezTo>
                    <a:cubicBezTo>
                      <a:pt x="24" y="60"/>
                      <a:pt x="24" y="60"/>
                      <a:pt x="23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5" y="60"/>
                      <a:pt x="26" y="59"/>
                      <a:pt x="26" y="59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1" y="55"/>
                      <a:pt x="23" y="54"/>
                      <a:pt x="24" y="54"/>
                    </a:cubicBezTo>
                    <a:cubicBezTo>
                      <a:pt x="26" y="54"/>
                      <a:pt x="26" y="55"/>
                      <a:pt x="27" y="55"/>
                    </a:cubicBezTo>
                    <a:cubicBezTo>
                      <a:pt x="28" y="55"/>
                      <a:pt x="28" y="56"/>
                      <a:pt x="28" y="56"/>
                    </a:cubicBezTo>
                    <a:cubicBezTo>
                      <a:pt x="28" y="56"/>
                      <a:pt x="27" y="56"/>
                      <a:pt x="26" y="56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29" y="61"/>
                      <a:pt x="28" y="61"/>
                      <a:pt x="27" y="61"/>
                    </a:cubicBezTo>
                    <a:close/>
                    <a:moveTo>
                      <a:pt x="32" y="54"/>
                    </a:moveTo>
                    <a:cubicBezTo>
                      <a:pt x="34" y="52"/>
                      <a:pt x="34" y="52"/>
                      <a:pt x="34" y="52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31" y="52"/>
                      <a:pt x="30" y="51"/>
                      <a:pt x="30" y="49"/>
                    </a:cubicBezTo>
                    <a:cubicBezTo>
                      <a:pt x="30" y="48"/>
                      <a:pt x="30" y="47"/>
                      <a:pt x="31" y="47"/>
                    </a:cubicBezTo>
                    <a:cubicBezTo>
                      <a:pt x="32" y="46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2" y="47"/>
                    </a:cubicBezTo>
                    <a:cubicBezTo>
                      <a:pt x="37" y="49"/>
                      <a:pt x="37" y="49"/>
                      <a:pt x="37" y="49"/>
                    </a:cubicBezTo>
                    <a:cubicBezTo>
                      <a:pt x="37" y="49"/>
                      <a:pt x="37" y="49"/>
                      <a:pt x="37" y="49"/>
                    </a:cubicBezTo>
                    <a:cubicBezTo>
                      <a:pt x="37" y="50"/>
                      <a:pt x="36" y="51"/>
                      <a:pt x="34" y="52"/>
                    </a:cubicBezTo>
                    <a:lnTo>
                      <a:pt x="32" y="54"/>
                    </a:lnTo>
                    <a:close/>
                    <a:moveTo>
                      <a:pt x="46" y="43"/>
                    </a:moveTo>
                    <a:cubicBezTo>
                      <a:pt x="46" y="43"/>
                      <a:pt x="46" y="43"/>
                      <a:pt x="47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39"/>
                      <a:pt x="42" y="38"/>
                      <a:pt x="45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7"/>
                      <a:pt x="46" y="37"/>
                      <a:pt x="46" y="37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8" y="42"/>
                      <a:pt x="47" y="43"/>
                      <a:pt x="46" y="43"/>
                    </a:cubicBezTo>
                    <a:close/>
                    <a:moveTo>
                      <a:pt x="49" y="29"/>
                    </a:moveTo>
                    <a:cubicBezTo>
                      <a:pt x="49" y="28"/>
                      <a:pt x="49" y="27"/>
                      <a:pt x="49" y="25"/>
                    </a:cubicBezTo>
                    <a:cubicBezTo>
                      <a:pt x="49" y="24"/>
                      <a:pt x="49" y="24"/>
                      <a:pt x="49" y="23"/>
                    </a:cubicBezTo>
                    <a:cubicBezTo>
                      <a:pt x="55" y="23"/>
                      <a:pt x="55" y="23"/>
                      <a:pt x="55" y="23"/>
                    </a:cubicBezTo>
                    <a:cubicBezTo>
                      <a:pt x="55" y="23"/>
                      <a:pt x="55" y="24"/>
                      <a:pt x="55" y="25"/>
                    </a:cubicBezTo>
                    <a:cubicBezTo>
                      <a:pt x="55" y="26"/>
                      <a:pt x="55" y="28"/>
                      <a:pt x="55" y="29"/>
                    </a:cubicBezTo>
                    <a:lnTo>
                      <a:pt x="49" y="29"/>
                    </a:lnTo>
                    <a:close/>
                    <a:moveTo>
                      <a:pt x="56" y="16"/>
                    </a:moveTo>
                    <a:cubicBezTo>
                      <a:pt x="56" y="14"/>
                      <a:pt x="56" y="14"/>
                      <a:pt x="56" y="14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6" y="10"/>
                      <a:pt x="56" y="10"/>
                      <a:pt x="56" y="9"/>
                    </a:cubicBezTo>
                    <a:cubicBezTo>
                      <a:pt x="62" y="10"/>
                      <a:pt x="62" y="10"/>
                      <a:pt x="62" y="10"/>
                    </a:cubicBezTo>
                    <a:cubicBezTo>
                      <a:pt x="62" y="10"/>
                      <a:pt x="62" y="11"/>
                      <a:pt x="62" y="11"/>
                    </a:cubicBezTo>
                    <a:cubicBezTo>
                      <a:pt x="62" y="12"/>
                      <a:pt x="61" y="16"/>
                      <a:pt x="56" y="16"/>
                    </a:cubicBezTo>
                    <a:close/>
                    <a:moveTo>
                      <a:pt x="64" y="3"/>
                    </a:moveTo>
                    <a:cubicBezTo>
                      <a:pt x="64" y="3"/>
                      <a:pt x="64" y="2"/>
                      <a:pt x="64" y="2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1"/>
                      <a:pt x="70" y="2"/>
                      <a:pt x="70" y="2"/>
                    </a:cubicBezTo>
                    <a:lnTo>
                      <a:pt x="64" y="3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îṣlïďe"/>
              <p:cNvSpPr/>
              <p:nvPr/>
            </p:nvSpPr>
            <p:spPr bwMode="auto">
              <a:xfrm>
                <a:off x="7386638" y="4649788"/>
                <a:ext cx="728663" cy="1190625"/>
              </a:xfrm>
              <a:custGeom>
                <a:avLst/>
                <a:gdLst>
                  <a:gd name="T0" fmla="*/ 324 w 339"/>
                  <a:gd name="T1" fmla="*/ 535 h 556"/>
                  <a:gd name="T2" fmla="*/ 315 w 339"/>
                  <a:gd name="T3" fmla="*/ 524 h 556"/>
                  <a:gd name="T4" fmla="*/ 292 w 339"/>
                  <a:gd name="T5" fmla="*/ 504 h 556"/>
                  <a:gd name="T6" fmla="*/ 288 w 339"/>
                  <a:gd name="T7" fmla="*/ 481 h 556"/>
                  <a:gd name="T8" fmla="*/ 285 w 339"/>
                  <a:gd name="T9" fmla="*/ 466 h 556"/>
                  <a:gd name="T10" fmla="*/ 80 w 339"/>
                  <a:gd name="T11" fmla="*/ 464 h 556"/>
                  <a:gd name="T12" fmla="*/ 106 w 339"/>
                  <a:gd name="T13" fmla="*/ 455 h 556"/>
                  <a:gd name="T14" fmla="*/ 274 w 339"/>
                  <a:gd name="T15" fmla="*/ 453 h 556"/>
                  <a:gd name="T16" fmla="*/ 193 w 339"/>
                  <a:gd name="T17" fmla="*/ 451 h 556"/>
                  <a:gd name="T18" fmla="*/ 125 w 339"/>
                  <a:gd name="T19" fmla="*/ 450 h 556"/>
                  <a:gd name="T20" fmla="*/ 62 w 339"/>
                  <a:gd name="T21" fmla="*/ 451 h 556"/>
                  <a:gd name="T22" fmla="*/ 179 w 339"/>
                  <a:gd name="T23" fmla="*/ 451 h 556"/>
                  <a:gd name="T24" fmla="*/ 255 w 339"/>
                  <a:gd name="T25" fmla="*/ 441 h 556"/>
                  <a:gd name="T26" fmla="*/ 137 w 339"/>
                  <a:gd name="T27" fmla="*/ 441 h 556"/>
                  <a:gd name="T28" fmla="*/ 152 w 339"/>
                  <a:gd name="T29" fmla="*/ 442 h 556"/>
                  <a:gd name="T30" fmla="*/ 186 w 339"/>
                  <a:gd name="T31" fmla="*/ 444 h 556"/>
                  <a:gd name="T32" fmla="*/ 268 w 339"/>
                  <a:gd name="T33" fmla="*/ 437 h 556"/>
                  <a:gd name="T34" fmla="*/ 162 w 339"/>
                  <a:gd name="T35" fmla="*/ 432 h 556"/>
                  <a:gd name="T36" fmla="*/ 246 w 339"/>
                  <a:gd name="T37" fmla="*/ 430 h 556"/>
                  <a:gd name="T38" fmla="*/ 224 w 339"/>
                  <a:gd name="T39" fmla="*/ 428 h 556"/>
                  <a:gd name="T40" fmla="*/ 78 w 339"/>
                  <a:gd name="T41" fmla="*/ 428 h 556"/>
                  <a:gd name="T42" fmla="*/ 237 w 339"/>
                  <a:gd name="T43" fmla="*/ 422 h 556"/>
                  <a:gd name="T44" fmla="*/ 208 w 339"/>
                  <a:gd name="T45" fmla="*/ 416 h 556"/>
                  <a:gd name="T46" fmla="*/ 96 w 339"/>
                  <a:gd name="T47" fmla="*/ 415 h 556"/>
                  <a:gd name="T48" fmla="*/ 107 w 339"/>
                  <a:gd name="T49" fmla="*/ 407 h 556"/>
                  <a:gd name="T50" fmla="*/ 74 w 339"/>
                  <a:gd name="T51" fmla="*/ 394 h 556"/>
                  <a:gd name="T52" fmla="*/ 74 w 339"/>
                  <a:gd name="T53" fmla="*/ 394 h 556"/>
                  <a:gd name="T54" fmla="*/ 43 w 339"/>
                  <a:gd name="T55" fmla="*/ 383 h 556"/>
                  <a:gd name="T56" fmla="*/ 88 w 339"/>
                  <a:gd name="T57" fmla="*/ 378 h 556"/>
                  <a:gd name="T58" fmla="*/ 46 w 339"/>
                  <a:gd name="T59" fmla="*/ 363 h 556"/>
                  <a:gd name="T60" fmla="*/ 46 w 339"/>
                  <a:gd name="T61" fmla="*/ 349 h 556"/>
                  <a:gd name="T62" fmla="*/ 49 w 339"/>
                  <a:gd name="T63" fmla="*/ 335 h 556"/>
                  <a:gd name="T64" fmla="*/ 56 w 339"/>
                  <a:gd name="T65" fmla="*/ 325 h 556"/>
                  <a:gd name="T66" fmla="*/ 52 w 339"/>
                  <a:gd name="T67" fmla="*/ 318 h 556"/>
                  <a:gd name="T68" fmla="*/ 45 w 339"/>
                  <a:gd name="T69" fmla="*/ 313 h 556"/>
                  <a:gd name="T70" fmla="*/ 51 w 339"/>
                  <a:gd name="T71" fmla="*/ 296 h 556"/>
                  <a:gd name="T72" fmla="*/ 52 w 339"/>
                  <a:gd name="T73" fmla="*/ 279 h 556"/>
                  <a:gd name="T74" fmla="*/ 34 w 339"/>
                  <a:gd name="T75" fmla="*/ 261 h 556"/>
                  <a:gd name="T76" fmla="*/ 34 w 339"/>
                  <a:gd name="T77" fmla="*/ 261 h 556"/>
                  <a:gd name="T78" fmla="*/ 35 w 339"/>
                  <a:gd name="T79" fmla="*/ 242 h 556"/>
                  <a:gd name="T80" fmla="*/ 31 w 339"/>
                  <a:gd name="T81" fmla="*/ 228 h 556"/>
                  <a:gd name="T82" fmla="*/ 10 w 339"/>
                  <a:gd name="T83" fmla="*/ 217 h 556"/>
                  <a:gd name="T84" fmla="*/ 25 w 339"/>
                  <a:gd name="T85" fmla="*/ 215 h 556"/>
                  <a:gd name="T86" fmla="*/ 14 w 339"/>
                  <a:gd name="T87" fmla="*/ 187 h 556"/>
                  <a:gd name="T88" fmla="*/ 15 w 339"/>
                  <a:gd name="T89" fmla="*/ 164 h 556"/>
                  <a:gd name="T90" fmla="*/ 30 w 339"/>
                  <a:gd name="T91" fmla="*/ 156 h 556"/>
                  <a:gd name="T92" fmla="*/ 42 w 339"/>
                  <a:gd name="T93" fmla="*/ 151 h 556"/>
                  <a:gd name="T94" fmla="*/ 43 w 339"/>
                  <a:gd name="T95" fmla="*/ 139 h 556"/>
                  <a:gd name="T96" fmla="*/ 48 w 339"/>
                  <a:gd name="T97" fmla="*/ 110 h 556"/>
                  <a:gd name="T98" fmla="*/ 48 w 339"/>
                  <a:gd name="T99" fmla="*/ 110 h 556"/>
                  <a:gd name="T100" fmla="*/ 39 w 339"/>
                  <a:gd name="T101" fmla="*/ 74 h 556"/>
                  <a:gd name="T102" fmla="*/ 31 w 339"/>
                  <a:gd name="T103" fmla="*/ 65 h 556"/>
                  <a:gd name="T104" fmla="*/ 12 w 339"/>
                  <a:gd name="T105" fmla="*/ 63 h 556"/>
                  <a:gd name="T106" fmla="*/ 6 w 339"/>
                  <a:gd name="T107" fmla="*/ 37 h 556"/>
                  <a:gd name="T108" fmla="*/ 6 w 339"/>
                  <a:gd name="T109" fmla="*/ 23 h 556"/>
                  <a:gd name="T110" fmla="*/ 0 w 339"/>
                  <a:gd name="T111" fmla="*/ 4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39" h="556">
                    <a:moveTo>
                      <a:pt x="336" y="556"/>
                    </a:moveTo>
                    <a:cubicBezTo>
                      <a:pt x="336" y="556"/>
                      <a:pt x="334" y="554"/>
                      <a:pt x="331" y="552"/>
                    </a:cubicBezTo>
                    <a:cubicBezTo>
                      <a:pt x="335" y="548"/>
                      <a:pt x="335" y="548"/>
                      <a:pt x="335" y="548"/>
                    </a:cubicBezTo>
                    <a:cubicBezTo>
                      <a:pt x="337" y="550"/>
                      <a:pt x="339" y="551"/>
                      <a:pt x="339" y="551"/>
                    </a:cubicBezTo>
                    <a:lnTo>
                      <a:pt x="336" y="556"/>
                    </a:lnTo>
                    <a:close/>
                    <a:moveTo>
                      <a:pt x="322" y="543"/>
                    </a:moveTo>
                    <a:cubicBezTo>
                      <a:pt x="319" y="538"/>
                      <a:pt x="319" y="538"/>
                      <a:pt x="319" y="538"/>
                    </a:cubicBezTo>
                    <a:cubicBezTo>
                      <a:pt x="324" y="535"/>
                      <a:pt x="324" y="535"/>
                      <a:pt x="324" y="535"/>
                    </a:cubicBezTo>
                    <a:cubicBezTo>
                      <a:pt x="327" y="540"/>
                      <a:pt x="327" y="540"/>
                      <a:pt x="327" y="540"/>
                    </a:cubicBezTo>
                    <a:lnTo>
                      <a:pt x="322" y="543"/>
                    </a:lnTo>
                    <a:close/>
                    <a:moveTo>
                      <a:pt x="313" y="530"/>
                    </a:moveTo>
                    <a:cubicBezTo>
                      <a:pt x="312" y="529"/>
                      <a:pt x="312" y="529"/>
                      <a:pt x="312" y="529"/>
                    </a:cubicBezTo>
                    <a:cubicBezTo>
                      <a:pt x="311" y="529"/>
                      <a:pt x="310" y="528"/>
                      <a:pt x="309" y="527"/>
                    </a:cubicBezTo>
                    <a:cubicBezTo>
                      <a:pt x="311" y="521"/>
                      <a:pt x="311" y="521"/>
                      <a:pt x="311" y="521"/>
                    </a:cubicBezTo>
                    <a:cubicBezTo>
                      <a:pt x="312" y="522"/>
                      <a:pt x="312" y="522"/>
                      <a:pt x="313" y="523"/>
                    </a:cubicBezTo>
                    <a:cubicBezTo>
                      <a:pt x="314" y="523"/>
                      <a:pt x="315" y="524"/>
                      <a:pt x="315" y="524"/>
                    </a:cubicBezTo>
                    <a:cubicBezTo>
                      <a:pt x="316" y="525"/>
                      <a:pt x="316" y="525"/>
                      <a:pt x="316" y="525"/>
                    </a:cubicBezTo>
                    <a:lnTo>
                      <a:pt x="313" y="530"/>
                    </a:lnTo>
                    <a:close/>
                    <a:moveTo>
                      <a:pt x="299" y="518"/>
                    </a:moveTo>
                    <a:cubicBezTo>
                      <a:pt x="299" y="516"/>
                      <a:pt x="298" y="515"/>
                      <a:pt x="298" y="514"/>
                    </a:cubicBezTo>
                    <a:cubicBezTo>
                      <a:pt x="303" y="511"/>
                      <a:pt x="303" y="511"/>
                      <a:pt x="303" y="511"/>
                    </a:cubicBezTo>
                    <a:cubicBezTo>
                      <a:pt x="304" y="513"/>
                      <a:pt x="304" y="515"/>
                      <a:pt x="304" y="518"/>
                    </a:cubicBezTo>
                    <a:lnTo>
                      <a:pt x="299" y="518"/>
                    </a:lnTo>
                    <a:close/>
                    <a:moveTo>
                      <a:pt x="292" y="504"/>
                    </a:moveTo>
                    <a:cubicBezTo>
                      <a:pt x="291" y="502"/>
                      <a:pt x="291" y="500"/>
                      <a:pt x="290" y="497"/>
                    </a:cubicBezTo>
                    <a:cubicBezTo>
                      <a:pt x="296" y="496"/>
                      <a:pt x="296" y="496"/>
                      <a:pt x="296" y="496"/>
                    </a:cubicBezTo>
                    <a:cubicBezTo>
                      <a:pt x="296" y="498"/>
                      <a:pt x="297" y="500"/>
                      <a:pt x="298" y="501"/>
                    </a:cubicBezTo>
                    <a:lnTo>
                      <a:pt x="292" y="504"/>
                    </a:lnTo>
                    <a:close/>
                    <a:moveTo>
                      <a:pt x="292" y="487"/>
                    </a:moveTo>
                    <a:cubicBezTo>
                      <a:pt x="286" y="486"/>
                      <a:pt x="286" y="486"/>
                      <a:pt x="286" y="486"/>
                    </a:cubicBezTo>
                    <a:cubicBezTo>
                      <a:pt x="286" y="485"/>
                      <a:pt x="286" y="485"/>
                      <a:pt x="287" y="484"/>
                    </a:cubicBezTo>
                    <a:cubicBezTo>
                      <a:pt x="287" y="483"/>
                      <a:pt x="288" y="482"/>
                      <a:pt x="288" y="481"/>
                    </a:cubicBezTo>
                    <a:cubicBezTo>
                      <a:pt x="288" y="480"/>
                      <a:pt x="288" y="480"/>
                      <a:pt x="288" y="480"/>
                    </a:cubicBezTo>
                    <a:cubicBezTo>
                      <a:pt x="294" y="482"/>
                      <a:pt x="294" y="482"/>
                      <a:pt x="294" y="482"/>
                    </a:cubicBezTo>
                    <a:cubicBezTo>
                      <a:pt x="293" y="483"/>
                      <a:pt x="293" y="483"/>
                      <a:pt x="293" y="483"/>
                    </a:cubicBezTo>
                    <a:cubicBezTo>
                      <a:pt x="293" y="484"/>
                      <a:pt x="293" y="485"/>
                      <a:pt x="292" y="486"/>
                    </a:cubicBezTo>
                    <a:cubicBezTo>
                      <a:pt x="292" y="486"/>
                      <a:pt x="292" y="487"/>
                      <a:pt x="292" y="487"/>
                    </a:cubicBezTo>
                    <a:close/>
                    <a:moveTo>
                      <a:pt x="284" y="474"/>
                    </a:moveTo>
                    <a:cubicBezTo>
                      <a:pt x="282" y="472"/>
                      <a:pt x="281" y="470"/>
                      <a:pt x="280" y="469"/>
                    </a:cubicBezTo>
                    <a:cubicBezTo>
                      <a:pt x="285" y="466"/>
                      <a:pt x="285" y="466"/>
                      <a:pt x="285" y="466"/>
                    </a:cubicBezTo>
                    <a:cubicBezTo>
                      <a:pt x="286" y="467"/>
                      <a:pt x="287" y="468"/>
                      <a:pt x="288" y="470"/>
                    </a:cubicBezTo>
                    <a:lnTo>
                      <a:pt x="284" y="474"/>
                    </a:lnTo>
                    <a:close/>
                    <a:moveTo>
                      <a:pt x="94" y="464"/>
                    </a:moveTo>
                    <a:cubicBezTo>
                      <a:pt x="92" y="459"/>
                      <a:pt x="92" y="459"/>
                      <a:pt x="92" y="459"/>
                    </a:cubicBezTo>
                    <a:cubicBezTo>
                      <a:pt x="95" y="458"/>
                      <a:pt x="96" y="457"/>
                      <a:pt x="96" y="457"/>
                    </a:cubicBezTo>
                    <a:cubicBezTo>
                      <a:pt x="100" y="461"/>
                      <a:pt x="100" y="461"/>
                      <a:pt x="100" y="461"/>
                    </a:cubicBezTo>
                    <a:cubicBezTo>
                      <a:pt x="98" y="463"/>
                      <a:pt x="96" y="464"/>
                      <a:pt x="94" y="464"/>
                    </a:cubicBezTo>
                    <a:close/>
                    <a:moveTo>
                      <a:pt x="80" y="464"/>
                    </a:moveTo>
                    <a:cubicBezTo>
                      <a:pt x="79" y="463"/>
                      <a:pt x="78" y="461"/>
                      <a:pt x="78" y="460"/>
                    </a:cubicBezTo>
                    <a:cubicBezTo>
                      <a:pt x="77" y="460"/>
                      <a:pt x="77" y="459"/>
                      <a:pt x="77" y="459"/>
                    </a:cubicBezTo>
                    <a:cubicBezTo>
                      <a:pt x="81" y="455"/>
                      <a:pt x="81" y="455"/>
                      <a:pt x="81" y="455"/>
                    </a:cubicBezTo>
                    <a:cubicBezTo>
                      <a:pt x="82" y="456"/>
                      <a:pt x="82" y="457"/>
                      <a:pt x="83" y="458"/>
                    </a:cubicBezTo>
                    <a:cubicBezTo>
                      <a:pt x="83" y="458"/>
                      <a:pt x="84" y="459"/>
                      <a:pt x="84" y="460"/>
                    </a:cubicBezTo>
                    <a:lnTo>
                      <a:pt x="80" y="464"/>
                    </a:lnTo>
                    <a:close/>
                    <a:moveTo>
                      <a:pt x="111" y="458"/>
                    </a:moveTo>
                    <a:cubicBezTo>
                      <a:pt x="106" y="455"/>
                      <a:pt x="106" y="455"/>
                      <a:pt x="106" y="455"/>
                    </a:cubicBezTo>
                    <a:cubicBezTo>
                      <a:pt x="107" y="455"/>
                      <a:pt x="107" y="454"/>
                      <a:pt x="107" y="453"/>
                    </a:cubicBezTo>
                    <a:cubicBezTo>
                      <a:pt x="108" y="451"/>
                      <a:pt x="110" y="450"/>
                      <a:pt x="112" y="450"/>
                    </a:cubicBezTo>
                    <a:cubicBezTo>
                      <a:pt x="113" y="455"/>
                      <a:pt x="113" y="455"/>
                      <a:pt x="113" y="455"/>
                    </a:cubicBezTo>
                    <a:cubicBezTo>
                      <a:pt x="113" y="455"/>
                      <a:pt x="113" y="455"/>
                      <a:pt x="113" y="455"/>
                    </a:cubicBezTo>
                    <a:cubicBezTo>
                      <a:pt x="112" y="457"/>
                      <a:pt x="112" y="458"/>
                      <a:pt x="111" y="458"/>
                    </a:cubicBezTo>
                    <a:close/>
                    <a:moveTo>
                      <a:pt x="277" y="457"/>
                    </a:moveTo>
                    <a:cubicBezTo>
                      <a:pt x="276" y="456"/>
                      <a:pt x="276" y="456"/>
                      <a:pt x="275" y="455"/>
                    </a:cubicBezTo>
                    <a:cubicBezTo>
                      <a:pt x="275" y="454"/>
                      <a:pt x="274" y="453"/>
                      <a:pt x="274" y="453"/>
                    </a:cubicBezTo>
                    <a:cubicBezTo>
                      <a:pt x="279" y="450"/>
                      <a:pt x="279" y="450"/>
                      <a:pt x="279" y="450"/>
                    </a:cubicBezTo>
                    <a:cubicBezTo>
                      <a:pt x="279" y="450"/>
                      <a:pt x="279" y="451"/>
                      <a:pt x="280" y="451"/>
                    </a:cubicBezTo>
                    <a:cubicBezTo>
                      <a:pt x="281" y="452"/>
                      <a:pt x="281" y="453"/>
                      <a:pt x="282" y="455"/>
                    </a:cubicBezTo>
                    <a:lnTo>
                      <a:pt x="277" y="457"/>
                    </a:lnTo>
                    <a:close/>
                    <a:moveTo>
                      <a:pt x="192" y="457"/>
                    </a:moveTo>
                    <a:cubicBezTo>
                      <a:pt x="191" y="457"/>
                      <a:pt x="191" y="457"/>
                      <a:pt x="190" y="457"/>
                    </a:cubicBezTo>
                    <a:cubicBezTo>
                      <a:pt x="191" y="451"/>
                      <a:pt x="191" y="451"/>
                      <a:pt x="191" y="451"/>
                    </a:cubicBezTo>
                    <a:cubicBezTo>
                      <a:pt x="192" y="452"/>
                      <a:pt x="193" y="451"/>
                      <a:pt x="193" y="451"/>
                    </a:cubicBezTo>
                    <a:cubicBezTo>
                      <a:pt x="198" y="453"/>
                      <a:pt x="198" y="453"/>
                      <a:pt x="198" y="453"/>
                    </a:cubicBezTo>
                    <a:cubicBezTo>
                      <a:pt x="198" y="454"/>
                      <a:pt x="198" y="454"/>
                      <a:pt x="197" y="455"/>
                    </a:cubicBezTo>
                    <a:cubicBezTo>
                      <a:pt x="196" y="457"/>
                      <a:pt x="194" y="457"/>
                      <a:pt x="192" y="457"/>
                    </a:cubicBezTo>
                    <a:close/>
                    <a:moveTo>
                      <a:pt x="119" y="455"/>
                    </a:moveTo>
                    <a:cubicBezTo>
                      <a:pt x="119" y="455"/>
                      <a:pt x="119" y="454"/>
                      <a:pt x="119" y="454"/>
                    </a:cubicBezTo>
                    <a:cubicBezTo>
                      <a:pt x="119" y="453"/>
                      <a:pt x="119" y="453"/>
                      <a:pt x="119" y="452"/>
                    </a:cubicBezTo>
                    <a:cubicBezTo>
                      <a:pt x="119" y="451"/>
                      <a:pt x="119" y="450"/>
                      <a:pt x="119" y="449"/>
                    </a:cubicBezTo>
                    <a:cubicBezTo>
                      <a:pt x="125" y="450"/>
                      <a:pt x="125" y="450"/>
                      <a:pt x="125" y="450"/>
                    </a:cubicBezTo>
                    <a:cubicBezTo>
                      <a:pt x="125" y="450"/>
                      <a:pt x="125" y="451"/>
                      <a:pt x="125" y="452"/>
                    </a:cubicBezTo>
                    <a:cubicBezTo>
                      <a:pt x="125" y="452"/>
                      <a:pt x="125" y="453"/>
                      <a:pt x="125" y="454"/>
                    </a:cubicBezTo>
                    <a:cubicBezTo>
                      <a:pt x="125" y="454"/>
                      <a:pt x="125" y="455"/>
                      <a:pt x="125" y="455"/>
                    </a:cubicBezTo>
                    <a:lnTo>
                      <a:pt x="119" y="455"/>
                    </a:lnTo>
                    <a:close/>
                    <a:moveTo>
                      <a:pt x="69" y="455"/>
                    </a:moveTo>
                    <a:cubicBezTo>
                      <a:pt x="68" y="454"/>
                      <a:pt x="68" y="454"/>
                      <a:pt x="67" y="454"/>
                    </a:cubicBezTo>
                    <a:cubicBezTo>
                      <a:pt x="66" y="454"/>
                      <a:pt x="66" y="454"/>
                      <a:pt x="65" y="454"/>
                    </a:cubicBezTo>
                    <a:cubicBezTo>
                      <a:pt x="63" y="454"/>
                      <a:pt x="62" y="452"/>
                      <a:pt x="62" y="451"/>
                    </a:cubicBezTo>
                    <a:cubicBezTo>
                      <a:pt x="62" y="450"/>
                      <a:pt x="62" y="449"/>
                      <a:pt x="62" y="449"/>
                    </a:cubicBezTo>
                    <a:cubicBezTo>
                      <a:pt x="68" y="451"/>
                      <a:pt x="68" y="451"/>
                      <a:pt x="68" y="451"/>
                    </a:cubicBezTo>
                    <a:cubicBezTo>
                      <a:pt x="68" y="451"/>
                      <a:pt x="68" y="451"/>
                      <a:pt x="68" y="451"/>
                    </a:cubicBezTo>
                    <a:cubicBezTo>
                      <a:pt x="68" y="449"/>
                      <a:pt x="67" y="448"/>
                      <a:pt x="66" y="448"/>
                    </a:cubicBezTo>
                    <a:cubicBezTo>
                      <a:pt x="67" y="448"/>
                      <a:pt x="67" y="448"/>
                      <a:pt x="67" y="449"/>
                    </a:cubicBezTo>
                    <a:cubicBezTo>
                      <a:pt x="69" y="449"/>
                      <a:pt x="70" y="449"/>
                      <a:pt x="71" y="449"/>
                    </a:cubicBezTo>
                    <a:lnTo>
                      <a:pt x="69" y="455"/>
                    </a:lnTo>
                    <a:close/>
                    <a:moveTo>
                      <a:pt x="179" y="451"/>
                    </a:moveTo>
                    <a:cubicBezTo>
                      <a:pt x="177" y="450"/>
                      <a:pt x="175" y="449"/>
                      <a:pt x="174" y="447"/>
                    </a:cubicBezTo>
                    <a:cubicBezTo>
                      <a:pt x="179" y="443"/>
                      <a:pt x="179" y="443"/>
                      <a:pt x="179" y="443"/>
                    </a:cubicBezTo>
                    <a:cubicBezTo>
                      <a:pt x="180" y="445"/>
                      <a:pt x="181" y="446"/>
                      <a:pt x="182" y="447"/>
                    </a:cubicBezTo>
                    <a:lnTo>
                      <a:pt x="179" y="451"/>
                    </a:lnTo>
                    <a:close/>
                    <a:moveTo>
                      <a:pt x="254" y="447"/>
                    </a:moveTo>
                    <a:cubicBezTo>
                      <a:pt x="253" y="447"/>
                      <a:pt x="251" y="447"/>
                      <a:pt x="250" y="446"/>
                    </a:cubicBezTo>
                    <a:cubicBezTo>
                      <a:pt x="255" y="442"/>
                      <a:pt x="255" y="442"/>
                      <a:pt x="255" y="442"/>
                    </a:cubicBezTo>
                    <a:cubicBezTo>
                      <a:pt x="254" y="441"/>
                      <a:pt x="255" y="441"/>
                      <a:pt x="255" y="441"/>
                    </a:cubicBezTo>
                    <a:cubicBezTo>
                      <a:pt x="255" y="441"/>
                      <a:pt x="256" y="441"/>
                      <a:pt x="257" y="441"/>
                    </a:cubicBezTo>
                    <a:cubicBezTo>
                      <a:pt x="259" y="446"/>
                      <a:pt x="259" y="446"/>
                      <a:pt x="259" y="446"/>
                    </a:cubicBezTo>
                    <a:cubicBezTo>
                      <a:pt x="258" y="447"/>
                      <a:pt x="257" y="447"/>
                      <a:pt x="256" y="447"/>
                    </a:cubicBezTo>
                    <a:cubicBezTo>
                      <a:pt x="256" y="447"/>
                      <a:pt x="255" y="447"/>
                      <a:pt x="254" y="447"/>
                    </a:cubicBezTo>
                    <a:close/>
                    <a:moveTo>
                      <a:pt x="136" y="447"/>
                    </a:moveTo>
                    <a:cubicBezTo>
                      <a:pt x="134" y="447"/>
                      <a:pt x="132" y="446"/>
                      <a:pt x="130" y="446"/>
                    </a:cubicBezTo>
                    <a:cubicBezTo>
                      <a:pt x="130" y="441"/>
                      <a:pt x="130" y="441"/>
                      <a:pt x="130" y="441"/>
                    </a:cubicBezTo>
                    <a:cubicBezTo>
                      <a:pt x="132" y="441"/>
                      <a:pt x="134" y="441"/>
                      <a:pt x="137" y="441"/>
                    </a:cubicBezTo>
                    <a:lnTo>
                      <a:pt x="136" y="447"/>
                    </a:lnTo>
                    <a:close/>
                    <a:moveTo>
                      <a:pt x="149" y="445"/>
                    </a:moveTo>
                    <a:cubicBezTo>
                      <a:pt x="145" y="440"/>
                      <a:pt x="145" y="440"/>
                      <a:pt x="145" y="440"/>
                    </a:cubicBezTo>
                    <a:cubicBezTo>
                      <a:pt x="146" y="440"/>
                      <a:pt x="146" y="440"/>
                      <a:pt x="146" y="440"/>
                    </a:cubicBezTo>
                    <a:cubicBezTo>
                      <a:pt x="146" y="439"/>
                      <a:pt x="147" y="438"/>
                      <a:pt x="148" y="438"/>
                    </a:cubicBezTo>
                    <a:cubicBezTo>
                      <a:pt x="149" y="437"/>
                      <a:pt x="150" y="437"/>
                      <a:pt x="150" y="436"/>
                    </a:cubicBezTo>
                    <a:cubicBezTo>
                      <a:pt x="153" y="442"/>
                      <a:pt x="153" y="442"/>
                      <a:pt x="153" y="442"/>
                    </a:cubicBezTo>
                    <a:cubicBezTo>
                      <a:pt x="153" y="442"/>
                      <a:pt x="152" y="442"/>
                      <a:pt x="152" y="442"/>
                    </a:cubicBezTo>
                    <a:cubicBezTo>
                      <a:pt x="151" y="443"/>
                      <a:pt x="150" y="444"/>
                      <a:pt x="149" y="444"/>
                    </a:cubicBezTo>
                    <a:lnTo>
                      <a:pt x="149" y="445"/>
                    </a:lnTo>
                    <a:close/>
                    <a:moveTo>
                      <a:pt x="75" y="444"/>
                    </a:moveTo>
                    <a:cubicBezTo>
                      <a:pt x="72" y="440"/>
                      <a:pt x="72" y="440"/>
                      <a:pt x="72" y="440"/>
                    </a:cubicBezTo>
                    <a:cubicBezTo>
                      <a:pt x="73" y="439"/>
                      <a:pt x="74" y="438"/>
                      <a:pt x="76" y="436"/>
                    </a:cubicBezTo>
                    <a:cubicBezTo>
                      <a:pt x="80" y="440"/>
                      <a:pt x="80" y="440"/>
                      <a:pt x="80" y="440"/>
                    </a:cubicBezTo>
                    <a:cubicBezTo>
                      <a:pt x="78" y="442"/>
                      <a:pt x="77" y="443"/>
                      <a:pt x="75" y="444"/>
                    </a:cubicBezTo>
                    <a:close/>
                    <a:moveTo>
                      <a:pt x="186" y="444"/>
                    </a:moveTo>
                    <a:cubicBezTo>
                      <a:pt x="186" y="443"/>
                      <a:pt x="186" y="442"/>
                      <a:pt x="186" y="441"/>
                    </a:cubicBezTo>
                    <a:cubicBezTo>
                      <a:pt x="186" y="440"/>
                      <a:pt x="186" y="438"/>
                      <a:pt x="186" y="437"/>
                    </a:cubicBezTo>
                    <a:cubicBezTo>
                      <a:pt x="192" y="438"/>
                      <a:pt x="192" y="438"/>
                      <a:pt x="192" y="438"/>
                    </a:cubicBezTo>
                    <a:cubicBezTo>
                      <a:pt x="192" y="439"/>
                      <a:pt x="192" y="440"/>
                      <a:pt x="192" y="441"/>
                    </a:cubicBezTo>
                    <a:cubicBezTo>
                      <a:pt x="192" y="442"/>
                      <a:pt x="192" y="442"/>
                      <a:pt x="192" y="443"/>
                    </a:cubicBezTo>
                    <a:lnTo>
                      <a:pt x="186" y="444"/>
                    </a:lnTo>
                    <a:close/>
                    <a:moveTo>
                      <a:pt x="270" y="442"/>
                    </a:moveTo>
                    <a:cubicBezTo>
                      <a:pt x="268" y="437"/>
                      <a:pt x="268" y="437"/>
                      <a:pt x="268" y="437"/>
                    </a:cubicBezTo>
                    <a:cubicBezTo>
                      <a:pt x="272" y="435"/>
                      <a:pt x="275" y="436"/>
                      <a:pt x="277" y="439"/>
                    </a:cubicBezTo>
                    <a:cubicBezTo>
                      <a:pt x="272" y="442"/>
                      <a:pt x="272" y="442"/>
                      <a:pt x="272" y="442"/>
                    </a:cubicBezTo>
                    <a:cubicBezTo>
                      <a:pt x="272" y="442"/>
                      <a:pt x="272" y="442"/>
                      <a:pt x="272" y="442"/>
                    </a:cubicBezTo>
                    <a:cubicBezTo>
                      <a:pt x="272" y="442"/>
                      <a:pt x="271" y="442"/>
                      <a:pt x="270" y="442"/>
                    </a:cubicBezTo>
                    <a:close/>
                    <a:moveTo>
                      <a:pt x="167" y="439"/>
                    </a:moveTo>
                    <a:cubicBezTo>
                      <a:pt x="166" y="438"/>
                      <a:pt x="164" y="438"/>
                      <a:pt x="164" y="438"/>
                    </a:cubicBezTo>
                    <a:cubicBezTo>
                      <a:pt x="163" y="438"/>
                      <a:pt x="163" y="438"/>
                      <a:pt x="163" y="438"/>
                    </a:cubicBezTo>
                    <a:cubicBezTo>
                      <a:pt x="162" y="432"/>
                      <a:pt x="162" y="432"/>
                      <a:pt x="162" y="432"/>
                    </a:cubicBezTo>
                    <a:cubicBezTo>
                      <a:pt x="163" y="432"/>
                      <a:pt x="163" y="432"/>
                      <a:pt x="164" y="432"/>
                    </a:cubicBezTo>
                    <a:cubicBezTo>
                      <a:pt x="165" y="432"/>
                      <a:pt x="168" y="433"/>
                      <a:pt x="170" y="434"/>
                    </a:cubicBezTo>
                    <a:lnTo>
                      <a:pt x="167" y="439"/>
                    </a:lnTo>
                    <a:close/>
                    <a:moveTo>
                      <a:pt x="246" y="436"/>
                    </a:moveTo>
                    <a:cubicBezTo>
                      <a:pt x="246" y="436"/>
                      <a:pt x="245" y="436"/>
                      <a:pt x="245" y="435"/>
                    </a:cubicBezTo>
                    <a:cubicBezTo>
                      <a:pt x="244" y="435"/>
                      <a:pt x="242" y="434"/>
                      <a:pt x="241" y="433"/>
                    </a:cubicBezTo>
                    <a:cubicBezTo>
                      <a:pt x="244" y="429"/>
                      <a:pt x="244" y="429"/>
                      <a:pt x="244" y="429"/>
                    </a:cubicBezTo>
                    <a:cubicBezTo>
                      <a:pt x="245" y="429"/>
                      <a:pt x="246" y="429"/>
                      <a:pt x="246" y="430"/>
                    </a:cubicBezTo>
                    <a:cubicBezTo>
                      <a:pt x="247" y="430"/>
                      <a:pt x="248" y="430"/>
                      <a:pt x="249" y="431"/>
                    </a:cubicBezTo>
                    <a:lnTo>
                      <a:pt x="246" y="436"/>
                    </a:lnTo>
                    <a:close/>
                    <a:moveTo>
                      <a:pt x="223" y="429"/>
                    </a:moveTo>
                    <a:cubicBezTo>
                      <a:pt x="222" y="423"/>
                      <a:pt x="222" y="423"/>
                      <a:pt x="222" y="423"/>
                    </a:cubicBezTo>
                    <a:cubicBezTo>
                      <a:pt x="223" y="423"/>
                      <a:pt x="223" y="423"/>
                      <a:pt x="223" y="423"/>
                    </a:cubicBezTo>
                    <a:cubicBezTo>
                      <a:pt x="226" y="422"/>
                      <a:pt x="228" y="422"/>
                      <a:pt x="230" y="423"/>
                    </a:cubicBezTo>
                    <a:cubicBezTo>
                      <a:pt x="227" y="429"/>
                      <a:pt x="227" y="429"/>
                      <a:pt x="227" y="429"/>
                    </a:cubicBezTo>
                    <a:cubicBezTo>
                      <a:pt x="227" y="428"/>
                      <a:pt x="226" y="428"/>
                      <a:pt x="224" y="428"/>
                    </a:cubicBezTo>
                    <a:lnTo>
                      <a:pt x="223" y="429"/>
                    </a:lnTo>
                    <a:close/>
                    <a:moveTo>
                      <a:pt x="78" y="428"/>
                    </a:moveTo>
                    <a:cubicBezTo>
                      <a:pt x="78" y="427"/>
                      <a:pt x="78" y="426"/>
                      <a:pt x="78" y="425"/>
                    </a:cubicBezTo>
                    <a:cubicBezTo>
                      <a:pt x="78" y="423"/>
                      <a:pt x="78" y="422"/>
                      <a:pt x="78" y="421"/>
                    </a:cubicBezTo>
                    <a:cubicBezTo>
                      <a:pt x="84" y="423"/>
                      <a:pt x="84" y="423"/>
                      <a:pt x="84" y="423"/>
                    </a:cubicBezTo>
                    <a:cubicBezTo>
                      <a:pt x="84" y="423"/>
                      <a:pt x="84" y="424"/>
                      <a:pt x="84" y="425"/>
                    </a:cubicBezTo>
                    <a:cubicBezTo>
                      <a:pt x="84" y="426"/>
                      <a:pt x="84" y="426"/>
                      <a:pt x="84" y="427"/>
                    </a:cubicBezTo>
                    <a:lnTo>
                      <a:pt x="78" y="428"/>
                    </a:lnTo>
                    <a:close/>
                    <a:moveTo>
                      <a:pt x="195" y="428"/>
                    </a:moveTo>
                    <a:cubicBezTo>
                      <a:pt x="190" y="425"/>
                      <a:pt x="190" y="425"/>
                      <a:pt x="190" y="425"/>
                    </a:cubicBezTo>
                    <a:cubicBezTo>
                      <a:pt x="191" y="423"/>
                      <a:pt x="193" y="421"/>
                      <a:pt x="195" y="420"/>
                    </a:cubicBezTo>
                    <a:cubicBezTo>
                      <a:pt x="198" y="425"/>
                      <a:pt x="198" y="425"/>
                      <a:pt x="198" y="425"/>
                    </a:cubicBezTo>
                    <a:cubicBezTo>
                      <a:pt x="197" y="426"/>
                      <a:pt x="196" y="427"/>
                      <a:pt x="195" y="428"/>
                    </a:cubicBezTo>
                    <a:close/>
                    <a:moveTo>
                      <a:pt x="240" y="428"/>
                    </a:moveTo>
                    <a:cubicBezTo>
                      <a:pt x="235" y="424"/>
                      <a:pt x="235" y="424"/>
                      <a:pt x="235" y="424"/>
                    </a:cubicBezTo>
                    <a:cubicBezTo>
                      <a:pt x="235" y="424"/>
                      <a:pt x="236" y="423"/>
                      <a:pt x="237" y="422"/>
                    </a:cubicBezTo>
                    <a:cubicBezTo>
                      <a:pt x="237" y="420"/>
                      <a:pt x="238" y="419"/>
                      <a:pt x="240" y="419"/>
                    </a:cubicBezTo>
                    <a:cubicBezTo>
                      <a:pt x="242" y="424"/>
                      <a:pt x="242" y="424"/>
                      <a:pt x="242" y="424"/>
                    </a:cubicBezTo>
                    <a:cubicBezTo>
                      <a:pt x="242" y="424"/>
                      <a:pt x="242" y="424"/>
                      <a:pt x="242" y="424"/>
                    </a:cubicBezTo>
                    <a:cubicBezTo>
                      <a:pt x="242" y="424"/>
                      <a:pt x="242" y="424"/>
                      <a:pt x="242" y="425"/>
                    </a:cubicBezTo>
                    <a:cubicBezTo>
                      <a:pt x="241" y="426"/>
                      <a:pt x="240" y="427"/>
                      <a:pt x="240" y="428"/>
                    </a:cubicBezTo>
                    <a:close/>
                    <a:moveTo>
                      <a:pt x="210" y="424"/>
                    </a:moveTo>
                    <a:cubicBezTo>
                      <a:pt x="209" y="423"/>
                      <a:pt x="208" y="422"/>
                      <a:pt x="207" y="422"/>
                    </a:cubicBezTo>
                    <a:cubicBezTo>
                      <a:pt x="208" y="416"/>
                      <a:pt x="208" y="416"/>
                      <a:pt x="208" y="416"/>
                    </a:cubicBezTo>
                    <a:cubicBezTo>
                      <a:pt x="210" y="417"/>
                      <a:pt x="212" y="418"/>
                      <a:pt x="214" y="419"/>
                    </a:cubicBezTo>
                    <a:lnTo>
                      <a:pt x="210" y="424"/>
                    </a:lnTo>
                    <a:close/>
                    <a:moveTo>
                      <a:pt x="93" y="417"/>
                    </a:moveTo>
                    <a:cubicBezTo>
                      <a:pt x="90" y="416"/>
                      <a:pt x="90" y="416"/>
                      <a:pt x="90" y="416"/>
                    </a:cubicBezTo>
                    <a:cubicBezTo>
                      <a:pt x="88" y="414"/>
                      <a:pt x="88" y="414"/>
                      <a:pt x="88" y="414"/>
                    </a:cubicBezTo>
                    <a:cubicBezTo>
                      <a:pt x="88" y="413"/>
                      <a:pt x="88" y="413"/>
                      <a:pt x="88" y="413"/>
                    </a:cubicBezTo>
                    <a:cubicBezTo>
                      <a:pt x="89" y="412"/>
                      <a:pt x="91" y="411"/>
                      <a:pt x="94" y="410"/>
                    </a:cubicBezTo>
                    <a:cubicBezTo>
                      <a:pt x="96" y="415"/>
                      <a:pt x="96" y="415"/>
                      <a:pt x="96" y="415"/>
                    </a:cubicBezTo>
                    <a:cubicBezTo>
                      <a:pt x="94" y="416"/>
                      <a:pt x="93" y="416"/>
                      <a:pt x="93" y="417"/>
                    </a:cubicBezTo>
                    <a:close/>
                    <a:moveTo>
                      <a:pt x="107" y="407"/>
                    </a:moveTo>
                    <a:cubicBezTo>
                      <a:pt x="102" y="406"/>
                      <a:pt x="102" y="406"/>
                      <a:pt x="102" y="406"/>
                    </a:cubicBezTo>
                    <a:cubicBezTo>
                      <a:pt x="102" y="405"/>
                      <a:pt x="102" y="404"/>
                      <a:pt x="102" y="403"/>
                    </a:cubicBezTo>
                    <a:cubicBezTo>
                      <a:pt x="102" y="402"/>
                      <a:pt x="102" y="401"/>
                      <a:pt x="102" y="400"/>
                    </a:cubicBezTo>
                    <a:cubicBezTo>
                      <a:pt x="108" y="401"/>
                      <a:pt x="108" y="401"/>
                      <a:pt x="108" y="401"/>
                    </a:cubicBezTo>
                    <a:cubicBezTo>
                      <a:pt x="108" y="402"/>
                      <a:pt x="108" y="403"/>
                      <a:pt x="108" y="403"/>
                    </a:cubicBezTo>
                    <a:cubicBezTo>
                      <a:pt x="108" y="405"/>
                      <a:pt x="108" y="406"/>
                      <a:pt x="107" y="407"/>
                    </a:cubicBezTo>
                    <a:close/>
                    <a:moveTo>
                      <a:pt x="55" y="397"/>
                    </a:moveTo>
                    <a:cubicBezTo>
                      <a:pt x="53" y="392"/>
                      <a:pt x="53" y="392"/>
                      <a:pt x="53" y="392"/>
                    </a:cubicBezTo>
                    <a:cubicBezTo>
                      <a:pt x="54" y="391"/>
                      <a:pt x="54" y="391"/>
                      <a:pt x="55" y="390"/>
                    </a:cubicBezTo>
                    <a:cubicBezTo>
                      <a:pt x="55" y="389"/>
                      <a:pt x="56" y="389"/>
                      <a:pt x="57" y="388"/>
                    </a:cubicBezTo>
                    <a:cubicBezTo>
                      <a:pt x="60" y="393"/>
                      <a:pt x="60" y="393"/>
                      <a:pt x="60" y="393"/>
                    </a:cubicBezTo>
                    <a:cubicBezTo>
                      <a:pt x="60" y="393"/>
                      <a:pt x="60" y="393"/>
                      <a:pt x="60" y="393"/>
                    </a:cubicBezTo>
                    <a:cubicBezTo>
                      <a:pt x="59" y="395"/>
                      <a:pt x="57" y="396"/>
                      <a:pt x="55" y="397"/>
                    </a:cubicBezTo>
                    <a:close/>
                    <a:moveTo>
                      <a:pt x="74" y="394"/>
                    </a:moveTo>
                    <a:cubicBezTo>
                      <a:pt x="74" y="394"/>
                      <a:pt x="73" y="394"/>
                      <a:pt x="73" y="394"/>
                    </a:cubicBezTo>
                    <a:cubicBezTo>
                      <a:pt x="73" y="394"/>
                      <a:pt x="72" y="394"/>
                      <a:pt x="71" y="394"/>
                    </a:cubicBezTo>
                    <a:cubicBezTo>
                      <a:pt x="69" y="393"/>
                      <a:pt x="69" y="393"/>
                      <a:pt x="69" y="393"/>
                    </a:cubicBezTo>
                    <a:cubicBezTo>
                      <a:pt x="70" y="387"/>
                      <a:pt x="70" y="387"/>
                      <a:pt x="70" y="387"/>
                    </a:cubicBezTo>
                    <a:cubicBezTo>
                      <a:pt x="74" y="388"/>
                      <a:pt x="74" y="388"/>
                      <a:pt x="74" y="388"/>
                    </a:cubicBezTo>
                    <a:cubicBezTo>
                      <a:pt x="74" y="388"/>
                      <a:pt x="75" y="388"/>
                      <a:pt x="75" y="388"/>
                    </a:cubicBezTo>
                    <a:cubicBezTo>
                      <a:pt x="76" y="394"/>
                      <a:pt x="76" y="394"/>
                      <a:pt x="76" y="394"/>
                    </a:cubicBezTo>
                    <a:cubicBezTo>
                      <a:pt x="76" y="394"/>
                      <a:pt x="75" y="394"/>
                      <a:pt x="74" y="394"/>
                    </a:cubicBezTo>
                    <a:close/>
                    <a:moveTo>
                      <a:pt x="102" y="392"/>
                    </a:moveTo>
                    <a:cubicBezTo>
                      <a:pt x="101" y="391"/>
                      <a:pt x="99" y="390"/>
                      <a:pt x="98" y="388"/>
                    </a:cubicBezTo>
                    <a:cubicBezTo>
                      <a:pt x="101" y="384"/>
                      <a:pt x="101" y="384"/>
                      <a:pt x="101" y="384"/>
                    </a:cubicBezTo>
                    <a:cubicBezTo>
                      <a:pt x="103" y="385"/>
                      <a:pt x="104" y="386"/>
                      <a:pt x="106" y="388"/>
                    </a:cubicBezTo>
                    <a:lnTo>
                      <a:pt x="102" y="392"/>
                    </a:lnTo>
                    <a:close/>
                    <a:moveTo>
                      <a:pt x="47" y="388"/>
                    </a:moveTo>
                    <a:cubicBezTo>
                      <a:pt x="46" y="387"/>
                      <a:pt x="46" y="387"/>
                      <a:pt x="46" y="386"/>
                    </a:cubicBezTo>
                    <a:cubicBezTo>
                      <a:pt x="45" y="385"/>
                      <a:pt x="44" y="384"/>
                      <a:pt x="43" y="383"/>
                    </a:cubicBezTo>
                    <a:cubicBezTo>
                      <a:pt x="49" y="381"/>
                      <a:pt x="49" y="381"/>
                      <a:pt x="49" y="381"/>
                    </a:cubicBezTo>
                    <a:cubicBezTo>
                      <a:pt x="49" y="381"/>
                      <a:pt x="49" y="382"/>
                      <a:pt x="50" y="383"/>
                    </a:cubicBezTo>
                    <a:cubicBezTo>
                      <a:pt x="51" y="384"/>
                      <a:pt x="51" y="384"/>
                      <a:pt x="52" y="385"/>
                    </a:cubicBezTo>
                    <a:lnTo>
                      <a:pt x="47" y="388"/>
                    </a:lnTo>
                    <a:close/>
                    <a:moveTo>
                      <a:pt x="87" y="385"/>
                    </a:moveTo>
                    <a:cubicBezTo>
                      <a:pt x="82" y="382"/>
                      <a:pt x="82" y="382"/>
                      <a:pt x="82" y="382"/>
                    </a:cubicBezTo>
                    <a:cubicBezTo>
                      <a:pt x="82" y="382"/>
                      <a:pt x="82" y="382"/>
                      <a:pt x="82" y="382"/>
                    </a:cubicBezTo>
                    <a:cubicBezTo>
                      <a:pt x="84" y="379"/>
                      <a:pt x="86" y="378"/>
                      <a:pt x="88" y="378"/>
                    </a:cubicBezTo>
                    <a:cubicBezTo>
                      <a:pt x="89" y="378"/>
                      <a:pt x="89" y="378"/>
                      <a:pt x="90" y="378"/>
                    </a:cubicBezTo>
                    <a:cubicBezTo>
                      <a:pt x="88" y="384"/>
                      <a:pt x="88" y="384"/>
                      <a:pt x="88" y="384"/>
                    </a:cubicBezTo>
                    <a:cubicBezTo>
                      <a:pt x="88" y="384"/>
                      <a:pt x="88" y="384"/>
                      <a:pt x="88" y="384"/>
                    </a:cubicBezTo>
                    <a:cubicBezTo>
                      <a:pt x="88" y="384"/>
                      <a:pt x="88" y="384"/>
                      <a:pt x="87" y="385"/>
                    </a:cubicBezTo>
                    <a:close/>
                    <a:moveTo>
                      <a:pt x="42" y="371"/>
                    </a:moveTo>
                    <a:cubicBezTo>
                      <a:pt x="42" y="369"/>
                      <a:pt x="41" y="368"/>
                      <a:pt x="41" y="366"/>
                    </a:cubicBezTo>
                    <a:cubicBezTo>
                      <a:pt x="40" y="366"/>
                      <a:pt x="40" y="366"/>
                      <a:pt x="40" y="366"/>
                    </a:cubicBezTo>
                    <a:cubicBezTo>
                      <a:pt x="46" y="363"/>
                      <a:pt x="46" y="363"/>
                      <a:pt x="46" y="363"/>
                    </a:cubicBezTo>
                    <a:cubicBezTo>
                      <a:pt x="46" y="364"/>
                      <a:pt x="46" y="364"/>
                      <a:pt x="46" y="364"/>
                    </a:cubicBezTo>
                    <a:cubicBezTo>
                      <a:pt x="47" y="366"/>
                      <a:pt x="47" y="367"/>
                      <a:pt x="48" y="369"/>
                    </a:cubicBezTo>
                    <a:lnTo>
                      <a:pt x="42" y="371"/>
                    </a:lnTo>
                    <a:close/>
                    <a:moveTo>
                      <a:pt x="44" y="354"/>
                    </a:moveTo>
                    <a:cubicBezTo>
                      <a:pt x="38" y="353"/>
                      <a:pt x="38" y="353"/>
                      <a:pt x="38" y="353"/>
                    </a:cubicBezTo>
                    <a:cubicBezTo>
                      <a:pt x="38" y="352"/>
                      <a:pt x="39" y="351"/>
                      <a:pt x="39" y="350"/>
                    </a:cubicBezTo>
                    <a:cubicBezTo>
                      <a:pt x="40" y="349"/>
                      <a:pt x="40" y="348"/>
                      <a:pt x="40" y="347"/>
                    </a:cubicBezTo>
                    <a:cubicBezTo>
                      <a:pt x="46" y="349"/>
                      <a:pt x="46" y="349"/>
                      <a:pt x="46" y="349"/>
                    </a:cubicBezTo>
                    <a:cubicBezTo>
                      <a:pt x="45" y="350"/>
                      <a:pt x="45" y="351"/>
                      <a:pt x="44" y="352"/>
                    </a:cubicBezTo>
                    <a:cubicBezTo>
                      <a:pt x="44" y="353"/>
                      <a:pt x="44" y="353"/>
                      <a:pt x="44" y="354"/>
                    </a:cubicBezTo>
                    <a:close/>
                    <a:moveTo>
                      <a:pt x="49" y="337"/>
                    </a:moveTo>
                    <a:cubicBezTo>
                      <a:pt x="43" y="336"/>
                      <a:pt x="43" y="336"/>
                      <a:pt x="43" y="336"/>
                    </a:cubicBezTo>
                    <a:cubicBezTo>
                      <a:pt x="43" y="335"/>
                      <a:pt x="43" y="335"/>
                      <a:pt x="43" y="334"/>
                    </a:cubicBezTo>
                    <a:cubicBezTo>
                      <a:pt x="44" y="332"/>
                      <a:pt x="44" y="331"/>
                      <a:pt x="45" y="330"/>
                    </a:cubicBezTo>
                    <a:cubicBezTo>
                      <a:pt x="50" y="332"/>
                      <a:pt x="50" y="332"/>
                      <a:pt x="50" y="332"/>
                    </a:cubicBezTo>
                    <a:cubicBezTo>
                      <a:pt x="50" y="333"/>
                      <a:pt x="49" y="334"/>
                      <a:pt x="49" y="335"/>
                    </a:cubicBezTo>
                    <a:cubicBezTo>
                      <a:pt x="49" y="336"/>
                      <a:pt x="49" y="336"/>
                      <a:pt x="49" y="337"/>
                    </a:cubicBezTo>
                    <a:close/>
                    <a:moveTo>
                      <a:pt x="56" y="325"/>
                    </a:moveTo>
                    <a:cubicBezTo>
                      <a:pt x="54" y="320"/>
                      <a:pt x="54" y="320"/>
                      <a:pt x="54" y="320"/>
                    </a:cubicBezTo>
                    <a:cubicBezTo>
                      <a:pt x="54" y="319"/>
                      <a:pt x="54" y="319"/>
                      <a:pt x="54" y="319"/>
                    </a:cubicBezTo>
                    <a:cubicBezTo>
                      <a:pt x="56" y="318"/>
                      <a:pt x="57" y="318"/>
                      <a:pt x="58" y="317"/>
                    </a:cubicBezTo>
                    <a:cubicBezTo>
                      <a:pt x="62" y="321"/>
                      <a:pt x="62" y="321"/>
                      <a:pt x="62" y="321"/>
                    </a:cubicBezTo>
                    <a:cubicBezTo>
                      <a:pt x="61" y="322"/>
                      <a:pt x="59" y="323"/>
                      <a:pt x="57" y="324"/>
                    </a:cubicBezTo>
                    <a:lnTo>
                      <a:pt x="56" y="325"/>
                    </a:lnTo>
                    <a:close/>
                    <a:moveTo>
                      <a:pt x="51" y="318"/>
                    </a:moveTo>
                    <a:cubicBezTo>
                      <a:pt x="49" y="313"/>
                      <a:pt x="49" y="313"/>
                      <a:pt x="49" y="313"/>
                    </a:cubicBezTo>
                    <a:cubicBezTo>
                      <a:pt x="50" y="312"/>
                      <a:pt x="50" y="312"/>
                      <a:pt x="50" y="312"/>
                    </a:cubicBezTo>
                    <a:cubicBezTo>
                      <a:pt x="51" y="312"/>
                      <a:pt x="52" y="311"/>
                      <a:pt x="53" y="311"/>
                    </a:cubicBezTo>
                    <a:cubicBezTo>
                      <a:pt x="54" y="311"/>
                      <a:pt x="54" y="311"/>
                      <a:pt x="55" y="310"/>
                    </a:cubicBezTo>
                    <a:cubicBezTo>
                      <a:pt x="56" y="316"/>
                      <a:pt x="56" y="316"/>
                      <a:pt x="56" y="316"/>
                    </a:cubicBezTo>
                    <a:cubicBezTo>
                      <a:pt x="56" y="316"/>
                      <a:pt x="56" y="316"/>
                      <a:pt x="55" y="316"/>
                    </a:cubicBezTo>
                    <a:cubicBezTo>
                      <a:pt x="54" y="317"/>
                      <a:pt x="53" y="317"/>
                      <a:pt x="52" y="318"/>
                    </a:cubicBezTo>
                    <a:lnTo>
                      <a:pt x="51" y="318"/>
                    </a:lnTo>
                    <a:close/>
                    <a:moveTo>
                      <a:pt x="45" y="313"/>
                    </a:moveTo>
                    <a:cubicBezTo>
                      <a:pt x="40" y="311"/>
                      <a:pt x="40" y="311"/>
                      <a:pt x="40" y="311"/>
                    </a:cubicBezTo>
                    <a:cubicBezTo>
                      <a:pt x="41" y="309"/>
                      <a:pt x="42" y="308"/>
                      <a:pt x="43" y="307"/>
                    </a:cubicBezTo>
                    <a:cubicBezTo>
                      <a:pt x="44" y="307"/>
                      <a:pt x="44" y="307"/>
                      <a:pt x="45" y="306"/>
                    </a:cubicBezTo>
                    <a:cubicBezTo>
                      <a:pt x="49" y="310"/>
                      <a:pt x="49" y="310"/>
                      <a:pt x="49" y="310"/>
                    </a:cubicBezTo>
                    <a:cubicBezTo>
                      <a:pt x="48" y="311"/>
                      <a:pt x="47" y="312"/>
                      <a:pt x="47" y="312"/>
                    </a:cubicBezTo>
                    <a:cubicBezTo>
                      <a:pt x="46" y="313"/>
                      <a:pt x="45" y="313"/>
                      <a:pt x="45" y="313"/>
                    </a:cubicBezTo>
                    <a:close/>
                    <a:moveTo>
                      <a:pt x="51" y="297"/>
                    </a:moveTo>
                    <a:cubicBezTo>
                      <a:pt x="45" y="296"/>
                      <a:pt x="45" y="296"/>
                      <a:pt x="45" y="296"/>
                    </a:cubicBezTo>
                    <a:cubicBezTo>
                      <a:pt x="45" y="295"/>
                      <a:pt x="46" y="294"/>
                      <a:pt x="47" y="293"/>
                    </a:cubicBezTo>
                    <a:cubicBezTo>
                      <a:pt x="47" y="292"/>
                      <a:pt x="47" y="292"/>
                      <a:pt x="48" y="291"/>
                    </a:cubicBezTo>
                    <a:cubicBezTo>
                      <a:pt x="48" y="291"/>
                      <a:pt x="48" y="291"/>
                      <a:pt x="49" y="290"/>
                    </a:cubicBezTo>
                    <a:cubicBezTo>
                      <a:pt x="53" y="294"/>
                      <a:pt x="53" y="294"/>
                      <a:pt x="53" y="294"/>
                    </a:cubicBezTo>
                    <a:cubicBezTo>
                      <a:pt x="53" y="294"/>
                      <a:pt x="52" y="295"/>
                      <a:pt x="52" y="295"/>
                    </a:cubicBezTo>
                    <a:cubicBezTo>
                      <a:pt x="52" y="296"/>
                      <a:pt x="51" y="296"/>
                      <a:pt x="51" y="296"/>
                    </a:cubicBezTo>
                    <a:cubicBezTo>
                      <a:pt x="51" y="296"/>
                      <a:pt x="51" y="296"/>
                      <a:pt x="51" y="296"/>
                    </a:cubicBezTo>
                    <a:cubicBezTo>
                      <a:pt x="51" y="296"/>
                      <a:pt x="51" y="297"/>
                      <a:pt x="51" y="297"/>
                    </a:cubicBezTo>
                    <a:close/>
                    <a:moveTo>
                      <a:pt x="48" y="283"/>
                    </a:moveTo>
                    <a:cubicBezTo>
                      <a:pt x="48" y="283"/>
                      <a:pt x="47" y="283"/>
                      <a:pt x="46" y="283"/>
                    </a:cubicBezTo>
                    <a:cubicBezTo>
                      <a:pt x="46" y="283"/>
                      <a:pt x="45" y="282"/>
                      <a:pt x="44" y="282"/>
                    </a:cubicBezTo>
                    <a:cubicBezTo>
                      <a:pt x="45" y="276"/>
                      <a:pt x="45" y="276"/>
                      <a:pt x="45" y="276"/>
                    </a:cubicBezTo>
                    <a:cubicBezTo>
                      <a:pt x="46" y="277"/>
                      <a:pt x="47" y="277"/>
                      <a:pt x="48" y="277"/>
                    </a:cubicBezTo>
                    <a:cubicBezTo>
                      <a:pt x="49" y="277"/>
                      <a:pt x="51" y="278"/>
                      <a:pt x="52" y="279"/>
                    </a:cubicBezTo>
                    <a:cubicBezTo>
                      <a:pt x="48" y="283"/>
                      <a:pt x="48" y="283"/>
                      <a:pt x="48" y="283"/>
                    </a:cubicBezTo>
                    <a:cubicBezTo>
                      <a:pt x="48" y="283"/>
                      <a:pt x="48" y="283"/>
                      <a:pt x="48" y="283"/>
                    </a:cubicBezTo>
                    <a:close/>
                    <a:moveTo>
                      <a:pt x="31" y="279"/>
                    </a:moveTo>
                    <a:cubicBezTo>
                      <a:pt x="29" y="277"/>
                      <a:pt x="28" y="275"/>
                      <a:pt x="27" y="272"/>
                    </a:cubicBezTo>
                    <a:cubicBezTo>
                      <a:pt x="33" y="271"/>
                      <a:pt x="33" y="271"/>
                      <a:pt x="33" y="271"/>
                    </a:cubicBezTo>
                    <a:cubicBezTo>
                      <a:pt x="33" y="272"/>
                      <a:pt x="34" y="273"/>
                      <a:pt x="35" y="274"/>
                    </a:cubicBezTo>
                    <a:lnTo>
                      <a:pt x="31" y="279"/>
                    </a:lnTo>
                    <a:close/>
                    <a:moveTo>
                      <a:pt x="34" y="261"/>
                    </a:moveTo>
                    <a:cubicBezTo>
                      <a:pt x="29" y="259"/>
                      <a:pt x="29" y="259"/>
                      <a:pt x="29" y="259"/>
                    </a:cubicBezTo>
                    <a:cubicBezTo>
                      <a:pt x="29" y="258"/>
                      <a:pt x="30" y="257"/>
                      <a:pt x="30" y="255"/>
                    </a:cubicBezTo>
                    <a:cubicBezTo>
                      <a:pt x="31" y="255"/>
                      <a:pt x="31" y="255"/>
                      <a:pt x="31" y="255"/>
                    </a:cubicBezTo>
                    <a:cubicBezTo>
                      <a:pt x="31" y="254"/>
                      <a:pt x="31" y="254"/>
                      <a:pt x="31" y="253"/>
                    </a:cubicBezTo>
                    <a:cubicBezTo>
                      <a:pt x="37" y="255"/>
                      <a:pt x="37" y="255"/>
                      <a:pt x="37" y="255"/>
                    </a:cubicBezTo>
                    <a:cubicBezTo>
                      <a:pt x="36" y="256"/>
                      <a:pt x="36" y="257"/>
                      <a:pt x="36" y="257"/>
                    </a:cubicBezTo>
                    <a:cubicBezTo>
                      <a:pt x="36" y="258"/>
                      <a:pt x="36" y="258"/>
                      <a:pt x="36" y="258"/>
                    </a:cubicBezTo>
                    <a:cubicBezTo>
                      <a:pt x="35" y="259"/>
                      <a:pt x="35" y="260"/>
                      <a:pt x="34" y="261"/>
                    </a:cubicBezTo>
                    <a:close/>
                    <a:moveTo>
                      <a:pt x="30" y="245"/>
                    </a:moveTo>
                    <a:cubicBezTo>
                      <a:pt x="30" y="245"/>
                      <a:pt x="30" y="244"/>
                      <a:pt x="29" y="244"/>
                    </a:cubicBezTo>
                    <a:cubicBezTo>
                      <a:pt x="28" y="243"/>
                      <a:pt x="28" y="243"/>
                      <a:pt x="28" y="243"/>
                    </a:cubicBezTo>
                    <a:cubicBezTo>
                      <a:pt x="28" y="242"/>
                      <a:pt x="27" y="241"/>
                      <a:pt x="27" y="241"/>
                    </a:cubicBezTo>
                    <a:cubicBezTo>
                      <a:pt x="31" y="237"/>
                      <a:pt x="31" y="237"/>
                      <a:pt x="31" y="237"/>
                    </a:cubicBezTo>
                    <a:cubicBezTo>
                      <a:pt x="32" y="238"/>
                      <a:pt x="32" y="238"/>
                      <a:pt x="33" y="239"/>
                    </a:cubicBezTo>
                    <a:cubicBezTo>
                      <a:pt x="34" y="240"/>
                      <a:pt x="34" y="240"/>
                      <a:pt x="34" y="240"/>
                    </a:cubicBezTo>
                    <a:cubicBezTo>
                      <a:pt x="34" y="241"/>
                      <a:pt x="35" y="241"/>
                      <a:pt x="35" y="242"/>
                    </a:cubicBezTo>
                    <a:lnTo>
                      <a:pt x="30" y="245"/>
                    </a:lnTo>
                    <a:close/>
                    <a:moveTo>
                      <a:pt x="31" y="228"/>
                    </a:moveTo>
                    <a:cubicBezTo>
                      <a:pt x="25" y="227"/>
                      <a:pt x="25" y="227"/>
                      <a:pt x="25" y="227"/>
                    </a:cubicBezTo>
                    <a:cubicBezTo>
                      <a:pt x="26" y="225"/>
                      <a:pt x="26" y="225"/>
                      <a:pt x="26" y="225"/>
                    </a:cubicBezTo>
                    <a:cubicBezTo>
                      <a:pt x="26" y="224"/>
                      <a:pt x="26" y="223"/>
                      <a:pt x="26" y="222"/>
                    </a:cubicBezTo>
                    <a:cubicBezTo>
                      <a:pt x="32" y="222"/>
                      <a:pt x="32" y="222"/>
                      <a:pt x="32" y="222"/>
                    </a:cubicBezTo>
                    <a:cubicBezTo>
                      <a:pt x="32" y="223"/>
                      <a:pt x="32" y="225"/>
                      <a:pt x="31" y="226"/>
                    </a:cubicBezTo>
                    <a:lnTo>
                      <a:pt x="31" y="228"/>
                    </a:lnTo>
                    <a:close/>
                    <a:moveTo>
                      <a:pt x="10" y="217"/>
                    </a:moveTo>
                    <a:cubicBezTo>
                      <a:pt x="10" y="216"/>
                      <a:pt x="10" y="216"/>
                      <a:pt x="10" y="216"/>
                    </a:cubicBezTo>
                    <a:cubicBezTo>
                      <a:pt x="10" y="215"/>
                      <a:pt x="9" y="215"/>
                      <a:pt x="9" y="214"/>
                    </a:cubicBezTo>
                    <a:cubicBezTo>
                      <a:pt x="9" y="213"/>
                      <a:pt x="8" y="212"/>
                      <a:pt x="8" y="211"/>
                    </a:cubicBezTo>
                    <a:cubicBezTo>
                      <a:pt x="13" y="209"/>
                      <a:pt x="13" y="209"/>
                      <a:pt x="13" y="209"/>
                    </a:cubicBezTo>
                    <a:cubicBezTo>
                      <a:pt x="14" y="210"/>
                      <a:pt x="14" y="210"/>
                      <a:pt x="14" y="211"/>
                    </a:cubicBezTo>
                    <a:cubicBezTo>
                      <a:pt x="15" y="212"/>
                      <a:pt x="15" y="213"/>
                      <a:pt x="16" y="214"/>
                    </a:cubicBezTo>
                    <a:lnTo>
                      <a:pt x="10" y="217"/>
                    </a:lnTo>
                    <a:close/>
                    <a:moveTo>
                      <a:pt x="25" y="215"/>
                    </a:moveTo>
                    <a:cubicBezTo>
                      <a:pt x="22" y="210"/>
                      <a:pt x="22" y="210"/>
                      <a:pt x="22" y="210"/>
                    </a:cubicBezTo>
                    <a:cubicBezTo>
                      <a:pt x="23" y="209"/>
                      <a:pt x="24" y="208"/>
                      <a:pt x="24" y="208"/>
                    </a:cubicBezTo>
                    <a:cubicBezTo>
                      <a:pt x="27" y="207"/>
                      <a:pt x="29" y="207"/>
                      <a:pt x="30" y="208"/>
                    </a:cubicBezTo>
                    <a:cubicBezTo>
                      <a:pt x="27" y="213"/>
                      <a:pt x="27" y="213"/>
                      <a:pt x="27" y="213"/>
                    </a:cubicBezTo>
                    <a:cubicBezTo>
                      <a:pt x="27" y="213"/>
                      <a:pt x="27" y="213"/>
                      <a:pt x="27" y="213"/>
                    </a:cubicBezTo>
                    <a:cubicBezTo>
                      <a:pt x="27" y="213"/>
                      <a:pt x="27" y="213"/>
                      <a:pt x="27" y="213"/>
                    </a:cubicBezTo>
                    <a:cubicBezTo>
                      <a:pt x="26" y="214"/>
                      <a:pt x="25" y="214"/>
                      <a:pt x="25" y="215"/>
                    </a:cubicBezTo>
                    <a:close/>
                    <a:moveTo>
                      <a:pt x="9" y="200"/>
                    </a:moveTo>
                    <a:cubicBezTo>
                      <a:pt x="7" y="199"/>
                      <a:pt x="6" y="198"/>
                      <a:pt x="5" y="196"/>
                    </a:cubicBezTo>
                    <a:cubicBezTo>
                      <a:pt x="10" y="193"/>
                      <a:pt x="10" y="193"/>
                      <a:pt x="10" y="193"/>
                    </a:cubicBezTo>
                    <a:cubicBezTo>
                      <a:pt x="10" y="194"/>
                      <a:pt x="11" y="195"/>
                      <a:pt x="11" y="195"/>
                    </a:cubicBezTo>
                    <a:cubicBezTo>
                      <a:pt x="13" y="196"/>
                      <a:pt x="14" y="197"/>
                      <a:pt x="14" y="199"/>
                    </a:cubicBezTo>
                    <a:cubicBezTo>
                      <a:pt x="8" y="199"/>
                      <a:pt x="8" y="199"/>
                      <a:pt x="8" y="199"/>
                    </a:cubicBezTo>
                    <a:cubicBezTo>
                      <a:pt x="8" y="199"/>
                      <a:pt x="8" y="200"/>
                      <a:pt x="9" y="200"/>
                    </a:cubicBezTo>
                    <a:close/>
                    <a:moveTo>
                      <a:pt x="14" y="187"/>
                    </a:moveTo>
                    <a:cubicBezTo>
                      <a:pt x="10" y="183"/>
                      <a:pt x="10" y="183"/>
                      <a:pt x="10" y="183"/>
                    </a:cubicBezTo>
                    <a:cubicBezTo>
                      <a:pt x="11" y="182"/>
                      <a:pt x="12" y="181"/>
                      <a:pt x="13" y="179"/>
                    </a:cubicBezTo>
                    <a:cubicBezTo>
                      <a:pt x="18" y="181"/>
                      <a:pt x="18" y="181"/>
                      <a:pt x="18" y="181"/>
                    </a:cubicBezTo>
                    <a:cubicBezTo>
                      <a:pt x="17" y="184"/>
                      <a:pt x="16" y="185"/>
                      <a:pt x="14" y="187"/>
                    </a:cubicBezTo>
                    <a:close/>
                    <a:moveTo>
                      <a:pt x="21" y="169"/>
                    </a:moveTo>
                    <a:cubicBezTo>
                      <a:pt x="15" y="169"/>
                      <a:pt x="15" y="169"/>
                      <a:pt x="15" y="169"/>
                    </a:cubicBezTo>
                    <a:cubicBezTo>
                      <a:pt x="15" y="168"/>
                      <a:pt x="15" y="168"/>
                      <a:pt x="15" y="168"/>
                    </a:cubicBezTo>
                    <a:cubicBezTo>
                      <a:pt x="15" y="166"/>
                      <a:pt x="15" y="165"/>
                      <a:pt x="15" y="164"/>
                    </a:cubicBezTo>
                    <a:cubicBezTo>
                      <a:pt x="20" y="162"/>
                      <a:pt x="20" y="162"/>
                      <a:pt x="20" y="162"/>
                    </a:cubicBezTo>
                    <a:cubicBezTo>
                      <a:pt x="21" y="164"/>
                      <a:pt x="21" y="166"/>
                      <a:pt x="21" y="168"/>
                    </a:cubicBezTo>
                    <a:lnTo>
                      <a:pt x="21" y="169"/>
                    </a:lnTo>
                    <a:close/>
                    <a:moveTo>
                      <a:pt x="25" y="157"/>
                    </a:moveTo>
                    <a:cubicBezTo>
                      <a:pt x="24" y="155"/>
                      <a:pt x="24" y="155"/>
                      <a:pt x="24" y="155"/>
                    </a:cubicBezTo>
                    <a:cubicBezTo>
                      <a:pt x="22" y="152"/>
                      <a:pt x="22" y="152"/>
                      <a:pt x="22" y="152"/>
                    </a:cubicBezTo>
                    <a:cubicBezTo>
                      <a:pt x="24" y="151"/>
                      <a:pt x="26" y="150"/>
                      <a:pt x="29" y="150"/>
                    </a:cubicBezTo>
                    <a:cubicBezTo>
                      <a:pt x="30" y="156"/>
                      <a:pt x="30" y="156"/>
                      <a:pt x="30" y="156"/>
                    </a:cubicBezTo>
                    <a:cubicBezTo>
                      <a:pt x="29" y="156"/>
                      <a:pt x="26" y="156"/>
                      <a:pt x="25" y="157"/>
                    </a:cubicBezTo>
                    <a:close/>
                    <a:moveTo>
                      <a:pt x="42" y="151"/>
                    </a:moveTo>
                    <a:cubicBezTo>
                      <a:pt x="38" y="147"/>
                      <a:pt x="38" y="147"/>
                      <a:pt x="38" y="147"/>
                    </a:cubicBezTo>
                    <a:cubicBezTo>
                      <a:pt x="38" y="146"/>
                      <a:pt x="37" y="146"/>
                      <a:pt x="37" y="145"/>
                    </a:cubicBezTo>
                    <a:cubicBezTo>
                      <a:pt x="42" y="142"/>
                      <a:pt x="42" y="142"/>
                      <a:pt x="42" y="142"/>
                    </a:cubicBezTo>
                    <a:cubicBezTo>
                      <a:pt x="43" y="144"/>
                      <a:pt x="43" y="145"/>
                      <a:pt x="43" y="147"/>
                    </a:cubicBezTo>
                    <a:cubicBezTo>
                      <a:pt x="43" y="147"/>
                      <a:pt x="43" y="147"/>
                      <a:pt x="43" y="147"/>
                    </a:cubicBezTo>
                    <a:cubicBezTo>
                      <a:pt x="43" y="148"/>
                      <a:pt x="43" y="150"/>
                      <a:pt x="42" y="151"/>
                    </a:cubicBezTo>
                    <a:close/>
                    <a:moveTo>
                      <a:pt x="42" y="139"/>
                    </a:moveTo>
                    <a:cubicBezTo>
                      <a:pt x="42" y="133"/>
                      <a:pt x="42" y="133"/>
                      <a:pt x="42" y="133"/>
                    </a:cubicBezTo>
                    <a:cubicBezTo>
                      <a:pt x="42" y="133"/>
                      <a:pt x="43" y="133"/>
                      <a:pt x="43" y="133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44" y="133"/>
                      <a:pt x="44" y="133"/>
                      <a:pt x="45" y="133"/>
                    </a:cubicBezTo>
                    <a:cubicBezTo>
                      <a:pt x="50" y="136"/>
                      <a:pt x="50" y="136"/>
                      <a:pt x="50" y="136"/>
                    </a:cubicBezTo>
                    <a:cubicBezTo>
                      <a:pt x="48" y="138"/>
                      <a:pt x="47" y="139"/>
                      <a:pt x="44" y="13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3" y="139"/>
                      <a:pt x="43" y="139"/>
                      <a:pt x="42" y="139"/>
                    </a:cubicBezTo>
                    <a:close/>
                    <a:moveTo>
                      <a:pt x="56" y="126"/>
                    </a:moveTo>
                    <a:cubicBezTo>
                      <a:pt x="51" y="123"/>
                      <a:pt x="51" y="123"/>
                      <a:pt x="51" y="123"/>
                    </a:cubicBezTo>
                    <a:cubicBezTo>
                      <a:pt x="53" y="121"/>
                      <a:pt x="53" y="120"/>
                      <a:pt x="53" y="120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119"/>
                      <a:pt x="59" y="119"/>
                      <a:pt x="59" y="120"/>
                    </a:cubicBezTo>
                    <a:cubicBezTo>
                      <a:pt x="59" y="122"/>
                      <a:pt x="57" y="124"/>
                      <a:pt x="56" y="126"/>
                    </a:cubicBezTo>
                    <a:close/>
                    <a:moveTo>
                      <a:pt x="48" y="110"/>
                    </a:moveTo>
                    <a:cubicBezTo>
                      <a:pt x="48" y="110"/>
                      <a:pt x="47" y="109"/>
                      <a:pt x="47" y="109"/>
                    </a:cubicBezTo>
                    <a:cubicBezTo>
                      <a:pt x="46" y="109"/>
                      <a:pt x="45" y="108"/>
                      <a:pt x="45" y="108"/>
                    </a:cubicBezTo>
                    <a:cubicBezTo>
                      <a:pt x="48" y="103"/>
                      <a:pt x="48" y="103"/>
                      <a:pt x="48" y="103"/>
                    </a:cubicBezTo>
                    <a:cubicBezTo>
                      <a:pt x="49" y="103"/>
                      <a:pt x="49" y="104"/>
                      <a:pt x="50" y="104"/>
                    </a:cubicBezTo>
                    <a:cubicBezTo>
                      <a:pt x="51" y="105"/>
                      <a:pt x="53" y="106"/>
                      <a:pt x="54" y="108"/>
                    </a:cubicBezTo>
                    <a:cubicBezTo>
                      <a:pt x="48" y="110"/>
                      <a:pt x="48" y="110"/>
                      <a:pt x="48" y="110"/>
                    </a:cubicBezTo>
                    <a:cubicBezTo>
                      <a:pt x="51" y="109"/>
                      <a:pt x="51" y="109"/>
                      <a:pt x="51" y="109"/>
                    </a:cubicBezTo>
                    <a:lnTo>
                      <a:pt x="48" y="110"/>
                    </a:lnTo>
                    <a:close/>
                    <a:moveTo>
                      <a:pt x="48" y="95"/>
                    </a:moveTo>
                    <a:cubicBezTo>
                      <a:pt x="42" y="94"/>
                      <a:pt x="42" y="94"/>
                      <a:pt x="42" y="94"/>
                    </a:cubicBezTo>
                    <a:cubicBezTo>
                      <a:pt x="43" y="92"/>
                      <a:pt x="43" y="90"/>
                      <a:pt x="43" y="89"/>
                    </a:cubicBezTo>
                    <a:cubicBezTo>
                      <a:pt x="49" y="89"/>
                      <a:pt x="49" y="89"/>
                      <a:pt x="49" y="89"/>
                    </a:cubicBezTo>
                    <a:cubicBezTo>
                      <a:pt x="49" y="91"/>
                      <a:pt x="49" y="93"/>
                      <a:pt x="48" y="95"/>
                    </a:cubicBezTo>
                    <a:close/>
                    <a:moveTo>
                      <a:pt x="42" y="81"/>
                    </a:moveTo>
                    <a:cubicBezTo>
                      <a:pt x="40" y="81"/>
                      <a:pt x="37" y="80"/>
                      <a:pt x="35" y="78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0" y="75"/>
                      <a:pt x="42" y="76"/>
                      <a:pt x="42" y="76"/>
                    </a:cubicBezTo>
                    <a:lnTo>
                      <a:pt x="42" y="81"/>
                    </a:lnTo>
                    <a:close/>
                    <a:moveTo>
                      <a:pt x="28" y="69"/>
                    </a:moveTo>
                    <a:cubicBezTo>
                      <a:pt x="27" y="69"/>
                      <a:pt x="27" y="69"/>
                      <a:pt x="27" y="69"/>
                    </a:cubicBezTo>
                    <a:cubicBezTo>
                      <a:pt x="25" y="67"/>
                      <a:pt x="23" y="66"/>
                      <a:pt x="23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3"/>
                      <a:pt x="30" y="63"/>
                      <a:pt x="30" y="64"/>
                    </a:cubicBezTo>
                    <a:cubicBezTo>
                      <a:pt x="31" y="65"/>
                      <a:pt x="31" y="65"/>
                      <a:pt x="31" y="65"/>
                    </a:cubicBezTo>
                    <a:lnTo>
                      <a:pt x="28" y="69"/>
                    </a:lnTo>
                    <a:close/>
                    <a:moveTo>
                      <a:pt x="12" y="63"/>
                    </a:moveTo>
                    <a:cubicBezTo>
                      <a:pt x="11" y="63"/>
                      <a:pt x="10" y="63"/>
                      <a:pt x="9" y="62"/>
                    </a:cubicBezTo>
                    <a:cubicBezTo>
                      <a:pt x="12" y="57"/>
                      <a:pt x="12" y="57"/>
                      <a:pt x="12" y="57"/>
                    </a:cubicBezTo>
                    <a:cubicBezTo>
                      <a:pt x="13" y="57"/>
                      <a:pt x="14" y="56"/>
                      <a:pt x="15" y="56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15" y="62"/>
                      <a:pt x="14" y="63"/>
                      <a:pt x="12" y="63"/>
                    </a:cubicBezTo>
                    <a:close/>
                    <a:moveTo>
                      <a:pt x="5" y="50"/>
                    </a:moveTo>
                    <a:cubicBezTo>
                      <a:pt x="5" y="49"/>
                      <a:pt x="5" y="49"/>
                      <a:pt x="4" y="49"/>
                    </a:cubicBezTo>
                    <a:cubicBezTo>
                      <a:pt x="3" y="48"/>
                      <a:pt x="2" y="48"/>
                      <a:pt x="1" y="47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3"/>
                      <a:pt x="6" y="43"/>
                      <a:pt x="6" y="43"/>
                    </a:cubicBezTo>
                    <a:cubicBezTo>
                      <a:pt x="8" y="44"/>
                      <a:pt x="9" y="46"/>
                      <a:pt x="10" y="47"/>
                    </a:cubicBezTo>
                    <a:lnTo>
                      <a:pt x="5" y="50"/>
                    </a:lnTo>
                    <a:close/>
                    <a:moveTo>
                      <a:pt x="6" y="37"/>
                    </a:moveTo>
                    <a:cubicBezTo>
                      <a:pt x="2" y="33"/>
                      <a:pt x="2" y="33"/>
                      <a:pt x="2" y="33"/>
                    </a:cubicBezTo>
                    <a:cubicBezTo>
                      <a:pt x="4" y="31"/>
                      <a:pt x="5" y="30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0" y="34"/>
                      <a:pt x="10" y="34"/>
                      <a:pt x="9" y="34"/>
                    </a:cubicBezTo>
                    <a:cubicBezTo>
                      <a:pt x="9" y="35"/>
                      <a:pt x="8" y="35"/>
                      <a:pt x="6" y="37"/>
                    </a:cubicBezTo>
                    <a:close/>
                    <a:moveTo>
                      <a:pt x="7" y="23"/>
                    </a:moveTo>
                    <a:cubicBezTo>
                      <a:pt x="7" y="23"/>
                      <a:pt x="6" y="23"/>
                      <a:pt x="6" y="23"/>
                    </a:cubicBezTo>
                    <a:cubicBezTo>
                      <a:pt x="3" y="22"/>
                      <a:pt x="2" y="20"/>
                      <a:pt x="2" y="18"/>
                    </a:cubicBezTo>
                    <a:cubicBezTo>
                      <a:pt x="2" y="18"/>
                      <a:pt x="3" y="17"/>
                      <a:pt x="3" y="15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9" y="18"/>
                      <a:pt x="9" y="18"/>
                    </a:cubicBezTo>
                    <a:lnTo>
                      <a:pt x="7" y="23"/>
                    </a:lnTo>
                    <a:close/>
                    <a:moveTo>
                      <a:pt x="4" y="8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4"/>
                      <a:pt x="8" y="4"/>
                      <a:pt x="8" y="4"/>
                    </a:cubicBezTo>
                    <a:lnTo>
                      <a:pt x="4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îšľiḓê"/>
              <p:cNvSpPr/>
              <p:nvPr/>
            </p:nvSpPr>
            <p:spPr bwMode="auto">
              <a:xfrm>
                <a:off x="6657975" y="4583113"/>
                <a:ext cx="658813" cy="198438"/>
              </a:xfrm>
              <a:custGeom>
                <a:avLst/>
                <a:gdLst>
                  <a:gd name="T0" fmla="*/ 5 w 307"/>
                  <a:gd name="T1" fmla="*/ 86 h 93"/>
                  <a:gd name="T2" fmla="*/ 12 w 307"/>
                  <a:gd name="T3" fmla="*/ 82 h 93"/>
                  <a:gd name="T4" fmla="*/ 14 w 307"/>
                  <a:gd name="T5" fmla="*/ 75 h 93"/>
                  <a:gd name="T6" fmla="*/ 12 w 307"/>
                  <a:gd name="T7" fmla="*/ 82 h 93"/>
                  <a:gd name="T8" fmla="*/ 17 w 307"/>
                  <a:gd name="T9" fmla="*/ 62 h 93"/>
                  <a:gd name="T10" fmla="*/ 23 w 307"/>
                  <a:gd name="T11" fmla="*/ 61 h 93"/>
                  <a:gd name="T12" fmla="*/ 22 w 307"/>
                  <a:gd name="T13" fmla="*/ 66 h 93"/>
                  <a:gd name="T14" fmla="*/ 241 w 307"/>
                  <a:gd name="T15" fmla="*/ 58 h 93"/>
                  <a:gd name="T16" fmla="*/ 246 w 307"/>
                  <a:gd name="T17" fmla="*/ 51 h 93"/>
                  <a:gd name="T18" fmla="*/ 31 w 307"/>
                  <a:gd name="T19" fmla="*/ 56 h 93"/>
                  <a:gd name="T20" fmla="*/ 29 w 307"/>
                  <a:gd name="T21" fmla="*/ 46 h 93"/>
                  <a:gd name="T22" fmla="*/ 31 w 307"/>
                  <a:gd name="T23" fmla="*/ 56 h 93"/>
                  <a:gd name="T24" fmla="*/ 299 w 307"/>
                  <a:gd name="T25" fmla="*/ 48 h 93"/>
                  <a:gd name="T26" fmla="*/ 303 w 307"/>
                  <a:gd name="T27" fmla="*/ 48 h 93"/>
                  <a:gd name="T28" fmla="*/ 256 w 307"/>
                  <a:gd name="T29" fmla="*/ 45 h 93"/>
                  <a:gd name="T30" fmla="*/ 263 w 307"/>
                  <a:gd name="T31" fmla="*/ 50 h 93"/>
                  <a:gd name="T32" fmla="*/ 44 w 307"/>
                  <a:gd name="T33" fmla="*/ 50 h 93"/>
                  <a:gd name="T34" fmla="*/ 42 w 307"/>
                  <a:gd name="T35" fmla="*/ 42 h 93"/>
                  <a:gd name="T36" fmla="*/ 47 w 307"/>
                  <a:gd name="T37" fmla="*/ 46 h 93"/>
                  <a:gd name="T38" fmla="*/ 101 w 307"/>
                  <a:gd name="T39" fmla="*/ 48 h 93"/>
                  <a:gd name="T40" fmla="*/ 102 w 307"/>
                  <a:gd name="T41" fmla="*/ 39 h 93"/>
                  <a:gd name="T42" fmla="*/ 101 w 307"/>
                  <a:gd name="T43" fmla="*/ 48 h 93"/>
                  <a:gd name="T44" fmla="*/ 232 w 307"/>
                  <a:gd name="T45" fmla="*/ 43 h 93"/>
                  <a:gd name="T46" fmla="*/ 236 w 307"/>
                  <a:gd name="T47" fmla="*/ 46 h 93"/>
                  <a:gd name="T48" fmla="*/ 236 w 307"/>
                  <a:gd name="T49" fmla="*/ 48 h 93"/>
                  <a:gd name="T50" fmla="*/ 83 w 307"/>
                  <a:gd name="T51" fmla="*/ 42 h 93"/>
                  <a:gd name="T52" fmla="*/ 91 w 307"/>
                  <a:gd name="T53" fmla="*/ 43 h 93"/>
                  <a:gd name="T54" fmla="*/ 270 w 307"/>
                  <a:gd name="T55" fmla="*/ 42 h 93"/>
                  <a:gd name="T56" fmla="*/ 274 w 307"/>
                  <a:gd name="T57" fmla="*/ 46 h 93"/>
                  <a:gd name="T58" fmla="*/ 225 w 307"/>
                  <a:gd name="T59" fmla="*/ 36 h 93"/>
                  <a:gd name="T60" fmla="*/ 117 w 307"/>
                  <a:gd name="T61" fmla="*/ 38 h 93"/>
                  <a:gd name="T62" fmla="*/ 110 w 307"/>
                  <a:gd name="T63" fmla="*/ 33 h 93"/>
                  <a:gd name="T64" fmla="*/ 117 w 307"/>
                  <a:gd name="T65" fmla="*/ 38 h 93"/>
                  <a:gd name="T66" fmla="*/ 53 w 307"/>
                  <a:gd name="T67" fmla="*/ 32 h 93"/>
                  <a:gd name="T68" fmla="*/ 71 w 307"/>
                  <a:gd name="T69" fmla="*/ 37 h 93"/>
                  <a:gd name="T70" fmla="*/ 77 w 307"/>
                  <a:gd name="T71" fmla="*/ 30 h 93"/>
                  <a:gd name="T72" fmla="*/ 71 w 307"/>
                  <a:gd name="T73" fmla="*/ 37 h 93"/>
                  <a:gd name="T74" fmla="*/ 290 w 307"/>
                  <a:gd name="T75" fmla="*/ 29 h 93"/>
                  <a:gd name="T76" fmla="*/ 307 w 307"/>
                  <a:gd name="T77" fmla="*/ 36 h 93"/>
                  <a:gd name="T78" fmla="*/ 301 w 307"/>
                  <a:gd name="T79" fmla="*/ 33 h 93"/>
                  <a:gd name="T80" fmla="*/ 307 w 307"/>
                  <a:gd name="T81" fmla="*/ 35 h 93"/>
                  <a:gd name="T82" fmla="*/ 208 w 307"/>
                  <a:gd name="T83" fmla="*/ 29 h 93"/>
                  <a:gd name="T84" fmla="*/ 213 w 307"/>
                  <a:gd name="T85" fmla="*/ 32 h 93"/>
                  <a:gd name="T86" fmla="*/ 101 w 307"/>
                  <a:gd name="T87" fmla="*/ 17 h 93"/>
                  <a:gd name="T88" fmla="*/ 103 w 307"/>
                  <a:gd name="T89" fmla="*/ 26 h 93"/>
                  <a:gd name="T90" fmla="*/ 177 w 307"/>
                  <a:gd name="T91" fmla="*/ 21 h 93"/>
                  <a:gd name="T92" fmla="*/ 181 w 307"/>
                  <a:gd name="T93" fmla="*/ 25 h 93"/>
                  <a:gd name="T94" fmla="*/ 200 w 307"/>
                  <a:gd name="T95" fmla="*/ 18 h 93"/>
                  <a:gd name="T96" fmla="*/ 167 w 307"/>
                  <a:gd name="T97" fmla="*/ 21 h 93"/>
                  <a:gd name="T98" fmla="*/ 169 w 307"/>
                  <a:gd name="T99" fmla="*/ 15 h 93"/>
                  <a:gd name="T100" fmla="*/ 156 w 307"/>
                  <a:gd name="T101" fmla="*/ 11 h 93"/>
                  <a:gd name="T102" fmla="*/ 150 w 307"/>
                  <a:gd name="T103" fmla="*/ 5 h 93"/>
                  <a:gd name="T104" fmla="*/ 156 w 307"/>
                  <a:gd name="T105" fmla="*/ 11 h 93"/>
                  <a:gd name="T106" fmla="*/ 132 w 307"/>
                  <a:gd name="T107" fmla="*/ 4 h 93"/>
                  <a:gd name="T108" fmla="*/ 139 w 307"/>
                  <a:gd name="T109" fmla="*/ 5 h 93"/>
                  <a:gd name="T110" fmla="*/ 138 w 307"/>
                  <a:gd name="T111" fmla="*/ 5 h 93"/>
                  <a:gd name="T112" fmla="*/ 138 w 307"/>
                  <a:gd name="T113" fmla="*/ 4 h 93"/>
                  <a:gd name="T114" fmla="*/ 121 w 307"/>
                  <a:gd name="T115" fmla="*/ 4 h 93"/>
                  <a:gd name="T116" fmla="*/ 126 w 307"/>
                  <a:gd name="T117" fmla="*/ 5 h 93"/>
                  <a:gd name="T118" fmla="*/ 109 w 307"/>
                  <a:gd name="T119" fmla="*/ 8 h 93"/>
                  <a:gd name="T120" fmla="*/ 110 w 307"/>
                  <a:gd name="T121" fmla="*/ 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07" h="93">
                    <a:moveTo>
                      <a:pt x="0" y="93"/>
                    </a:moveTo>
                    <a:cubicBezTo>
                      <a:pt x="0" y="87"/>
                      <a:pt x="0" y="87"/>
                      <a:pt x="0" y="87"/>
                    </a:cubicBezTo>
                    <a:cubicBezTo>
                      <a:pt x="2" y="87"/>
                      <a:pt x="3" y="86"/>
                      <a:pt x="5" y="86"/>
                    </a:cubicBezTo>
                    <a:cubicBezTo>
                      <a:pt x="7" y="91"/>
                      <a:pt x="7" y="91"/>
                      <a:pt x="7" y="91"/>
                    </a:cubicBezTo>
                    <a:cubicBezTo>
                      <a:pt x="5" y="92"/>
                      <a:pt x="3" y="93"/>
                      <a:pt x="0" y="93"/>
                    </a:cubicBezTo>
                    <a:close/>
                    <a:moveTo>
                      <a:pt x="12" y="82"/>
                    </a:moveTo>
                    <a:cubicBezTo>
                      <a:pt x="9" y="77"/>
                      <a:pt x="9" y="77"/>
                      <a:pt x="9" y="77"/>
                    </a:cubicBezTo>
                    <a:cubicBezTo>
                      <a:pt x="10" y="76"/>
                      <a:pt x="11" y="76"/>
                      <a:pt x="12" y="76"/>
                    </a:cubicBezTo>
                    <a:cubicBezTo>
                      <a:pt x="13" y="76"/>
                      <a:pt x="14" y="75"/>
                      <a:pt x="14" y="75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7" y="80"/>
                      <a:pt x="15" y="81"/>
                      <a:pt x="13" y="81"/>
                    </a:cubicBezTo>
                    <a:cubicBezTo>
                      <a:pt x="13" y="82"/>
                      <a:pt x="13" y="82"/>
                      <a:pt x="12" y="82"/>
                    </a:cubicBezTo>
                    <a:close/>
                    <a:moveTo>
                      <a:pt x="16" y="66"/>
                    </a:moveTo>
                    <a:cubicBezTo>
                      <a:pt x="16" y="66"/>
                      <a:pt x="16" y="66"/>
                      <a:pt x="16" y="66"/>
                    </a:cubicBezTo>
                    <a:cubicBezTo>
                      <a:pt x="16" y="64"/>
                      <a:pt x="16" y="63"/>
                      <a:pt x="17" y="62"/>
                    </a:cubicBezTo>
                    <a:cubicBezTo>
                      <a:pt x="17" y="61"/>
                      <a:pt x="17" y="61"/>
                      <a:pt x="17" y="61"/>
                    </a:cubicBezTo>
                    <a:cubicBezTo>
                      <a:pt x="17" y="60"/>
                      <a:pt x="17" y="60"/>
                      <a:pt x="17" y="59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3" y="62"/>
                      <a:pt x="22" y="62"/>
                      <a:pt x="22" y="62"/>
                    </a:cubicBezTo>
                    <a:cubicBezTo>
                      <a:pt x="22" y="63"/>
                      <a:pt x="22" y="63"/>
                      <a:pt x="22" y="63"/>
                    </a:cubicBezTo>
                    <a:cubicBezTo>
                      <a:pt x="22" y="65"/>
                      <a:pt x="22" y="65"/>
                      <a:pt x="22" y="66"/>
                    </a:cubicBezTo>
                    <a:lnTo>
                      <a:pt x="16" y="66"/>
                    </a:lnTo>
                    <a:close/>
                    <a:moveTo>
                      <a:pt x="243" y="58"/>
                    </a:moveTo>
                    <a:cubicBezTo>
                      <a:pt x="242" y="58"/>
                      <a:pt x="242" y="58"/>
                      <a:pt x="241" y="58"/>
                    </a:cubicBezTo>
                    <a:cubicBezTo>
                      <a:pt x="243" y="52"/>
                      <a:pt x="243" y="52"/>
                      <a:pt x="243" y="52"/>
                    </a:cubicBezTo>
                    <a:cubicBezTo>
                      <a:pt x="243" y="52"/>
                      <a:pt x="243" y="52"/>
                      <a:pt x="243" y="52"/>
                    </a:cubicBezTo>
                    <a:cubicBezTo>
                      <a:pt x="243" y="52"/>
                      <a:pt x="244" y="52"/>
                      <a:pt x="246" y="51"/>
                    </a:cubicBezTo>
                    <a:cubicBezTo>
                      <a:pt x="249" y="57"/>
                      <a:pt x="249" y="57"/>
                      <a:pt x="249" y="57"/>
                    </a:cubicBezTo>
                    <a:cubicBezTo>
                      <a:pt x="247" y="57"/>
                      <a:pt x="245" y="58"/>
                      <a:pt x="243" y="58"/>
                    </a:cubicBezTo>
                    <a:close/>
                    <a:moveTo>
                      <a:pt x="31" y="56"/>
                    </a:moveTo>
                    <a:cubicBezTo>
                      <a:pt x="26" y="52"/>
                      <a:pt x="26" y="52"/>
                      <a:pt x="26" y="52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27" y="48"/>
                      <a:pt x="28" y="46"/>
                      <a:pt x="29" y="46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3" y="50"/>
                      <a:pt x="33" y="50"/>
                    </a:cubicBezTo>
                    <a:cubicBezTo>
                      <a:pt x="33" y="52"/>
                      <a:pt x="32" y="54"/>
                      <a:pt x="31" y="56"/>
                    </a:cubicBezTo>
                    <a:close/>
                    <a:moveTo>
                      <a:pt x="300" y="51"/>
                    </a:moveTo>
                    <a:cubicBezTo>
                      <a:pt x="298" y="45"/>
                      <a:pt x="298" y="45"/>
                      <a:pt x="298" y="45"/>
                    </a:cubicBezTo>
                    <a:cubicBezTo>
                      <a:pt x="299" y="48"/>
                      <a:pt x="299" y="48"/>
                      <a:pt x="299" y="48"/>
                    </a:cubicBezTo>
                    <a:cubicBezTo>
                      <a:pt x="298" y="45"/>
                      <a:pt x="298" y="45"/>
                      <a:pt x="298" y="45"/>
                    </a:cubicBezTo>
                    <a:cubicBezTo>
                      <a:pt x="298" y="45"/>
                      <a:pt x="298" y="45"/>
                      <a:pt x="298" y="45"/>
                    </a:cubicBezTo>
                    <a:cubicBezTo>
                      <a:pt x="303" y="48"/>
                      <a:pt x="303" y="48"/>
                      <a:pt x="303" y="48"/>
                    </a:cubicBezTo>
                    <a:cubicBezTo>
                      <a:pt x="302" y="50"/>
                      <a:pt x="301" y="51"/>
                      <a:pt x="300" y="51"/>
                    </a:cubicBezTo>
                    <a:close/>
                    <a:moveTo>
                      <a:pt x="258" y="50"/>
                    </a:moveTo>
                    <a:cubicBezTo>
                      <a:pt x="256" y="45"/>
                      <a:pt x="256" y="45"/>
                      <a:pt x="256" y="45"/>
                    </a:cubicBezTo>
                    <a:cubicBezTo>
                      <a:pt x="258" y="44"/>
                      <a:pt x="260" y="44"/>
                      <a:pt x="261" y="44"/>
                    </a:cubicBezTo>
                    <a:cubicBezTo>
                      <a:pt x="262" y="44"/>
                      <a:pt x="263" y="44"/>
                      <a:pt x="264" y="44"/>
                    </a:cubicBezTo>
                    <a:cubicBezTo>
                      <a:pt x="263" y="50"/>
                      <a:pt x="263" y="50"/>
                      <a:pt x="263" y="50"/>
                    </a:cubicBezTo>
                    <a:cubicBezTo>
                      <a:pt x="262" y="50"/>
                      <a:pt x="262" y="50"/>
                      <a:pt x="261" y="50"/>
                    </a:cubicBezTo>
                    <a:cubicBezTo>
                      <a:pt x="260" y="50"/>
                      <a:pt x="259" y="50"/>
                      <a:pt x="258" y="50"/>
                    </a:cubicBezTo>
                    <a:close/>
                    <a:moveTo>
                      <a:pt x="44" y="50"/>
                    </a:moveTo>
                    <a:cubicBezTo>
                      <a:pt x="40" y="45"/>
                      <a:pt x="40" y="45"/>
                      <a:pt x="40" y="45"/>
                    </a:cubicBezTo>
                    <a:cubicBezTo>
                      <a:pt x="41" y="45"/>
                      <a:pt x="41" y="44"/>
                      <a:pt x="41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3" y="42"/>
                      <a:pt x="43" y="41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48" y="45"/>
                      <a:pt x="47" y="45"/>
                      <a:pt x="47" y="46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9"/>
                      <a:pt x="44" y="50"/>
                    </a:cubicBezTo>
                    <a:close/>
                    <a:moveTo>
                      <a:pt x="101" y="48"/>
                    </a:moveTo>
                    <a:cubicBezTo>
                      <a:pt x="98" y="43"/>
                      <a:pt x="98" y="43"/>
                      <a:pt x="98" y="43"/>
                    </a:cubicBezTo>
                    <a:cubicBezTo>
                      <a:pt x="99" y="42"/>
                      <a:pt x="99" y="42"/>
                      <a:pt x="100" y="41"/>
                    </a:cubicBezTo>
                    <a:cubicBezTo>
                      <a:pt x="100" y="40"/>
                      <a:pt x="101" y="40"/>
                      <a:pt x="102" y="39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5" y="45"/>
                      <a:pt x="104" y="45"/>
                      <a:pt x="104" y="45"/>
                    </a:cubicBezTo>
                    <a:cubicBezTo>
                      <a:pt x="103" y="46"/>
                      <a:pt x="102" y="47"/>
                      <a:pt x="101" y="48"/>
                    </a:cubicBezTo>
                    <a:close/>
                    <a:moveTo>
                      <a:pt x="236" y="48"/>
                    </a:moveTo>
                    <a:cubicBezTo>
                      <a:pt x="232" y="44"/>
                      <a:pt x="232" y="44"/>
                      <a:pt x="232" y="44"/>
                    </a:cubicBezTo>
                    <a:cubicBezTo>
                      <a:pt x="232" y="43"/>
                      <a:pt x="232" y="43"/>
                      <a:pt x="232" y="43"/>
                    </a:cubicBezTo>
                    <a:cubicBezTo>
                      <a:pt x="233" y="41"/>
                      <a:pt x="235" y="41"/>
                      <a:pt x="236" y="41"/>
                    </a:cubicBezTo>
                    <a:cubicBezTo>
                      <a:pt x="237" y="41"/>
                      <a:pt x="239" y="41"/>
                      <a:pt x="241" y="43"/>
                    </a:cubicBezTo>
                    <a:cubicBezTo>
                      <a:pt x="236" y="46"/>
                      <a:pt x="236" y="46"/>
                      <a:pt x="236" y="46"/>
                    </a:cubicBezTo>
                    <a:cubicBezTo>
                      <a:pt x="236" y="46"/>
                      <a:pt x="237" y="47"/>
                      <a:pt x="237" y="46"/>
                    </a:cubicBezTo>
                    <a:cubicBezTo>
                      <a:pt x="237" y="46"/>
                      <a:pt x="237" y="47"/>
                      <a:pt x="236" y="47"/>
                    </a:cubicBezTo>
                    <a:cubicBezTo>
                      <a:pt x="236" y="47"/>
                      <a:pt x="236" y="47"/>
                      <a:pt x="236" y="48"/>
                    </a:cubicBezTo>
                    <a:close/>
                    <a:moveTo>
                      <a:pt x="86" y="47"/>
                    </a:moveTo>
                    <a:cubicBezTo>
                      <a:pt x="86" y="47"/>
                      <a:pt x="86" y="46"/>
                      <a:pt x="85" y="46"/>
                    </a:cubicBezTo>
                    <a:cubicBezTo>
                      <a:pt x="85" y="44"/>
                      <a:pt x="84" y="43"/>
                      <a:pt x="83" y="42"/>
                    </a:cubicBezTo>
                    <a:cubicBezTo>
                      <a:pt x="88" y="38"/>
                      <a:pt x="88" y="38"/>
                      <a:pt x="88" y="38"/>
                    </a:cubicBezTo>
                    <a:cubicBezTo>
                      <a:pt x="89" y="40"/>
                      <a:pt x="90" y="41"/>
                      <a:pt x="90" y="43"/>
                    </a:cubicBezTo>
                    <a:cubicBezTo>
                      <a:pt x="91" y="43"/>
                      <a:pt x="91" y="43"/>
                      <a:pt x="91" y="43"/>
                    </a:cubicBezTo>
                    <a:lnTo>
                      <a:pt x="86" y="47"/>
                    </a:lnTo>
                    <a:close/>
                    <a:moveTo>
                      <a:pt x="274" y="46"/>
                    </a:moveTo>
                    <a:cubicBezTo>
                      <a:pt x="270" y="42"/>
                      <a:pt x="270" y="42"/>
                      <a:pt x="270" y="42"/>
                    </a:cubicBezTo>
                    <a:cubicBezTo>
                      <a:pt x="270" y="41"/>
                      <a:pt x="272" y="40"/>
                      <a:pt x="275" y="38"/>
                    </a:cubicBezTo>
                    <a:cubicBezTo>
                      <a:pt x="278" y="43"/>
                      <a:pt x="278" y="43"/>
                      <a:pt x="278" y="43"/>
                    </a:cubicBezTo>
                    <a:cubicBezTo>
                      <a:pt x="275" y="45"/>
                      <a:pt x="274" y="46"/>
                      <a:pt x="274" y="46"/>
                    </a:cubicBezTo>
                    <a:close/>
                    <a:moveTo>
                      <a:pt x="223" y="44"/>
                    </a:moveTo>
                    <a:cubicBezTo>
                      <a:pt x="222" y="42"/>
                      <a:pt x="222" y="41"/>
                      <a:pt x="221" y="40"/>
                    </a:cubicBezTo>
                    <a:cubicBezTo>
                      <a:pt x="225" y="36"/>
                      <a:pt x="225" y="36"/>
                      <a:pt x="225" y="36"/>
                    </a:cubicBezTo>
                    <a:cubicBezTo>
                      <a:pt x="226" y="38"/>
                      <a:pt x="228" y="39"/>
                      <a:pt x="228" y="42"/>
                    </a:cubicBezTo>
                    <a:lnTo>
                      <a:pt x="223" y="44"/>
                    </a:lnTo>
                    <a:close/>
                    <a:moveTo>
                      <a:pt x="117" y="38"/>
                    </a:moveTo>
                    <a:cubicBezTo>
                      <a:pt x="111" y="37"/>
                      <a:pt x="111" y="37"/>
                      <a:pt x="111" y="37"/>
                    </a:cubicBezTo>
                    <a:cubicBezTo>
                      <a:pt x="111" y="37"/>
                      <a:pt x="111" y="37"/>
                      <a:pt x="111" y="37"/>
                    </a:cubicBezTo>
                    <a:cubicBezTo>
                      <a:pt x="111" y="37"/>
                      <a:pt x="111" y="36"/>
                      <a:pt x="110" y="33"/>
                    </a:cubicBezTo>
                    <a:cubicBezTo>
                      <a:pt x="115" y="31"/>
                      <a:pt x="115" y="31"/>
                      <a:pt x="115" y="31"/>
                    </a:cubicBezTo>
                    <a:cubicBezTo>
                      <a:pt x="116" y="32"/>
                      <a:pt x="117" y="35"/>
                      <a:pt x="117" y="37"/>
                    </a:cubicBezTo>
                    <a:cubicBezTo>
                      <a:pt x="117" y="37"/>
                      <a:pt x="117" y="38"/>
                      <a:pt x="117" y="38"/>
                    </a:cubicBezTo>
                    <a:close/>
                    <a:moveTo>
                      <a:pt x="59" y="38"/>
                    </a:moveTo>
                    <a:cubicBezTo>
                      <a:pt x="57" y="38"/>
                      <a:pt x="54" y="38"/>
                      <a:pt x="53" y="38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5" y="32"/>
                      <a:pt x="57" y="32"/>
                      <a:pt x="59" y="32"/>
                    </a:cubicBezTo>
                    <a:lnTo>
                      <a:pt x="59" y="38"/>
                    </a:lnTo>
                    <a:close/>
                    <a:moveTo>
                      <a:pt x="71" y="37"/>
                    </a:moveTo>
                    <a:cubicBezTo>
                      <a:pt x="70" y="32"/>
                      <a:pt x="70" y="32"/>
                      <a:pt x="70" y="32"/>
                    </a:cubicBezTo>
                    <a:cubicBezTo>
                      <a:pt x="71" y="31"/>
                      <a:pt x="72" y="31"/>
                      <a:pt x="72" y="31"/>
                    </a:cubicBezTo>
                    <a:cubicBezTo>
                      <a:pt x="74" y="30"/>
                      <a:pt x="75" y="30"/>
                      <a:pt x="77" y="30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4" y="37"/>
                      <a:pt x="73" y="37"/>
                      <a:pt x="71" y="37"/>
                    </a:cubicBezTo>
                    <a:close/>
                    <a:moveTo>
                      <a:pt x="288" y="37"/>
                    </a:moveTo>
                    <a:cubicBezTo>
                      <a:pt x="285" y="32"/>
                      <a:pt x="285" y="32"/>
                      <a:pt x="285" y="32"/>
                    </a:cubicBezTo>
                    <a:cubicBezTo>
                      <a:pt x="287" y="31"/>
                      <a:pt x="289" y="30"/>
                      <a:pt x="290" y="29"/>
                    </a:cubicBezTo>
                    <a:cubicBezTo>
                      <a:pt x="293" y="35"/>
                      <a:pt x="293" y="35"/>
                      <a:pt x="293" y="35"/>
                    </a:cubicBezTo>
                    <a:cubicBezTo>
                      <a:pt x="291" y="35"/>
                      <a:pt x="289" y="36"/>
                      <a:pt x="288" y="37"/>
                    </a:cubicBezTo>
                    <a:close/>
                    <a:moveTo>
                      <a:pt x="307" y="36"/>
                    </a:moveTo>
                    <a:cubicBezTo>
                      <a:pt x="301" y="36"/>
                      <a:pt x="301" y="36"/>
                      <a:pt x="301" y="36"/>
                    </a:cubicBezTo>
                    <a:cubicBezTo>
                      <a:pt x="301" y="35"/>
                      <a:pt x="301" y="35"/>
                      <a:pt x="301" y="35"/>
                    </a:cubicBezTo>
                    <a:cubicBezTo>
                      <a:pt x="301" y="34"/>
                      <a:pt x="301" y="33"/>
                      <a:pt x="301" y="33"/>
                    </a:cubicBezTo>
                    <a:cubicBezTo>
                      <a:pt x="304" y="28"/>
                      <a:pt x="304" y="28"/>
                      <a:pt x="304" y="28"/>
                    </a:cubicBezTo>
                    <a:cubicBezTo>
                      <a:pt x="305" y="28"/>
                      <a:pt x="305" y="28"/>
                      <a:pt x="305" y="28"/>
                    </a:cubicBezTo>
                    <a:cubicBezTo>
                      <a:pt x="306" y="30"/>
                      <a:pt x="307" y="32"/>
                      <a:pt x="307" y="35"/>
                    </a:cubicBezTo>
                    <a:lnTo>
                      <a:pt x="307" y="36"/>
                    </a:lnTo>
                    <a:close/>
                    <a:moveTo>
                      <a:pt x="213" y="32"/>
                    </a:moveTo>
                    <a:cubicBezTo>
                      <a:pt x="211" y="31"/>
                      <a:pt x="209" y="30"/>
                      <a:pt x="208" y="29"/>
                    </a:cubicBezTo>
                    <a:cubicBezTo>
                      <a:pt x="211" y="24"/>
                      <a:pt x="211" y="24"/>
                      <a:pt x="211" y="24"/>
                    </a:cubicBezTo>
                    <a:cubicBezTo>
                      <a:pt x="213" y="25"/>
                      <a:pt x="214" y="26"/>
                      <a:pt x="216" y="27"/>
                    </a:cubicBezTo>
                    <a:lnTo>
                      <a:pt x="213" y="32"/>
                    </a:lnTo>
                    <a:close/>
                    <a:moveTo>
                      <a:pt x="103" y="26"/>
                    </a:moveTo>
                    <a:cubicBezTo>
                      <a:pt x="100" y="24"/>
                      <a:pt x="100" y="22"/>
                      <a:pt x="100" y="20"/>
                    </a:cubicBezTo>
                    <a:cubicBezTo>
                      <a:pt x="100" y="19"/>
                      <a:pt x="100" y="18"/>
                      <a:pt x="101" y="17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6" y="20"/>
                      <a:pt x="106" y="21"/>
                      <a:pt x="107" y="22"/>
                    </a:cubicBezTo>
                    <a:lnTo>
                      <a:pt x="103" y="26"/>
                    </a:lnTo>
                    <a:close/>
                    <a:moveTo>
                      <a:pt x="181" y="25"/>
                    </a:moveTo>
                    <a:cubicBezTo>
                      <a:pt x="180" y="25"/>
                      <a:pt x="180" y="24"/>
                      <a:pt x="179" y="23"/>
                    </a:cubicBezTo>
                    <a:cubicBezTo>
                      <a:pt x="178" y="22"/>
                      <a:pt x="177" y="21"/>
                      <a:pt x="177" y="21"/>
                    </a:cubicBezTo>
                    <a:cubicBezTo>
                      <a:pt x="180" y="16"/>
                      <a:pt x="180" y="16"/>
                      <a:pt x="180" y="16"/>
                    </a:cubicBezTo>
                    <a:cubicBezTo>
                      <a:pt x="181" y="17"/>
                      <a:pt x="182" y="18"/>
                      <a:pt x="184" y="20"/>
                    </a:cubicBezTo>
                    <a:lnTo>
                      <a:pt x="181" y="25"/>
                    </a:lnTo>
                    <a:close/>
                    <a:moveTo>
                      <a:pt x="194" y="24"/>
                    </a:moveTo>
                    <a:cubicBezTo>
                      <a:pt x="193" y="18"/>
                      <a:pt x="193" y="18"/>
                      <a:pt x="193" y="18"/>
                    </a:cubicBezTo>
                    <a:cubicBezTo>
                      <a:pt x="196" y="18"/>
                      <a:pt x="198" y="18"/>
                      <a:pt x="200" y="18"/>
                    </a:cubicBezTo>
                    <a:cubicBezTo>
                      <a:pt x="199" y="24"/>
                      <a:pt x="199" y="24"/>
                      <a:pt x="199" y="24"/>
                    </a:cubicBezTo>
                    <a:cubicBezTo>
                      <a:pt x="198" y="23"/>
                      <a:pt x="196" y="24"/>
                      <a:pt x="194" y="24"/>
                    </a:cubicBezTo>
                    <a:close/>
                    <a:moveTo>
                      <a:pt x="167" y="21"/>
                    </a:moveTo>
                    <a:cubicBezTo>
                      <a:pt x="166" y="20"/>
                      <a:pt x="163" y="18"/>
                      <a:pt x="163" y="15"/>
                    </a:cubicBezTo>
                    <a:cubicBezTo>
                      <a:pt x="169" y="12"/>
                      <a:pt x="169" y="12"/>
                      <a:pt x="169" y="12"/>
                    </a:cubicBezTo>
                    <a:cubicBezTo>
                      <a:pt x="169" y="13"/>
                      <a:pt x="169" y="14"/>
                      <a:pt x="169" y="15"/>
                    </a:cubicBezTo>
                    <a:cubicBezTo>
                      <a:pt x="169" y="15"/>
                      <a:pt x="169" y="15"/>
                      <a:pt x="170" y="16"/>
                    </a:cubicBezTo>
                    <a:lnTo>
                      <a:pt x="167" y="21"/>
                    </a:lnTo>
                    <a:close/>
                    <a:moveTo>
                      <a:pt x="156" y="11"/>
                    </a:moveTo>
                    <a:cubicBezTo>
                      <a:pt x="155" y="11"/>
                      <a:pt x="154" y="11"/>
                      <a:pt x="154" y="11"/>
                    </a:cubicBezTo>
                    <a:cubicBezTo>
                      <a:pt x="150" y="11"/>
                      <a:pt x="150" y="11"/>
                      <a:pt x="150" y="11"/>
                    </a:cubicBezTo>
                    <a:cubicBezTo>
                      <a:pt x="150" y="5"/>
                      <a:pt x="150" y="5"/>
                      <a:pt x="150" y="5"/>
                    </a:cubicBezTo>
                    <a:cubicBezTo>
                      <a:pt x="154" y="5"/>
                      <a:pt x="154" y="5"/>
                      <a:pt x="154" y="5"/>
                    </a:cubicBezTo>
                    <a:cubicBezTo>
                      <a:pt x="155" y="5"/>
                      <a:pt x="155" y="5"/>
                      <a:pt x="156" y="6"/>
                    </a:cubicBezTo>
                    <a:lnTo>
                      <a:pt x="156" y="11"/>
                    </a:lnTo>
                    <a:close/>
                    <a:moveTo>
                      <a:pt x="138" y="10"/>
                    </a:moveTo>
                    <a:cubicBezTo>
                      <a:pt x="134" y="9"/>
                      <a:pt x="133" y="7"/>
                      <a:pt x="133" y="5"/>
                    </a:cubicBezTo>
                    <a:cubicBezTo>
                      <a:pt x="133" y="5"/>
                      <a:pt x="133" y="4"/>
                      <a:pt x="132" y="4"/>
                    </a:cubicBezTo>
                    <a:cubicBezTo>
                      <a:pt x="138" y="2"/>
                      <a:pt x="138" y="2"/>
                      <a:pt x="138" y="2"/>
                    </a:cubicBezTo>
                    <a:cubicBezTo>
                      <a:pt x="138" y="3"/>
                      <a:pt x="138" y="4"/>
                      <a:pt x="138" y="4"/>
                    </a:cubicBezTo>
                    <a:cubicBezTo>
                      <a:pt x="139" y="4"/>
                      <a:pt x="139" y="5"/>
                      <a:pt x="139" y="5"/>
                    </a:cubicBezTo>
                    <a:lnTo>
                      <a:pt x="138" y="10"/>
                    </a:lnTo>
                    <a:close/>
                    <a:moveTo>
                      <a:pt x="138" y="5"/>
                    </a:moveTo>
                    <a:cubicBezTo>
                      <a:pt x="138" y="5"/>
                      <a:pt x="138" y="5"/>
                      <a:pt x="138" y="5"/>
                    </a:cubicBezTo>
                    <a:cubicBezTo>
                      <a:pt x="138" y="5"/>
                      <a:pt x="138" y="5"/>
                      <a:pt x="138" y="5"/>
                    </a:cubicBezTo>
                    <a:close/>
                    <a:moveTo>
                      <a:pt x="138" y="4"/>
                    </a:moveTo>
                    <a:cubicBezTo>
                      <a:pt x="138" y="4"/>
                      <a:pt x="138" y="4"/>
                      <a:pt x="138" y="4"/>
                    </a:cubicBezTo>
                    <a:close/>
                    <a:moveTo>
                      <a:pt x="123" y="10"/>
                    </a:moveTo>
                    <a:cubicBezTo>
                      <a:pt x="120" y="5"/>
                      <a:pt x="120" y="5"/>
                      <a:pt x="120" y="5"/>
                    </a:cubicBezTo>
                    <a:cubicBezTo>
                      <a:pt x="120" y="5"/>
                      <a:pt x="120" y="5"/>
                      <a:pt x="121" y="4"/>
                    </a:cubicBezTo>
                    <a:cubicBezTo>
                      <a:pt x="121" y="2"/>
                      <a:pt x="122" y="1"/>
                      <a:pt x="123" y="0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5"/>
                      <a:pt x="126" y="5"/>
                    </a:cubicBezTo>
                    <a:cubicBezTo>
                      <a:pt x="126" y="8"/>
                      <a:pt x="124" y="9"/>
                      <a:pt x="123" y="10"/>
                    </a:cubicBezTo>
                    <a:close/>
                    <a:moveTo>
                      <a:pt x="109" y="9"/>
                    </a:moveTo>
                    <a:cubicBezTo>
                      <a:pt x="109" y="9"/>
                      <a:pt x="109" y="8"/>
                      <a:pt x="109" y="8"/>
                    </a:cubicBezTo>
                    <a:cubicBezTo>
                      <a:pt x="105" y="8"/>
                      <a:pt x="105" y="8"/>
                      <a:pt x="105" y="8"/>
                    </a:cubicBezTo>
                    <a:cubicBezTo>
                      <a:pt x="103" y="8"/>
                      <a:pt x="103" y="8"/>
                      <a:pt x="103" y="8"/>
                    </a:cubicBezTo>
                    <a:cubicBezTo>
                      <a:pt x="103" y="7"/>
                      <a:pt x="104" y="3"/>
                      <a:pt x="110" y="3"/>
                    </a:cubicBezTo>
                    <a:cubicBezTo>
                      <a:pt x="110" y="9"/>
                      <a:pt x="110" y="9"/>
                      <a:pt x="110" y="9"/>
                    </a:cubicBezTo>
                    <a:cubicBezTo>
                      <a:pt x="109" y="9"/>
                      <a:pt x="109" y="9"/>
                      <a:pt x="109" y="9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íśļiḓè"/>
              <p:cNvSpPr/>
              <p:nvPr/>
            </p:nvSpPr>
            <p:spPr bwMode="auto">
              <a:xfrm>
                <a:off x="7804150" y="4876800"/>
                <a:ext cx="396875" cy="674688"/>
              </a:xfrm>
              <a:custGeom>
                <a:avLst/>
                <a:gdLst>
                  <a:gd name="T0" fmla="*/ 8 w 185"/>
                  <a:gd name="T1" fmla="*/ 313 h 315"/>
                  <a:gd name="T2" fmla="*/ 0 w 185"/>
                  <a:gd name="T3" fmla="*/ 296 h 315"/>
                  <a:gd name="T4" fmla="*/ 5 w 185"/>
                  <a:gd name="T5" fmla="*/ 301 h 315"/>
                  <a:gd name="T6" fmla="*/ 8 w 185"/>
                  <a:gd name="T7" fmla="*/ 279 h 315"/>
                  <a:gd name="T8" fmla="*/ 9 w 185"/>
                  <a:gd name="T9" fmla="*/ 268 h 315"/>
                  <a:gd name="T10" fmla="*/ 16 w 185"/>
                  <a:gd name="T11" fmla="*/ 265 h 315"/>
                  <a:gd name="T12" fmla="*/ 14 w 185"/>
                  <a:gd name="T13" fmla="*/ 245 h 315"/>
                  <a:gd name="T14" fmla="*/ 23 w 185"/>
                  <a:gd name="T15" fmla="*/ 236 h 315"/>
                  <a:gd name="T16" fmla="*/ 22 w 185"/>
                  <a:gd name="T17" fmla="*/ 236 h 315"/>
                  <a:gd name="T18" fmla="*/ 26 w 185"/>
                  <a:gd name="T19" fmla="*/ 241 h 315"/>
                  <a:gd name="T20" fmla="*/ 28 w 185"/>
                  <a:gd name="T21" fmla="*/ 222 h 315"/>
                  <a:gd name="T22" fmla="*/ 40 w 185"/>
                  <a:gd name="T23" fmla="*/ 216 h 315"/>
                  <a:gd name="T24" fmla="*/ 38 w 185"/>
                  <a:gd name="T25" fmla="*/ 209 h 315"/>
                  <a:gd name="T26" fmla="*/ 40 w 185"/>
                  <a:gd name="T27" fmla="*/ 204 h 315"/>
                  <a:gd name="T28" fmla="*/ 44 w 185"/>
                  <a:gd name="T29" fmla="*/ 197 h 315"/>
                  <a:gd name="T30" fmla="*/ 43 w 185"/>
                  <a:gd name="T31" fmla="*/ 203 h 315"/>
                  <a:gd name="T32" fmla="*/ 39 w 185"/>
                  <a:gd name="T33" fmla="*/ 185 h 315"/>
                  <a:gd name="T34" fmla="*/ 46 w 185"/>
                  <a:gd name="T35" fmla="*/ 181 h 315"/>
                  <a:gd name="T36" fmla="*/ 55 w 185"/>
                  <a:gd name="T37" fmla="*/ 182 h 315"/>
                  <a:gd name="T38" fmla="*/ 48 w 185"/>
                  <a:gd name="T39" fmla="*/ 165 h 315"/>
                  <a:gd name="T40" fmla="*/ 50 w 185"/>
                  <a:gd name="T41" fmla="*/ 170 h 315"/>
                  <a:gd name="T42" fmla="*/ 43 w 185"/>
                  <a:gd name="T43" fmla="*/ 147 h 315"/>
                  <a:gd name="T44" fmla="*/ 48 w 185"/>
                  <a:gd name="T45" fmla="*/ 153 h 315"/>
                  <a:gd name="T46" fmla="*/ 50 w 185"/>
                  <a:gd name="T47" fmla="*/ 130 h 315"/>
                  <a:gd name="T48" fmla="*/ 61 w 185"/>
                  <a:gd name="T49" fmla="*/ 122 h 315"/>
                  <a:gd name="T50" fmla="*/ 65 w 185"/>
                  <a:gd name="T51" fmla="*/ 127 h 315"/>
                  <a:gd name="T52" fmla="*/ 81 w 185"/>
                  <a:gd name="T53" fmla="*/ 115 h 315"/>
                  <a:gd name="T54" fmla="*/ 87 w 185"/>
                  <a:gd name="T55" fmla="*/ 106 h 315"/>
                  <a:gd name="T56" fmla="*/ 94 w 185"/>
                  <a:gd name="T57" fmla="*/ 106 h 315"/>
                  <a:gd name="T58" fmla="*/ 86 w 185"/>
                  <a:gd name="T59" fmla="*/ 87 h 315"/>
                  <a:gd name="T60" fmla="*/ 92 w 185"/>
                  <a:gd name="T61" fmla="*/ 90 h 315"/>
                  <a:gd name="T62" fmla="*/ 86 w 185"/>
                  <a:gd name="T63" fmla="*/ 78 h 315"/>
                  <a:gd name="T64" fmla="*/ 85 w 185"/>
                  <a:gd name="T65" fmla="*/ 72 h 315"/>
                  <a:gd name="T66" fmla="*/ 85 w 185"/>
                  <a:gd name="T67" fmla="*/ 68 h 315"/>
                  <a:gd name="T68" fmla="*/ 91 w 185"/>
                  <a:gd name="T69" fmla="*/ 66 h 315"/>
                  <a:gd name="T70" fmla="*/ 97 w 185"/>
                  <a:gd name="T71" fmla="*/ 52 h 315"/>
                  <a:gd name="T72" fmla="*/ 100 w 185"/>
                  <a:gd name="T73" fmla="*/ 57 h 315"/>
                  <a:gd name="T74" fmla="*/ 137 w 185"/>
                  <a:gd name="T75" fmla="*/ 42 h 315"/>
                  <a:gd name="T76" fmla="*/ 111 w 185"/>
                  <a:gd name="T77" fmla="*/ 43 h 315"/>
                  <a:gd name="T78" fmla="*/ 111 w 185"/>
                  <a:gd name="T79" fmla="*/ 43 h 315"/>
                  <a:gd name="T80" fmla="*/ 129 w 185"/>
                  <a:gd name="T81" fmla="*/ 40 h 315"/>
                  <a:gd name="T82" fmla="*/ 147 w 185"/>
                  <a:gd name="T83" fmla="*/ 30 h 315"/>
                  <a:gd name="T84" fmla="*/ 147 w 185"/>
                  <a:gd name="T85" fmla="*/ 36 h 315"/>
                  <a:gd name="T86" fmla="*/ 162 w 185"/>
                  <a:gd name="T87" fmla="*/ 27 h 315"/>
                  <a:gd name="T88" fmla="*/ 168 w 185"/>
                  <a:gd name="T89" fmla="*/ 27 h 315"/>
                  <a:gd name="T90" fmla="*/ 177 w 185"/>
                  <a:gd name="T91" fmla="*/ 24 h 315"/>
                  <a:gd name="T92" fmla="*/ 177 w 185"/>
                  <a:gd name="T93" fmla="*/ 24 h 315"/>
                  <a:gd name="T94" fmla="*/ 182 w 185"/>
                  <a:gd name="T95" fmla="*/ 0 h 315"/>
                  <a:gd name="T96" fmla="*/ 177 w 185"/>
                  <a:gd name="T97" fmla="*/ 7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5" h="315">
                    <a:moveTo>
                      <a:pt x="3" y="315"/>
                    </a:moveTo>
                    <a:cubicBezTo>
                      <a:pt x="3" y="315"/>
                      <a:pt x="1" y="312"/>
                      <a:pt x="1" y="309"/>
                    </a:cubicBezTo>
                    <a:cubicBezTo>
                      <a:pt x="7" y="308"/>
                      <a:pt x="7" y="308"/>
                      <a:pt x="7" y="308"/>
                    </a:cubicBezTo>
                    <a:cubicBezTo>
                      <a:pt x="7" y="310"/>
                      <a:pt x="8" y="313"/>
                      <a:pt x="8" y="313"/>
                    </a:cubicBezTo>
                    <a:lnTo>
                      <a:pt x="3" y="315"/>
                    </a:lnTo>
                    <a:close/>
                    <a:moveTo>
                      <a:pt x="5" y="301"/>
                    </a:moveTo>
                    <a:cubicBezTo>
                      <a:pt x="4" y="301"/>
                      <a:pt x="4" y="301"/>
                      <a:pt x="4" y="301"/>
                    </a:cubicBezTo>
                    <a:cubicBezTo>
                      <a:pt x="3" y="299"/>
                      <a:pt x="1" y="297"/>
                      <a:pt x="0" y="296"/>
                    </a:cubicBezTo>
                    <a:cubicBezTo>
                      <a:pt x="6" y="293"/>
                      <a:pt x="6" y="293"/>
                      <a:pt x="6" y="293"/>
                    </a:cubicBezTo>
                    <a:cubicBezTo>
                      <a:pt x="6" y="294"/>
                      <a:pt x="7" y="295"/>
                      <a:pt x="8" y="296"/>
                    </a:cubicBezTo>
                    <a:cubicBezTo>
                      <a:pt x="9" y="297"/>
                      <a:pt x="9" y="297"/>
                      <a:pt x="9" y="297"/>
                    </a:cubicBezTo>
                    <a:lnTo>
                      <a:pt x="5" y="301"/>
                    </a:lnTo>
                    <a:close/>
                    <a:moveTo>
                      <a:pt x="9" y="286"/>
                    </a:moveTo>
                    <a:cubicBezTo>
                      <a:pt x="5" y="282"/>
                      <a:pt x="5" y="282"/>
                      <a:pt x="5" y="282"/>
                    </a:cubicBezTo>
                    <a:cubicBezTo>
                      <a:pt x="5" y="282"/>
                      <a:pt x="5" y="282"/>
                      <a:pt x="5" y="282"/>
                    </a:cubicBezTo>
                    <a:cubicBezTo>
                      <a:pt x="6" y="281"/>
                      <a:pt x="7" y="280"/>
                      <a:pt x="8" y="279"/>
                    </a:cubicBezTo>
                    <a:cubicBezTo>
                      <a:pt x="13" y="281"/>
                      <a:pt x="13" y="281"/>
                      <a:pt x="13" y="281"/>
                    </a:cubicBezTo>
                    <a:cubicBezTo>
                      <a:pt x="12" y="284"/>
                      <a:pt x="10" y="285"/>
                      <a:pt x="9" y="286"/>
                    </a:cubicBezTo>
                    <a:close/>
                    <a:moveTo>
                      <a:pt x="15" y="269"/>
                    </a:moveTo>
                    <a:cubicBezTo>
                      <a:pt x="9" y="268"/>
                      <a:pt x="9" y="268"/>
                      <a:pt x="9" y="268"/>
                    </a:cubicBezTo>
                    <a:cubicBezTo>
                      <a:pt x="9" y="267"/>
                      <a:pt x="10" y="265"/>
                      <a:pt x="10" y="263"/>
                    </a:cubicBezTo>
                    <a:cubicBezTo>
                      <a:pt x="10" y="262"/>
                      <a:pt x="11" y="262"/>
                      <a:pt x="11" y="261"/>
                    </a:cubicBezTo>
                    <a:cubicBezTo>
                      <a:pt x="16" y="264"/>
                      <a:pt x="16" y="264"/>
                      <a:pt x="16" y="264"/>
                    </a:cubicBezTo>
                    <a:cubicBezTo>
                      <a:pt x="16" y="264"/>
                      <a:pt x="16" y="265"/>
                      <a:pt x="16" y="265"/>
                    </a:cubicBezTo>
                    <a:cubicBezTo>
                      <a:pt x="15" y="266"/>
                      <a:pt x="15" y="267"/>
                      <a:pt x="15" y="269"/>
                    </a:cubicBezTo>
                    <a:close/>
                    <a:moveTo>
                      <a:pt x="19" y="252"/>
                    </a:moveTo>
                    <a:cubicBezTo>
                      <a:pt x="13" y="252"/>
                      <a:pt x="13" y="252"/>
                      <a:pt x="13" y="252"/>
                    </a:cubicBezTo>
                    <a:cubicBezTo>
                      <a:pt x="14" y="249"/>
                      <a:pt x="14" y="247"/>
                      <a:pt x="14" y="245"/>
                    </a:cubicBezTo>
                    <a:cubicBezTo>
                      <a:pt x="20" y="247"/>
                      <a:pt x="20" y="247"/>
                      <a:pt x="20" y="247"/>
                    </a:cubicBezTo>
                    <a:cubicBezTo>
                      <a:pt x="20" y="248"/>
                      <a:pt x="19" y="250"/>
                      <a:pt x="19" y="252"/>
                    </a:cubicBezTo>
                    <a:close/>
                    <a:moveTo>
                      <a:pt x="26" y="241"/>
                    </a:moveTo>
                    <a:cubicBezTo>
                      <a:pt x="23" y="236"/>
                      <a:pt x="23" y="236"/>
                      <a:pt x="23" y="236"/>
                    </a:cubicBezTo>
                    <a:cubicBezTo>
                      <a:pt x="23" y="236"/>
                      <a:pt x="23" y="236"/>
                      <a:pt x="23" y="237"/>
                    </a:cubicBezTo>
                    <a:cubicBezTo>
                      <a:pt x="23" y="237"/>
                      <a:pt x="23" y="238"/>
                      <a:pt x="23" y="238"/>
                    </a:cubicBezTo>
                    <a:cubicBezTo>
                      <a:pt x="23" y="238"/>
                      <a:pt x="23" y="237"/>
                      <a:pt x="23" y="237"/>
                    </a:cubicBezTo>
                    <a:cubicBezTo>
                      <a:pt x="22" y="237"/>
                      <a:pt x="22" y="236"/>
                      <a:pt x="22" y="236"/>
                    </a:cubicBezTo>
                    <a:cubicBezTo>
                      <a:pt x="26" y="232"/>
                      <a:pt x="26" y="232"/>
                      <a:pt x="26" y="232"/>
                    </a:cubicBezTo>
                    <a:cubicBezTo>
                      <a:pt x="26" y="232"/>
                      <a:pt x="27" y="233"/>
                      <a:pt x="27" y="233"/>
                    </a:cubicBezTo>
                    <a:cubicBezTo>
                      <a:pt x="27" y="234"/>
                      <a:pt x="29" y="235"/>
                      <a:pt x="29" y="237"/>
                    </a:cubicBezTo>
                    <a:cubicBezTo>
                      <a:pt x="29" y="239"/>
                      <a:pt x="28" y="240"/>
                      <a:pt x="26" y="241"/>
                    </a:cubicBezTo>
                    <a:close/>
                    <a:moveTo>
                      <a:pt x="24" y="228"/>
                    </a:moveTo>
                    <a:cubicBezTo>
                      <a:pt x="23" y="222"/>
                      <a:pt x="23" y="222"/>
                      <a:pt x="23" y="222"/>
                    </a:cubicBezTo>
                    <a:cubicBezTo>
                      <a:pt x="24" y="222"/>
                      <a:pt x="25" y="222"/>
                      <a:pt x="25" y="222"/>
                    </a:cubicBezTo>
                    <a:cubicBezTo>
                      <a:pt x="26" y="222"/>
                      <a:pt x="27" y="222"/>
                      <a:pt x="28" y="222"/>
                    </a:cubicBezTo>
                    <a:cubicBezTo>
                      <a:pt x="31" y="227"/>
                      <a:pt x="31" y="227"/>
                      <a:pt x="31" y="227"/>
                    </a:cubicBezTo>
                    <a:cubicBezTo>
                      <a:pt x="29" y="228"/>
                      <a:pt x="27" y="228"/>
                      <a:pt x="25" y="228"/>
                    </a:cubicBezTo>
                    <a:cubicBezTo>
                      <a:pt x="25" y="228"/>
                      <a:pt x="24" y="228"/>
                      <a:pt x="24" y="228"/>
                    </a:cubicBezTo>
                    <a:close/>
                    <a:moveTo>
                      <a:pt x="40" y="216"/>
                    </a:moveTo>
                    <a:cubicBezTo>
                      <a:pt x="34" y="216"/>
                      <a:pt x="34" y="216"/>
                      <a:pt x="34" y="216"/>
                    </a:cubicBezTo>
                    <a:cubicBezTo>
                      <a:pt x="34" y="216"/>
                      <a:pt x="34" y="216"/>
                      <a:pt x="34" y="216"/>
                    </a:cubicBezTo>
                    <a:cubicBezTo>
                      <a:pt x="34" y="212"/>
                      <a:pt x="36" y="211"/>
                      <a:pt x="37" y="210"/>
                    </a:cubicBezTo>
                    <a:cubicBezTo>
                      <a:pt x="37" y="210"/>
                      <a:pt x="38" y="209"/>
                      <a:pt x="38" y="209"/>
                    </a:cubicBezTo>
                    <a:cubicBezTo>
                      <a:pt x="42" y="213"/>
                      <a:pt x="42" y="213"/>
                      <a:pt x="42" y="213"/>
                    </a:cubicBezTo>
                    <a:cubicBezTo>
                      <a:pt x="42" y="214"/>
                      <a:pt x="41" y="214"/>
                      <a:pt x="41" y="214"/>
                    </a:cubicBezTo>
                    <a:cubicBezTo>
                      <a:pt x="40" y="215"/>
                      <a:pt x="40" y="215"/>
                      <a:pt x="40" y="216"/>
                    </a:cubicBezTo>
                    <a:close/>
                    <a:moveTo>
                      <a:pt x="40" y="204"/>
                    </a:moveTo>
                    <a:cubicBezTo>
                      <a:pt x="40" y="198"/>
                      <a:pt x="40" y="198"/>
                      <a:pt x="40" y="198"/>
                    </a:cubicBezTo>
                    <a:cubicBezTo>
                      <a:pt x="40" y="198"/>
                      <a:pt x="41" y="198"/>
                      <a:pt x="41" y="198"/>
                    </a:cubicBezTo>
                    <a:cubicBezTo>
                      <a:pt x="42" y="198"/>
                      <a:pt x="42" y="197"/>
                      <a:pt x="43" y="197"/>
                    </a:cubicBezTo>
                    <a:cubicBezTo>
                      <a:pt x="43" y="197"/>
                      <a:pt x="44" y="197"/>
                      <a:pt x="44" y="197"/>
                    </a:cubicBezTo>
                    <a:cubicBezTo>
                      <a:pt x="46" y="197"/>
                      <a:pt x="48" y="199"/>
                      <a:pt x="48" y="201"/>
                    </a:cubicBezTo>
                    <a:cubicBezTo>
                      <a:pt x="42" y="201"/>
                      <a:pt x="42" y="201"/>
                      <a:pt x="42" y="201"/>
                    </a:cubicBezTo>
                    <a:cubicBezTo>
                      <a:pt x="42" y="202"/>
                      <a:pt x="43" y="203"/>
                      <a:pt x="44" y="203"/>
                    </a:cubicBezTo>
                    <a:cubicBezTo>
                      <a:pt x="44" y="203"/>
                      <a:pt x="43" y="203"/>
                      <a:pt x="43" y="203"/>
                    </a:cubicBezTo>
                    <a:cubicBezTo>
                      <a:pt x="42" y="204"/>
                      <a:pt x="41" y="204"/>
                      <a:pt x="40" y="204"/>
                    </a:cubicBezTo>
                    <a:close/>
                    <a:moveTo>
                      <a:pt x="42" y="193"/>
                    </a:moveTo>
                    <a:cubicBezTo>
                      <a:pt x="37" y="191"/>
                      <a:pt x="37" y="191"/>
                      <a:pt x="37" y="191"/>
                    </a:cubicBezTo>
                    <a:cubicBezTo>
                      <a:pt x="38" y="189"/>
                      <a:pt x="38" y="187"/>
                      <a:pt x="39" y="185"/>
                    </a:cubicBezTo>
                    <a:cubicBezTo>
                      <a:pt x="44" y="187"/>
                      <a:pt x="44" y="187"/>
                      <a:pt x="44" y="187"/>
                    </a:cubicBezTo>
                    <a:cubicBezTo>
                      <a:pt x="44" y="189"/>
                      <a:pt x="43" y="191"/>
                      <a:pt x="42" y="193"/>
                    </a:cubicBezTo>
                    <a:close/>
                    <a:moveTo>
                      <a:pt x="51" y="184"/>
                    </a:moveTo>
                    <a:cubicBezTo>
                      <a:pt x="49" y="184"/>
                      <a:pt x="48" y="183"/>
                      <a:pt x="46" y="181"/>
                    </a:cubicBezTo>
                    <a:cubicBezTo>
                      <a:pt x="50" y="177"/>
                      <a:pt x="50" y="177"/>
                      <a:pt x="50" y="177"/>
                    </a:cubicBezTo>
                    <a:cubicBezTo>
                      <a:pt x="50" y="177"/>
                      <a:pt x="51" y="178"/>
                      <a:pt x="52" y="178"/>
                    </a:cubicBezTo>
                    <a:cubicBezTo>
                      <a:pt x="51" y="178"/>
                      <a:pt x="50" y="178"/>
                      <a:pt x="50" y="178"/>
                    </a:cubicBezTo>
                    <a:cubicBezTo>
                      <a:pt x="55" y="182"/>
                      <a:pt x="55" y="182"/>
                      <a:pt x="55" y="182"/>
                    </a:cubicBezTo>
                    <a:cubicBezTo>
                      <a:pt x="54" y="183"/>
                      <a:pt x="52" y="184"/>
                      <a:pt x="51" y="184"/>
                    </a:cubicBezTo>
                    <a:close/>
                    <a:moveTo>
                      <a:pt x="50" y="170"/>
                    </a:moveTo>
                    <a:cubicBezTo>
                      <a:pt x="50" y="169"/>
                      <a:pt x="49" y="168"/>
                      <a:pt x="48" y="166"/>
                    </a:cubicBezTo>
                    <a:cubicBezTo>
                      <a:pt x="48" y="165"/>
                      <a:pt x="48" y="165"/>
                      <a:pt x="48" y="165"/>
                    </a:cubicBezTo>
                    <a:cubicBezTo>
                      <a:pt x="53" y="162"/>
                      <a:pt x="53" y="162"/>
                      <a:pt x="53" y="162"/>
                    </a:cubicBezTo>
                    <a:cubicBezTo>
                      <a:pt x="53" y="163"/>
                      <a:pt x="53" y="163"/>
                      <a:pt x="53" y="163"/>
                    </a:cubicBezTo>
                    <a:cubicBezTo>
                      <a:pt x="54" y="165"/>
                      <a:pt x="55" y="166"/>
                      <a:pt x="56" y="168"/>
                    </a:cubicBezTo>
                    <a:lnTo>
                      <a:pt x="50" y="170"/>
                    </a:lnTo>
                    <a:close/>
                    <a:moveTo>
                      <a:pt x="42" y="154"/>
                    </a:moveTo>
                    <a:cubicBezTo>
                      <a:pt x="42" y="153"/>
                      <a:pt x="42" y="153"/>
                      <a:pt x="42" y="153"/>
                    </a:cubicBezTo>
                    <a:cubicBezTo>
                      <a:pt x="42" y="151"/>
                      <a:pt x="43" y="150"/>
                      <a:pt x="43" y="148"/>
                    </a:cubicBezTo>
                    <a:cubicBezTo>
                      <a:pt x="43" y="147"/>
                      <a:pt x="43" y="147"/>
                      <a:pt x="43" y="147"/>
                    </a:cubicBezTo>
                    <a:cubicBezTo>
                      <a:pt x="49" y="148"/>
                      <a:pt x="49" y="148"/>
                      <a:pt x="49" y="148"/>
                    </a:cubicBezTo>
                    <a:cubicBezTo>
                      <a:pt x="49" y="149"/>
                      <a:pt x="49" y="149"/>
                      <a:pt x="49" y="149"/>
                    </a:cubicBezTo>
                    <a:cubicBezTo>
                      <a:pt x="48" y="151"/>
                      <a:pt x="48" y="152"/>
                      <a:pt x="48" y="153"/>
                    </a:cubicBezTo>
                    <a:cubicBezTo>
                      <a:pt x="48" y="153"/>
                      <a:pt x="48" y="153"/>
                      <a:pt x="48" y="153"/>
                    </a:cubicBezTo>
                    <a:lnTo>
                      <a:pt x="42" y="154"/>
                    </a:lnTo>
                    <a:close/>
                    <a:moveTo>
                      <a:pt x="52" y="138"/>
                    </a:moveTo>
                    <a:cubicBezTo>
                      <a:pt x="46" y="135"/>
                      <a:pt x="46" y="135"/>
                      <a:pt x="46" y="135"/>
                    </a:cubicBezTo>
                    <a:cubicBezTo>
                      <a:pt x="47" y="133"/>
                      <a:pt x="49" y="131"/>
                      <a:pt x="50" y="130"/>
                    </a:cubicBezTo>
                    <a:cubicBezTo>
                      <a:pt x="54" y="133"/>
                      <a:pt x="54" y="133"/>
                      <a:pt x="54" y="133"/>
                    </a:cubicBezTo>
                    <a:cubicBezTo>
                      <a:pt x="53" y="135"/>
                      <a:pt x="52" y="136"/>
                      <a:pt x="52" y="138"/>
                    </a:cubicBezTo>
                    <a:close/>
                    <a:moveTo>
                      <a:pt x="63" y="128"/>
                    </a:moveTo>
                    <a:cubicBezTo>
                      <a:pt x="61" y="122"/>
                      <a:pt x="61" y="122"/>
                      <a:pt x="61" y="122"/>
                    </a:cubicBezTo>
                    <a:cubicBezTo>
                      <a:pt x="62" y="122"/>
                      <a:pt x="62" y="122"/>
                      <a:pt x="63" y="122"/>
                    </a:cubicBezTo>
                    <a:cubicBezTo>
                      <a:pt x="64" y="121"/>
                      <a:pt x="66" y="121"/>
                      <a:pt x="67" y="121"/>
                    </a:cubicBezTo>
                    <a:cubicBezTo>
                      <a:pt x="68" y="126"/>
                      <a:pt x="68" y="126"/>
                      <a:pt x="68" y="126"/>
                    </a:cubicBezTo>
                    <a:cubicBezTo>
                      <a:pt x="67" y="127"/>
                      <a:pt x="66" y="127"/>
                      <a:pt x="65" y="127"/>
                    </a:cubicBezTo>
                    <a:cubicBezTo>
                      <a:pt x="64" y="128"/>
                      <a:pt x="63" y="128"/>
                      <a:pt x="63" y="128"/>
                    </a:cubicBezTo>
                    <a:close/>
                    <a:moveTo>
                      <a:pt x="80" y="124"/>
                    </a:moveTo>
                    <a:cubicBezTo>
                      <a:pt x="78" y="118"/>
                      <a:pt x="78" y="118"/>
                      <a:pt x="78" y="118"/>
                    </a:cubicBezTo>
                    <a:cubicBezTo>
                      <a:pt x="79" y="118"/>
                      <a:pt x="79" y="117"/>
                      <a:pt x="81" y="115"/>
                    </a:cubicBezTo>
                    <a:cubicBezTo>
                      <a:pt x="85" y="119"/>
                      <a:pt x="85" y="119"/>
                      <a:pt x="85" y="119"/>
                    </a:cubicBezTo>
                    <a:cubicBezTo>
                      <a:pt x="84" y="121"/>
                      <a:pt x="82" y="123"/>
                      <a:pt x="80" y="124"/>
                    </a:cubicBezTo>
                    <a:close/>
                    <a:moveTo>
                      <a:pt x="92" y="109"/>
                    </a:moveTo>
                    <a:cubicBezTo>
                      <a:pt x="87" y="106"/>
                      <a:pt x="87" y="106"/>
                      <a:pt x="87" y="106"/>
                    </a:cubicBezTo>
                    <a:cubicBezTo>
                      <a:pt x="88" y="105"/>
                      <a:pt x="89" y="104"/>
                      <a:pt x="90" y="102"/>
                    </a:cubicBezTo>
                    <a:cubicBezTo>
                      <a:pt x="90" y="102"/>
                      <a:pt x="90" y="102"/>
                      <a:pt x="91" y="101"/>
                    </a:cubicBezTo>
                    <a:cubicBezTo>
                      <a:pt x="96" y="104"/>
                      <a:pt x="96" y="104"/>
                      <a:pt x="96" y="104"/>
                    </a:cubicBezTo>
                    <a:cubicBezTo>
                      <a:pt x="95" y="105"/>
                      <a:pt x="95" y="106"/>
                      <a:pt x="94" y="106"/>
                    </a:cubicBezTo>
                    <a:cubicBezTo>
                      <a:pt x="93" y="107"/>
                      <a:pt x="92" y="108"/>
                      <a:pt x="92" y="109"/>
                    </a:cubicBezTo>
                    <a:close/>
                    <a:moveTo>
                      <a:pt x="87" y="94"/>
                    </a:moveTo>
                    <a:cubicBezTo>
                      <a:pt x="86" y="92"/>
                      <a:pt x="86" y="91"/>
                      <a:pt x="86" y="90"/>
                    </a:cubicBezTo>
                    <a:cubicBezTo>
                      <a:pt x="86" y="89"/>
                      <a:pt x="86" y="88"/>
                      <a:pt x="86" y="87"/>
                    </a:cubicBezTo>
                    <a:cubicBezTo>
                      <a:pt x="87" y="87"/>
                      <a:pt x="87" y="87"/>
                      <a:pt x="87" y="86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2" y="88"/>
                      <a:pt x="92" y="89"/>
                      <a:pt x="92" y="89"/>
                    </a:cubicBezTo>
                    <a:cubicBezTo>
                      <a:pt x="92" y="89"/>
                      <a:pt x="92" y="89"/>
                      <a:pt x="92" y="90"/>
                    </a:cubicBezTo>
                    <a:cubicBezTo>
                      <a:pt x="92" y="90"/>
                      <a:pt x="92" y="91"/>
                      <a:pt x="92" y="91"/>
                    </a:cubicBezTo>
                    <a:lnTo>
                      <a:pt x="87" y="94"/>
                    </a:lnTo>
                    <a:close/>
                    <a:moveTo>
                      <a:pt x="87" y="78"/>
                    </a:moveTo>
                    <a:cubicBezTo>
                      <a:pt x="87" y="78"/>
                      <a:pt x="87" y="78"/>
                      <a:pt x="86" y="78"/>
                    </a:cubicBezTo>
                    <a:cubicBezTo>
                      <a:pt x="86" y="78"/>
                      <a:pt x="85" y="78"/>
                      <a:pt x="85" y="78"/>
                    </a:cubicBezTo>
                    <a:cubicBezTo>
                      <a:pt x="83" y="78"/>
                      <a:pt x="82" y="78"/>
                      <a:pt x="82" y="77"/>
                    </a:cubicBezTo>
                    <a:cubicBezTo>
                      <a:pt x="84" y="72"/>
                      <a:pt x="84" y="72"/>
                      <a:pt x="84" y="72"/>
                    </a:cubicBezTo>
                    <a:cubicBezTo>
                      <a:pt x="84" y="72"/>
                      <a:pt x="85" y="72"/>
                      <a:pt x="85" y="72"/>
                    </a:cubicBezTo>
                    <a:cubicBezTo>
                      <a:pt x="86" y="72"/>
                      <a:pt x="87" y="72"/>
                      <a:pt x="87" y="72"/>
                    </a:cubicBezTo>
                    <a:cubicBezTo>
                      <a:pt x="88" y="73"/>
                      <a:pt x="89" y="73"/>
                      <a:pt x="90" y="73"/>
                    </a:cubicBezTo>
                    <a:lnTo>
                      <a:pt x="87" y="78"/>
                    </a:lnTo>
                    <a:close/>
                    <a:moveTo>
                      <a:pt x="85" y="68"/>
                    </a:moveTo>
                    <a:cubicBezTo>
                      <a:pt x="83" y="62"/>
                      <a:pt x="83" y="62"/>
                      <a:pt x="83" y="62"/>
                    </a:cubicBezTo>
                    <a:cubicBezTo>
                      <a:pt x="84" y="62"/>
                      <a:pt x="84" y="62"/>
                      <a:pt x="84" y="62"/>
                    </a:cubicBezTo>
                    <a:cubicBezTo>
                      <a:pt x="85" y="62"/>
                      <a:pt x="87" y="61"/>
                      <a:pt x="89" y="61"/>
                    </a:cubicBezTo>
                    <a:cubicBezTo>
                      <a:pt x="91" y="66"/>
                      <a:pt x="91" y="66"/>
                      <a:pt x="91" y="66"/>
                    </a:cubicBezTo>
                    <a:cubicBezTo>
                      <a:pt x="89" y="67"/>
                      <a:pt x="87" y="67"/>
                      <a:pt x="85" y="68"/>
                    </a:cubicBezTo>
                    <a:close/>
                    <a:moveTo>
                      <a:pt x="100" y="57"/>
                    </a:moveTo>
                    <a:cubicBezTo>
                      <a:pt x="96" y="53"/>
                      <a:pt x="96" y="53"/>
                      <a:pt x="96" y="53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8" y="51"/>
                      <a:pt x="99" y="50"/>
                      <a:pt x="100" y="49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3" y="54"/>
                      <a:pt x="102" y="55"/>
                      <a:pt x="101" y="56"/>
                    </a:cubicBezTo>
                    <a:lnTo>
                      <a:pt x="100" y="57"/>
                    </a:lnTo>
                    <a:close/>
                    <a:moveTo>
                      <a:pt x="137" y="50"/>
                    </a:moveTo>
                    <a:cubicBezTo>
                      <a:pt x="135" y="44"/>
                      <a:pt x="135" y="44"/>
                      <a:pt x="135" y="44"/>
                    </a:cubicBezTo>
                    <a:cubicBezTo>
                      <a:pt x="135" y="44"/>
                      <a:pt x="136" y="44"/>
                      <a:pt x="136" y="43"/>
                    </a:cubicBezTo>
                    <a:cubicBezTo>
                      <a:pt x="137" y="43"/>
                      <a:pt x="137" y="42"/>
                      <a:pt x="137" y="42"/>
                    </a:cubicBezTo>
                    <a:cubicBezTo>
                      <a:pt x="143" y="44"/>
                      <a:pt x="143" y="44"/>
                      <a:pt x="143" y="44"/>
                    </a:cubicBezTo>
                    <a:cubicBezTo>
                      <a:pt x="142" y="45"/>
                      <a:pt x="141" y="47"/>
                      <a:pt x="140" y="47"/>
                    </a:cubicBezTo>
                    <a:cubicBezTo>
                      <a:pt x="139" y="48"/>
                      <a:pt x="138" y="49"/>
                      <a:pt x="137" y="50"/>
                    </a:cubicBezTo>
                    <a:close/>
                    <a:moveTo>
                      <a:pt x="111" y="43"/>
                    </a:moveTo>
                    <a:cubicBezTo>
                      <a:pt x="106" y="39"/>
                      <a:pt x="106" y="39"/>
                      <a:pt x="106" y="39"/>
                    </a:cubicBezTo>
                    <a:cubicBezTo>
                      <a:pt x="108" y="38"/>
                      <a:pt x="109" y="36"/>
                      <a:pt x="111" y="35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3" y="41"/>
                      <a:pt x="112" y="42"/>
                      <a:pt x="111" y="43"/>
                    </a:cubicBezTo>
                    <a:close/>
                    <a:moveTo>
                      <a:pt x="124" y="43"/>
                    </a:moveTo>
                    <a:cubicBezTo>
                      <a:pt x="124" y="42"/>
                      <a:pt x="123" y="40"/>
                      <a:pt x="122" y="39"/>
                    </a:cubicBezTo>
                    <a:cubicBezTo>
                      <a:pt x="126" y="35"/>
                      <a:pt x="126" y="35"/>
                      <a:pt x="126" y="35"/>
                    </a:cubicBezTo>
                    <a:cubicBezTo>
                      <a:pt x="127" y="36"/>
                      <a:pt x="128" y="38"/>
                      <a:pt x="129" y="40"/>
                    </a:cubicBezTo>
                    <a:lnTo>
                      <a:pt x="124" y="43"/>
                    </a:lnTo>
                    <a:close/>
                    <a:moveTo>
                      <a:pt x="147" y="36"/>
                    </a:moveTo>
                    <a:cubicBezTo>
                      <a:pt x="144" y="30"/>
                      <a:pt x="144" y="30"/>
                      <a:pt x="144" y="30"/>
                    </a:cubicBezTo>
                    <a:cubicBezTo>
                      <a:pt x="145" y="30"/>
                      <a:pt x="146" y="30"/>
                      <a:pt x="147" y="30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8" y="35"/>
                      <a:pt x="148" y="35"/>
                      <a:pt x="148" y="35"/>
                    </a:cubicBezTo>
                    <a:cubicBezTo>
                      <a:pt x="148" y="35"/>
                      <a:pt x="147" y="35"/>
                      <a:pt x="147" y="36"/>
                    </a:cubicBezTo>
                    <a:close/>
                    <a:moveTo>
                      <a:pt x="164" y="33"/>
                    </a:moveTo>
                    <a:cubicBezTo>
                      <a:pt x="162" y="28"/>
                      <a:pt x="162" y="28"/>
                      <a:pt x="162" y="28"/>
                    </a:cubicBezTo>
                    <a:cubicBezTo>
                      <a:pt x="162" y="28"/>
                      <a:pt x="162" y="28"/>
                      <a:pt x="162" y="28"/>
                    </a:cubicBezTo>
                    <a:cubicBezTo>
                      <a:pt x="162" y="28"/>
                      <a:pt x="162" y="27"/>
                      <a:pt x="162" y="27"/>
                    </a:cubicBezTo>
                    <a:cubicBezTo>
                      <a:pt x="162" y="26"/>
                      <a:pt x="162" y="26"/>
                      <a:pt x="162" y="26"/>
                    </a:cubicBezTo>
                    <a:cubicBezTo>
                      <a:pt x="162" y="25"/>
                      <a:pt x="162" y="24"/>
                      <a:pt x="163" y="23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8"/>
                      <a:pt x="168" y="28"/>
                      <a:pt x="168" y="28"/>
                    </a:cubicBezTo>
                    <a:cubicBezTo>
                      <a:pt x="167" y="30"/>
                      <a:pt x="167" y="32"/>
                      <a:pt x="164" y="33"/>
                    </a:cubicBezTo>
                    <a:close/>
                    <a:moveTo>
                      <a:pt x="177" y="24"/>
                    </a:moveTo>
                    <a:cubicBezTo>
                      <a:pt x="175" y="18"/>
                      <a:pt x="175" y="18"/>
                      <a:pt x="175" y="18"/>
                    </a:cubicBezTo>
                    <a:cubicBezTo>
                      <a:pt x="176" y="18"/>
                      <a:pt x="179" y="17"/>
                      <a:pt x="179" y="16"/>
                    </a:cubicBezTo>
                    <a:cubicBezTo>
                      <a:pt x="184" y="20"/>
                      <a:pt x="184" y="20"/>
                      <a:pt x="184" y="20"/>
                    </a:cubicBezTo>
                    <a:cubicBezTo>
                      <a:pt x="182" y="22"/>
                      <a:pt x="180" y="23"/>
                      <a:pt x="177" y="24"/>
                    </a:cubicBezTo>
                    <a:close/>
                    <a:moveTo>
                      <a:pt x="177" y="7"/>
                    </a:moveTo>
                    <a:cubicBezTo>
                      <a:pt x="177" y="7"/>
                      <a:pt x="177" y="6"/>
                      <a:pt x="177" y="6"/>
                    </a:cubicBezTo>
                    <a:cubicBezTo>
                      <a:pt x="177" y="5"/>
                      <a:pt x="178" y="4"/>
                      <a:pt x="178" y="3"/>
                    </a:cubicBezTo>
                    <a:cubicBezTo>
                      <a:pt x="179" y="2"/>
                      <a:pt x="180" y="1"/>
                      <a:pt x="182" y="0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3" y="6"/>
                      <a:pt x="183" y="7"/>
                      <a:pt x="183" y="7"/>
                    </a:cubicBezTo>
                    <a:cubicBezTo>
                      <a:pt x="183" y="6"/>
                      <a:pt x="183" y="6"/>
                      <a:pt x="183" y="6"/>
                    </a:cubicBezTo>
                    <a:lnTo>
                      <a:pt x="177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8" name="ïs1ïďé"/>
              <p:cNvSpPr/>
              <p:nvPr/>
            </p:nvSpPr>
            <p:spPr bwMode="auto">
              <a:xfrm>
                <a:off x="8115300" y="4332288"/>
                <a:ext cx="495300" cy="758825"/>
              </a:xfrm>
              <a:custGeom>
                <a:avLst/>
                <a:gdLst>
                  <a:gd name="T0" fmla="*/ 229 w 231"/>
                  <a:gd name="T1" fmla="*/ 354 h 354"/>
                  <a:gd name="T2" fmla="*/ 213 w 231"/>
                  <a:gd name="T3" fmla="*/ 348 h 354"/>
                  <a:gd name="T4" fmla="*/ 166 w 231"/>
                  <a:gd name="T5" fmla="*/ 335 h 354"/>
                  <a:gd name="T6" fmla="*/ 198 w 231"/>
                  <a:gd name="T7" fmla="*/ 329 h 354"/>
                  <a:gd name="T8" fmla="*/ 112 w 231"/>
                  <a:gd name="T9" fmla="*/ 325 h 354"/>
                  <a:gd name="T10" fmla="*/ 150 w 231"/>
                  <a:gd name="T11" fmla="*/ 329 h 354"/>
                  <a:gd name="T12" fmla="*/ 151 w 231"/>
                  <a:gd name="T13" fmla="*/ 330 h 354"/>
                  <a:gd name="T14" fmla="*/ 173 w 231"/>
                  <a:gd name="T15" fmla="*/ 321 h 354"/>
                  <a:gd name="T16" fmla="*/ 178 w 231"/>
                  <a:gd name="T17" fmla="*/ 329 h 354"/>
                  <a:gd name="T18" fmla="*/ 86 w 231"/>
                  <a:gd name="T19" fmla="*/ 321 h 354"/>
                  <a:gd name="T20" fmla="*/ 98 w 231"/>
                  <a:gd name="T21" fmla="*/ 319 h 354"/>
                  <a:gd name="T22" fmla="*/ 186 w 231"/>
                  <a:gd name="T23" fmla="*/ 322 h 354"/>
                  <a:gd name="T24" fmla="*/ 127 w 231"/>
                  <a:gd name="T25" fmla="*/ 319 h 354"/>
                  <a:gd name="T26" fmla="*/ 133 w 231"/>
                  <a:gd name="T27" fmla="*/ 315 h 354"/>
                  <a:gd name="T28" fmla="*/ 147 w 231"/>
                  <a:gd name="T29" fmla="*/ 312 h 354"/>
                  <a:gd name="T30" fmla="*/ 86 w 231"/>
                  <a:gd name="T31" fmla="*/ 309 h 354"/>
                  <a:gd name="T32" fmla="*/ 136 w 231"/>
                  <a:gd name="T33" fmla="*/ 299 h 354"/>
                  <a:gd name="T34" fmla="*/ 134 w 231"/>
                  <a:gd name="T35" fmla="*/ 305 h 354"/>
                  <a:gd name="T36" fmla="*/ 75 w 231"/>
                  <a:gd name="T37" fmla="*/ 294 h 354"/>
                  <a:gd name="T38" fmla="*/ 69 w 231"/>
                  <a:gd name="T39" fmla="*/ 276 h 354"/>
                  <a:gd name="T40" fmla="*/ 71 w 231"/>
                  <a:gd name="T41" fmla="*/ 264 h 354"/>
                  <a:gd name="T42" fmla="*/ 73 w 231"/>
                  <a:gd name="T43" fmla="*/ 259 h 354"/>
                  <a:gd name="T44" fmla="*/ 40 w 231"/>
                  <a:gd name="T45" fmla="*/ 254 h 354"/>
                  <a:gd name="T46" fmla="*/ 57 w 231"/>
                  <a:gd name="T47" fmla="*/ 259 h 354"/>
                  <a:gd name="T48" fmla="*/ 62 w 231"/>
                  <a:gd name="T49" fmla="*/ 256 h 354"/>
                  <a:gd name="T50" fmla="*/ 44 w 231"/>
                  <a:gd name="T51" fmla="*/ 235 h 354"/>
                  <a:gd name="T52" fmla="*/ 37 w 231"/>
                  <a:gd name="T53" fmla="*/ 221 h 354"/>
                  <a:gd name="T54" fmla="*/ 26 w 231"/>
                  <a:gd name="T55" fmla="*/ 208 h 354"/>
                  <a:gd name="T56" fmla="*/ 13 w 231"/>
                  <a:gd name="T57" fmla="*/ 198 h 354"/>
                  <a:gd name="T58" fmla="*/ 0 w 231"/>
                  <a:gd name="T59" fmla="*/ 183 h 354"/>
                  <a:gd name="T60" fmla="*/ 8 w 231"/>
                  <a:gd name="T61" fmla="*/ 172 h 354"/>
                  <a:gd name="T62" fmla="*/ 7 w 231"/>
                  <a:gd name="T63" fmla="*/ 172 h 354"/>
                  <a:gd name="T64" fmla="*/ 18 w 231"/>
                  <a:gd name="T65" fmla="*/ 160 h 354"/>
                  <a:gd name="T66" fmla="*/ 31 w 231"/>
                  <a:gd name="T67" fmla="*/ 148 h 354"/>
                  <a:gd name="T68" fmla="*/ 37 w 231"/>
                  <a:gd name="T69" fmla="*/ 136 h 354"/>
                  <a:gd name="T70" fmla="*/ 52 w 231"/>
                  <a:gd name="T71" fmla="*/ 130 h 354"/>
                  <a:gd name="T72" fmla="*/ 52 w 231"/>
                  <a:gd name="T73" fmla="*/ 130 h 354"/>
                  <a:gd name="T74" fmla="*/ 61 w 231"/>
                  <a:gd name="T75" fmla="*/ 109 h 354"/>
                  <a:gd name="T76" fmla="*/ 58 w 231"/>
                  <a:gd name="T77" fmla="*/ 94 h 354"/>
                  <a:gd name="T78" fmla="*/ 64 w 231"/>
                  <a:gd name="T79" fmla="*/ 82 h 354"/>
                  <a:gd name="T80" fmla="*/ 64 w 231"/>
                  <a:gd name="T81" fmla="*/ 80 h 354"/>
                  <a:gd name="T82" fmla="*/ 84 w 231"/>
                  <a:gd name="T83" fmla="*/ 69 h 354"/>
                  <a:gd name="T84" fmla="*/ 63 w 231"/>
                  <a:gd name="T85" fmla="*/ 64 h 354"/>
                  <a:gd name="T86" fmla="*/ 93 w 231"/>
                  <a:gd name="T87" fmla="*/ 61 h 354"/>
                  <a:gd name="T88" fmla="*/ 86 w 231"/>
                  <a:gd name="T89" fmla="*/ 49 h 354"/>
                  <a:gd name="T90" fmla="*/ 85 w 231"/>
                  <a:gd name="T91" fmla="*/ 39 h 354"/>
                  <a:gd name="T92" fmla="*/ 87 w 231"/>
                  <a:gd name="T93" fmla="*/ 45 h 354"/>
                  <a:gd name="T94" fmla="*/ 100 w 231"/>
                  <a:gd name="T95" fmla="*/ 35 h 354"/>
                  <a:gd name="T96" fmla="*/ 109 w 231"/>
                  <a:gd name="T97" fmla="*/ 24 h 354"/>
                  <a:gd name="T98" fmla="*/ 109 w 231"/>
                  <a:gd name="T99" fmla="*/ 21 h 354"/>
                  <a:gd name="T100" fmla="*/ 112 w 231"/>
                  <a:gd name="T101" fmla="*/ 1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31" h="354">
                    <a:moveTo>
                      <a:pt x="229" y="354"/>
                    </a:moveTo>
                    <a:cubicBezTo>
                      <a:pt x="229" y="354"/>
                      <a:pt x="227" y="354"/>
                      <a:pt x="224" y="352"/>
                    </a:cubicBezTo>
                    <a:cubicBezTo>
                      <a:pt x="226" y="347"/>
                      <a:pt x="226" y="347"/>
                      <a:pt x="226" y="347"/>
                    </a:cubicBezTo>
                    <a:cubicBezTo>
                      <a:pt x="229" y="348"/>
                      <a:pt x="231" y="349"/>
                      <a:pt x="231" y="349"/>
                    </a:cubicBezTo>
                    <a:lnTo>
                      <a:pt x="229" y="354"/>
                    </a:lnTo>
                    <a:close/>
                    <a:moveTo>
                      <a:pt x="213" y="348"/>
                    </a:moveTo>
                    <a:cubicBezTo>
                      <a:pt x="211" y="347"/>
                      <a:pt x="209" y="346"/>
                      <a:pt x="207" y="344"/>
                    </a:cubicBezTo>
                    <a:cubicBezTo>
                      <a:pt x="211" y="340"/>
                      <a:pt x="211" y="340"/>
                      <a:pt x="211" y="340"/>
                    </a:cubicBezTo>
                    <a:cubicBezTo>
                      <a:pt x="212" y="341"/>
                      <a:pt x="214" y="342"/>
                      <a:pt x="215" y="343"/>
                    </a:cubicBezTo>
                    <a:lnTo>
                      <a:pt x="213" y="348"/>
                    </a:lnTo>
                    <a:close/>
                    <a:moveTo>
                      <a:pt x="162" y="336"/>
                    </a:moveTo>
                    <a:cubicBezTo>
                      <a:pt x="159" y="330"/>
                      <a:pt x="159" y="330"/>
                      <a:pt x="159" y="330"/>
                    </a:cubicBezTo>
                    <a:cubicBezTo>
                      <a:pt x="161" y="330"/>
                      <a:pt x="163" y="329"/>
                      <a:pt x="164" y="329"/>
                    </a:cubicBezTo>
                    <a:cubicBezTo>
                      <a:pt x="165" y="329"/>
                      <a:pt x="165" y="329"/>
                      <a:pt x="166" y="329"/>
                    </a:cubicBezTo>
                    <a:cubicBezTo>
                      <a:pt x="166" y="335"/>
                      <a:pt x="166" y="335"/>
                      <a:pt x="166" y="335"/>
                    </a:cubicBezTo>
                    <a:cubicBezTo>
                      <a:pt x="166" y="335"/>
                      <a:pt x="165" y="335"/>
                      <a:pt x="164" y="335"/>
                    </a:cubicBezTo>
                    <a:cubicBezTo>
                      <a:pt x="164" y="335"/>
                      <a:pt x="162" y="335"/>
                      <a:pt x="162" y="336"/>
                    </a:cubicBezTo>
                    <a:close/>
                    <a:moveTo>
                      <a:pt x="199" y="334"/>
                    </a:moveTo>
                    <a:cubicBezTo>
                      <a:pt x="199" y="333"/>
                      <a:pt x="199" y="333"/>
                      <a:pt x="199" y="333"/>
                    </a:cubicBezTo>
                    <a:cubicBezTo>
                      <a:pt x="198" y="332"/>
                      <a:pt x="198" y="330"/>
                      <a:pt x="198" y="329"/>
                    </a:cubicBezTo>
                    <a:cubicBezTo>
                      <a:pt x="203" y="327"/>
                      <a:pt x="203" y="327"/>
                      <a:pt x="203" y="327"/>
                    </a:cubicBezTo>
                    <a:cubicBezTo>
                      <a:pt x="204" y="329"/>
                      <a:pt x="204" y="331"/>
                      <a:pt x="204" y="333"/>
                    </a:cubicBezTo>
                    <a:lnTo>
                      <a:pt x="199" y="334"/>
                    </a:lnTo>
                    <a:close/>
                    <a:moveTo>
                      <a:pt x="114" y="330"/>
                    </a:moveTo>
                    <a:cubicBezTo>
                      <a:pt x="112" y="325"/>
                      <a:pt x="112" y="325"/>
                      <a:pt x="112" y="325"/>
                    </a:cubicBezTo>
                    <a:cubicBezTo>
                      <a:pt x="113" y="324"/>
                      <a:pt x="115" y="323"/>
                      <a:pt x="116" y="322"/>
                    </a:cubicBezTo>
                    <a:cubicBezTo>
                      <a:pt x="120" y="327"/>
                      <a:pt x="120" y="327"/>
                      <a:pt x="120" y="327"/>
                    </a:cubicBezTo>
                    <a:cubicBezTo>
                      <a:pt x="118" y="328"/>
                      <a:pt x="116" y="329"/>
                      <a:pt x="114" y="330"/>
                    </a:cubicBezTo>
                    <a:close/>
                    <a:moveTo>
                      <a:pt x="151" y="330"/>
                    </a:moveTo>
                    <a:cubicBezTo>
                      <a:pt x="150" y="329"/>
                      <a:pt x="150" y="329"/>
                      <a:pt x="150" y="329"/>
                    </a:cubicBezTo>
                    <a:cubicBezTo>
                      <a:pt x="148" y="328"/>
                      <a:pt x="147" y="326"/>
                      <a:pt x="146" y="325"/>
                    </a:cubicBezTo>
                    <a:cubicBezTo>
                      <a:pt x="151" y="322"/>
                      <a:pt x="151" y="322"/>
                      <a:pt x="151" y="322"/>
                    </a:cubicBezTo>
                    <a:cubicBezTo>
                      <a:pt x="152" y="323"/>
                      <a:pt x="153" y="324"/>
                      <a:pt x="154" y="325"/>
                    </a:cubicBezTo>
                    <a:cubicBezTo>
                      <a:pt x="155" y="326"/>
                      <a:pt x="155" y="326"/>
                      <a:pt x="155" y="326"/>
                    </a:cubicBezTo>
                    <a:lnTo>
                      <a:pt x="151" y="330"/>
                    </a:lnTo>
                    <a:close/>
                    <a:moveTo>
                      <a:pt x="178" y="329"/>
                    </a:moveTo>
                    <a:cubicBezTo>
                      <a:pt x="177" y="329"/>
                      <a:pt x="177" y="329"/>
                      <a:pt x="176" y="329"/>
                    </a:cubicBezTo>
                    <a:cubicBezTo>
                      <a:pt x="175" y="328"/>
                      <a:pt x="174" y="328"/>
                      <a:pt x="173" y="328"/>
                    </a:cubicBezTo>
                    <a:cubicBezTo>
                      <a:pt x="173" y="327"/>
                      <a:pt x="172" y="327"/>
                      <a:pt x="172" y="327"/>
                    </a:cubicBezTo>
                    <a:cubicBezTo>
                      <a:pt x="173" y="321"/>
                      <a:pt x="173" y="321"/>
                      <a:pt x="173" y="321"/>
                    </a:cubicBezTo>
                    <a:cubicBezTo>
                      <a:pt x="174" y="321"/>
                      <a:pt x="175" y="322"/>
                      <a:pt x="176" y="322"/>
                    </a:cubicBezTo>
                    <a:cubicBezTo>
                      <a:pt x="176" y="323"/>
                      <a:pt x="177" y="323"/>
                      <a:pt x="178" y="323"/>
                    </a:cubicBezTo>
                    <a:cubicBezTo>
                      <a:pt x="178" y="329"/>
                      <a:pt x="178" y="329"/>
                      <a:pt x="178" y="329"/>
                    </a:cubicBezTo>
                    <a:cubicBezTo>
                      <a:pt x="178" y="329"/>
                      <a:pt x="178" y="329"/>
                      <a:pt x="178" y="329"/>
                    </a:cubicBezTo>
                    <a:cubicBezTo>
                      <a:pt x="178" y="329"/>
                      <a:pt x="178" y="329"/>
                      <a:pt x="178" y="329"/>
                    </a:cubicBezTo>
                    <a:close/>
                    <a:moveTo>
                      <a:pt x="87" y="327"/>
                    </a:moveTo>
                    <a:cubicBezTo>
                      <a:pt x="81" y="327"/>
                      <a:pt x="81" y="324"/>
                      <a:pt x="81" y="322"/>
                    </a:cubicBezTo>
                    <a:cubicBezTo>
                      <a:pt x="81" y="322"/>
                      <a:pt x="81" y="321"/>
                      <a:pt x="81" y="321"/>
                    </a:cubicBezTo>
                    <a:cubicBezTo>
                      <a:pt x="86" y="321"/>
                      <a:pt x="86" y="321"/>
                      <a:pt x="86" y="321"/>
                    </a:cubicBezTo>
                    <a:cubicBezTo>
                      <a:pt x="86" y="321"/>
                      <a:pt x="86" y="321"/>
                      <a:pt x="86" y="321"/>
                    </a:cubicBezTo>
                    <a:cubicBezTo>
                      <a:pt x="86" y="321"/>
                      <a:pt x="86" y="321"/>
                      <a:pt x="87" y="321"/>
                    </a:cubicBezTo>
                    <a:cubicBezTo>
                      <a:pt x="87" y="327"/>
                      <a:pt x="87" y="327"/>
                      <a:pt x="87" y="327"/>
                    </a:cubicBezTo>
                    <a:close/>
                    <a:moveTo>
                      <a:pt x="102" y="325"/>
                    </a:moveTo>
                    <a:cubicBezTo>
                      <a:pt x="101" y="325"/>
                      <a:pt x="101" y="324"/>
                      <a:pt x="100" y="325"/>
                    </a:cubicBezTo>
                    <a:cubicBezTo>
                      <a:pt x="98" y="319"/>
                      <a:pt x="98" y="319"/>
                      <a:pt x="98" y="319"/>
                    </a:cubicBezTo>
                    <a:cubicBezTo>
                      <a:pt x="98" y="319"/>
                      <a:pt x="98" y="319"/>
                      <a:pt x="98" y="319"/>
                    </a:cubicBezTo>
                    <a:cubicBezTo>
                      <a:pt x="101" y="318"/>
                      <a:pt x="104" y="319"/>
                      <a:pt x="106" y="321"/>
                    </a:cubicBezTo>
                    <a:lnTo>
                      <a:pt x="102" y="325"/>
                    </a:lnTo>
                    <a:close/>
                    <a:moveTo>
                      <a:pt x="190" y="323"/>
                    </a:moveTo>
                    <a:cubicBezTo>
                      <a:pt x="189" y="323"/>
                      <a:pt x="187" y="322"/>
                      <a:pt x="186" y="322"/>
                    </a:cubicBezTo>
                    <a:cubicBezTo>
                      <a:pt x="186" y="316"/>
                      <a:pt x="186" y="316"/>
                      <a:pt x="186" y="316"/>
                    </a:cubicBezTo>
                    <a:cubicBezTo>
                      <a:pt x="188" y="316"/>
                      <a:pt x="191" y="317"/>
                      <a:pt x="193" y="318"/>
                    </a:cubicBezTo>
                    <a:lnTo>
                      <a:pt x="190" y="323"/>
                    </a:lnTo>
                    <a:close/>
                    <a:moveTo>
                      <a:pt x="128" y="319"/>
                    </a:moveTo>
                    <a:cubicBezTo>
                      <a:pt x="127" y="319"/>
                      <a:pt x="127" y="319"/>
                      <a:pt x="127" y="319"/>
                    </a:cubicBezTo>
                    <a:cubicBezTo>
                      <a:pt x="127" y="319"/>
                      <a:pt x="127" y="319"/>
                      <a:pt x="127" y="319"/>
                    </a:cubicBezTo>
                    <a:cubicBezTo>
                      <a:pt x="125" y="313"/>
                      <a:pt x="125" y="313"/>
                      <a:pt x="125" y="313"/>
                    </a:cubicBezTo>
                    <a:cubicBezTo>
                      <a:pt x="126" y="313"/>
                      <a:pt x="127" y="313"/>
                      <a:pt x="128" y="313"/>
                    </a:cubicBezTo>
                    <a:cubicBezTo>
                      <a:pt x="128" y="313"/>
                      <a:pt x="128" y="313"/>
                      <a:pt x="128" y="313"/>
                    </a:cubicBezTo>
                    <a:cubicBezTo>
                      <a:pt x="133" y="315"/>
                      <a:pt x="133" y="315"/>
                      <a:pt x="133" y="315"/>
                    </a:cubicBezTo>
                    <a:cubicBezTo>
                      <a:pt x="132" y="318"/>
                      <a:pt x="130" y="319"/>
                      <a:pt x="128" y="319"/>
                    </a:cubicBezTo>
                    <a:close/>
                    <a:moveTo>
                      <a:pt x="145" y="317"/>
                    </a:moveTo>
                    <a:cubicBezTo>
                      <a:pt x="143" y="316"/>
                      <a:pt x="140" y="315"/>
                      <a:pt x="139" y="311"/>
                    </a:cubicBezTo>
                    <a:cubicBezTo>
                      <a:pt x="145" y="309"/>
                      <a:pt x="145" y="309"/>
                      <a:pt x="145" y="309"/>
                    </a:cubicBezTo>
                    <a:cubicBezTo>
                      <a:pt x="145" y="311"/>
                      <a:pt x="146" y="311"/>
                      <a:pt x="147" y="312"/>
                    </a:cubicBezTo>
                    <a:lnTo>
                      <a:pt x="145" y="317"/>
                    </a:lnTo>
                    <a:close/>
                    <a:moveTo>
                      <a:pt x="81" y="310"/>
                    </a:moveTo>
                    <a:cubicBezTo>
                      <a:pt x="80" y="308"/>
                      <a:pt x="80" y="306"/>
                      <a:pt x="79" y="305"/>
                    </a:cubicBezTo>
                    <a:cubicBezTo>
                      <a:pt x="85" y="303"/>
                      <a:pt x="85" y="303"/>
                      <a:pt x="85" y="303"/>
                    </a:cubicBezTo>
                    <a:cubicBezTo>
                      <a:pt x="85" y="305"/>
                      <a:pt x="86" y="306"/>
                      <a:pt x="86" y="309"/>
                    </a:cubicBezTo>
                    <a:lnTo>
                      <a:pt x="81" y="310"/>
                    </a:lnTo>
                    <a:close/>
                    <a:moveTo>
                      <a:pt x="134" y="305"/>
                    </a:moveTo>
                    <a:cubicBezTo>
                      <a:pt x="131" y="300"/>
                      <a:pt x="131" y="300"/>
                      <a:pt x="131" y="300"/>
                    </a:cubicBezTo>
                    <a:cubicBezTo>
                      <a:pt x="132" y="300"/>
                      <a:pt x="133" y="300"/>
                      <a:pt x="133" y="299"/>
                    </a:cubicBezTo>
                    <a:cubicBezTo>
                      <a:pt x="134" y="299"/>
                      <a:pt x="135" y="299"/>
                      <a:pt x="136" y="299"/>
                    </a:cubicBezTo>
                    <a:cubicBezTo>
                      <a:pt x="136" y="299"/>
                      <a:pt x="136" y="298"/>
                      <a:pt x="137" y="298"/>
                    </a:cubicBezTo>
                    <a:cubicBezTo>
                      <a:pt x="139" y="304"/>
                      <a:pt x="139" y="304"/>
                      <a:pt x="139" y="304"/>
                    </a:cubicBezTo>
                    <a:cubicBezTo>
                      <a:pt x="138" y="304"/>
                      <a:pt x="138" y="304"/>
                      <a:pt x="138" y="304"/>
                    </a:cubicBezTo>
                    <a:cubicBezTo>
                      <a:pt x="137" y="305"/>
                      <a:pt x="136" y="305"/>
                      <a:pt x="135" y="305"/>
                    </a:cubicBezTo>
                    <a:cubicBezTo>
                      <a:pt x="134" y="305"/>
                      <a:pt x="134" y="305"/>
                      <a:pt x="134" y="305"/>
                    </a:cubicBezTo>
                    <a:close/>
                    <a:moveTo>
                      <a:pt x="75" y="294"/>
                    </a:moveTo>
                    <a:cubicBezTo>
                      <a:pt x="74" y="292"/>
                      <a:pt x="73" y="291"/>
                      <a:pt x="72" y="290"/>
                    </a:cubicBezTo>
                    <a:cubicBezTo>
                      <a:pt x="77" y="286"/>
                      <a:pt x="77" y="286"/>
                      <a:pt x="77" y="286"/>
                    </a:cubicBezTo>
                    <a:cubicBezTo>
                      <a:pt x="78" y="288"/>
                      <a:pt x="79" y="290"/>
                      <a:pt x="80" y="292"/>
                    </a:cubicBezTo>
                    <a:lnTo>
                      <a:pt x="75" y="294"/>
                    </a:lnTo>
                    <a:close/>
                    <a:moveTo>
                      <a:pt x="64" y="282"/>
                    </a:moveTo>
                    <a:cubicBezTo>
                      <a:pt x="63" y="280"/>
                      <a:pt x="62" y="279"/>
                      <a:pt x="62" y="277"/>
                    </a:cubicBezTo>
                    <a:cubicBezTo>
                      <a:pt x="62" y="277"/>
                      <a:pt x="63" y="276"/>
                      <a:pt x="63" y="275"/>
                    </a:cubicBezTo>
                    <a:cubicBezTo>
                      <a:pt x="63" y="274"/>
                      <a:pt x="63" y="274"/>
                      <a:pt x="64" y="273"/>
                    </a:cubicBezTo>
                    <a:cubicBezTo>
                      <a:pt x="69" y="276"/>
                      <a:pt x="69" y="276"/>
                      <a:pt x="69" y="276"/>
                    </a:cubicBezTo>
                    <a:cubicBezTo>
                      <a:pt x="69" y="276"/>
                      <a:pt x="68" y="277"/>
                      <a:pt x="68" y="277"/>
                    </a:cubicBezTo>
                    <a:cubicBezTo>
                      <a:pt x="68" y="278"/>
                      <a:pt x="68" y="278"/>
                      <a:pt x="69" y="278"/>
                    </a:cubicBezTo>
                    <a:lnTo>
                      <a:pt x="64" y="282"/>
                    </a:lnTo>
                    <a:close/>
                    <a:moveTo>
                      <a:pt x="68" y="265"/>
                    </a:moveTo>
                    <a:cubicBezTo>
                      <a:pt x="71" y="264"/>
                      <a:pt x="71" y="264"/>
                      <a:pt x="71" y="264"/>
                    </a:cubicBezTo>
                    <a:cubicBezTo>
                      <a:pt x="68" y="265"/>
                      <a:pt x="68" y="265"/>
                      <a:pt x="68" y="265"/>
                    </a:cubicBezTo>
                    <a:cubicBezTo>
                      <a:pt x="68" y="263"/>
                      <a:pt x="67" y="262"/>
                      <a:pt x="67" y="259"/>
                    </a:cubicBezTo>
                    <a:cubicBezTo>
                      <a:pt x="67" y="259"/>
                      <a:pt x="67" y="259"/>
                      <a:pt x="67" y="259"/>
                    </a:cubicBezTo>
                    <a:cubicBezTo>
                      <a:pt x="73" y="258"/>
                      <a:pt x="73" y="258"/>
                      <a:pt x="73" y="258"/>
                    </a:cubicBezTo>
                    <a:cubicBezTo>
                      <a:pt x="73" y="258"/>
                      <a:pt x="73" y="259"/>
                      <a:pt x="73" y="259"/>
                    </a:cubicBezTo>
                    <a:cubicBezTo>
                      <a:pt x="73" y="261"/>
                      <a:pt x="73" y="262"/>
                      <a:pt x="74" y="263"/>
                    </a:cubicBezTo>
                    <a:cubicBezTo>
                      <a:pt x="71" y="264"/>
                      <a:pt x="71" y="264"/>
                      <a:pt x="71" y="264"/>
                    </a:cubicBezTo>
                    <a:lnTo>
                      <a:pt x="68" y="265"/>
                    </a:lnTo>
                    <a:close/>
                    <a:moveTo>
                      <a:pt x="46" y="260"/>
                    </a:moveTo>
                    <a:cubicBezTo>
                      <a:pt x="42" y="260"/>
                      <a:pt x="41" y="256"/>
                      <a:pt x="40" y="254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46" y="254"/>
                      <a:pt x="47" y="255"/>
                      <a:pt x="47" y="255"/>
                    </a:cubicBezTo>
                    <a:cubicBezTo>
                      <a:pt x="47" y="255"/>
                      <a:pt x="47" y="254"/>
                      <a:pt x="46" y="254"/>
                    </a:cubicBezTo>
                    <a:lnTo>
                      <a:pt x="46" y="260"/>
                    </a:lnTo>
                    <a:close/>
                    <a:moveTo>
                      <a:pt x="57" y="259"/>
                    </a:moveTo>
                    <a:cubicBezTo>
                      <a:pt x="55" y="254"/>
                      <a:pt x="55" y="254"/>
                      <a:pt x="55" y="254"/>
                    </a:cubicBezTo>
                    <a:cubicBezTo>
                      <a:pt x="56" y="253"/>
                      <a:pt x="58" y="252"/>
                      <a:pt x="59" y="251"/>
                    </a:cubicBezTo>
                    <a:cubicBezTo>
                      <a:pt x="60" y="251"/>
                      <a:pt x="60" y="251"/>
                      <a:pt x="60" y="251"/>
                    </a:cubicBezTo>
                    <a:cubicBezTo>
                      <a:pt x="63" y="256"/>
                      <a:pt x="63" y="256"/>
                      <a:pt x="63" y="256"/>
                    </a:cubicBezTo>
                    <a:cubicBezTo>
                      <a:pt x="62" y="256"/>
                      <a:pt x="62" y="256"/>
                      <a:pt x="62" y="256"/>
                    </a:cubicBezTo>
                    <a:cubicBezTo>
                      <a:pt x="61" y="257"/>
                      <a:pt x="59" y="258"/>
                      <a:pt x="57" y="259"/>
                    </a:cubicBezTo>
                    <a:close/>
                    <a:moveTo>
                      <a:pt x="40" y="242"/>
                    </a:moveTo>
                    <a:cubicBezTo>
                      <a:pt x="40" y="241"/>
                      <a:pt x="40" y="241"/>
                      <a:pt x="39" y="240"/>
                    </a:cubicBezTo>
                    <a:cubicBezTo>
                      <a:pt x="39" y="238"/>
                      <a:pt x="38" y="237"/>
                      <a:pt x="38" y="236"/>
                    </a:cubicBezTo>
                    <a:cubicBezTo>
                      <a:pt x="44" y="235"/>
                      <a:pt x="44" y="235"/>
                      <a:pt x="44" y="235"/>
                    </a:cubicBezTo>
                    <a:cubicBezTo>
                      <a:pt x="44" y="236"/>
                      <a:pt x="44" y="237"/>
                      <a:pt x="45" y="238"/>
                    </a:cubicBezTo>
                    <a:cubicBezTo>
                      <a:pt x="45" y="239"/>
                      <a:pt x="45" y="240"/>
                      <a:pt x="46" y="241"/>
                    </a:cubicBezTo>
                    <a:lnTo>
                      <a:pt x="40" y="242"/>
                    </a:lnTo>
                    <a:close/>
                    <a:moveTo>
                      <a:pt x="39" y="225"/>
                    </a:moveTo>
                    <a:cubicBezTo>
                      <a:pt x="39" y="224"/>
                      <a:pt x="38" y="222"/>
                      <a:pt x="37" y="221"/>
                    </a:cubicBezTo>
                    <a:cubicBezTo>
                      <a:pt x="42" y="217"/>
                      <a:pt x="42" y="217"/>
                      <a:pt x="42" y="217"/>
                    </a:cubicBezTo>
                    <a:cubicBezTo>
                      <a:pt x="43" y="220"/>
                      <a:pt x="44" y="222"/>
                      <a:pt x="45" y="224"/>
                    </a:cubicBezTo>
                    <a:lnTo>
                      <a:pt x="39" y="225"/>
                    </a:lnTo>
                    <a:close/>
                    <a:moveTo>
                      <a:pt x="30" y="212"/>
                    </a:moveTo>
                    <a:cubicBezTo>
                      <a:pt x="26" y="208"/>
                      <a:pt x="26" y="208"/>
                      <a:pt x="26" y="208"/>
                    </a:cubicBezTo>
                    <a:cubicBezTo>
                      <a:pt x="31" y="204"/>
                      <a:pt x="31" y="204"/>
                      <a:pt x="31" y="204"/>
                    </a:cubicBezTo>
                    <a:cubicBezTo>
                      <a:pt x="35" y="208"/>
                      <a:pt x="35" y="208"/>
                      <a:pt x="35" y="208"/>
                    </a:cubicBezTo>
                    <a:lnTo>
                      <a:pt x="30" y="212"/>
                    </a:lnTo>
                    <a:close/>
                    <a:moveTo>
                      <a:pt x="18" y="201"/>
                    </a:moveTo>
                    <a:cubicBezTo>
                      <a:pt x="17" y="200"/>
                      <a:pt x="15" y="199"/>
                      <a:pt x="13" y="198"/>
                    </a:cubicBezTo>
                    <a:cubicBezTo>
                      <a:pt x="16" y="193"/>
                      <a:pt x="16" y="193"/>
                      <a:pt x="16" y="193"/>
                    </a:cubicBezTo>
                    <a:cubicBezTo>
                      <a:pt x="17" y="194"/>
                      <a:pt x="19" y="195"/>
                      <a:pt x="21" y="196"/>
                    </a:cubicBezTo>
                    <a:lnTo>
                      <a:pt x="18" y="201"/>
                    </a:lnTo>
                    <a:close/>
                    <a:moveTo>
                      <a:pt x="3" y="190"/>
                    </a:moveTo>
                    <a:cubicBezTo>
                      <a:pt x="1" y="188"/>
                      <a:pt x="1" y="186"/>
                      <a:pt x="0" y="183"/>
                    </a:cubicBezTo>
                    <a:cubicBezTo>
                      <a:pt x="6" y="183"/>
                      <a:pt x="6" y="183"/>
                      <a:pt x="6" y="183"/>
                    </a:cubicBezTo>
                    <a:cubicBezTo>
                      <a:pt x="6" y="184"/>
                      <a:pt x="7" y="185"/>
                      <a:pt x="8" y="187"/>
                    </a:cubicBezTo>
                    <a:lnTo>
                      <a:pt x="3" y="190"/>
                    </a:lnTo>
                    <a:close/>
                    <a:moveTo>
                      <a:pt x="7" y="172"/>
                    </a:moveTo>
                    <a:cubicBezTo>
                      <a:pt x="7" y="172"/>
                      <a:pt x="8" y="172"/>
                      <a:pt x="8" y="172"/>
                    </a:cubicBezTo>
                    <a:cubicBezTo>
                      <a:pt x="2" y="170"/>
                      <a:pt x="2" y="170"/>
                      <a:pt x="2" y="170"/>
                    </a:cubicBezTo>
                    <a:cubicBezTo>
                      <a:pt x="3" y="167"/>
                      <a:pt x="5" y="167"/>
                      <a:pt x="7" y="167"/>
                    </a:cubicBezTo>
                    <a:cubicBezTo>
                      <a:pt x="8" y="167"/>
                      <a:pt x="8" y="166"/>
                      <a:pt x="9" y="166"/>
                    </a:cubicBezTo>
                    <a:cubicBezTo>
                      <a:pt x="11" y="172"/>
                      <a:pt x="11" y="172"/>
                      <a:pt x="11" y="172"/>
                    </a:cubicBezTo>
                    <a:cubicBezTo>
                      <a:pt x="10" y="172"/>
                      <a:pt x="8" y="172"/>
                      <a:pt x="7" y="172"/>
                    </a:cubicBezTo>
                    <a:close/>
                    <a:moveTo>
                      <a:pt x="18" y="160"/>
                    </a:moveTo>
                    <a:cubicBezTo>
                      <a:pt x="13" y="159"/>
                      <a:pt x="13" y="159"/>
                      <a:pt x="13" y="159"/>
                    </a:cubicBezTo>
                    <a:cubicBezTo>
                      <a:pt x="13" y="157"/>
                      <a:pt x="14" y="155"/>
                      <a:pt x="16" y="153"/>
                    </a:cubicBezTo>
                    <a:cubicBezTo>
                      <a:pt x="20" y="157"/>
                      <a:pt x="20" y="157"/>
                      <a:pt x="20" y="157"/>
                    </a:cubicBezTo>
                    <a:cubicBezTo>
                      <a:pt x="19" y="158"/>
                      <a:pt x="19" y="159"/>
                      <a:pt x="18" y="160"/>
                    </a:cubicBezTo>
                    <a:close/>
                    <a:moveTo>
                      <a:pt x="26" y="149"/>
                    </a:moveTo>
                    <a:cubicBezTo>
                      <a:pt x="24" y="143"/>
                      <a:pt x="24" y="143"/>
                      <a:pt x="24" y="143"/>
                    </a:cubicBezTo>
                    <a:cubicBezTo>
                      <a:pt x="25" y="143"/>
                      <a:pt x="26" y="143"/>
                      <a:pt x="27" y="143"/>
                    </a:cubicBezTo>
                    <a:cubicBezTo>
                      <a:pt x="28" y="143"/>
                      <a:pt x="30" y="142"/>
                      <a:pt x="31" y="142"/>
                    </a:cubicBezTo>
                    <a:cubicBezTo>
                      <a:pt x="31" y="148"/>
                      <a:pt x="31" y="148"/>
                      <a:pt x="31" y="148"/>
                    </a:cubicBezTo>
                    <a:cubicBezTo>
                      <a:pt x="30" y="148"/>
                      <a:pt x="29" y="148"/>
                      <a:pt x="27" y="149"/>
                    </a:cubicBezTo>
                    <a:cubicBezTo>
                      <a:pt x="27" y="149"/>
                      <a:pt x="26" y="149"/>
                      <a:pt x="26" y="149"/>
                    </a:cubicBezTo>
                    <a:close/>
                    <a:moveTo>
                      <a:pt x="42" y="140"/>
                    </a:moveTo>
                    <a:cubicBezTo>
                      <a:pt x="36" y="138"/>
                      <a:pt x="36" y="138"/>
                      <a:pt x="36" y="138"/>
                    </a:cubicBezTo>
                    <a:cubicBezTo>
                      <a:pt x="36" y="137"/>
                      <a:pt x="37" y="137"/>
                      <a:pt x="37" y="136"/>
                    </a:cubicBezTo>
                    <a:cubicBezTo>
                      <a:pt x="37" y="135"/>
                      <a:pt x="37" y="133"/>
                      <a:pt x="38" y="132"/>
                    </a:cubicBezTo>
                    <a:cubicBezTo>
                      <a:pt x="43" y="135"/>
                      <a:pt x="43" y="135"/>
                      <a:pt x="43" y="135"/>
                    </a:cubicBezTo>
                    <a:cubicBezTo>
                      <a:pt x="43" y="136"/>
                      <a:pt x="42" y="136"/>
                      <a:pt x="42" y="136"/>
                    </a:cubicBezTo>
                    <a:cubicBezTo>
                      <a:pt x="42" y="137"/>
                      <a:pt x="42" y="138"/>
                      <a:pt x="42" y="140"/>
                    </a:cubicBezTo>
                    <a:close/>
                    <a:moveTo>
                      <a:pt x="52" y="130"/>
                    </a:moveTo>
                    <a:cubicBezTo>
                      <a:pt x="49" y="125"/>
                      <a:pt x="49" y="125"/>
                      <a:pt x="49" y="125"/>
                    </a:cubicBezTo>
                    <a:cubicBezTo>
                      <a:pt x="50" y="124"/>
                      <a:pt x="50" y="123"/>
                      <a:pt x="51" y="123"/>
                    </a:cubicBezTo>
                    <a:cubicBezTo>
                      <a:pt x="57" y="124"/>
                      <a:pt x="57" y="124"/>
                      <a:pt x="57" y="124"/>
                    </a:cubicBezTo>
                    <a:cubicBezTo>
                      <a:pt x="57" y="125"/>
                      <a:pt x="56" y="126"/>
                      <a:pt x="55" y="127"/>
                    </a:cubicBezTo>
                    <a:cubicBezTo>
                      <a:pt x="54" y="128"/>
                      <a:pt x="53" y="129"/>
                      <a:pt x="52" y="130"/>
                    </a:cubicBezTo>
                    <a:close/>
                    <a:moveTo>
                      <a:pt x="58" y="113"/>
                    </a:move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4" y="109"/>
                    </a:cubicBezTo>
                    <a:cubicBezTo>
                      <a:pt x="55" y="108"/>
                      <a:pt x="56" y="106"/>
                      <a:pt x="58" y="105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0" y="110"/>
                      <a:pt x="59" y="111"/>
                      <a:pt x="58" y="113"/>
                    </a:cubicBezTo>
                    <a:cubicBezTo>
                      <a:pt x="58" y="113"/>
                      <a:pt x="58" y="113"/>
                      <a:pt x="58" y="113"/>
                    </a:cubicBezTo>
                    <a:close/>
                    <a:moveTo>
                      <a:pt x="61" y="99"/>
                    </a:moveTo>
                    <a:cubicBezTo>
                      <a:pt x="60" y="98"/>
                      <a:pt x="59" y="97"/>
                      <a:pt x="59" y="96"/>
                    </a:cubicBezTo>
                    <a:cubicBezTo>
                      <a:pt x="58" y="96"/>
                      <a:pt x="58" y="95"/>
                      <a:pt x="58" y="94"/>
                    </a:cubicBezTo>
                    <a:cubicBezTo>
                      <a:pt x="63" y="91"/>
                      <a:pt x="63" y="91"/>
                      <a:pt x="63" y="91"/>
                    </a:cubicBezTo>
                    <a:cubicBezTo>
                      <a:pt x="63" y="92"/>
                      <a:pt x="63" y="93"/>
                      <a:pt x="64" y="93"/>
                    </a:cubicBezTo>
                    <a:cubicBezTo>
                      <a:pt x="64" y="94"/>
                      <a:pt x="65" y="95"/>
                      <a:pt x="66" y="96"/>
                    </a:cubicBezTo>
                    <a:lnTo>
                      <a:pt x="61" y="99"/>
                    </a:lnTo>
                    <a:close/>
                    <a:moveTo>
                      <a:pt x="64" y="82"/>
                    </a:moveTo>
                    <a:cubicBezTo>
                      <a:pt x="58" y="81"/>
                      <a:pt x="58" y="81"/>
                      <a:pt x="58" y="81"/>
                    </a:cubicBezTo>
                    <a:cubicBezTo>
                      <a:pt x="58" y="81"/>
                      <a:pt x="58" y="80"/>
                      <a:pt x="58" y="80"/>
                    </a:cubicBezTo>
                    <a:cubicBezTo>
                      <a:pt x="58" y="78"/>
                      <a:pt x="58" y="78"/>
                      <a:pt x="57" y="77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63" y="75"/>
                      <a:pt x="64" y="77"/>
                      <a:pt x="64" y="80"/>
                    </a:cubicBezTo>
                    <a:cubicBezTo>
                      <a:pt x="64" y="80"/>
                      <a:pt x="64" y="81"/>
                      <a:pt x="64" y="82"/>
                    </a:cubicBezTo>
                    <a:close/>
                    <a:moveTo>
                      <a:pt x="82" y="76"/>
                    </a:moveTo>
                    <a:cubicBezTo>
                      <a:pt x="81" y="76"/>
                      <a:pt x="80" y="75"/>
                      <a:pt x="79" y="75"/>
                    </a:cubicBezTo>
                    <a:cubicBezTo>
                      <a:pt x="80" y="70"/>
                      <a:pt x="80" y="70"/>
                      <a:pt x="80" y="70"/>
                    </a:cubicBezTo>
                    <a:cubicBezTo>
                      <a:pt x="82" y="70"/>
                      <a:pt x="83" y="70"/>
                      <a:pt x="84" y="69"/>
                    </a:cubicBezTo>
                    <a:cubicBezTo>
                      <a:pt x="87" y="74"/>
                      <a:pt x="87" y="74"/>
                      <a:pt x="87" y="74"/>
                    </a:cubicBezTo>
                    <a:cubicBezTo>
                      <a:pt x="85" y="75"/>
                      <a:pt x="84" y="76"/>
                      <a:pt x="82" y="76"/>
                    </a:cubicBezTo>
                    <a:close/>
                    <a:moveTo>
                      <a:pt x="68" y="71"/>
                    </a:moveTo>
                    <a:cubicBezTo>
                      <a:pt x="67" y="70"/>
                      <a:pt x="65" y="70"/>
                      <a:pt x="63" y="70"/>
                    </a:cubicBezTo>
                    <a:cubicBezTo>
                      <a:pt x="63" y="64"/>
                      <a:pt x="63" y="64"/>
                      <a:pt x="63" y="64"/>
                    </a:cubicBezTo>
                    <a:cubicBezTo>
                      <a:pt x="65" y="65"/>
                      <a:pt x="67" y="65"/>
                      <a:pt x="69" y="65"/>
                    </a:cubicBezTo>
                    <a:lnTo>
                      <a:pt x="68" y="71"/>
                    </a:lnTo>
                    <a:close/>
                    <a:moveTo>
                      <a:pt x="92" y="67"/>
                    </a:moveTo>
                    <a:cubicBezTo>
                      <a:pt x="92" y="61"/>
                      <a:pt x="92" y="61"/>
                      <a:pt x="92" y="61"/>
                    </a:cubicBezTo>
                    <a:cubicBezTo>
                      <a:pt x="92" y="61"/>
                      <a:pt x="93" y="61"/>
                      <a:pt x="93" y="61"/>
                    </a:cubicBezTo>
                    <a:cubicBezTo>
                      <a:pt x="98" y="60"/>
                      <a:pt x="98" y="60"/>
                      <a:pt x="98" y="60"/>
                    </a:cubicBezTo>
                    <a:cubicBezTo>
                      <a:pt x="98" y="62"/>
                      <a:pt x="98" y="66"/>
                      <a:pt x="92" y="67"/>
                    </a:cubicBezTo>
                    <a:close/>
                    <a:moveTo>
                      <a:pt x="89" y="55"/>
                    </a:moveTo>
                    <a:cubicBezTo>
                      <a:pt x="87" y="55"/>
                      <a:pt x="85" y="55"/>
                      <a:pt x="84" y="54"/>
                    </a:cubicBezTo>
                    <a:cubicBezTo>
                      <a:pt x="86" y="49"/>
                      <a:pt x="86" y="49"/>
                      <a:pt x="86" y="49"/>
                    </a:cubicBezTo>
                    <a:cubicBezTo>
                      <a:pt x="87" y="49"/>
                      <a:pt x="89" y="49"/>
                      <a:pt x="90" y="49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90" y="55"/>
                      <a:pt x="90" y="55"/>
                      <a:pt x="89" y="55"/>
                    </a:cubicBezTo>
                    <a:close/>
                    <a:moveTo>
                      <a:pt x="87" y="45"/>
                    </a:moveTo>
                    <a:cubicBezTo>
                      <a:pt x="85" y="39"/>
                      <a:pt x="85" y="39"/>
                      <a:pt x="85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7" y="38"/>
                      <a:pt x="88" y="38"/>
                      <a:pt x="88" y="38"/>
                    </a:cubicBezTo>
                    <a:cubicBezTo>
                      <a:pt x="93" y="41"/>
                      <a:pt x="93" y="41"/>
                      <a:pt x="93" y="41"/>
                    </a:cubicBezTo>
                    <a:cubicBezTo>
                      <a:pt x="92" y="43"/>
                      <a:pt x="91" y="43"/>
                      <a:pt x="88" y="44"/>
                    </a:cubicBezTo>
                    <a:lnTo>
                      <a:pt x="87" y="45"/>
                    </a:lnTo>
                    <a:close/>
                    <a:moveTo>
                      <a:pt x="100" y="41"/>
                    </a:moveTo>
                    <a:cubicBezTo>
                      <a:pt x="100" y="41"/>
                      <a:pt x="100" y="41"/>
                      <a:pt x="99" y="41"/>
                    </a:cubicBezTo>
                    <a:cubicBezTo>
                      <a:pt x="100" y="35"/>
                      <a:pt x="100" y="35"/>
                      <a:pt x="100" y="35"/>
                    </a:cubicBezTo>
                    <a:cubicBezTo>
                      <a:pt x="100" y="35"/>
                      <a:pt x="100" y="35"/>
                      <a:pt x="100" y="35"/>
                    </a:cubicBezTo>
                    <a:cubicBezTo>
                      <a:pt x="100" y="35"/>
                      <a:pt x="100" y="35"/>
                      <a:pt x="100" y="35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5"/>
                      <a:pt x="106" y="36"/>
                      <a:pt x="105" y="37"/>
                    </a:cubicBezTo>
                    <a:cubicBezTo>
                      <a:pt x="104" y="40"/>
                      <a:pt x="102" y="41"/>
                      <a:pt x="100" y="41"/>
                    </a:cubicBezTo>
                    <a:close/>
                    <a:moveTo>
                      <a:pt x="109" y="24"/>
                    </a:moveTo>
                    <a:cubicBezTo>
                      <a:pt x="103" y="23"/>
                      <a:pt x="103" y="23"/>
                      <a:pt x="103" y="23"/>
                    </a:cubicBezTo>
                    <a:cubicBezTo>
                      <a:pt x="104" y="22"/>
                      <a:pt x="104" y="22"/>
                      <a:pt x="104" y="21"/>
                    </a:cubicBezTo>
                    <a:cubicBezTo>
                      <a:pt x="104" y="18"/>
                      <a:pt x="104" y="18"/>
                      <a:pt x="104" y="18"/>
                    </a:cubicBezTo>
                    <a:cubicBezTo>
                      <a:pt x="109" y="18"/>
                      <a:pt x="109" y="18"/>
                      <a:pt x="109" y="18"/>
                    </a:cubicBezTo>
                    <a:cubicBezTo>
                      <a:pt x="109" y="21"/>
                      <a:pt x="109" y="21"/>
                      <a:pt x="109" y="21"/>
                    </a:cubicBezTo>
                    <a:cubicBezTo>
                      <a:pt x="109" y="22"/>
                      <a:pt x="109" y="23"/>
                      <a:pt x="109" y="24"/>
                    </a:cubicBezTo>
                    <a:close/>
                    <a:moveTo>
                      <a:pt x="110" y="8"/>
                    </a:moveTo>
                    <a:cubicBezTo>
                      <a:pt x="105" y="5"/>
                      <a:pt x="105" y="5"/>
                      <a:pt x="105" y="5"/>
                    </a:cubicBezTo>
                    <a:cubicBezTo>
                      <a:pt x="106" y="4"/>
                      <a:pt x="106" y="2"/>
                      <a:pt x="106" y="0"/>
                    </a:cubicBezTo>
                    <a:cubicBezTo>
                      <a:pt x="112" y="1"/>
                      <a:pt x="112" y="1"/>
                      <a:pt x="112" y="1"/>
                    </a:cubicBezTo>
                    <a:cubicBezTo>
                      <a:pt x="112" y="4"/>
                      <a:pt x="111" y="6"/>
                      <a:pt x="110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î$ľïḋè"/>
              <p:cNvSpPr/>
              <p:nvPr/>
            </p:nvSpPr>
            <p:spPr bwMode="auto">
              <a:xfrm>
                <a:off x="7432675" y="4613275"/>
                <a:ext cx="268288" cy="165100"/>
              </a:xfrm>
              <a:custGeom>
                <a:avLst/>
                <a:gdLst>
                  <a:gd name="T0" fmla="*/ 0 w 125"/>
                  <a:gd name="T1" fmla="*/ 73 h 77"/>
                  <a:gd name="T2" fmla="*/ 8 w 125"/>
                  <a:gd name="T3" fmla="*/ 74 h 77"/>
                  <a:gd name="T4" fmla="*/ 19 w 125"/>
                  <a:gd name="T5" fmla="*/ 69 h 77"/>
                  <a:gd name="T6" fmla="*/ 20 w 125"/>
                  <a:gd name="T7" fmla="*/ 61 h 77"/>
                  <a:gd name="T8" fmla="*/ 19 w 125"/>
                  <a:gd name="T9" fmla="*/ 69 h 77"/>
                  <a:gd name="T10" fmla="*/ 27 w 125"/>
                  <a:gd name="T11" fmla="*/ 59 h 77"/>
                  <a:gd name="T12" fmla="*/ 27 w 125"/>
                  <a:gd name="T13" fmla="*/ 55 h 77"/>
                  <a:gd name="T14" fmla="*/ 33 w 125"/>
                  <a:gd name="T15" fmla="*/ 54 h 77"/>
                  <a:gd name="T16" fmla="*/ 33 w 125"/>
                  <a:gd name="T17" fmla="*/ 57 h 77"/>
                  <a:gd name="T18" fmla="*/ 27 w 125"/>
                  <a:gd name="T19" fmla="*/ 59 h 77"/>
                  <a:gd name="T20" fmla="*/ 41 w 125"/>
                  <a:gd name="T21" fmla="*/ 55 h 77"/>
                  <a:gd name="T22" fmla="*/ 39 w 125"/>
                  <a:gd name="T23" fmla="*/ 49 h 77"/>
                  <a:gd name="T24" fmla="*/ 45 w 125"/>
                  <a:gd name="T25" fmla="*/ 49 h 77"/>
                  <a:gd name="T26" fmla="*/ 57 w 125"/>
                  <a:gd name="T27" fmla="*/ 51 h 77"/>
                  <a:gd name="T28" fmla="*/ 53 w 125"/>
                  <a:gd name="T29" fmla="*/ 47 h 77"/>
                  <a:gd name="T30" fmla="*/ 60 w 125"/>
                  <a:gd name="T31" fmla="*/ 49 h 77"/>
                  <a:gd name="T32" fmla="*/ 57 w 125"/>
                  <a:gd name="T33" fmla="*/ 51 h 77"/>
                  <a:gd name="T34" fmla="*/ 71 w 125"/>
                  <a:gd name="T35" fmla="*/ 43 h 77"/>
                  <a:gd name="T36" fmla="*/ 78 w 125"/>
                  <a:gd name="T37" fmla="*/ 45 h 77"/>
                  <a:gd name="T38" fmla="*/ 86 w 125"/>
                  <a:gd name="T39" fmla="*/ 35 h 77"/>
                  <a:gd name="T40" fmla="*/ 82 w 125"/>
                  <a:gd name="T41" fmla="*/ 32 h 77"/>
                  <a:gd name="T42" fmla="*/ 84 w 125"/>
                  <a:gd name="T43" fmla="*/ 27 h 77"/>
                  <a:gd name="T44" fmla="*/ 88 w 125"/>
                  <a:gd name="T45" fmla="*/ 31 h 77"/>
                  <a:gd name="T46" fmla="*/ 86 w 125"/>
                  <a:gd name="T47" fmla="*/ 35 h 77"/>
                  <a:gd name="T48" fmla="*/ 95 w 125"/>
                  <a:gd name="T49" fmla="*/ 30 h 77"/>
                  <a:gd name="T50" fmla="*/ 94 w 125"/>
                  <a:gd name="T51" fmla="*/ 29 h 77"/>
                  <a:gd name="T52" fmla="*/ 100 w 125"/>
                  <a:gd name="T53" fmla="*/ 26 h 77"/>
                  <a:gd name="T54" fmla="*/ 100 w 125"/>
                  <a:gd name="T55" fmla="*/ 32 h 77"/>
                  <a:gd name="T56" fmla="*/ 113 w 125"/>
                  <a:gd name="T57" fmla="*/ 23 h 77"/>
                  <a:gd name="T58" fmla="*/ 111 w 125"/>
                  <a:gd name="T59" fmla="*/ 17 h 77"/>
                  <a:gd name="T60" fmla="*/ 118 w 125"/>
                  <a:gd name="T61" fmla="*/ 17 h 77"/>
                  <a:gd name="T62" fmla="*/ 113 w 125"/>
                  <a:gd name="T63" fmla="*/ 23 h 77"/>
                  <a:gd name="T64" fmla="*/ 97 w 125"/>
                  <a:gd name="T65" fmla="*/ 19 h 77"/>
                  <a:gd name="T66" fmla="*/ 94 w 125"/>
                  <a:gd name="T67" fmla="*/ 13 h 77"/>
                  <a:gd name="T68" fmla="*/ 102 w 125"/>
                  <a:gd name="T69" fmla="*/ 15 h 77"/>
                  <a:gd name="T70" fmla="*/ 123 w 125"/>
                  <a:gd name="T71" fmla="*/ 7 h 77"/>
                  <a:gd name="T72" fmla="*/ 122 w 125"/>
                  <a:gd name="T73" fmla="*/ 0 h 77"/>
                  <a:gd name="T74" fmla="*/ 123 w 125"/>
                  <a:gd name="T75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5" h="77">
                    <a:moveTo>
                      <a:pt x="4" y="77"/>
                    </a:moveTo>
                    <a:cubicBezTo>
                      <a:pt x="0" y="73"/>
                      <a:pt x="0" y="73"/>
                      <a:pt x="0" y="73"/>
                    </a:cubicBezTo>
                    <a:cubicBezTo>
                      <a:pt x="0" y="73"/>
                      <a:pt x="2" y="71"/>
                      <a:pt x="5" y="69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6" y="76"/>
                      <a:pt x="4" y="77"/>
                      <a:pt x="4" y="77"/>
                    </a:cubicBezTo>
                    <a:close/>
                    <a:moveTo>
                      <a:pt x="19" y="69"/>
                    </a:moveTo>
                    <a:cubicBezTo>
                      <a:pt x="14" y="66"/>
                      <a:pt x="14" y="66"/>
                      <a:pt x="14" y="66"/>
                    </a:cubicBezTo>
                    <a:cubicBezTo>
                      <a:pt x="16" y="63"/>
                      <a:pt x="18" y="62"/>
                      <a:pt x="20" y="61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0" y="67"/>
                      <a:pt x="19" y="68"/>
                      <a:pt x="19" y="69"/>
                    </a:cubicBezTo>
                    <a:close/>
                    <a:moveTo>
                      <a:pt x="27" y="59"/>
                    </a:moveTo>
                    <a:cubicBezTo>
                      <a:pt x="27" y="59"/>
                      <a:pt x="27" y="59"/>
                      <a:pt x="27" y="59"/>
                    </a:cubicBezTo>
                    <a:cubicBezTo>
                      <a:pt x="27" y="58"/>
                      <a:pt x="27" y="58"/>
                      <a:pt x="27" y="57"/>
                    </a:cubicBezTo>
                    <a:cubicBezTo>
                      <a:pt x="27" y="56"/>
                      <a:pt x="27" y="55"/>
                      <a:pt x="27" y="55"/>
                    </a:cubicBezTo>
                    <a:cubicBezTo>
                      <a:pt x="27" y="54"/>
                      <a:pt x="27" y="54"/>
                      <a:pt x="27" y="53"/>
                    </a:cubicBezTo>
                    <a:cubicBezTo>
                      <a:pt x="33" y="54"/>
                      <a:pt x="33" y="54"/>
                      <a:pt x="33" y="54"/>
                    </a:cubicBezTo>
                    <a:cubicBezTo>
                      <a:pt x="33" y="54"/>
                      <a:pt x="33" y="54"/>
                      <a:pt x="33" y="55"/>
                    </a:cubicBezTo>
                    <a:cubicBezTo>
                      <a:pt x="33" y="55"/>
                      <a:pt x="33" y="56"/>
                      <a:pt x="33" y="57"/>
                    </a:cubicBezTo>
                    <a:cubicBezTo>
                      <a:pt x="33" y="57"/>
                      <a:pt x="33" y="58"/>
                      <a:pt x="33" y="59"/>
                    </a:cubicBezTo>
                    <a:lnTo>
                      <a:pt x="27" y="59"/>
                    </a:lnTo>
                    <a:close/>
                    <a:moveTo>
                      <a:pt x="44" y="55"/>
                    </a:moveTo>
                    <a:cubicBezTo>
                      <a:pt x="43" y="55"/>
                      <a:pt x="42" y="55"/>
                      <a:pt x="41" y="55"/>
                    </a:cubicBezTo>
                    <a:cubicBezTo>
                      <a:pt x="40" y="55"/>
                      <a:pt x="39" y="55"/>
                      <a:pt x="39" y="55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49"/>
                      <a:pt x="41" y="49"/>
                      <a:pt x="42" y="49"/>
                    </a:cubicBezTo>
                    <a:cubicBezTo>
                      <a:pt x="43" y="49"/>
                      <a:pt x="44" y="49"/>
                      <a:pt x="45" y="49"/>
                    </a:cubicBezTo>
                    <a:lnTo>
                      <a:pt x="44" y="55"/>
                    </a:lnTo>
                    <a:close/>
                    <a:moveTo>
                      <a:pt x="57" y="51"/>
                    </a:moveTo>
                    <a:cubicBezTo>
                      <a:pt x="53" y="47"/>
                      <a:pt x="53" y="47"/>
                      <a:pt x="53" y="47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55" y="45"/>
                      <a:pt x="56" y="44"/>
                      <a:pt x="59" y="43"/>
                    </a:cubicBezTo>
                    <a:cubicBezTo>
                      <a:pt x="60" y="49"/>
                      <a:pt x="60" y="49"/>
                      <a:pt x="60" y="49"/>
                    </a:cubicBezTo>
                    <a:cubicBezTo>
                      <a:pt x="59" y="49"/>
                      <a:pt x="59" y="49"/>
                      <a:pt x="58" y="51"/>
                    </a:cubicBezTo>
                    <a:lnTo>
                      <a:pt x="57" y="51"/>
                    </a:lnTo>
                    <a:close/>
                    <a:moveTo>
                      <a:pt x="72" y="48"/>
                    </a:moveTo>
                    <a:cubicBezTo>
                      <a:pt x="71" y="43"/>
                      <a:pt x="71" y="43"/>
                      <a:pt x="71" y="43"/>
                    </a:cubicBezTo>
                    <a:cubicBezTo>
                      <a:pt x="72" y="42"/>
                      <a:pt x="74" y="42"/>
                      <a:pt x="75" y="41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7" y="47"/>
                      <a:pt x="75" y="48"/>
                      <a:pt x="72" y="48"/>
                    </a:cubicBezTo>
                    <a:close/>
                    <a:moveTo>
                      <a:pt x="86" y="35"/>
                    </a:moveTo>
                    <a:cubicBezTo>
                      <a:pt x="81" y="32"/>
                      <a:pt x="81" y="32"/>
                      <a:pt x="81" y="32"/>
                    </a:cubicBezTo>
                    <a:cubicBezTo>
                      <a:pt x="82" y="32"/>
                      <a:pt x="82" y="32"/>
                      <a:pt x="82" y="32"/>
                    </a:cubicBezTo>
                    <a:cubicBezTo>
                      <a:pt x="82" y="31"/>
                      <a:pt x="83" y="30"/>
                      <a:pt x="83" y="29"/>
                    </a:cubicBezTo>
                    <a:cubicBezTo>
                      <a:pt x="83" y="28"/>
                      <a:pt x="83" y="28"/>
                      <a:pt x="84" y="27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89" y="30"/>
                      <a:pt x="89" y="31"/>
                      <a:pt x="88" y="31"/>
                    </a:cubicBezTo>
                    <a:cubicBezTo>
                      <a:pt x="88" y="32"/>
                      <a:pt x="87" y="33"/>
                      <a:pt x="87" y="35"/>
                    </a:cubicBezTo>
                    <a:lnTo>
                      <a:pt x="86" y="35"/>
                    </a:lnTo>
                    <a:close/>
                    <a:moveTo>
                      <a:pt x="97" y="35"/>
                    </a:moveTo>
                    <a:cubicBezTo>
                      <a:pt x="95" y="30"/>
                      <a:pt x="95" y="30"/>
                      <a:pt x="95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4" y="29"/>
                      <a:pt x="94" y="29"/>
                      <a:pt x="94" y="29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100" y="26"/>
                      <a:pt x="100" y="26"/>
                      <a:pt x="100" y="26"/>
                    </a:cubicBezTo>
                    <a:cubicBezTo>
                      <a:pt x="100" y="27"/>
                      <a:pt x="100" y="28"/>
                      <a:pt x="100" y="29"/>
                    </a:cubicBezTo>
                    <a:cubicBezTo>
                      <a:pt x="100" y="30"/>
                      <a:pt x="100" y="31"/>
                      <a:pt x="100" y="32"/>
                    </a:cubicBezTo>
                    <a:cubicBezTo>
                      <a:pt x="99" y="34"/>
                      <a:pt x="98" y="35"/>
                      <a:pt x="97" y="35"/>
                    </a:cubicBezTo>
                    <a:close/>
                    <a:moveTo>
                      <a:pt x="113" y="23"/>
                    </a:move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8"/>
                      <a:pt x="111" y="17"/>
                      <a:pt x="111" y="17"/>
                    </a:cubicBezTo>
                    <a:cubicBezTo>
                      <a:pt x="112" y="17"/>
                      <a:pt x="112" y="16"/>
                      <a:pt x="113" y="15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18" y="19"/>
                      <a:pt x="117" y="20"/>
                      <a:pt x="116" y="21"/>
                    </a:cubicBezTo>
                    <a:cubicBezTo>
                      <a:pt x="115" y="22"/>
                      <a:pt x="114" y="23"/>
                      <a:pt x="113" y="23"/>
                    </a:cubicBezTo>
                    <a:close/>
                    <a:moveTo>
                      <a:pt x="100" y="20"/>
                    </a:moveTo>
                    <a:cubicBezTo>
                      <a:pt x="99" y="20"/>
                      <a:pt x="98" y="19"/>
                      <a:pt x="97" y="19"/>
                    </a:cubicBezTo>
                    <a:cubicBezTo>
                      <a:pt x="97" y="19"/>
                      <a:pt x="96" y="19"/>
                      <a:pt x="96" y="19"/>
                    </a:cubicBezTo>
                    <a:cubicBezTo>
                      <a:pt x="94" y="13"/>
                      <a:pt x="94" y="13"/>
                      <a:pt x="94" y="13"/>
                    </a:cubicBezTo>
                    <a:cubicBezTo>
                      <a:pt x="96" y="13"/>
                      <a:pt x="97" y="13"/>
                      <a:pt x="99" y="14"/>
                    </a:cubicBezTo>
                    <a:cubicBezTo>
                      <a:pt x="100" y="14"/>
                      <a:pt x="101" y="14"/>
                      <a:pt x="102" y="15"/>
                    </a:cubicBezTo>
                    <a:lnTo>
                      <a:pt x="100" y="20"/>
                    </a:lnTo>
                    <a:close/>
                    <a:moveTo>
                      <a:pt x="123" y="7"/>
                    </a:moveTo>
                    <a:cubicBezTo>
                      <a:pt x="118" y="4"/>
                      <a:pt x="118" y="4"/>
                      <a:pt x="118" y="4"/>
                    </a:cubicBezTo>
                    <a:cubicBezTo>
                      <a:pt x="119" y="2"/>
                      <a:pt x="120" y="1"/>
                      <a:pt x="122" y="0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25" y="5"/>
                      <a:pt x="124" y="6"/>
                      <a:pt x="123" y="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0" name="îSliḓe"/>
              <p:cNvSpPr/>
              <p:nvPr/>
            </p:nvSpPr>
            <p:spPr bwMode="auto">
              <a:xfrm>
                <a:off x="7861300" y="4537075"/>
                <a:ext cx="285750" cy="134938"/>
              </a:xfrm>
              <a:custGeom>
                <a:avLst/>
                <a:gdLst>
                  <a:gd name="T0" fmla="*/ 126 w 133"/>
                  <a:gd name="T1" fmla="*/ 57 h 63"/>
                  <a:gd name="T2" fmla="*/ 133 w 133"/>
                  <a:gd name="T3" fmla="*/ 58 h 63"/>
                  <a:gd name="T4" fmla="*/ 16 w 133"/>
                  <a:gd name="T5" fmla="*/ 57 h 63"/>
                  <a:gd name="T6" fmla="*/ 13 w 133"/>
                  <a:gd name="T7" fmla="*/ 50 h 63"/>
                  <a:gd name="T8" fmla="*/ 16 w 133"/>
                  <a:gd name="T9" fmla="*/ 57 h 63"/>
                  <a:gd name="T10" fmla="*/ 26 w 133"/>
                  <a:gd name="T11" fmla="*/ 51 h 63"/>
                  <a:gd name="T12" fmla="*/ 34 w 133"/>
                  <a:gd name="T13" fmla="*/ 52 h 63"/>
                  <a:gd name="T14" fmla="*/ 100 w 133"/>
                  <a:gd name="T15" fmla="*/ 55 h 63"/>
                  <a:gd name="T16" fmla="*/ 99 w 133"/>
                  <a:gd name="T17" fmla="*/ 49 h 63"/>
                  <a:gd name="T18" fmla="*/ 105 w 133"/>
                  <a:gd name="T19" fmla="*/ 53 h 63"/>
                  <a:gd name="T20" fmla="*/ 100 w 133"/>
                  <a:gd name="T21" fmla="*/ 55 h 63"/>
                  <a:gd name="T22" fmla="*/ 83 w 133"/>
                  <a:gd name="T23" fmla="*/ 45 h 63"/>
                  <a:gd name="T24" fmla="*/ 86 w 133"/>
                  <a:gd name="T25" fmla="*/ 45 h 63"/>
                  <a:gd name="T26" fmla="*/ 88 w 133"/>
                  <a:gd name="T27" fmla="*/ 51 h 63"/>
                  <a:gd name="T28" fmla="*/ 86 w 133"/>
                  <a:gd name="T29" fmla="*/ 51 h 63"/>
                  <a:gd name="T30" fmla="*/ 121 w 133"/>
                  <a:gd name="T31" fmla="*/ 51 h 63"/>
                  <a:gd name="T32" fmla="*/ 116 w 133"/>
                  <a:gd name="T33" fmla="*/ 45 h 63"/>
                  <a:gd name="T34" fmla="*/ 121 w 133"/>
                  <a:gd name="T35" fmla="*/ 51 h 63"/>
                  <a:gd name="T36" fmla="*/ 9 w 133"/>
                  <a:gd name="T37" fmla="*/ 40 h 63"/>
                  <a:gd name="T38" fmla="*/ 16 w 133"/>
                  <a:gd name="T39" fmla="*/ 38 h 63"/>
                  <a:gd name="T40" fmla="*/ 74 w 133"/>
                  <a:gd name="T41" fmla="*/ 41 h 63"/>
                  <a:gd name="T42" fmla="*/ 75 w 133"/>
                  <a:gd name="T43" fmla="*/ 33 h 63"/>
                  <a:gd name="T44" fmla="*/ 74 w 133"/>
                  <a:gd name="T45" fmla="*/ 41 h 63"/>
                  <a:gd name="T46" fmla="*/ 37 w 133"/>
                  <a:gd name="T47" fmla="*/ 39 h 63"/>
                  <a:gd name="T48" fmla="*/ 44 w 133"/>
                  <a:gd name="T49" fmla="*/ 36 h 63"/>
                  <a:gd name="T50" fmla="*/ 61 w 133"/>
                  <a:gd name="T51" fmla="*/ 33 h 63"/>
                  <a:gd name="T52" fmla="*/ 56 w 133"/>
                  <a:gd name="T53" fmla="*/ 28 h 63"/>
                  <a:gd name="T54" fmla="*/ 62 w 133"/>
                  <a:gd name="T55" fmla="*/ 25 h 63"/>
                  <a:gd name="T56" fmla="*/ 61 w 133"/>
                  <a:gd name="T57" fmla="*/ 33 h 63"/>
                  <a:gd name="T58" fmla="*/ 22 w 133"/>
                  <a:gd name="T59" fmla="*/ 27 h 63"/>
                  <a:gd name="T60" fmla="*/ 30 w 133"/>
                  <a:gd name="T61" fmla="*/ 25 h 63"/>
                  <a:gd name="T62" fmla="*/ 26 w 133"/>
                  <a:gd name="T63" fmla="*/ 31 h 63"/>
                  <a:gd name="T64" fmla="*/ 42 w 133"/>
                  <a:gd name="T65" fmla="*/ 22 h 63"/>
                  <a:gd name="T66" fmla="*/ 51 w 133"/>
                  <a:gd name="T67" fmla="*/ 23 h 63"/>
                  <a:gd name="T68" fmla="*/ 5 w 133"/>
                  <a:gd name="T69" fmla="*/ 22 h 63"/>
                  <a:gd name="T70" fmla="*/ 1 w 133"/>
                  <a:gd name="T71" fmla="*/ 14 h 63"/>
                  <a:gd name="T72" fmla="*/ 5 w 133"/>
                  <a:gd name="T73" fmla="*/ 22 h 63"/>
                  <a:gd name="T74" fmla="*/ 22 w 133"/>
                  <a:gd name="T75" fmla="*/ 8 h 63"/>
                  <a:gd name="T76" fmla="*/ 29 w 133"/>
                  <a:gd name="T77" fmla="*/ 12 h 63"/>
                  <a:gd name="T78" fmla="*/ 12 w 133"/>
                  <a:gd name="T79" fmla="*/ 8 h 63"/>
                  <a:gd name="T80" fmla="*/ 14 w 133"/>
                  <a:gd name="T81" fmla="*/ 0 h 63"/>
                  <a:gd name="T82" fmla="*/ 12 w 133"/>
                  <a:gd name="T83" fmla="*/ 8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3" h="63">
                    <a:moveTo>
                      <a:pt x="133" y="63"/>
                    </a:moveTo>
                    <a:cubicBezTo>
                      <a:pt x="131" y="63"/>
                      <a:pt x="127" y="62"/>
                      <a:pt x="126" y="57"/>
                    </a:cubicBezTo>
                    <a:cubicBezTo>
                      <a:pt x="132" y="56"/>
                      <a:pt x="132" y="56"/>
                      <a:pt x="132" y="56"/>
                    </a:cubicBezTo>
                    <a:cubicBezTo>
                      <a:pt x="132" y="57"/>
                      <a:pt x="132" y="57"/>
                      <a:pt x="133" y="58"/>
                    </a:cubicBezTo>
                    <a:lnTo>
                      <a:pt x="133" y="63"/>
                    </a:lnTo>
                    <a:close/>
                    <a:moveTo>
                      <a:pt x="16" y="57"/>
                    </a:moveTo>
                    <a:cubicBezTo>
                      <a:pt x="13" y="57"/>
                      <a:pt x="11" y="56"/>
                      <a:pt x="9" y="54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4" y="51"/>
                      <a:pt x="15" y="51"/>
                      <a:pt x="17" y="52"/>
                    </a:cubicBezTo>
                    <a:lnTo>
                      <a:pt x="16" y="57"/>
                    </a:lnTo>
                    <a:close/>
                    <a:moveTo>
                      <a:pt x="29" y="56"/>
                    </a:moveTo>
                    <a:cubicBezTo>
                      <a:pt x="26" y="51"/>
                      <a:pt x="26" y="51"/>
                      <a:pt x="26" y="51"/>
                    </a:cubicBezTo>
                    <a:cubicBezTo>
                      <a:pt x="27" y="50"/>
                      <a:pt x="29" y="49"/>
                      <a:pt x="30" y="47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2" y="53"/>
                      <a:pt x="31" y="55"/>
                      <a:pt x="29" y="56"/>
                    </a:cubicBezTo>
                    <a:close/>
                    <a:moveTo>
                      <a:pt x="100" y="55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100" y="48"/>
                      <a:pt x="102" y="48"/>
                      <a:pt x="104" y="47"/>
                    </a:cubicBezTo>
                    <a:cubicBezTo>
                      <a:pt x="105" y="53"/>
                      <a:pt x="105" y="53"/>
                      <a:pt x="105" y="53"/>
                    </a:cubicBezTo>
                    <a:cubicBezTo>
                      <a:pt x="103" y="53"/>
                      <a:pt x="102" y="54"/>
                      <a:pt x="102" y="54"/>
                    </a:cubicBezTo>
                    <a:cubicBezTo>
                      <a:pt x="101" y="54"/>
                      <a:pt x="101" y="54"/>
                      <a:pt x="100" y="55"/>
                    </a:cubicBezTo>
                    <a:close/>
                    <a:moveTo>
                      <a:pt x="83" y="51"/>
                    </a:moveTo>
                    <a:cubicBezTo>
                      <a:pt x="83" y="45"/>
                      <a:pt x="83" y="45"/>
                      <a:pt x="83" y="45"/>
                    </a:cubicBezTo>
                    <a:cubicBezTo>
                      <a:pt x="83" y="45"/>
                      <a:pt x="84" y="45"/>
                      <a:pt x="85" y="45"/>
                    </a:cubicBezTo>
                    <a:cubicBezTo>
                      <a:pt x="86" y="45"/>
                      <a:pt x="86" y="45"/>
                      <a:pt x="86" y="45"/>
                    </a:cubicBezTo>
                    <a:cubicBezTo>
                      <a:pt x="87" y="45"/>
                      <a:pt x="88" y="45"/>
                      <a:pt x="89" y="45"/>
                    </a:cubicBezTo>
                    <a:cubicBezTo>
                      <a:pt x="88" y="51"/>
                      <a:pt x="88" y="51"/>
                      <a:pt x="88" y="51"/>
                    </a:cubicBezTo>
                    <a:cubicBezTo>
                      <a:pt x="88" y="51"/>
                      <a:pt x="87" y="51"/>
                      <a:pt x="87" y="51"/>
                    </a:cubicBezTo>
                    <a:cubicBezTo>
                      <a:pt x="86" y="51"/>
                      <a:pt x="86" y="51"/>
                      <a:pt x="86" y="51"/>
                    </a:cubicBezTo>
                    <a:cubicBezTo>
                      <a:pt x="85" y="51"/>
                      <a:pt x="84" y="51"/>
                      <a:pt x="83" y="51"/>
                    </a:cubicBezTo>
                    <a:close/>
                    <a:moveTo>
                      <a:pt x="121" y="51"/>
                    </a:moveTo>
                    <a:cubicBezTo>
                      <a:pt x="120" y="50"/>
                      <a:pt x="118" y="50"/>
                      <a:pt x="117" y="50"/>
                    </a:cubicBezTo>
                    <a:cubicBezTo>
                      <a:pt x="116" y="45"/>
                      <a:pt x="116" y="45"/>
                      <a:pt x="116" y="45"/>
                    </a:cubicBezTo>
                    <a:cubicBezTo>
                      <a:pt x="118" y="44"/>
                      <a:pt x="121" y="45"/>
                      <a:pt x="123" y="45"/>
                    </a:cubicBezTo>
                    <a:lnTo>
                      <a:pt x="121" y="51"/>
                    </a:lnTo>
                    <a:close/>
                    <a:moveTo>
                      <a:pt x="14" y="42"/>
                    </a:moveTo>
                    <a:cubicBezTo>
                      <a:pt x="9" y="40"/>
                      <a:pt x="9" y="40"/>
                      <a:pt x="9" y="40"/>
                    </a:cubicBezTo>
                    <a:cubicBezTo>
                      <a:pt x="9" y="38"/>
                      <a:pt x="11" y="36"/>
                      <a:pt x="12" y="34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9"/>
                      <a:pt x="15" y="41"/>
                      <a:pt x="14" y="42"/>
                    </a:cubicBezTo>
                    <a:close/>
                    <a:moveTo>
                      <a:pt x="74" y="41"/>
                    </a:moveTo>
                    <a:cubicBezTo>
                      <a:pt x="73" y="40"/>
                      <a:pt x="72" y="38"/>
                      <a:pt x="71" y="37"/>
                    </a:cubicBezTo>
                    <a:cubicBezTo>
                      <a:pt x="75" y="33"/>
                      <a:pt x="75" y="33"/>
                      <a:pt x="75" y="33"/>
                    </a:cubicBezTo>
                    <a:cubicBezTo>
                      <a:pt x="76" y="35"/>
                      <a:pt x="78" y="37"/>
                      <a:pt x="79" y="39"/>
                    </a:cubicBezTo>
                    <a:lnTo>
                      <a:pt x="74" y="41"/>
                    </a:lnTo>
                    <a:close/>
                    <a:moveTo>
                      <a:pt x="42" y="41"/>
                    </a:move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8" y="36"/>
                      <a:pt x="39" y="34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8"/>
                      <a:pt x="43" y="40"/>
                      <a:pt x="42" y="41"/>
                    </a:cubicBezTo>
                    <a:close/>
                    <a:moveTo>
                      <a:pt x="61" y="33"/>
                    </a:moveTo>
                    <a:cubicBezTo>
                      <a:pt x="59" y="31"/>
                      <a:pt x="57" y="30"/>
                      <a:pt x="56" y="28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61" y="25"/>
                      <a:pt x="61" y="25"/>
                      <a:pt x="61" y="25"/>
                    </a:cubicBezTo>
                    <a:cubicBezTo>
                      <a:pt x="61" y="25"/>
                      <a:pt x="62" y="25"/>
                      <a:pt x="62" y="25"/>
                    </a:cubicBezTo>
                    <a:cubicBezTo>
                      <a:pt x="62" y="26"/>
                      <a:pt x="63" y="27"/>
                      <a:pt x="64" y="28"/>
                    </a:cubicBezTo>
                    <a:lnTo>
                      <a:pt x="61" y="33"/>
                    </a:lnTo>
                    <a:close/>
                    <a:moveTo>
                      <a:pt x="26" y="31"/>
                    </a:moveTo>
                    <a:cubicBezTo>
                      <a:pt x="22" y="27"/>
                      <a:pt x="22" y="27"/>
                      <a:pt x="22" y="27"/>
                    </a:cubicBezTo>
                    <a:cubicBezTo>
                      <a:pt x="23" y="26"/>
                      <a:pt x="23" y="25"/>
                      <a:pt x="24" y="23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8" y="28"/>
                      <a:pt x="27" y="29"/>
                      <a:pt x="26" y="31"/>
                    </a:cubicBezTo>
                    <a:close/>
                    <a:moveTo>
                      <a:pt x="47" y="25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4" y="20"/>
                      <a:pt x="47" y="19"/>
                      <a:pt x="49" y="18"/>
                    </a:cubicBezTo>
                    <a:cubicBezTo>
                      <a:pt x="51" y="23"/>
                      <a:pt x="51" y="23"/>
                      <a:pt x="51" y="23"/>
                    </a:cubicBezTo>
                    <a:cubicBezTo>
                      <a:pt x="49" y="24"/>
                      <a:pt x="48" y="25"/>
                      <a:pt x="47" y="25"/>
                    </a:cubicBezTo>
                    <a:close/>
                    <a:moveTo>
                      <a:pt x="5" y="22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7" y="16"/>
                      <a:pt x="7" y="16"/>
                      <a:pt x="7" y="16"/>
                    </a:cubicBezTo>
                    <a:lnTo>
                      <a:pt x="5" y="22"/>
                    </a:lnTo>
                    <a:close/>
                    <a:moveTo>
                      <a:pt x="24" y="13"/>
                    </a:moveTo>
                    <a:cubicBezTo>
                      <a:pt x="23" y="11"/>
                      <a:pt x="23" y="10"/>
                      <a:pt x="22" y="8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8" y="8"/>
                      <a:pt x="29" y="10"/>
                      <a:pt x="29" y="12"/>
                    </a:cubicBezTo>
                    <a:lnTo>
                      <a:pt x="24" y="13"/>
                    </a:lnTo>
                    <a:close/>
                    <a:moveTo>
                      <a:pt x="12" y="8"/>
                    </a:moveTo>
                    <a:cubicBezTo>
                      <a:pt x="9" y="4"/>
                      <a:pt x="9" y="4"/>
                      <a:pt x="9" y="4"/>
                    </a:cubicBezTo>
                    <a:cubicBezTo>
                      <a:pt x="11" y="2"/>
                      <a:pt x="12" y="1"/>
                      <a:pt x="14" y="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5" y="6"/>
                      <a:pt x="14" y="7"/>
                      <a:pt x="12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îṩļîďê"/>
              <p:cNvSpPr/>
              <p:nvPr/>
            </p:nvSpPr>
            <p:spPr bwMode="auto">
              <a:xfrm>
                <a:off x="7661275" y="4322763"/>
                <a:ext cx="142875" cy="312738"/>
              </a:xfrm>
              <a:custGeom>
                <a:avLst/>
                <a:gdLst>
                  <a:gd name="T0" fmla="*/ 59 w 66"/>
                  <a:gd name="T1" fmla="*/ 140 h 146"/>
                  <a:gd name="T2" fmla="*/ 66 w 66"/>
                  <a:gd name="T3" fmla="*/ 144 h 146"/>
                  <a:gd name="T4" fmla="*/ 55 w 66"/>
                  <a:gd name="T5" fmla="*/ 129 h 146"/>
                  <a:gd name="T6" fmla="*/ 59 w 66"/>
                  <a:gd name="T7" fmla="*/ 122 h 146"/>
                  <a:gd name="T8" fmla="*/ 55 w 66"/>
                  <a:gd name="T9" fmla="*/ 129 h 146"/>
                  <a:gd name="T10" fmla="*/ 52 w 66"/>
                  <a:gd name="T11" fmla="*/ 110 h 146"/>
                  <a:gd name="T12" fmla="*/ 52 w 66"/>
                  <a:gd name="T13" fmla="*/ 105 h 146"/>
                  <a:gd name="T14" fmla="*/ 58 w 66"/>
                  <a:gd name="T15" fmla="*/ 107 h 146"/>
                  <a:gd name="T16" fmla="*/ 58 w 66"/>
                  <a:gd name="T17" fmla="*/ 111 h 146"/>
                  <a:gd name="T18" fmla="*/ 47 w 66"/>
                  <a:gd name="T19" fmla="*/ 98 h 146"/>
                  <a:gd name="T20" fmla="*/ 42 w 66"/>
                  <a:gd name="T21" fmla="*/ 94 h 146"/>
                  <a:gd name="T22" fmla="*/ 50 w 66"/>
                  <a:gd name="T23" fmla="*/ 93 h 146"/>
                  <a:gd name="T24" fmla="*/ 47 w 66"/>
                  <a:gd name="T25" fmla="*/ 98 h 146"/>
                  <a:gd name="T26" fmla="*/ 40 w 66"/>
                  <a:gd name="T27" fmla="*/ 80 h 146"/>
                  <a:gd name="T28" fmla="*/ 40 w 66"/>
                  <a:gd name="T29" fmla="*/ 79 h 146"/>
                  <a:gd name="T30" fmla="*/ 47 w 66"/>
                  <a:gd name="T31" fmla="*/ 80 h 146"/>
                  <a:gd name="T32" fmla="*/ 36 w 66"/>
                  <a:gd name="T33" fmla="*/ 69 h 146"/>
                  <a:gd name="T34" fmla="*/ 31 w 66"/>
                  <a:gd name="T35" fmla="*/ 66 h 146"/>
                  <a:gd name="T36" fmla="*/ 38 w 66"/>
                  <a:gd name="T37" fmla="*/ 63 h 146"/>
                  <a:gd name="T38" fmla="*/ 36 w 66"/>
                  <a:gd name="T39" fmla="*/ 69 h 146"/>
                  <a:gd name="T40" fmla="*/ 29 w 66"/>
                  <a:gd name="T41" fmla="*/ 51 h 146"/>
                  <a:gd name="T42" fmla="*/ 33 w 66"/>
                  <a:gd name="T43" fmla="*/ 48 h 146"/>
                  <a:gd name="T44" fmla="*/ 36 w 66"/>
                  <a:gd name="T45" fmla="*/ 53 h 146"/>
                  <a:gd name="T46" fmla="*/ 34 w 66"/>
                  <a:gd name="T47" fmla="*/ 55 h 146"/>
                  <a:gd name="T48" fmla="*/ 39 w 66"/>
                  <a:gd name="T49" fmla="*/ 37 h 146"/>
                  <a:gd name="T50" fmla="*/ 48 w 66"/>
                  <a:gd name="T51" fmla="*/ 38 h 146"/>
                  <a:gd name="T52" fmla="*/ 45 w 66"/>
                  <a:gd name="T53" fmla="*/ 31 h 146"/>
                  <a:gd name="T54" fmla="*/ 45 w 66"/>
                  <a:gd name="T55" fmla="*/ 31 h 146"/>
                  <a:gd name="T56" fmla="*/ 39 w 66"/>
                  <a:gd name="T57" fmla="*/ 27 h 146"/>
                  <a:gd name="T58" fmla="*/ 44 w 66"/>
                  <a:gd name="T59" fmla="*/ 24 h 146"/>
                  <a:gd name="T60" fmla="*/ 46 w 66"/>
                  <a:gd name="T61" fmla="*/ 28 h 146"/>
                  <a:gd name="T62" fmla="*/ 30 w 66"/>
                  <a:gd name="T63" fmla="*/ 22 h 146"/>
                  <a:gd name="T64" fmla="*/ 29 w 66"/>
                  <a:gd name="T65" fmla="*/ 16 h 146"/>
                  <a:gd name="T66" fmla="*/ 33 w 66"/>
                  <a:gd name="T67" fmla="*/ 22 h 146"/>
                  <a:gd name="T68" fmla="*/ 13 w 66"/>
                  <a:gd name="T69" fmla="*/ 20 h 146"/>
                  <a:gd name="T70" fmla="*/ 10 w 66"/>
                  <a:gd name="T71" fmla="*/ 19 h 146"/>
                  <a:gd name="T72" fmla="*/ 15 w 66"/>
                  <a:gd name="T73" fmla="*/ 13 h 146"/>
                  <a:gd name="T74" fmla="*/ 18 w 66"/>
                  <a:gd name="T75" fmla="*/ 18 h 146"/>
                  <a:gd name="T76" fmla="*/ 13 w 66"/>
                  <a:gd name="T77" fmla="*/ 20 h 146"/>
                  <a:gd name="T78" fmla="*/ 0 w 66"/>
                  <a:gd name="T79" fmla="*/ 5 h 146"/>
                  <a:gd name="T80" fmla="*/ 8 w 66"/>
                  <a:gd name="T81" fmla="*/ 5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6" h="146">
                    <a:moveTo>
                      <a:pt x="61" y="146"/>
                    </a:moveTo>
                    <a:cubicBezTo>
                      <a:pt x="61" y="146"/>
                      <a:pt x="60" y="144"/>
                      <a:pt x="59" y="140"/>
                    </a:cubicBezTo>
                    <a:cubicBezTo>
                      <a:pt x="64" y="138"/>
                      <a:pt x="64" y="138"/>
                      <a:pt x="64" y="138"/>
                    </a:cubicBezTo>
                    <a:cubicBezTo>
                      <a:pt x="65" y="141"/>
                      <a:pt x="66" y="143"/>
                      <a:pt x="66" y="144"/>
                    </a:cubicBezTo>
                    <a:lnTo>
                      <a:pt x="61" y="146"/>
                    </a:lnTo>
                    <a:close/>
                    <a:moveTo>
                      <a:pt x="55" y="129"/>
                    </a:moveTo>
                    <a:cubicBezTo>
                      <a:pt x="54" y="127"/>
                      <a:pt x="54" y="125"/>
                      <a:pt x="54" y="123"/>
                    </a:cubicBezTo>
                    <a:cubicBezTo>
                      <a:pt x="59" y="122"/>
                      <a:pt x="59" y="122"/>
                      <a:pt x="59" y="122"/>
                    </a:cubicBezTo>
                    <a:cubicBezTo>
                      <a:pt x="60" y="124"/>
                      <a:pt x="60" y="126"/>
                      <a:pt x="61" y="127"/>
                    </a:cubicBezTo>
                    <a:lnTo>
                      <a:pt x="55" y="129"/>
                    </a:lnTo>
                    <a:close/>
                    <a:moveTo>
                      <a:pt x="52" y="111"/>
                    </a:moveTo>
                    <a:cubicBezTo>
                      <a:pt x="52" y="110"/>
                      <a:pt x="52" y="110"/>
                      <a:pt x="52" y="110"/>
                    </a:cubicBezTo>
                    <a:cubicBezTo>
                      <a:pt x="52" y="109"/>
                      <a:pt x="52" y="108"/>
                      <a:pt x="52" y="107"/>
                    </a:cubicBezTo>
                    <a:cubicBezTo>
                      <a:pt x="52" y="106"/>
                      <a:pt x="52" y="106"/>
                      <a:pt x="52" y="105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106"/>
                      <a:pt x="58" y="106"/>
                      <a:pt x="58" y="107"/>
                    </a:cubicBezTo>
                    <a:cubicBezTo>
                      <a:pt x="58" y="108"/>
                      <a:pt x="58" y="109"/>
                      <a:pt x="58" y="110"/>
                    </a:cubicBezTo>
                    <a:cubicBezTo>
                      <a:pt x="58" y="111"/>
                      <a:pt x="58" y="111"/>
                      <a:pt x="58" y="111"/>
                    </a:cubicBezTo>
                    <a:lnTo>
                      <a:pt x="52" y="111"/>
                    </a:lnTo>
                    <a:close/>
                    <a:moveTo>
                      <a:pt x="47" y="98"/>
                    </a:moveTo>
                    <a:cubicBezTo>
                      <a:pt x="46" y="97"/>
                      <a:pt x="46" y="97"/>
                      <a:pt x="46" y="97"/>
                    </a:cubicBezTo>
                    <a:cubicBezTo>
                      <a:pt x="45" y="96"/>
                      <a:pt x="43" y="95"/>
                      <a:pt x="42" y="94"/>
                    </a:cubicBezTo>
                    <a:cubicBezTo>
                      <a:pt x="46" y="90"/>
                      <a:pt x="46" y="90"/>
                      <a:pt x="46" y="90"/>
                    </a:cubicBezTo>
                    <a:cubicBezTo>
                      <a:pt x="47" y="91"/>
                      <a:pt x="48" y="92"/>
                      <a:pt x="50" y="93"/>
                    </a:cubicBezTo>
                    <a:cubicBezTo>
                      <a:pt x="51" y="93"/>
                      <a:pt x="51" y="93"/>
                      <a:pt x="51" y="93"/>
                    </a:cubicBezTo>
                    <a:lnTo>
                      <a:pt x="47" y="98"/>
                    </a:lnTo>
                    <a:close/>
                    <a:moveTo>
                      <a:pt x="45" y="84"/>
                    </a:moveTo>
                    <a:cubicBezTo>
                      <a:pt x="40" y="80"/>
                      <a:pt x="40" y="80"/>
                      <a:pt x="40" y="80"/>
                    </a:cubicBezTo>
                    <a:cubicBezTo>
                      <a:pt x="41" y="80"/>
                      <a:pt x="41" y="80"/>
                      <a:pt x="41" y="80"/>
                    </a:cubicBezTo>
                    <a:cubicBezTo>
                      <a:pt x="41" y="80"/>
                      <a:pt x="41" y="79"/>
                      <a:pt x="40" y="79"/>
                    </a:cubicBezTo>
                    <a:cubicBezTo>
                      <a:pt x="45" y="75"/>
                      <a:pt x="45" y="75"/>
                      <a:pt x="45" y="75"/>
                    </a:cubicBezTo>
                    <a:cubicBezTo>
                      <a:pt x="46" y="77"/>
                      <a:pt x="47" y="78"/>
                      <a:pt x="47" y="80"/>
                    </a:cubicBezTo>
                    <a:cubicBezTo>
                      <a:pt x="47" y="82"/>
                      <a:pt x="46" y="83"/>
                      <a:pt x="45" y="84"/>
                    </a:cubicBezTo>
                    <a:close/>
                    <a:moveTo>
                      <a:pt x="36" y="69"/>
                    </a:moveTo>
                    <a:cubicBezTo>
                      <a:pt x="36" y="69"/>
                      <a:pt x="36" y="69"/>
                      <a:pt x="36" y="69"/>
                    </a:cubicBezTo>
                    <a:cubicBezTo>
                      <a:pt x="34" y="68"/>
                      <a:pt x="32" y="67"/>
                      <a:pt x="31" y="66"/>
                    </a:cubicBezTo>
                    <a:cubicBezTo>
                      <a:pt x="35" y="62"/>
                      <a:pt x="35" y="62"/>
                      <a:pt x="35" y="62"/>
                    </a:cubicBezTo>
                    <a:cubicBezTo>
                      <a:pt x="36" y="62"/>
                      <a:pt x="37" y="63"/>
                      <a:pt x="38" y="63"/>
                    </a:cubicBezTo>
                    <a:cubicBezTo>
                      <a:pt x="39" y="64"/>
                      <a:pt x="40" y="64"/>
                      <a:pt x="40" y="65"/>
                    </a:cubicBezTo>
                    <a:lnTo>
                      <a:pt x="36" y="69"/>
                    </a:lnTo>
                    <a:close/>
                    <a:moveTo>
                      <a:pt x="34" y="55"/>
                    </a:move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30" y="51"/>
                      <a:pt x="30" y="50"/>
                    </a:cubicBezTo>
                    <a:cubicBezTo>
                      <a:pt x="31" y="49"/>
                      <a:pt x="32" y="49"/>
                      <a:pt x="33" y="48"/>
                    </a:cubicBezTo>
                    <a:cubicBezTo>
                      <a:pt x="38" y="50"/>
                      <a:pt x="38" y="50"/>
                      <a:pt x="38" y="50"/>
                    </a:cubicBezTo>
                    <a:cubicBezTo>
                      <a:pt x="38" y="52"/>
                      <a:pt x="37" y="52"/>
                      <a:pt x="36" y="53"/>
                    </a:cubicBezTo>
                    <a:cubicBezTo>
                      <a:pt x="35" y="53"/>
                      <a:pt x="35" y="54"/>
                      <a:pt x="34" y="54"/>
                    </a:cubicBezTo>
                    <a:cubicBezTo>
                      <a:pt x="34" y="55"/>
                      <a:pt x="34" y="55"/>
                      <a:pt x="34" y="55"/>
                    </a:cubicBezTo>
                    <a:close/>
                    <a:moveTo>
                      <a:pt x="43" y="42"/>
                    </a:moveTo>
                    <a:cubicBezTo>
                      <a:pt x="39" y="37"/>
                      <a:pt x="39" y="37"/>
                      <a:pt x="39" y="37"/>
                    </a:cubicBezTo>
                    <a:cubicBezTo>
                      <a:pt x="41" y="36"/>
                      <a:pt x="42" y="35"/>
                      <a:pt x="44" y="33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6" y="40"/>
                      <a:pt x="45" y="40"/>
                      <a:pt x="43" y="42"/>
                    </a:cubicBezTo>
                    <a:close/>
                    <a:moveTo>
                      <a:pt x="45" y="31"/>
                    </a:moveTo>
                    <a:cubicBezTo>
                      <a:pt x="46" y="28"/>
                      <a:pt x="46" y="28"/>
                      <a:pt x="46" y="28"/>
                    </a:cubicBezTo>
                    <a:cubicBezTo>
                      <a:pt x="45" y="31"/>
                      <a:pt x="45" y="31"/>
                      <a:pt x="45" y="31"/>
                    </a:cubicBezTo>
                    <a:cubicBezTo>
                      <a:pt x="44" y="31"/>
                      <a:pt x="42" y="30"/>
                      <a:pt x="40" y="29"/>
                    </a:cubicBezTo>
                    <a:cubicBezTo>
                      <a:pt x="40" y="28"/>
                      <a:pt x="40" y="28"/>
                      <a:pt x="39" y="27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5" y="25"/>
                      <a:pt x="46" y="25"/>
                      <a:pt x="47" y="26"/>
                    </a:cubicBezTo>
                    <a:cubicBezTo>
                      <a:pt x="46" y="28"/>
                      <a:pt x="46" y="28"/>
                      <a:pt x="46" y="28"/>
                    </a:cubicBezTo>
                    <a:lnTo>
                      <a:pt x="45" y="31"/>
                    </a:lnTo>
                    <a:close/>
                    <a:moveTo>
                      <a:pt x="30" y="22"/>
                    </a:moveTo>
                    <a:cubicBezTo>
                      <a:pt x="28" y="22"/>
                      <a:pt x="27" y="22"/>
                      <a:pt x="25" y="21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31" y="16"/>
                      <a:pt x="32" y="16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2" y="22"/>
                      <a:pt x="31" y="22"/>
                      <a:pt x="30" y="22"/>
                    </a:cubicBezTo>
                    <a:close/>
                    <a:moveTo>
                      <a:pt x="13" y="20"/>
                    </a:moveTo>
                    <a:cubicBezTo>
                      <a:pt x="13" y="20"/>
                      <a:pt x="13" y="20"/>
                      <a:pt x="13" y="20"/>
                    </a:cubicBezTo>
                    <a:cubicBezTo>
                      <a:pt x="12" y="20"/>
                      <a:pt x="11" y="20"/>
                      <a:pt x="10" y="19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4" y="13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5" y="20"/>
                      <a:pt x="13" y="20"/>
                    </a:cubicBezTo>
                    <a:close/>
                    <a:moveTo>
                      <a:pt x="3" y="8"/>
                    </a:moveTo>
                    <a:cubicBezTo>
                      <a:pt x="2" y="7"/>
                      <a:pt x="1" y="5"/>
                      <a:pt x="0" y="5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1"/>
                      <a:pt x="7" y="3"/>
                      <a:pt x="8" y="5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îSlîde"/>
              <p:cNvSpPr/>
              <p:nvPr/>
            </p:nvSpPr>
            <p:spPr bwMode="auto">
              <a:xfrm>
                <a:off x="6842125" y="3694113"/>
                <a:ext cx="989013" cy="633413"/>
              </a:xfrm>
              <a:custGeom>
                <a:avLst/>
                <a:gdLst>
                  <a:gd name="T0" fmla="*/ 342 w 461"/>
                  <a:gd name="T1" fmla="*/ 287 h 296"/>
                  <a:gd name="T2" fmla="*/ 334 w 461"/>
                  <a:gd name="T3" fmla="*/ 284 h 296"/>
                  <a:gd name="T4" fmla="*/ 361 w 461"/>
                  <a:gd name="T5" fmla="*/ 286 h 296"/>
                  <a:gd name="T6" fmla="*/ 370 w 461"/>
                  <a:gd name="T7" fmla="*/ 285 h 296"/>
                  <a:gd name="T8" fmla="*/ 315 w 461"/>
                  <a:gd name="T9" fmla="*/ 283 h 296"/>
                  <a:gd name="T10" fmla="*/ 270 w 461"/>
                  <a:gd name="T11" fmla="*/ 270 h 296"/>
                  <a:gd name="T12" fmla="*/ 301 w 461"/>
                  <a:gd name="T13" fmla="*/ 260 h 296"/>
                  <a:gd name="T14" fmla="*/ 323 w 461"/>
                  <a:gd name="T15" fmla="*/ 264 h 296"/>
                  <a:gd name="T16" fmla="*/ 283 w 461"/>
                  <a:gd name="T17" fmla="*/ 260 h 296"/>
                  <a:gd name="T18" fmla="*/ 276 w 461"/>
                  <a:gd name="T19" fmla="*/ 256 h 296"/>
                  <a:gd name="T20" fmla="*/ 412 w 461"/>
                  <a:gd name="T21" fmla="*/ 259 h 296"/>
                  <a:gd name="T22" fmla="*/ 267 w 461"/>
                  <a:gd name="T23" fmla="*/ 251 h 296"/>
                  <a:gd name="T24" fmla="*/ 421 w 461"/>
                  <a:gd name="T25" fmla="*/ 249 h 296"/>
                  <a:gd name="T26" fmla="*/ 253 w 461"/>
                  <a:gd name="T27" fmla="*/ 237 h 296"/>
                  <a:gd name="T28" fmla="*/ 256 w 461"/>
                  <a:gd name="T29" fmla="*/ 216 h 296"/>
                  <a:gd name="T30" fmla="*/ 236 w 461"/>
                  <a:gd name="T31" fmla="*/ 221 h 296"/>
                  <a:gd name="T32" fmla="*/ 183 w 461"/>
                  <a:gd name="T33" fmla="*/ 215 h 296"/>
                  <a:gd name="T34" fmla="*/ 171 w 461"/>
                  <a:gd name="T35" fmla="*/ 219 h 296"/>
                  <a:gd name="T36" fmla="*/ 136 w 461"/>
                  <a:gd name="T37" fmla="*/ 216 h 296"/>
                  <a:gd name="T38" fmla="*/ 413 w 461"/>
                  <a:gd name="T39" fmla="*/ 210 h 296"/>
                  <a:gd name="T40" fmla="*/ 204 w 461"/>
                  <a:gd name="T41" fmla="*/ 209 h 296"/>
                  <a:gd name="T42" fmla="*/ 219 w 461"/>
                  <a:gd name="T43" fmla="*/ 214 h 296"/>
                  <a:gd name="T44" fmla="*/ 393 w 461"/>
                  <a:gd name="T45" fmla="*/ 197 h 296"/>
                  <a:gd name="T46" fmla="*/ 412 w 461"/>
                  <a:gd name="T47" fmla="*/ 193 h 296"/>
                  <a:gd name="T48" fmla="*/ 111 w 461"/>
                  <a:gd name="T49" fmla="*/ 196 h 296"/>
                  <a:gd name="T50" fmla="*/ 387 w 461"/>
                  <a:gd name="T51" fmla="*/ 196 h 296"/>
                  <a:gd name="T52" fmla="*/ 409 w 461"/>
                  <a:gd name="T53" fmla="*/ 194 h 296"/>
                  <a:gd name="T54" fmla="*/ 366 w 461"/>
                  <a:gd name="T55" fmla="*/ 191 h 296"/>
                  <a:gd name="T56" fmla="*/ 371 w 461"/>
                  <a:gd name="T57" fmla="*/ 192 h 296"/>
                  <a:gd name="T58" fmla="*/ 355 w 461"/>
                  <a:gd name="T59" fmla="*/ 182 h 296"/>
                  <a:gd name="T60" fmla="*/ 67 w 461"/>
                  <a:gd name="T61" fmla="*/ 161 h 296"/>
                  <a:gd name="T62" fmla="*/ 360 w 461"/>
                  <a:gd name="T63" fmla="*/ 163 h 296"/>
                  <a:gd name="T64" fmla="*/ 59 w 461"/>
                  <a:gd name="T65" fmla="*/ 153 h 296"/>
                  <a:gd name="T66" fmla="*/ 353 w 461"/>
                  <a:gd name="T67" fmla="*/ 140 h 296"/>
                  <a:gd name="T68" fmla="*/ 343 w 461"/>
                  <a:gd name="T69" fmla="*/ 138 h 296"/>
                  <a:gd name="T70" fmla="*/ 57 w 461"/>
                  <a:gd name="T71" fmla="*/ 133 h 296"/>
                  <a:gd name="T72" fmla="*/ 369 w 461"/>
                  <a:gd name="T73" fmla="*/ 129 h 296"/>
                  <a:gd name="T74" fmla="*/ 364 w 461"/>
                  <a:gd name="T75" fmla="*/ 115 h 296"/>
                  <a:gd name="T76" fmla="*/ 42 w 461"/>
                  <a:gd name="T77" fmla="*/ 108 h 296"/>
                  <a:gd name="T78" fmla="*/ 379 w 461"/>
                  <a:gd name="T79" fmla="*/ 96 h 296"/>
                  <a:gd name="T80" fmla="*/ 382 w 461"/>
                  <a:gd name="T81" fmla="*/ 93 h 296"/>
                  <a:gd name="T82" fmla="*/ 388 w 461"/>
                  <a:gd name="T83" fmla="*/ 92 h 296"/>
                  <a:gd name="T84" fmla="*/ 429 w 461"/>
                  <a:gd name="T85" fmla="*/ 85 h 296"/>
                  <a:gd name="T86" fmla="*/ 28 w 461"/>
                  <a:gd name="T87" fmla="*/ 82 h 296"/>
                  <a:gd name="T88" fmla="*/ 441 w 461"/>
                  <a:gd name="T89" fmla="*/ 80 h 296"/>
                  <a:gd name="T90" fmla="*/ 411 w 461"/>
                  <a:gd name="T91" fmla="*/ 67 h 296"/>
                  <a:gd name="T92" fmla="*/ 460 w 461"/>
                  <a:gd name="T93" fmla="*/ 66 h 296"/>
                  <a:gd name="T94" fmla="*/ 25 w 461"/>
                  <a:gd name="T95" fmla="*/ 67 h 296"/>
                  <a:gd name="T96" fmla="*/ 402 w 461"/>
                  <a:gd name="T97" fmla="*/ 52 h 296"/>
                  <a:gd name="T98" fmla="*/ 18 w 461"/>
                  <a:gd name="T99" fmla="*/ 52 h 296"/>
                  <a:gd name="T100" fmla="*/ 456 w 461"/>
                  <a:gd name="T101" fmla="*/ 55 h 296"/>
                  <a:gd name="T102" fmla="*/ 14 w 461"/>
                  <a:gd name="T103" fmla="*/ 46 h 296"/>
                  <a:gd name="T104" fmla="*/ 455 w 461"/>
                  <a:gd name="T105" fmla="*/ 38 h 296"/>
                  <a:gd name="T106" fmla="*/ 1 w 461"/>
                  <a:gd name="T107" fmla="*/ 35 h 296"/>
                  <a:gd name="T108" fmla="*/ 428 w 461"/>
                  <a:gd name="T109" fmla="*/ 17 h 296"/>
                  <a:gd name="T110" fmla="*/ 430 w 461"/>
                  <a:gd name="T111" fmla="*/ 8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61" h="296">
                    <a:moveTo>
                      <a:pt x="374" y="296"/>
                    </a:moveTo>
                    <a:cubicBezTo>
                      <a:pt x="374" y="290"/>
                      <a:pt x="374" y="290"/>
                      <a:pt x="374" y="290"/>
                    </a:cubicBezTo>
                    <a:cubicBezTo>
                      <a:pt x="375" y="290"/>
                      <a:pt x="376" y="290"/>
                      <a:pt x="377" y="289"/>
                    </a:cubicBezTo>
                    <a:cubicBezTo>
                      <a:pt x="381" y="293"/>
                      <a:pt x="381" y="293"/>
                      <a:pt x="381" y="293"/>
                    </a:cubicBezTo>
                    <a:cubicBezTo>
                      <a:pt x="379" y="296"/>
                      <a:pt x="376" y="296"/>
                      <a:pt x="374" y="296"/>
                    </a:cubicBezTo>
                    <a:close/>
                    <a:moveTo>
                      <a:pt x="346" y="293"/>
                    </a:moveTo>
                    <a:cubicBezTo>
                      <a:pt x="345" y="293"/>
                      <a:pt x="344" y="293"/>
                      <a:pt x="342" y="293"/>
                    </a:cubicBezTo>
                    <a:cubicBezTo>
                      <a:pt x="342" y="287"/>
                      <a:pt x="342" y="287"/>
                      <a:pt x="342" y="287"/>
                    </a:cubicBezTo>
                    <a:cubicBezTo>
                      <a:pt x="344" y="287"/>
                      <a:pt x="345" y="287"/>
                      <a:pt x="346" y="287"/>
                    </a:cubicBezTo>
                    <a:cubicBezTo>
                      <a:pt x="347" y="287"/>
                      <a:pt x="347" y="287"/>
                      <a:pt x="348" y="287"/>
                    </a:cubicBezTo>
                    <a:cubicBezTo>
                      <a:pt x="348" y="293"/>
                      <a:pt x="348" y="293"/>
                      <a:pt x="348" y="293"/>
                    </a:cubicBezTo>
                    <a:cubicBezTo>
                      <a:pt x="348" y="293"/>
                      <a:pt x="347" y="293"/>
                      <a:pt x="346" y="293"/>
                    </a:cubicBezTo>
                    <a:close/>
                    <a:moveTo>
                      <a:pt x="330" y="288"/>
                    </a:moveTo>
                    <a:cubicBezTo>
                      <a:pt x="329" y="287"/>
                      <a:pt x="328" y="286"/>
                      <a:pt x="326" y="285"/>
                    </a:cubicBezTo>
                    <a:cubicBezTo>
                      <a:pt x="329" y="280"/>
                      <a:pt x="329" y="280"/>
                      <a:pt x="329" y="280"/>
                    </a:cubicBezTo>
                    <a:cubicBezTo>
                      <a:pt x="332" y="281"/>
                      <a:pt x="333" y="283"/>
                      <a:pt x="334" y="284"/>
                    </a:cubicBezTo>
                    <a:lnTo>
                      <a:pt x="330" y="288"/>
                    </a:lnTo>
                    <a:close/>
                    <a:moveTo>
                      <a:pt x="361" y="286"/>
                    </a:moveTo>
                    <a:cubicBezTo>
                      <a:pt x="355" y="284"/>
                      <a:pt x="355" y="284"/>
                      <a:pt x="355" y="284"/>
                    </a:cubicBezTo>
                    <a:cubicBezTo>
                      <a:pt x="355" y="284"/>
                      <a:pt x="355" y="284"/>
                      <a:pt x="355" y="284"/>
                    </a:cubicBezTo>
                    <a:cubicBezTo>
                      <a:pt x="356" y="282"/>
                      <a:pt x="356" y="280"/>
                      <a:pt x="357" y="279"/>
                    </a:cubicBezTo>
                    <a:cubicBezTo>
                      <a:pt x="362" y="281"/>
                      <a:pt x="362" y="281"/>
                      <a:pt x="362" y="281"/>
                    </a:cubicBezTo>
                    <a:cubicBezTo>
                      <a:pt x="362" y="282"/>
                      <a:pt x="361" y="283"/>
                      <a:pt x="361" y="285"/>
                    </a:cubicBezTo>
                    <a:cubicBezTo>
                      <a:pt x="361" y="285"/>
                      <a:pt x="361" y="286"/>
                      <a:pt x="361" y="286"/>
                    </a:cubicBezTo>
                    <a:close/>
                    <a:moveTo>
                      <a:pt x="370" y="286"/>
                    </a:moveTo>
                    <a:cubicBezTo>
                      <a:pt x="364" y="286"/>
                      <a:pt x="364" y="286"/>
                      <a:pt x="364" y="286"/>
                    </a:cubicBezTo>
                    <a:cubicBezTo>
                      <a:pt x="365" y="285"/>
                      <a:pt x="365" y="285"/>
                      <a:pt x="365" y="284"/>
                    </a:cubicBezTo>
                    <a:cubicBezTo>
                      <a:pt x="365" y="283"/>
                      <a:pt x="365" y="283"/>
                      <a:pt x="365" y="282"/>
                    </a:cubicBezTo>
                    <a:cubicBezTo>
                      <a:pt x="365" y="281"/>
                      <a:pt x="365" y="281"/>
                      <a:pt x="365" y="280"/>
                    </a:cubicBezTo>
                    <a:cubicBezTo>
                      <a:pt x="370" y="280"/>
                      <a:pt x="370" y="280"/>
                      <a:pt x="370" y="280"/>
                    </a:cubicBezTo>
                    <a:cubicBezTo>
                      <a:pt x="370" y="280"/>
                      <a:pt x="371" y="281"/>
                      <a:pt x="371" y="282"/>
                    </a:cubicBezTo>
                    <a:cubicBezTo>
                      <a:pt x="371" y="283"/>
                      <a:pt x="370" y="284"/>
                      <a:pt x="370" y="285"/>
                    </a:cubicBezTo>
                    <a:cubicBezTo>
                      <a:pt x="370" y="285"/>
                      <a:pt x="370" y="286"/>
                      <a:pt x="370" y="286"/>
                    </a:cubicBezTo>
                    <a:close/>
                    <a:moveTo>
                      <a:pt x="315" y="283"/>
                    </a:moveTo>
                    <a:cubicBezTo>
                      <a:pt x="314" y="282"/>
                      <a:pt x="314" y="282"/>
                      <a:pt x="314" y="281"/>
                    </a:cubicBezTo>
                    <a:cubicBezTo>
                      <a:pt x="314" y="279"/>
                      <a:pt x="315" y="277"/>
                      <a:pt x="318" y="275"/>
                    </a:cubicBezTo>
                    <a:cubicBezTo>
                      <a:pt x="322" y="279"/>
                      <a:pt x="322" y="279"/>
                      <a:pt x="322" y="279"/>
                    </a:cubicBezTo>
                    <a:cubicBezTo>
                      <a:pt x="320" y="280"/>
                      <a:pt x="320" y="281"/>
                      <a:pt x="320" y="281"/>
                    </a:cubicBezTo>
                    <a:cubicBezTo>
                      <a:pt x="320" y="281"/>
                      <a:pt x="320" y="280"/>
                      <a:pt x="320" y="280"/>
                    </a:cubicBezTo>
                    <a:lnTo>
                      <a:pt x="315" y="283"/>
                    </a:lnTo>
                    <a:close/>
                    <a:moveTo>
                      <a:pt x="385" y="281"/>
                    </a:moveTo>
                    <a:cubicBezTo>
                      <a:pt x="379" y="280"/>
                      <a:pt x="379" y="280"/>
                      <a:pt x="379" y="280"/>
                    </a:cubicBezTo>
                    <a:cubicBezTo>
                      <a:pt x="380" y="278"/>
                      <a:pt x="380" y="276"/>
                      <a:pt x="380" y="274"/>
                    </a:cubicBezTo>
                    <a:cubicBezTo>
                      <a:pt x="386" y="275"/>
                      <a:pt x="386" y="275"/>
                      <a:pt x="386" y="275"/>
                    </a:cubicBezTo>
                    <a:cubicBezTo>
                      <a:pt x="386" y="277"/>
                      <a:pt x="385" y="279"/>
                      <a:pt x="385" y="281"/>
                    </a:cubicBezTo>
                    <a:close/>
                    <a:moveTo>
                      <a:pt x="275" y="274"/>
                    </a:moveTo>
                    <a:cubicBezTo>
                      <a:pt x="274" y="274"/>
                      <a:pt x="273" y="274"/>
                      <a:pt x="272" y="272"/>
                    </a:cubicBezTo>
                    <a:cubicBezTo>
                      <a:pt x="271" y="272"/>
                      <a:pt x="270" y="271"/>
                      <a:pt x="270" y="270"/>
                    </a:cubicBezTo>
                    <a:cubicBezTo>
                      <a:pt x="276" y="268"/>
                      <a:pt x="276" y="268"/>
                      <a:pt x="276" y="268"/>
                    </a:cubicBezTo>
                    <a:cubicBezTo>
                      <a:pt x="276" y="268"/>
                      <a:pt x="276" y="269"/>
                      <a:pt x="276" y="269"/>
                    </a:cubicBezTo>
                    <a:cubicBezTo>
                      <a:pt x="276" y="269"/>
                      <a:pt x="276" y="269"/>
                      <a:pt x="276" y="269"/>
                    </a:cubicBezTo>
                    <a:cubicBezTo>
                      <a:pt x="279" y="273"/>
                      <a:pt x="279" y="273"/>
                      <a:pt x="279" y="273"/>
                    </a:cubicBezTo>
                    <a:cubicBezTo>
                      <a:pt x="278" y="274"/>
                      <a:pt x="277" y="274"/>
                      <a:pt x="275" y="274"/>
                    </a:cubicBezTo>
                    <a:close/>
                    <a:moveTo>
                      <a:pt x="303" y="268"/>
                    </a:moveTo>
                    <a:cubicBezTo>
                      <a:pt x="302" y="268"/>
                      <a:pt x="300" y="267"/>
                      <a:pt x="298" y="265"/>
                    </a:cubicBezTo>
                    <a:cubicBezTo>
                      <a:pt x="301" y="260"/>
                      <a:pt x="301" y="260"/>
                      <a:pt x="301" y="260"/>
                    </a:cubicBezTo>
                    <a:cubicBezTo>
                      <a:pt x="303" y="261"/>
                      <a:pt x="304" y="262"/>
                      <a:pt x="306" y="263"/>
                    </a:cubicBezTo>
                    <a:lnTo>
                      <a:pt x="303" y="268"/>
                    </a:lnTo>
                    <a:close/>
                    <a:moveTo>
                      <a:pt x="318" y="267"/>
                    </a:moveTo>
                    <a:cubicBezTo>
                      <a:pt x="318" y="267"/>
                      <a:pt x="317" y="267"/>
                      <a:pt x="317" y="267"/>
                    </a:cubicBezTo>
                    <a:cubicBezTo>
                      <a:pt x="317" y="267"/>
                      <a:pt x="317" y="267"/>
                      <a:pt x="317" y="267"/>
                    </a:cubicBezTo>
                    <a:cubicBezTo>
                      <a:pt x="314" y="262"/>
                      <a:pt x="314" y="262"/>
                      <a:pt x="314" y="262"/>
                    </a:cubicBezTo>
                    <a:cubicBezTo>
                      <a:pt x="315" y="261"/>
                      <a:pt x="316" y="261"/>
                      <a:pt x="318" y="261"/>
                    </a:cubicBezTo>
                    <a:cubicBezTo>
                      <a:pt x="320" y="261"/>
                      <a:pt x="322" y="262"/>
                      <a:pt x="323" y="264"/>
                    </a:cubicBezTo>
                    <a:lnTo>
                      <a:pt x="318" y="267"/>
                    </a:lnTo>
                    <a:close/>
                    <a:moveTo>
                      <a:pt x="391" y="267"/>
                    </a:moveTo>
                    <a:cubicBezTo>
                      <a:pt x="388" y="263"/>
                      <a:pt x="388" y="263"/>
                      <a:pt x="388" y="263"/>
                    </a:cubicBezTo>
                    <a:cubicBezTo>
                      <a:pt x="389" y="261"/>
                      <a:pt x="391" y="260"/>
                      <a:pt x="393" y="259"/>
                    </a:cubicBezTo>
                    <a:cubicBezTo>
                      <a:pt x="396" y="264"/>
                      <a:pt x="396" y="264"/>
                      <a:pt x="396" y="264"/>
                    </a:cubicBezTo>
                    <a:cubicBezTo>
                      <a:pt x="394" y="265"/>
                      <a:pt x="393" y="266"/>
                      <a:pt x="391" y="267"/>
                    </a:cubicBezTo>
                    <a:close/>
                    <a:moveTo>
                      <a:pt x="287" y="264"/>
                    </a:moveTo>
                    <a:cubicBezTo>
                      <a:pt x="283" y="260"/>
                      <a:pt x="283" y="260"/>
                      <a:pt x="283" y="260"/>
                    </a:cubicBezTo>
                    <a:cubicBezTo>
                      <a:pt x="284" y="258"/>
                      <a:pt x="286" y="256"/>
                      <a:pt x="288" y="255"/>
                    </a:cubicBezTo>
                    <a:cubicBezTo>
                      <a:pt x="290" y="261"/>
                      <a:pt x="290" y="261"/>
                      <a:pt x="290" y="261"/>
                    </a:cubicBezTo>
                    <a:cubicBezTo>
                      <a:pt x="289" y="261"/>
                      <a:pt x="288" y="263"/>
                      <a:pt x="287" y="264"/>
                    </a:cubicBezTo>
                    <a:close/>
                    <a:moveTo>
                      <a:pt x="272" y="260"/>
                    </a:moveTo>
                    <a:cubicBezTo>
                      <a:pt x="269" y="260"/>
                      <a:pt x="269" y="260"/>
                      <a:pt x="269" y="260"/>
                    </a:cubicBezTo>
                    <a:cubicBezTo>
                      <a:pt x="267" y="259"/>
                      <a:pt x="267" y="259"/>
                      <a:pt x="267" y="259"/>
                    </a:cubicBezTo>
                    <a:cubicBezTo>
                      <a:pt x="268" y="256"/>
                      <a:pt x="270" y="254"/>
                      <a:pt x="272" y="254"/>
                    </a:cubicBezTo>
                    <a:cubicBezTo>
                      <a:pt x="273" y="254"/>
                      <a:pt x="275" y="255"/>
                      <a:pt x="276" y="256"/>
                    </a:cubicBezTo>
                    <a:cubicBezTo>
                      <a:pt x="272" y="260"/>
                      <a:pt x="272" y="260"/>
                      <a:pt x="272" y="260"/>
                    </a:cubicBezTo>
                    <a:cubicBezTo>
                      <a:pt x="272" y="260"/>
                      <a:pt x="273" y="260"/>
                      <a:pt x="273" y="260"/>
                    </a:cubicBezTo>
                    <a:cubicBezTo>
                      <a:pt x="273" y="260"/>
                      <a:pt x="272" y="260"/>
                      <a:pt x="272" y="260"/>
                    </a:cubicBezTo>
                    <a:close/>
                    <a:moveTo>
                      <a:pt x="406" y="260"/>
                    </a:moveTo>
                    <a:cubicBezTo>
                      <a:pt x="405" y="255"/>
                      <a:pt x="405" y="255"/>
                      <a:pt x="405" y="255"/>
                    </a:cubicBezTo>
                    <a:cubicBezTo>
                      <a:pt x="406" y="254"/>
                      <a:pt x="408" y="254"/>
                      <a:pt x="410" y="254"/>
                    </a:cubicBezTo>
                    <a:cubicBezTo>
                      <a:pt x="410" y="254"/>
                      <a:pt x="410" y="254"/>
                      <a:pt x="410" y="254"/>
                    </a:cubicBezTo>
                    <a:cubicBezTo>
                      <a:pt x="412" y="259"/>
                      <a:pt x="412" y="259"/>
                      <a:pt x="412" y="259"/>
                    </a:cubicBezTo>
                    <a:cubicBezTo>
                      <a:pt x="411" y="259"/>
                      <a:pt x="411" y="259"/>
                      <a:pt x="411" y="259"/>
                    </a:cubicBezTo>
                    <a:cubicBezTo>
                      <a:pt x="409" y="260"/>
                      <a:pt x="408" y="260"/>
                      <a:pt x="406" y="260"/>
                    </a:cubicBezTo>
                    <a:close/>
                    <a:moveTo>
                      <a:pt x="261" y="253"/>
                    </a:moveTo>
                    <a:cubicBezTo>
                      <a:pt x="261" y="251"/>
                      <a:pt x="261" y="251"/>
                      <a:pt x="261" y="251"/>
                    </a:cubicBezTo>
                    <a:cubicBezTo>
                      <a:pt x="261" y="250"/>
                      <a:pt x="260" y="249"/>
                      <a:pt x="260" y="249"/>
                    </a:cubicBezTo>
                    <a:cubicBezTo>
                      <a:pt x="264" y="244"/>
                      <a:pt x="264" y="244"/>
                      <a:pt x="264" y="244"/>
                    </a:cubicBezTo>
                    <a:cubicBezTo>
                      <a:pt x="265" y="246"/>
                      <a:pt x="266" y="248"/>
                      <a:pt x="267" y="250"/>
                    </a:cubicBezTo>
                    <a:cubicBezTo>
                      <a:pt x="267" y="251"/>
                      <a:pt x="267" y="251"/>
                      <a:pt x="267" y="251"/>
                    </a:cubicBezTo>
                    <a:lnTo>
                      <a:pt x="261" y="253"/>
                    </a:lnTo>
                    <a:close/>
                    <a:moveTo>
                      <a:pt x="415" y="251"/>
                    </a:moveTo>
                    <a:cubicBezTo>
                      <a:pt x="415" y="250"/>
                      <a:pt x="415" y="250"/>
                      <a:pt x="415" y="250"/>
                    </a:cubicBezTo>
                    <a:cubicBezTo>
                      <a:pt x="415" y="250"/>
                      <a:pt x="414" y="249"/>
                      <a:pt x="414" y="247"/>
                    </a:cubicBezTo>
                    <a:cubicBezTo>
                      <a:pt x="414" y="246"/>
                      <a:pt x="414" y="245"/>
                      <a:pt x="414" y="244"/>
                    </a:cubicBezTo>
                    <a:cubicBezTo>
                      <a:pt x="420" y="245"/>
                      <a:pt x="420" y="245"/>
                      <a:pt x="420" y="245"/>
                    </a:cubicBezTo>
                    <a:cubicBezTo>
                      <a:pt x="419" y="246"/>
                      <a:pt x="419" y="246"/>
                      <a:pt x="419" y="246"/>
                    </a:cubicBezTo>
                    <a:cubicBezTo>
                      <a:pt x="420" y="247"/>
                      <a:pt x="421" y="248"/>
                      <a:pt x="421" y="249"/>
                    </a:cubicBezTo>
                    <a:lnTo>
                      <a:pt x="415" y="251"/>
                    </a:lnTo>
                    <a:close/>
                    <a:moveTo>
                      <a:pt x="253" y="237"/>
                    </a:moveTo>
                    <a:cubicBezTo>
                      <a:pt x="253" y="237"/>
                      <a:pt x="253" y="236"/>
                      <a:pt x="253" y="236"/>
                    </a:cubicBezTo>
                    <a:cubicBezTo>
                      <a:pt x="253" y="234"/>
                      <a:pt x="254" y="232"/>
                      <a:pt x="256" y="232"/>
                    </a:cubicBezTo>
                    <a:cubicBezTo>
                      <a:pt x="261" y="232"/>
                      <a:pt x="261" y="232"/>
                      <a:pt x="261" y="232"/>
                    </a:cubicBezTo>
                    <a:cubicBezTo>
                      <a:pt x="261" y="234"/>
                      <a:pt x="260" y="236"/>
                      <a:pt x="258" y="237"/>
                    </a:cubicBezTo>
                    <a:cubicBezTo>
                      <a:pt x="259" y="237"/>
                      <a:pt x="259" y="236"/>
                      <a:pt x="259" y="236"/>
                    </a:cubicBezTo>
                    <a:lnTo>
                      <a:pt x="253" y="237"/>
                    </a:lnTo>
                    <a:close/>
                    <a:moveTo>
                      <a:pt x="415" y="233"/>
                    </a:moveTo>
                    <a:cubicBezTo>
                      <a:pt x="415" y="232"/>
                      <a:pt x="415" y="230"/>
                      <a:pt x="415" y="228"/>
                    </a:cubicBezTo>
                    <a:cubicBezTo>
                      <a:pt x="421" y="227"/>
                      <a:pt x="421" y="227"/>
                      <a:pt x="421" y="227"/>
                    </a:cubicBezTo>
                    <a:cubicBezTo>
                      <a:pt x="421" y="229"/>
                      <a:pt x="421" y="231"/>
                      <a:pt x="421" y="233"/>
                    </a:cubicBezTo>
                    <a:lnTo>
                      <a:pt x="415" y="233"/>
                    </a:lnTo>
                    <a:close/>
                    <a:moveTo>
                      <a:pt x="259" y="223"/>
                    </a:moveTo>
                    <a:cubicBezTo>
                      <a:pt x="254" y="220"/>
                      <a:pt x="254" y="220"/>
                      <a:pt x="254" y="220"/>
                    </a:cubicBezTo>
                    <a:cubicBezTo>
                      <a:pt x="255" y="219"/>
                      <a:pt x="256" y="217"/>
                      <a:pt x="256" y="216"/>
                    </a:cubicBezTo>
                    <a:cubicBezTo>
                      <a:pt x="262" y="217"/>
                      <a:pt x="262" y="217"/>
                      <a:pt x="262" y="217"/>
                    </a:cubicBezTo>
                    <a:cubicBezTo>
                      <a:pt x="261" y="219"/>
                      <a:pt x="260" y="221"/>
                      <a:pt x="259" y="223"/>
                    </a:cubicBezTo>
                    <a:close/>
                    <a:moveTo>
                      <a:pt x="154" y="222"/>
                    </a:moveTo>
                    <a:cubicBezTo>
                      <a:pt x="152" y="222"/>
                      <a:pt x="150" y="222"/>
                      <a:pt x="147" y="221"/>
                    </a:cubicBezTo>
                    <a:cubicBezTo>
                      <a:pt x="149" y="216"/>
                      <a:pt x="149" y="216"/>
                      <a:pt x="149" y="216"/>
                    </a:cubicBezTo>
                    <a:cubicBezTo>
                      <a:pt x="151" y="216"/>
                      <a:pt x="152" y="217"/>
                      <a:pt x="154" y="217"/>
                    </a:cubicBezTo>
                    <a:cubicBezTo>
                      <a:pt x="154" y="222"/>
                      <a:pt x="154" y="222"/>
                      <a:pt x="154" y="222"/>
                    </a:cubicBezTo>
                    <a:close/>
                    <a:moveTo>
                      <a:pt x="236" y="221"/>
                    </a:moveTo>
                    <a:cubicBezTo>
                      <a:pt x="234" y="221"/>
                      <a:pt x="232" y="221"/>
                      <a:pt x="230" y="220"/>
                    </a:cubicBezTo>
                    <a:cubicBezTo>
                      <a:pt x="232" y="215"/>
                      <a:pt x="232" y="215"/>
                      <a:pt x="232" y="215"/>
                    </a:cubicBezTo>
                    <a:cubicBezTo>
                      <a:pt x="234" y="215"/>
                      <a:pt x="235" y="216"/>
                      <a:pt x="237" y="216"/>
                    </a:cubicBezTo>
                    <a:lnTo>
                      <a:pt x="236" y="221"/>
                    </a:lnTo>
                    <a:close/>
                    <a:moveTo>
                      <a:pt x="183" y="221"/>
                    </a:moveTo>
                    <a:cubicBezTo>
                      <a:pt x="183" y="221"/>
                      <a:pt x="183" y="221"/>
                      <a:pt x="183" y="221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3" y="215"/>
                      <a:pt x="183" y="215"/>
                      <a:pt x="183" y="215"/>
                    </a:cubicBezTo>
                    <a:cubicBezTo>
                      <a:pt x="185" y="215"/>
                      <a:pt x="186" y="214"/>
                      <a:pt x="187" y="214"/>
                    </a:cubicBezTo>
                    <a:cubicBezTo>
                      <a:pt x="190" y="219"/>
                      <a:pt x="190" y="219"/>
                      <a:pt x="190" y="219"/>
                    </a:cubicBezTo>
                    <a:cubicBezTo>
                      <a:pt x="188" y="220"/>
                      <a:pt x="186" y="221"/>
                      <a:pt x="183" y="221"/>
                    </a:cubicBezTo>
                    <a:close/>
                    <a:moveTo>
                      <a:pt x="166" y="220"/>
                    </a:moveTo>
                    <a:cubicBezTo>
                      <a:pt x="165" y="214"/>
                      <a:pt x="165" y="214"/>
                      <a:pt x="165" y="214"/>
                    </a:cubicBezTo>
                    <a:cubicBezTo>
                      <a:pt x="167" y="214"/>
                      <a:pt x="169" y="213"/>
                      <a:pt x="171" y="213"/>
                    </a:cubicBezTo>
                    <a:cubicBezTo>
                      <a:pt x="171" y="213"/>
                      <a:pt x="171" y="213"/>
                      <a:pt x="171" y="213"/>
                    </a:cubicBezTo>
                    <a:cubicBezTo>
                      <a:pt x="171" y="219"/>
                      <a:pt x="171" y="219"/>
                      <a:pt x="171" y="219"/>
                    </a:cubicBezTo>
                    <a:cubicBezTo>
                      <a:pt x="171" y="219"/>
                      <a:pt x="171" y="219"/>
                      <a:pt x="171" y="219"/>
                    </a:cubicBezTo>
                    <a:cubicBezTo>
                      <a:pt x="169" y="219"/>
                      <a:pt x="167" y="219"/>
                      <a:pt x="166" y="220"/>
                    </a:cubicBezTo>
                    <a:close/>
                    <a:moveTo>
                      <a:pt x="249" y="217"/>
                    </a:moveTo>
                    <a:cubicBezTo>
                      <a:pt x="245" y="213"/>
                      <a:pt x="245" y="213"/>
                      <a:pt x="245" y="213"/>
                    </a:cubicBezTo>
                    <a:cubicBezTo>
                      <a:pt x="247" y="210"/>
                      <a:pt x="249" y="209"/>
                      <a:pt x="250" y="208"/>
                    </a:cubicBezTo>
                    <a:cubicBezTo>
                      <a:pt x="253" y="213"/>
                      <a:pt x="253" y="213"/>
                      <a:pt x="253" y="213"/>
                    </a:cubicBezTo>
                    <a:cubicBezTo>
                      <a:pt x="252" y="214"/>
                      <a:pt x="251" y="215"/>
                      <a:pt x="249" y="217"/>
                    </a:cubicBezTo>
                    <a:close/>
                    <a:moveTo>
                      <a:pt x="136" y="216"/>
                    </a:moveTo>
                    <a:cubicBezTo>
                      <a:pt x="135" y="216"/>
                      <a:pt x="135" y="216"/>
                      <a:pt x="135" y="216"/>
                    </a:cubicBezTo>
                    <a:cubicBezTo>
                      <a:pt x="134" y="215"/>
                      <a:pt x="133" y="214"/>
                      <a:pt x="132" y="214"/>
                    </a:cubicBezTo>
                    <a:cubicBezTo>
                      <a:pt x="133" y="208"/>
                      <a:pt x="133" y="208"/>
                      <a:pt x="133" y="208"/>
                    </a:cubicBezTo>
                    <a:cubicBezTo>
                      <a:pt x="135" y="209"/>
                      <a:pt x="137" y="210"/>
                      <a:pt x="138" y="211"/>
                    </a:cubicBezTo>
                    <a:cubicBezTo>
                      <a:pt x="139" y="211"/>
                      <a:pt x="139" y="211"/>
                      <a:pt x="139" y="211"/>
                    </a:cubicBezTo>
                    <a:lnTo>
                      <a:pt x="136" y="216"/>
                    </a:lnTo>
                    <a:close/>
                    <a:moveTo>
                      <a:pt x="413" y="216"/>
                    </a:moveTo>
                    <a:cubicBezTo>
                      <a:pt x="413" y="214"/>
                      <a:pt x="413" y="212"/>
                      <a:pt x="413" y="210"/>
                    </a:cubicBezTo>
                    <a:cubicBezTo>
                      <a:pt x="418" y="210"/>
                      <a:pt x="418" y="210"/>
                      <a:pt x="418" y="210"/>
                    </a:cubicBezTo>
                    <a:cubicBezTo>
                      <a:pt x="419" y="212"/>
                      <a:pt x="419" y="214"/>
                      <a:pt x="419" y="215"/>
                    </a:cubicBezTo>
                    <a:lnTo>
                      <a:pt x="413" y="216"/>
                    </a:lnTo>
                    <a:close/>
                    <a:moveTo>
                      <a:pt x="204" y="215"/>
                    </a:moveTo>
                    <a:cubicBezTo>
                      <a:pt x="203" y="215"/>
                      <a:pt x="203" y="215"/>
                      <a:pt x="203" y="215"/>
                    </a:cubicBezTo>
                    <a:cubicBezTo>
                      <a:pt x="201" y="214"/>
                      <a:pt x="200" y="214"/>
                      <a:pt x="199" y="214"/>
                    </a:cubicBezTo>
                    <a:cubicBezTo>
                      <a:pt x="198" y="208"/>
                      <a:pt x="198" y="208"/>
                      <a:pt x="198" y="208"/>
                    </a:cubicBezTo>
                    <a:cubicBezTo>
                      <a:pt x="200" y="208"/>
                      <a:pt x="202" y="208"/>
                      <a:pt x="204" y="209"/>
                    </a:cubicBezTo>
                    <a:cubicBezTo>
                      <a:pt x="205" y="209"/>
                      <a:pt x="205" y="209"/>
                      <a:pt x="205" y="209"/>
                    </a:cubicBezTo>
                    <a:lnTo>
                      <a:pt x="204" y="215"/>
                    </a:lnTo>
                    <a:close/>
                    <a:moveTo>
                      <a:pt x="219" y="214"/>
                    </a:moveTo>
                    <a:cubicBezTo>
                      <a:pt x="217" y="213"/>
                      <a:pt x="217" y="212"/>
                      <a:pt x="216" y="212"/>
                    </a:cubicBezTo>
                    <a:cubicBezTo>
                      <a:pt x="215" y="207"/>
                      <a:pt x="215" y="207"/>
                      <a:pt x="215" y="207"/>
                    </a:cubicBezTo>
                    <a:cubicBezTo>
                      <a:pt x="215" y="207"/>
                      <a:pt x="216" y="207"/>
                      <a:pt x="216" y="207"/>
                    </a:cubicBezTo>
                    <a:cubicBezTo>
                      <a:pt x="219" y="207"/>
                      <a:pt x="220" y="208"/>
                      <a:pt x="222" y="209"/>
                    </a:cubicBezTo>
                    <a:lnTo>
                      <a:pt x="219" y="214"/>
                    </a:lnTo>
                    <a:close/>
                    <a:moveTo>
                      <a:pt x="120" y="210"/>
                    </a:moveTo>
                    <a:cubicBezTo>
                      <a:pt x="119" y="209"/>
                      <a:pt x="118" y="209"/>
                      <a:pt x="116" y="208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17" y="203"/>
                      <a:pt x="117" y="203"/>
                      <a:pt x="117" y="203"/>
                    </a:cubicBezTo>
                    <a:cubicBezTo>
                      <a:pt x="119" y="203"/>
                      <a:pt x="121" y="204"/>
                      <a:pt x="123" y="204"/>
                    </a:cubicBezTo>
                    <a:lnTo>
                      <a:pt x="120" y="210"/>
                    </a:lnTo>
                    <a:close/>
                    <a:moveTo>
                      <a:pt x="395" y="202"/>
                    </a:moveTo>
                    <a:cubicBezTo>
                      <a:pt x="393" y="197"/>
                      <a:pt x="393" y="197"/>
                      <a:pt x="393" y="197"/>
                    </a:cubicBezTo>
                    <a:cubicBezTo>
                      <a:pt x="394" y="196"/>
                      <a:pt x="394" y="196"/>
                      <a:pt x="394" y="195"/>
                    </a:cubicBezTo>
                    <a:cubicBezTo>
                      <a:pt x="394" y="195"/>
                      <a:pt x="394" y="195"/>
                      <a:pt x="394" y="195"/>
                    </a:cubicBezTo>
                    <a:cubicBezTo>
                      <a:pt x="394" y="194"/>
                      <a:pt x="394" y="194"/>
                      <a:pt x="395" y="193"/>
                    </a:cubicBezTo>
                    <a:cubicBezTo>
                      <a:pt x="400" y="196"/>
                      <a:pt x="400" y="196"/>
                      <a:pt x="400" y="196"/>
                    </a:cubicBezTo>
                    <a:cubicBezTo>
                      <a:pt x="400" y="196"/>
                      <a:pt x="400" y="196"/>
                      <a:pt x="400" y="196"/>
                    </a:cubicBezTo>
                    <a:cubicBezTo>
                      <a:pt x="399" y="198"/>
                      <a:pt x="399" y="201"/>
                      <a:pt x="395" y="202"/>
                    </a:cubicBezTo>
                    <a:close/>
                    <a:moveTo>
                      <a:pt x="412" y="198"/>
                    </a:moveTo>
                    <a:cubicBezTo>
                      <a:pt x="412" y="193"/>
                      <a:pt x="412" y="193"/>
                      <a:pt x="412" y="193"/>
                    </a:cubicBezTo>
                    <a:cubicBezTo>
                      <a:pt x="417" y="192"/>
                      <a:pt x="417" y="192"/>
                      <a:pt x="417" y="192"/>
                    </a:cubicBezTo>
                    <a:cubicBezTo>
                      <a:pt x="418" y="198"/>
                      <a:pt x="418" y="198"/>
                      <a:pt x="418" y="198"/>
                    </a:cubicBezTo>
                    <a:lnTo>
                      <a:pt x="412" y="198"/>
                    </a:lnTo>
                    <a:close/>
                    <a:moveTo>
                      <a:pt x="106" y="198"/>
                    </a:moveTo>
                    <a:cubicBezTo>
                      <a:pt x="106" y="198"/>
                      <a:pt x="106" y="198"/>
                      <a:pt x="106" y="198"/>
                    </a:cubicBezTo>
                    <a:cubicBezTo>
                      <a:pt x="106" y="198"/>
                      <a:pt x="105" y="198"/>
                      <a:pt x="104" y="197"/>
                    </a:cubicBezTo>
                    <a:cubicBezTo>
                      <a:pt x="105" y="191"/>
                      <a:pt x="105" y="191"/>
                      <a:pt x="105" y="191"/>
                    </a:cubicBezTo>
                    <a:cubicBezTo>
                      <a:pt x="108" y="192"/>
                      <a:pt x="110" y="193"/>
                      <a:pt x="111" y="196"/>
                    </a:cubicBezTo>
                    <a:cubicBezTo>
                      <a:pt x="111" y="196"/>
                      <a:pt x="112" y="196"/>
                      <a:pt x="112" y="197"/>
                    </a:cubicBezTo>
                    <a:lnTo>
                      <a:pt x="106" y="198"/>
                    </a:lnTo>
                    <a:close/>
                    <a:moveTo>
                      <a:pt x="381" y="198"/>
                    </a:moveTo>
                    <a:cubicBezTo>
                      <a:pt x="381" y="198"/>
                      <a:pt x="381" y="197"/>
                      <a:pt x="381" y="197"/>
                    </a:cubicBezTo>
                    <a:cubicBezTo>
                      <a:pt x="381" y="196"/>
                      <a:pt x="380" y="194"/>
                      <a:pt x="379" y="193"/>
                    </a:cubicBezTo>
                    <a:cubicBezTo>
                      <a:pt x="384" y="190"/>
                      <a:pt x="384" y="190"/>
                      <a:pt x="384" y="190"/>
                    </a:cubicBezTo>
                    <a:cubicBezTo>
                      <a:pt x="385" y="191"/>
                      <a:pt x="386" y="193"/>
                      <a:pt x="387" y="195"/>
                    </a:cubicBezTo>
                    <a:cubicBezTo>
                      <a:pt x="387" y="196"/>
                      <a:pt x="387" y="196"/>
                      <a:pt x="387" y="196"/>
                    </a:cubicBezTo>
                    <a:lnTo>
                      <a:pt x="381" y="198"/>
                    </a:lnTo>
                    <a:close/>
                    <a:moveTo>
                      <a:pt x="92" y="194"/>
                    </a:moveTo>
                    <a:cubicBezTo>
                      <a:pt x="90" y="193"/>
                      <a:pt x="88" y="192"/>
                      <a:pt x="86" y="189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2" y="187"/>
                      <a:pt x="93" y="188"/>
                      <a:pt x="94" y="189"/>
                    </a:cubicBezTo>
                    <a:cubicBezTo>
                      <a:pt x="93" y="191"/>
                      <a:pt x="93" y="191"/>
                      <a:pt x="93" y="191"/>
                    </a:cubicBezTo>
                    <a:lnTo>
                      <a:pt x="92" y="194"/>
                    </a:lnTo>
                    <a:close/>
                    <a:moveTo>
                      <a:pt x="409" y="194"/>
                    </a:moveTo>
                    <a:cubicBezTo>
                      <a:pt x="405" y="190"/>
                      <a:pt x="405" y="190"/>
                      <a:pt x="405" y="190"/>
                    </a:cubicBezTo>
                    <a:cubicBezTo>
                      <a:pt x="406" y="189"/>
                      <a:pt x="407" y="188"/>
                      <a:pt x="408" y="186"/>
                    </a:cubicBezTo>
                    <a:cubicBezTo>
                      <a:pt x="408" y="186"/>
                      <a:pt x="408" y="186"/>
                      <a:pt x="408" y="186"/>
                    </a:cubicBezTo>
                    <a:cubicBezTo>
                      <a:pt x="413" y="189"/>
                      <a:pt x="413" y="189"/>
                      <a:pt x="413" y="189"/>
                    </a:cubicBezTo>
                    <a:cubicBezTo>
                      <a:pt x="413" y="190"/>
                      <a:pt x="413" y="190"/>
                      <a:pt x="413" y="190"/>
                    </a:cubicBezTo>
                    <a:cubicBezTo>
                      <a:pt x="412" y="191"/>
                      <a:pt x="411" y="193"/>
                      <a:pt x="409" y="194"/>
                    </a:cubicBezTo>
                    <a:close/>
                    <a:moveTo>
                      <a:pt x="370" y="192"/>
                    </a:moveTo>
                    <a:cubicBezTo>
                      <a:pt x="368" y="192"/>
                      <a:pt x="367" y="191"/>
                      <a:pt x="366" y="191"/>
                    </a:cubicBezTo>
                    <a:cubicBezTo>
                      <a:pt x="366" y="190"/>
                      <a:pt x="366" y="190"/>
                      <a:pt x="365" y="190"/>
                    </a:cubicBezTo>
                    <a:cubicBezTo>
                      <a:pt x="367" y="184"/>
                      <a:pt x="367" y="184"/>
                      <a:pt x="367" y="184"/>
                    </a:cubicBezTo>
                    <a:cubicBezTo>
                      <a:pt x="368" y="185"/>
                      <a:pt x="369" y="185"/>
                      <a:pt x="370" y="186"/>
                    </a:cubicBezTo>
                    <a:cubicBezTo>
                      <a:pt x="370" y="186"/>
                      <a:pt x="370" y="186"/>
                      <a:pt x="370" y="186"/>
                    </a:cubicBezTo>
                    <a:cubicBezTo>
                      <a:pt x="371" y="186"/>
                      <a:pt x="371" y="186"/>
                      <a:pt x="371" y="186"/>
                    </a:cubicBezTo>
                    <a:cubicBezTo>
                      <a:pt x="371" y="186"/>
                      <a:pt x="371" y="186"/>
                      <a:pt x="371" y="186"/>
                    </a:cubicBezTo>
                    <a:cubicBezTo>
                      <a:pt x="371" y="186"/>
                      <a:pt x="371" y="186"/>
                      <a:pt x="371" y="186"/>
                    </a:cubicBezTo>
                    <a:cubicBezTo>
                      <a:pt x="371" y="192"/>
                      <a:pt x="371" y="192"/>
                      <a:pt x="371" y="192"/>
                    </a:cubicBezTo>
                    <a:cubicBezTo>
                      <a:pt x="371" y="192"/>
                      <a:pt x="370" y="192"/>
                      <a:pt x="370" y="192"/>
                    </a:cubicBezTo>
                    <a:close/>
                    <a:moveTo>
                      <a:pt x="355" y="182"/>
                    </a:moveTo>
                    <a:cubicBezTo>
                      <a:pt x="354" y="181"/>
                      <a:pt x="354" y="180"/>
                      <a:pt x="354" y="178"/>
                    </a:cubicBezTo>
                    <a:cubicBezTo>
                      <a:pt x="354" y="177"/>
                      <a:pt x="354" y="176"/>
                      <a:pt x="354" y="175"/>
                    </a:cubicBezTo>
                    <a:cubicBezTo>
                      <a:pt x="360" y="175"/>
                      <a:pt x="360" y="175"/>
                      <a:pt x="360" y="175"/>
                    </a:cubicBezTo>
                    <a:cubicBezTo>
                      <a:pt x="360" y="176"/>
                      <a:pt x="360" y="177"/>
                      <a:pt x="360" y="178"/>
                    </a:cubicBezTo>
                    <a:cubicBezTo>
                      <a:pt x="360" y="179"/>
                      <a:pt x="360" y="180"/>
                      <a:pt x="360" y="180"/>
                    </a:cubicBezTo>
                    <a:lnTo>
                      <a:pt x="355" y="182"/>
                    </a:lnTo>
                    <a:close/>
                    <a:moveTo>
                      <a:pt x="82" y="179"/>
                    </a:moveTo>
                    <a:cubicBezTo>
                      <a:pt x="81" y="178"/>
                      <a:pt x="79" y="178"/>
                      <a:pt x="77" y="177"/>
                    </a:cubicBezTo>
                    <a:cubicBezTo>
                      <a:pt x="80" y="172"/>
                      <a:pt x="80" y="172"/>
                      <a:pt x="80" y="172"/>
                    </a:cubicBezTo>
                    <a:cubicBezTo>
                      <a:pt x="82" y="173"/>
                      <a:pt x="84" y="174"/>
                      <a:pt x="86" y="175"/>
                    </a:cubicBezTo>
                    <a:lnTo>
                      <a:pt x="82" y="179"/>
                    </a:lnTo>
                    <a:close/>
                    <a:moveTo>
                      <a:pt x="67" y="168"/>
                    </a:moveTo>
                    <a:cubicBezTo>
                      <a:pt x="67" y="167"/>
                      <a:pt x="67" y="165"/>
                      <a:pt x="67" y="164"/>
                    </a:cubicBezTo>
                    <a:cubicBezTo>
                      <a:pt x="67" y="163"/>
                      <a:pt x="67" y="162"/>
                      <a:pt x="67" y="161"/>
                    </a:cubicBezTo>
                    <a:cubicBezTo>
                      <a:pt x="73" y="161"/>
                      <a:pt x="73" y="161"/>
                      <a:pt x="73" y="161"/>
                    </a:cubicBezTo>
                    <a:cubicBezTo>
                      <a:pt x="73" y="162"/>
                      <a:pt x="73" y="163"/>
                      <a:pt x="73" y="164"/>
                    </a:cubicBezTo>
                    <a:cubicBezTo>
                      <a:pt x="73" y="165"/>
                      <a:pt x="73" y="165"/>
                      <a:pt x="73" y="166"/>
                    </a:cubicBezTo>
                    <a:lnTo>
                      <a:pt x="67" y="168"/>
                    </a:lnTo>
                    <a:close/>
                    <a:moveTo>
                      <a:pt x="354" y="164"/>
                    </a:moveTo>
                    <a:cubicBezTo>
                      <a:pt x="354" y="162"/>
                      <a:pt x="353" y="162"/>
                      <a:pt x="353" y="162"/>
                    </a:cubicBezTo>
                    <a:cubicBezTo>
                      <a:pt x="355" y="156"/>
                      <a:pt x="355" y="156"/>
                      <a:pt x="355" y="156"/>
                    </a:cubicBezTo>
                    <a:cubicBezTo>
                      <a:pt x="357" y="157"/>
                      <a:pt x="359" y="159"/>
                      <a:pt x="360" y="163"/>
                    </a:cubicBezTo>
                    <a:lnTo>
                      <a:pt x="354" y="164"/>
                    </a:lnTo>
                    <a:close/>
                    <a:moveTo>
                      <a:pt x="342" y="162"/>
                    </a:moveTo>
                    <a:cubicBezTo>
                      <a:pt x="338" y="162"/>
                      <a:pt x="336" y="159"/>
                      <a:pt x="335" y="156"/>
                    </a:cubicBezTo>
                    <a:cubicBezTo>
                      <a:pt x="341" y="155"/>
                      <a:pt x="341" y="155"/>
                      <a:pt x="341" y="155"/>
                    </a:cubicBezTo>
                    <a:cubicBezTo>
                      <a:pt x="341" y="156"/>
                      <a:pt x="341" y="156"/>
                      <a:pt x="342" y="156"/>
                    </a:cubicBezTo>
                    <a:lnTo>
                      <a:pt x="342" y="162"/>
                    </a:lnTo>
                    <a:close/>
                    <a:moveTo>
                      <a:pt x="61" y="155"/>
                    </a:moveTo>
                    <a:cubicBezTo>
                      <a:pt x="60" y="155"/>
                      <a:pt x="60" y="154"/>
                      <a:pt x="59" y="153"/>
                    </a:cubicBezTo>
                    <a:cubicBezTo>
                      <a:pt x="59" y="152"/>
                      <a:pt x="59" y="152"/>
                      <a:pt x="58" y="151"/>
                    </a:cubicBezTo>
                    <a:cubicBezTo>
                      <a:pt x="57" y="150"/>
                      <a:pt x="57" y="150"/>
                      <a:pt x="57" y="150"/>
                    </a:cubicBezTo>
                    <a:cubicBezTo>
                      <a:pt x="62" y="146"/>
                      <a:pt x="62" y="146"/>
                      <a:pt x="62" y="146"/>
                    </a:cubicBezTo>
                    <a:cubicBezTo>
                      <a:pt x="62" y="147"/>
                      <a:pt x="62" y="147"/>
                      <a:pt x="62" y="147"/>
                    </a:cubicBezTo>
                    <a:cubicBezTo>
                      <a:pt x="63" y="148"/>
                      <a:pt x="64" y="149"/>
                      <a:pt x="65" y="151"/>
                    </a:cubicBezTo>
                    <a:lnTo>
                      <a:pt x="61" y="155"/>
                    </a:lnTo>
                    <a:close/>
                    <a:moveTo>
                      <a:pt x="354" y="145"/>
                    </a:moveTo>
                    <a:cubicBezTo>
                      <a:pt x="353" y="140"/>
                      <a:pt x="353" y="140"/>
                      <a:pt x="353" y="140"/>
                    </a:cubicBezTo>
                    <a:cubicBezTo>
                      <a:pt x="355" y="139"/>
                      <a:pt x="356" y="139"/>
                      <a:pt x="358" y="138"/>
                    </a:cubicBezTo>
                    <a:cubicBezTo>
                      <a:pt x="360" y="143"/>
                      <a:pt x="360" y="143"/>
                      <a:pt x="360" y="143"/>
                    </a:cubicBezTo>
                    <a:cubicBezTo>
                      <a:pt x="358" y="144"/>
                      <a:pt x="356" y="145"/>
                      <a:pt x="354" y="145"/>
                    </a:cubicBezTo>
                    <a:close/>
                    <a:moveTo>
                      <a:pt x="342" y="144"/>
                    </a:moveTo>
                    <a:cubicBezTo>
                      <a:pt x="336" y="143"/>
                      <a:pt x="336" y="143"/>
                      <a:pt x="336" y="143"/>
                    </a:cubicBezTo>
                    <a:cubicBezTo>
                      <a:pt x="336" y="138"/>
                      <a:pt x="339" y="138"/>
                      <a:pt x="341" y="138"/>
                    </a:cubicBezTo>
                    <a:cubicBezTo>
                      <a:pt x="341" y="138"/>
                      <a:pt x="341" y="138"/>
                      <a:pt x="341" y="138"/>
                    </a:cubicBezTo>
                    <a:cubicBezTo>
                      <a:pt x="341" y="138"/>
                      <a:pt x="342" y="138"/>
                      <a:pt x="343" y="138"/>
                    </a:cubicBezTo>
                    <a:cubicBezTo>
                      <a:pt x="342" y="141"/>
                      <a:pt x="342" y="141"/>
                      <a:pt x="342" y="141"/>
                    </a:cubicBezTo>
                    <a:cubicBezTo>
                      <a:pt x="341" y="143"/>
                      <a:pt x="341" y="143"/>
                      <a:pt x="341" y="143"/>
                    </a:cubicBezTo>
                    <a:cubicBezTo>
                      <a:pt x="342" y="143"/>
                      <a:pt x="342" y="143"/>
                      <a:pt x="342" y="143"/>
                    </a:cubicBezTo>
                    <a:cubicBezTo>
                      <a:pt x="342" y="143"/>
                      <a:pt x="342" y="143"/>
                      <a:pt x="342" y="144"/>
                    </a:cubicBezTo>
                    <a:close/>
                    <a:moveTo>
                      <a:pt x="51" y="139"/>
                    </a:moveTo>
                    <a:cubicBezTo>
                      <a:pt x="51" y="138"/>
                      <a:pt x="51" y="138"/>
                      <a:pt x="51" y="137"/>
                    </a:cubicBezTo>
                    <a:cubicBezTo>
                      <a:pt x="51" y="135"/>
                      <a:pt x="51" y="134"/>
                      <a:pt x="52" y="132"/>
                    </a:cubicBezTo>
                    <a:cubicBezTo>
                      <a:pt x="57" y="133"/>
                      <a:pt x="57" y="133"/>
                      <a:pt x="57" y="133"/>
                    </a:cubicBezTo>
                    <a:cubicBezTo>
                      <a:pt x="57" y="135"/>
                      <a:pt x="57" y="136"/>
                      <a:pt x="57" y="137"/>
                    </a:cubicBezTo>
                    <a:cubicBezTo>
                      <a:pt x="57" y="137"/>
                      <a:pt x="57" y="138"/>
                      <a:pt x="57" y="138"/>
                    </a:cubicBezTo>
                    <a:lnTo>
                      <a:pt x="51" y="139"/>
                    </a:lnTo>
                    <a:close/>
                    <a:moveTo>
                      <a:pt x="366" y="132"/>
                    </a:moveTo>
                    <a:cubicBezTo>
                      <a:pt x="363" y="131"/>
                      <a:pt x="363" y="131"/>
                      <a:pt x="363" y="131"/>
                    </a:cubicBezTo>
                    <a:cubicBezTo>
                      <a:pt x="363" y="129"/>
                      <a:pt x="363" y="126"/>
                      <a:pt x="365" y="124"/>
                    </a:cubicBezTo>
                    <a:cubicBezTo>
                      <a:pt x="367" y="126"/>
                      <a:pt x="367" y="126"/>
                      <a:pt x="367" y="126"/>
                    </a:cubicBezTo>
                    <a:cubicBezTo>
                      <a:pt x="369" y="129"/>
                      <a:pt x="369" y="129"/>
                      <a:pt x="369" y="129"/>
                    </a:cubicBezTo>
                    <a:cubicBezTo>
                      <a:pt x="369" y="129"/>
                      <a:pt x="369" y="130"/>
                      <a:pt x="368" y="132"/>
                    </a:cubicBezTo>
                    <a:lnTo>
                      <a:pt x="366" y="132"/>
                    </a:lnTo>
                    <a:close/>
                    <a:moveTo>
                      <a:pt x="53" y="121"/>
                    </a:moveTo>
                    <a:cubicBezTo>
                      <a:pt x="52" y="119"/>
                      <a:pt x="52" y="118"/>
                      <a:pt x="51" y="116"/>
                    </a:cubicBezTo>
                    <a:cubicBezTo>
                      <a:pt x="57" y="114"/>
                      <a:pt x="57" y="114"/>
                      <a:pt x="57" y="114"/>
                    </a:cubicBezTo>
                    <a:cubicBezTo>
                      <a:pt x="58" y="116"/>
                      <a:pt x="58" y="118"/>
                      <a:pt x="58" y="121"/>
                    </a:cubicBezTo>
                    <a:lnTo>
                      <a:pt x="53" y="121"/>
                    </a:lnTo>
                    <a:close/>
                    <a:moveTo>
                      <a:pt x="364" y="115"/>
                    </a:moveTo>
                    <a:cubicBezTo>
                      <a:pt x="364" y="114"/>
                      <a:pt x="364" y="114"/>
                      <a:pt x="364" y="114"/>
                    </a:cubicBezTo>
                    <a:cubicBezTo>
                      <a:pt x="364" y="112"/>
                      <a:pt x="364" y="111"/>
                      <a:pt x="365" y="109"/>
                    </a:cubicBezTo>
                    <a:cubicBezTo>
                      <a:pt x="370" y="110"/>
                      <a:pt x="370" y="110"/>
                      <a:pt x="370" y="110"/>
                    </a:cubicBezTo>
                    <a:cubicBezTo>
                      <a:pt x="370" y="111"/>
                      <a:pt x="370" y="112"/>
                      <a:pt x="370" y="114"/>
                    </a:cubicBezTo>
                    <a:cubicBezTo>
                      <a:pt x="370" y="115"/>
                      <a:pt x="370" y="115"/>
                      <a:pt x="370" y="115"/>
                    </a:cubicBezTo>
                    <a:lnTo>
                      <a:pt x="364" y="115"/>
                    </a:lnTo>
                    <a:close/>
                    <a:moveTo>
                      <a:pt x="44" y="110"/>
                    </a:moveTo>
                    <a:cubicBezTo>
                      <a:pt x="42" y="108"/>
                      <a:pt x="42" y="108"/>
                      <a:pt x="42" y="108"/>
                    </a:cubicBezTo>
                    <a:cubicBezTo>
                      <a:pt x="41" y="108"/>
                      <a:pt x="40" y="107"/>
                      <a:pt x="39" y="106"/>
                    </a:cubicBezTo>
                    <a:cubicBezTo>
                      <a:pt x="43" y="102"/>
                      <a:pt x="43" y="102"/>
                      <a:pt x="43" y="102"/>
                    </a:cubicBezTo>
                    <a:cubicBezTo>
                      <a:pt x="44" y="102"/>
                      <a:pt x="45" y="103"/>
                      <a:pt x="45" y="103"/>
                    </a:cubicBezTo>
                    <a:cubicBezTo>
                      <a:pt x="47" y="105"/>
                      <a:pt x="47" y="105"/>
                      <a:pt x="47" y="105"/>
                    </a:cubicBezTo>
                    <a:lnTo>
                      <a:pt x="44" y="110"/>
                    </a:lnTo>
                    <a:close/>
                    <a:moveTo>
                      <a:pt x="376" y="103"/>
                    </a:moveTo>
                    <a:cubicBezTo>
                      <a:pt x="373" y="98"/>
                      <a:pt x="373" y="98"/>
                      <a:pt x="373" y="98"/>
                    </a:cubicBezTo>
                    <a:cubicBezTo>
                      <a:pt x="375" y="97"/>
                      <a:pt x="377" y="96"/>
                      <a:pt x="379" y="96"/>
                    </a:cubicBezTo>
                    <a:cubicBezTo>
                      <a:pt x="380" y="101"/>
                      <a:pt x="380" y="101"/>
                      <a:pt x="380" y="101"/>
                    </a:cubicBezTo>
                    <a:cubicBezTo>
                      <a:pt x="379" y="102"/>
                      <a:pt x="377" y="102"/>
                      <a:pt x="376" y="103"/>
                    </a:cubicBezTo>
                    <a:close/>
                    <a:moveTo>
                      <a:pt x="34" y="94"/>
                    </a:moveTo>
                    <a:cubicBezTo>
                      <a:pt x="34" y="92"/>
                      <a:pt x="33" y="91"/>
                      <a:pt x="32" y="90"/>
                    </a:cubicBezTo>
                    <a:cubicBezTo>
                      <a:pt x="36" y="86"/>
                      <a:pt x="36" y="86"/>
                      <a:pt x="36" y="86"/>
                    </a:cubicBezTo>
                    <a:cubicBezTo>
                      <a:pt x="37" y="87"/>
                      <a:pt x="39" y="89"/>
                      <a:pt x="40" y="92"/>
                    </a:cubicBezTo>
                    <a:lnTo>
                      <a:pt x="34" y="94"/>
                    </a:lnTo>
                    <a:close/>
                    <a:moveTo>
                      <a:pt x="382" y="93"/>
                    </a:moveTo>
                    <a:cubicBezTo>
                      <a:pt x="382" y="93"/>
                      <a:pt x="382" y="93"/>
                      <a:pt x="382" y="93"/>
                    </a:cubicBezTo>
                    <a:cubicBezTo>
                      <a:pt x="382" y="93"/>
                      <a:pt x="382" y="93"/>
                      <a:pt x="382" y="93"/>
                    </a:cubicBezTo>
                    <a:cubicBezTo>
                      <a:pt x="382" y="92"/>
                      <a:pt x="382" y="90"/>
                      <a:pt x="382" y="89"/>
                    </a:cubicBezTo>
                    <a:cubicBezTo>
                      <a:pt x="381" y="87"/>
                      <a:pt x="381" y="87"/>
                      <a:pt x="381" y="87"/>
                    </a:cubicBezTo>
                    <a:cubicBezTo>
                      <a:pt x="387" y="86"/>
                      <a:pt x="387" y="86"/>
                      <a:pt x="387" y="86"/>
                    </a:cubicBezTo>
                    <a:cubicBezTo>
                      <a:pt x="387" y="88"/>
                      <a:pt x="387" y="88"/>
                      <a:pt x="387" y="88"/>
                    </a:cubicBezTo>
                    <a:cubicBezTo>
                      <a:pt x="388" y="89"/>
                      <a:pt x="388" y="91"/>
                      <a:pt x="388" y="92"/>
                    </a:cubicBezTo>
                    <a:cubicBezTo>
                      <a:pt x="388" y="92"/>
                      <a:pt x="388" y="92"/>
                      <a:pt x="388" y="92"/>
                    </a:cubicBezTo>
                    <a:cubicBezTo>
                      <a:pt x="388" y="93"/>
                      <a:pt x="388" y="93"/>
                      <a:pt x="388" y="93"/>
                    </a:cubicBezTo>
                    <a:cubicBezTo>
                      <a:pt x="385" y="92"/>
                      <a:pt x="385" y="92"/>
                      <a:pt x="385" y="92"/>
                    </a:cubicBezTo>
                    <a:lnTo>
                      <a:pt x="382" y="93"/>
                    </a:lnTo>
                    <a:close/>
                    <a:moveTo>
                      <a:pt x="428" y="85"/>
                    </a:moveTo>
                    <a:cubicBezTo>
                      <a:pt x="427" y="85"/>
                      <a:pt x="425" y="84"/>
                      <a:pt x="422" y="82"/>
                    </a:cubicBezTo>
                    <a:cubicBezTo>
                      <a:pt x="426" y="77"/>
                      <a:pt x="426" y="77"/>
                      <a:pt x="426" y="77"/>
                    </a:cubicBezTo>
                    <a:cubicBezTo>
                      <a:pt x="428" y="79"/>
                      <a:pt x="429" y="79"/>
                      <a:pt x="429" y="79"/>
                    </a:cubicBezTo>
                    <a:cubicBezTo>
                      <a:pt x="429" y="85"/>
                      <a:pt x="429" y="85"/>
                      <a:pt x="429" y="85"/>
                    </a:cubicBezTo>
                    <a:lnTo>
                      <a:pt x="428" y="85"/>
                    </a:lnTo>
                    <a:close/>
                    <a:moveTo>
                      <a:pt x="28" y="83"/>
                    </a:moveTo>
                    <a:cubicBezTo>
                      <a:pt x="22" y="82"/>
                      <a:pt x="22" y="82"/>
                      <a:pt x="22" y="82"/>
                    </a:cubicBezTo>
                    <a:cubicBezTo>
                      <a:pt x="22" y="81"/>
                      <a:pt x="22" y="80"/>
                      <a:pt x="23" y="79"/>
                    </a:cubicBezTo>
                    <a:cubicBezTo>
                      <a:pt x="23" y="79"/>
                      <a:pt x="23" y="78"/>
                      <a:pt x="23" y="77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9"/>
                      <a:pt x="29" y="81"/>
                      <a:pt x="28" y="82"/>
                    </a:cubicBezTo>
                    <a:cubicBezTo>
                      <a:pt x="28" y="82"/>
                      <a:pt x="28" y="82"/>
                      <a:pt x="28" y="83"/>
                    </a:cubicBezTo>
                    <a:close/>
                    <a:moveTo>
                      <a:pt x="441" y="80"/>
                    </a:moveTo>
                    <a:cubicBezTo>
                      <a:pt x="438" y="75"/>
                      <a:pt x="438" y="75"/>
                      <a:pt x="438" y="75"/>
                    </a:cubicBezTo>
                    <a:cubicBezTo>
                      <a:pt x="439" y="75"/>
                      <a:pt x="440" y="74"/>
                      <a:pt x="440" y="72"/>
                    </a:cubicBezTo>
                    <a:cubicBezTo>
                      <a:pt x="441" y="72"/>
                      <a:pt x="441" y="72"/>
                      <a:pt x="441" y="72"/>
                    </a:cubicBezTo>
                    <a:cubicBezTo>
                      <a:pt x="446" y="75"/>
                      <a:pt x="446" y="75"/>
                      <a:pt x="446" y="75"/>
                    </a:cubicBezTo>
                    <a:cubicBezTo>
                      <a:pt x="445" y="76"/>
                      <a:pt x="445" y="76"/>
                      <a:pt x="445" y="76"/>
                    </a:cubicBezTo>
                    <a:cubicBezTo>
                      <a:pt x="444" y="77"/>
                      <a:pt x="443" y="79"/>
                      <a:pt x="441" y="80"/>
                    </a:cubicBezTo>
                    <a:close/>
                    <a:moveTo>
                      <a:pt x="379" y="75"/>
                    </a:moveTo>
                    <a:cubicBezTo>
                      <a:pt x="379" y="73"/>
                      <a:pt x="379" y="71"/>
                      <a:pt x="379" y="69"/>
                    </a:cubicBezTo>
                    <a:cubicBezTo>
                      <a:pt x="385" y="69"/>
                      <a:pt x="385" y="69"/>
                      <a:pt x="385" y="69"/>
                    </a:cubicBezTo>
                    <a:cubicBezTo>
                      <a:pt x="385" y="71"/>
                      <a:pt x="385" y="73"/>
                      <a:pt x="385" y="75"/>
                    </a:cubicBezTo>
                    <a:lnTo>
                      <a:pt x="379" y="75"/>
                    </a:lnTo>
                    <a:close/>
                    <a:moveTo>
                      <a:pt x="415" y="72"/>
                    </a:moveTo>
                    <a:cubicBezTo>
                      <a:pt x="415" y="72"/>
                      <a:pt x="415" y="72"/>
                      <a:pt x="414" y="72"/>
                    </a:cubicBezTo>
                    <a:cubicBezTo>
                      <a:pt x="413" y="71"/>
                      <a:pt x="412" y="69"/>
                      <a:pt x="411" y="67"/>
                    </a:cubicBezTo>
                    <a:cubicBezTo>
                      <a:pt x="416" y="64"/>
                      <a:pt x="416" y="64"/>
                      <a:pt x="416" y="64"/>
                    </a:cubicBezTo>
                    <a:cubicBezTo>
                      <a:pt x="417" y="66"/>
                      <a:pt x="418" y="67"/>
                      <a:pt x="418" y="67"/>
                    </a:cubicBezTo>
                    <a:cubicBezTo>
                      <a:pt x="418" y="67"/>
                      <a:pt x="419" y="68"/>
                      <a:pt x="419" y="68"/>
                    </a:cubicBezTo>
                    <a:lnTo>
                      <a:pt x="415" y="72"/>
                    </a:lnTo>
                    <a:close/>
                    <a:moveTo>
                      <a:pt x="454" y="69"/>
                    </a:moveTo>
                    <a:cubicBezTo>
                      <a:pt x="452" y="64"/>
                      <a:pt x="452" y="64"/>
                      <a:pt x="452" y="64"/>
                    </a:cubicBezTo>
                    <a:cubicBezTo>
                      <a:pt x="453" y="63"/>
                      <a:pt x="455" y="62"/>
                      <a:pt x="456" y="61"/>
                    </a:cubicBezTo>
                    <a:cubicBezTo>
                      <a:pt x="460" y="66"/>
                      <a:pt x="460" y="66"/>
                      <a:pt x="460" y="66"/>
                    </a:cubicBezTo>
                    <a:cubicBezTo>
                      <a:pt x="458" y="67"/>
                      <a:pt x="456" y="68"/>
                      <a:pt x="454" y="69"/>
                    </a:cubicBezTo>
                    <a:close/>
                    <a:moveTo>
                      <a:pt x="25" y="67"/>
                    </a:move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4"/>
                      <a:pt x="21" y="63"/>
                      <a:pt x="22" y="61"/>
                    </a:cubicBezTo>
                    <a:cubicBezTo>
                      <a:pt x="22" y="61"/>
                      <a:pt x="23" y="61"/>
                      <a:pt x="23" y="61"/>
                    </a:cubicBezTo>
                    <a:cubicBezTo>
                      <a:pt x="28" y="63"/>
                      <a:pt x="28" y="63"/>
                      <a:pt x="28" y="63"/>
                    </a:cubicBezTo>
                    <a:cubicBezTo>
                      <a:pt x="28" y="64"/>
                      <a:pt x="27" y="65"/>
                      <a:pt x="26" y="66"/>
                    </a:cubicBezTo>
                    <a:cubicBezTo>
                      <a:pt x="25" y="66"/>
                      <a:pt x="25" y="67"/>
                      <a:pt x="25" y="67"/>
                    </a:cubicBezTo>
                    <a:close/>
                    <a:moveTo>
                      <a:pt x="387" y="60"/>
                    </a:moveTo>
                    <a:cubicBezTo>
                      <a:pt x="383" y="56"/>
                      <a:pt x="383" y="56"/>
                      <a:pt x="383" y="56"/>
                    </a:cubicBezTo>
                    <a:cubicBezTo>
                      <a:pt x="384" y="54"/>
                      <a:pt x="386" y="53"/>
                      <a:pt x="388" y="52"/>
                    </a:cubicBezTo>
                    <a:cubicBezTo>
                      <a:pt x="391" y="57"/>
                      <a:pt x="391" y="57"/>
                      <a:pt x="391" y="57"/>
                    </a:cubicBezTo>
                    <a:cubicBezTo>
                      <a:pt x="389" y="58"/>
                      <a:pt x="388" y="59"/>
                      <a:pt x="387" y="60"/>
                    </a:cubicBezTo>
                    <a:close/>
                    <a:moveTo>
                      <a:pt x="405" y="60"/>
                    </a:moveTo>
                    <a:cubicBezTo>
                      <a:pt x="403" y="59"/>
                      <a:pt x="401" y="58"/>
                      <a:pt x="400" y="57"/>
                    </a:cubicBezTo>
                    <a:cubicBezTo>
                      <a:pt x="402" y="52"/>
                      <a:pt x="402" y="52"/>
                      <a:pt x="402" y="52"/>
                    </a:cubicBezTo>
                    <a:cubicBezTo>
                      <a:pt x="404" y="53"/>
                      <a:pt x="406" y="53"/>
                      <a:pt x="407" y="54"/>
                    </a:cubicBezTo>
                    <a:lnTo>
                      <a:pt x="405" y="60"/>
                    </a:lnTo>
                    <a:close/>
                    <a:moveTo>
                      <a:pt x="16" y="57"/>
                    </a:moveTo>
                    <a:cubicBezTo>
                      <a:pt x="13" y="56"/>
                      <a:pt x="13" y="56"/>
                      <a:pt x="13" y="56"/>
                    </a:cubicBezTo>
                    <a:cubicBezTo>
                      <a:pt x="12" y="56"/>
                      <a:pt x="11" y="55"/>
                      <a:pt x="10" y="55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4" y="50"/>
                      <a:pt x="15" y="51"/>
                    </a:cubicBezTo>
                    <a:cubicBezTo>
                      <a:pt x="18" y="52"/>
                      <a:pt x="18" y="52"/>
                      <a:pt x="18" y="52"/>
                    </a:cubicBezTo>
                    <a:lnTo>
                      <a:pt x="16" y="57"/>
                    </a:lnTo>
                    <a:close/>
                    <a:moveTo>
                      <a:pt x="456" y="55"/>
                    </a:moveTo>
                    <a:cubicBezTo>
                      <a:pt x="456" y="54"/>
                      <a:pt x="455" y="54"/>
                      <a:pt x="455" y="53"/>
                    </a:cubicBezTo>
                    <a:cubicBezTo>
                      <a:pt x="454" y="52"/>
                      <a:pt x="454" y="51"/>
                      <a:pt x="453" y="51"/>
                    </a:cubicBezTo>
                    <a:cubicBezTo>
                      <a:pt x="458" y="47"/>
                      <a:pt x="458" y="47"/>
                      <a:pt x="458" y="47"/>
                    </a:cubicBezTo>
                    <a:cubicBezTo>
                      <a:pt x="459" y="48"/>
                      <a:pt x="459" y="48"/>
                      <a:pt x="460" y="49"/>
                    </a:cubicBezTo>
                    <a:cubicBezTo>
                      <a:pt x="460" y="50"/>
                      <a:pt x="461" y="51"/>
                      <a:pt x="461" y="52"/>
                    </a:cubicBezTo>
                    <a:lnTo>
                      <a:pt x="456" y="55"/>
                    </a:lnTo>
                    <a:close/>
                    <a:moveTo>
                      <a:pt x="14" y="46"/>
                    </a:moveTo>
                    <a:cubicBezTo>
                      <a:pt x="10" y="42"/>
                      <a:pt x="10" y="42"/>
                      <a:pt x="10" y="42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7" y="38"/>
                      <a:pt x="17" y="40"/>
                      <a:pt x="17" y="41"/>
                    </a:cubicBezTo>
                    <a:cubicBezTo>
                      <a:pt x="17" y="42"/>
                      <a:pt x="17" y="44"/>
                      <a:pt x="15" y="45"/>
                    </a:cubicBezTo>
                    <a:lnTo>
                      <a:pt x="14" y="46"/>
                    </a:lnTo>
                    <a:close/>
                    <a:moveTo>
                      <a:pt x="455" y="38"/>
                    </a:moveTo>
                    <a:cubicBezTo>
                      <a:pt x="449" y="38"/>
                      <a:pt x="449" y="38"/>
                      <a:pt x="449" y="38"/>
                    </a:cubicBezTo>
                    <a:cubicBezTo>
                      <a:pt x="449" y="38"/>
                      <a:pt x="449" y="38"/>
                      <a:pt x="449" y="38"/>
                    </a:cubicBezTo>
                    <a:cubicBezTo>
                      <a:pt x="449" y="37"/>
                      <a:pt x="449" y="36"/>
                      <a:pt x="449" y="36"/>
                    </a:cubicBezTo>
                    <a:cubicBezTo>
                      <a:pt x="449" y="34"/>
                      <a:pt x="449" y="34"/>
                      <a:pt x="449" y="33"/>
                    </a:cubicBezTo>
                    <a:cubicBezTo>
                      <a:pt x="455" y="31"/>
                      <a:pt x="455" y="31"/>
                      <a:pt x="455" y="31"/>
                    </a:cubicBezTo>
                    <a:cubicBezTo>
                      <a:pt x="455" y="33"/>
                      <a:pt x="455" y="34"/>
                      <a:pt x="455" y="36"/>
                    </a:cubicBezTo>
                    <a:cubicBezTo>
                      <a:pt x="455" y="36"/>
                      <a:pt x="455" y="37"/>
                      <a:pt x="455" y="38"/>
                    </a:cubicBezTo>
                    <a:close/>
                    <a:moveTo>
                      <a:pt x="441" y="35"/>
                    </a:moveTo>
                    <a:cubicBezTo>
                      <a:pt x="440" y="35"/>
                      <a:pt x="439" y="34"/>
                      <a:pt x="438" y="34"/>
                    </a:cubicBezTo>
                    <a:cubicBezTo>
                      <a:pt x="437" y="33"/>
                      <a:pt x="436" y="32"/>
                      <a:pt x="435" y="31"/>
                    </a:cubicBezTo>
                    <a:cubicBezTo>
                      <a:pt x="439" y="27"/>
                      <a:pt x="439" y="27"/>
                      <a:pt x="439" y="27"/>
                    </a:cubicBezTo>
                    <a:cubicBezTo>
                      <a:pt x="440" y="28"/>
                      <a:pt x="441" y="28"/>
                      <a:pt x="441" y="29"/>
                    </a:cubicBezTo>
                    <a:cubicBezTo>
                      <a:pt x="442" y="29"/>
                      <a:pt x="442" y="29"/>
                      <a:pt x="443" y="29"/>
                    </a:cubicBezTo>
                    <a:lnTo>
                      <a:pt x="441" y="35"/>
                    </a:lnTo>
                    <a:close/>
                    <a:moveTo>
                      <a:pt x="1" y="35"/>
                    </a:moveTo>
                    <a:cubicBezTo>
                      <a:pt x="0" y="34"/>
                      <a:pt x="0" y="33"/>
                      <a:pt x="0" y="32"/>
                    </a:cubicBezTo>
                    <a:cubicBezTo>
                      <a:pt x="0" y="30"/>
                      <a:pt x="1" y="28"/>
                      <a:pt x="1" y="27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6" y="30"/>
                      <a:pt x="6" y="31"/>
                      <a:pt x="6" y="32"/>
                    </a:cubicBezTo>
                    <a:lnTo>
                      <a:pt x="1" y="35"/>
                    </a:lnTo>
                    <a:close/>
                    <a:moveTo>
                      <a:pt x="426" y="24"/>
                    </a:moveTo>
                    <a:cubicBezTo>
                      <a:pt x="425" y="23"/>
                      <a:pt x="422" y="21"/>
                      <a:pt x="422" y="17"/>
                    </a:cubicBezTo>
                    <a:cubicBezTo>
                      <a:pt x="428" y="17"/>
                      <a:pt x="428" y="17"/>
                      <a:pt x="428" y="17"/>
                    </a:cubicBezTo>
                    <a:cubicBezTo>
                      <a:pt x="428" y="18"/>
                      <a:pt x="428" y="18"/>
                      <a:pt x="429" y="19"/>
                    </a:cubicBezTo>
                    <a:lnTo>
                      <a:pt x="426" y="24"/>
                    </a:lnTo>
                    <a:close/>
                    <a:moveTo>
                      <a:pt x="7" y="17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2" y="13"/>
                      <a:pt x="3" y="10"/>
                      <a:pt x="3" y="10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2"/>
                      <a:pt x="7" y="15"/>
                      <a:pt x="7" y="17"/>
                    </a:cubicBezTo>
                    <a:close/>
                    <a:moveTo>
                      <a:pt x="430" y="8"/>
                    </a:moveTo>
                    <a:cubicBezTo>
                      <a:pt x="425" y="4"/>
                      <a:pt x="425" y="4"/>
                      <a:pt x="425" y="4"/>
                    </a:cubicBezTo>
                    <a:cubicBezTo>
                      <a:pt x="426" y="3"/>
                      <a:pt x="427" y="2"/>
                      <a:pt x="429" y="0"/>
                    </a:cubicBezTo>
                    <a:cubicBezTo>
                      <a:pt x="430" y="0"/>
                      <a:pt x="430" y="0"/>
                      <a:pt x="430" y="0"/>
                    </a:cubicBezTo>
                    <a:cubicBezTo>
                      <a:pt x="433" y="4"/>
                      <a:pt x="433" y="4"/>
                      <a:pt x="433" y="4"/>
                    </a:cubicBezTo>
                    <a:cubicBezTo>
                      <a:pt x="433" y="5"/>
                      <a:pt x="433" y="5"/>
                      <a:pt x="433" y="5"/>
                    </a:cubicBezTo>
                    <a:cubicBezTo>
                      <a:pt x="431" y="6"/>
                      <a:pt x="430" y="7"/>
                      <a:pt x="430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íSḻïďê"/>
              <p:cNvSpPr/>
              <p:nvPr/>
            </p:nvSpPr>
            <p:spPr bwMode="auto">
              <a:xfrm>
                <a:off x="7523163" y="3565525"/>
                <a:ext cx="220663" cy="150813"/>
              </a:xfrm>
              <a:custGeom>
                <a:avLst/>
                <a:gdLst>
                  <a:gd name="T0" fmla="*/ 81 w 103"/>
                  <a:gd name="T1" fmla="*/ 71 h 71"/>
                  <a:gd name="T2" fmla="*/ 81 w 103"/>
                  <a:gd name="T3" fmla="*/ 71 h 71"/>
                  <a:gd name="T4" fmla="*/ 80 w 103"/>
                  <a:gd name="T5" fmla="*/ 71 h 71"/>
                  <a:gd name="T6" fmla="*/ 80 w 103"/>
                  <a:gd name="T7" fmla="*/ 65 h 71"/>
                  <a:gd name="T8" fmla="*/ 81 w 103"/>
                  <a:gd name="T9" fmla="*/ 65 h 71"/>
                  <a:gd name="T10" fmla="*/ 81 w 103"/>
                  <a:gd name="T11" fmla="*/ 65 h 71"/>
                  <a:gd name="T12" fmla="*/ 84 w 103"/>
                  <a:gd name="T13" fmla="*/ 64 h 71"/>
                  <a:gd name="T14" fmla="*/ 87 w 103"/>
                  <a:gd name="T15" fmla="*/ 69 h 71"/>
                  <a:gd name="T16" fmla="*/ 81 w 103"/>
                  <a:gd name="T17" fmla="*/ 71 h 71"/>
                  <a:gd name="T18" fmla="*/ 68 w 103"/>
                  <a:gd name="T19" fmla="*/ 70 h 71"/>
                  <a:gd name="T20" fmla="*/ 62 w 103"/>
                  <a:gd name="T21" fmla="*/ 70 h 71"/>
                  <a:gd name="T22" fmla="*/ 63 w 103"/>
                  <a:gd name="T23" fmla="*/ 64 h 71"/>
                  <a:gd name="T24" fmla="*/ 68 w 103"/>
                  <a:gd name="T25" fmla="*/ 64 h 71"/>
                  <a:gd name="T26" fmla="*/ 68 w 103"/>
                  <a:gd name="T27" fmla="*/ 70 h 71"/>
                  <a:gd name="T28" fmla="*/ 100 w 103"/>
                  <a:gd name="T29" fmla="*/ 68 h 71"/>
                  <a:gd name="T30" fmla="*/ 95 w 103"/>
                  <a:gd name="T31" fmla="*/ 66 h 71"/>
                  <a:gd name="T32" fmla="*/ 97 w 103"/>
                  <a:gd name="T33" fmla="*/ 60 h 71"/>
                  <a:gd name="T34" fmla="*/ 103 w 103"/>
                  <a:gd name="T35" fmla="*/ 63 h 71"/>
                  <a:gd name="T36" fmla="*/ 100 w 103"/>
                  <a:gd name="T37" fmla="*/ 68 h 71"/>
                  <a:gd name="T38" fmla="*/ 50 w 103"/>
                  <a:gd name="T39" fmla="*/ 64 h 71"/>
                  <a:gd name="T40" fmla="*/ 48 w 103"/>
                  <a:gd name="T41" fmla="*/ 58 h 71"/>
                  <a:gd name="T42" fmla="*/ 53 w 103"/>
                  <a:gd name="T43" fmla="*/ 56 h 71"/>
                  <a:gd name="T44" fmla="*/ 55 w 103"/>
                  <a:gd name="T45" fmla="*/ 61 h 71"/>
                  <a:gd name="T46" fmla="*/ 50 w 103"/>
                  <a:gd name="T47" fmla="*/ 64 h 71"/>
                  <a:gd name="T48" fmla="*/ 43 w 103"/>
                  <a:gd name="T49" fmla="*/ 50 h 71"/>
                  <a:gd name="T50" fmla="*/ 43 w 103"/>
                  <a:gd name="T51" fmla="*/ 50 h 71"/>
                  <a:gd name="T52" fmla="*/ 37 w 103"/>
                  <a:gd name="T53" fmla="*/ 48 h 71"/>
                  <a:gd name="T54" fmla="*/ 41 w 103"/>
                  <a:gd name="T55" fmla="*/ 43 h 71"/>
                  <a:gd name="T56" fmla="*/ 43 w 103"/>
                  <a:gd name="T57" fmla="*/ 44 h 71"/>
                  <a:gd name="T58" fmla="*/ 45 w 103"/>
                  <a:gd name="T59" fmla="*/ 45 h 71"/>
                  <a:gd name="T60" fmla="*/ 43 w 103"/>
                  <a:gd name="T61" fmla="*/ 50 h 71"/>
                  <a:gd name="T62" fmla="*/ 30 w 103"/>
                  <a:gd name="T63" fmla="*/ 38 h 71"/>
                  <a:gd name="T64" fmla="*/ 27 w 103"/>
                  <a:gd name="T65" fmla="*/ 36 h 71"/>
                  <a:gd name="T66" fmla="*/ 28 w 103"/>
                  <a:gd name="T67" fmla="*/ 30 h 71"/>
                  <a:gd name="T68" fmla="*/ 35 w 103"/>
                  <a:gd name="T69" fmla="*/ 34 h 71"/>
                  <a:gd name="T70" fmla="*/ 30 w 103"/>
                  <a:gd name="T71" fmla="*/ 38 h 71"/>
                  <a:gd name="T72" fmla="*/ 15 w 103"/>
                  <a:gd name="T73" fmla="*/ 37 h 71"/>
                  <a:gd name="T74" fmla="*/ 9 w 103"/>
                  <a:gd name="T75" fmla="*/ 35 h 71"/>
                  <a:gd name="T76" fmla="*/ 12 w 103"/>
                  <a:gd name="T77" fmla="*/ 30 h 71"/>
                  <a:gd name="T78" fmla="*/ 16 w 103"/>
                  <a:gd name="T79" fmla="*/ 31 h 71"/>
                  <a:gd name="T80" fmla="*/ 15 w 103"/>
                  <a:gd name="T81" fmla="*/ 37 h 71"/>
                  <a:gd name="T82" fmla="*/ 0 w 103"/>
                  <a:gd name="T83" fmla="*/ 24 h 71"/>
                  <a:gd name="T84" fmla="*/ 0 w 103"/>
                  <a:gd name="T85" fmla="*/ 21 h 71"/>
                  <a:gd name="T86" fmla="*/ 0 w 103"/>
                  <a:gd name="T87" fmla="*/ 17 h 71"/>
                  <a:gd name="T88" fmla="*/ 6 w 103"/>
                  <a:gd name="T89" fmla="*/ 18 h 71"/>
                  <a:gd name="T90" fmla="*/ 6 w 103"/>
                  <a:gd name="T91" fmla="*/ 21 h 71"/>
                  <a:gd name="T92" fmla="*/ 6 w 103"/>
                  <a:gd name="T93" fmla="*/ 23 h 71"/>
                  <a:gd name="T94" fmla="*/ 0 w 103"/>
                  <a:gd name="T95" fmla="*/ 24 h 71"/>
                  <a:gd name="T96" fmla="*/ 10 w 103"/>
                  <a:gd name="T97" fmla="*/ 8 h 71"/>
                  <a:gd name="T98" fmla="*/ 4 w 103"/>
                  <a:gd name="T99" fmla="*/ 6 h 71"/>
                  <a:gd name="T100" fmla="*/ 7 w 103"/>
                  <a:gd name="T101" fmla="*/ 0 h 71"/>
                  <a:gd name="T102" fmla="*/ 12 w 103"/>
                  <a:gd name="T103" fmla="*/ 3 h 71"/>
                  <a:gd name="T104" fmla="*/ 10 w 103"/>
                  <a:gd name="T105" fmla="*/ 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3" h="71">
                    <a:moveTo>
                      <a:pt x="81" y="71"/>
                    </a:moveTo>
                    <a:cubicBezTo>
                      <a:pt x="81" y="71"/>
                      <a:pt x="81" y="71"/>
                      <a:pt x="81" y="71"/>
                    </a:cubicBezTo>
                    <a:cubicBezTo>
                      <a:pt x="80" y="71"/>
                      <a:pt x="80" y="71"/>
                      <a:pt x="80" y="71"/>
                    </a:cubicBezTo>
                    <a:cubicBezTo>
                      <a:pt x="80" y="65"/>
                      <a:pt x="80" y="65"/>
                      <a:pt x="80" y="65"/>
                    </a:cubicBezTo>
                    <a:cubicBezTo>
                      <a:pt x="81" y="65"/>
                      <a:pt x="81" y="65"/>
                      <a:pt x="81" y="65"/>
                    </a:cubicBezTo>
                    <a:cubicBezTo>
                      <a:pt x="81" y="65"/>
                      <a:pt x="81" y="65"/>
                      <a:pt x="81" y="65"/>
                    </a:cubicBezTo>
                    <a:cubicBezTo>
                      <a:pt x="82" y="65"/>
                      <a:pt x="83" y="65"/>
                      <a:pt x="84" y="64"/>
                    </a:cubicBezTo>
                    <a:cubicBezTo>
                      <a:pt x="87" y="69"/>
                      <a:pt x="87" y="69"/>
                      <a:pt x="87" y="69"/>
                    </a:cubicBezTo>
                    <a:cubicBezTo>
                      <a:pt x="85" y="71"/>
                      <a:pt x="82" y="71"/>
                      <a:pt x="81" y="71"/>
                    </a:cubicBezTo>
                    <a:close/>
                    <a:moveTo>
                      <a:pt x="68" y="70"/>
                    </a:moveTo>
                    <a:cubicBezTo>
                      <a:pt x="66" y="70"/>
                      <a:pt x="64" y="70"/>
                      <a:pt x="62" y="70"/>
                    </a:cubicBezTo>
                    <a:cubicBezTo>
                      <a:pt x="63" y="64"/>
                      <a:pt x="63" y="64"/>
                      <a:pt x="63" y="64"/>
                    </a:cubicBezTo>
                    <a:cubicBezTo>
                      <a:pt x="64" y="64"/>
                      <a:pt x="66" y="64"/>
                      <a:pt x="68" y="64"/>
                    </a:cubicBezTo>
                    <a:lnTo>
                      <a:pt x="68" y="70"/>
                    </a:lnTo>
                    <a:close/>
                    <a:moveTo>
                      <a:pt x="100" y="68"/>
                    </a:moveTo>
                    <a:cubicBezTo>
                      <a:pt x="99" y="67"/>
                      <a:pt x="97" y="66"/>
                      <a:pt x="95" y="66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9" y="61"/>
                      <a:pt x="102" y="62"/>
                      <a:pt x="103" y="63"/>
                    </a:cubicBezTo>
                    <a:lnTo>
                      <a:pt x="100" y="68"/>
                    </a:lnTo>
                    <a:close/>
                    <a:moveTo>
                      <a:pt x="50" y="64"/>
                    </a:moveTo>
                    <a:cubicBezTo>
                      <a:pt x="49" y="62"/>
                      <a:pt x="48" y="60"/>
                      <a:pt x="48" y="58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4" y="58"/>
                      <a:pt x="55" y="59"/>
                      <a:pt x="55" y="61"/>
                    </a:cubicBezTo>
                    <a:lnTo>
                      <a:pt x="50" y="64"/>
                    </a:lnTo>
                    <a:close/>
                    <a:moveTo>
                      <a:pt x="43" y="50"/>
                    </a:moveTo>
                    <a:cubicBezTo>
                      <a:pt x="43" y="50"/>
                      <a:pt x="43" y="50"/>
                      <a:pt x="43" y="50"/>
                    </a:cubicBezTo>
                    <a:cubicBezTo>
                      <a:pt x="41" y="50"/>
                      <a:pt x="39" y="49"/>
                      <a:pt x="37" y="48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2" y="44"/>
                      <a:pt x="43" y="44"/>
                      <a:pt x="43" y="44"/>
                    </a:cubicBezTo>
                    <a:cubicBezTo>
                      <a:pt x="44" y="44"/>
                      <a:pt x="44" y="45"/>
                      <a:pt x="45" y="45"/>
                    </a:cubicBezTo>
                    <a:lnTo>
                      <a:pt x="43" y="50"/>
                    </a:lnTo>
                    <a:close/>
                    <a:moveTo>
                      <a:pt x="30" y="38"/>
                    </a:moveTo>
                    <a:cubicBezTo>
                      <a:pt x="29" y="37"/>
                      <a:pt x="28" y="36"/>
                      <a:pt x="27" y="36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31" y="30"/>
                      <a:pt x="33" y="32"/>
                      <a:pt x="35" y="34"/>
                    </a:cubicBezTo>
                    <a:lnTo>
                      <a:pt x="30" y="38"/>
                    </a:lnTo>
                    <a:close/>
                    <a:moveTo>
                      <a:pt x="15" y="37"/>
                    </a:moveTo>
                    <a:cubicBezTo>
                      <a:pt x="15" y="37"/>
                      <a:pt x="12" y="37"/>
                      <a:pt x="9" y="35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4" y="31"/>
                      <a:pt x="16" y="31"/>
                      <a:pt x="16" y="31"/>
                    </a:cubicBezTo>
                    <a:lnTo>
                      <a:pt x="15" y="37"/>
                    </a:lnTo>
                    <a:close/>
                    <a:moveTo>
                      <a:pt x="0" y="24"/>
                    </a:moveTo>
                    <a:cubicBezTo>
                      <a:pt x="0" y="23"/>
                      <a:pt x="0" y="22"/>
                      <a:pt x="0" y="21"/>
                    </a:cubicBezTo>
                    <a:cubicBezTo>
                      <a:pt x="0" y="20"/>
                      <a:pt x="0" y="18"/>
                      <a:pt x="0" y="17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6" y="20"/>
                      <a:pt x="6" y="21"/>
                    </a:cubicBezTo>
                    <a:cubicBezTo>
                      <a:pt x="6" y="21"/>
                      <a:pt x="6" y="22"/>
                      <a:pt x="6" y="23"/>
                    </a:cubicBezTo>
                    <a:lnTo>
                      <a:pt x="0" y="24"/>
                    </a:lnTo>
                    <a:close/>
                    <a:moveTo>
                      <a:pt x="10" y="8"/>
                    </a:moveTo>
                    <a:cubicBezTo>
                      <a:pt x="4" y="6"/>
                      <a:pt x="4" y="6"/>
                      <a:pt x="4" y="6"/>
                    </a:cubicBezTo>
                    <a:cubicBezTo>
                      <a:pt x="5" y="4"/>
                      <a:pt x="6" y="2"/>
                      <a:pt x="7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1" y="5"/>
                      <a:pt x="11" y="7"/>
                      <a:pt x="10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íṧḷîḋé"/>
              <p:cNvSpPr/>
              <p:nvPr/>
            </p:nvSpPr>
            <p:spPr bwMode="auto">
              <a:xfrm>
                <a:off x="6005513" y="2876550"/>
                <a:ext cx="450850" cy="709613"/>
              </a:xfrm>
              <a:custGeom>
                <a:avLst/>
                <a:gdLst>
                  <a:gd name="T0" fmla="*/ 119 w 210"/>
                  <a:gd name="T1" fmla="*/ 331 h 331"/>
                  <a:gd name="T2" fmla="*/ 94 w 210"/>
                  <a:gd name="T3" fmla="*/ 320 h 331"/>
                  <a:gd name="T4" fmla="*/ 99 w 210"/>
                  <a:gd name="T5" fmla="*/ 314 h 331"/>
                  <a:gd name="T6" fmla="*/ 131 w 210"/>
                  <a:gd name="T7" fmla="*/ 313 h 331"/>
                  <a:gd name="T8" fmla="*/ 86 w 210"/>
                  <a:gd name="T9" fmla="*/ 306 h 331"/>
                  <a:gd name="T10" fmla="*/ 133 w 210"/>
                  <a:gd name="T11" fmla="*/ 297 h 331"/>
                  <a:gd name="T12" fmla="*/ 145 w 210"/>
                  <a:gd name="T13" fmla="*/ 294 h 331"/>
                  <a:gd name="T14" fmla="*/ 73 w 210"/>
                  <a:gd name="T15" fmla="*/ 296 h 331"/>
                  <a:gd name="T16" fmla="*/ 84 w 210"/>
                  <a:gd name="T17" fmla="*/ 295 h 331"/>
                  <a:gd name="T18" fmla="*/ 161 w 210"/>
                  <a:gd name="T19" fmla="*/ 290 h 331"/>
                  <a:gd name="T20" fmla="*/ 72 w 210"/>
                  <a:gd name="T21" fmla="*/ 295 h 331"/>
                  <a:gd name="T22" fmla="*/ 54 w 210"/>
                  <a:gd name="T23" fmla="*/ 281 h 331"/>
                  <a:gd name="T24" fmla="*/ 154 w 210"/>
                  <a:gd name="T25" fmla="*/ 275 h 331"/>
                  <a:gd name="T26" fmla="*/ 43 w 210"/>
                  <a:gd name="T27" fmla="*/ 275 h 331"/>
                  <a:gd name="T28" fmla="*/ 49 w 210"/>
                  <a:gd name="T29" fmla="*/ 272 h 331"/>
                  <a:gd name="T30" fmla="*/ 56 w 210"/>
                  <a:gd name="T31" fmla="*/ 267 h 331"/>
                  <a:gd name="T32" fmla="*/ 140 w 210"/>
                  <a:gd name="T33" fmla="*/ 256 h 331"/>
                  <a:gd name="T34" fmla="*/ 53 w 210"/>
                  <a:gd name="T35" fmla="*/ 249 h 331"/>
                  <a:gd name="T36" fmla="*/ 60 w 210"/>
                  <a:gd name="T37" fmla="*/ 246 h 331"/>
                  <a:gd name="T38" fmla="*/ 124 w 210"/>
                  <a:gd name="T39" fmla="*/ 239 h 331"/>
                  <a:gd name="T40" fmla="*/ 47 w 210"/>
                  <a:gd name="T41" fmla="*/ 229 h 331"/>
                  <a:gd name="T42" fmla="*/ 118 w 210"/>
                  <a:gd name="T43" fmla="*/ 227 h 331"/>
                  <a:gd name="T44" fmla="*/ 123 w 210"/>
                  <a:gd name="T45" fmla="*/ 227 h 331"/>
                  <a:gd name="T46" fmla="*/ 39 w 210"/>
                  <a:gd name="T47" fmla="*/ 220 h 331"/>
                  <a:gd name="T48" fmla="*/ 39 w 210"/>
                  <a:gd name="T49" fmla="*/ 220 h 331"/>
                  <a:gd name="T50" fmla="*/ 130 w 210"/>
                  <a:gd name="T51" fmla="*/ 214 h 331"/>
                  <a:gd name="T52" fmla="*/ 46 w 210"/>
                  <a:gd name="T53" fmla="*/ 202 h 331"/>
                  <a:gd name="T54" fmla="*/ 134 w 210"/>
                  <a:gd name="T55" fmla="*/ 206 h 331"/>
                  <a:gd name="T56" fmla="*/ 132 w 210"/>
                  <a:gd name="T57" fmla="*/ 192 h 331"/>
                  <a:gd name="T58" fmla="*/ 41 w 210"/>
                  <a:gd name="T59" fmla="*/ 194 h 331"/>
                  <a:gd name="T60" fmla="*/ 41 w 210"/>
                  <a:gd name="T61" fmla="*/ 194 h 331"/>
                  <a:gd name="T62" fmla="*/ 35 w 210"/>
                  <a:gd name="T63" fmla="*/ 176 h 331"/>
                  <a:gd name="T64" fmla="*/ 157 w 210"/>
                  <a:gd name="T65" fmla="*/ 173 h 331"/>
                  <a:gd name="T66" fmla="*/ 186 w 210"/>
                  <a:gd name="T67" fmla="*/ 173 h 331"/>
                  <a:gd name="T68" fmla="*/ 139 w 210"/>
                  <a:gd name="T69" fmla="*/ 179 h 331"/>
                  <a:gd name="T70" fmla="*/ 140 w 210"/>
                  <a:gd name="T71" fmla="*/ 179 h 331"/>
                  <a:gd name="T72" fmla="*/ 170 w 210"/>
                  <a:gd name="T73" fmla="*/ 178 h 331"/>
                  <a:gd name="T74" fmla="*/ 22 w 210"/>
                  <a:gd name="T75" fmla="*/ 166 h 331"/>
                  <a:gd name="T76" fmla="*/ 5 w 210"/>
                  <a:gd name="T77" fmla="*/ 154 h 331"/>
                  <a:gd name="T78" fmla="*/ 181 w 210"/>
                  <a:gd name="T79" fmla="*/ 157 h 331"/>
                  <a:gd name="T80" fmla="*/ 183 w 210"/>
                  <a:gd name="T81" fmla="*/ 162 h 331"/>
                  <a:gd name="T82" fmla="*/ 189 w 210"/>
                  <a:gd name="T83" fmla="*/ 147 h 331"/>
                  <a:gd name="T84" fmla="*/ 196 w 210"/>
                  <a:gd name="T85" fmla="*/ 129 h 331"/>
                  <a:gd name="T86" fmla="*/ 207 w 210"/>
                  <a:gd name="T87" fmla="*/ 116 h 331"/>
                  <a:gd name="T88" fmla="*/ 204 w 210"/>
                  <a:gd name="T89" fmla="*/ 104 h 331"/>
                  <a:gd name="T90" fmla="*/ 195 w 210"/>
                  <a:gd name="T91" fmla="*/ 91 h 331"/>
                  <a:gd name="T92" fmla="*/ 160 w 210"/>
                  <a:gd name="T93" fmla="*/ 85 h 331"/>
                  <a:gd name="T94" fmla="*/ 177 w 210"/>
                  <a:gd name="T95" fmla="*/ 85 h 331"/>
                  <a:gd name="T96" fmla="*/ 148 w 210"/>
                  <a:gd name="T97" fmla="*/ 85 h 331"/>
                  <a:gd name="T98" fmla="*/ 130 w 210"/>
                  <a:gd name="T99" fmla="*/ 75 h 331"/>
                  <a:gd name="T100" fmla="*/ 132 w 210"/>
                  <a:gd name="T101" fmla="*/ 77 h 331"/>
                  <a:gd name="T102" fmla="*/ 144 w 210"/>
                  <a:gd name="T103" fmla="*/ 63 h 331"/>
                  <a:gd name="T104" fmla="*/ 144 w 210"/>
                  <a:gd name="T105" fmla="*/ 46 h 331"/>
                  <a:gd name="T106" fmla="*/ 155 w 210"/>
                  <a:gd name="T107" fmla="*/ 28 h 331"/>
                  <a:gd name="T108" fmla="*/ 161 w 210"/>
                  <a:gd name="T109" fmla="*/ 12 h 331"/>
                  <a:gd name="T110" fmla="*/ 165 w 210"/>
                  <a:gd name="T111" fmla="*/ 8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10" h="331">
                    <a:moveTo>
                      <a:pt x="119" y="331"/>
                    </a:moveTo>
                    <a:cubicBezTo>
                      <a:pt x="118" y="331"/>
                      <a:pt x="116" y="330"/>
                      <a:pt x="114" y="329"/>
                    </a:cubicBezTo>
                    <a:cubicBezTo>
                      <a:pt x="116" y="324"/>
                      <a:pt x="116" y="324"/>
                      <a:pt x="116" y="324"/>
                    </a:cubicBezTo>
                    <a:cubicBezTo>
                      <a:pt x="118" y="325"/>
                      <a:pt x="119" y="325"/>
                      <a:pt x="120" y="325"/>
                    </a:cubicBezTo>
                    <a:cubicBezTo>
                      <a:pt x="121" y="331"/>
                      <a:pt x="121" y="331"/>
                      <a:pt x="121" y="331"/>
                    </a:cubicBezTo>
                    <a:cubicBezTo>
                      <a:pt x="121" y="331"/>
                      <a:pt x="120" y="331"/>
                      <a:pt x="119" y="331"/>
                    </a:cubicBezTo>
                    <a:close/>
                    <a:moveTo>
                      <a:pt x="104" y="323"/>
                    </a:moveTo>
                    <a:cubicBezTo>
                      <a:pt x="102" y="322"/>
                      <a:pt x="101" y="322"/>
                      <a:pt x="100" y="322"/>
                    </a:cubicBezTo>
                    <a:cubicBezTo>
                      <a:pt x="99" y="316"/>
                      <a:pt x="99" y="316"/>
                      <a:pt x="99" y="316"/>
                    </a:cubicBezTo>
                    <a:cubicBezTo>
                      <a:pt x="102" y="315"/>
                      <a:pt x="104" y="316"/>
                      <a:pt x="107" y="318"/>
                    </a:cubicBezTo>
                    <a:lnTo>
                      <a:pt x="104" y="323"/>
                    </a:lnTo>
                    <a:close/>
                    <a:moveTo>
                      <a:pt x="94" y="320"/>
                    </a:moveTo>
                    <a:cubicBezTo>
                      <a:pt x="90" y="315"/>
                      <a:pt x="90" y="315"/>
                      <a:pt x="90" y="315"/>
                    </a:cubicBezTo>
                    <a:cubicBezTo>
                      <a:pt x="91" y="315"/>
                      <a:pt x="91" y="314"/>
                      <a:pt x="92" y="314"/>
                    </a:cubicBezTo>
                    <a:cubicBezTo>
                      <a:pt x="92" y="314"/>
                      <a:pt x="93" y="313"/>
                      <a:pt x="93" y="313"/>
                    </a:cubicBezTo>
                    <a:cubicBezTo>
                      <a:pt x="93" y="313"/>
                      <a:pt x="93" y="314"/>
                      <a:pt x="93" y="314"/>
                    </a:cubicBezTo>
                    <a:cubicBezTo>
                      <a:pt x="98" y="312"/>
                      <a:pt x="98" y="312"/>
                      <a:pt x="98" y="312"/>
                    </a:cubicBezTo>
                    <a:cubicBezTo>
                      <a:pt x="99" y="313"/>
                      <a:pt x="99" y="313"/>
                      <a:pt x="99" y="314"/>
                    </a:cubicBezTo>
                    <a:cubicBezTo>
                      <a:pt x="99" y="317"/>
                      <a:pt x="97" y="318"/>
                      <a:pt x="95" y="319"/>
                    </a:cubicBezTo>
                    <a:cubicBezTo>
                      <a:pt x="95" y="319"/>
                      <a:pt x="95" y="319"/>
                      <a:pt x="94" y="320"/>
                    </a:cubicBezTo>
                    <a:close/>
                    <a:moveTo>
                      <a:pt x="129" y="319"/>
                    </a:moveTo>
                    <a:cubicBezTo>
                      <a:pt x="124" y="318"/>
                      <a:pt x="124" y="318"/>
                      <a:pt x="124" y="318"/>
                    </a:cubicBezTo>
                    <a:cubicBezTo>
                      <a:pt x="124" y="316"/>
                      <a:pt x="125" y="314"/>
                      <a:pt x="125" y="312"/>
                    </a:cubicBezTo>
                    <a:cubicBezTo>
                      <a:pt x="131" y="313"/>
                      <a:pt x="131" y="313"/>
                      <a:pt x="131" y="313"/>
                    </a:cubicBezTo>
                    <a:cubicBezTo>
                      <a:pt x="130" y="315"/>
                      <a:pt x="130" y="317"/>
                      <a:pt x="129" y="319"/>
                    </a:cubicBezTo>
                    <a:close/>
                    <a:moveTo>
                      <a:pt x="84" y="313"/>
                    </a:moveTo>
                    <a:cubicBezTo>
                      <a:pt x="83" y="312"/>
                      <a:pt x="82" y="311"/>
                      <a:pt x="81" y="309"/>
                    </a:cubicBezTo>
                    <a:cubicBezTo>
                      <a:pt x="80" y="307"/>
                      <a:pt x="80" y="307"/>
                      <a:pt x="80" y="307"/>
                    </a:cubicBezTo>
                    <a:cubicBezTo>
                      <a:pt x="85" y="305"/>
                      <a:pt x="85" y="305"/>
                      <a:pt x="85" y="305"/>
                    </a:cubicBezTo>
                    <a:cubicBezTo>
                      <a:pt x="86" y="306"/>
                      <a:pt x="86" y="306"/>
                      <a:pt x="86" y="306"/>
                    </a:cubicBezTo>
                    <a:cubicBezTo>
                      <a:pt x="87" y="307"/>
                      <a:pt x="87" y="308"/>
                      <a:pt x="88" y="309"/>
                    </a:cubicBezTo>
                    <a:lnTo>
                      <a:pt x="84" y="313"/>
                    </a:lnTo>
                    <a:close/>
                    <a:moveTo>
                      <a:pt x="132" y="301"/>
                    </a:moveTo>
                    <a:cubicBezTo>
                      <a:pt x="126" y="301"/>
                      <a:pt x="126" y="301"/>
                      <a:pt x="126" y="301"/>
                    </a:cubicBezTo>
                    <a:cubicBezTo>
                      <a:pt x="127" y="298"/>
                      <a:pt x="127" y="296"/>
                      <a:pt x="128" y="294"/>
                    </a:cubicBezTo>
                    <a:cubicBezTo>
                      <a:pt x="133" y="297"/>
                      <a:pt x="133" y="297"/>
                      <a:pt x="133" y="297"/>
                    </a:cubicBezTo>
                    <a:cubicBezTo>
                      <a:pt x="133" y="298"/>
                      <a:pt x="132" y="299"/>
                      <a:pt x="132" y="301"/>
                    </a:cubicBezTo>
                    <a:close/>
                    <a:moveTo>
                      <a:pt x="143" y="300"/>
                    </a:moveTo>
                    <a:cubicBezTo>
                      <a:pt x="141" y="300"/>
                      <a:pt x="139" y="299"/>
                      <a:pt x="138" y="298"/>
                    </a:cubicBezTo>
                    <a:cubicBezTo>
                      <a:pt x="142" y="294"/>
                      <a:pt x="142" y="294"/>
                      <a:pt x="142" y="294"/>
                    </a:cubicBezTo>
                    <a:cubicBezTo>
                      <a:pt x="142" y="294"/>
                      <a:pt x="143" y="294"/>
                      <a:pt x="143" y="294"/>
                    </a:cubicBezTo>
                    <a:cubicBezTo>
                      <a:pt x="143" y="294"/>
                      <a:pt x="144" y="294"/>
                      <a:pt x="145" y="294"/>
                    </a:cubicBezTo>
                    <a:cubicBezTo>
                      <a:pt x="147" y="299"/>
                      <a:pt x="147" y="299"/>
                      <a:pt x="147" y="299"/>
                    </a:cubicBezTo>
                    <a:cubicBezTo>
                      <a:pt x="145" y="300"/>
                      <a:pt x="144" y="300"/>
                      <a:pt x="143" y="300"/>
                    </a:cubicBezTo>
                    <a:close/>
                    <a:moveTo>
                      <a:pt x="79" y="299"/>
                    </a:moveTo>
                    <a:cubicBezTo>
                      <a:pt x="77" y="299"/>
                      <a:pt x="77" y="299"/>
                      <a:pt x="77" y="299"/>
                    </a:cubicBezTo>
                    <a:cubicBezTo>
                      <a:pt x="78" y="299"/>
                      <a:pt x="79" y="298"/>
                      <a:pt x="79" y="297"/>
                    </a:cubicBezTo>
                    <a:cubicBezTo>
                      <a:pt x="73" y="296"/>
                      <a:pt x="73" y="296"/>
                      <a:pt x="73" y="296"/>
                    </a:cubicBezTo>
                    <a:cubicBezTo>
                      <a:pt x="73" y="295"/>
                      <a:pt x="75" y="293"/>
                      <a:pt x="77" y="293"/>
                    </a:cubicBezTo>
                    <a:cubicBezTo>
                      <a:pt x="79" y="293"/>
                      <a:pt x="79" y="293"/>
                      <a:pt x="79" y="293"/>
                    </a:cubicBezTo>
                    <a:cubicBezTo>
                      <a:pt x="79" y="293"/>
                      <a:pt x="79" y="293"/>
                      <a:pt x="79" y="293"/>
                    </a:cubicBezTo>
                    <a:cubicBezTo>
                      <a:pt x="79" y="293"/>
                      <a:pt x="78" y="294"/>
                      <a:pt x="78" y="295"/>
                    </a:cubicBezTo>
                    <a:cubicBezTo>
                      <a:pt x="84" y="294"/>
                      <a:pt x="84" y="294"/>
                      <a:pt x="84" y="294"/>
                    </a:cubicBezTo>
                    <a:cubicBezTo>
                      <a:pt x="84" y="294"/>
                      <a:pt x="84" y="295"/>
                      <a:pt x="84" y="295"/>
                    </a:cubicBezTo>
                    <a:cubicBezTo>
                      <a:pt x="84" y="296"/>
                      <a:pt x="83" y="299"/>
                      <a:pt x="79" y="299"/>
                    </a:cubicBezTo>
                    <a:close/>
                    <a:moveTo>
                      <a:pt x="158" y="298"/>
                    </a:moveTo>
                    <a:cubicBezTo>
                      <a:pt x="156" y="292"/>
                      <a:pt x="156" y="292"/>
                      <a:pt x="156" y="292"/>
                    </a:cubicBezTo>
                    <a:cubicBezTo>
                      <a:pt x="155" y="293"/>
                      <a:pt x="155" y="293"/>
                      <a:pt x="155" y="293"/>
                    </a:cubicBezTo>
                    <a:cubicBezTo>
                      <a:pt x="155" y="293"/>
                      <a:pt x="155" y="291"/>
                      <a:pt x="155" y="290"/>
                    </a:cubicBezTo>
                    <a:cubicBezTo>
                      <a:pt x="161" y="290"/>
                      <a:pt x="161" y="290"/>
                      <a:pt x="161" y="290"/>
                    </a:cubicBezTo>
                    <a:cubicBezTo>
                      <a:pt x="161" y="293"/>
                      <a:pt x="161" y="297"/>
                      <a:pt x="158" y="298"/>
                    </a:cubicBezTo>
                    <a:close/>
                    <a:moveTo>
                      <a:pt x="65" y="297"/>
                    </a:moveTo>
                    <a:cubicBezTo>
                      <a:pt x="65" y="291"/>
                      <a:pt x="65" y="291"/>
                      <a:pt x="65" y="291"/>
                    </a:cubicBezTo>
                    <a:cubicBezTo>
                      <a:pt x="67" y="291"/>
                      <a:pt x="68" y="290"/>
                      <a:pt x="70" y="290"/>
                    </a:cubicBezTo>
                    <a:cubicBezTo>
                      <a:pt x="71" y="292"/>
                      <a:pt x="71" y="292"/>
                      <a:pt x="71" y="292"/>
                    </a:cubicBezTo>
                    <a:cubicBezTo>
                      <a:pt x="72" y="295"/>
                      <a:pt x="72" y="295"/>
                      <a:pt x="72" y="295"/>
                    </a:cubicBezTo>
                    <a:cubicBezTo>
                      <a:pt x="70" y="296"/>
                      <a:pt x="68" y="297"/>
                      <a:pt x="65" y="297"/>
                    </a:cubicBezTo>
                    <a:close/>
                    <a:moveTo>
                      <a:pt x="56" y="288"/>
                    </a:moveTo>
                    <a:cubicBezTo>
                      <a:pt x="55" y="287"/>
                      <a:pt x="55" y="287"/>
                      <a:pt x="55" y="287"/>
                    </a:cubicBezTo>
                    <a:cubicBezTo>
                      <a:pt x="53" y="287"/>
                      <a:pt x="52" y="287"/>
                      <a:pt x="51" y="287"/>
                    </a:cubicBezTo>
                    <a:cubicBezTo>
                      <a:pt x="54" y="281"/>
                      <a:pt x="54" y="281"/>
                      <a:pt x="54" y="281"/>
                    </a:cubicBezTo>
                    <a:cubicBezTo>
                      <a:pt x="54" y="281"/>
                      <a:pt x="54" y="281"/>
                      <a:pt x="54" y="281"/>
                    </a:cubicBezTo>
                    <a:cubicBezTo>
                      <a:pt x="54" y="281"/>
                      <a:pt x="54" y="281"/>
                      <a:pt x="55" y="281"/>
                    </a:cubicBezTo>
                    <a:cubicBezTo>
                      <a:pt x="56" y="281"/>
                      <a:pt x="58" y="282"/>
                      <a:pt x="60" y="284"/>
                    </a:cubicBezTo>
                    <a:lnTo>
                      <a:pt x="56" y="288"/>
                    </a:lnTo>
                    <a:close/>
                    <a:moveTo>
                      <a:pt x="159" y="279"/>
                    </a:moveTo>
                    <a:cubicBezTo>
                      <a:pt x="154" y="278"/>
                      <a:pt x="154" y="278"/>
                      <a:pt x="154" y="278"/>
                    </a:cubicBezTo>
                    <a:cubicBezTo>
                      <a:pt x="154" y="277"/>
                      <a:pt x="154" y="276"/>
                      <a:pt x="154" y="275"/>
                    </a:cubicBezTo>
                    <a:cubicBezTo>
                      <a:pt x="155" y="272"/>
                      <a:pt x="155" y="272"/>
                      <a:pt x="155" y="272"/>
                    </a:cubicBezTo>
                    <a:cubicBezTo>
                      <a:pt x="160" y="273"/>
                      <a:pt x="160" y="273"/>
                      <a:pt x="160" y="273"/>
                    </a:cubicBezTo>
                    <a:cubicBezTo>
                      <a:pt x="160" y="276"/>
                      <a:pt x="160" y="276"/>
                      <a:pt x="160" y="276"/>
                    </a:cubicBezTo>
                    <a:cubicBezTo>
                      <a:pt x="160" y="277"/>
                      <a:pt x="160" y="278"/>
                      <a:pt x="159" y="279"/>
                    </a:cubicBezTo>
                    <a:close/>
                    <a:moveTo>
                      <a:pt x="45" y="276"/>
                    </a:moveTo>
                    <a:cubicBezTo>
                      <a:pt x="45" y="276"/>
                      <a:pt x="44" y="276"/>
                      <a:pt x="43" y="275"/>
                    </a:cubicBezTo>
                    <a:cubicBezTo>
                      <a:pt x="41" y="274"/>
                      <a:pt x="41" y="272"/>
                      <a:pt x="41" y="271"/>
                    </a:cubicBezTo>
                    <a:cubicBezTo>
                      <a:pt x="41" y="270"/>
                      <a:pt x="42" y="269"/>
                      <a:pt x="43" y="268"/>
                    </a:cubicBezTo>
                    <a:cubicBezTo>
                      <a:pt x="47" y="272"/>
                      <a:pt x="47" y="272"/>
                      <a:pt x="47" y="272"/>
                    </a:cubicBezTo>
                    <a:cubicBezTo>
                      <a:pt x="47" y="272"/>
                      <a:pt x="47" y="272"/>
                      <a:pt x="47" y="271"/>
                    </a:cubicBezTo>
                    <a:cubicBezTo>
                      <a:pt x="47" y="271"/>
                      <a:pt x="47" y="270"/>
                      <a:pt x="47" y="270"/>
                    </a:cubicBezTo>
                    <a:cubicBezTo>
                      <a:pt x="47" y="271"/>
                      <a:pt x="48" y="271"/>
                      <a:pt x="49" y="272"/>
                    </a:cubicBezTo>
                    <a:lnTo>
                      <a:pt x="45" y="276"/>
                    </a:lnTo>
                    <a:close/>
                    <a:moveTo>
                      <a:pt x="56" y="267"/>
                    </a:moveTo>
                    <a:cubicBezTo>
                      <a:pt x="53" y="262"/>
                      <a:pt x="53" y="262"/>
                      <a:pt x="53" y="262"/>
                    </a:cubicBezTo>
                    <a:cubicBezTo>
                      <a:pt x="55" y="261"/>
                      <a:pt x="56" y="260"/>
                      <a:pt x="56" y="259"/>
                    </a:cubicBezTo>
                    <a:cubicBezTo>
                      <a:pt x="62" y="261"/>
                      <a:pt x="62" y="261"/>
                      <a:pt x="62" y="261"/>
                    </a:cubicBezTo>
                    <a:cubicBezTo>
                      <a:pt x="61" y="263"/>
                      <a:pt x="59" y="265"/>
                      <a:pt x="56" y="267"/>
                    </a:cubicBezTo>
                    <a:close/>
                    <a:moveTo>
                      <a:pt x="153" y="263"/>
                    </a:moveTo>
                    <a:cubicBezTo>
                      <a:pt x="152" y="260"/>
                      <a:pt x="151" y="259"/>
                      <a:pt x="150" y="259"/>
                    </a:cubicBezTo>
                    <a:cubicBezTo>
                      <a:pt x="154" y="254"/>
                      <a:pt x="154" y="254"/>
                      <a:pt x="154" y="254"/>
                    </a:cubicBezTo>
                    <a:cubicBezTo>
                      <a:pt x="155" y="255"/>
                      <a:pt x="157" y="257"/>
                      <a:pt x="158" y="260"/>
                    </a:cubicBezTo>
                    <a:lnTo>
                      <a:pt x="153" y="263"/>
                    </a:lnTo>
                    <a:close/>
                    <a:moveTo>
                      <a:pt x="140" y="256"/>
                    </a:moveTo>
                    <a:cubicBezTo>
                      <a:pt x="138" y="256"/>
                      <a:pt x="136" y="255"/>
                      <a:pt x="134" y="254"/>
                    </a:cubicBezTo>
                    <a:cubicBezTo>
                      <a:pt x="137" y="249"/>
                      <a:pt x="137" y="249"/>
                      <a:pt x="137" y="249"/>
                    </a:cubicBezTo>
                    <a:cubicBezTo>
                      <a:pt x="139" y="249"/>
                      <a:pt x="141" y="250"/>
                      <a:pt x="142" y="251"/>
                    </a:cubicBezTo>
                    <a:lnTo>
                      <a:pt x="140" y="256"/>
                    </a:lnTo>
                    <a:close/>
                    <a:moveTo>
                      <a:pt x="59" y="250"/>
                    </a:moveTo>
                    <a:cubicBezTo>
                      <a:pt x="53" y="249"/>
                      <a:pt x="53" y="249"/>
                      <a:pt x="53" y="249"/>
                    </a:cubicBezTo>
                    <a:cubicBezTo>
                      <a:pt x="53" y="249"/>
                      <a:pt x="53" y="248"/>
                      <a:pt x="53" y="248"/>
                    </a:cubicBezTo>
                    <a:cubicBezTo>
                      <a:pt x="54" y="247"/>
                      <a:pt x="54" y="247"/>
                      <a:pt x="54" y="247"/>
                    </a:cubicBezTo>
                    <a:cubicBezTo>
                      <a:pt x="54" y="247"/>
                      <a:pt x="54" y="247"/>
                      <a:pt x="54" y="246"/>
                    </a:cubicBezTo>
                    <a:cubicBezTo>
                      <a:pt x="54" y="246"/>
                      <a:pt x="53" y="245"/>
                      <a:pt x="53" y="245"/>
                    </a:cubicBezTo>
                    <a:cubicBezTo>
                      <a:pt x="59" y="243"/>
                      <a:pt x="59" y="243"/>
                      <a:pt x="59" y="243"/>
                    </a:cubicBezTo>
                    <a:cubicBezTo>
                      <a:pt x="59" y="244"/>
                      <a:pt x="60" y="245"/>
                      <a:pt x="60" y="246"/>
                    </a:cubicBezTo>
                    <a:cubicBezTo>
                      <a:pt x="60" y="247"/>
                      <a:pt x="59" y="247"/>
                      <a:pt x="59" y="248"/>
                    </a:cubicBezTo>
                    <a:cubicBezTo>
                      <a:pt x="59" y="249"/>
                      <a:pt x="59" y="249"/>
                      <a:pt x="59" y="249"/>
                    </a:cubicBezTo>
                    <a:cubicBezTo>
                      <a:pt x="59" y="249"/>
                      <a:pt x="59" y="250"/>
                      <a:pt x="59" y="250"/>
                    </a:cubicBezTo>
                    <a:close/>
                    <a:moveTo>
                      <a:pt x="123" y="245"/>
                    </a:moveTo>
                    <a:cubicBezTo>
                      <a:pt x="123" y="245"/>
                      <a:pt x="123" y="245"/>
                      <a:pt x="123" y="244"/>
                    </a:cubicBezTo>
                    <a:cubicBezTo>
                      <a:pt x="123" y="243"/>
                      <a:pt x="124" y="241"/>
                      <a:pt x="124" y="239"/>
                    </a:cubicBezTo>
                    <a:cubicBezTo>
                      <a:pt x="130" y="240"/>
                      <a:pt x="130" y="240"/>
                      <a:pt x="130" y="240"/>
                    </a:cubicBezTo>
                    <a:cubicBezTo>
                      <a:pt x="130" y="241"/>
                      <a:pt x="129" y="243"/>
                      <a:pt x="129" y="244"/>
                    </a:cubicBezTo>
                    <a:cubicBezTo>
                      <a:pt x="129" y="245"/>
                      <a:pt x="129" y="245"/>
                      <a:pt x="129" y="245"/>
                    </a:cubicBezTo>
                    <a:lnTo>
                      <a:pt x="123" y="245"/>
                    </a:lnTo>
                    <a:close/>
                    <a:moveTo>
                      <a:pt x="49" y="234"/>
                    </a:moveTo>
                    <a:cubicBezTo>
                      <a:pt x="49" y="232"/>
                      <a:pt x="48" y="230"/>
                      <a:pt x="47" y="229"/>
                    </a:cubicBezTo>
                    <a:cubicBezTo>
                      <a:pt x="52" y="226"/>
                      <a:pt x="52" y="226"/>
                      <a:pt x="52" y="226"/>
                    </a:cubicBezTo>
                    <a:cubicBezTo>
                      <a:pt x="53" y="228"/>
                      <a:pt x="54" y="229"/>
                      <a:pt x="55" y="232"/>
                    </a:cubicBezTo>
                    <a:lnTo>
                      <a:pt x="49" y="234"/>
                    </a:lnTo>
                    <a:close/>
                    <a:moveTo>
                      <a:pt x="123" y="232"/>
                    </a:moveTo>
                    <a:cubicBezTo>
                      <a:pt x="122" y="232"/>
                      <a:pt x="121" y="231"/>
                      <a:pt x="121" y="231"/>
                    </a:cubicBezTo>
                    <a:cubicBezTo>
                      <a:pt x="118" y="230"/>
                      <a:pt x="118" y="228"/>
                      <a:pt x="118" y="227"/>
                    </a:cubicBezTo>
                    <a:cubicBezTo>
                      <a:pt x="118" y="226"/>
                      <a:pt x="118" y="225"/>
                      <a:pt x="119" y="223"/>
                    </a:cubicBezTo>
                    <a:cubicBezTo>
                      <a:pt x="123" y="228"/>
                      <a:pt x="123" y="228"/>
                      <a:pt x="123" y="228"/>
                    </a:cubicBezTo>
                    <a:cubicBezTo>
                      <a:pt x="123" y="228"/>
                      <a:pt x="123" y="228"/>
                      <a:pt x="123" y="228"/>
                    </a:cubicBezTo>
                    <a:cubicBezTo>
                      <a:pt x="123" y="228"/>
                      <a:pt x="123" y="228"/>
                      <a:pt x="123" y="228"/>
                    </a:cubicBezTo>
                    <a:cubicBezTo>
                      <a:pt x="123" y="228"/>
                      <a:pt x="123" y="228"/>
                      <a:pt x="123" y="228"/>
                    </a:cubicBezTo>
                    <a:cubicBezTo>
                      <a:pt x="123" y="228"/>
                      <a:pt x="123" y="227"/>
                      <a:pt x="123" y="227"/>
                    </a:cubicBezTo>
                    <a:cubicBezTo>
                      <a:pt x="123" y="226"/>
                      <a:pt x="123" y="226"/>
                      <a:pt x="123" y="226"/>
                    </a:cubicBezTo>
                    <a:cubicBezTo>
                      <a:pt x="123" y="226"/>
                      <a:pt x="123" y="226"/>
                      <a:pt x="123" y="226"/>
                    </a:cubicBezTo>
                    <a:cubicBezTo>
                      <a:pt x="124" y="226"/>
                      <a:pt x="125" y="226"/>
                      <a:pt x="125" y="227"/>
                    </a:cubicBezTo>
                    <a:lnTo>
                      <a:pt x="123" y="232"/>
                    </a:lnTo>
                    <a:close/>
                    <a:moveTo>
                      <a:pt x="39" y="220"/>
                    </a:moveTo>
                    <a:cubicBezTo>
                      <a:pt x="39" y="220"/>
                      <a:pt x="39" y="220"/>
                      <a:pt x="39" y="220"/>
                    </a:cubicBezTo>
                    <a:cubicBezTo>
                      <a:pt x="39" y="219"/>
                      <a:pt x="39" y="219"/>
                      <a:pt x="39" y="218"/>
                    </a:cubicBezTo>
                    <a:cubicBezTo>
                      <a:pt x="38" y="217"/>
                      <a:pt x="38" y="216"/>
                      <a:pt x="37" y="214"/>
                    </a:cubicBezTo>
                    <a:cubicBezTo>
                      <a:pt x="43" y="212"/>
                      <a:pt x="43" y="212"/>
                      <a:pt x="43" y="212"/>
                    </a:cubicBezTo>
                    <a:cubicBezTo>
                      <a:pt x="43" y="214"/>
                      <a:pt x="44" y="215"/>
                      <a:pt x="44" y="216"/>
                    </a:cubicBezTo>
                    <a:cubicBezTo>
                      <a:pt x="45" y="217"/>
                      <a:pt x="45" y="217"/>
                      <a:pt x="45" y="218"/>
                    </a:cubicBezTo>
                    <a:lnTo>
                      <a:pt x="39" y="220"/>
                    </a:lnTo>
                    <a:close/>
                    <a:moveTo>
                      <a:pt x="124" y="218"/>
                    </a:moveTo>
                    <a:cubicBezTo>
                      <a:pt x="124" y="217"/>
                      <a:pt x="124" y="217"/>
                      <a:pt x="124" y="217"/>
                    </a:cubicBezTo>
                    <a:cubicBezTo>
                      <a:pt x="124" y="216"/>
                      <a:pt x="124" y="215"/>
                      <a:pt x="124" y="214"/>
                    </a:cubicBezTo>
                    <a:cubicBezTo>
                      <a:pt x="124" y="213"/>
                      <a:pt x="124" y="211"/>
                      <a:pt x="125" y="210"/>
                    </a:cubicBezTo>
                    <a:cubicBezTo>
                      <a:pt x="130" y="213"/>
                      <a:pt x="130" y="213"/>
                      <a:pt x="130" y="213"/>
                    </a:cubicBezTo>
                    <a:cubicBezTo>
                      <a:pt x="130" y="213"/>
                      <a:pt x="130" y="214"/>
                      <a:pt x="130" y="214"/>
                    </a:cubicBezTo>
                    <a:cubicBezTo>
                      <a:pt x="130" y="215"/>
                      <a:pt x="130" y="216"/>
                      <a:pt x="130" y="217"/>
                    </a:cubicBezTo>
                    <a:cubicBezTo>
                      <a:pt x="130" y="217"/>
                      <a:pt x="130" y="217"/>
                      <a:pt x="130" y="217"/>
                    </a:cubicBezTo>
                    <a:lnTo>
                      <a:pt x="124" y="218"/>
                    </a:lnTo>
                    <a:close/>
                    <a:moveTo>
                      <a:pt x="46" y="208"/>
                    </a:moveTo>
                    <a:cubicBezTo>
                      <a:pt x="45" y="203"/>
                      <a:pt x="45" y="203"/>
                      <a:pt x="45" y="203"/>
                    </a:cubicBezTo>
                    <a:cubicBezTo>
                      <a:pt x="46" y="202"/>
                      <a:pt x="46" y="202"/>
                      <a:pt x="46" y="202"/>
                    </a:cubicBezTo>
                    <a:cubicBezTo>
                      <a:pt x="52" y="201"/>
                      <a:pt x="52" y="201"/>
                      <a:pt x="52" y="201"/>
                    </a:cubicBezTo>
                    <a:cubicBezTo>
                      <a:pt x="52" y="201"/>
                      <a:pt x="52" y="202"/>
                      <a:pt x="52" y="202"/>
                    </a:cubicBezTo>
                    <a:cubicBezTo>
                      <a:pt x="52" y="207"/>
                      <a:pt x="48" y="208"/>
                      <a:pt x="46" y="208"/>
                    </a:cubicBezTo>
                    <a:close/>
                    <a:moveTo>
                      <a:pt x="140" y="207"/>
                    </a:moveTo>
                    <a:cubicBezTo>
                      <a:pt x="134" y="207"/>
                      <a:pt x="134" y="207"/>
                      <a:pt x="134" y="207"/>
                    </a:cubicBezTo>
                    <a:cubicBezTo>
                      <a:pt x="134" y="207"/>
                      <a:pt x="134" y="206"/>
                      <a:pt x="134" y="206"/>
                    </a:cubicBezTo>
                    <a:cubicBezTo>
                      <a:pt x="134" y="203"/>
                      <a:pt x="135" y="201"/>
                      <a:pt x="137" y="200"/>
                    </a:cubicBezTo>
                    <a:cubicBezTo>
                      <a:pt x="141" y="204"/>
                      <a:pt x="141" y="204"/>
                      <a:pt x="141" y="204"/>
                    </a:cubicBezTo>
                    <a:cubicBezTo>
                      <a:pt x="140" y="204"/>
                      <a:pt x="140" y="205"/>
                      <a:pt x="140" y="206"/>
                    </a:cubicBezTo>
                    <a:cubicBezTo>
                      <a:pt x="140" y="207"/>
                      <a:pt x="140" y="207"/>
                      <a:pt x="140" y="207"/>
                    </a:cubicBezTo>
                    <a:close/>
                    <a:moveTo>
                      <a:pt x="134" y="196"/>
                    </a:moveTo>
                    <a:cubicBezTo>
                      <a:pt x="132" y="195"/>
                      <a:pt x="132" y="194"/>
                      <a:pt x="132" y="192"/>
                    </a:cubicBezTo>
                    <a:cubicBezTo>
                      <a:pt x="132" y="191"/>
                      <a:pt x="132" y="189"/>
                      <a:pt x="132" y="188"/>
                    </a:cubicBezTo>
                    <a:cubicBezTo>
                      <a:pt x="138" y="189"/>
                      <a:pt x="138" y="189"/>
                      <a:pt x="138" y="189"/>
                    </a:cubicBezTo>
                    <a:cubicBezTo>
                      <a:pt x="138" y="190"/>
                      <a:pt x="137" y="191"/>
                      <a:pt x="137" y="192"/>
                    </a:cubicBezTo>
                    <a:cubicBezTo>
                      <a:pt x="137" y="192"/>
                      <a:pt x="137" y="192"/>
                      <a:pt x="137" y="192"/>
                    </a:cubicBezTo>
                    <a:lnTo>
                      <a:pt x="134" y="196"/>
                    </a:lnTo>
                    <a:close/>
                    <a:moveTo>
                      <a:pt x="41" y="194"/>
                    </a:moveTo>
                    <a:cubicBezTo>
                      <a:pt x="41" y="194"/>
                      <a:pt x="40" y="194"/>
                      <a:pt x="40" y="193"/>
                    </a:cubicBezTo>
                    <a:cubicBezTo>
                      <a:pt x="37" y="192"/>
                      <a:pt x="37" y="190"/>
                      <a:pt x="36" y="188"/>
                    </a:cubicBezTo>
                    <a:cubicBezTo>
                      <a:pt x="42" y="187"/>
                      <a:pt x="42" y="187"/>
                      <a:pt x="42" y="187"/>
                    </a:cubicBezTo>
                    <a:cubicBezTo>
                      <a:pt x="42" y="188"/>
                      <a:pt x="43" y="188"/>
                      <a:pt x="43" y="189"/>
                    </a:cubicBezTo>
                    <a:cubicBezTo>
                      <a:pt x="43" y="189"/>
                      <a:pt x="44" y="189"/>
                      <a:pt x="44" y="190"/>
                    </a:cubicBezTo>
                    <a:lnTo>
                      <a:pt x="41" y="194"/>
                    </a:lnTo>
                    <a:close/>
                    <a:moveTo>
                      <a:pt x="31" y="181"/>
                    </a:moveTo>
                    <a:cubicBezTo>
                      <a:pt x="30" y="180"/>
                      <a:pt x="30" y="180"/>
                      <a:pt x="30" y="180"/>
                    </a:cubicBezTo>
                    <a:cubicBezTo>
                      <a:pt x="29" y="179"/>
                      <a:pt x="27" y="178"/>
                      <a:pt x="26" y="177"/>
                    </a:cubicBezTo>
                    <a:cubicBezTo>
                      <a:pt x="30" y="173"/>
                      <a:pt x="30" y="173"/>
                      <a:pt x="30" y="173"/>
                    </a:cubicBezTo>
                    <a:cubicBezTo>
                      <a:pt x="31" y="173"/>
                      <a:pt x="32" y="174"/>
                      <a:pt x="33" y="175"/>
                    </a:cubicBezTo>
                    <a:cubicBezTo>
                      <a:pt x="35" y="176"/>
                      <a:pt x="35" y="176"/>
                      <a:pt x="35" y="176"/>
                    </a:cubicBezTo>
                    <a:lnTo>
                      <a:pt x="31" y="181"/>
                    </a:lnTo>
                    <a:close/>
                    <a:moveTo>
                      <a:pt x="158" y="179"/>
                    </a:moveTo>
                    <a:cubicBezTo>
                      <a:pt x="156" y="179"/>
                      <a:pt x="155" y="178"/>
                      <a:pt x="154" y="178"/>
                    </a:cubicBezTo>
                    <a:cubicBezTo>
                      <a:pt x="153" y="177"/>
                      <a:pt x="153" y="177"/>
                      <a:pt x="152" y="177"/>
                    </a:cubicBezTo>
                    <a:cubicBezTo>
                      <a:pt x="154" y="171"/>
                      <a:pt x="154" y="171"/>
                      <a:pt x="154" y="171"/>
                    </a:cubicBezTo>
                    <a:cubicBezTo>
                      <a:pt x="155" y="172"/>
                      <a:pt x="156" y="172"/>
                      <a:pt x="157" y="173"/>
                    </a:cubicBezTo>
                    <a:cubicBezTo>
                      <a:pt x="158" y="173"/>
                      <a:pt x="159" y="174"/>
                      <a:pt x="159" y="174"/>
                    </a:cubicBezTo>
                    <a:lnTo>
                      <a:pt x="158" y="179"/>
                    </a:lnTo>
                    <a:close/>
                    <a:moveTo>
                      <a:pt x="188" y="179"/>
                    </a:moveTo>
                    <a:cubicBezTo>
                      <a:pt x="185" y="174"/>
                      <a:pt x="185" y="174"/>
                      <a:pt x="185" y="174"/>
                    </a:cubicBezTo>
                    <a:cubicBezTo>
                      <a:pt x="186" y="174"/>
                      <a:pt x="186" y="174"/>
                      <a:pt x="186" y="174"/>
                    </a:cubicBezTo>
                    <a:cubicBezTo>
                      <a:pt x="186" y="173"/>
                      <a:pt x="186" y="173"/>
                      <a:pt x="186" y="173"/>
                    </a:cubicBezTo>
                    <a:cubicBezTo>
                      <a:pt x="186" y="174"/>
                      <a:pt x="186" y="174"/>
                      <a:pt x="186" y="174"/>
                    </a:cubicBezTo>
                    <a:cubicBezTo>
                      <a:pt x="191" y="170"/>
                      <a:pt x="191" y="170"/>
                      <a:pt x="191" y="170"/>
                    </a:cubicBezTo>
                    <a:cubicBezTo>
                      <a:pt x="192" y="171"/>
                      <a:pt x="192" y="172"/>
                      <a:pt x="192" y="174"/>
                    </a:cubicBezTo>
                    <a:cubicBezTo>
                      <a:pt x="192" y="175"/>
                      <a:pt x="191" y="177"/>
                      <a:pt x="190" y="178"/>
                    </a:cubicBezTo>
                    <a:cubicBezTo>
                      <a:pt x="190" y="178"/>
                      <a:pt x="189" y="179"/>
                      <a:pt x="188" y="179"/>
                    </a:cubicBezTo>
                    <a:close/>
                    <a:moveTo>
                      <a:pt x="139" y="179"/>
                    </a:moveTo>
                    <a:cubicBezTo>
                      <a:pt x="139" y="179"/>
                      <a:pt x="140" y="178"/>
                      <a:pt x="140" y="178"/>
                    </a:cubicBezTo>
                    <a:cubicBezTo>
                      <a:pt x="134" y="176"/>
                      <a:pt x="134" y="176"/>
                      <a:pt x="134" y="176"/>
                    </a:cubicBezTo>
                    <a:cubicBezTo>
                      <a:pt x="135" y="175"/>
                      <a:pt x="136" y="173"/>
                      <a:pt x="140" y="173"/>
                    </a:cubicBezTo>
                    <a:cubicBezTo>
                      <a:pt x="140" y="173"/>
                      <a:pt x="141" y="173"/>
                      <a:pt x="142" y="173"/>
                    </a:cubicBezTo>
                    <a:cubicBezTo>
                      <a:pt x="142" y="179"/>
                      <a:pt x="142" y="179"/>
                      <a:pt x="142" y="179"/>
                    </a:cubicBezTo>
                    <a:cubicBezTo>
                      <a:pt x="142" y="179"/>
                      <a:pt x="141" y="179"/>
                      <a:pt x="140" y="179"/>
                    </a:cubicBezTo>
                    <a:cubicBezTo>
                      <a:pt x="139" y="179"/>
                      <a:pt x="139" y="179"/>
                      <a:pt x="139" y="179"/>
                    </a:cubicBezTo>
                    <a:close/>
                    <a:moveTo>
                      <a:pt x="170" y="178"/>
                    </a:moveTo>
                    <a:cubicBezTo>
                      <a:pt x="169" y="173"/>
                      <a:pt x="169" y="173"/>
                      <a:pt x="169" y="173"/>
                    </a:cubicBezTo>
                    <a:cubicBezTo>
                      <a:pt x="172" y="172"/>
                      <a:pt x="174" y="172"/>
                      <a:pt x="176" y="172"/>
                    </a:cubicBezTo>
                    <a:cubicBezTo>
                      <a:pt x="175" y="178"/>
                      <a:pt x="175" y="178"/>
                      <a:pt x="175" y="178"/>
                    </a:cubicBezTo>
                    <a:cubicBezTo>
                      <a:pt x="174" y="178"/>
                      <a:pt x="172" y="178"/>
                      <a:pt x="170" y="178"/>
                    </a:cubicBezTo>
                    <a:close/>
                    <a:moveTo>
                      <a:pt x="17" y="169"/>
                    </a:moveTo>
                    <a:cubicBezTo>
                      <a:pt x="17" y="168"/>
                      <a:pt x="16" y="168"/>
                      <a:pt x="16" y="167"/>
                    </a:cubicBezTo>
                    <a:cubicBezTo>
                      <a:pt x="16" y="165"/>
                      <a:pt x="15" y="165"/>
                      <a:pt x="15" y="164"/>
                    </a:cubicBezTo>
                    <a:cubicBezTo>
                      <a:pt x="19" y="160"/>
                      <a:pt x="19" y="160"/>
                      <a:pt x="19" y="160"/>
                    </a:cubicBezTo>
                    <a:cubicBezTo>
                      <a:pt x="20" y="161"/>
                      <a:pt x="21" y="163"/>
                      <a:pt x="22" y="165"/>
                    </a:cubicBezTo>
                    <a:cubicBezTo>
                      <a:pt x="22" y="165"/>
                      <a:pt x="22" y="166"/>
                      <a:pt x="22" y="166"/>
                    </a:cubicBezTo>
                    <a:lnTo>
                      <a:pt x="17" y="169"/>
                    </a:lnTo>
                    <a:close/>
                    <a:moveTo>
                      <a:pt x="4" y="162"/>
                    </a:moveTo>
                    <a:cubicBezTo>
                      <a:pt x="3" y="161"/>
                      <a:pt x="3" y="161"/>
                      <a:pt x="3" y="161"/>
                    </a:cubicBezTo>
                    <a:cubicBezTo>
                      <a:pt x="3" y="161"/>
                      <a:pt x="2" y="160"/>
                      <a:pt x="1" y="159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5" y="154"/>
                      <a:pt x="5" y="154"/>
                      <a:pt x="5" y="154"/>
                    </a:cubicBezTo>
                    <a:cubicBezTo>
                      <a:pt x="6" y="155"/>
                      <a:pt x="6" y="155"/>
                      <a:pt x="6" y="155"/>
                    </a:cubicBezTo>
                    <a:cubicBezTo>
                      <a:pt x="7" y="156"/>
                      <a:pt x="7" y="157"/>
                      <a:pt x="8" y="158"/>
                    </a:cubicBezTo>
                    <a:cubicBezTo>
                      <a:pt x="9" y="159"/>
                      <a:pt x="9" y="159"/>
                      <a:pt x="9" y="159"/>
                    </a:cubicBezTo>
                    <a:lnTo>
                      <a:pt x="4" y="162"/>
                    </a:lnTo>
                    <a:close/>
                    <a:moveTo>
                      <a:pt x="183" y="162"/>
                    </a:moveTo>
                    <a:cubicBezTo>
                      <a:pt x="181" y="160"/>
                      <a:pt x="181" y="159"/>
                      <a:pt x="181" y="157"/>
                    </a:cubicBezTo>
                    <a:cubicBezTo>
                      <a:pt x="181" y="156"/>
                      <a:pt x="181" y="156"/>
                      <a:pt x="181" y="156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6" y="157"/>
                      <a:pt x="186" y="157"/>
                      <a:pt x="186" y="157"/>
                    </a:cubicBezTo>
                    <a:cubicBezTo>
                      <a:pt x="186" y="157"/>
                      <a:pt x="186" y="157"/>
                      <a:pt x="187" y="158"/>
                    </a:cubicBezTo>
                    <a:cubicBezTo>
                      <a:pt x="188" y="159"/>
                      <a:pt x="188" y="160"/>
                      <a:pt x="189" y="161"/>
                    </a:cubicBezTo>
                    <a:lnTo>
                      <a:pt x="183" y="162"/>
                    </a:lnTo>
                    <a:close/>
                    <a:moveTo>
                      <a:pt x="187" y="147"/>
                    </a:moveTo>
                    <a:cubicBezTo>
                      <a:pt x="183" y="143"/>
                      <a:pt x="183" y="143"/>
                      <a:pt x="183" y="143"/>
                    </a:cubicBezTo>
                    <a:cubicBezTo>
                      <a:pt x="185" y="142"/>
                      <a:pt x="186" y="141"/>
                      <a:pt x="188" y="141"/>
                    </a:cubicBezTo>
                    <a:cubicBezTo>
                      <a:pt x="187" y="141"/>
                      <a:pt x="187" y="141"/>
                      <a:pt x="187" y="142"/>
                    </a:cubicBezTo>
                    <a:cubicBezTo>
                      <a:pt x="192" y="142"/>
                      <a:pt x="192" y="142"/>
                      <a:pt x="192" y="142"/>
                    </a:cubicBezTo>
                    <a:cubicBezTo>
                      <a:pt x="192" y="144"/>
                      <a:pt x="191" y="146"/>
                      <a:pt x="189" y="147"/>
                    </a:cubicBezTo>
                    <a:cubicBezTo>
                      <a:pt x="188" y="147"/>
                      <a:pt x="188" y="147"/>
                      <a:pt x="187" y="147"/>
                    </a:cubicBezTo>
                    <a:close/>
                    <a:moveTo>
                      <a:pt x="192" y="133"/>
                    </a:moveTo>
                    <a:cubicBezTo>
                      <a:pt x="187" y="130"/>
                      <a:pt x="187" y="130"/>
                      <a:pt x="187" y="130"/>
                    </a:cubicBezTo>
                    <a:cubicBezTo>
                      <a:pt x="188" y="129"/>
                      <a:pt x="189" y="128"/>
                      <a:pt x="190" y="127"/>
                    </a:cubicBezTo>
                    <a:cubicBezTo>
                      <a:pt x="192" y="125"/>
                      <a:pt x="192" y="125"/>
                      <a:pt x="192" y="125"/>
                    </a:cubicBezTo>
                    <a:cubicBezTo>
                      <a:pt x="196" y="129"/>
                      <a:pt x="196" y="129"/>
                      <a:pt x="196" y="129"/>
                    </a:cubicBezTo>
                    <a:cubicBezTo>
                      <a:pt x="194" y="131"/>
                      <a:pt x="194" y="131"/>
                      <a:pt x="194" y="131"/>
                    </a:cubicBezTo>
                    <a:cubicBezTo>
                      <a:pt x="193" y="132"/>
                      <a:pt x="192" y="133"/>
                      <a:pt x="192" y="133"/>
                    </a:cubicBezTo>
                    <a:close/>
                    <a:moveTo>
                      <a:pt x="203" y="123"/>
                    </a:moveTo>
                    <a:cubicBezTo>
                      <a:pt x="202" y="118"/>
                      <a:pt x="202" y="118"/>
                      <a:pt x="202" y="118"/>
                    </a:cubicBezTo>
                    <a:cubicBezTo>
                      <a:pt x="203" y="117"/>
                      <a:pt x="203" y="117"/>
                      <a:pt x="203" y="117"/>
                    </a:cubicBezTo>
                    <a:cubicBezTo>
                      <a:pt x="204" y="117"/>
                      <a:pt x="205" y="117"/>
                      <a:pt x="207" y="116"/>
                    </a:cubicBezTo>
                    <a:cubicBezTo>
                      <a:pt x="210" y="121"/>
                      <a:pt x="210" y="121"/>
                      <a:pt x="210" y="121"/>
                    </a:cubicBezTo>
                    <a:cubicBezTo>
                      <a:pt x="207" y="123"/>
                      <a:pt x="206" y="123"/>
                      <a:pt x="204" y="123"/>
                    </a:cubicBezTo>
                    <a:lnTo>
                      <a:pt x="203" y="123"/>
                    </a:lnTo>
                    <a:close/>
                    <a:moveTo>
                      <a:pt x="205" y="112"/>
                    </a:moveTo>
                    <a:cubicBezTo>
                      <a:pt x="204" y="111"/>
                      <a:pt x="202" y="109"/>
                      <a:pt x="201" y="109"/>
                    </a:cubicBezTo>
                    <a:cubicBezTo>
                      <a:pt x="204" y="104"/>
                      <a:pt x="204" y="104"/>
                      <a:pt x="204" y="104"/>
                    </a:cubicBezTo>
                    <a:cubicBezTo>
                      <a:pt x="206" y="105"/>
                      <a:pt x="207" y="106"/>
                      <a:pt x="209" y="107"/>
                    </a:cubicBezTo>
                    <a:lnTo>
                      <a:pt x="205" y="112"/>
                    </a:lnTo>
                    <a:close/>
                    <a:moveTo>
                      <a:pt x="192" y="99"/>
                    </a:moveTo>
                    <a:cubicBezTo>
                      <a:pt x="191" y="98"/>
                      <a:pt x="191" y="97"/>
                      <a:pt x="190" y="95"/>
                    </a:cubicBezTo>
                    <a:cubicBezTo>
                      <a:pt x="190" y="94"/>
                      <a:pt x="190" y="94"/>
                      <a:pt x="190" y="94"/>
                    </a:cubicBezTo>
                    <a:cubicBezTo>
                      <a:pt x="195" y="91"/>
                      <a:pt x="195" y="91"/>
                      <a:pt x="195" y="91"/>
                    </a:cubicBezTo>
                    <a:cubicBezTo>
                      <a:pt x="196" y="93"/>
                      <a:pt x="196" y="93"/>
                      <a:pt x="196" y="93"/>
                    </a:cubicBezTo>
                    <a:cubicBezTo>
                      <a:pt x="196" y="94"/>
                      <a:pt x="197" y="95"/>
                      <a:pt x="197" y="97"/>
                    </a:cubicBezTo>
                    <a:lnTo>
                      <a:pt x="192" y="99"/>
                    </a:lnTo>
                    <a:close/>
                    <a:moveTo>
                      <a:pt x="163" y="91"/>
                    </a:moveTo>
                    <a:cubicBezTo>
                      <a:pt x="162" y="91"/>
                      <a:pt x="160" y="91"/>
                      <a:pt x="159" y="90"/>
                    </a:cubicBezTo>
                    <a:cubicBezTo>
                      <a:pt x="160" y="85"/>
                      <a:pt x="160" y="85"/>
                      <a:pt x="160" y="85"/>
                    </a:cubicBezTo>
                    <a:cubicBezTo>
                      <a:pt x="162" y="85"/>
                      <a:pt x="162" y="85"/>
                      <a:pt x="163" y="85"/>
                    </a:cubicBezTo>
                    <a:cubicBezTo>
                      <a:pt x="165" y="85"/>
                      <a:pt x="165" y="85"/>
                      <a:pt x="165" y="85"/>
                    </a:cubicBezTo>
                    <a:cubicBezTo>
                      <a:pt x="165" y="91"/>
                      <a:pt x="165" y="91"/>
                      <a:pt x="165" y="91"/>
                    </a:cubicBezTo>
                    <a:lnTo>
                      <a:pt x="163" y="91"/>
                    </a:lnTo>
                    <a:close/>
                    <a:moveTo>
                      <a:pt x="177" y="91"/>
                    </a:moveTo>
                    <a:cubicBezTo>
                      <a:pt x="177" y="85"/>
                      <a:pt x="177" y="85"/>
                      <a:pt x="177" y="85"/>
                    </a:cubicBezTo>
                    <a:cubicBezTo>
                      <a:pt x="178" y="85"/>
                      <a:pt x="180" y="85"/>
                      <a:pt x="181" y="85"/>
                    </a:cubicBezTo>
                    <a:cubicBezTo>
                      <a:pt x="183" y="85"/>
                      <a:pt x="183" y="85"/>
                      <a:pt x="183" y="85"/>
                    </a:cubicBezTo>
                    <a:cubicBezTo>
                      <a:pt x="183" y="91"/>
                      <a:pt x="183" y="91"/>
                      <a:pt x="183" y="91"/>
                    </a:cubicBezTo>
                    <a:cubicBezTo>
                      <a:pt x="181" y="91"/>
                      <a:pt x="181" y="91"/>
                      <a:pt x="181" y="91"/>
                    </a:cubicBezTo>
                    <a:cubicBezTo>
                      <a:pt x="180" y="91"/>
                      <a:pt x="178" y="91"/>
                      <a:pt x="177" y="91"/>
                    </a:cubicBezTo>
                    <a:close/>
                    <a:moveTo>
                      <a:pt x="148" y="85"/>
                    </a:moveTo>
                    <a:cubicBezTo>
                      <a:pt x="146" y="84"/>
                      <a:pt x="144" y="84"/>
                      <a:pt x="142" y="83"/>
                    </a:cubicBezTo>
                    <a:cubicBezTo>
                      <a:pt x="145" y="77"/>
                      <a:pt x="145" y="77"/>
                      <a:pt x="145" y="77"/>
                    </a:cubicBezTo>
                    <a:cubicBezTo>
                      <a:pt x="147" y="78"/>
                      <a:pt x="148" y="79"/>
                      <a:pt x="150" y="80"/>
                    </a:cubicBezTo>
                    <a:lnTo>
                      <a:pt x="148" y="85"/>
                    </a:lnTo>
                    <a:close/>
                    <a:moveTo>
                      <a:pt x="132" y="77"/>
                    </a:moveTo>
                    <a:cubicBezTo>
                      <a:pt x="131" y="76"/>
                      <a:pt x="130" y="75"/>
                      <a:pt x="130" y="75"/>
                    </a:cubicBezTo>
                    <a:cubicBezTo>
                      <a:pt x="129" y="74"/>
                      <a:pt x="128" y="72"/>
                      <a:pt x="128" y="71"/>
                    </a:cubicBezTo>
                    <a:cubicBezTo>
                      <a:pt x="128" y="70"/>
                      <a:pt x="129" y="69"/>
                      <a:pt x="129" y="68"/>
                    </a:cubicBezTo>
                    <a:cubicBezTo>
                      <a:pt x="134" y="71"/>
                      <a:pt x="134" y="71"/>
                      <a:pt x="134" y="71"/>
                    </a:cubicBezTo>
                    <a:cubicBezTo>
                      <a:pt x="134" y="71"/>
                      <a:pt x="134" y="71"/>
                      <a:pt x="134" y="71"/>
                    </a:cubicBezTo>
                    <a:cubicBezTo>
                      <a:pt x="134" y="71"/>
                      <a:pt x="135" y="71"/>
                      <a:pt x="135" y="72"/>
                    </a:cubicBezTo>
                    <a:lnTo>
                      <a:pt x="132" y="77"/>
                    </a:lnTo>
                    <a:close/>
                    <a:moveTo>
                      <a:pt x="143" y="64"/>
                    </a:moveTo>
                    <a:cubicBezTo>
                      <a:pt x="139" y="60"/>
                      <a:pt x="139" y="60"/>
                      <a:pt x="139" y="60"/>
                    </a:cubicBezTo>
                    <a:cubicBezTo>
                      <a:pt x="140" y="59"/>
                      <a:pt x="140" y="59"/>
                      <a:pt x="141" y="59"/>
                    </a:cubicBezTo>
                    <a:cubicBezTo>
                      <a:pt x="141" y="58"/>
                      <a:pt x="142" y="57"/>
                      <a:pt x="142" y="57"/>
                    </a:cubicBezTo>
                    <a:cubicBezTo>
                      <a:pt x="147" y="58"/>
                      <a:pt x="147" y="58"/>
                      <a:pt x="147" y="58"/>
                    </a:cubicBezTo>
                    <a:cubicBezTo>
                      <a:pt x="147" y="60"/>
                      <a:pt x="146" y="62"/>
                      <a:pt x="144" y="63"/>
                    </a:cubicBezTo>
                    <a:cubicBezTo>
                      <a:pt x="144" y="64"/>
                      <a:pt x="143" y="64"/>
                      <a:pt x="143" y="64"/>
                    </a:cubicBezTo>
                    <a:close/>
                    <a:moveTo>
                      <a:pt x="138" y="47"/>
                    </a:moveTo>
                    <a:cubicBezTo>
                      <a:pt x="138" y="47"/>
                      <a:pt x="138" y="46"/>
                      <a:pt x="138" y="46"/>
                    </a:cubicBezTo>
                    <a:cubicBezTo>
                      <a:pt x="138" y="44"/>
                      <a:pt x="139" y="42"/>
                      <a:pt x="140" y="40"/>
                    </a:cubicBezTo>
                    <a:cubicBezTo>
                      <a:pt x="145" y="43"/>
                      <a:pt x="145" y="43"/>
                      <a:pt x="145" y="43"/>
                    </a:cubicBezTo>
                    <a:cubicBezTo>
                      <a:pt x="144" y="45"/>
                      <a:pt x="144" y="46"/>
                      <a:pt x="144" y="46"/>
                    </a:cubicBezTo>
                    <a:lnTo>
                      <a:pt x="138" y="47"/>
                    </a:lnTo>
                    <a:close/>
                    <a:moveTo>
                      <a:pt x="152" y="33"/>
                    </a:moveTo>
                    <a:cubicBezTo>
                      <a:pt x="147" y="30"/>
                      <a:pt x="147" y="30"/>
                      <a:pt x="147" y="30"/>
                    </a:cubicBezTo>
                    <a:cubicBezTo>
                      <a:pt x="148" y="29"/>
                      <a:pt x="148" y="29"/>
                      <a:pt x="148" y="29"/>
                    </a:cubicBezTo>
                    <a:cubicBezTo>
                      <a:pt x="148" y="28"/>
                      <a:pt x="149" y="26"/>
                      <a:pt x="150" y="25"/>
                    </a:cubicBezTo>
                    <a:cubicBezTo>
                      <a:pt x="155" y="28"/>
                      <a:pt x="155" y="28"/>
                      <a:pt x="155" y="28"/>
                    </a:cubicBezTo>
                    <a:cubicBezTo>
                      <a:pt x="154" y="30"/>
                      <a:pt x="153" y="31"/>
                      <a:pt x="153" y="32"/>
                    </a:cubicBezTo>
                    <a:lnTo>
                      <a:pt x="152" y="33"/>
                    </a:lnTo>
                    <a:close/>
                    <a:moveTo>
                      <a:pt x="163" y="20"/>
                    </a:moveTo>
                    <a:cubicBezTo>
                      <a:pt x="158" y="16"/>
                      <a:pt x="158" y="16"/>
                      <a:pt x="158" y="16"/>
                    </a:cubicBezTo>
                    <a:cubicBezTo>
                      <a:pt x="160" y="14"/>
                      <a:pt x="161" y="13"/>
                      <a:pt x="161" y="12"/>
                    </a:cubicBezTo>
                    <a:cubicBezTo>
                      <a:pt x="161" y="12"/>
                      <a:pt x="161" y="12"/>
                      <a:pt x="161" y="12"/>
                    </a:cubicBezTo>
                    <a:cubicBezTo>
                      <a:pt x="166" y="15"/>
                      <a:pt x="166" y="15"/>
                      <a:pt x="166" y="15"/>
                    </a:cubicBezTo>
                    <a:cubicBezTo>
                      <a:pt x="164" y="13"/>
                      <a:pt x="164" y="13"/>
                      <a:pt x="164" y="13"/>
                    </a:cubicBezTo>
                    <a:cubicBezTo>
                      <a:pt x="166" y="15"/>
                      <a:pt x="166" y="15"/>
                      <a:pt x="166" y="15"/>
                    </a:cubicBezTo>
                    <a:cubicBezTo>
                      <a:pt x="166" y="16"/>
                      <a:pt x="166" y="16"/>
                      <a:pt x="166" y="16"/>
                    </a:cubicBezTo>
                    <a:cubicBezTo>
                      <a:pt x="166" y="16"/>
                      <a:pt x="165" y="18"/>
                      <a:pt x="163" y="20"/>
                    </a:cubicBezTo>
                    <a:close/>
                    <a:moveTo>
                      <a:pt x="165" y="8"/>
                    </a:moveTo>
                    <a:cubicBezTo>
                      <a:pt x="162" y="7"/>
                      <a:pt x="159" y="5"/>
                      <a:pt x="159" y="4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63" y="1"/>
                      <a:pt x="165" y="2"/>
                      <a:pt x="166" y="3"/>
                    </a:cubicBezTo>
                    <a:lnTo>
                      <a:pt x="165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îṧļïḍé"/>
              <p:cNvSpPr/>
              <p:nvPr/>
            </p:nvSpPr>
            <p:spPr bwMode="auto">
              <a:xfrm>
                <a:off x="5969000" y="3173413"/>
                <a:ext cx="52388" cy="14288"/>
              </a:xfrm>
              <a:custGeom>
                <a:avLst/>
                <a:gdLst>
                  <a:gd name="T0" fmla="*/ 22 w 24"/>
                  <a:gd name="T1" fmla="*/ 7 h 7"/>
                  <a:gd name="T2" fmla="*/ 17 w 24"/>
                  <a:gd name="T3" fmla="*/ 6 h 7"/>
                  <a:gd name="T4" fmla="*/ 18 w 24"/>
                  <a:gd name="T5" fmla="*/ 0 h 7"/>
                  <a:gd name="T6" fmla="*/ 24 w 24"/>
                  <a:gd name="T7" fmla="*/ 2 h 7"/>
                  <a:gd name="T8" fmla="*/ 22 w 24"/>
                  <a:gd name="T9" fmla="*/ 7 h 7"/>
                  <a:gd name="T10" fmla="*/ 0 w 24"/>
                  <a:gd name="T11" fmla="*/ 6 h 7"/>
                  <a:gd name="T12" fmla="*/ 0 w 24"/>
                  <a:gd name="T13" fmla="*/ 0 h 7"/>
                  <a:gd name="T14" fmla="*/ 4 w 24"/>
                  <a:gd name="T15" fmla="*/ 0 h 7"/>
                  <a:gd name="T16" fmla="*/ 6 w 24"/>
                  <a:gd name="T17" fmla="*/ 0 h 7"/>
                  <a:gd name="T18" fmla="*/ 6 w 24"/>
                  <a:gd name="T19" fmla="*/ 6 h 7"/>
                  <a:gd name="T20" fmla="*/ 5 w 24"/>
                  <a:gd name="T21" fmla="*/ 6 h 7"/>
                  <a:gd name="T22" fmla="*/ 0 w 24"/>
                  <a:gd name="T2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7">
                    <a:moveTo>
                      <a:pt x="22" y="7"/>
                    </a:moveTo>
                    <a:cubicBezTo>
                      <a:pt x="22" y="7"/>
                      <a:pt x="20" y="7"/>
                      <a:pt x="17" y="6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"/>
                      <a:pt x="24" y="2"/>
                      <a:pt x="24" y="2"/>
                    </a:cubicBezTo>
                    <a:lnTo>
                      <a:pt x="22" y="7"/>
                    </a:lnTo>
                    <a:close/>
                    <a:moveTo>
                      <a:pt x="0" y="6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3" y="6"/>
                      <a:pt x="1" y="6"/>
                      <a:pt x="0" y="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ïSļîḍè"/>
              <p:cNvSpPr/>
              <p:nvPr/>
            </p:nvSpPr>
            <p:spPr bwMode="auto">
              <a:xfrm>
                <a:off x="6088063" y="3252788"/>
                <a:ext cx="503238" cy="796925"/>
              </a:xfrm>
              <a:custGeom>
                <a:avLst/>
                <a:gdLst>
                  <a:gd name="T0" fmla="*/ 18 w 235"/>
                  <a:gd name="T1" fmla="*/ 372 h 372"/>
                  <a:gd name="T2" fmla="*/ 1 w 235"/>
                  <a:gd name="T3" fmla="*/ 372 h 372"/>
                  <a:gd name="T4" fmla="*/ 36 w 235"/>
                  <a:gd name="T5" fmla="*/ 364 h 372"/>
                  <a:gd name="T6" fmla="*/ 37 w 235"/>
                  <a:gd name="T7" fmla="*/ 343 h 372"/>
                  <a:gd name="T8" fmla="*/ 39 w 235"/>
                  <a:gd name="T9" fmla="*/ 348 h 372"/>
                  <a:gd name="T10" fmla="*/ 29 w 235"/>
                  <a:gd name="T11" fmla="*/ 339 h 372"/>
                  <a:gd name="T12" fmla="*/ 30 w 235"/>
                  <a:gd name="T13" fmla="*/ 324 h 372"/>
                  <a:gd name="T14" fmla="*/ 72 w 235"/>
                  <a:gd name="T15" fmla="*/ 310 h 372"/>
                  <a:gd name="T16" fmla="*/ 53 w 235"/>
                  <a:gd name="T17" fmla="*/ 313 h 372"/>
                  <a:gd name="T18" fmla="*/ 59 w 235"/>
                  <a:gd name="T19" fmla="*/ 311 h 372"/>
                  <a:gd name="T20" fmla="*/ 43 w 235"/>
                  <a:gd name="T21" fmla="*/ 304 h 372"/>
                  <a:gd name="T22" fmla="*/ 80 w 235"/>
                  <a:gd name="T23" fmla="*/ 306 h 372"/>
                  <a:gd name="T24" fmla="*/ 86 w 235"/>
                  <a:gd name="T25" fmla="*/ 306 h 372"/>
                  <a:gd name="T26" fmla="*/ 75 w 235"/>
                  <a:gd name="T27" fmla="*/ 286 h 372"/>
                  <a:gd name="T28" fmla="*/ 71 w 235"/>
                  <a:gd name="T29" fmla="*/ 278 h 372"/>
                  <a:gd name="T30" fmla="*/ 71 w 235"/>
                  <a:gd name="T31" fmla="*/ 278 h 372"/>
                  <a:gd name="T32" fmla="*/ 86 w 235"/>
                  <a:gd name="T33" fmla="*/ 258 h 372"/>
                  <a:gd name="T34" fmla="*/ 86 w 235"/>
                  <a:gd name="T35" fmla="*/ 245 h 372"/>
                  <a:gd name="T36" fmla="*/ 86 w 235"/>
                  <a:gd name="T37" fmla="*/ 233 h 372"/>
                  <a:gd name="T38" fmla="*/ 68 w 235"/>
                  <a:gd name="T39" fmla="*/ 229 h 372"/>
                  <a:gd name="T40" fmla="*/ 73 w 235"/>
                  <a:gd name="T41" fmla="*/ 219 h 372"/>
                  <a:gd name="T42" fmla="*/ 75 w 235"/>
                  <a:gd name="T43" fmla="*/ 217 h 372"/>
                  <a:gd name="T44" fmla="*/ 77 w 235"/>
                  <a:gd name="T45" fmla="*/ 196 h 372"/>
                  <a:gd name="T46" fmla="*/ 147 w 235"/>
                  <a:gd name="T47" fmla="*/ 190 h 372"/>
                  <a:gd name="T48" fmla="*/ 151 w 235"/>
                  <a:gd name="T49" fmla="*/ 195 h 372"/>
                  <a:gd name="T50" fmla="*/ 138 w 235"/>
                  <a:gd name="T51" fmla="*/ 193 h 372"/>
                  <a:gd name="T52" fmla="*/ 126 w 235"/>
                  <a:gd name="T53" fmla="*/ 191 h 372"/>
                  <a:gd name="T54" fmla="*/ 174 w 235"/>
                  <a:gd name="T55" fmla="*/ 191 h 372"/>
                  <a:gd name="T56" fmla="*/ 83 w 235"/>
                  <a:gd name="T57" fmla="*/ 180 h 372"/>
                  <a:gd name="T58" fmla="*/ 115 w 235"/>
                  <a:gd name="T59" fmla="*/ 176 h 372"/>
                  <a:gd name="T60" fmla="*/ 166 w 235"/>
                  <a:gd name="T61" fmla="*/ 172 h 372"/>
                  <a:gd name="T62" fmla="*/ 91 w 235"/>
                  <a:gd name="T63" fmla="*/ 177 h 372"/>
                  <a:gd name="T64" fmla="*/ 175 w 235"/>
                  <a:gd name="T65" fmla="*/ 165 h 372"/>
                  <a:gd name="T66" fmla="*/ 161 w 235"/>
                  <a:gd name="T67" fmla="*/ 161 h 372"/>
                  <a:gd name="T68" fmla="*/ 168 w 235"/>
                  <a:gd name="T69" fmla="*/ 162 h 372"/>
                  <a:gd name="T70" fmla="*/ 214 w 235"/>
                  <a:gd name="T71" fmla="*/ 158 h 372"/>
                  <a:gd name="T72" fmla="*/ 198 w 235"/>
                  <a:gd name="T73" fmla="*/ 155 h 372"/>
                  <a:gd name="T74" fmla="*/ 225 w 235"/>
                  <a:gd name="T75" fmla="*/ 150 h 372"/>
                  <a:gd name="T76" fmla="*/ 229 w 235"/>
                  <a:gd name="T77" fmla="*/ 132 h 372"/>
                  <a:gd name="T78" fmla="*/ 220 w 235"/>
                  <a:gd name="T79" fmla="*/ 117 h 372"/>
                  <a:gd name="T80" fmla="*/ 228 w 235"/>
                  <a:gd name="T81" fmla="*/ 107 h 372"/>
                  <a:gd name="T82" fmla="*/ 228 w 235"/>
                  <a:gd name="T83" fmla="*/ 107 h 372"/>
                  <a:gd name="T84" fmla="*/ 234 w 235"/>
                  <a:gd name="T85" fmla="*/ 87 h 372"/>
                  <a:gd name="T86" fmla="*/ 229 w 235"/>
                  <a:gd name="T87" fmla="*/ 70 h 372"/>
                  <a:gd name="T88" fmla="*/ 220 w 235"/>
                  <a:gd name="T89" fmla="*/ 66 h 372"/>
                  <a:gd name="T90" fmla="*/ 221 w 235"/>
                  <a:gd name="T91" fmla="*/ 60 h 372"/>
                  <a:gd name="T92" fmla="*/ 189 w 235"/>
                  <a:gd name="T93" fmla="*/ 51 h 372"/>
                  <a:gd name="T94" fmla="*/ 201 w 235"/>
                  <a:gd name="T95" fmla="*/ 54 h 372"/>
                  <a:gd name="T96" fmla="*/ 204 w 235"/>
                  <a:gd name="T97" fmla="*/ 57 h 372"/>
                  <a:gd name="T98" fmla="*/ 181 w 235"/>
                  <a:gd name="T99" fmla="*/ 40 h 372"/>
                  <a:gd name="T100" fmla="*/ 171 w 235"/>
                  <a:gd name="T101" fmla="*/ 27 h 372"/>
                  <a:gd name="T102" fmla="*/ 152 w 235"/>
                  <a:gd name="T103" fmla="*/ 20 h 372"/>
                  <a:gd name="T104" fmla="*/ 132 w 235"/>
                  <a:gd name="T105" fmla="*/ 17 h 372"/>
                  <a:gd name="T106" fmla="*/ 139 w 235"/>
                  <a:gd name="T107" fmla="*/ 22 h 372"/>
                  <a:gd name="T108" fmla="*/ 131 w 235"/>
                  <a:gd name="T109" fmla="*/ 5 h 372"/>
                  <a:gd name="T110" fmla="*/ 131 w 235"/>
                  <a:gd name="T111" fmla="*/ 5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35" h="372">
                    <a:moveTo>
                      <a:pt x="18" y="372"/>
                    </a:moveTo>
                    <a:cubicBezTo>
                      <a:pt x="18" y="366"/>
                      <a:pt x="18" y="366"/>
                      <a:pt x="18" y="366"/>
                    </a:cubicBezTo>
                    <a:cubicBezTo>
                      <a:pt x="20" y="366"/>
                      <a:pt x="21" y="365"/>
                      <a:pt x="21" y="365"/>
                    </a:cubicBezTo>
                    <a:cubicBezTo>
                      <a:pt x="25" y="368"/>
                      <a:pt x="25" y="368"/>
                      <a:pt x="25" y="368"/>
                    </a:cubicBezTo>
                    <a:cubicBezTo>
                      <a:pt x="24" y="370"/>
                      <a:pt x="22" y="372"/>
                      <a:pt x="18" y="372"/>
                    </a:cubicBezTo>
                    <a:close/>
                    <a:moveTo>
                      <a:pt x="1" y="372"/>
                    </a:moveTo>
                    <a:cubicBezTo>
                      <a:pt x="0" y="366"/>
                      <a:pt x="0" y="366"/>
                      <a:pt x="0" y="366"/>
                    </a:cubicBezTo>
                    <a:cubicBezTo>
                      <a:pt x="0" y="366"/>
                      <a:pt x="2" y="365"/>
                      <a:pt x="6" y="365"/>
                    </a:cubicBezTo>
                    <a:cubicBezTo>
                      <a:pt x="6" y="371"/>
                      <a:pt x="6" y="371"/>
                      <a:pt x="6" y="371"/>
                    </a:cubicBezTo>
                    <a:cubicBezTo>
                      <a:pt x="3" y="371"/>
                      <a:pt x="1" y="372"/>
                      <a:pt x="1" y="372"/>
                    </a:cubicBezTo>
                    <a:close/>
                    <a:moveTo>
                      <a:pt x="36" y="364"/>
                    </a:moveTo>
                    <a:cubicBezTo>
                      <a:pt x="31" y="361"/>
                      <a:pt x="31" y="361"/>
                      <a:pt x="31" y="361"/>
                    </a:cubicBezTo>
                    <a:cubicBezTo>
                      <a:pt x="32" y="359"/>
                      <a:pt x="33" y="359"/>
                      <a:pt x="33" y="357"/>
                    </a:cubicBezTo>
                    <a:cubicBezTo>
                      <a:pt x="39" y="357"/>
                      <a:pt x="39" y="357"/>
                      <a:pt x="39" y="357"/>
                    </a:cubicBezTo>
                    <a:cubicBezTo>
                      <a:pt x="39" y="360"/>
                      <a:pt x="38" y="362"/>
                      <a:pt x="36" y="364"/>
                    </a:cubicBezTo>
                    <a:close/>
                    <a:moveTo>
                      <a:pt x="39" y="348"/>
                    </a:moveTo>
                    <a:cubicBezTo>
                      <a:pt x="35" y="344"/>
                      <a:pt x="35" y="344"/>
                      <a:pt x="35" y="344"/>
                    </a:cubicBezTo>
                    <a:cubicBezTo>
                      <a:pt x="35" y="344"/>
                      <a:pt x="36" y="343"/>
                      <a:pt x="37" y="343"/>
                    </a:cubicBezTo>
                    <a:cubicBezTo>
                      <a:pt x="37" y="343"/>
                      <a:pt x="37" y="342"/>
                      <a:pt x="37" y="342"/>
                    </a:cubicBezTo>
                    <a:cubicBezTo>
                      <a:pt x="37" y="342"/>
                      <a:pt x="37" y="343"/>
                      <a:pt x="37" y="343"/>
                    </a:cubicBezTo>
                    <a:cubicBezTo>
                      <a:pt x="37" y="343"/>
                      <a:pt x="37" y="343"/>
                      <a:pt x="37" y="343"/>
                    </a:cubicBezTo>
                    <a:cubicBezTo>
                      <a:pt x="42" y="340"/>
                      <a:pt x="42" y="340"/>
                      <a:pt x="42" y="340"/>
                    </a:cubicBezTo>
                    <a:cubicBezTo>
                      <a:pt x="43" y="341"/>
                      <a:pt x="43" y="342"/>
                      <a:pt x="43" y="343"/>
                    </a:cubicBezTo>
                    <a:cubicBezTo>
                      <a:pt x="43" y="344"/>
                      <a:pt x="42" y="346"/>
                      <a:pt x="39" y="348"/>
                    </a:cubicBezTo>
                    <a:cubicBezTo>
                      <a:pt x="39" y="348"/>
                      <a:pt x="39" y="348"/>
                      <a:pt x="39" y="348"/>
                    </a:cubicBezTo>
                    <a:close/>
                    <a:moveTo>
                      <a:pt x="29" y="339"/>
                    </a:moveTo>
                    <a:cubicBezTo>
                      <a:pt x="26" y="339"/>
                      <a:pt x="23" y="338"/>
                      <a:pt x="22" y="335"/>
                    </a:cubicBezTo>
                    <a:cubicBezTo>
                      <a:pt x="27" y="333"/>
                      <a:pt x="27" y="333"/>
                      <a:pt x="27" y="333"/>
                    </a:cubicBezTo>
                    <a:cubicBezTo>
                      <a:pt x="28" y="333"/>
                      <a:pt x="29" y="334"/>
                      <a:pt x="30" y="334"/>
                    </a:cubicBezTo>
                    <a:lnTo>
                      <a:pt x="29" y="339"/>
                    </a:lnTo>
                    <a:close/>
                    <a:moveTo>
                      <a:pt x="30" y="324"/>
                    </a:moveTo>
                    <a:cubicBezTo>
                      <a:pt x="24" y="321"/>
                      <a:pt x="24" y="321"/>
                      <a:pt x="24" y="321"/>
                    </a:cubicBezTo>
                    <a:cubicBezTo>
                      <a:pt x="25" y="319"/>
                      <a:pt x="26" y="317"/>
                      <a:pt x="27" y="316"/>
                    </a:cubicBezTo>
                    <a:cubicBezTo>
                      <a:pt x="32" y="319"/>
                      <a:pt x="32" y="319"/>
                      <a:pt x="32" y="319"/>
                    </a:cubicBezTo>
                    <a:cubicBezTo>
                      <a:pt x="31" y="320"/>
                      <a:pt x="31" y="322"/>
                      <a:pt x="30" y="324"/>
                    </a:cubicBezTo>
                    <a:close/>
                    <a:moveTo>
                      <a:pt x="76" y="317"/>
                    </a:moveTo>
                    <a:cubicBezTo>
                      <a:pt x="75" y="317"/>
                      <a:pt x="75" y="317"/>
                      <a:pt x="74" y="317"/>
                    </a:cubicBezTo>
                    <a:cubicBezTo>
                      <a:pt x="73" y="316"/>
                      <a:pt x="71" y="316"/>
                      <a:pt x="70" y="315"/>
                    </a:cubicBezTo>
                    <a:cubicBezTo>
                      <a:pt x="72" y="310"/>
                      <a:pt x="72" y="310"/>
                      <a:pt x="72" y="310"/>
                    </a:cubicBezTo>
                    <a:cubicBezTo>
                      <a:pt x="72" y="310"/>
                      <a:pt x="72" y="310"/>
                      <a:pt x="72" y="310"/>
                    </a:cubicBezTo>
                    <a:cubicBezTo>
                      <a:pt x="73" y="310"/>
                      <a:pt x="75" y="311"/>
                      <a:pt x="75" y="311"/>
                    </a:cubicBezTo>
                    <a:cubicBezTo>
                      <a:pt x="76" y="311"/>
                      <a:pt x="76" y="311"/>
                      <a:pt x="77" y="311"/>
                    </a:cubicBezTo>
                    <a:lnTo>
                      <a:pt x="76" y="317"/>
                    </a:lnTo>
                    <a:close/>
                    <a:moveTo>
                      <a:pt x="56" y="314"/>
                    </a:moveTo>
                    <a:cubicBezTo>
                      <a:pt x="55" y="314"/>
                      <a:pt x="54" y="314"/>
                      <a:pt x="53" y="313"/>
                    </a:cubicBezTo>
                    <a:cubicBezTo>
                      <a:pt x="55" y="308"/>
                      <a:pt x="55" y="308"/>
                      <a:pt x="55" y="308"/>
                    </a:cubicBezTo>
                    <a:cubicBezTo>
                      <a:pt x="55" y="308"/>
                      <a:pt x="57" y="308"/>
                      <a:pt x="58" y="308"/>
                    </a:cubicBezTo>
                    <a:cubicBezTo>
                      <a:pt x="59" y="310"/>
                      <a:pt x="59" y="310"/>
                      <a:pt x="59" y="310"/>
                    </a:cubicBezTo>
                    <a:cubicBezTo>
                      <a:pt x="60" y="313"/>
                      <a:pt x="60" y="313"/>
                      <a:pt x="60" y="313"/>
                    </a:cubicBezTo>
                    <a:cubicBezTo>
                      <a:pt x="59" y="311"/>
                      <a:pt x="59" y="311"/>
                      <a:pt x="59" y="311"/>
                    </a:cubicBezTo>
                    <a:cubicBezTo>
                      <a:pt x="59" y="313"/>
                      <a:pt x="59" y="313"/>
                      <a:pt x="59" y="313"/>
                    </a:cubicBezTo>
                    <a:cubicBezTo>
                      <a:pt x="58" y="314"/>
                      <a:pt x="57" y="314"/>
                      <a:pt x="56" y="314"/>
                    </a:cubicBezTo>
                    <a:close/>
                    <a:moveTo>
                      <a:pt x="39" y="311"/>
                    </a:moveTo>
                    <a:cubicBezTo>
                      <a:pt x="36" y="306"/>
                      <a:pt x="36" y="306"/>
                      <a:pt x="36" y="306"/>
                    </a:cubicBezTo>
                    <a:cubicBezTo>
                      <a:pt x="38" y="304"/>
                      <a:pt x="40" y="304"/>
                      <a:pt x="43" y="304"/>
                    </a:cubicBezTo>
                    <a:cubicBezTo>
                      <a:pt x="43" y="309"/>
                      <a:pt x="43" y="309"/>
                      <a:pt x="43" y="309"/>
                    </a:cubicBezTo>
                    <a:cubicBezTo>
                      <a:pt x="41" y="310"/>
                      <a:pt x="40" y="310"/>
                      <a:pt x="39" y="311"/>
                    </a:cubicBezTo>
                    <a:close/>
                    <a:moveTo>
                      <a:pt x="85" y="307"/>
                    </a:moveTo>
                    <a:cubicBezTo>
                      <a:pt x="80" y="306"/>
                      <a:pt x="80" y="306"/>
                      <a:pt x="80" y="306"/>
                    </a:cubicBezTo>
                    <a:cubicBezTo>
                      <a:pt x="80" y="306"/>
                      <a:pt x="80" y="306"/>
                      <a:pt x="80" y="306"/>
                    </a:cubicBezTo>
                    <a:cubicBezTo>
                      <a:pt x="80" y="305"/>
                      <a:pt x="80" y="305"/>
                      <a:pt x="80" y="305"/>
                    </a:cubicBezTo>
                    <a:cubicBezTo>
                      <a:pt x="80" y="305"/>
                      <a:pt x="80" y="305"/>
                      <a:pt x="80" y="305"/>
                    </a:cubicBezTo>
                    <a:cubicBezTo>
                      <a:pt x="80" y="305"/>
                      <a:pt x="79" y="305"/>
                      <a:pt x="78" y="305"/>
                    </a:cubicBezTo>
                    <a:cubicBezTo>
                      <a:pt x="81" y="299"/>
                      <a:pt x="81" y="299"/>
                      <a:pt x="81" y="299"/>
                    </a:cubicBezTo>
                    <a:cubicBezTo>
                      <a:pt x="83" y="300"/>
                      <a:pt x="86" y="302"/>
                      <a:pt x="86" y="306"/>
                    </a:cubicBezTo>
                    <a:cubicBezTo>
                      <a:pt x="86" y="306"/>
                      <a:pt x="85" y="306"/>
                      <a:pt x="85" y="307"/>
                    </a:cubicBezTo>
                    <a:close/>
                    <a:moveTo>
                      <a:pt x="77" y="293"/>
                    </a:moveTo>
                    <a:cubicBezTo>
                      <a:pt x="72" y="292"/>
                      <a:pt x="72" y="292"/>
                      <a:pt x="72" y="292"/>
                    </a:cubicBezTo>
                    <a:cubicBezTo>
                      <a:pt x="72" y="291"/>
                      <a:pt x="72" y="291"/>
                      <a:pt x="72" y="290"/>
                    </a:cubicBezTo>
                    <a:cubicBezTo>
                      <a:pt x="73" y="288"/>
                      <a:pt x="75" y="287"/>
                      <a:pt x="75" y="286"/>
                    </a:cubicBezTo>
                    <a:cubicBezTo>
                      <a:pt x="80" y="290"/>
                      <a:pt x="80" y="290"/>
                      <a:pt x="80" y="290"/>
                    </a:cubicBezTo>
                    <a:cubicBezTo>
                      <a:pt x="79" y="290"/>
                      <a:pt x="79" y="290"/>
                      <a:pt x="79" y="290"/>
                    </a:cubicBezTo>
                    <a:cubicBezTo>
                      <a:pt x="79" y="291"/>
                      <a:pt x="78" y="291"/>
                      <a:pt x="78" y="293"/>
                    </a:cubicBezTo>
                    <a:cubicBezTo>
                      <a:pt x="77" y="293"/>
                      <a:pt x="77" y="293"/>
                      <a:pt x="77" y="293"/>
                    </a:cubicBezTo>
                    <a:close/>
                    <a:moveTo>
                      <a:pt x="71" y="278"/>
                    </a:moveTo>
                    <a:cubicBezTo>
                      <a:pt x="70" y="278"/>
                      <a:pt x="70" y="278"/>
                      <a:pt x="70" y="278"/>
                    </a:cubicBezTo>
                    <a:cubicBezTo>
                      <a:pt x="70" y="276"/>
                      <a:pt x="71" y="274"/>
                      <a:pt x="72" y="271"/>
                    </a:cubicBezTo>
                    <a:cubicBezTo>
                      <a:pt x="77" y="274"/>
                      <a:pt x="77" y="274"/>
                      <a:pt x="77" y="274"/>
                    </a:cubicBezTo>
                    <a:cubicBezTo>
                      <a:pt x="76" y="276"/>
                      <a:pt x="76" y="277"/>
                      <a:pt x="76" y="278"/>
                    </a:cubicBezTo>
                    <a:lnTo>
                      <a:pt x="71" y="278"/>
                    </a:lnTo>
                    <a:close/>
                    <a:moveTo>
                      <a:pt x="84" y="265"/>
                    </a:moveTo>
                    <a:cubicBezTo>
                      <a:pt x="79" y="262"/>
                      <a:pt x="79" y="262"/>
                      <a:pt x="79" y="262"/>
                    </a:cubicBezTo>
                    <a:cubicBezTo>
                      <a:pt x="80" y="261"/>
                      <a:pt x="81" y="260"/>
                      <a:pt x="81" y="259"/>
                    </a:cubicBezTo>
                    <a:cubicBezTo>
                      <a:pt x="81" y="259"/>
                      <a:pt x="80" y="259"/>
                      <a:pt x="80" y="258"/>
                    </a:cubicBezTo>
                    <a:cubicBezTo>
                      <a:pt x="86" y="258"/>
                      <a:pt x="86" y="258"/>
                      <a:pt x="86" y="258"/>
                    </a:cubicBezTo>
                    <a:cubicBezTo>
                      <a:pt x="86" y="258"/>
                      <a:pt x="86" y="259"/>
                      <a:pt x="86" y="259"/>
                    </a:cubicBezTo>
                    <a:cubicBezTo>
                      <a:pt x="86" y="261"/>
                      <a:pt x="86" y="263"/>
                      <a:pt x="84" y="265"/>
                    </a:cubicBezTo>
                    <a:close/>
                    <a:moveTo>
                      <a:pt x="84" y="251"/>
                    </a:moveTo>
                    <a:cubicBezTo>
                      <a:pt x="84" y="246"/>
                      <a:pt x="84" y="246"/>
                      <a:pt x="84" y="246"/>
                    </a:cubicBezTo>
                    <a:cubicBezTo>
                      <a:pt x="86" y="246"/>
                      <a:pt x="86" y="245"/>
                      <a:pt x="86" y="245"/>
                    </a:cubicBezTo>
                    <a:cubicBezTo>
                      <a:pt x="91" y="248"/>
                      <a:pt x="91" y="248"/>
                      <a:pt x="91" y="248"/>
                    </a:cubicBezTo>
                    <a:cubicBezTo>
                      <a:pt x="90" y="251"/>
                      <a:pt x="87" y="251"/>
                      <a:pt x="84" y="251"/>
                    </a:cubicBezTo>
                    <a:close/>
                    <a:moveTo>
                      <a:pt x="85" y="241"/>
                    </a:moveTo>
                    <a:cubicBezTo>
                      <a:pt x="82" y="239"/>
                      <a:pt x="81" y="237"/>
                      <a:pt x="80" y="234"/>
                    </a:cubicBezTo>
                    <a:cubicBezTo>
                      <a:pt x="86" y="233"/>
                      <a:pt x="86" y="233"/>
                      <a:pt x="86" y="233"/>
                    </a:cubicBezTo>
                    <a:cubicBezTo>
                      <a:pt x="86" y="234"/>
                      <a:pt x="87" y="235"/>
                      <a:pt x="88" y="236"/>
                    </a:cubicBezTo>
                    <a:lnTo>
                      <a:pt x="85" y="241"/>
                    </a:lnTo>
                    <a:close/>
                    <a:moveTo>
                      <a:pt x="75" y="230"/>
                    </a:moveTo>
                    <a:cubicBezTo>
                      <a:pt x="74" y="230"/>
                      <a:pt x="74" y="230"/>
                      <a:pt x="73" y="230"/>
                    </a:cubicBezTo>
                    <a:cubicBezTo>
                      <a:pt x="71" y="230"/>
                      <a:pt x="70" y="229"/>
                      <a:pt x="68" y="229"/>
                    </a:cubicBezTo>
                    <a:cubicBezTo>
                      <a:pt x="70" y="224"/>
                      <a:pt x="70" y="224"/>
                      <a:pt x="70" y="224"/>
                    </a:cubicBezTo>
                    <a:cubicBezTo>
                      <a:pt x="71" y="224"/>
                      <a:pt x="72" y="224"/>
                      <a:pt x="73" y="224"/>
                    </a:cubicBezTo>
                    <a:cubicBezTo>
                      <a:pt x="74" y="224"/>
                      <a:pt x="75" y="224"/>
                      <a:pt x="75" y="224"/>
                    </a:cubicBezTo>
                    <a:lnTo>
                      <a:pt x="75" y="230"/>
                    </a:lnTo>
                    <a:close/>
                    <a:moveTo>
                      <a:pt x="73" y="219"/>
                    </a:moveTo>
                    <a:cubicBezTo>
                      <a:pt x="69" y="215"/>
                      <a:pt x="69" y="215"/>
                      <a:pt x="69" y="215"/>
                    </a:cubicBezTo>
                    <a:cubicBezTo>
                      <a:pt x="71" y="213"/>
                      <a:pt x="71" y="213"/>
                      <a:pt x="71" y="213"/>
                    </a:cubicBezTo>
                    <a:cubicBezTo>
                      <a:pt x="71" y="212"/>
                      <a:pt x="72" y="211"/>
                      <a:pt x="73" y="210"/>
                    </a:cubicBezTo>
                    <a:cubicBezTo>
                      <a:pt x="77" y="214"/>
                      <a:pt x="77" y="214"/>
                      <a:pt x="77" y="214"/>
                    </a:cubicBezTo>
                    <a:cubicBezTo>
                      <a:pt x="77" y="215"/>
                      <a:pt x="76" y="216"/>
                      <a:pt x="75" y="217"/>
                    </a:cubicBezTo>
                    <a:lnTo>
                      <a:pt x="73" y="219"/>
                    </a:lnTo>
                    <a:close/>
                    <a:moveTo>
                      <a:pt x="83" y="202"/>
                    </a:moveTo>
                    <a:cubicBezTo>
                      <a:pt x="77" y="202"/>
                      <a:pt x="77" y="202"/>
                      <a:pt x="77" y="202"/>
                    </a:cubicBezTo>
                    <a:cubicBezTo>
                      <a:pt x="77" y="201"/>
                      <a:pt x="77" y="201"/>
                      <a:pt x="77" y="201"/>
                    </a:cubicBezTo>
                    <a:cubicBezTo>
                      <a:pt x="77" y="199"/>
                      <a:pt x="77" y="198"/>
                      <a:pt x="77" y="196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83" y="198"/>
                      <a:pt x="83" y="199"/>
                      <a:pt x="83" y="201"/>
                    </a:cubicBezTo>
                    <a:cubicBezTo>
                      <a:pt x="83" y="201"/>
                      <a:pt x="83" y="202"/>
                      <a:pt x="83" y="202"/>
                    </a:cubicBezTo>
                    <a:close/>
                    <a:moveTo>
                      <a:pt x="151" y="195"/>
                    </a:moveTo>
                    <a:cubicBezTo>
                      <a:pt x="147" y="190"/>
                      <a:pt x="147" y="190"/>
                      <a:pt x="147" y="190"/>
                    </a:cubicBezTo>
                    <a:cubicBezTo>
                      <a:pt x="148" y="190"/>
                      <a:pt x="148" y="190"/>
                      <a:pt x="148" y="190"/>
                    </a:cubicBezTo>
                    <a:cubicBezTo>
                      <a:pt x="149" y="189"/>
                      <a:pt x="152" y="188"/>
                      <a:pt x="154" y="188"/>
                    </a:cubicBezTo>
                    <a:cubicBezTo>
                      <a:pt x="155" y="193"/>
                      <a:pt x="155" y="193"/>
                      <a:pt x="155" y="193"/>
                    </a:cubicBezTo>
                    <a:cubicBezTo>
                      <a:pt x="153" y="194"/>
                      <a:pt x="152" y="194"/>
                      <a:pt x="151" y="195"/>
                    </a:cubicBezTo>
                    <a:cubicBezTo>
                      <a:pt x="151" y="195"/>
                      <a:pt x="151" y="195"/>
                      <a:pt x="151" y="195"/>
                    </a:cubicBezTo>
                    <a:close/>
                    <a:moveTo>
                      <a:pt x="135" y="195"/>
                    </a:moveTo>
                    <a:cubicBezTo>
                      <a:pt x="131" y="190"/>
                      <a:pt x="131" y="190"/>
                      <a:pt x="131" y="190"/>
                    </a:cubicBezTo>
                    <a:cubicBezTo>
                      <a:pt x="133" y="189"/>
                      <a:pt x="135" y="188"/>
                      <a:pt x="137" y="188"/>
                    </a:cubicBezTo>
                    <a:cubicBezTo>
                      <a:pt x="138" y="188"/>
                      <a:pt x="138" y="188"/>
                      <a:pt x="139" y="188"/>
                    </a:cubicBezTo>
                    <a:cubicBezTo>
                      <a:pt x="138" y="193"/>
                      <a:pt x="138" y="193"/>
                      <a:pt x="138" y="193"/>
                    </a:cubicBezTo>
                    <a:cubicBezTo>
                      <a:pt x="137" y="193"/>
                      <a:pt x="136" y="194"/>
                      <a:pt x="135" y="195"/>
                    </a:cubicBezTo>
                    <a:close/>
                    <a:moveTo>
                      <a:pt x="122" y="194"/>
                    </a:moveTo>
                    <a:cubicBezTo>
                      <a:pt x="120" y="193"/>
                      <a:pt x="119" y="191"/>
                      <a:pt x="118" y="189"/>
                    </a:cubicBezTo>
                    <a:cubicBezTo>
                      <a:pt x="123" y="186"/>
                      <a:pt x="123" y="186"/>
                      <a:pt x="123" y="186"/>
                    </a:cubicBezTo>
                    <a:cubicBezTo>
                      <a:pt x="124" y="188"/>
                      <a:pt x="125" y="189"/>
                      <a:pt x="126" y="191"/>
                    </a:cubicBezTo>
                    <a:lnTo>
                      <a:pt x="122" y="194"/>
                    </a:lnTo>
                    <a:close/>
                    <a:moveTo>
                      <a:pt x="166" y="194"/>
                    </a:moveTo>
                    <a:cubicBezTo>
                      <a:pt x="166" y="188"/>
                      <a:pt x="166" y="188"/>
                      <a:pt x="166" y="188"/>
                    </a:cubicBezTo>
                    <a:cubicBezTo>
                      <a:pt x="168" y="188"/>
                      <a:pt x="169" y="188"/>
                      <a:pt x="169" y="188"/>
                    </a:cubicBezTo>
                    <a:cubicBezTo>
                      <a:pt x="174" y="191"/>
                      <a:pt x="174" y="191"/>
                      <a:pt x="174" y="191"/>
                    </a:cubicBezTo>
                    <a:cubicBezTo>
                      <a:pt x="173" y="193"/>
                      <a:pt x="170" y="194"/>
                      <a:pt x="166" y="194"/>
                    </a:cubicBezTo>
                    <a:close/>
                    <a:moveTo>
                      <a:pt x="82" y="185"/>
                    </a:moveTo>
                    <a:cubicBezTo>
                      <a:pt x="76" y="184"/>
                      <a:pt x="76" y="184"/>
                      <a:pt x="76" y="184"/>
                    </a:cubicBezTo>
                    <a:cubicBezTo>
                      <a:pt x="77" y="182"/>
                      <a:pt x="77" y="179"/>
                      <a:pt x="78" y="178"/>
                    </a:cubicBezTo>
                    <a:cubicBezTo>
                      <a:pt x="83" y="180"/>
                      <a:pt x="83" y="180"/>
                      <a:pt x="83" y="180"/>
                    </a:cubicBezTo>
                    <a:cubicBezTo>
                      <a:pt x="83" y="181"/>
                      <a:pt x="82" y="183"/>
                      <a:pt x="82" y="185"/>
                    </a:cubicBezTo>
                    <a:close/>
                    <a:moveTo>
                      <a:pt x="112" y="181"/>
                    </a:moveTo>
                    <a:cubicBezTo>
                      <a:pt x="110" y="181"/>
                      <a:pt x="109" y="180"/>
                      <a:pt x="107" y="179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11" y="175"/>
                      <a:pt x="113" y="175"/>
                      <a:pt x="115" y="176"/>
                    </a:cubicBezTo>
                    <a:lnTo>
                      <a:pt x="112" y="181"/>
                    </a:lnTo>
                    <a:close/>
                    <a:moveTo>
                      <a:pt x="165" y="180"/>
                    </a:moveTo>
                    <a:cubicBezTo>
                      <a:pt x="164" y="179"/>
                      <a:pt x="164" y="179"/>
                      <a:pt x="164" y="179"/>
                    </a:cubicBezTo>
                    <a:cubicBezTo>
                      <a:pt x="163" y="178"/>
                      <a:pt x="162" y="177"/>
                      <a:pt x="161" y="175"/>
                    </a:cubicBezTo>
                    <a:cubicBezTo>
                      <a:pt x="166" y="172"/>
                      <a:pt x="166" y="172"/>
                      <a:pt x="166" y="172"/>
                    </a:cubicBezTo>
                    <a:cubicBezTo>
                      <a:pt x="167" y="173"/>
                      <a:pt x="168" y="175"/>
                      <a:pt x="169" y="176"/>
                    </a:cubicBezTo>
                    <a:cubicBezTo>
                      <a:pt x="170" y="177"/>
                      <a:pt x="170" y="177"/>
                      <a:pt x="170" y="177"/>
                    </a:cubicBezTo>
                    <a:lnTo>
                      <a:pt x="165" y="180"/>
                    </a:lnTo>
                    <a:close/>
                    <a:moveTo>
                      <a:pt x="96" y="177"/>
                    </a:moveTo>
                    <a:cubicBezTo>
                      <a:pt x="94" y="177"/>
                      <a:pt x="92" y="177"/>
                      <a:pt x="91" y="177"/>
                    </a:cubicBezTo>
                    <a:cubicBezTo>
                      <a:pt x="90" y="171"/>
                      <a:pt x="90" y="171"/>
                      <a:pt x="90" y="171"/>
                    </a:cubicBezTo>
                    <a:cubicBezTo>
                      <a:pt x="92" y="171"/>
                      <a:pt x="94" y="171"/>
                      <a:pt x="97" y="171"/>
                    </a:cubicBezTo>
                    <a:lnTo>
                      <a:pt x="96" y="177"/>
                    </a:lnTo>
                    <a:close/>
                    <a:moveTo>
                      <a:pt x="182" y="167"/>
                    </a:moveTo>
                    <a:cubicBezTo>
                      <a:pt x="179" y="167"/>
                      <a:pt x="177" y="166"/>
                      <a:pt x="175" y="165"/>
                    </a:cubicBezTo>
                    <a:cubicBezTo>
                      <a:pt x="178" y="160"/>
                      <a:pt x="178" y="160"/>
                      <a:pt x="178" y="160"/>
                    </a:cubicBezTo>
                    <a:cubicBezTo>
                      <a:pt x="179" y="160"/>
                      <a:pt x="181" y="161"/>
                      <a:pt x="182" y="161"/>
                    </a:cubicBezTo>
                    <a:lnTo>
                      <a:pt x="182" y="167"/>
                    </a:lnTo>
                    <a:close/>
                    <a:moveTo>
                      <a:pt x="164" y="166"/>
                    </a:moveTo>
                    <a:cubicBezTo>
                      <a:pt x="161" y="161"/>
                      <a:pt x="161" y="161"/>
                      <a:pt x="161" y="161"/>
                    </a:cubicBezTo>
                    <a:cubicBezTo>
                      <a:pt x="161" y="161"/>
                      <a:pt x="161" y="161"/>
                      <a:pt x="161" y="161"/>
                    </a:cubicBezTo>
                    <a:cubicBezTo>
                      <a:pt x="162" y="160"/>
                      <a:pt x="162" y="160"/>
                      <a:pt x="162" y="160"/>
                    </a:cubicBezTo>
                    <a:cubicBezTo>
                      <a:pt x="163" y="159"/>
                      <a:pt x="163" y="158"/>
                      <a:pt x="164" y="157"/>
                    </a:cubicBezTo>
                    <a:cubicBezTo>
                      <a:pt x="168" y="161"/>
                      <a:pt x="168" y="161"/>
                      <a:pt x="168" y="161"/>
                    </a:cubicBezTo>
                    <a:cubicBezTo>
                      <a:pt x="168" y="161"/>
                      <a:pt x="168" y="161"/>
                      <a:pt x="168" y="162"/>
                    </a:cubicBezTo>
                    <a:cubicBezTo>
                      <a:pt x="167" y="164"/>
                      <a:pt x="165" y="165"/>
                      <a:pt x="164" y="166"/>
                    </a:cubicBezTo>
                    <a:close/>
                    <a:moveTo>
                      <a:pt x="210" y="164"/>
                    </a:moveTo>
                    <a:cubicBezTo>
                      <a:pt x="210" y="164"/>
                      <a:pt x="209" y="164"/>
                      <a:pt x="209" y="164"/>
                    </a:cubicBezTo>
                    <a:cubicBezTo>
                      <a:pt x="209" y="158"/>
                      <a:pt x="209" y="158"/>
                      <a:pt x="209" y="158"/>
                    </a:cubicBezTo>
                    <a:cubicBezTo>
                      <a:pt x="211" y="158"/>
                      <a:pt x="212" y="158"/>
                      <a:pt x="214" y="158"/>
                    </a:cubicBezTo>
                    <a:cubicBezTo>
                      <a:pt x="216" y="163"/>
                      <a:pt x="216" y="163"/>
                      <a:pt x="216" y="163"/>
                    </a:cubicBezTo>
                    <a:cubicBezTo>
                      <a:pt x="213" y="164"/>
                      <a:pt x="212" y="164"/>
                      <a:pt x="210" y="164"/>
                    </a:cubicBezTo>
                    <a:close/>
                    <a:moveTo>
                      <a:pt x="193" y="162"/>
                    </a:moveTo>
                    <a:cubicBezTo>
                      <a:pt x="191" y="157"/>
                      <a:pt x="191" y="157"/>
                      <a:pt x="191" y="157"/>
                    </a:cubicBezTo>
                    <a:cubicBezTo>
                      <a:pt x="194" y="156"/>
                      <a:pt x="196" y="155"/>
                      <a:pt x="198" y="155"/>
                    </a:cubicBezTo>
                    <a:cubicBezTo>
                      <a:pt x="198" y="161"/>
                      <a:pt x="198" y="161"/>
                      <a:pt x="198" y="161"/>
                    </a:cubicBezTo>
                    <a:cubicBezTo>
                      <a:pt x="197" y="161"/>
                      <a:pt x="195" y="161"/>
                      <a:pt x="193" y="162"/>
                    </a:cubicBezTo>
                    <a:close/>
                    <a:moveTo>
                      <a:pt x="228" y="158"/>
                    </a:moveTo>
                    <a:cubicBezTo>
                      <a:pt x="223" y="154"/>
                      <a:pt x="223" y="154"/>
                      <a:pt x="223" y="154"/>
                    </a:cubicBezTo>
                    <a:cubicBezTo>
                      <a:pt x="224" y="153"/>
                      <a:pt x="225" y="152"/>
                      <a:pt x="225" y="150"/>
                    </a:cubicBezTo>
                    <a:cubicBezTo>
                      <a:pt x="231" y="151"/>
                      <a:pt x="231" y="151"/>
                      <a:pt x="231" y="151"/>
                    </a:cubicBezTo>
                    <a:cubicBezTo>
                      <a:pt x="230" y="154"/>
                      <a:pt x="229" y="156"/>
                      <a:pt x="228" y="158"/>
                    </a:cubicBezTo>
                    <a:close/>
                    <a:moveTo>
                      <a:pt x="225" y="140"/>
                    </a:moveTo>
                    <a:cubicBezTo>
                      <a:pt x="225" y="138"/>
                      <a:pt x="224" y="136"/>
                      <a:pt x="223" y="135"/>
                    </a:cubicBezTo>
                    <a:cubicBezTo>
                      <a:pt x="229" y="132"/>
                      <a:pt x="229" y="132"/>
                      <a:pt x="229" y="132"/>
                    </a:cubicBezTo>
                    <a:cubicBezTo>
                      <a:pt x="229" y="134"/>
                      <a:pt x="230" y="136"/>
                      <a:pt x="231" y="139"/>
                    </a:cubicBezTo>
                    <a:lnTo>
                      <a:pt x="225" y="140"/>
                    </a:lnTo>
                    <a:close/>
                    <a:moveTo>
                      <a:pt x="220" y="123"/>
                    </a:moveTo>
                    <a:cubicBezTo>
                      <a:pt x="220" y="121"/>
                      <a:pt x="220" y="120"/>
                      <a:pt x="220" y="118"/>
                    </a:cubicBezTo>
                    <a:cubicBezTo>
                      <a:pt x="220" y="117"/>
                      <a:pt x="220" y="117"/>
                      <a:pt x="220" y="117"/>
                    </a:cubicBezTo>
                    <a:cubicBezTo>
                      <a:pt x="225" y="117"/>
                      <a:pt x="225" y="117"/>
                      <a:pt x="225" y="117"/>
                    </a:cubicBezTo>
                    <a:cubicBezTo>
                      <a:pt x="225" y="118"/>
                      <a:pt x="225" y="118"/>
                      <a:pt x="225" y="118"/>
                    </a:cubicBezTo>
                    <a:cubicBezTo>
                      <a:pt x="225" y="119"/>
                      <a:pt x="226" y="121"/>
                      <a:pt x="226" y="122"/>
                    </a:cubicBezTo>
                    <a:lnTo>
                      <a:pt x="220" y="123"/>
                    </a:lnTo>
                    <a:close/>
                    <a:moveTo>
                      <a:pt x="228" y="107"/>
                    </a:moveTo>
                    <a:cubicBezTo>
                      <a:pt x="223" y="104"/>
                      <a:pt x="223" y="104"/>
                      <a:pt x="223" y="104"/>
                    </a:cubicBezTo>
                    <a:cubicBezTo>
                      <a:pt x="223" y="104"/>
                      <a:pt x="223" y="104"/>
                      <a:pt x="223" y="104"/>
                    </a:cubicBezTo>
                    <a:cubicBezTo>
                      <a:pt x="224" y="102"/>
                      <a:pt x="225" y="100"/>
                      <a:pt x="226" y="99"/>
                    </a:cubicBezTo>
                    <a:cubicBezTo>
                      <a:pt x="231" y="102"/>
                      <a:pt x="231" y="102"/>
                      <a:pt x="231" y="102"/>
                    </a:cubicBezTo>
                    <a:cubicBezTo>
                      <a:pt x="230" y="103"/>
                      <a:pt x="229" y="105"/>
                      <a:pt x="228" y="107"/>
                    </a:cubicBezTo>
                    <a:close/>
                    <a:moveTo>
                      <a:pt x="228" y="89"/>
                    </a:moveTo>
                    <a:cubicBezTo>
                      <a:pt x="228" y="89"/>
                      <a:pt x="228" y="88"/>
                      <a:pt x="228" y="87"/>
                    </a:cubicBezTo>
                    <a:cubicBezTo>
                      <a:pt x="228" y="86"/>
                      <a:pt x="228" y="85"/>
                      <a:pt x="227" y="84"/>
                    </a:cubicBezTo>
                    <a:cubicBezTo>
                      <a:pt x="233" y="83"/>
                      <a:pt x="233" y="83"/>
                      <a:pt x="233" y="83"/>
                    </a:cubicBezTo>
                    <a:cubicBezTo>
                      <a:pt x="233" y="84"/>
                      <a:pt x="234" y="85"/>
                      <a:pt x="234" y="87"/>
                    </a:cubicBezTo>
                    <a:cubicBezTo>
                      <a:pt x="234" y="88"/>
                      <a:pt x="234" y="88"/>
                      <a:pt x="234" y="89"/>
                    </a:cubicBezTo>
                    <a:lnTo>
                      <a:pt x="228" y="89"/>
                    </a:lnTo>
                    <a:close/>
                    <a:moveTo>
                      <a:pt x="234" y="74"/>
                    </a:moveTo>
                    <a:cubicBezTo>
                      <a:pt x="229" y="71"/>
                      <a:pt x="229" y="71"/>
                      <a:pt x="229" y="71"/>
                    </a:cubicBezTo>
                    <a:cubicBezTo>
                      <a:pt x="229" y="70"/>
                      <a:pt x="229" y="70"/>
                      <a:pt x="229" y="70"/>
                    </a:cubicBezTo>
                    <a:cubicBezTo>
                      <a:pt x="229" y="70"/>
                      <a:pt x="229" y="70"/>
                      <a:pt x="229" y="69"/>
                    </a:cubicBezTo>
                    <a:cubicBezTo>
                      <a:pt x="233" y="65"/>
                      <a:pt x="233" y="65"/>
                      <a:pt x="233" y="65"/>
                    </a:cubicBezTo>
                    <a:cubicBezTo>
                      <a:pt x="234" y="66"/>
                      <a:pt x="235" y="68"/>
                      <a:pt x="235" y="70"/>
                    </a:cubicBezTo>
                    <a:cubicBezTo>
                      <a:pt x="235" y="71"/>
                      <a:pt x="235" y="73"/>
                      <a:pt x="234" y="74"/>
                    </a:cubicBezTo>
                    <a:close/>
                    <a:moveTo>
                      <a:pt x="220" y="66"/>
                    </a:moveTo>
                    <a:cubicBezTo>
                      <a:pt x="219" y="65"/>
                      <a:pt x="217" y="65"/>
                      <a:pt x="216" y="65"/>
                    </a:cubicBezTo>
                    <a:cubicBezTo>
                      <a:pt x="215" y="65"/>
                      <a:pt x="214" y="65"/>
                      <a:pt x="214" y="65"/>
                    </a:cubicBezTo>
                    <a:cubicBezTo>
                      <a:pt x="216" y="59"/>
                      <a:pt x="216" y="59"/>
                      <a:pt x="216" y="59"/>
                    </a:cubicBezTo>
                    <a:cubicBezTo>
                      <a:pt x="216" y="59"/>
                      <a:pt x="216" y="59"/>
                      <a:pt x="216" y="59"/>
                    </a:cubicBezTo>
                    <a:cubicBezTo>
                      <a:pt x="218" y="59"/>
                      <a:pt x="219" y="60"/>
                      <a:pt x="221" y="60"/>
                    </a:cubicBezTo>
                    <a:lnTo>
                      <a:pt x="220" y="66"/>
                    </a:lnTo>
                    <a:close/>
                    <a:moveTo>
                      <a:pt x="188" y="57"/>
                    </a:moveTo>
                    <a:cubicBezTo>
                      <a:pt x="187" y="57"/>
                      <a:pt x="184" y="56"/>
                      <a:pt x="183" y="52"/>
                    </a:cubicBezTo>
                    <a:cubicBezTo>
                      <a:pt x="189" y="51"/>
                      <a:pt x="189" y="51"/>
                      <a:pt x="189" y="51"/>
                    </a:cubicBezTo>
                    <a:cubicBezTo>
                      <a:pt x="189" y="51"/>
                      <a:pt x="189" y="51"/>
                      <a:pt x="189" y="51"/>
                    </a:cubicBezTo>
                    <a:cubicBezTo>
                      <a:pt x="189" y="51"/>
                      <a:pt x="189" y="51"/>
                      <a:pt x="189" y="51"/>
                    </a:cubicBezTo>
                    <a:cubicBezTo>
                      <a:pt x="192" y="56"/>
                      <a:pt x="192" y="56"/>
                      <a:pt x="192" y="56"/>
                    </a:cubicBezTo>
                    <a:cubicBezTo>
                      <a:pt x="191" y="56"/>
                      <a:pt x="190" y="57"/>
                      <a:pt x="188" y="57"/>
                    </a:cubicBezTo>
                    <a:close/>
                    <a:moveTo>
                      <a:pt x="204" y="57"/>
                    </a:moveTo>
                    <a:cubicBezTo>
                      <a:pt x="203" y="56"/>
                      <a:pt x="202" y="55"/>
                      <a:pt x="201" y="54"/>
                    </a:cubicBezTo>
                    <a:cubicBezTo>
                      <a:pt x="200" y="54"/>
                      <a:pt x="200" y="54"/>
                      <a:pt x="200" y="54"/>
                    </a:cubicBezTo>
                    <a:cubicBezTo>
                      <a:pt x="202" y="49"/>
                      <a:pt x="202" y="49"/>
                      <a:pt x="202" y="49"/>
                    </a:cubicBezTo>
                    <a:cubicBezTo>
                      <a:pt x="202" y="49"/>
                      <a:pt x="203" y="49"/>
                      <a:pt x="203" y="49"/>
                    </a:cubicBezTo>
                    <a:cubicBezTo>
                      <a:pt x="205" y="50"/>
                      <a:pt x="206" y="51"/>
                      <a:pt x="208" y="52"/>
                    </a:cubicBezTo>
                    <a:lnTo>
                      <a:pt x="204" y="57"/>
                    </a:lnTo>
                    <a:close/>
                    <a:moveTo>
                      <a:pt x="178" y="45"/>
                    </a:moveTo>
                    <a:cubicBezTo>
                      <a:pt x="178" y="45"/>
                      <a:pt x="178" y="45"/>
                      <a:pt x="178" y="45"/>
                    </a:cubicBezTo>
                    <a:cubicBezTo>
                      <a:pt x="176" y="43"/>
                      <a:pt x="174" y="42"/>
                      <a:pt x="173" y="40"/>
                    </a:cubicBezTo>
                    <a:cubicBezTo>
                      <a:pt x="178" y="37"/>
                      <a:pt x="178" y="37"/>
                      <a:pt x="178" y="37"/>
                    </a:cubicBezTo>
                    <a:cubicBezTo>
                      <a:pt x="179" y="38"/>
                      <a:pt x="180" y="39"/>
                      <a:pt x="181" y="40"/>
                    </a:cubicBezTo>
                    <a:lnTo>
                      <a:pt x="178" y="45"/>
                    </a:lnTo>
                    <a:close/>
                    <a:moveTo>
                      <a:pt x="167" y="31"/>
                    </a:moveTo>
                    <a:cubicBezTo>
                      <a:pt x="166" y="30"/>
                      <a:pt x="164" y="29"/>
                      <a:pt x="163" y="29"/>
                    </a:cubicBezTo>
                    <a:cubicBezTo>
                      <a:pt x="165" y="23"/>
                      <a:pt x="165" y="23"/>
                      <a:pt x="165" y="23"/>
                    </a:cubicBezTo>
                    <a:cubicBezTo>
                      <a:pt x="167" y="24"/>
                      <a:pt x="169" y="25"/>
                      <a:pt x="171" y="27"/>
                    </a:cubicBezTo>
                    <a:lnTo>
                      <a:pt x="167" y="31"/>
                    </a:lnTo>
                    <a:close/>
                    <a:moveTo>
                      <a:pt x="151" y="28"/>
                    </a:moveTo>
                    <a:cubicBezTo>
                      <a:pt x="149" y="28"/>
                      <a:pt x="148" y="26"/>
                      <a:pt x="147" y="24"/>
                    </a:cubicBezTo>
                    <a:cubicBezTo>
                      <a:pt x="147" y="23"/>
                      <a:pt x="147" y="22"/>
                      <a:pt x="147" y="22"/>
                    </a:cubicBezTo>
                    <a:cubicBezTo>
                      <a:pt x="152" y="20"/>
                      <a:pt x="152" y="20"/>
                      <a:pt x="152" y="20"/>
                    </a:cubicBezTo>
                    <a:cubicBezTo>
                      <a:pt x="153" y="21"/>
                      <a:pt x="153" y="22"/>
                      <a:pt x="153" y="23"/>
                    </a:cubicBezTo>
                    <a:lnTo>
                      <a:pt x="151" y="28"/>
                    </a:lnTo>
                    <a:close/>
                    <a:moveTo>
                      <a:pt x="138" y="22"/>
                    </a:moveTo>
                    <a:cubicBezTo>
                      <a:pt x="136" y="22"/>
                      <a:pt x="132" y="22"/>
                      <a:pt x="132" y="18"/>
                    </a:cubicBezTo>
                    <a:cubicBezTo>
                      <a:pt x="132" y="18"/>
                      <a:pt x="132" y="17"/>
                      <a:pt x="132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6"/>
                      <a:pt x="137" y="16"/>
                      <a:pt x="136" y="16"/>
                    </a:cubicBezTo>
                    <a:cubicBezTo>
                      <a:pt x="136" y="16"/>
                      <a:pt x="137" y="16"/>
                      <a:pt x="138" y="16"/>
                    </a:cubicBezTo>
                    <a:cubicBezTo>
                      <a:pt x="139" y="16"/>
                      <a:pt x="139" y="16"/>
                      <a:pt x="139" y="16"/>
                    </a:cubicBezTo>
                    <a:cubicBezTo>
                      <a:pt x="139" y="22"/>
                      <a:pt x="139" y="22"/>
                      <a:pt x="139" y="22"/>
                    </a:cubicBezTo>
                    <a:lnTo>
                      <a:pt x="138" y="22"/>
                    </a:lnTo>
                    <a:close/>
                    <a:moveTo>
                      <a:pt x="138" y="18"/>
                    </a:moveTo>
                    <a:cubicBezTo>
                      <a:pt x="138" y="18"/>
                      <a:pt x="138" y="18"/>
                      <a:pt x="138" y="18"/>
                    </a:cubicBezTo>
                    <a:cubicBezTo>
                      <a:pt x="138" y="18"/>
                      <a:pt x="138" y="18"/>
                      <a:pt x="138" y="18"/>
                    </a:cubicBezTo>
                    <a:close/>
                    <a:moveTo>
                      <a:pt x="131" y="5"/>
                    </a:moveTo>
                    <a:cubicBezTo>
                      <a:pt x="131" y="1"/>
                      <a:pt x="131" y="1"/>
                      <a:pt x="131" y="1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137" y="5"/>
                      <a:pt x="137" y="5"/>
                      <a:pt x="137" y="5"/>
                    </a:cubicBezTo>
                    <a:lnTo>
                      <a:pt x="131" y="5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7" name="ïṩlíḋê"/>
              <p:cNvSpPr/>
              <p:nvPr/>
            </p:nvSpPr>
            <p:spPr bwMode="auto">
              <a:xfrm>
                <a:off x="7116763" y="2541588"/>
                <a:ext cx="339725" cy="1076325"/>
              </a:xfrm>
              <a:custGeom>
                <a:avLst/>
                <a:gdLst>
                  <a:gd name="T0" fmla="*/ 22 w 158"/>
                  <a:gd name="T1" fmla="*/ 496 h 503"/>
                  <a:gd name="T2" fmla="*/ 28 w 158"/>
                  <a:gd name="T3" fmla="*/ 495 h 503"/>
                  <a:gd name="T4" fmla="*/ 46 w 158"/>
                  <a:gd name="T5" fmla="*/ 489 h 503"/>
                  <a:gd name="T6" fmla="*/ 56 w 158"/>
                  <a:gd name="T7" fmla="*/ 488 h 503"/>
                  <a:gd name="T8" fmla="*/ 70 w 158"/>
                  <a:gd name="T9" fmla="*/ 488 h 503"/>
                  <a:gd name="T10" fmla="*/ 76 w 158"/>
                  <a:gd name="T11" fmla="*/ 488 h 503"/>
                  <a:gd name="T12" fmla="*/ 10 w 158"/>
                  <a:gd name="T13" fmla="*/ 492 h 503"/>
                  <a:gd name="T14" fmla="*/ 85 w 158"/>
                  <a:gd name="T15" fmla="*/ 485 h 503"/>
                  <a:gd name="T16" fmla="*/ 96 w 158"/>
                  <a:gd name="T17" fmla="*/ 472 h 503"/>
                  <a:gd name="T18" fmla="*/ 106 w 158"/>
                  <a:gd name="T19" fmla="*/ 457 h 503"/>
                  <a:gd name="T20" fmla="*/ 111 w 158"/>
                  <a:gd name="T21" fmla="*/ 449 h 503"/>
                  <a:gd name="T22" fmla="*/ 107 w 158"/>
                  <a:gd name="T23" fmla="*/ 434 h 503"/>
                  <a:gd name="T24" fmla="*/ 108 w 158"/>
                  <a:gd name="T25" fmla="*/ 431 h 503"/>
                  <a:gd name="T26" fmla="*/ 105 w 158"/>
                  <a:gd name="T27" fmla="*/ 436 h 503"/>
                  <a:gd name="T28" fmla="*/ 106 w 158"/>
                  <a:gd name="T29" fmla="*/ 418 h 503"/>
                  <a:gd name="T30" fmla="*/ 108 w 158"/>
                  <a:gd name="T31" fmla="*/ 403 h 503"/>
                  <a:gd name="T32" fmla="*/ 107 w 158"/>
                  <a:gd name="T33" fmla="*/ 390 h 503"/>
                  <a:gd name="T34" fmla="*/ 99 w 158"/>
                  <a:gd name="T35" fmla="*/ 376 h 503"/>
                  <a:gd name="T36" fmla="*/ 99 w 158"/>
                  <a:gd name="T37" fmla="*/ 376 h 503"/>
                  <a:gd name="T38" fmla="*/ 104 w 158"/>
                  <a:gd name="T39" fmla="*/ 362 h 503"/>
                  <a:gd name="T40" fmla="*/ 110 w 158"/>
                  <a:gd name="T41" fmla="*/ 353 h 503"/>
                  <a:gd name="T42" fmla="*/ 113 w 158"/>
                  <a:gd name="T43" fmla="*/ 353 h 503"/>
                  <a:gd name="T44" fmla="*/ 115 w 158"/>
                  <a:gd name="T45" fmla="*/ 331 h 503"/>
                  <a:gd name="T46" fmla="*/ 116 w 158"/>
                  <a:gd name="T47" fmla="*/ 319 h 503"/>
                  <a:gd name="T48" fmla="*/ 127 w 158"/>
                  <a:gd name="T49" fmla="*/ 299 h 503"/>
                  <a:gd name="T50" fmla="*/ 140 w 158"/>
                  <a:gd name="T51" fmla="*/ 286 h 503"/>
                  <a:gd name="T52" fmla="*/ 129 w 158"/>
                  <a:gd name="T53" fmla="*/ 272 h 503"/>
                  <a:gd name="T54" fmla="*/ 125 w 158"/>
                  <a:gd name="T55" fmla="*/ 269 h 503"/>
                  <a:gd name="T56" fmla="*/ 128 w 158"/>
                  <a:gd name="T57" fmla="*/ 264 h 503"/>
                  <a:gd name="T58" fmla="*/ 113 w 158"/>
                  <a:gd name="T59" fmla="*/ 248 h 503"/>
                  <a:gd name="T60" fmla="*/ 108 w 158"/>
                  <a:gd name="T61" fmla="*/ 236 h 503"/>
                  <a:gd name="T62" fmla="*/ 92 w 158"/>
                  <a:gd name="T63" fmla="*/ 228 h 503"/>
                  <a:gd name="T64" fmla="*/ 91 w 158"/>
                  <a:gd name="T65" fmla="*/ 210 h 503"/>
                  <a:gd name="T66" fmla="*/ 91 w 158"/>
                  <a:gd name="T67" fmla="*/ 198 h 503"/>
                  <a:gd name="T68" fmla="*/ 97 w 158"/>
                  <a:gd name="T69" fmla="*/ 198 h 503"/>
                  <a:gd name="T70" fmla="*/ 109 w 158"/>
                  <a:gd name="T71" fmla="*/ 187 h 503"/>
                  <a:gd name="T72" fmla="*/ 106 w 158"/>
                  <a:gd name="T73" fmla="*/ 171 h 503"/>
                  <a:gd name="T74" fmla="*/ 109 w 158"/>
                  <a:gd name="T75" fmla="*/ 160 h 503"/>
                  <a:gd name="T76" fmla="*/ 109 w 158"/>
                  <a:gd name="T77" fmla="*/ 160 h 503"/>
                  <a:gd name="T78" fmla="*/ 138 w 158"/>
                  <a:gd name="T79" fmla="*/ 156 h 503"/>
                  <a:gd name="T80" fmla="*/ 122 w 158"/>
                  <a:gd name="T81" fmla="*/ 145 h 503"/>
                  <a:gd name="T82" fmla="*/ 150 w 158"/>
                  <a:gd name="T83" fmla="*/ 138 h 503"/>
                  <a:gd name="T84" fmla="*/ 154 w 158"/>
                  <a:gd name="T85" fmla="*/ 131 h 503"/>
                  <a:gd name="T86" fmla="*/ 155 w 158"/>
                  <a:gd name="T87" fmla="*/ 127 h 503"/>
                  <a:gd name="T88" fmla="*/ 152 w 158"/>
                  <a:gd name="T89" fmla="*/ 110 h 503"/>
                  <a:gd name="T90" fmla="*/ 146 w 158"/>
                  <a:gd name="T91" fmla="*/ 101 h 503"/>
                  <a:gd name="T92" fmla="*/ 146 w 158"/>
                  <a:gd name="T93" fmla="*/ 101 h 503"/>
                  <a:gd name="T94" fmla="*/ 132 w 158"/>
                  <a:gd name="T95" fmla="*/ 77 h 503"/>
                  <a:gd name="T96" fmla="*/ 114 w 158"/>
                  <a:gd name="T97" fmla="*/ 69 h 503"/>
                  <a:gd name="T98" fmla="*/ 121 w 158"/>
                  <a:gd name="T99" fmla="*/ 58 h 503"/>
                  <a:gd name="T100" fmla="*/ 126 w 158"/>
                  <a:gd name="T101" fmla="*/ 55 h 503"/>
                  <a:gd name="T102" fmla="*/ 138 w 158"/>
                  <a:gd name="T103" fmla="*/ 47 h 503"/>
                  <a:gd name="T104" fmla="*/ 155 w 158"/>
                  <a:gd name="T105" fmla="*/ 38 h 503"/>
                  <a:gd name="T106" fmla="*/ 143 w 158"/>
                  <a:gd name="T107" fmla="*/ 31 h 503"/>
                  <a:gd name="T108" fmla="*/ 131 w 158"/>
                  <a:gd name="T109" fmla="*/ 22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58" h="503">
                    <a:moveTo>
                      <a:pt x="5" y="503"/>
                    </a:moveTo>
                    <a:cubicBezTo>
                      <a:pt x="0" y="500"/>
                      <a:pt x="0" y="500"/>
                      <a:pt x="0" y="500"/>
                    </a:cubicBezTo>
                    <a:cubicBezTo>
                      <a:pt x="1" y="499"/>
                      <a:pt x="2" y="498"/>
                      <a:pt x="2" y="496"/>
                    </a:cubicBezTo>
                    <a:cubicBezTo>
                      <a:pt x="8" y="497"/>
                      <a:pt x="8" y="497"/>
                      <a:pt x="8" y="497"/>
                    </a:cubicBezTo>
                    <a:cubicBezTo>
                      <a:pt x="7" y="499"/>
                      <a:pt x="6" y="501"/>
                      <a:pt x="5" y="503"/>
                    </a:cubicBezTo>
                    <a:close/>
                    <a:moveTo>
                      <a:pt x="22" y="496"/>
                    </a:moveTo>
                    <a:cubicBezTo>
                      <a:pt x="22" y="490"/>
                      <a:pt x="22" y="490"/>
                      <a:pt x="22" y="490"/>
                    </a:cubicBezTo>
                    <a:cubicBezTo>
                      <a:pt x="22" y="490"/>
                      <a:pt x="23" y="490"/>
                      <a:pt x="24" y="490"/>
                    </a:cubicBezTo>
                    <a:cubicBezTo>
                      <a:pt x="25" y="490"/>
                      <a:pt x="26" y="489"/>
                      <a:pt x="27" y="489"/>
                    </a:cubicBezTo>
                    <a:cubicBezTo>
                      <a:pt x="28" y="489"/>
                      <a:pt x="28" y="489"/>
                      <a:pt x="28" y="489"/>
                    </a:cubicBezTo>
                    <a:cubicBezTo>
                      <a:pt x="28" y="495"/>
                      <a:pt x="28" y="495"/>
                      <a:pt x="28" y="495"/>
                    </a:cubicBezTo>
                    <a:cubicBezTo>
                      <a:pt x="28" y="495"/>
                      <a:pt x="28" y="495"/>
                      <a:pt x="28" y="495"/>
                    </a:cubicBezTo>
                    <a:cubicBezTo>
                      <a:pt x="27" y="495"/>
                      <a:pt x="26" y="495"/>
                      <a:pt x="25" y="496"/>
                    </a:cubicBezTo>
                    <a:cubicBezTo>
                      <a:pt x="24" y="496"/>
                      <a:pt x="23" y="496"/>
                      <a:pt x="22" y="496"/>
                    </a:cubicBezTo>
                    <a:close/>
                    <a:moveTo>
                      <a:pt x="40" y="495"/>
                    </a:moveTo>
                    <a:cubicBezTo>
                      <a:pt x="39" y="489"/>
                      <a:pt x="39" y="489"/>
                      <a:pt x="39" y="489"/>
                    </a:cubicBezTo>
                    <a:cubicBezTo>
                      <a:pt x="39" y="489"/>
                      <a:pt x="40" y="489"/>
                      <a:pt x="41" y="489"/>
                    </a:cubicBezTo>
                    <a:cubicBezTo>
                      <a:pt x="43" y="488"/>
                      <a:pt x="44" y="488"/>
                      <a:pt x="46" y="489"/>
                    </a:cubicBezTo>
                    <a:cubicBezTo>
                      <a:pt x="44" y="495"/>
                      <a:pt x="44" y="495"/>
                      <a:pt x="44" y="495"/>
                    </a:cubicBezTo>
                    <a:cubicBezTo>
                      <a:pt x="43" y="494"/>
                      <a:pt x="43" y="494"/>
                      <a:pt x="42" y="495"/>
                    </a:cubicBezTo>
                    <a:cubicBezTo>
                      <a:pt x="41" y="495"/>
                      <a:pt x="41" y="495"/>
                      <a:pt x="40" y="495"/>
                    </a:cubicBezTo>
                    <a:close/>
                    <a:moveTo>
                      <a:pt x="57" y="494"/>
                    </a:moveTo>
                    <a:cubicBezTo>
                      <a:pt x="54" y="489"/>
                      <a:pt x="54" y="489"/>
                      <a:pt x="54" y="489"/>
                    </a:cubicBezTo>
                    <a:cubicBezTo>
                      <a:pt x="55" y="489"/>
                      <a:pt x="56" y="488"/>
                      <a:pt x="56" y="488"/>
                    </a:cubicBezTo>
                    <a:cubicBezTo>
                      <a:pt x="57" y="487"/>
                      <a:pt x="58" y="486"/>
                      <a:pt x="60" y="486"/>
                    </a:cubicBezTo>
                    <a:cubicBezTo>
                      <a:pt x="62" y="491"/>
                      <a:pt x="62" y="491"/>
                      <a:pt x="62" y="491"/>
                    </a:cubicBezTo>
                    <a:cubicBezTo>
                      <a:pt x="61" y="491"/>
                      <a:pt x="61" y="492"/>
                      <a:pt x="60" y="492"/>
                    </a:cubicBezTo>
                    <a:cubicBezTo>
                      <a:pt x="59" y="493"/>
                      <a:pt x="59" y="494"/>
                      <a:pt x="57" y="494"/>
                    </a:cubicBezTo>
                    <a:close/>
                    <a:moveTo>
                      <a:pt x="74" y="492"/>
                    </a:moveTo>
                    <a:cubicBezTo>
                      <a:pt x="70" y="488"/>
                      <a:pt x="70" y="488"/>
                      <a:pt x="70" y="488"/>
                    </a:cubicBezTo>
                    <a:cubicBezTo>
                      <a:pt x="70" y="488"/>
                      <a:pt x="70" y="488"/>
                      <a:pt x="70" y="488"/>
                    </a:cubicBezTo>
                    <a:cubicBezTo>
                      <a:pt x="70" y="487"/>
                      <a:pt x="70" y="486"/>
                      <a:pt x="70" y="485"/>
                    </a:cubicBezTo>
                    <a:cubicBezTo>
                      <a:pt x="70" y="484"/>
                      <a:pt x="70" y="484"/>
                      <a:pt x="70" y="484"/>
                    </a:cubicBezTo>
                    <a:cubicBezTo>
                      <a:pt x="75" y="484"/>
                      <a:pt x="75" y="484"/>
                      <a:pt x="75" y="484"/>
                    </a:cubicBezTo>
                    <a:cubicBezTo>
                      <a:pt x="75" y="484"/>
                      <a:pt x="75" y="484"/>
                      <a:pt x="75" y="484"/>
                    </a:cubicBezTo>
                    <a:cubicBezTo>
                      <a:pt x="76" y="486"/>
                      <a:pt x="76" y="487"/>
                      <a:pt x="76" y="488"/>
                    </a:cubicBezTo>
                    <a:cubicBezTo>
                      <a:pt x="76" y="490"/>
                      <a:pt x="75" y="491"/>
                      <a:pt x="74" y="492"/>
                    </a:cubicBezTo>
                    <a:close/>
                    <a:moveTo>
                      <a:pt x="10" y="492"/>
                    </a:moveTo>
                    <a:cubicBezTo>
                      <a:pt x="8" y="491"/>
                      <a:pt x="7" y="490"/>
                      <a:pt x="5" y="490"/>
                    </a:cubicBezTo>
                    <a:cubicBezTo>
                      <a:pt x="6" y="484"/>
                      <a:pt x="6" y="484"/>
                      <a:pt x="6" y="484"/>
                    </a:cubicBezTo>
                    <a:cubicBezTo>
                      <a:pt x="9" y="485"/>
                      <a:pt x="12" y="486"/>
                      <a:pt x="13" y="486"/>
                    </a:cubicBezTo>
                    <a:lnTo>
                      <a:pt x="10" y="492"/>
                    </a:lnTo>
                    <a:close/>
                    <a:moveTo>
                      <a:pt x="81" y="486"/>
                    </a:moveTo>
                    <a:cubicBezTo>
                      <a:pt x="79" y="486"/>
                      <a:pt x="77" y="485"/>
                      <a:pt x="76" y="484"/>
                    </a:cubicBezTo>
                    <a:cubicBezTo>
                      <a:pt x="79" y="479"/>
                      <a:pt x="79" y="479"/>
                      <a:pt x="79" y="479"/>
                    </a:cubicBezTo>
                    <a:cubicBezTo>
                      <a:pt x="81" y="480"/>
                      <a:pt x="81" y="480"/>
                      <a:pt x="81" y="480"/>
                    </a:cubicBezTo>
                    <a:cubicBezTo>
                      <a:pt x="81" y="480"/>
                      <a:pt x="81" y="481"/>
                      <a:pt x="80" y="481"/>
                    </a:cubicBezTo>
                    <a:cubicBezTo>
                      <a:pt x="85" y="485"/>
                      <a:pt x="85" y="485"/>
                      <a:pt x="85" y="485"/>
                    </a:cubicBezTo>
                    <a:cubicBezTo>
                      <a:pt x="84" y="486"/>
                      <a:pt x="82" y="486"/>
                      <a:pt x="81" y="486"/>
                    </a:cubicBezTo>
                    <a:close/>
                    <a:moveTo>
                      <a:pt x="91" y="476"/>
                    </a:moveTo>
                    <a:cubicBezTo>
                      <a:pt x="88" y="471"/>
                      <a:pt x="88" y="471"/>
                      <a:pt x="88" y="471"/>
                    </a:cubicBezTo>
                    <a:cubicBezTo>
                      <a:pt x="89" y="470"/>
                      <a:pt x="89" y="470"/>
                      <a:pt x="89" y="470"/>
                    </a:cubicBezTo>
                    <a:cubicBezTo>
                      <a:pt x="90" y="469"/>
                      <a:pt x="91" y="468"/>
                      <a:pt x="93" y="468"/>
                    </a:cubicBezTo>
                    <a:cubicBezTo>
                      <a:pt x="96" y="472"/>
                      <a:pt x="96" y="472"/>
                      <a:pt x="96" y="472"/>
                    </a:cubicBezTo>
                    <a:cubicBezTo>
                      <a:pt x="95" y="473"/>
                      <a:pt x="94" y="474"/>
                      <a:pt x="93" y="475"/>
                    </a:cubicBezTo>
                    <a:lnTo>
                      <a:pt x="91" y="476"/>
                    </a:lnTo>
                    <a:close/>
                    <a:moveTo>
                      <a:pt x="105" y="465"/>
                    </a:moveTo>
                    <a:cubicBezTo>
                      <a:pt x="101" y="461"/>
                      <a:pt x="101" y="461"/>
                      <a:pt x="101" y="461"/>
                    </a:cubicBezTo>
                    <a:cubicBezTo>
                      <a:pt x="102" y="460"/>
                      <a:pt x="103" y="459"/>
                      <a:pt x="103" y="459"/>
                    </a:cubicBezTo>
                    <a:cubicBezTo>
                      <a:pt x="104" y="458"/>
                      <a:pt x="105" y="457"/>
                      <a:pt x="106" y="457"/>
                    </a:cubicBezTo>
                    <a:cubicBezTo>
                      <a:pt x="110" y="461"/>
                      <a:pt x="110" y="461"/>
                      <a:pt x="110" y="461"/>
                    </a:cubicBezTo>
                    <a:cubicBezTo>
                      <a:pt x="109" y="461"/>
                      <a:pt x="108" y="462"/>
                      <a:pt x="108" y="463"/>
                    </a:cubicBezTo>
                    <a:cubicBezTo>
                      <a:pt x="107" y="464"/>
                      <a:pt x="106" y="464"/>
                      <a:pt x="105" y="465"/>
                    </a:cubicBezTo>
                    <a:close/>
                    <a:moveTo>
                      <a:pt x="117" y="449"/>
                    </a:moveTo>
                    <a:cubicBezTo>
                      <a:pt x="111" y="449"/>
                      <a:pt x="111" y="449"/>
                      <a:pt x="111" y="449"/>
                    </a:cubicBezTo>
                    <a:cubicBezTo>
                      <a:pt x="111" y="449"/>
                      <a:pt x="111" y="449"/>
                      <a:pt x="111" y="449"/>
                    </a:cubicBezTo>
                    <a:cubicBezTo>
                      <a:pt x="111" y="447"/>
                      <a:pt x="111" y="446"/>
                      <a:pt x="110" y="445"/>
                    </a:cubicBezTo>
                    <a:cubicBezTo>
                      <a:pt x="115" y="442"/>
                      <a:pt x="115" y="442"/>
                      <a:pt x="115" y="442"/>
                    </a:cubicBezTo>
                    <a:cubicBezTo>
                      <a:pt x="116" y="444"/>
                      <a:pt x="117" y="446"/>
                      <a:pt x="117" y="449"/>
                    </a:cubicBezTo>
                    <a:cubicBezTo>
                      <a:pt x="117" y="449"/>
                      <a:pt x="117" y="449"/>
                      <a:pt x="117" y="449"/>
                    </a:cubicBezTo>
                    <a:close/>
                    <a:moveTo>
                      <a:pt x="105" y="436"/>
                    </a:moveTo>
                    <a:cubicBezTo>
                      <a:pt x="107" y="434"/>
                      <a:pt x="107" y="434"/>
                      <a:pt x="107" y="434"/>
                    </a:cubicBezTo>
                    <a:cubicBezTo>
                      <a:pt x="105" y="436"/>
                      <a:pt x="105" y="436"/>
                      <a:pt x="105" y="436"/>
                    </a:cubicBezTo>
                    <a:cubicBezTo>
                      <a:pt x="104" y="434"/>
                      <a:pt x="102" y="433"/>
                      <a:pt x="102" y="431"/>
                    </a:cubicBezTo>
                    <a:cubicBezTo>
                      <a:pt x="102" y="430"/>
                      <a:pt x="103" y="429"/>
                      <a:pt x="105" y="428"/>
                    </a:cubicBezTo>
                    <a:cubicBezTo>
                      <a:pt x="106" y="428"/>
                      <a:pt x="106" y="428"/>
                      <a:pt x="107" y="427"/>
                    </a:cubicBezTo>
                    <a:cubicBezTo>
                      <a:pt x="108" y="432"/>
                      <a:pt x="108" y="432"/>
                      <a:pt x="108" y="432"/>
                    </a:cubicBezTo>
                    <a:cubicBezTo>
                      <a:pt x="108" y="432"/>
                      <a:pt x="108" y="432"/>
                      <a:pt x="108" y="431"/>
                    </a:cubicBezTo>
                    <a:cubicBezTo>
                      <a:pt x="108" y="431"/>
                      <a:pt x="108" y="430"/>
                      <a:pt x="108" y="430"/>
                    </a:cubicBezTo>
                    <a:cubicBezTo>
                      <a:pt x="108" y="431"/>
                      <a:pt x="109" y="431"/>
                      <a:pt x="109" y="431"/>
                    </a:cubicBezTo>
                    <a:cubicBezTo>
                      <a:pt x="108" y="433"/>
                      <a:pt x="108" y="433"/>
                      <a:pt x="108" y="433"/>
                    </a:cubicBezTo>
                    <a:cubicBezTo>
                      <a:pt x="108" y="433"/>
                      <a:pt x="108" y="433"/>
                      <a:pt x="108" y="433"/>
                    </a:cubicBezTo>
                    <a:cubicBezTo>
                      <a:pt x="108" y="433"/>
                      <a:pt x="108" y="433"/>
                      <a:pt x="107" y="433"/>
                    </a:cubicBezTo>
                    <a:lnTo>
                      <a:pt x="105" y="436"/>
                    </a:lnTo>
                    <a:close/>
                    <a:moveTo>
                      <a:pt x="107" y="433"/>
                    </a:moveTo>
                    <a:cubicBezTo>
                      <a:pt x="107" y="433"/>
                      <a:pt x="107" y="433"/>
                      <a:pt x="107" y="433"/>
                    </a:cubicBezTo>
                    <a:cubicBezTo>
                      <a:pt x="107" y="433"/>
                      <a:pt x="107" y="433"/>
                      <a:pt x="107" y="433"/>
                    </a:cubicBezTo>
                    <a:close/>
                    <a:moveTo>
                      <a:pt x="111" y="421"/>
                    </a:moveTo>
                    <a:cubicBezTo>
                      <a:pt x="105" y="420"/>
                      <a:pt x="105" y="420"/>
                      <a:pt x="105" y="420"/>
                    </a:cubicBezTo>
                    <a:cubicBezTo>
                      <a:pt x="105" y="419"/>
                      <a:pt x="106" y="418"/>
                      <a:pt x="106" y="418"/>
                    </a:cubicBezTo>
                    <a:cubicBezTo>
                      <a:pt x="106" y="417"/>
                      <a:pt x="106" y="416"/>
                      <a:pt x="107" y="414"/>
                    </a:cubicBezTo>
                    <a:cubicBezTo>
                      <a:pt x="112" y="415"/>
                      <a:pt x="112" y="415"/>
                      <a:pt x="112" y="415"/>
                    </a:cubicBezTo>
                    <a:cubicBezTo>
                      <a:pt x="112" y="417"/>
                      <a:pt x="112" y="418"/>
                      <a:pt x="111" y="419"/>
                    </a:cubicBezTo>
                    <a:cubicBezTo>
                      <a:pt x="111" y="420"/>
                      <a:pt x="111" y="421"/>
                      <a:pt x="111" y="421"/>
                    </a:cubicBezTo>
                    <a:close/>
                    <a:moveTo>
                      <a:pt x="114" y="404"/>
                    </a:moveTo>
                    <a:cubicBezTo>
                      <a:pt x="108" y="403"/>
                      <a:pt x="108" y="403"/>
                      <a:pt x="108" y="403"/>
                    </a:cubicBezTo>
                    <a:cubicBezTo>
                      <a:pt x="109" y="400"/>
                      <a:pt x="109" y="398"/>
                      <a:pt x="110" y="397"/>
                    </a:cubicBezTo>
                    <a:cubicBezTo>
                      <a:pt x="116" y="399"/>
                      <a:pt x="116" y="399"/>
                      <a:pt x="116" y="399"/>
                    </a:cubicBezTo>
                    <a:cubicBezTo>
                      <a:pt x="115" y="399"/>
                      <a:pt x="115" y="399"/>
                      <a:pt x="115" y="400"/>
                    </a:cubicBezTo>
                    <a:cubicBezTo>
                      <a:pt x="115" y="400"/>
                      <a:pt x="114" y="401"/>
                      <a:pt x="114" y="404"/>
                    </a:cubicBezTo>
                    <a:close/>
                    <a:moveTo>
                      <a:pt x="108" y="391"/>
                    </a:moveTo>
                    <a:cubicBezTo>
                      <a:pt x="107" y="390"/>
                      <a:pt x="107" y="390"/>
                      <a:pt x="107" y="390"/>
                    </a:cubicBezTo>
                    <a:cubicBezTo>
                      <a:pt x="105" y="389"/>
                      <a:pt x="104" y="388"/>
                      <a:pt x="103" y="388"/>
                    </a:cubicBezTo>
                    <a:cubicBezTo>
                      <a:pt x="106" y="383"/>
                      <a:pt x="106" y="383"/>
                      <a:pt x="106" y="383"/>
                    </a:cubicBezTo>
                    <a:cubicBezTo>
                      <a:pt x="107" y="383"/>
                      <a:pt x="108" y="384"/>
                      <a:pt x="109" y="385"/>
                    </a:cubicBezTo>
                    <a:cubicBezTo>
                      <a:pt x="111" y="386"/>
                      <a:pt x="111" y="386"/>
                      <a:pt x="111" y="386"/>
                    </a:cubicBezTo>
                    <a:lnTo>
                      <a:pt x="108" y="391"/>
                    </a:lnTo>
                    <a:close/>
                    <a:moveTo>
                      <a:pt x="99" y="376"/>
                    </a:moveTo>
                    <a:cubicBezTo>
                      <a:pt x="99" y="375"/>
                      <a:pt x="98" y="375"/>
                      <a:pt x="97" y="374"/>
                    </a:cubicBezTo>
                    <a:cubicBezTo>
                      <a:pt x="96" y="374"/>
                      <a:pt x="96" y="374"/>
                      <a:pt x="96" y="374"/>
                    </a:cubicBezTo>
                    <a:cubicBezTo>
                      <a:pt x="99" y="368"/>
                      <a:pt x="99" y="368"/>
                      <a:pt x="99" y="368"/>
                    </a:cubicBezTo>
                    <a:cubicBezTo>
                      <a:pt x="100" y="369"/>
                      <a:pt x="100" y="369"/>
                      <a:pt x="100" y="369"/>
                    </a:cubicBezTo>
                    <a:cubicBezTo>
                      <a:pt x="102" y="370"/>
                      <a:pt x="103" y="372"/>
                      <a:pt x="104" y="373"/>
                    </a:cubicBezTo>
                    <a:lnTo>
                      <a:pt x="99" y="376"/>
                    </a:lnTo>
                    <a:close/>
                    <a:moveTo>
                      <a:pt x="98" y="364"/>
                    </a:moveTo>
                    <a:cubicBezTo>
                      <a:pt x="96" y="359"/>
                      <a:pt x="96" y="359"/>
                      <a:pt x="96" y="359"/>
                    </a:cubicBezTo>
                    <a:cubicBezTo>
                      <a:pt x="96" y="358"/>
                      <a:pt x="97" y="358"/>
                      <a:pt x="97" y="358"/>
                    </a:cubicBezTo>
                    <a:cubicBezTo>
                      <a:pt x="98" y="358"/>
                      <a:pt x="98" y="358"/>
                      <a:pt x="98" y="358"/>
                    </a:cubicBezTo>
                    <a:cubicBezTo>
                      <a:pt x="99" y="358"/>
                      <a:pt x="100" y="357"/>
                      <a:pt x="101" y="357"/>
                    </a:cubicBezTo>
                    <a:cubicBezTo>
                      <a:pt x="104" y="362"/>
                      <a:pt x="104" y="362"/>
                      <a:pt x="104" y="362"/>
                    </a:cubicBezTo>
                    <a:cubicBezTo>
                      <a:pt x="103" y="363"/>
                      <a:pt x="101" y="363"/>
                      <a:pt x="100" y="363"/>
                    </a:cubicBezTo>
                    <a:cubicBezTo>
                      <a:pt x="100" y="364"/>
                      <a:pt x="99" y="364"/>
                      <a:pt x="99" y="364"/>
                    </a:cubicBezTo>
                    <a:cubicBezTo>
                      <a:pt x="99" y="364"/>
                      <a:pt x="98" y="364"/>
                      <a:pt x="98" y="364"/>
                    </a:cubicBezTo>
                    <a:close/>
                    <a:moveTo>
                      <a:pt x="113" y="353"/>
                    </a:moveTo>
                    <a:cubicBezTo>
                      <a:pt x="112" y="353"/>
                      <a:pt x="112" y="353"/>
                      <a:pt x="112" y="353"/>
                    </a:cubicBezTo>
                    <a:cubicBezTo>
                      <a:pt x="111" y="353"/>
                      <a:pt x="111" y="353"/>
                      <a:pt x="110" y="353"/>
                    </a:cubicBezTo>
                    <a:cubicBezTo>
                      <a:pt x="108" y="347"/>
                      <a:pt x="108" y="347"/>
                      <a:pt x="108" y="347"/>
                    </a:cubicBezTo>
                    <a:cubicBezTo>
                      <a:pt x="110" y="347"/>
                      <a:pt x="111" y="347"/>
                      <a:pt x="112" y="347"/>
                    </a:cubicBezTo>
                    <a:cubicBezTo>
                      <a:pt x="112" y="347"/>
                      <a:pt x="112" y="347"/>
                      <a:pt x="113" y="347"/>
                    </a:cubicBezTo>
                    <a:cubicBezTo>
                      <a:pt x="112" y="347"/>
                      <a:pt x="111" y="348"/>
                      <a:pt x="111" y="349"/>
                    </a:cubicBezTo>
                    <a:cubicBezTo>
                      <a:pt x="117" y="349"/>
                      <a:pt x="117" y="349"/>
                      <a:pt x="117" y="349"/>
                    </a:cubicBezTo>
                    <a:cubicBezTo>
                      <a:pt x="117" y="353"/>
                      <a:pt x="114" y="353"/>
                      <a:pt x="113" y="353"/>
                    </a:cubicBezTo>
                    <a:close/>
                    <a:moveTo>
                      <a:pt x="110" y="337"/>
                    </a:moveTo>
                    <a:cubicBezTo>
                      <a:pt x="110" y="336"/>
                      <a:pt x="110" y="336"/>
                      <a:pt x="110" y="336"/>
                    </a:cubicBezTo>
                    <a:cubicBezTo>
                      <a:pt x="110" y="336"/>
                      <a:pt x="110" y="335"/>
                      <a:pt x="110" y="335"/>
                    </a:cubicBezTo>
                    <a:cubicBezTo>
                      <a:pt x="110" y="334"/>
                      <a:pt x="109" y="333"/>
                      <a:pt x="109" y="332"/>
                    </a:cubicBezTo>
                    <a:cubicBezTo>
                      <a:pt x="109" y="331"/>
                      <a:pt x="110" y="331"/>
                      <a:pt x="110" y="331"/>
                    </a:cubicBezTo>
                    <a:cubicBezTo>
                      <a:pt x="115" y="331"/>
                      <a:pt x="115" y="331"/>
                      <a:pt x="115" y="331"/>
                    </a:cubicBezTo>
                    <a:cubicBezTo>
                      <a:pt x="115" y="332"/>
                      <a:pt x="115" y="333"/>
                      <a:pt x="116" y="333"/>
                    </a:cubicBezTo>
                    <a:cubicBezTo>
                      <a:pt x="116" y="334"/>
                      <a:pt x="116" y="334"/>
                      <a:pt x="116" y="335"/>
                    </a:cubicBezTo>
                    <a:cubicBezTo>
                      <a:pt x="116" y="336"/>
                      <a:pt x="116" y="336"/>
                      <a:pt x="116" y="336"/>
                    </a:cubicBezTo>
                    <a:lnTo>
                      <a:pt x="110" y="337"/>
                    </a:lnTo>
                    <a:close/>
                    <a:moveTo>
                      <a:pt x="121" y="323"/>
                    </a:moveTo>
                    <a:cubicBezTo>
                      <a:pt x="116" y="319"/>
                      <a:pt x="116" y="319"/>
                      <a:pt x="116" y="319"/>
                    </a:cubicBezTo>
                    <a:cubicBezTo>
                      <a:pt x="118" y="318"/>
                      <a:pt x="118" y="317"/>
                      <a:pt x="119" y="315"/>
                    </a:cubicBezTo>
                    <a:cubicBezTo>
                      <a:pt x="124" y="318"/>
                      <a:pt x="124" y="318"/>
                      <a:pt x="124" y="318"/>
                    </a:cubicBezTo>
                    <a:cubicBezTo>
                      <a:pt x="123" y="320"/>
                      <a:pt x="122" y="321"/>
                      <a:pt x="121" y="323"/>
                    </a:cubicBezTo>
                    <a:close/>
                    <a:moveTo>
                      <a:pt x="128" y="307"/>
                    </a:moveTo>
                    <a:cubicBezTo>
                      <a:pt x="123" y="304"/>
                      <a:pt x="123" y="304"/>
                      <a:pt x="123" y="304"/>
                    </a:cubicBezTo>
                    <a:cubicBezTo>
                      <a:pt x="124" y="302"/>
                      <a:pt x="126" y="300"/>
                      <a:pt x="127" y="299"/>
                    </a:cubicBezTo>
                    <a:cubicBezTo>
                      <a:pt x="131" y="302"/>
                      <a:pt x="131" y="302"/>
                      <a:pt x="131" y="302"/>
                    </a:cubicBezTo>
                    <a:cubicBezTo>
                      <a:pt x="130" y="304"/>
                      <a:pt x="129" y="305"/>
                      <a:pt x="128" y="307"/>
                    </a:cubicBezTo>
                    <a:close/>
                    <a:moveTo>
                      <a:pt x="138" y="292"/>
                    </a:moveTo>
                    <a:cubicBezTo>
                      <a:pt x="132" y="290"/>
                      <a:pt x="132" y="290"/>
                      <a:pt x="132" y="290"/>
                    </a:cubicBezTo>
                    <a:cubicBezTo>
                      <a:pt x="133" y="288"/>
                      <a:pt x="134" y="286"/>
                      <a:pt x="134" y="284"/>
                    </a:cubicBezTo>
                    <a:cubicBezTo>
                      <a:pt x="140" y="286"/>
                      <a:pt x="140" y="286"/>
                      <a:pt x="140" y="286"/>
                    </a:cubicBezTo>
                    <a:cubicBezTo>
                      <a:pt x="139" y="288"/>
                      <a:pt x="139" y="290"/>
                      <a:pt x="138" y="292"/>
                    </a:cubicBezTo>
                    <a:close/>
                    <a:moveTo>
                      <a:pt x="135" y="278"/>
                    </a:moveTo>
                    <a:cubicBezTo>
                      <a:pt x="134" y="277"/>
                      <a:pt x="133" y="277"/>
                      <a:pt x="133" y="277"/>
                    </a:cubicBezTo>
                    <a:cubicBezTo>
                      <a:pt x="132" y="277"/>
                      <a:pt x="132" y="277"/>
                      <a:pt x="131" y="277"/>
                    </a:cubicBezTo>
                    <a:cubicBezTo>
                      <a:pt x="129" y="277"/>
                      <a:pt x="129" y="277"/>
                      <a:pt x="129" y="277"/>
                    </a:cubicBezTo>
                    <a:cubicBezTo>
                      <a:pt x="129" y="272"/>
                      <a:pt x="129" y="272"/>
                      <a:pt x="129" y="272"/>
                    </a:cubicBezTo>
                    <a:cubicBezTo>
                      <a:pt x="131" y="272"/>
                      <a:pt x="131" y="272"/>
                      <a:pt x="131" y="272"/>
                    </a:cubicBezTo>
                    <a:cubicBezTo>
                      <a:pt x="131" y="272"/>
                      <a:pt x="132" y="272"/>
                      <a:pt x="133" y="272"/>
                    </a:cubicBezTo>
                    <a:cubicBezTo>
                      <a:pt x="134" y="272"/>
                      <a:pt x="135" y="272"/>
                      <a:pt x="136" y="272"/>
                    </a:cubicBezTo>
                    <a:lnTo>
                      <a:pt x="135" y="278"/>
                    </a:lnTo>
                    <a:close/>
                    <a:moveTo>
                      <a:pt x="126" y="270"/>
                    </a:moveTo>
                    <a:cubicBezTo>
                      <a:pt x="126" y="270"/>
                      <a:pt x="125" y="269"/>
                      <a:pt x="125" y="269"/>
                    </a:cubicBezTo>
                    <a:cubicBezTo>
                      <a:pt x="124" y="269"/>
                      <a:pt x="124" y="269"/>
                      <a:pt x="123" y="269"/>
                    </a:cubicBezTo>
                    <a:cubicBezTo>
                      <a:pt x="121" y="268"/>
                      <a:pt x="120" y="266"/>
                      <a:pt x="120" y="264"/>
                    </a:cubicBezTo>
                    <a:cubicBezTo>
                      <a:pt x="126" y="263"/>
                      <a:pt x="126" y="263"/>
                      <a:pt x="126" y="263"/>
                    </a:cubicBezTo>
                    <a:cubicBezTo>
                      <a:pt x="126" y="263"/>
                      <a:pt x="126" y="264"/>
                      <a:pt x="126" y="264"/>
                    </a:cubicBezTo>
                    <a:cubicBezTo>
                      <a:pt x="126" y="264"/>
                      <a:pt x="127" y="264"/>
                      <a:pt x="127" y="264"/>
                    </a:cubicBezTo>
                    <a:cubicBezTo>
                      <a:pt x="128" y="264"/>
                      <a:pt x="128" y="264"/>
                      <a:pt x="128" y="264"/>
                    </a:cubicBezTo>
                    <a:lnTo>
                      <a:pt x="126" y="270"/>
                    </a:lnTo>
                    <a:close/>
                    <a:moveTo>
                      <a:pt x="117" y="256"/>
                    </a:moveTo>
                    <a:cubicBezTo>
                      <a:pt x="119" y="253"/>
                      <a:pt x="119" y="253"/>
                      <a:pt x="119" y="253"/>
                    </a:cubicBezTo>
                    <a:cubicBezTo>
                      <a:pt x="117" y="256"/>
                      <a:pt x="117" y="256"/>
                      <a:pt x="117" y="256"/>
                    </a:cubicBezTo>
                    <a:cubicBezTo>
                      <a:pt x="115" y="254"/>
                      <a:pt x="113" y="253"/>
                      <a:pt x="113" y="249"/>
                    </a:cubicBezTo>
                    <a:cubicBezTo>
                      <a:pt x="113" y="248"/>
                      <a:pt x="113" y="248"/>
                      <a:pt x="113" y="248"/>
                    </a:cubicBezTo>
                    <a:cubicBezTo>
                      <a:pt x="119" y="248"/>
                      <a:pt x="119" y="248"/>
                      <a:pt x="119" y="248"/>
                    </a:cubicBezTo>
                    <a:cubicBezTo>
                      <a:pt x="119" y="250"/>
                      <a:pt x="119" y="250"/>
                      <a:pt x="121" y="251"/>
                    </a:cubicBezTo>
                    <a:lnTo>
                      <a:pt x="117" y="256"/>
                    </a:lnTo>
                    <a:close/>
                    <a:moveTo>
                      <a:pt x="112" y="239"/>
                    </a:moveTo>
                    <a:cubicBezTo>
                      <a:pt x="111" y="238"/>
                      <a:pt x="110" y="238"/>
                      <a:pt x="109" y="237"/>
                    </a:cubicBezTo>
                    <a:cubicBezTo>
                      <a:pt x="109" y="237"/>
                      <a:pt x="109" y="237"/>
                      <a:pt x="108" y="236"/>
                    </a:cubicBezTo>
                    <a:cubicBezTo>
                      <a:pt x="111" y="231"/>
                      <a:pt x="111" y="231"/>
                      <a:pt x="111" y="231"/>
                    </a:cubicBezTo>
                    <a:cubicBezTo>
                      <a:pt x="111" y="231"/>
                      <a:pt x="112" y="232"/>
                      <a:pt x="112" y="232"/>
                    </a:cubicBezTo>
                    <a:cubicBezTo>
                      <a:pt x="114" y="233"/>
                      <a:pt x="115" y="234"/>
                      <a:pt x="116" y="235"/>
                    </a:cubicBezTo>
                    <a:lnTo>
                      <a:pt x="112" y="239"/>
                    </a:lnTo>
                    <a:close/>
                    <a:moveTo>
                      <a:pt x="98" y="234"/>
                    </a:moveTo>
                    <a:cubicBezTo>
                      <a:pt x="95" y="234"/>
                      <a:pt x="93" y="232"/>
                      <a:pt x="92" y="228"/>
                    </a:cubicBezTo>
                    <a:cubicBezTo>
                      <a:pt x="97" y="227"/>
                      <a:pt x="97" y="227"/>
                      <a:pt x="97" y="227"/>
                    </a:cubicBezTo>
                    <a:cubicBezTo>
                      <a:pt x="98" y="228"/>
                      <a:pt x="98" y="229"/>
                      <a:pt x="99" y="229"/>
                    </a:cubicBezTo>
                    <a:lnTo>
                      <a:pt x="98" y="234"/>
                    </a:lnTo>
                    <a:close/>
                    <a:moveTo>
                      <a:pt x="91" y="216"/>
                    </a:moveTo>
                    <a:cubicBezTo>
                      <a:pt x="91" y="215"/>
                      <a:pt x="90" y="214"/>
                      <a:pt x="90" y="212"/>
                    </a:cubicBezTo>
                    <a:cubicBezTo>
                      <a:pt x="90" y="211"/>
                      <a:pt x="90" y="211"/>
                      <a:pt x="91" y="210"/>
                    </a:cubicBezTo>
                    <a:cubicBezTo>
                      <a:pt x="96" y="210"/>
                      <a:pt x="96" y="210"/>
                      <a:pt x="96" y="210"/>
                    </a:cubicBezTo>
                    <a:cubicBezTo>
                      <a:pt x="96" y="211"/>
                      <a:pt x="96" y="211"/>
                      <a:pt x="96" y="212"/>
                    </a:cubicBezTo>
                    <a:cubicBezTo>
                      <a:pt x="96" y="213"/>
                      <a:pt x="96" y="214"/>
                      <a:pt x="96" y="215"/>
                    </a:cubicBezTo>
                    <a:lnTo>
                      <a:pt x="91" y="216"/>
                    </a:lnTo>
                    <a:close/>
                    <a:moveTo>
                      <a:pt x="97" y="198"/>
                    </a:moveTo>
                    <a:cubicBezTo>
                      <a:pt x="91" y="198"/>
                      <a:pt x="91" y="198"/>
                      <a:pt x="91" y="198"/>
                    </a:cubicBezTo>
                    <a:cubicBezTo>
                      <a:pt x="91" y="193"/>
                      <a:pt x="93" y="191"/>
                      <a:pt x="96" y="191"/>
                    </a:cubicBezTo>
                    <a:cubicBezTo>
                      <a:pt x="96" y="191"/>
                      <a:pt x="96" y="191"/>
                      <a:pt x="96" y="191"/>
                    </a:cubicBezTo>
                    <a:cubicBezTo>
                      <a:pt x="96" y="191"/>
                      <a:pt x="96" y="191"/>
                      <a:pt x="96" y="191"/>
                    </a:cubicBezTo>
                    <a:cubicBezTo>
                      <a:pt x="96" y="197"/>
                      <a:pt x="96" y="197"/>
                      <a:pt x="96" y="197"/>
                    </a:cubicBezTo>
                    <a:cubicBezTo>
                      <a:pt x="96" y="197"/>
                      <a:pt x="97" y="196"/>
                      <a:pt x="97" y="196"/>
                    </a:cubicBezTo>
                    <a:cubicBezTo>
                      <a:pt x="97" y="196"/>
                      <a:pt x="97" y="197"/>
                      <a:pt x="97" y="198"/>
                    </a:cubicBezTo>
                    <a:close/>
                    <a:moveTo>
                      <a:pt x="105" y="189"/>
                    </a:moveTo>
                    <a:cubicBezTo>
                      <a:pt x="105" y="189"/>
                      <a:pt x="105" y="189"/>
                      <a:pt x="105" y="188"/>
                    </a:cubicBezTo>
                    <a:cubicBezTo>
                      <a:pt x="99" y="187"/>
                      <a:pt x="99" y="187"/>
                      <a:pt x="99" y="187"/>
                    </a:cubicBezTo>
                    <a:cubicBezTo>
                      <a:pt x="100" y="185"/>
                      <a:pt x="102" y="184"/>
                      <a:pt x="104" y="183"/>
                    </a:cubicBezTo>
                    <a:cubicBezTo>
                      <a:pt x="105" y="183"/>
                      <a:pt x="105" y="182"/>
                      <a:pt x="106" y="182"/>
                    </a:cubicBez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08" y="187"/>
                      <a:pt x="107" y="188"/>
                      <a:pt x="107" y="188"/>
                    </a:cubicBezTo>
                    <a:cubicBezTo>
                      <a:pt x="105" y="189"/>
                      <a:pt x="105" y="189"/>
                      <a:pt x="105" y="189"/>
                    </a:cubicBezTo>
                    <a:close/>
                    <a:moveTo>
                      <a:pt x="109" y="175"/>
                    </a:moveTo>
                    <a:cubicBezTo>
                      <a:pt x="109" y="175"/>
                      <a:pt x="109" y="175"/>
                      <a:pt x="109" y="175"/>
                    </a:cubicBezTo>
                    <a:cubicBezTo>
                      <a:pt x="108" y="174"/>
                      <a:pt x="107" y="173"/>
                      <a:pt x="107" y="172"/>
                    </a:cubicBezTo>
                    <a:cubicBezTo>
                      <a:pt x="106" y="171"/>
                      <a:pt x="106" y="171"/>
                      <a:pt x="106" y="171"/>
                    </a:cubicBezTo>
                    <a:cubicBezTo>
                      <a:pt x="111" y="168"/>
                      <a:pt x="111" y="168"/>
                      <a:pt x="111" y="168"/>
                    </a:cubicBezTo>
                    <a:cubicBezTo>
                      <a:pt x="111" y="168"/>
                      <a:pt x="111" y="168"/>
                      <a:pt x="111" y="168"/>
                    </a:cubicBezTo>
                    <a:cubicBezTo>
                      <a:pt x="112" y="170"/>
                      <a:pt x="113" y="171"/>
                      <a:pt x="114" y="172"/>
                    </a:cubicBezTo>
                    <a:cubicBezTo>
                      <a:pt x="114" y="173"/>
                      <a:pt x="114" y="173"/>
                      <a:pt x="114" y="174"/>
                    </a:cubicBezTo>
                    <a:lnTo>
                      <a:pt x="109" y="175"/>
                    </a:lnTo>
                    <a:close/>
                    <a:moveTo>
                      <a:pt x="109" y="160"/>
                    </a:moveTo>
                    <a:cubicBezTo>
                      <a:pt x="104" y="158"/>
                      <a:pt x="104" y="158"/>
                      <a:pt x="104" y="158"/>
                    </a:cubicBezTo>
                    <a:cubicBezTo>
                      <a:pt x="104" y="157"/>
                      <a:pt x="104" y="157"/>
                      <a:pt x="105" y="156"/>
                    </a:cubicBezTo>
                    <a:cubicBezTo>
                      <a:pt x="105" y="155"/>
                      <a:pt x="107" y="154"/>
                      <a:pt x="108" y="152"/>
                    </a:cubicBezTo>
                    <a:cubicBezTo>
                      <a:pt x="112" y="156"/>
                      <a:pt x="112" y="156"/>
                      <a:pt x="112" y="156"/>
                    </a:cubicBezTo>
                    <a:cubicBezTo>
                      <a:pt x="111" y="157"/>
                      <a:pt x="110" y="159"/>
                      <a:pt x="109" y="160"/>
                    </a:cubicBezTo>
                    <a:cubicBezTo>
                      <a:pt x="109" y="160"/>
                      <a:pt x="109" y="160"/>
                      <a:pt x="109" y="160"/>
                    </a:cubicBezTo>
                    <a:close/>
                    <a:moveTo>
                      <a:pt x="136" y="157"/>
                    </a:moveTo>
                    <a:cubicBezTo>
                      <a:pt x="135" y="151"/>
                      <a:pt x="135" y="151"/>
                      <a:pt x="135" y="151"/>
                    </a:cubicBezTo>
                    <a:cubicBezTo>
                      <a:pt x="135" y="151"/>
                      <a:pt x="135" y="151"/>
                      <a:pt x="136" y="151"/>
                    </a:cubicBezTo>
                    <a:cubicBezTo>
                      <a:pt x="137" y="150"/>
                      <a:pt x="137" y="149"/>
                      <a:pt x="137" y="149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1" y="154"/>
                      <a:pt x="140" y="155"/>
                      <a:pt x="138" y="156"/>
                    </a:cubicBezTo>
                    <a:cubicBezTo>
                      <a:pt x="137" y="156"/>
                      <a:pt x="137" y="157"/>
                      <a:pt x="136" y="157"/>
                    </a:cubicBezTo>
                    <a:close/>
                    <a:moveTo>
                      <a:pt x="123" y="151"/>
                    </a:moveTo>
                    <a:cubicBezTo>
                      <a:pt x="123" y="151"/>
                      <a:pt x="122" y="151"/>
                      <a:pt x="122" y="150"/>
                    </a:cubicBezTo>
                    <a:cubicBezTo>
                      <a:pt x="122" y="150"/>
                      <a:pt x="121" y="150"/>
                      <a:pt x="121" y="151"/>
                    </a:cubicBezTo>
                    <a:cubicBezTo>
                      <a:pt x="119" y="145"/>
                      <a:pt x="119" y="145"/>
                      <a:pt x="119" y="145"/>
                    </a:cubicBezTo>
                    <a:cubicBezTo>
                      <a:pt x="120" y="145"/>
                      <a:pt x="121" y="145"/>
                      <a:pt x="122" y="145"/>
                    </a:cubicBezTo>
                    <a:cubicBezTo>
                      <a:pt x="124" y="145"/>
                      <a:pt x="126" y="145"/>
                      <a:pt x="126" y="146"/>
                    </a:cubicBezTo>
                    <a:cubicBezTo>
                      <a:pt x="127" y="147"/>
                      <a:pt x="127" y="147"/>
                      <a:pt x="127" y="147"/>
                    </a:cubicBezTo>
                    <a:lnTo>
                      <a:pt x="123" y="151"/>
                    </a:lnTo>
                    <a:close/>
                    <a:moveTo>
                      <a:pt x="150" y="144"/>
                    </a:moveTo>
                    <a:cubicBezTo>
                      <a:pt x="145" y="141"/>
                      <a:pt x="145" y="141"/>
                      <a:pt x="145" y="141"/>
                    </a:cubicBezTo>
                    <a:cubicBezTo>
                      <a:pt x="147" y="139"/>
                      <a:pt x="149" y="139"/>
                      <a:pt x="150" y="138"/>
                    </a:cubicBezTo>
                    <a:cubicBezTo>
                      <a:pt x="151" y="138"/>
                      <a:pt x="151" y="138"/>
                      <a:pt x="152" y="138"/>
                    </a:cubicBezTo>
                    <a:cubicBezTo>
                      <a:pt x="154" y="143"/>
                      <a:pt x="154" y="143"/>
                      <a:pt x="154" y="143"/>
                    </a:cubicBezTo>
                    <a:cubicBezTo>
                      <a:pt x="154" y="143"/>
                      <a:pt x="154" y="143"/>
                      <a:pt x="154" y="143"/>
                    </a:cubicBezTo>
                    <a:cubicBezTo>
                      <a:pt x="153" y="144"/>
                      <a:pt x="152" y="144"/>
                      <a:pt x="151" y="144"/>
                    </a:cubicBezTo>
                    <a:cubicBezTo>
                      <a:pt x="150" y="144"/>
                      <a:pt x="150" y="144"/>
                      <a:pt x="150" y="144"/>
                    </a:cubicBezTo>
                    <a:close/>
                    <a:moveTo>
                      <a:pt x="154" y="131"/>
                    </a:moveTo>
                    <a:cubicBezTo>
                      <a:pt x="148" y="129"/>
                      <a:pt x="148" y="129"/>
                      <a:pt x="148" y="129"/>
                    </a:cubicBezTo>
                    <a:cubicBezTo>
                      <a:pt x="148" y="129"/>
                      <a:pt x="148" y="129"/>
                      <a:pt x="149" y="128"/>
                    </a:cubicBezTo>
                    <a:cubicBezTo>
                      <a:pt x="149" y="128"/>
                      <a:pt x="149" y="127"/>
                      <a:pt x="149" y="126"/>
                    </a:cubicBezTo>
                    <a:cubicBezTo>
                      <a:pt x="150" y="125"/>
                      <a:pt x="150" y="124"/>
                      <a:pt x="150" y="123"/>
                    </a:cubicBezTo>
                    <a:cubicBezTo>
                      <a:pt x="156" y="125"/>
                      <a:pt x="156" y="125"/>
                      <a:pt x="156" y="125"/>
                    </a:cubicBezTo>
                    <a:cubicBezTo>
                      <a:pt x="155" y="126"/>
                      <a:pt x="155" y="127"/>
                      <a:pt x="155" y="127"/>
                    </a:cubicBezTo>
                    <a:cubicBezTo>
                      <a:pt x="155" y="129"/>
                      <a:pt x="154" y="130"/>
                      <a:pt x="154" y="130"/>
                    </a:cubicBezTo>
                    <a:cubicBezTo>
                      <a:pt x="154" y="130"/>
                      <a:pt x="154" y="131"/>
                      <a:pt x="154" y="131"/>
                    </a:cubicBezTo>
                    <a:close/>
                    <a:moveTo>
                      <a:pt x="157" y="114"/>
                    </a:moveTo>
                    <a:cubicBezTo>
                      <a:pt x="152" y="113"/>
                      <a:pt x="152" y="113"/>
                      <a:pt x="152" y="113"/>
                    </a:cubicBezTo>
                    <a:cubicBezTo>
                      <a:pt x="152" y="113"/>
                      <a:pt x="152" y="112"/>
                      <a:pt x="152" y="112"/>
                    </a:cubicBezTo>
                    <a:cubicBezTo>
                      <a:pt x="152" y="111"/>
                      <a:pt x="152" y="110"/>
                      <a:pt x="152" y="110"/>
                    </a:cubicBezTo>
                    <a:cubicBezTo>
                      <a:pt x="152" y="109"/>
                      <a:pt x="152" y="109"/>
                      <a:pt x="152" y="108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58" y="108"/>
                      <a:pt x="158" y="109"/>
                      <a:pt x="158" y="110"/>
                    </a:cubicBezTo>
                    <a:cubicBezTo>
                      <a:pt x="158" y="111"/>
                      <a:pt x="158" y="112"/>
                      <a:pt x="158" y="113"/>
                    </a:cubicBezTo>
                    <a:cubicBezTo>
                      <a:pt x="158" y="114"/>
                      <a:pt x="158" y="114"/>
                      <a:pt x="157" y="114"/>
                    </a:cubicBezTo>
                    <a:close/>
                    <a:moveTo>
                      <a:pt x="146" y="101"/>
                    </a:moveTo>
                    <a:cubicBezTo>
                      <a:pt x="144" y="99"/>
                      <a:pt x="143" y="97"/>
                      <a:pt x="143" y="94"/>
                    </a:cubicBezTo>
                    <a:cubicBezTo>
                      <a:pt x="143" y="94"/>
                      <a:pt x="143" y="94"/>
                      <a:pt x="143" y="93"/>
                    </a:cubicBezTo>
                    <a:cubicBezTo>
                      <a:pt x="149" y="94"/>
                      <a:pt x="149" y="94"/>
                      <a:pt x="149" y="94"/>
                    </a:cubicBezTo>
                    <a:cubicBezTo>
                      <a:pt x="149" y="94"/>
                      <a:pt x="149" y="94"/>
                      <a:pt x="149" y="94"/>
                    </a:cubicBezTo>
                    <a:cubicBezTo>
                      <a:pt x="149" y="96"/>
                      <a:pt x="150" y="96"/>
                      <a:pt x="150" y="97"/>
                    </a:cubicBezTo>
                    <a:lnTo>
                      <a:pt x="146" y="101"/>
                    </a:lnTo>
                    <a:close/>
                    <a:moveTo>
                      <a:pt x="143" y="82"/>
                    </a:moveTo>
                    <a:cubicBezTo>
                      <a:pt x="143" y="80"/>
                      <a:pt x="142" y="79"/>
                      <a:pt x="142" y="79"/>
                    </a:cubicBezTo>
                    <a:cubicBezTo>
                      <a:pt x="146" y="75"/>
                      <a:pt x="146" y="75"/>
                      <a:pt x="146" y="75"/>
                    </a:cubicBezTo>
                    <a:cubicBezTo>
                      <a:pt x="148" y="76"/>
                      <a:pt x="148" y="78"/>
                      <a:pt x="149" y="81"/>
                    </a:cubicBezTo>
                    <a:lnTo>
                      <a:pt x="143" y="82"/>
                    </a:lnTo>
                    <a:close/>
                    <a:moveTo>
                      <a:pt x="132" y="77"/>
                    </a:moveTo>
                    <a:cubicBezTo>
                      <a:pt x="130" y="77"/>
                      <a:pt x="128" y="76"/>
                      <a:pt x="126" y="76"/>
                    </a:cubicBezTo>
                    <a:cubicBezTo>
                      <a:pt x="128" y="70"/>
                      <a:pt x="128" y="70"/>
                      <a:pt x="128" y="70"/>
                    </a:cubicBezTo>
                    <a:cubicBezTo>
                      <a:pt x="129" y="71"/>
                      <a:pt x="131" y="71"/>
                      <a:pt x="133" y="71"/>
                    </a:cubicBezTo>
                    <a:lnTo>
                      <a:pt x="132" y="77"/>
                    </a:lnTo>
                    <a:close/>
                    <a:moveTo>
                      <a:pt x="114" y="70"/>
                    </a:moveTo>
                    <a:cubicBezTo>
                      <a:pt x="114" y="69"/>
                      <a:pt x="114" y="69"/>
                      <a:pt x="114" y="69"/>
                    </a:cubicBezTo>
                    <a:cubicBezTo>
                      <a:pt x="113" y="67"/>
                      <a:pt x="112" y="65"/>
                      <a:pt x="112" y="63"/>
                    </a:cubicBezTo>
                    <a:cubicBezTo>
                      <a:pt x="118" y="63"/>
                      <a:pt x="118" y="63"/>
                      <a:pt x="118" y="63"/>
                    </a:cubicBezTo>
                    <a:cubicBezTo>
                      <a:pt x="118" y="64"/>
                      <a:pt x="118" y="65"/>
                      <a:pt x="119" y="67"/>
                    </a:cubicBezTo>
                    <a:lnTo>
                      <a:pt x="114" y="70"/>
                    </a:lnTo>
                    <a:close/>
                    <a:moveTo>
                      <a:pt x="127" y="59"/>
                    </a:moveTo>
                    <a:cubicBezTo>
                      <a:pt x="121" y="58"/>
                      <a:pt x="121" y="58"/>
                      <a:pt x="121" y="58"/>
                    </a:cubicBezTo>
                    <a:cubicBezTo>
                      <a:pt x="121" y="58"/>
                      <a:pt x="121" y="58"/>
                      <a:pt x="121" y="58"/>
                    </a:cubicBezTo>
                    <a:cubicBezTo>
                      <a:pt x="121" y="57"/>
                      <a:pt x="121" y="57"/>
                      <a:pt x="121" y="56"/>
                    </a:cubicBezTo>
                    <a:cubicBezTo>
                      <a:pt x="121" y="55"/>
                      <a:pt x="120" y="54"/>
                      <a:pt x="120" y="53"/>
                    </a:cubicBezTo>
                    <a:cubicBezTo>
                      <a:pt x="123" y="53"/>
                      <a:pt x="123" y="53"/>
                      <a:pt x="123" y="53"/>
                    </a:cubicBezTo>
                    <a:cubicBezTo>
                      <a:pt x="126" y="53"/>
                      <a:pt x="126" y="53"/>
                      <a:pt x="126" y="53"/>
                    </a:cubicBezTo>
                    <a:cubicBezTo>
                      <a:pt x="126" y="53"/>
                      <a:pt x="126" y="54"/>
                      <a:pt x="126" y="55"/>
                    </a:cubicBezTo>
                    <a:cubicBezTo>
                      <a:pt x="127" y="56"/>
                      <a:pt x="127" y="57"/>
                      <a:pt x="127" y="58"/>
                    </a:cubicBezTo>
                    <a:cubicBezTo>
                      <a:pt x="127" y="58"/>
                      <a:pt x="127" y="59"/>
                      <a:pt x="127" y="59"/>
                    </a:cubicBezTo>
                    <a:close/>
                    <a:moveTo>
                      <a:pt x="133" y="49"/>
                    </a:moveTo>
                    <a:cubicBezTo>
                      <a:pt x="131" y="43"/>
                      <a:pt x="131" y="43"/>
                      <a:pt x="131" y="43"/>
                    </a:cubicBezTo>
                    <a:cubicBezTo>
                      <a:pt x="133" y="42"/>
                      <a:pt x="136" y="42"/>
                      <a:pt x="138" y="42"/>
                    </a:cubicBezTo>
                    <a:cubicBezTo>
                      <a:pt x="138" y="47"/>
                      <a:pt x="138" y="47"/>
                      <a:pt x="138" y="47"/>
                    </a:cubicBezTo>
                    <a:cubicBezTo>
                      <a:pt x="136" y="47"/>
                      <a:pt x="135" y="48"/>
                      <a:pt x="133" y="49"/>
                    </a:cubicBezTo>
                    <a:close/>
                    <a:moveTo>
                      <a:pt x="151" y="45"/>
                    </a:moveTo>
                    <a:cubicBezTo>
                      <a:pt x="148" y="40"/>
                      <a:pt x="148" y="40"/>
                      <a:pt x="148" y="40"/>
                    </a:cubicBezTo>
                    <a:cubicBezTo>
                      <a:pt x="149" y="39"/>
                      <a:pt x="149" y="39"/>
                      <a:pt x="149" y="38"/>
                    </a:cubicBezTo>
                    <a:cubicBezTo>
                      <a:pt x="149" y="37"/>
                      <a:pt x="149" y="37"/>
                      <a:pt x="149" y="37"/>
                    </a:cubicBezTo>
                    <a:cubicBezTo>
                      <a:pt x="155" y="38"/>
                      <a:pt x="155" y="38"/>
                      <a:pt x="155" y="38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55" y="41"/>
                      <a:pt x="153" y="43"/>
                      <a:pt x="151" y="45"/>
                    </a:cubicBezTo>
                    <a:close/>
                    <a:moveTo>
                      <a:pt x="143" y="37"/>
                    </a:moveTo>
                    <a:cubicBezTo>
                      <a:pt x="141" y="37"/>
                      <a:pt x="138" y="37"/>
                      <a:pt x="136" y="34"/>
                    </a:cubicBezTo>
                    <a:cubicBezTo>
                      <a:pt x="140" y="30"/>
                      <a:pt x="140" y="30"/>
                      <a:pt x="140" y="30"/>
                    </a:cubicBezTo>
                    <a:cubicBezTo>
                      <a:pt x="141" y="31"/>
                      <a:pt x="142" y="31"/>
                      <a:pt x="143" y="31"/>
                    </a:cubicBezTo>
                    <a:lnTo>
                      <a:pt x="143" y="37"/>
                    </a:lnTo>
                    <a:close/>
                    <a:moveTo>
                      <a:pt x="131" y="22"/>
                    </a:moveTo>
                    <a:cubicBezTo>
                      <a:pt x="130" y="20"/>
                      <a:pt x="129" y="19"/>
                      <a:pt x="129" y="17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7"/>
                      <a:pt x="136" y="19"/>
                      <a:pt x="136" y="21"/>
                    </a:cubicBezTo>
                    <a:lnTo>
                      <a:pt x="131" y="22"/>
                    </a:lnTo>
                    <a:close/>
                    <a:moveTo>
                      <a:pt x="123" y="8"/>
                    </a:moveTo>
                    <a:cubicBezTo>
                      <a:pt x="122" y="6"/>
                      <a:pt x="121" y="5"/>
                      <a:pt x="120" y="3"/>
                    </a:cubicBezTo>
                    <a:cubicBezTo>
                      <a:pt x="124" y="0"/>
                      <a:pt x="124" y="0"/>
                      <a:pt x="124" y="0"/>
                    </a:cubicBezTo>
                    <a:cubicBezTo>
                      <a:pt x="126" y="1"/>
                      <a:pt x="127" y="3"/>
                      <a:pt x="128" y="4"/>
                    </a:cubicBezTo>
                    <a:lnTo>
                      <a:pt x="123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íş1iḍe"/>
              <p:cNvSpPr/>
              <p:nvPr/>
            </p:nvSpPr>
            <p:spPr bwMode="auto">
              <a:xfrm>
                <a:off x="7359650" y="2976563"/>
                <a:ext cx="596900" cy="455613"/>
              </a:xfrm>
              <a:custGeom>
                <a:avLst/>
                <a:gdLst>
                  <a:gd name="T0" fmla="*/ 82 w 278"/>
                  <a:gd name="T1" fmla="*/ 207 h 213"/>
                  <a:gd name="T2" fmla="*/ 88 w 278"/>
                  <a:gd name="T3" fmla="*/ 208 h 213"/>
                  <a:gd name="T4" fmla="*/ 106 w 278"/>
                  <a:gd name="T5" fmla="*/ 204 h 213"/>
                  <a:gd name="T6" fmla="*/ 110 w 278"/>
                  <a:gd name="T7" fmla="*/ 201 h 213"/>
                  <a:gd name="T8" fmla="*/ 112 w 278"/>
                  <a:gd name="T9" fmla="*/ 209 h 213"/>
                  <a:gd name="T10" fmla="*/ 71 w 278"/>
                  <a:gd name="T11" fmla="*/ 201 h 213"/>
                  <a:gd name="T12" fmla="*/ 72 w 278"/>
                  <a:gd name="T13" fmla="*/ 207 h 213"/>
                  <a:gd name="T14" fmla="*/ 53 w 278"/>
                  <a:gd name="T15" fmla="*/ 205 h 213"/>
                  <a:gd name="T16" fmla="*/ 56 w 278"/>
                  <a:gd name="T17" fmla="*/ 200 h 213"/>
                  <a:gd name="T18" fmla="*/ 97 w 278"/>
                  <a:gd name="T19" fmla="*/ 205 h 213"/>
                  <a:gd name="T20" fmla="*/ 99 w 278"/>
                  <a:gd name="T21" fmla="*/ 203 h 213"/>
                  <a:gd name="T22" fmla="*/ 118 w 278"/>
                  <a:gd name="T23" fmla="*/ 199 h 213"/>
                  <a:gd name="T24" fmla="*/ 124 w 278"/>
                  <a:gd name="T25" fmla="*/ 193 h 213"/>
                  <a:gd name="T26" fmla="*/ 38 w 278"/>
                  <a:gd name="T27" fmla="*/ 199 h 213"/>
                  <a:gd name="T28" fmla="*/ 38 w 278"/>
                  <a:gd name="T29" fmla="*/ 193 h 213"/>
                  <a:gd name="T30" fmla="*/ 41 w 278"/>
                  <a:gd name="T31" fmla="*/ 199 h 213"/>
                  <a:gd name="T32" fmla="*/ 21 w 278"/>
                  <a:gd name="T33" fmla="*/ 197 h 213"/>
                  <a:gd name="T34" fmla="*/ 21 w 278"/>
                  <a:gd name="T35" fmla="*/ 191 h 213"/>
                  <a:gd name="T36" fmla="*/ 22 w 278"/>
                  <a:gd name="T37" fmla="*/ 197 h 213"/>
                  <a:gd name="T38" fmla="*/ 0 w 278"/>
                  <a:gd name="T39" fmla="*/ 195 h 213"/>
                  <a:gd name="T40" fmla="*/ 6 w 278"/>
                  <a:gd name="T41" fmla="*/ 189 h 213"/>
                  <a:gd name="T42" fmla="*/ 111 w 278"/>
                  <a:gd name="T43" fmla="*/ 188 h 213"/>
                  <a:gd name="T44" fmla="*/ 114 w 278"/>
                  <a:gd name="T45" fmla="*/ 184 h 213"/>
                  <a:gd name="T46" fmla="*/ 107 w 278"/>
                  <a:gd name="T47" fmla="*/ 168 h 213"/>
                  <a:gd name="T48" fmla="*/ 114 w 278"/>
                  <a:gd name="T49" fmla="*/ 166 h 213"/>
                  <a:gd name="T50" fmla="*/ 121 w 278"/>
                  <a:gd name="T51" fmla="*/ 156 h 213"/>
                  <a:gd name="T52" fmla="*/ 120 w 278"/>
                  <a:gd name="T53" fmla="*/ 148 h 213"/>
                  <a:gd name="T54" fmla="*/ 121 w 278"/>
                  <a:gd name="T55" fmla="*/ 156 h 213"/>
                  <a:gd name="T56" fmla="*/ 132 w 278"/>
                  <a:gd name="T57" fmla="*/ 139 h 213"/>
                  <a:gd name="T58" fmla="*/ 142 w 278"/>
                  <a:gd name="T59" fmla="*/ 131 h 213"/>
                  <a:gd name="T60" fmla="*/ 139 w 278"/>
                  <a:gd name="T61" fmla="*/ 123 h 213"/>
                  <a:gd name="T62" fmla="*/ 142 w 278"/>
                  <a:gd name="T63" fmla="*/ 131 h 213"/>
                  <a:gd name="T64" fmla="*/ 144 w 278"/>
                  <a:gd name="T65" fmla="*/ 106 h 213"/>
                  <a:gd name="T66" fmla="*/ 154 w 278"/>
                  <a:gd name="T67" fmla="*/ 98 h 213"/>
                  <a:gd name="T68" fmla="*/ 157 w 278"/>
                  <a:gd name="T69" fmla="*/ 96 h 213"/>
                  <a:gd name="T70" fmla="*/ 167 w 278"/>
                  <a:gd name="T71" fmla="*/ 91 h 213"/>
                  <a:gd name="T72" fmla="*/ 168 w 278"/>
                  <a:gd name="T73" fmla="*/ 89 h 213"/>
                  <a:gd name="T74" fmla="*/ 169 w 278"/>
                  <a:gd name="T75" fmla="*/ 97 h 213"/>
                  <a:gd name="T76" fmla="*/ 175 w 278"/>
                  <a:gd name="T77" fmla="*/ 73 h 213"/>
                  <a:gd name="T78" fmla="*/ 173 w 278"/>
                  <a:gd name="T79" fmla="*/ 80 h 213"/>
                  <a:gd name="T80" fmla="*/ 184 w 278"/>
                  <a:gd name="T81" fmla="*/ 75 h 213"/>
                  <a:gd name="T82" fmla="*/ 189 w 278"/>
                  <a:gd name="T83" fmla="*/ 78 h 213"/>
                  <a:gd name="T84" fmla="*/ 193 w 278"/>
                  <a:gd name="T85" fmla="*/ 62 h 213"/>
                  <a:gd name="T86" fmla="*/ 198 w 278"/>
                  <a:gd name="T87" fmla="*/ 65 h 213"/>
                  <a:gd name="T88" fmla="*/ 211 w 278"/>
                  <a:gd name="T89" fmla="*/ 45 h 213"/>
                  <a:gd name="T90" fmla="*/ 223 w 278"/>
                  <a:gd name="T91" fmla="*/ 51 h 213"/>
                  <a:gd name="T92" fmla="*/ 227 w 278"/>
                  <a:gd name="T93" fmla="*/ 43 h 213"/>
                  <a:gd name="T94" fmla="*/ 223 w 278"/>
                  <a:gd name="T95" fmla="*/ 51 h 213"/>
                  <a:gd name="T96" fmla="*/ 239 w 278"/>
                  <a:gd name="T97" fmla="*/ 46 h 213"/>
                  <a:gd name="T98" fmla="*/ 245 w 278"/>
                  <a:gd name="T99" fmla="*/ 40 h 213"/>
                  <a:gd name="T100" fmla="*/ 255 w 278"/>
                  <a:gd name="T101" fmla="*/ 36 h 213"/>
                  <a:gd name="T102" fmla="*/ 252 w 278"/>
                  <a:gd name="T103" fmla="*/ 28 h 213"/>
                  <a:gd name="T104" fmla="*/ 255 w 278"/>
                  <a:gd name="T105" fmla="*/ 36 h 213"/>
                  <a:gd name="T106" fmla="*/ 264 w 278"/>
                  <a:gd name="T107" fmla="*/ 15 h 213"/>
                  <a:gd name="T108" fmla="*/ 275 w 278"/>
                  <a:gd name="T109" fmla="*/ 8 h 213"/>
                  <a:gd name="T110" fmla="*/ 278 w 278"/>
                  <a:gd name="T111" fmla="*/ 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78" h="213">
                    <a:moveTo>
                      <a:pt x="85" y="213"/>
                    </a:moveTo>
                    <a:cubicBezTo>
                      <a:pt x="83" y="212"/>
                      <a:pt x="82" y="210"/>
                      <a:pt x="82" y="206"/>
                    </a:cubicBezTo>
                    <a:cubicBezTo>
                      <a:pt x="82" y="206"/>
                      <a:pt x="82" y="207"/>
                      <a:pt x="82" y="207"/>
                    </a:cubicBezTo>
                    <a:cubicBezTo>
                      <a:pt x="87" y="204"/>
                      <a:pt x="87" y="204"/>
                      <a:pt x="87" y="204"/>
                    </a:cubicBezTo>
                    <a:cubicBezTo>
                      <a:pt x="87" y="205"/>
                      <a:pt x="88" y="205"/>
                      <a:pt x="88" y="206"/>
                    </a:cubicBezTo>
                    <a:cubicBezTo>
                      <a:pt x="88" y="208"/>
                      <a:pt x="88" y="208"/>
                      <a:pt x="88" y="208"/>
                    </a:cubicBezTo>
                    <a:lnTo>
                      <a:pt x="85" y="213"/>
                    </a:lnTo>
                    <a:close/>
                    <a:moveTo>
                      <a:pt x="112" y="209"/>
                    </a:moveTo>
                    <a:cubicBezTo>
                      <a:pt x="110" y="208"/>
                      <a:pt x="108" y="207"/>
                      <a:pt x="106" y="204"/>
                    </a:cubicBezTo>
                    <a:cubicBezTo>
                      <a:pt x="110" y="200"/>
                      <a:pt x="110" y="200"/>
                      <a:pt x="110" y="200"/>
                    </a:cubicBezTo>
                    <a:cubicBezTo>
                      <a:pt x="110" y="200"/>
                      <a:pt x="110" y="201"/>
                      <a:pt x="110" y="201"/>
                    </a:cubicBezTo>
                    <a:cubicBezTo>
                      <a:pt x="110" y="201"/>
                      <a:pt x="110" y="201"/>
                      <a:pt x="110" y="201"/>
                    </a:cubicBezTo>
                    <a:cubicBezTo>
                      <a:pt x="110" y="201"/>
                      <a:pt x="110" y="201"/>
                      <a:pt x="110" y="201"/>
                    </a:cubicBezTo>
                    <a:cubicBezTo>
                      <a:pt x="112" y="202"/>
                      <a:pt x="113" y="203"/>
                      <a:pt x="114" y="203"/>
                    </a:cubicBezTo>
                    <a:lnTo>
                      <a:pt x="112" y="209"/>
                    </a:lnTo>
                    <a:close/>
                    <a:moveTo>
                      <a:pt x="68" y="208"/>
                    </a:moveTo>
                    <a:cubicBezTo>
                      <a:pt x="67" y="202"/>
                      <a:pt x="67" y="202"/>
                      <a:pt x="67" y="202"/>
                    </a:cubicBezTo>
                    <a:cubicBezTo>
                      <a:pt x="68" y="202"/>
                      <a:pt x="70" y="202"/>
                      <a:pt x="71" y="201"/>
                    </a:cubicBezTo>
                    <a:cubicBezTo>
                      <a:pt x="71" y="201"/>
                      <a:pt x="72" y="201"/>
                      <a:pt x="73" y="201"/>
                    </a:cubicBezTo>
                    <a:cubicBezTo>
                      <a:pt x="74" y="207"/>
                      <a:pt x="74" y="207"/>
                      <a:pt x="74" y="207"/>
                    </a:cubicBezTo>
                    <a:cubicBezTo>
                      <a:pt x="73" y="207"/>
                      <a:pt x="73" y="207"/>
                      <a:pt x="72" y="207"/>
                    </a:cubicBezTo>
                    <a:cubicBezTo>
                      <a:pt x="71" y="207"/>
                      <a:pt x="69" y="208"/>
                      <a:pt x="68" y="208"/>
                    </a:cubicBezTo>
                    <a:close/>
                    <a:moveTo>
                      <a:pt x="55" y="206"/>
                    </a:moveTo>
                    <a:cubicBezTo>
                      <a:pt x="54" y="206"/>
                      <a:pt x="53" y="205"/>
                      <a:pt x="53" y="205"/>
                    </a:cubicBezTo>
                    <a:cubicBezTo>
                      <a:pt x="51" y="204"/>
                      <a:pt x="50" y="203"/>
                      <a:pt x="49" y="202"/>
                    </a:cubicBezTo>
                    <a:cubicBezTo>
                      <a:pt x="53" y="198"/>
                      <a:pt x="53" y="198"/>
                      <a:pt x="53" y="198"/>
                    </a:cubicBezTo>
                    <a:cubicBezTo>
                      <a:pt x="54" y="199"/>
                      <a:pt x="55" y="199"/>
                      <a:pt x="56" y="200"/>
                    </a:cubicBezTo>
                    <a:cubicBezTo>
                      <a:pt x="56" y="200"/>
                      <a:pt x="57" y="201"/>
                      <a:pt x="57" y="201"/>
                    </a:cubicBezTo>
                    <a:lnTo>
                      <a:pt x="55" y="206"/>
                    </a:lnTo>
                    <a:close/>
                    <a:moveTo>
                      <a:pt x="97" y="205"/>
                    </a:moveTo>
                    <a:cubicBezTo>
                      <a:pt x="91" y="204"/>
                      <a:pt x="91" y="204"/>
                      <a:pt x="91" y="204"/>
                    </a:cubicBezTo>
                    <a:cubicBezTo>
                      <a:pt x="92" y="200"/>
                      <a:pt x="95" y="198"/>
                      <a:pt x="96" y="197"/>
                    </a:cubicBezTo>
                    <a:cubicBezTo>
                      <a:pt x="99" y="203"/>
                      <a:pt x="99" y="203"/>
                      <a:pt x="99" y="203"/>
                    </a:cubicBezTo>
                    <a:cubicBezTo>
                      <a:pt x="99" y="203"/>
                      <a:pt x="97" y="204"/>
                      <a:pt x="97" y="205"/>
                    </a:cubicBezTo>
                    <a:close/>
                    <a:moveTo>
                      <a:pt x="124" y="200"/>
                    </a:moveTo>
                    <a:cubicBezTo>
                      <a:pt x="118" y="199"/>
                      <a:pt x="118" y="199"/>
                      <a:pt x="118" y="199"/>
                    </a:cubicBezTo>
                    <a:cubicBezTo>
                      <a:pt x="118" y="199"/>
                      <a:pt x="118" y="198"/>
                      <a:pt x="118" y="198"/>
                    </a:cubicBezTo>
                    <a:cubicBezTo>
                      <a:pt x="118" y="197"/>
                      <a:pt x="118" y="196"/>
                      <a:pt x="118" y="195"/>
                    </a:cubicBezTo>
                    <a:cubicBezTo>
                      <a:pt x="124" y="193"/>
                      <a:pt x="124" y="193"/>
                      <a:pt x="124" y="193"/>
                    </a:cubicBezTo>
                    <a:cubicBezTo>
                      <a:pt x="124" y="194"/>
                      <a:pt x="124" y="196"/>
                      <a:pt x="124" y="198"/>
                    </a:cubicBezTo>
                    <a:cubicBezTo>
                      <a:pt x="124" y="198"/>
                      <a:pt x="124" y="199"/>
                      <a:pt x="124" y="200"/>
                    </a:cubicBezTo>
                    <a:close/>
                    <a:moveTo>
                      <a:pt x="38" y="199"/>
                    </a:moveTo>
                    <a:cubicBezTo>
                      <a:pt x="37" y="199"/>
                      <a:pt x="36" y="199"/>
                      <a:pt x="35" y="199"/>
                    </a:cubicBezTo>
                    <a:cubicBezTo>
                      <a:pt x="35" y="193"/>
                      <a:pt x="35" y="193"/>
                      <a:pt x="35" y="193"/>
                    </a:cubicBezTo>
                    <a:cubicBezTo>
                      <a:pt x="36" y="193"/>
                      <a:pt x="37" y="193"/>
                      <a:pt x="38" y="193"/>
                    </a:cubicBezTo>
                    <a:cubicBezTo>
                      <a:pt x="39" y="193"/>
                      <a:pt x="40" y="193"/>
                      <a:pt x="40" y="193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99"/>
                      <a:pt x="41" y="199"/>
                      <a:pt x="41" y="199"/>
                    </a:cubicBezTo>
                    <a:cubicBezTo>
                      <a:pt x="41" y="199"/>
                      <a:pt x="41" y="199"/>
                      <a:pt x="41" y="199"/>
                    </a:cubicBezTo>
                    <a:cubicBezTo>
                      <a:pt x="40" y="199"/>
                      <a:pt x="39" y="199"/>
                      <a:pt x="38" y="199"/>
                    </a:cubicBezTo>
                    <a:close/>
                    <a:moveTo>
                      <a:pt x="21" y="197"/>
                    </a:moveTo>
                    <a:cubicBezTo>
                      <a:pt x="20" y="197"/>
                      <a:pt x="19" y="197"/>
                      <a:pt x="17" y="196"/>
                    </a:cubicBezTo>
                    <a:cubicBezTo>
                      <a:pt x="19" y="191"/>
                      <a:pt x="19" y="191"/>
                      <a:pt x="19" y="191"/>
                    </a:cubicBezTo>
                    <a:cubicBezTo>
                      <a:pt x="20" y="191"/>
                      <a:pt x="21" y="191"/>
                      <a:pt x="21" y="191"/>
                    </a:cubicBezTo>
                    <a:cubicBezTo>
                      <a:pt x="22" y="191"/>
                      <a:pt x="23" y="191"/>
                      <a:pt x="24" y="191"/>
                    </a:cubicBezTo>
                    <a:cubicBezTo>
                      <a:pt x="23" y="197"/>
                      <a:pt x="23" y="197"/>
                      <a:pt x="23" y="197"/>
                    </a:cubicBezTo>
                    <a:cubicBezTo>
                      <a:pt x="23" y="197"/>
                      <a:pt x="23" y="197"/>
                      <a:pt x="22" y="197"/>
                    </a:cubicBezTo>
                    <a:cubicBezTo>
                      <a:pt x="22" y="197"/>
                      <a:pt x="21" y="197"/>
                      <a:pt x="21" y="197"/>
                    </a:cubicBezTo>
                    <a:close/>
                    <a:moveTo>
                      <a:pt x="6" y="195"/>
                    </a:moveTo>
                    <a:cubicBezTo>
                      <a:pt x="3" y="195"/>
                      <a:pt x="0" y="195"/>
                      <a:pt x="0" y="195"/>
                    </a:cubicBezTo>
                    <a:cubicBezTo>
                      <a:pt x="1" y="189"/>
                      <a:pt x="1" y="189"/>
                      <a:pt x="1" y="189"/>
                    </a:cubicBezTo>
                    <a:cubicBezTo>
                      <a:pt x="1" y="189"/>
                      <a:pt x="4" y="189"/>
                      <a:pt x="6" y="189"/>
                    </a:cubicBezTo>
                    <a:cubicBezTo>
                      <a:pt x="6" y="189"/>
                      <a:pt x="6" y="189"/>
                      <a:pt x="6" y="189"/>
                    </a:cubicBezTo>
                    <a:cubicBezTo>
                      <a:pt x="7" y="195"/>
                      <a:pt x="7" y="195"/>
                      <a:pt x="7" y="195"/>
                    </a:cubicBezTo>
                    <a:cubicBezTo>
                      <a:pt x="6" y="195"/>
                      <a:pt x="6" y="195"/>
                      <a:pt x="6" y="195"/>
                    </a:cubicBezTo>
                    <a:close/>
                    <a:moveTo>
                      <a:pt x="111" y="188"/>
                    </a:moveTo>
                    <a:cubicBezTo>
                      <a:pt x="109" y="187"/>
                      <a:pt x="107" y="185"/>
                      <a:pt x="107" y="182"/>
                    </a:cubicBezTo>
                    <a:cubicBezTo>
                      <a:pt x="112" y="181"/>
                      <a:pt x="112" y="181"/>
                      <a:pt x="112" y="181"/>
                    </a:cubicBezTo>
                    <a:cubicBezTo>
                      <a:pt x="113" y="182"/>
                      <a:pt x="113" y="183"/>
                      <a:pt x="114" y="184"/>
                    </a:cubicBezTo>
                    <a:lnTo>
                      <a:pt x="111" y="188"/>
                    </a:lnTo>
                    <a:close/>
                    <a:moveTo>
                      <a:pt x="112" y="171"/>
                    </a:moveTo>
                    <a:cubicBezTo>
                      <a:pt x="107" y="168"/>
                      <a:pt x="107" y="168"/>
                      <a:pt x="107" y="168"/>
                    </a:cubicBezTo>
                    <a:cubicBezTo>
                      <a:pt x="108" y="166"/>
                      <a:pt x="108" y="165"/>
                      <a:pt x="109" y="165"/>
                    </a:cubicBezTo>
                    <a:cubicBezTo>
                      <a:pt x="109" y="164"/>
                      <a:pt x="109" y="164"/>
                      <a:pt x="109" y="163"/>
                    </a:cubicBezTo>
                    <a:cubicBezTo>
                      <a:pt x="114" y="166"/>
                      <a:pt x="114" y="166"/>
                      <a:pt x="114" y="166"/>
                    </a:cubicBezTo>
                    <a:cubicBezTo>
                      <a:pt x="114" y="166"/>
                      <a:pt x="114" y="167"/>
                      <a:pt x="114" y="167"/>
                    </a:cubicBezTo>
                    <a:cubicBezTo>
                      <a:pt x="114" y="168"/>
                      <a:pt x="113" y="169"/>
                      <a:pt x="112" y="171"/>
                    </a:cubicBezTo>
                    <a:close/>
                    <a:moveTo>
                      <a:pt x="121" y="156"/>
                    </a:moveTo>
                    <a:cubicBezTo>
                      <a:pt x="116" y="153"/>
                      <a:pt x="116" y="153"/>
                      <a:pt x="116" y="153"/>
                    </a:cubicBezTo>
                    <a:cubicBezTo>
                      <a:pt x="116" y="152"/>
                      <a:pt x="116" y="152"/>
                      <a:pt x="116" y="152"/>
                    </a:cubicBezTo>
                    <a:cubicBezTo>
                      <a:pt x="117" y="151"/>
                      <a:pt x="118" y="149"/>
                      <a:pt x="120" y="148"/>
                    </a:cubicBezTo>
                    <a:cubicBezTo>
                      <a:pt x="123" y="153"/>
                      <a:pt x="123" y="153"/>
                      <a:pt x="123" y="153"/>
                    </a:cubicBezTo>
                    <a:cubicBezTo>
                      <a:pt x="122" y="153"/>
                      <a:pt x="122" y="154"/>
                      <a:pt x="122" y="155"/>
                    </a:cubicBezTo>
                    <a:lnTo>
                      <a:pt x="121" y="156"/>
                    </a:lnTo>
                    <a:close/>
                    <a:moveTo>
                      <a:pt x="134" y="147"/>
                    </a:moveTo>
                    <a:cubicBezTo>
                      <a:pt x="130" y="143"/>
                      <a:pt x="130" y="143"/>
                      <a:pt x="130" y="143"/>
                    </a:cubicBezTo>
                    <a:cubicBezTo>
                      <a:pt x="131" y="142"/>
                      <a:pt x="131" y="141"/>
                      <a:pt x="132" y="139"/>
                    </a:cubicBezTo>
                    <a:cubicBezTo>
                      <a:pt x="138" y="141"/>
                      <a:pt x="138" y="141"/>
                      <a:pt x="138" y="141"/>
                    </a:cubicBezTo>
                    <a:cubicBezTo>
                      <a:pt x="137" y="143"/>
                      <a:pt x="136" y="145"/>
                      <a:pt x="134" y="147"/>
                    </a:cubicBezTo>
                    <a:close/>
                    <a:moveTo>
                      <a:pt x="142" y="131"/>
                    </a:moveTo>
                    <a:cubicBezTo>
                      <a:pt x="137" y="128"/>
                      <a:pt x="137" y="128"/>
                      <a:pt x="137" y="128"/>
                    </a:cubicBezTo>
                    <a:cubicBezTo>
                      <a:pt x="137" y="127"/>
                      <a:pt x="137" y="127"/>
                      <a:pt x="137" y="127"/>
                    </a:cubicBezTo>
                    <a:cubicBezTo>
                      <a:pt x="138" y="125"/>
                      <a:pt x="139" y="124"/>
                      <a:pt x="139" y="123"/>
                    </a:cubicBezTo>
                    <a:cubicBezTo>
                      <a:pt x="145" y="125"/>
                      <a:pt x="145" y="125"/>
                      <a:pt x="145" y="125"/>
                    </a:cubicBezTo>
                    <a:cubicBezTo>
                      <a:pt x="144" y="127"/>
                      <a:pt x="143" y="128"/>
                      <a:pt x="143" y="129"/>
                    </a:cubicBezTo>
                    <a:lnTo>
                      <a:pt x="142" y="131"/>
                    </a:lnTo>
                    <a:close/>
                    <a:moveTo>
                      <a:pt x="148" y="113"/>
                    </a:moveTo>
                    <a:cubicBezTo>
                      <a:pt x="142" y="112"/>
                      <a:pt x="142" y="112"/>
                      <a:pt x="142" y="112"/>
                    </a:cubicBezTo>
                    <a:cubicBezTo>
                      <a:pt x="143" y="111"/>
                      <a:pt x="143" y="108"/>
                      <a:pt x="144" y="106"/>
                    </a:cubicBezTo>
                    <a:cubicBezTo>
                      <a:pt x="150" y="108"/>
                      <a:pt x="150" y="108"/>
                      <a:pt x="150" y="108"/>
                    </a:cubicBezTo>
                    <a:cubicBezTo>
                      <a:pt x="149" y="110"/>
                      <a:pt x="148" y="112"/>
                      <a:pt x="148" y="113"/>
                    </a:cubicBezTo>
                    <a:close/>
                    <a:moveTo>
                      <a:pt x="154" y="98"/>
                    </a:moveTo>
                    <a:cubicBezTo>
                      <a:pt x="150" y="95"/>
                      <a:pt x="150" y="95"/>
                      <a:pt x="150" y="95"/>
                    </a:cubicBezTo>
                    <a:cubicBezTo>
                      <a:pt x="151" y="93"/>
                      <a:pt x="153" y="91"/>
                      <a:pt x="155" y="90"/>
                    </a:cubicBezTo>
                    <a:cubicBezTo>
                      <a:pt x="157" y="96"/>
                      <a:pt x="157" y="96"/>
                      <a:pt x="157" y="96"/>
                    </a:cubicBezTo>
                    <a:cubicBezTo>
                      <a:pt x="156" y="96"/>
                      <a:pt x="155" y="97"/>
                      <a:pt x="154" y="98"/>
                    </a:cubicBezTo>
                    <a:close/>
                    <a:moveTo>
                      <a:pt x="169" y="97"/>
                    </a:moveTo>
                    <a:cubicBezTo>
                      <a:pt x="167" y="91"/>
                      <a:pt x="167" y="91"/>
                      <a:pt x="167" y="91"/>
                    </a:cubicBezTo>
                    <a:cubicBezTo>
                      <a:pt x="167" y="91"/>
                      <a:pt x="167" y="91"/>
                      <a:pt x="167" y="91"/>
                    </a:cubicBezTo>
                    <a:cubicBezTo>
                      <a:pt x="167" y="91"/>
                      <a:pt x="167" y="91"/>
                      <a:pt x="168" y="90"/>
                    </a:cubicBezTo>
                    <a:cubicBezTo>
                      <a:pt x="168" y="90"/>
                      <a:pt x="168" y="89"/>
                      <a:pt x="168" y="89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1"/>
                      <a:pt x="173" y="91"/>
                      <a:pt x="173" y="92"/>
                    </a:cubicBezTo>
                    <a:cubicBezTo>
                      <a:pt x="172" y="94"/>
                      <a:pt x="171" y="96"/>
                      <a:pt x="169" y="97"/>
                    </a:cubicBezTo>
                    <a:close/>
                    <a:moveTo>
                      <a:pt x="173" y="80"/>
                    </a:moveTo>
                    <a:cubicBezTo>
                      <a:pt x="169" y="77"/>
                      <a:pt x="169" y="77"/>
                      <a:pt x="169" y="77"/>
                    </a:cubicBezTo>
                    <a:cubicBezTo>
                      <a:pt x="170" y="75"/>
                      <a:pt x="172" y="73"/>
                      <a:pt x="175" y="73"/>
                    </a:cubicBezTo>
                    <a:cubicBezTo>
                      <a:pt x="175" y="73"/>
                      <a:pt x="176" y="73"/>
                      <a:pt x="177" y="73"/>
                    </a:cubicBezTo>
                    <a:cubicBezTo>
                      <a:pt x="175" y="79"/>
                      <a:pt x="175" y="79"/>
                      <a:pt x="175" y="79"/>
                    </a:cubicBezTo>
                    <a:cubicBezTo>
                      <a:pt x="175" y="79"/>
                      <a:pt x="174" y="79"/>
                      <a:pt x="173" y="80"/>
                    </a:cubicBezTo>
                    <a:close/>
                    <a:moveTo>
                      <a:pt x="188" y="80"/>
                    </a:moveTo>
                    <a:cubicBezTo>
                      <a:pt x="183" y="76"/>
                      <a:pt x="183" y="76"/>
                      <a:pt x="183" y="76"/>
                    </a:cubicBezTo>
                    <a:cubicBezTo>
                      <a:pt x="184" y="76"/>
                      <a:pt x="184" y="75"/>
                      <a:pt x="184" y="75"/>
                    </a:cubicBezTo>
                    <a:cubicBezTo>
                      <a:pt x="185" y="74"/>
                      <a:pt x="186" y="73"/>
                      <a:pt x="186" y="71"/>
                    </a:cubicBezTo>
                    <a:cubicBezTo>
                      <a:pt x="191" y="75"/>
                      <a:pt x="191" y="75"/>
                      <a:pt x="191" y="75"/>
                    </a:cubicBezTo>
                    <a:cubicBezTo>
                      <a:pt x="190" y="76"/>
                      <a:pt x="189" y="78"/>
                      <a:pt x="189" y="78"/>
                    </a:cubicBezTo>
                    <a:cubicBezTo>
                      <a:pt x="188" y="79"/>
                      <a:pt x="188" y="79"/>
                      <a:pt x="188" y="80"/>
                    </a:cubicBezTo>
                    <a:close/>
                    <a:moveTo>
                      <a:pt x="198" y="65"/>
                    </a:moveTo>
                    <a:cubicBezTo>
                      <a:pt x="193" y="62"/>
                      <a:pt x="193" y="62"/>
                      <a:pt x="193" y="62"/>
                    </a:cubicBezTo>
                    <a:cubicBezTo>
                      <a:pt x="194" y="60"/>
                      <a:pt x="195" y="58"/>
                      <a:pt x="196" y="57"/>
                    </a:cubicBezTo>
                    <a:cubicBezTo>
                      <a:pt x="201" y="60"/>
                      <a:pt x="201" y="60"/>
                      <a:pt x="201" y="60"/>
                    </a:cubicBezTo>
                    <a:cubicBezTo>
                      <a:pt x="200" y="62"/>
                      <a:pt x="199" y="63"/>
                      <a:pt x="198" y="65"/>
                    </a:cubicBezTo>
                    <a:close/>
                    <a:moveTo>
                      <a:pt x="207" y="52"/>
                    </a:moveTo>
                    <a:cubicBezTo>
                      <a:pt x="204" y="47"/>
                      <a:pt x="204" y="47"/>
                      <a:pt x="204" y="47"/>
                    </a:cubicBezTo>
                    <a:cubicBezTo>
                      <a:pt x="206" y="45"/>
                      <a:pt x="209" y="45"/>
                      <a:pt x="211" y="45"/>
                    </a:cubicBezTo>
                    <a:cubicBezTo>
                      <a:pt x="211" y="51"/>
                      <a:pt x="211" y="51"/>
                      <a:pt x="211" y="51"/>
                    </a:cubicBezTo>
                    <a:cubicBezTo>
                      <a:pt x="209" y="51"/>
                      <a:pt x="208" y="51"/>
                      <a:pt x="207" y="52"/>
                    </a:cubicBezTo>
                    <a:close/>
                    <a:moveTo>
                      <a:pt x="223" y="51"/>
                    </a:moveTo>
                    <a:cubicBezTo>
                      <a:pt x="222" y="45"/>
                      <a:pt x="222" y="45"/>
                      <a:pt x="222" y="45"/>
                    </a:cubicBezTo>
                    <a:cubicBezTo>
                      <a:pt x="223" y="45"/>
                      <a:pt x="223" y="45"/>
                      <a:pt x="224" y="45"/>
                    </a:cubicBezTo>
                    <a:cubicBezTo>
                      <a:pt x="225" y="44"/>
                      <a:pt x="226" y="44"/>
                      <a:pt x="227" y="43"/>
                    </a:cubicBezTo>
                    <a:cubicBezTo>
                      <a:pt x="230" y="49"/>
                      <a:pt x="230" y="49"/>
                      <a:pt x="230" y="49"/>
                    </a:cubicBezTo>
                    <a:cubicBezTo>
                      <a:pt x="228" y="49"/>
                      <a:pt x="227" y="50"/>
                      <a:pt x="225" y="50"/>
                    </a:cubicBezTo>
                    <a:cubicBezTo>
                      <a:pt x="225" y="50"/>
                      <a:pt x="224" y="51"/>
                      <a:pt x="223" y="51"/>
                    </a:cubicBezTo>
                    <a:close/>
                    <a:moveTo>
                      <a:pt x="244" y="46"/>
                    </a:moveTo>
                    <a:cubicBezTo>
                      <a:pt x="243" y="46"/>
                      <a:pt x="242" y="46"/>
                      <a:pt x="241" y="46"/>
                    </a:cubicBezTo>
                    <a:cubicBezTo>
                      <a:pt x="241" y="46"/>
                      <a:pt x="240" y="46"/>
                      <a:pt x="239" y="46"/>
                    </a:cubicBezTo>
                    <a:cubicBezTo>
                      <a:pt x="240" y="40"/>
                      <a:pt x="240" y="40"/>
                      <a:pt x="240" y="40"/>
                    </a:cubicBezTo>
                    <a:cubicBezTo>
                      <a:pt x="240" y="40"/>
                      <a:pt x="241" y="40"/>
                      <a:pt x="242" y="40"/>
                    </a:cubicBezTo>
                    <a:cubicBezTo>
                      <a:pt x="243" y="40"/>
                      <a:pt x="244" y="40"/>
                      <a:pt x="245" y="40"/>
                    </a:cubicBezTo>
                    <a:cubicBezTo>
                      <a:pt x="246" y="46"/>
                      <a:pt x="246" y="46"/>
                      <a:pt x="246" y="46"/>
                    </a:cubicBezTo>
                    <a:cubicBezTo>
                      <a:pt x="245" y="46"/>
                      <a:pt x="245" y="46"/>
                      <a:pt x="244" y="46"/>
                    </a:cubicBezTo>
                    <a:close/>
                    <a:moveTo>
                      <a:pt x="255" y="36"/>
                    </a:moveTo>
                    <a:cubicBezTo>
                      <a:pt x="250" y="34"/>
                      <a:pt x="250" y="34"/>
                      <a:pt x="250" y="34"/>
                    </a:cubicBezTo>
                    <a:cubicBezTo>
                      <a:pt x="250" y="32"/>
                      <a:pt x="250" y="32"/>
                      <a:pt x="250" y="32"/>
                    </a:cubicBezTo>
                    <a:cubicBezTo>
                      <a:pt x="251" y="31"/>
                      <a:pt x="251" y="29"/>
                      <a:pt x="252" y="28"/>
                    </a:cubicBezTo>
                    <a:cubicBezTo>
                      <a:pt x="257" y="30"/>
                      <a:pt x="257" y="30"/>
                      <a:pt x="257" y="30"/>
                    </a:cubicBezTo>
                    <a:cubicBezTo>
                      <a:pt x="257" y="32"/>
                      <a:pt x="256" y="33"/>
                      <a:pt x="256" y="34"/>
                    </a:cubicBezTo>
                    <a:lnTo>
                      <a:pt x="255" y="36"/>
                    </a:lnTo>
                    <a:close/>
                    <a:moveTo>
                      <a:pt x="264" y="23"/>
                    </a:moveTo>
                    <a:cubicBezTo>
                      <a:pt x="260" y="18"/>
                      <a:pt x="260" y="18"/>
                      <a:pt x="260" y="18"/>
                    </a:cubicBezTo>
                    <a:cubicBezTo>
                      <a:pt x="262" y="17"/>
                      <a:pt x="263" y="16"/>
                      <a:pt x="264" y="15"/>
                    </a:cubicBezTo>
                    <a:cubicBezTo>
                      <a:pt x="269" y="19"/>
                      <a:pt x="269" y="19"/>
                      <a:pt x="269" y="19"/>
                    </a:cubicBezTo>
                    <a:cubicBezTo>
                      <a:pt x="267" y="20"/>
                      <a:pt x="265" y="22"/>
                      <a:pt x="264" y="23"/>
                    </a:cubicBezTo>
                    <a:close/>
                    <a:moveTo>
                      <a:pt x="275" y="8"/>
                    </a:moveTo>
                    <a:cubicBezTo>
                      <a:pt x="270" y="6"/>
                      <a:pt x="270" y="6"/>
                      <a:pt x="270" y="6"/>
                    </a:cubicBezTo>
                    <a:cubicBezTo>
                      <a:pt x="271" y="4"/>
                      <a:pt x="271" y="2"/>
                      <a:pt x="272" y="0"/>
                    </a:cubicBezTo>
                    <a:cubicBezTo>
                      <a:pt x="278" y="2"/>
                      <a:pt x="278" y="2"/>
                      <a:pt x="278" y="2"/>
                    </a:cubicBezTo>
                    <a:cubicBezTo>
                      <a:pt x="277" y="4"/>
                      <a:pt x="276" y="6"/>
                      <a:pt x="275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9" name="îŝ1íďe"/>
              <p:cNvSpPr/>
              <p:nvPr/>
            </p:nvSpPr>
            <p:spPr bwMode="auto">
              <a:xfrm>
                <a:off x="7596188" y="3400425"/>
                <a:ext cx="155575" cy="98425"/>
              </a:xfrm>
              <a:custGeom>
                <a:avLst/>
                <a:gdLst>
                  <a:gd name="T0" fmla="*/ 49 w 73"/>
                  <a:gd name="T1" fmla="*/ 46 h 46"/>
                  <a:gd name="T2" fmla="*/ 45 w 73"/>
                  <a:gd name="T3" fmla="*/ 42 h 46"/>
                  <a:gd name="T4" fmla="*/ 45 w 73"/>
                  <a:gd name="T5" fmla="*/ 41 h 46"/>
                  <a:gd name="T6" fmla="*/ 50 w 73"/>
                  <a:gd name="T7" fmla="*/ 45 h 46"/>
                  <a:gd name="T8" fmla="*/ 49 w 73"/>
                  <a:gd name="T9" fmla="*/ 46 h 46"/>
                  <a:gd name="T10" fmla="*/ 58 w 73"/>
                  <a:gd name="T11" fmla="*/ 37 h 46"/>
                  <a:gd name="T12" fmla="*/ 53 w 73"/>
                  <a:gd name="T13" fmla="*/ 33 h 46"/>
                  <a:gd name="T14" fmla="*/ 58 w 73"/>
                  <a:gd name="T15" fmla="*/ 29 h 46"/>
                  <a:gd name="T16" fmla="*/ 62 w 73"/>
                  <a:gd name="T17" fmla="*/ 33 h 46"/>
                  <a:gd name="T18" fmla="*/ 58 w 73"/>
                  <a:gd name="T19" fmla="*/ 37 h 46"/>
                  <a:gd name="T20" fmla="*/ 1 w 73"/>
                  <a:gd name="T21" fmla="*/ 29 h 46"/>
                  <a:gd name="T22" fmla="*/ 0 w 73"/>
                  <a:gd name="T23" fmla="*/ 24 h 46"/>
                  <a:gd name="T24" fmla="*/ 1 w 73"/>
                  <a:gd name="T25" fmla="*/ 20 h 46"/>
                  <a:gd name="T26" fmla="*/ 6 w 73"/>
                  <a:gd name="T27" fmla="*/ 23 h 46"/>
                  <a:gd name="T28" fmla="*/ 6 w 73"/>
                  <a:gd name="T29" fmla="*/ 24 h 46"/>
                  <a:gd name="T30" fmla="*/ 6 w 73"/>
                  <a:gd name="T31" fmla="*/ 26 h 46"/>
                  <a:gd name="T32" fmla="*/ 1 w 73"/>
                  <a:gd name="T33" fmla="*/ 29 h 46"/>
                  <a:gd name="T34" fmla="*/ 15 w 73"/>
                  <a:gd name="T35" fmla="*/ 25 h 46"/>
                  <a:gd name="T36" fmla="*/ 9 w 73"/>
                  <a:gd name="T37" fmla="*/ 24 h 46"/>
                  <a:gd name="T38" fmla="*/ 10 w 73"/>
                  <a:gd name="T39" fmla="*/ 21 h 46"/>
                  <a:gd name="T40" fmla="*/ 10 w 73"/>
                  <a:gd name="T41" fmla="*/ 19 h 46"/>
                  <a:gd name="T42" fmla="*/ 15 w 73"/>
                  <a:gd name="T43" fmla="*/ 18 h 46"/>
                  <a:gd name="T44" fmla="*/ 16 w 73"/>
                  <a:gd name="T45" fmla="*/ 21 h 46"/>
                  <a:gd name="T46" fmla="*/ 15 w 73"/>
                  <a:gd name="T47" fmla="*/ 25 h 46"/>
                  <a:gd name="T48" fmla="*/ 22 w 73"/>
                  <a:gd name="T49" fmla="*/ 24 h 46"/>
                  <a:gd name="T50" fmla="*/ 16 w 73"/>
                  <a:gd name="T51" fmla="*/ 21 h 46"/>
                  <a:gd name="T52" fmla="*/ 21 w 73"/>
                  <a:gd name="T53" fmla="*/ 18 h 46"/>
                  <a:gd name="T54" fmla="*/ 22 w 73"/>
                  <a:gd name="T55" fmla="*/ 18 h 46"/>
                  <a:gd name="T56" fmla="*/ 23 w 73"/>
                  <a:gd name="T57" fmla="*/ 18 h 46"/>
                  <a:gd name="T58" fmla="*/ 25 w 73"/>
                  <a:gd name="T59" fmla="*/ 23 h 46"/>
                  <a:gd name="T60" fmla="*/ 22 w 73"/>
                  <a:gd name="T61" fmla="*/ 24 h 46"/>
                  <a:gd name="T62" fmla="*/ 70 w 73"/>
                  <a:gd name="T63" fmla="*/ 24 h 46"/>
                  <a:gd name="T64" fmla="*/ 65 w 73"/>
                  <a:gd name="T65" fmla="*/ 20 h 46"/>
                  <a:gd name="T66" fmla="*/ 68 w 73"/>
                  <a:gd name="T67" fmla="*/ 16 h 46"/>
                  <a:gd name="T68" fmla="*/ 68 w 73"/>
                  <a:gd name="T69" fmla="*/ 16 h 46"/>
                  <a:gd name="T70" fmla="*/ 73 w 73"/>
                  <a:gd name="T71" fmla="*/ 19 h 46"/>
                  <a:gd name="T72" fmla="*/ 73 w 73"/>
                  <a:gd name="T73" fmla="*/ 19 h 46"/>
                  <a:gd name="T74" fmla="*/ 70 w 73"/>
                  <a:gd name="T75" fmla="*/ 24 h 46"/>
                  <a:gd name="T76" fmla="*/ 35 w 73"/>
                  <a:gd name="T77" fmla="*/ 17 h 46"/>
                  <a:gd name="T78" fmla="*/ 33 w 73"/>
                  <a:gd name="T79" fmla="*/ 12 h 46"/>
                  <a:gd name="T80" fmla="*/ 37 w 73"/>
                  <a:gd name="T81" fmla="*/ 11 h 46"/>
                  <a:gd name="T82" fmla="*/ 39 w 73"/>
                  <a:gd name="T83" fmla="*/ 10 h 46"/>
                  <a:gd name="T84" fmla="*/ 41 w 73"/>
                  <a:gd name="T85" fmla="*/ 15 h 46"/>
                  <a:gd name="T86" fmla="*/ 39 w 73"/>
                  <a:gd name="T87" fmla="*/ 16 h 46"/>
                  <a:gd name="T88" fmla="*/ 35 w 73"/>
                  <a:gd name="T89" fmla="*/ 17 h 46"/>
                  <a:gd name="T90" fmla="*/ 12 w 73"/>
                  <a:gd name="T91" fmla="*/ 12 h 46"/>
                  <a:gd name="T92" fmla="*/ 7 w 73"/>
                  <a:gd name="T93" fmla="*/ 11 h 46"/>
                  <a:gd name="T94" fmla="*/ 7 w 73"/>
                  <a:gd name="T95" fmla="*/ 9 h 46"/>
                  <a:gd name="T96" fmla="*/ 7 w 73"/>
                  <a:gd name="T97" fmla="*/ 7 h 46"/>
                  <a:gd name="T98" fmla="*/ 12 w 73"/>
                  <a:gd name="T99" fmla="*/ 5 h 46"/>
                  <a:gd name="T100" fmla="*/ 13 w 73"/>
                  <a:gd name="T101" fmla="*/ 9 h 46"/>
                  <a:gd name="T102" fmla="*/ 12 w 73"/>
                  <a:gd name="T103" fmla="*/ 12 h 46"/>
                  <a:gd name="T104" fmla="*/ 51 w 73"/>
                  <a:gd name="T105" fmla="*/ 9 h 46"/>
                  <a:gd name="T106" fmla="*/ 48 w 73"/>
                  <a:gd name="T107" fmla="*/ 4 h 46"/>
                  <a:gd name="T108" fmla="*/ 54 w 73"/>
                  <a:gd name="T109" fmla="*/ 1 h 46"/>
                  <a:gd name="T110" fmla="*/ 56 w 73"/>
                  <a:gd name="T111" fmla="*/ 7 h 46"/>
                  <a:gd name="T112" fmla="*/ 51 w 73"/>
                  <a:gd name="T113" fmla="*/ 9 h 46"/>
                  <a:gd name="T114" fmla="*/ 68 w 73"/>
                  <a:gd name="T115" fmla="*/ 8 h 46"/>
                  <a:gd name="T116" fmla="*/ 64 w 73"/>
                  <a:gd name="T117" fmla="*/ 5 h 46"/>
                  <a:gd name="T118" fmla="*/ 67 w 73"/>
                  <a:gd name="T119" fmla="*/ 0 h 46"/>
                  <a:gd name="T120" fmla="*/ 73 w 73"/>
                  <a:gd name="T121" fmla="*/ 4 h 46"/>
                  <a:gd name="T122" fmla="*/ 68 w 73"/>
                  <a:gd name="T123" fmla="*/ 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3" h="46">
                    <a:moveTo>
                      <a:pt x="49" y="46"/>
                    </a:move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50" y="45"/>
                      <a:pt x="50" y="45"/>
                      <a:pt x="50" y="45"/>
                    </a:cubicBezTo>
                    <a:lnTo>
                      <a:pt x="49" y="46"/>
                    </a:lnTo>
                    <a:close/>
                    <a:moveTo>
                      <a:pt x="58" y="37"/>
                    </a:moveTo>
                    <a:cubicBezTo>
                      <a:pt x="53" y="33"/>
                      <a:pt x="53" y="33"/>
                      <a:pt x="53" y="33"/>
                    </a:cubicBezTo>
                    <a:cubicBezTo>
                      <a:pt x="55" y="32"/>
                      <a:pt x="56" y="30"/>
                      <a:pt x="58" y="29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60" y="35"/>
                      <a:pt x="59" y="36"/>
                      <a:pt x="58" y="37"/>
                    </a:cubicBezTo>
                    <a:close/>
                    <a:moveTo>
                      <a:pt x="1" y="29"/>
                    </a:moveTo>
                    <a:cubicBezTo>
                      <a:pt x="0" y="28"/>
                      <a:pt x="0" y="26"/>
                      <a:pt x="0" y="24"/>
                    </a:cubicBezTo>
                    <a:cubicBezTo>
                      <a:pt x="0" y="23"/>
                      <a:pt x="0" y="22"/>
                      <a:pt x="1" y="2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5"/>
                      <a:pt x="6" y="25"/>
                      <a:pt x="6" y="26"/>
                    </a:cubicBezTo>
                    <a:lnTo>
                      <a:pt x="1" y="29"/>
                    </a:lnTo>
                    <a:close/>
                    <a:moveTo>
                      <a:pt x="15" y="25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10" y="23"/>
                      <a:pt x="10" y="22"/>
                      <a:pt x="10" y="21"/>
                    </a:cubicBezTo>
                    <a:cubicBezTo>
                      <a:pt x="10" y="20"/>
                      <a:pt x="10" y="20"/>
                      <a:pt x="10" y="19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9"/>
                      <a:pt x="16" y="20"/>
                      <a:pt x="16" y="21"/>
                    </a:cubicBezTo>
                    <a:cubicBezTo>
                      <a:pt x="16" y="22"/>
                      <a:pt x="15" y="24"/>
                      <a:pt x="15" y="25"/>
                    </a:cubicBezTo>
                    <a:close/>
                    <a:moveTo>
                      <a:pt x="22" y="24"/>
                    </a:moveTo>
                    <a:cubicBezTo>
                      <a:pt x="19" y="24"/>
                      <a:pt x="17" y="23"/>
                      <a:pt x="16" y="21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2" y="18"/>
                      <a:pt x="22" y="18"/>
                      <a:pt x="23" y="18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4" y="24"/>
                      <a:pt x="23" y="24"/>
                      <a:pt x="22" y="24"/>
                    </a:cubicBezTo>
                    <a:close/>
                    <a:moveTo>
                      <a:pt x="70" y="24"/>
                    </a:move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19"/>
                      <a:pt x="67" y="18"/>
                      <a:pt x="68" y="16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73" y="19"/>
                      <a:pt x="73" y="19"/>
                      <a:pt x="73" y="19"/>
                    </a:cubicBezTo>
                    <a:cubicBezTo>
                      <a:pt x="73" y="19"/>
                      <a:pt x="73" y="19"/>
                      <a:pt x="73" y="19"/>
                    </a:cubicBezTo>
                    <a:cubicBezTo>
                      <a:pt x="72" y="21"/>
                      <a:pt x="71" y="22"/>
                      <a:pt x="70" y="24"/>
                    </a:cubicBezTo>
                    <a:close/>
                    <a:moveTo>
                      <a:pt x="35" y="17"/>
                    </a:moveTo>
                    <a:cubicBezTo>
                      <a:pt x="33" y="12"/>
                      <a:pt x="33" y="12"/>
                      <a:pt x="33" y="12"/>
                    </a:cubicBezTo>
                    <a:cubicBezTo>
                      <a:pt x="34" y="11"/>
                      <a:pt x="36" y="11"/>
                      <a:pt x="37" y="11"/>
                    </a:cubicBezTo>
                    <a:cubicBezTo>
                      <a:pt x="37" y="10"/>
                      <a:pt x="38" y="10"/>
                      <a:pt x="39" y="10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0" y="16"/>
                      <a:pt x="39" y="16"/>
                      <a:pt x="39" y="16"/>
                    </a:cubicBezTo>
                    <a:cubicBezTo>
                      <a:pt x="38" y="16"/>
                      <a:pt x="37" y="17"/>
                      <a:pt x="35" y="17"/>
                    </a:cubicBezTo>
                    <a:close/>
                    <a:moveTo>
                      <a:pt x="12" y="12"/>
                    </a:moveTo>
                    <a:cubicBezTo>
                      <a:pt x="7" y="11"/>
                      <a:pt x="7" y="11"/>
                      <a:pt x="7" y="11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7"/>
                      <a:pt x="7" y="7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3" y="6"/>
                      <a:pt x="13" y="8"/>
                      <a:pt x="13" y="9"/>
                    </a:cubicBezTo>
                    <a:cubicBezTo>
                      <a:pt x="13" y="10"/>
                      <a:pt x="13" y="11"/>
                      <a:pt x="12" y="12"/>
                    </a:cubicBezTo>
                    <a:close/>
                    <a:moveTo>
                      <a:pt x="51" y="9"/>
                    </a:moveTo>
                    <a:cubicBezTo>
                      <a:pt x="48" y="4"/>
                      <a:pt x="48" y="4"/>
                      <a:pt x="48" y="4"/>
                    </a:cubicBezTo>
                    <a:cubicBezTo>
                      <a:pt x="50" y="3"/>
                      <a:pt x="52" y="2"/>
                      <a:pt x="54" y="1"/>
                    </a:cubicBezTo>
                    <a:cubicBezTo>
                      <a:pt x="56" y="7"/>
                      <a:pt x="56" y="7"/>
                      <a:pt x="56" y="7"/>
                    </a:cubicBezTo>
                    <a:cubicBezTo>
                      <a:pt x="54" y="7"/>
                      <a:pt x="52" y="8"/>
                      <a:pt x="51" y="9"/>
                    </a:cubicBezTo>
                    <a:close/>
                    <a:moveTo>
                      <a:pt x="68" y="8"/>
                    </a:moveTo>
                    <a:cubicBezTo>
                      <a:pt x="67" y="7"/>
                      <a:pt x="66" y="6"/>
                      <a:pt x="64" y="5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9" y="2"/>
                      <a:pt x="71" y="3"/>
                      <a:pt x="73" y="4"/>
                    </a:cubicBezTo>
                    <a:lnTo>
                      <a:pt x="68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íSlïde"/>
              <p:cNvSpPr/>
              <p:nvPr/>
            </p:nvSpPr>
            <p:spPr bwMode="auto">
              <a:xfrm>
                <a:off x="7019925" y="2151063"/>
                <a:ext cx="1087438" cy="631825"/>
              </a:xfrm>
              <a:custGeom>
                <a:avLst/>
                <a:gdLst>
                  <a:gd name="T0" fmla="*/ 19 w 507"/>
                  <a:gd name="T1" fmla="*/ 294 h 295"/>
                  <a:gd name="T2" fmla="*/ 25 w 507"/>
                  <a:gd name="T3" fmla="*/ 290 h 295"/>
                  <a:gd name="T4" fmla="*/ 30 w 507"/>
                  <a:gd name="T5" fmla="*/ 279 h 295"/>
                  <a:gd name="T6" fmla="*/ 44 w 507"/>
                  <a:gd name="T7" fmla="*/ 246 h 295"/>
                  <a:gd name="T8" fmla="*/ 44 w 507"/>
                  <a:gd name="T9" fmla="*/ 246 h 295"/>
                  <a:gd name="T10" fmla="*/ 83 w 507"/>
                  <a:gd name="T11" fmla="*/ 239 h 295"/>
                  <a:gd name="T12" fmla="*/ 61 w 507"/>
                  <a:gd name="T13" fmla="*/ 233 h 295"/>
                  <a:gd name="T14" fmla="*/ 52 w 507"/>
                  <a:gd name="T15" fmla="*/ 223 h 295"/>
                  <a:gd name="T16" fmla="*/ 94 w 507"/>
                  <a:gd name="T17" fmla="*/ 223 h 295"/>
                  <a:gd name="T18" fmla="*/ 126 w 507"/>
                  <a:gd name="T19" fmla="*/ 224 h 295"/>
                  <a:gd name="T20" fmla="*/ 108 w 507"/>
                  <a:gd name="T21" fmla="*/ 221 h 295"/>
                  <a:gd name="T22" fmla="*/ 139 w 507"/>
                  <a:gd name="T23" fmla="*/ 219 h 295"/>
                  <a:gd name="T24" fmla="*/ 158 w 507"/>
                  <a:gd name="T25" fmla="*/ 208 h 295"/>
                  <a:gd name="T26" fmla="*/ 161 w 507"/>
                  <a:gd name="T27" fmla="*/ 191 h 295"/>
                  <a:gd name="T28" fmla="*/ 159 w 507"/>
                  <a:gd name="T29" fmla="*/ 174 h 295"/>
                  <a:gd name="T30" fmla="*/ 158 w 507"/>
                  <a:gd name="T31" fmla="*/ 156 h 295"/>
                  <a:gd name="T32" fmla="*/ 154 w 507"/>
                  <a:gd name="T33" fmla="*/ 147 h 295"/>
                  <a:gd name="T34" fmla="*/ 155 w 507"/>
                  <a:gd name="T35" fmla="*/ 137 h 295"/>
                  <a:gd name="T36" fmla="*/ 156 w 507"/>
                  <a:gd name="T37" fmla="*/ 116 h 295"/>
                  <a:gd name="T38" fmla="*/ 173 w 507"/>
                  <a:gd name="T39" fmla="*/ 113 h 295"/>
                  <a:gd name="T40" fmla="*/ 470 w 507"/>
                  <a:gd name="T41" fmla="*/ 115 h 295"/>
                  <a:gd name="T42" fmla="*/ 487 w 507"/>
                  <a:gd name="T43" fmla="*/ 114 h 295"/>
                  <a:gd name="T44" fmla="*/ 502 w 507"/>
                  <a:gd name="T45" fmla="*/ 105 h 295"/>
                  <a:gd name="T46" fmla="*/ 437 w 507"/>
                  <a:gd name="T47" fmla="*/ 100 h 295"/>
                  <a:gd name="T48" fmla="*/ 211 w 507"/>
                  <a:gd name="T49" fmla="*/ 97 h 295"/>
                  <a:gd name="T50" fmla="*/ 216 w 507"/>
                  <a:gd name="T51" fmla="*/ 105 h 295"/>
                  <a:gd name="T52" fmla="*/ 228 w 507"/>
                  <a:gd name="T53" fmla="*/ 98 h 295"/>
                  <a:gd name="T54" fmla="*/ 174 w 507"/>
                  <a:gd name="T55" fmla="*/ 93 h 295"/>
                  <a:gd name="T56" fmla="*/ 240 w 507"/>
                  <a:gd name="T57" fmla="*/ 92 h 295"/>
                  <a:gd name="T58" fmla="*/ 435 w 507"/>
                  <a:gd name="T59" fmla="*/ 89 h 295"/>
                  <a:gd name="T60" fmla="*/ 252 w 507"/>
                  <a:gd name="T61" fmla="*/ 81 h 295"/>
                  <a:gd name="T62" fmla="*/ 212 w 507"/>
                  <a:gd name="T63" fmla="*/ 79 h 295"/>
                  <a:gd name="T64" fmla="*/ 171 w 507"/>
                  <a:gd name="T65" fmla="*/ 75 h 295"/>
                  <a:gd name="T66" fmla="*/ 293 w 507"/>
                  <a:gd name="T67" fmla="*/ 71 h 295"/>
                  <a:gd name="T68" fmla="*/ 283 w 507"/>
                  <a:gd name="T69" fmla="*/ 71 h 295"/>
                  <a:gd name="T70" fmla="*/ 423 w 507"/>
                  <a:gd name="T71" fmla="*/ 68 h 295"/>
                  <a:gd name="T72" fmla="*/ 435 w 507"/>
                  <a:gd name="T73" fmla="*/ 73 h 295"/>
                  <a:gd name="T74" fmla="*/ 435 w 507"/>
                  <a:gd name="T75" fmla="*/ 75 h 295"/>
                  <a:gd name="T76" fmla="*/ 185 w 507"/>
                  <a:gd name="T77" fmla="*/ 74 h 295"/>
                  <a:gd name="T78" fmla="*/ 185 w 507"/>
                  <a:gd name="T79" fmla="*/ 74 h 295"/>
                  <a:gd name="T80" fmla="*/ 213 w 507"/>
                  <a:gd name="T81" fmla="*/ 62 h 295"/>
                  <a:gd name="T82" fmla="*/ 312 w 507"/>
                  <a:gd name="T83" fmla="*/ 63 h 295"/>
                  <a:gd name="T84" fmla="*/ 314 w 507"/>
                  <a:gd name="T85" fmla="*/ 68 h 295"/>
                  <a:gd name="T86" fmla="*/ 333 w 507"/>
                  <a:gd name="T87" fmla="*/ 63 h 295"/>
                  <a:gd name="T88" fmla="*/ 305 w 507"/>
                  <a:gd name="T89" fmla="*/ 64 h 295"/>
                  <a:gd name="T90" fmla="*/ 192 w 507"/>
                  <a:gd name="T91" fmla="*/ 58 h 295"/>
                  <a:gd name="T92" fmla="*/ 438 w 507"/>
                  <a:gd name="T93" fmla="*/ 51 h 295"/>
                  <a:gd name="T94" fmla="*/ 210 w 507"/>
                  <a:gd name="T95" fmla="*/ 49 h 295"/>
                  <a:gd name="T96" fmla="*/ 336 w 507"/>
                  <a:gd name="T97" fmla="*/ 50 h 295"/>
                  <a:gd name="T98" fmla="*/ 419 w 507"/>
                  <a:gd name="T99" fmla="*/ 45 h 295"/>
                  <a:gd name="T100" fmla="*/ 337 w 507"/>
                  <a:gd name="T101" fmla="*/ 36 h 295"/>
                  <a:gd name="T102" fmla="*/ 341 w 507"/>
                  <a:gd name="T103" fmla="*/ 41 h 295"/>
                  <a:gd name="T104" fmla="*/ 415 w 507"/>
                  <a:gd name="T105" fmla="*/ 32 h 295"/>
                  <a:gd name="T106" fmla="*/ 337 w 507"/>
                  <a:gd name="T107" fmla="*/ 23 h 295"/>
                  <a:gd name="T108" fmla="*/ 410 w 507"/>
                  <a:gd name="T109" fmla="*/ 20 h 295"/>
                  <a:gd name="T110" fmla="*/ 355 w 507"/>
                  <a:gd name="T111" fmla="*/ 18 h 295"/>
                  <a:gd name="T112" fmla="*/ 371 w 507"/>
                  <a:gd name="T113" fmla="*/ 10 h 295"/>
                  <a:gd name="T114" fmla="*/ 399 w 507"/>
                  <a:gd name="T115" fmla="*/ 5 h 295"/>
                  <a:gd name="T116" fmla="*/ 385 w 507"/>
                  <a:gd name="T117" fmla="*/ 2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07" h="295">
                    <a:moveTo>
                      <a:pt x="6" y="295"/>
                    </a:moveTo>
                    <a:cubicBezTo>
                      <a:pt x="4" y="294"/>
                      <a:pt x="2" y="294"/>
                      <a:pt x="0" y="293"/>
                    </a:cubicBezTo>
                    <a:cubicBezTo>
                      <a:pt x="2" y="288"/>
                      <a:pt x="2" y="288"/>
                      <a:pt x="2" y="288"/>
                    </a:cubicBezTo>
                    <a:cubicBezTo>
                      <a:pt x="3" y="288"/>
                      <a:pt x="5" y="288"/>
                      <a:pt x="7" y="289"/>
                    </a:cubicBezTo>
                    <a:lnTo>
                      <a:pt x="6" y="295"/>
                    </a:lnTo>
                    <a:close/>
                    <a:moveTo>
                      <a:pt x="19" y="294"/>
                    </a:moveTo>
                    <a:cubicBezTo>
                      <a:pt x="17" y="289"/>
                      <a:pt x="17" y="289"/>
                      <a:pt x="17" y="289"/>
                    </a:cubicBezTo>
                    <a:cubicBezTo>
                      <a:pt x="19" y="288"/>
                      <a:pt x="20" y="288"/>
                      <a:pt x="20" y="287"/>
                    </a:cubicBezTo>
                    <a:cubicBezTo>
                      <a:pt x="20" y="286"/>
                      <a:pt x="20" y="286"/>
                      <a:pt x="20" y="286"/>
                    </a:cubicBezTo>
                    <a:cubicBezTo>
                      <a:pt x="25" y="290"/>
                      <a:pt x="25" y="290"/>
                      <a:pt x="25" y="290"/>
                    </a:cubicBezTo>
                    <a:cubicBezTo>
                      <a:pt x="23" y="288"/>
                      <a:pt x="23" y="288"/>
                      <a:pt x="23" y="288"/>
                    </a:cubicBezTo>
                    <a:cubicBezTo>
                      <a:pt x="25" y="290"/>
                      <a:pt x="25" y="290"/>
                      <a:pt x="25" y="290"/>
                    </a:cubicBezTo>
                    <a:cubicBezTo>
                      <a:pt x="24" y="292"/>
                      <a:pt x="22" y="294"/>
                      <a:pt x="19" y="294"/>
                    </a:cubicBezTo>
                    <a:close/>
                    <a:moveTo>
                      <a:pt x="30" y="279"/>
                    </a:moveTo>
                    <a:cubicBezTo>
                      <a:pt x="25" y="276"/>
                      <a:pt x="25" y="276"/>
                      <a:pt x="25" y="276"/>
                    </a:cubicBezTo>
                    <a:cubicBezTo>
                      <a:pt x="26" y="275"/>
                      <a:pt x="27" y="273"/>
                      <a:pt x="27" y="271"/>
                    </a:cubicBezTo>
                    <a:cubicBezTo>
                      <a:pt x="33" y="274"/>
                      <a:pt x="33" y="274"/>
                      <a:pt x="33" y="274"/>
                    </a:cubicBezTo>
                    <a:cubicBezTo>
                      <a:pt x="32" y="275"/>
                      <a:pt x="31" y="277"/>
                      <a:pt x="30" y="279"/>
                    </a:cubicBezTo>
                    <a:close/>
                    <a:moveTo>
                      <a:pt x="38" y="263"/>
                    </a:moveTo>
                    <a:cubicBezTo>
                      <a:pt x="32" y="261"/>
                      <a:pt x="32" y="261"/>
                      <a:pt x="32" y="261"/>
                    </a:cubicBezTo>
                    <a:cubicBezTo>
                      <a:pt x="33" y="259"/>
                      <a:pt x="34" y="257"/>
                      <a:pt x="34" y="255"/>
                    </a:cubicBezTo>
                    <a:cubicBezTo>
                      <a:pt x="40" y="257"/>
                      <a:pt x="40" y="257"/>
                      <a:pt x="40" y="257"/>
                    </a:cubicBezTo>
                    <a:cubicBezTo>
                      <a:pt x="39" y="259"/>
                      <a:pt x="38" y="261"/>
                      <a:pt x="38" y="263"/>
                    </a:cubicBezTo>
                    <a:close/>
                    <a:moveTo>
                      <a:pt x="44" y="246"/>
                    </a:moveTo>
                    <a:cubicBezTo>
                      <a:pt x="39" y="244"/>
                      <a:pt x="39" y="244"/>
                      <a:pt x="39" y="244"/>
                    </a:cubicBezTo>
                    <a:cubicBezTo>
                      <a:pt x="39" y="243"/>
                      <a:pt x="40" y="241"/>
                      <a:pt x="40" y="240"/>
                    </a:cubicBezTo>
                    <a:cubicBezTo>
                      <a:pt x="40" y="239"/>
                      <a:pt x="40" y="239"/>
                      <a:pt x="40" y="239"/>
                    </a:cubicBezTo>
                    <a:cubicBezTo>
                      <a:pt x="46" y="241"/>
                      <a:pt x="46" y="241"/>
                      <a:pt x="46" y="241"/>
                    </a:cubicBezTo>
                    <a:cubicBezTo>
                      <a:pt x="46" y="241"/>
                      <a:pt x="46" y="241"/>
                      <a:pt x="46" y="241"/>
                    </a:cubicBezTo>
                    <a:cubicBezTo>
                      <a:pt x="45" y="243"/>
                      <a:pt x="45" y="244"/>
                      <a:pt x="44" y="246"/>
                    </a:cubicBezTo>
                    <a:close/>
                    <a:moveTo>
                      <a:pt x="78" y="241"/>
                    </a:moveTo>
                    <a:cubicBezTo>
                      <a:pt x="78" y="239"/>
                      <a:pt x="78" y="239"/>
                      <a:pt x="78" y="239"/>
                    </a:cubicBezTo>
                    <a:cubicBezTo>
                      <a:pt x="78" y="236"/>
                      <a:pt x="78" y="236"/>
                      <a:pt x="78" y="236"/>
                    </a:cubicBezTo>
                    <a:cubicBezTo>
                      <a:pt x="79" y="235"/>
                      <a:pt x="79" y="234"/>
                      <a:pt x="80" y="234"/>
                    </a:cubicBezTo>
                    <a:cubicBezTo>
                      <a:pt x="85" y="236"/>
                      <a:pt x="85" y="236"/>
                      <a:pt x="85" y="236"/>
                    </a:cubicBezTo>
                    <a:cubicBezTo>
                      <a:pt x="84" y="237"/>
                      <a:pt x="84" y="238"/>
                      <a:pt x="83" y="239"/>
                    </a:cubicBezTo>
                    <a:cubicBezTo>
                      <a:pt x="82" y="240"/>
                      <a:pt x="80" y="241"/>
                      <a:pt x="78" y="241"/>
                    </a:cubicBezTo>
                    <a:close/>
                    <a:moveTo>
                      <a:pt x="78" y="239"/>
                    </a:moveTo>
                    <a:cubicBezTo>
                      <a:pt x="78" y="236"/>
                      <a:pt x="78" y="236"/>
                      <a:pt x="78" y="236"/>
                    </a:cubicBezTo>
                    <a:lnTo>
                      <a:pt x="78" y="239"/>
                    </a:lnTo>
                    <a:close/>
                    <a:moveTo>
                      <a:pt x="66" y="236"/>
                    </a:moveTo>
                    <a:cubicBezTo>
                      <a:pt x="64" y="235"/>
                      <a:pt x="62" y="234"/>
                      <a:pt x="61" y="233"/>
                    </a:cubicBezTo>
                    <a:cubicBezTo>
                      <a:pt x="64" y="228"/>
                      <a:pt x="64" y="228"/>
                      <a:pt x="64" y="228"/>
                    </a:cubicBezTo>
                    <a:cubicBezTo>
                      <a:pt x="66" y="229"/>
                      <a:pt x="67" y="230"/>
                      <a:pt x="69" y="231"/>
                    </a:cubicBezTo>
                    <a:lnTo>
                      <a:pt x="66" y="236"/>
                    </a:lnTo>
                    <a:close/>
                    <a:moveTo>
                      <a:pt x="50" y="231"/>
                    </a:moveTo>
                    <a:cubicBezTo>
                      <a:pt x="46" y="227"/>
                      <a:pt x="46" y="227"/>
                      <a:pt x="46" y="227"/>
                    </a:cubicBezTo>
                    <a:cubicBezTo>
                      <a:pt x="48" y="225"/>
                      <a:pt x="49" y="224"/>
                      <a:pt x="52" y="223"/>
                    </a:cubicBezTo>
                    <a:cubicBezTo>
                      <a:pt x="53" y="228"/>
                      <a:pt x="53" y="228"/>
                      <a:pt x="53" y="228"/>
                    </a:cubicBezTo>
                    <a:cubicBezTo>
                      <a:pt x="53" y="228"/>
                      <a:pt x="52" y="229"/>
                      <a:pt x="50" y="231"/>
                    </a:cubicBezTo>
                    <a:close/>
                    <a:moveTo>
                      <a:pt x="91" y="227"/>
                    </a:moveTo>
                    <a:cubicBezTo>
                      <a:pt x="86" y="223"/>
                      <a:pt x="86" y="223"/>
                      <a:pt x="86" y="223"/>
                    </a:cubicBezTo>
                    <a:cubicBezTo>
                      <a:pt x="87" y="221"/>
                      <a:pt x="89" y="220"/>
                      <a:pt x="90" y="219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3" y="224"/>
                      <a:pt x="92" y="225"/>
                      <a:pt x="91" y="227"/>
                    </a:cubicBezTo>
                    <a:close/>
                    <a:moveTo>
                      <a:pt x="123" y="224"/>
                    </a:moveTo>
                    <a:cubicBezTo>
                      <a:pt x="122" y="224"/>
                      <a:pt x="121" y="224"/>
                      <a:pt x="119" y="224"/>
                    </a:cubicBezTo>
                    <a:cubicBezTo>
                      <a:pt x="120" y="218"/>
                      <a:pt x="120" y="218"/>
                      <a:pt x="120" y="218"/>
                    </a:cubicBezTo>
                    <a:cubicBezTo>
                      <a:pt x="122" y="218"/>
                      <a:pt x="124" y="218"/>
                      <a:pt x="125" y="218"/>
                    </a:cubicBezTo>
                    <a:cubicBezTo>
                      <a:pt x="126" y="224"/>
                      <a:pt x="126" y="224"/>
                      <a:pt x="126" y="224"/>
                    </a:cubicBezTo>
                    <a:cubicBezTo>
                      <a:pt x="125" y="224"/>
                      <a:pt x="124" y="224"/>
                      <a:pt x="123" y="224"/>
                    </a:cubicBezTo>
                    <a:close/>
                    <a:moveTo>
                      <a:pt x="108" y="221"/>
                    </a:moveTo>
                    <a:cubicBezTo>
                      <a:pt x="106" y="220"/>
                      <a:pt x="104" y="220"/>
                      <a:pt x="102" y="220"/>
                    </a:cubicBezTo>
                    <a:cubicBezTo>
                      <a:pt x="103" y="214"/>
                      <a:pt x="103" y="214"/>
                      <a:pt x="103" y="214"/>
                    </a:cubicBezTo>
                    <a:cubicBezTo>
                      <a:pt x="105" y="214"/>
                      <a:pt x="107" y="214"/>
                      <a:pt x="109" y="215"/>
                    </a:cubicBezTo>
                    <a:lnTo>
                      <a:pt x="108" y="221"/>
                    </a:lnTo>
                    <a:close/>
                    <a:moveTo>
                      <a:pt x="138" y="219"/>
                    </a:moveTo>
                    <a:cubicBezTo>
                      <a:pt x="135" y="214"/>
                      <a:pt x="135" y="214"/>
                      <a:pt x="135" y="214"/>
                    </a:cubicBezTo>
                    <a:cubicBezTo>
                      <a:pt x="137" y="213"/>
                      <a:pt x="137" y="213"/>
                      <a:pt x="137" y="213"/>
                    </a:cubicBezTo>
                    <a:cubicBezTo>
                      <a:pt x="138" y="213"/>
                      <a:pt x="139" y="213"/>
                      <a:pt x="140" y="212"/>
                    </a:cubicBezTo>
                    <a:cubicBezTo>
                      <a:pt x="143" y="217"/>
                      <a:pt x="143" y="217"/>
                      <a:pt x="143" y="217"/>
                    </a:cubicBezTo>
                    <a:cubicBezTo>
                      <a:pt x="141" y="218"/>
                      <a:pt x="141" y="218"/>
                      <a:pt x="139" y="219"/>
                    </a:cubicBezTo>
                    <a:lnTo>
                      <a:pt x="138" y="219"/>
                    </a:lnTo>
                    <a:close/>
                    <a:moveTo>
                      <a:pt x="153" y="211"/>
                    </a:moveTo>
                    <a:cubicBezTo>
                      <a:pt x="150" y="206"/>
                      <a:pt x="150" y="206"/>
                      <a:pt x="150" y="206"/>
                    </a:cubicBezTo>
                    <a:cubicBezTo>
                      <a:pt x="150" y="206"/>
                      <a:pt x="150" y="206"/>
                      <a:pt x="150" y="206"/>
                    </a:cubicBezTo>
                    <a:cubicBezTo>
                      <a:pt x="152" y="205"/>
                      <a:pt x="154" y="204"/>
                      <a:pt x="155" y="203"/>
                    </a:cubicBezTo>
                    <a:cubicBezTo>
                      <a:pt x="158" y="208"/>
                      <a:pt x="158" y="208"/>
                      <a:pt x="158" y="208"/>
                    </a:cubicBezTo>
                    <a:cubicBezTo>
                      <a:pt x="157" y="209"/>
                      <a:pt x="155" y="210"/>
                      <a:pt x="153" y="211"/>
                    </a:cubicBezTo>
                    <a:close/>
                    <a:moveTo>
                      <a:pt x="167" y="197"/>
                    </a:moveTo>
                    <a:cubicBezTo>
                      <a:pt x="161" y="197"/>
                      <a:pt x="161" y="197"/>
                      <a:pt x="161" y="197"/>
                    </a:cubicBezTo>
                    <a:cubicBezTo>
                      <a:pt x="161" y="196"/>
                      <a:pt x="161" y="196"/>
                      <a:pt x="161" y="196"/>
                    </a:cubicBezTo>
                    <a:cubicBezTo>
                      <a:pt x="161" y="195"/>
                      <a:pt x="161" y="194"/>
                      <a:pt x="161" y="193"/>
                    </a:cubicBezTo>
                    <a:cubicBezTo>
                      <a:pt x="161" y="191"/>
                      <a:pt x="161" y="191"/>
                      <a:pt x="161" y="191"/>
                    </a:cubicBezTo>
                    <a:cubicBezTo>
                      <a:pt x="166" y="191"/>
                      <a:pt x="166" y="191"/>
                      <a:pt x="166" y="191"/>
                    </a:cubicBezTo>
                    <a:cubicBezTo>
                      <a:pt x="167" y="192"/>
                      <a:pt x="167" y="192"/>
                      <a:pt x="167" y="192"/>
                    </a:cubicBezTo>
                    <a:cubicBezTo>
                      <a:pt x="167" y="193"/>
                      <a:pt x="167" y="194"/>
                      <a:pt x="167" y="196"/>
                    </a:cubicBezTo>
                    <a:cubicBezTo>
                      <a:pt x="167" y="196"/>
                      <a:pt x="167" y="197"/>
                      <a:pt x="167" y="197"/>
                    </a:cubicBezTo>
                    <a:close/>
                    <a:moveTo>
                      <a:pt x="160" y="180"/>
                    </a:moveTo>
                    <a:cubicBezTo>
                      <a:pt x="159" y="174"/>
                      <a:pt x="159" y="174"/>
                      <a:pt x="159" y="174"/>
                    </a:cubicBezTo>
                    <a:cubicBezTo>
                      <a:pt x="165" y="173"/>
                      <a:pt x="165" y="173"/>
                      <a:pt x="165" y="173"/>
                    </a:cubicBezTo>
                    <a:cubicBezTo>
                      <a:pt x="166" y="179"/>
                      <a:pt x="166" y="179"/>
                      <a:pt x="166" y="179"/>
                    </a:cubicBezTo>
                    <a:lnTo>
                      <a:pt x="160" y="180"/>
                    </a:lnTo>
                    <a:close/>
                    <a:moveTo>
                      <a:pt x="157" y="164"/>
                    </a:moveTo>
                    <a:cubicBezTo>
                      <a:pt x="156" y="163"/>
                      <a:pt x="155" y="161"/>
                      <a:pt x="154" y="160"/>
                    </a:cubicBezTo>
                    <a:cubicBezTo>
                      <a:pt x="158" y="156"/>
                      <a:pt x="158" y="156"/>
                      <a:pt x="158" y="156"/>
                    </a:cubicBezTo>
                    <a:cubicBezTo>
                      <a:pt x="159" y="157"/>
                      <a:pt x="161" y="159"/>
                      <a:pt x="162" y="161"/>
                    </a:cubicBezTo>
                    <a:lnTo>
                      <a:pt x="157" y="164"/>
                    </a:lnTo>
                    <a:close/>
                    <a:moveTo>
                      <a:pt x="152" y="150"/>
                    </a:moveTo>
                    <a:cubicBezTo>
                      <a:pt x="146" y="149"/>
                      <a:pt x="146" y="149"/>
                      <a:pt x="146" y="149"/>
                    </a:cubicBezTo>
                    <a:cubicBezTo>
                      <a:pt x="146" y="146"/>
                      <a:pt x="149" y="144"/>
                      <a:pt x="150" y="142"/>
                    </a:cubicBezTo>
                    <a:cubicBezTo>
                      <a:pt x="154" y="147"/>
                      <a:pt x="154" y="147"/>
                      <a:pt x="154" y="147"/>
                    </a:cubicBezTo>
                    <a:cubicBezTo>
                      <a:pt x="152" y="148"/>
                      <a:pt x="152" y="149"/>
                      <a:pt x="152" y="150"/>
                    </a:cubicBezTo>
                    <a:close/>
                    <a:moveTo>
                      <a:pt x="155" y="137"/>
                    </a:moveTo>
                    <a:cubicBezTo>
                      <a:pt x="153" y="136"/>
                      <a:pt x="151" y="134"/>
                      <a:pt x="151" y="131"/>
                    </a:cubicBezTo>
                    <a:cubicBezTo>
                      <a:pt x="157" y="130"/>
                      <a:pt x="157" y="130"/>
                      <a:pt x="157" y="130"/>
                    </a:cubicBezTo>
                    <a:cubicBezTo>
                      <a:pt x="157" y="131"/>
                      <a:pt x="157" y="132"/>
                      <a:pt x="159" y="133"/>
                    </a:cubicBezTo>
                    <a:lnTo>
                      <a:pt x="155" y="137"/>
                    </a:lnTo>
                    <a:close/>
                    <a:moveTo>
                      <a:pt x="155" y="119"/>
                    </a:moveTo>
                    <a:cubicBezTo>
                      <a:pt x="149" y="119"/>
                      <a:pt x="149" y="119"/>
                      <a:pt x="149" y="119"/>
                    </a:cubicBezTo>
                    <a:cubicBezTo>
                      <a:pt x="149" y="117"/>
                      <a:pt x="150" y="115"/>
                      <a:pt x="151" y="113"/>
                    </a:cubicBezTo>
                    <a:cubicBezTo>
                      <a:pt x="152" y="113"/>
                      <a:pt x="152" y="112"/>
                      <a:pt x="152" y="112"/>
                    </a:cubicBezTo>
                    <a:cubicBezTo>
                      <a:pt x="157" y="116"/>
                      <a:pt x="157" y="116"/>
                      <a:pt x="157" y="116"/>
                    </a:cubicBezTo>
                    <a:cubicBezTo>
                      <a:pt x="157" y="116"/>
                      <a:pt x="156" y="116"/>
                      <a:pt x="156" y="116"/>
                    </a:cubicBezTo>
                    <a:cubicBezTo>
                      <a:pt x="155" y="118"/>
                      <a:pt x="155" y="119"/>
                      <a:pt x="155" y="119"/>
                    </a:cubicBezTo>
                    <a:close/>
                    <a:moveTo>
                      <a:pt x="165" y="115"/>
                    </a:moveTo>
                    <a:cubicBezTo>
                      <a:pt x="165" y="110"/>
                      <a:pt x="165" y="110"/>
                      <a:pt x="165" y="110"/>
                    </a:cubicBezTo>
                    <a:cubicBezTo>
                      <a:pt x="165" y="110"/>
                      <a:pt x="165" y="110"/>
                      <a:pt x="165" y="110"/>
                    </a:cubicBezTo>
                    <a:cubicBezTo>
                      <a:pt x="167" y="110"/>
                      <a:pt x="168" y="109"/>
                      <a:pt x="169" y="109"/>
                    </a:cubicBezTo>
                    <a:cubicBezTo>
                      <a:pt x="173" y="113"/>
                      <a:pt x="173" y="113"/>
                      <a:pt x="173" y="113"/>
                    </a:cubicBezTo>
                    <a:cubicBezTo>
                      <a:pt x="171" y="115"/>
                      <a:pt x="168" y="115"/>
                      <a:pt x="165" y="115"/>
                    </a:cubicBezTo>
                    <a:close/>
                    <a:moveTo>
                      <a:pt x="470" y="115"/>
                    </a:moveTo>
                    <a:cubicBezTo>
                      <a:pt x="469" y="109"/>
                      <a:pt x="469" y="109"/>
                      <a:pt x="469" y="109"/>
                    </a:cubicBezTo>
                    <a:cubicBezTo>
                      <a:pt x="471" y="109"/>
                      <a:pt x="473" y="109"/>
                      <a:pt x="475" y="109"/>
                    </a:cubicBezTo>
                    <a:cubicBezTo>
                      <a:pt x="475" y="114"/>
                      <a:pt x="475" y="114"/>
                      <a:pt x="475" y="114"/>
                    </a:cubicBezTo>
                    <a:cubicBezTo>
                      <a:pt x="473" y="115"/>
                      <a:pt x="471" y="115"/>
                      <a:pt x="470" y="115"/>
                    </a:cubicBezTo>
                    <a:close/>
                    <a:moveTo>
                      <a:pt x="457" y="115"/>
                    </a:moveTo>
                    <a:cubicBezTo>
                      <a:pt x="455" y="114"/>
                      <a:pt x="453" y="114"/>
                      <a:pt x="451" y="113"/>
                    </a:cubicBezTo>
                    <a:cubicBezTo>
                      <a:pt x="453" y="108"/>
                      <a:pt x="453" y="108"/>
                      <a:pt x="453" y="108"/>
                    </a:cubicBezTo>
                    <a:cubicBezTo>
                      <a:pt x="455" y="108"/>
                      <a:pt x="456" y="109"/>
                      <a:pt x="458" y="109"/>
                    </a:cubicBezTo>
                    <a:lnTo>
                      <a:pt x="457" y="115"/>
                    </a:lnTo>
                    <a:close/>
                    <a:moveTo>
                      <a:pt x="487" y="114"/>
                    </a:moveTo>
                    <a:cubicBezTo>
                      <a:pt x="487" y="108"/>
                      <a:pt x="487" y="108"/>
                      <a:pt x="487" y="108"/>
                    </a:cubicBezTo>
                    <a:cubicBezTo>
                      <a:pt x="489" y="108"/>
                      <a:pt x="491" y="107"/>
                      <a:pt x="492" y="107"/>
                    </a:cubicBezTo>
                    <a:cubicBezTo>
                      <a:pt x="493" y="113"/>
                      <a:pt x="493" y="113"/>
                      <a:pt x="493" y="113"/>
                    </a:cubicBezTo>
                    <a:cubicBezTo>
                      <a:pt x="491" y="113"/>
                      <a:pt x="489" y="113"/>
                      <a:pt x="487" y="114"/>
                    </a:cubicBezTo>
                    <a:close/>
                    <a:moveTo>
                      <a:pt x="506" y="110"/>
                    </a:moveTo>
                    <a:cubicBezTo>
                      <a:pt x="502" y="105"/>
                      <a:pt x="502" y="105"/>
                      <a:pt x="502" y="105"/>
                    </a:cubicBezTo>
                    <a:cubicBezTo>
                      <a:pt x="504" y="108"/>
                      <a:pt x="504" y="108"/>
                      <a:pt x="504" y="108"/>
                    </a:cubicBezTo>
                    <a:cubicBezTo>
                      <a:pt x="502" y="105"/>
                      <a:pt x="502" y="105"/>
                      <a:pt x="502" y="105"/>
                    </a:cubicBezTo>
                    <a:cubicBezTo>
                      <a:pt x="507" y="109"/>
                      <a:pt x="507" y="109"/>
                      <a:pt x="507" y="109"/>
                    </a:cubicBezTo>
                    <a:cubicBezTo>
                      <a:pt x="506" y="110"/>
                      <a:pt x="506" y="110"/>
                      <a:pt x="506" y="110"/>
                    </a:cubicBezTo>
                    <a:close/>
                    <a:moveTo>
                      <a:pt x="441" y="105"/>
                    </a:moveTo>
                    <a:cubicBezTo>
                      <a:pt x="439" y="103"/>
                      <a:pt x="438" y="101"/>
                      <a:pt x="437" y="100"/>
                    </a:cubicBezTo>
                    <a:cubicBezTo>
                      <a:pt x="443" y="97"/>
                      <a:pt x="443" y="97"/>
                      <a:pt x="443" y="97"/>
                    </a:cubicBezTo>
                    <a:cubicBezTo>
                      <a:pt x="443" y="99"/>
                      <a:pt x="444" y="100"/>
                      <a:pt x="445" y="102"/>
                    </a:cubicBezTo>
                    <a:lnTo>
                      <a:pt x="441" y="105"/>
                    </a:lnTo>
                    <a:close/>
                    <a:moveTo>
                      <a:pt x="216" y="105"/>
                    </a:moveTo>
                    <a:cubicBezTo>
                      <a:pt x="213" y="105"/>
                      <a:pt x="211" y="103"/>
                      <a:pt x="211" y="99"/>
                    </a:cubicBezTo>
                    <a:cubicBezTo>
                      <a:pt x="211" y="98"/>
                      <a:pt x="211" y="97"/>
                      <a:pt x="211" y="97"/>
                    </a:cubicBezTo>
                    <a:cubicBezTo>
                      <a:pt x="217" y="97"/>
                      <a:pt x="217" y="97"/>
                      <a:pt x="217" y="97"/>
                    </a:cubicBezTo>
                    <a:cubicBezTo>
                      <a:pt x="217" y="98"/>
                      <a:pt x="217" y="98"/>
                      <a:pt x="217" y="99"/>
                    </a:cubicBezTo>
                    <a:cubicBezTo>
                      <a:pt x="217" y="100"/>
                      <a:pt x="217" y="100"/>
                      <a:pt x="217" y="100"/>
                    </a:cubicBezTo>
                    <a:cubicBezTo>
                      <a:pt x="217" y="99"/>
                      <a:pt x="216" y="99"/>
                      <a:pt x="215" y="99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lose/>
                    <a:moveTo>
                      <a:pt x="232" y="104"/>
                    </a:moveTo>
                    <a:cubicBezTo>
                      <a:pt x="232" y="104"/>
                      <a:pt x="232" y="104"/>
                      <a:pt x="232" y="104"/>
                    </a:cubicBezTo>
                    <a:cubicBezTo>
                      <a:pt x="231" y="104"/>
                      <a:pt x="230" y="104"/>
                      <a:pt x="228" y="104"/>
                    </a:cubicBezTo>
                    <a:cubicBezTo>
                      <a:pt x="227" y="104"/>
                      <a:pt x="227" y="104"/>
                      <a:pt x="227" y="104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30" y="98"/>
                      <a:pt x="232" y="98"/>
                      <a:pt x="233" y="98"/>
                    </a:cubicBezTo>
                    <a:cubicBezTo>
                      <a:pt x="234" y="98"/>
                      <a:pt x="234" y="98"/>
                      <a:pt x="234" y="98"/>
                    </a:cubicBezTo>
                    <a:lnTo>
                      <a:pt x="232" y="104"/>
                    </a:lnTo>
                    <a:close/>
                    <a:moveTo>
                      <a:pt x="169" y="100"/>
                    </a:moveTo>
                    <a:cubicBezTo>
                      <a:pt x="168" y="94"/>
                      <a:pt x="168" y="94"/>
                      <a:pt x="168" y="94"/>
                    </a:cubicBezTo>
                    <a:cubicBezTo>
                      <a:pt x="174" y="93"/>
                      <a:pt x="174" y="93"/>
                      <a:pt x="174" y="93"/>
                    </a:cubicBezTo>
                    <a:cubicBezTo>
                      <a:pt x="175" y="99"/>
                      <a:pt x="175" y="99"/>
                      <a:pt x="175" y="99"/>
                    </a:cubicBezTo>
                    <a:lnTo>
                      <a:pt x="169" y="100"/>
                    </a:lnTo>
                    <a:close/>
                    <a:moveTo>
                      <a:pt x="243" y="98"/>
                    </a:moveTo>
                    <a:cubicBezTo>
                      <a:pt x="240" y="93"/>
                      <a:pt x="240" y="93"/>
                      <a:pt x="240" y="93"/>
                    </a:cubicBezTo>
                    <a:cubicBezTo>
                      <a:pt x="240" y="93"/>
                      <a:pt x="240" y="93"/>
                      <a:pt x="240" y="93"/>
                    </a:cubicBezTo>
                    <a:cubicBezTo>
                      <a:pt x="240" y="93"/>
                      <a:pt x="240" y="92"/>
                      <a:pt x="240" y="92"/>
                    </a:cubicBezTo>
                    <a:cubicBezTo>
                      <a:pt x="240" y="91"/>
                      <a:pt x="241" y="90"/>
                      <a:pt x="241" y="89"/>
                    </a:cubicBezTo>
                    <a:cubicBezTo>
                      <a:pt x="246" y="91"/>
                      <a:pt x="246" y="91"/>
                      <a:pt x="246" y="91"/>
                    </a:cubicBezTo>
                    <a:cubicBezTo>
                      <a:pt x="246" y="92"/>
                      <a:pt x="246" y="92"/>
                      <a:pt x="246" y="93"/>
                    </a:cubicBezTo>
                    <a:cubicBezTo>
                      <a:pt x="246" y="94"/>
                      <a:pt x="245" y="96"/>
                      <a:pt x="244" y="97"/>
                    </a:cubicBezTo>
                    <a:cubicBezTo>
                      <a:pt x="244" y="97"/>
                      <a:pt x="243" y="98"/>
                      <a:pt x="243" y="98"/>
                    </a:cubicBezTo>
                    <a:close/>
                    <a:moveTo>
                      <a:pt x="435" y="89"/>
                    </a:moveTo>
                    <a:cubicBezTo>
                      <a:pt x="434" y="88"/>
                      <a:pt x="432" y="87"/>
                      <a:pt x="431" y="86"/>
                    </a:cubicBezTo>
                    <a:cubicBezTo>
                      <a:pt x="434" y="81"/>
                      <a:pt x="434" y="81"/>
                      <a:pt x="434" y="81"/>
                    </a:cubicBezTo>
                    <a:cubicBezTo>
                      <a:pt x="436" y="82"/>
                      <a:pt x="438" y="84"/>
                      <a:pt x="439" y="86"/>
                    </a:cubicBezTo>
                    <a:lnTo>
                      <a:pt x="435" y="89"/>
                    </a:lnTo>
                    <a:close/>
                    <a:moveTo>
                      <a:pt x="254" y="87"/>
                    </a:moveTo>
                    <a:cubicBezTo>
                      <a:pt x="252" y="81"/>
                      <a:pt x="252" y="81"/>
                      <a:pt x="252" y="81"/>
                    </a:cubicBezTo>
                    <a:cubicBezTo>
                      <a:pt x="253" y="81"/>
                      <a:pt x="254" y="80"/>
                      <a:pt x="256" y="79"/>
                    </a:cubicBezTo>
                    <a:cubicBezTo>
                      <a:pt x="260" y="83"/>
                      <a:pt x="260" y="83"/>
                      <a:pt x="260" y="83"/>
                    </a:cubicBezTo>
                    <a:cubicBezTo>
                      <a:pt x="257" y="85"/>
                      <a:pt x="256" y="86"/>
                      <a:pt x="254" y="87"/>
                    </a:cubicBezTo>
                    <a:close/>
                    <a:moveTo>
                      <a:pt x="218" y="85"/>
                    </a:moveTo>
                    <a:cubicBezTo>
                      <a:pt x="212" y="85"/>
                      <a:pt x="212" y="85"/>
                      <a:pt x="212" y="85"/>
                    </a:cubicBezTo>
                    <a:cubicBezTo>
                      <a:pt x="212" y="79"/>
                      <a:pt x="212" y="79"/>
                      <a:pt x="212" y="79"/>
                    </a:cubicBezTo>
                    <a:cubicBezTo>
                      <a:pt x="218" y="79"/>
                      <a:pt x="218" y="79"/>
                      <a:pt x="218" y="79"/>
                    </a:cubicBezTo>
                    <a:lnTo>
                      <a:pt x="218" y="85"/>
                    </a:lnTo>
                    <a:close/>
                    <a:moveTo>
                      <a:pt x="174" y="83"/>
                    </a:moveTo>
                    <a:cubicBezTo>
                      <a:pt x="168" y="81"/>
                      <a:pt x="168" y="81"/>
                      <a:pt x="168" y="81"/>
                    </a:cubicBezTo>
                    <a:cubicBezTo>
                      <a:pt x="169" y="79"/>
                      <a:pt x="169" y="78"/>
                      <a:pt x="170" y="76"/>
                    </a:cubicBezTo>
                    <a:cubicBezTo>
                      <a:pt x="171" y="76"/>
                      <a:pt x="171" y="75"/>
                      <a:pt x="171" y="75"/>
                    </a:cubicBezTo>
                    <a:cubicBezTo>
                      <a:pt x="176" y="78"/>
                      <a:pt x="176" y="78"/>
                      <a:pt x="176" y="78"/>
                    </a:cubicBezTo>
                    <a:cubicBezTo>
                      <a:pt x="176" y="79"/>
                      <a:pt x="176" y="79"/>
                      <a:pt x="175" y="79"/>
                    </a:cubicBezTo>
                    <a:cubicBezTo>
                      <a:pt x="175" y="80"/>
                      <a:pt x="174" y="81"/>
                      <a:pt x="174" y="83"/>
                    </a:cubicBezTo>
                    <a:close/>
                    <a:moveTo>
                      <a:pt x="294" y="79"/>
                    </a:moveTo>
                    <a:cubicBezTo>
                      <a:pt x="290" y="75"/>
                      <a:pt x="290" y="75"/>
                      <a:pt x="290" y="75"/>
                    </a:cubicBezTo>
                    <a:cubicBezTo>
                      <a:pt x="291" y="74"/>
                      <a:pt x="292" y="72"/>
                      <a:pt x="293" y="71"/>
                    </a:cubicBezTo>
                    <a:cubicBezTo>
                      <a:pt x="298" y="74"/>
                      <a:pt x="298" y="74"/>
                      <a:pt x="298" y="74"/>
                    </a:cubicBezTo>
                    <a:cubicBezTo>
                      <a:pt x="297" y="76"/>
                      <a:pt x="295" y="78"/>
                      <a:pt x="294" y="79"/>
                    </a:cubicBezTo>
                    <a:close/>
                    <a:moveTo>
                      <a:pt x="281" y="79"/>
                    </a:moveTo>
                    <a:cubicBezTo>
                      <a:pt x="280" y="78"/>
                      <a:pt x="279" y="76"/>
                      <a:pt x="278" y="74"/>
                    </a:cubicBezTo>
                    <a:cubicBezTo>
                      <a:pt x="278" y="73"/>
                      <a:pt x="278" y="73"/>
                      <a:pt x="278" y="73"/>
                    </a:cubicBezTo>
                    <a:cubicBezTo>
                      <a:pt x="283" y="71"/>
                      <a:pt x="283" y="71"/>
                      <a:pt x="283" y="71"/>
                    </a:cubicBezTo>
                    <a:cubicBezTo>
                      <a:pt x="284" y="72"/>
                      <a:pt x="284" y="72"/>
                      <a:pt x="284" y="72"/>
                    </a:cubicBezTo>
                    <a:cubicBezTo>
                      <a:pt x="284" y="73"/>
                      <a:pt x="285" y="75"/>
                      <a:pt x="286" y="76"/>
                    </a:cubicBezTo>
                    <a:lnTo>
                      <a:pt x="281" y="79"/>
                    </a:lnTo>
                    <a:close/>
                    <a:moveTo>
                      <a:pt x="422" y="76"/>
                    </a:moveTo>
                    <a:cubicBezTo>
                      <a:pt x="422" y="75"/>
                      <a:pt x="422" y="74"/>
                      <a:pt x="422" y="73"/>
                    </a:cubicBezTo>
                    <a:cubicBezTo>
                      <a:pt x="422" y="71"/>
                      <a:pt x="422" y="70"/>
                      <a:pt x="423" y="68"/>
                    </a:cubicBezTo>
                    <a:cubicBezTo>
                      <a:pt x="428" y="70"/>
                      <a:pt x="428" y="70"/>
                      <a:pt x="428" y="70"/>
                    </a:cubicBezTo>
                    <a:cubicBezTo>
                      <a:pt x="428" y="71"/>
                      <a:pt x="428" y="72"/>
                      <a:pt x="428" y="73"/>
                    </a:cubicBezTo>
                    <a:cubicBezTo>
                      <a:pt x="428" y="73"/>
                      <a:pt x="428" y="74"/>
                      <a:pt x="428" y="74"/>
                    </a:cubicBezTo>
                    <a:lnTo>
                      <a:pt x="422" y="76"/>
                    </a:lnTo>
                    <a:close/>
                    <a:moveTo>
                      <a:pt x="435" y="75"/>
                    </a:moveTo>
                    <a:cubicBezTo>
                      <a:pt x="435" y="73"/>
                      <a:pt x="435" y="73"/>
                      <a:pt x="435" y="73"/>
                    </a:cubicBezTo>
                    <a:cubicBezTo>
                      <a:pt x="435" y="70"/>
                      <a:pt x="435" y="70"/>
                      <a:pt x="435" y="70"/>
                    </a:cubicBezTo>
                    <a:cubicBezTo>
                      <a:pt x="435" y="70"/>
                      <a:pt x="435" y="69"/>
                      <a:pt x="435" y="69"/>
                    </a:cubicBezTo>
                    <a:cubicBezTo>
                      <a:pt x="441" y="68"/>
                      <a:pt x="441" y="68"/>
                      <a:pt x="441" y="68"/>
                    </a:cubicBezTo>
                    <a:cubicBezTo>
                      <a:pt x="441" y="69"/>
                      <a:pt x="441" y="69"/>
                      <a:pt x="441" y="69"/>
                    </a:cubicBezTo>
                    <a:cubicBezTo>
                      <a:pt x="441" y="72"/>
                      <a:pt x="439" y="74"/>
                      <a:pt x="436" y="75"/>
                    </a:cubicBezTo>
                    <a:cubicBezTo>
                      <a:pt x="436" y="75"/>
                      <a:pt x="435" y="75"/>
                      <a:pt x="435" y="75"/>
                    </a:cubicBezTo>
                    <a:close/>
                    <a:moveTo>
                      <a:pt x="268" y="75"/>
                    </a:moveTo>
                    <a:cubicBezTo>
                      <a:pt x="265" y="71"/>
                      <a:pt x="265" y="71"/>
                      <a:pt x="265" y="71"/>
                    </a:cubicBezTo>
                    <a:cubicBezTo>
                      <a:pt x="267" y="69"/>
                      <a:pt x="268" y="68"/>
                      <a:pt x="270" y="67"/>
                    </a:cubicBezTo>
                    <a:cubicBezTo>
                      <a:pt x="273" y="72"/>
                      <a:pt x="273" y="72"/>
                      <a:pt x="273" y="72"/>
                    </a:cubicBezTo>
                    <a:cubicBezTo>
                      <a:pt x="272" y="73"/>
                      <a:pt x="270" y="74"/>
                      <a:pt x="268" y="75"/>
                    </a:cubicBezTo>
                    <a:close/>
                    <a:moveTo>
                      <a:pt x="185" y="74"/>
                    </a:moveTo>
                    <a:cubicBezTo>
                      <a:pt x="183" y="69"/>
                      <a:pt x="183" y="69"/>
                      <a:pt x="183" y="69"/>
                    </a:cubicBezTo>
                    <a:cubicBezTo>
                      <a:pt x="183" y="69"/>
                      <a:pt x="183" y="69"/>
                      <a:pt x="183" y="69"/>
                    </a:cubicBezTo>
                    <a:cubicBezTo>
                      <a:pt x="184" y="68"/>
                      <a:pt x="184" y="67"/>
                      <a:pt x="184" y="66"/>
                    </a:cubicBezTo>
                    <a:cubicBezTo>
                      <a:pt x="190" y="68"/>
                      <a:pt x="190" y="68"/>
                      <a:pt x="190" y="68"/>
                    </a:cubicBezTo>
                    <a:cubicBezTo>
                      <a:pt x="189" y="69"/>
                      <a:pt x="189" y="70"/>
                      <a:pt x="189" y="71"/>
                    </a:cubicBezTo>
                    <a:cubicBezTo>
                      <a:pt x="188" y="72"/>
                      <a:pt x="187" y="74"/>
                      <a:pt x="185" y="74"/>
                    </a:cubicBezTo>
                    <a:close/>
                    <a:moveTo>
                      <a:pt x="212" y="69"/>
                    </a:moveTo>
                    <a:cubicBezTo>
                      <a:pt x="211" y="69"/>
                      <a:pt x="211" y="69"/>
                      <a:pt x="210" y="68"/>
                    </a:cubicBezTo>
                    <a:cubicBezTo>
                      <a:pt x="210" y="67"/>
                      <a:pt x="209" y="67"/>
                      <a:pt x="208" y="66"/>
                    </a:cubicBezTo>
                    <a:cubicBezTo>
                      <a:pt x="208" y="66"/>
                      <a:pt x="208" y="65"/>
                      <a:pt x="208" y="65"/>
                    </a:cubicBezTo>
                    <a:cubicBezTo>
                      <a:pt x="212" y="62"/>
                      <a:pt x="212" y="62"/>
                      <a:pt x="212" y="62"/>
                    </a:cubicBezTo>
                    <a:cubicBezTo>
                      <a:pt x="213" y="62"/>
                      <a:pt x="213" y="62"/>
                      <a:pt x="213" y="62"/>
                    </a:cubicBezTo>
                    <a:cubicBezTo>
                      <a:pt x="213" y="63"/>
                      <a:pt x="214" y="63"/>
                      <a:pt x="214" y="64"/>
                    </a:cubicBezTo>
                    <a:cubicBezTo>
                      <a:pt x="215" y="64"/>
                      <a:pt x="216" y="65"/>
                      <a:pt x="217" y="66"/>
                    </a:cubicBezTo>
                    <a:lnTo>
                      <a:pt x="212" y="69"/>
                    </a:lnTo>
                    <a:close/>
                    <a:moveTo>
                      <a:pt x="314" y="68"/>
                    </a:moveTo>
                    <a:cubicBezTo>
                      <a:pt x="312" y="62"/>
                      <a:pt x="312" y="62"/>
                      <a:pt x="312" y="62"/>
                    </a:cubicBezTo>
                    <a:cubicBezTo>
                      <a:pt x="312" y="63"/>
                      <a:pt x="312" y="63"/>
                      <a:pt x="312" y="63"/>
                    </a:cubicBezTo>
                    <a:cubicBezTo>
                      <a:pt x="313" y="62"/>
                      <a:pt x="313" y="62"/>
                      <a:pt x="313" y="62"/>
                    </a:cubicBezTo>
                    <a:cubicBezTo>
                      <a:pt x="315" y="60"/>
                      <a:pt x="316" y="59"/>
                      <a:pt x="317" y="59"/>
                    </a:cubicBezTo>
                    <a:cubicBezTo>
                      <a:pt x="319" y="65"/>
                      <a:pt x="319" y="65"/>
                      <a:pt x="319" y="65"/>
                    </a:cubicBezTo>
                    <a:cubicBezTo>
                      <a:pt x="319" y="65"/>
                      <a:pt x="318" y="66"/>
                      <a:pt x="317" y="66"/>
                    </a:cubicBezTo>
                    <a:cubicBezTo>
                      <a:pt x="316" y="67"/>
                      <a:pt x="316" y="67"/>
                      <a:pt x="316" y="67"/>
                    </a:cubicBezTo>
                    <a:cubicBezTo>
                      <a:pt x="315" y="68"/>
                      <a:pt x="315" y="68"/>
                      <a:pt x="314" y="68"/>
                    </a:cubicBezTo>
                    <a:close/>
                    <a:moveTo>
                      <a:pt x="331" y="65"/>
                    </a:moveTo>
                    <a:cubicBezTo>
                      <a:pt x="328" y="60"/>
                      <a:pt x="328" y="60"/>
                      <a:pt x="328" y="60"/>
                    </a:cubicBezTo>
                    <a:cubicBezTo>
                      <a:pt x="328" y="59"/>
                      <a:pt x="329" y="59"/>
                      <a:pt x="329" y="59"/>
                    </a:cubicBezTo>
                    <a:cubicBezTo>
                      <a:pt x="330" y="58"/>
                      <a:pt x="332" y="57"/>
                      <a:pt x="333" y="56"/>
                    </a:cubicBezTo>
                    <a:cubicBezTo>
                      <a:pt x="335" y="62"/>
                      <a:pt x="335" y="62"/>
                      <a:pt x="335" y="62"/>
                    </a:cubicBezTo>
                    <a:cubicBezTo>
                      <a:pt x="335" y="62"/>
                      <a:pt x="334" y="63"/>
                      <a:pt x="333" y="63"/>
                    </a:cubicBezTo>
                    <a:cubicBezTo>
                      <a:pt x="332" y="64"/>
                      <a:pt x="332" y="64"/>
                      <a:pt x="331" y="65"/>
                    </a:cubicBezTo>
                    <a:close/>
                    <a:moveTo>
                      <a:pt x="305" y="64"/>
                    </a:moveTo>
                    <a:cubicBezTo>
                      <a:pt x="300" y="61"/>
                      <a:pt x="300" y="61"/>
                      <a:pt x="300" y="61"/>
                    </a:cubicBezTo>
                    <a:cubicBezTo>
                      <a:pt x="301" y="59"/>
                      <a:pt x="303" y="57"/>
                      <a:pt x="304" y="56"/>
                    </a:cubicBezTo>
                    <a:cubicBezTo>
                      <a:pt x="307" y="61"/>
                      <a:pt x="307" y="61"/>
                      <a:pt x="307" y="61"/>
                    </a:cubicBezTo>
                    <a:cubicBezTo>
                      <a:pt x="307" y="61"/>
                      <a:pt x="306" y="62"/>
                      <a:pt x="305" y="64"/>
                    </a:cubicBezTo>
                    <a:close/>
                    <a:moveTo>
                      <a:pt x="192" y="58"/>
                    </a:moveTo>
                    <a:cubicBezTo>
                      <a:pt x="189" y="54"/>
                      <a:pt x="189" y="54"/>
                      <a:pt x="189" y="54"/>
                    </a:cubicBezTo>
                    <a:cubicBezTo>
                      <a:pt x="191" y="52"/>
                      <a:pt x="194" y="52"/>
                      <a:pt x="196" y="53"/>
                    </a:cubicBezTo>
                    <a:cubicBezTo>
                      <a:pt x="196" y="58"/>
                      <a:pt x="196" y="58"/>
                      <a:pt x="196" y="58"/>
                    </a:cubicBezTo>
                    <a:cubicBezTo>
                      <a:pt x="195" y="58"/>
                      <a:pt x="194" y="58"/>
                      <a:pt x="193" y="58"/>
                    </a:cubicBezTo>
                    <a:cubicBezTo>
                      <a:pt x="193" y="58"/>
                      <a:pt x="192" y="58"/>
                      <a:pt x="192" y="58"/>
                    </a:cubicBezTo>
                    <a:close/>
                    <a:moveTo>
                      <a:pt x="438" y="57"/>
                    </a:moveTo>
                    <a:cubicBezTo>
                      <a:pt x="432" y="57"/>
                      <a:pt x="432" y="57"/>
                      <a:pt x="432" y="57"/>
                    </a:cubicBezTo>
                    <a:cubicBezTo>
                      <a:pt x="432" y="56"/>
                      <a:pt x="432" y="56"/>
                      <a:pt x="432" y="56"/>
                    </a:cubicBezTo>
                    <a:cubicBezTo>
                      <a:pt x="433" y="55"/>
                      <a:pt x="433" y="54"/>
                      <a:pt x="433" y="53"/>
                    </a:cubicBezTo>
                    <a:cubicBezTo>
                      <a:pt x="433" y="52"/>
                      <a:pt x="433" y="52"/>
                      <a:pt x="433" y="51"/>
                    </a:cubicBezTo>
                    <a:cubicBezTo>
                      <a:pt x="438" y="51"/>
                      <a:pt x="438" y="51"/>
                      <a:pt x="438" y="51"/>
                    </a:cubicBezTo>
                    <a:cubicBezTo>
                      <a:pt x="438" y="52"/>
                      <a:pt x="438" y="52"/>
                      <a:pt x="438" y="53"/>
                    </a:cubicBezTo>
                    <a:cubicBezTo>
                      <a:pt x="438" y="54"/>
                      <a:pt x="438" y="56"/>
                      <a:pt x="438" y="57"/>
                    </a:cubicBezTo>
                    <a:close/>
                    <a:moveTo>
                      <a:pt x="209" y="56"/>
                    </a:moveTo>
                    <a:cubicBezTo>
                      <a:pt x="205" y="51"/>
                      <a:pt x="205" y="51"/>
                      <a:pt x="205" y="51"/>
                    </a:cubicBezTo>
                    <a:cubicBezTo>
                      <a:pt x="207" y="50"/>
                      <a:pt x="208" y="49"/>
                      <a:pt x="210" y="49"/>
                    </a:cubicBezTo>
                    <a:cubicBezTo>
                      <a:pt x="210" y="49"/>
                      <a:pt x="210" y="49"/>
                      <a:pt x="210" y="49"/>
                    </a:cubicBezTo>
                    <a:cubicBezTo>
                      <a:pt x="211" y="49"/>
                      <a:pt x="213" y="50"/>
                      <a:pt x="214" y="52"/>
                    </a:cubicBezTo>
                    <a:cubicBezTo>
                      <a:pt x="210" y="55"/>
                      <a:pt x="210" y="55"/>
                      <a:pt x="210" y="55"/>
                    </a:cubicBezTo>
                    <a:cubicBezTo>
                      <a:pt x="210" y="55"/>
                      <a:pt x="210" y="55"/>
                      <a:pt x="209" y="56"/>
                    </a:cubicBezTo>
                    <a:close/>
                    <a:moveTo>
                      <a:pt x="340" y="54"/>
                    </a:moveTo>
                    <a:cubicBezTo>
                      <a:pt x="340" y="54"/>
                      <a:pt x="339" y="53"/>
                      <a:pt x="339" y="53"/>
                    </a:cubicBezTo>
                    <a:cubicBezTo>
                      <a:pt x="338" y="52"/>
                      <a:pt x="337" y="51"/>
                      <a:pt x="336" y="50"/>
                    </a:cubicBezTo>
                    <a:cubicBezTo>
                      <a:pt x="341" y="46"/>
                      <a:pt x="341" y="46"/>
                      <a:pt x="341" y="46"/>
                    </a:cubicBezTo>
                    <a:cubicBezTo>
                      <a:pt x="342" y="47"/>
                      <a:pt x="342" y="48"/>
                      <a:pt x="343" y="49"/>
                    </a:cubicBezTo>
                    <a:cubicBezTo>
                      <a:pt x="344" y="50"/>
                      <a:pt x="345" y="51"/>
                      <a:pt x="345" y="52"/>
                    </a:cubicBezTo>
                    <a:lnTo>
                      <a:pt x="340" y="54"/>
                    </a:lnTo>
                    <a:close/>
                    <a:moveTo>
                      <a:pt x="426" y="50"/>
                    </a:moveTo>
                    <a:cubicBezTo>
                      <a:pt x="423" y="50"/>
                      <a:pt x="421" y="49"/>
                      <a:pt x="419" y="45"/>
                    </a:cubicBezTo>
                    <a:cubicBezTo>
                      <a:pt x="425" y="43"/>
                      <a:pt x="425" y="43"/>
                      <a:pt x="425" y="43"/>
                    </a:cubicBezTo>
                    <a:cubicBezTo>
                      <a:pt x="425" y="44"/>
                      <a:pt x="426" y="44"/>
                      <a:pt x="426" y="45"/>
                    </a:cubicBezTo>
                    <a:cubicBezTo>
                      <a:pt x="427" y="50"/>
                      <a:pt x="427" y="50"/>
                      <a:pt x="427" y="50"/>
                    </a:cubicBezTo>
                    <a:cubicBezTo>
                      <a:pt x="426" y="50"/>
                      <a:pt x="426" y="50"/>
                      <a:pt x="426" y="50"/>
                    </a:cubicBezTo>
                    <a:close/>
                    <a:moveTo>
                      <a:pt x="340" y="41"/>
                    </a:moveTo>
                    <a:cubicBezTo>
                      <a:pt x="337" y="36"/>
                      <a:pt x="337" y="36"/>
                      <a:pt x="337" y="36"/>
                    </a:cubicBezTo>
                    <a:cubicBezTo>
                      <a:pt x="338" y="35"/>
                      <a:pt x="339" y="35"/>
                      <a:pt x="340" y="35"/>
                    </a:cubicBezTo>
                    <a:cubicBezTo>
                      <a:pt x="340" y="35"/>
                      <a:pt x="341" y="35"/>
                      <a:pt x="341" y="35"/>
                    </a:cubicBezTo>
                    <a:cubicBezTo>
                      <a:pt x="340" y="35"/>
                      <a:pt x="340" y="36"/>
                      <a:pt x="340" y="36"/>
                    </a:cubicBezTo>
                    <a:cubicBezTo>
                      <a:pt x="345" y="35"/>
                      <a:pt x="345" y="35"/>
                      <a:pt x="345" y="35"/>
                    </a:cubicBezTo>
                    <a:cubicBezTo>
                      <a:pt x="345" y="36"/>
                      <a:pt x="346" y="36"/>
                      <a:pt x="346" y="36"/>
                    </a:cubicBezTo>
                    <a:cubicBezTo>
                      <a:pt x="345" y="40"/>
                      <a:pt x="342" y="41"/>
                      <a:pt x="341" y="41"/>
                    </a:cubicBezTo>
                    <a:cubicBezTo>
                      <a:pt x="341" y="41"/>
                      <a:pt x="340" y="41"/>
                      <a:pt x="340" y="41"/>
                    </a:cubicBezTo>
                    <a:close/>
                    <a:moveTo>
                      <a:pt x="416" y="38"/>
                    </a:moveTo>
                    <a:cubicBezTo>
                      <a:pt x="416" y="38"/>
                      <a:pt x="416" y="38"/>
                      <a:pt x="415" y="38"/>
                    </a:cubicBezTo>
                    <a:cubicBezTo>
                      <a:pt x="412" y="38"/>
                      <a:pt x="410" y="36"/>
                      <a:pt x="410" y="32"/>
                    </a:cubicBezTo>
                    <a:cubicBezTo>
                      <a:pt x="415" y="32"/>
                      <a:pt x="415" y="32"/>
                      <a:pt x="415" y="32"/>
                    </a:cubicBezTo>
                    <a:cubicBezTo>
                      <a:pt x="415" y="32"/>
                      <a:pt x="415" y="32"/>
                      <a:pt x="415" y="32"/>
                    </a:cubicBezTo>
                    <a:cubicBezTo>
                      <a:pt x="416" y="32"/>
                      <a:pt x="417" y="32"/>
                      <a:pt x="417" y="32"/>
                    </a:cubicBezTo>
                    <a:lnTo>
                      <a:pt x="416" y="38"/>
                    </a:lnTo>
                    <a:close/>
                    <a:moveTo>
                      <a:pt x="415" y="32"/>
                    </a:moveTo>
                    <a:cubicBezTo>
                      <a:pt x="415" y="32"/>
                      <a:pt x="415" y="32"/>
                      <a:pt x="415" y="32"/>
                    </a:cubicBezTo>
                    <a:close/>
                    <a:moveTo>
                      <a:pt x="343" y="25"/>
                    </a:moveTo>
                    <a:cubicBezTo>
                      <a:pt x="337" y="23"/>
                      <a:pt x="337" y="23"/>
                      <a:pt x="337" y="23"/>
                    </a:cubicBezTo>
                    <a:cubicBezTo>
                      <a:pt x="338" y="21"/>
                      <a:pt x="340" y="19"/>
                      <a:pt x="342" y="18"/>
                    </a:cubicBezTo>
                    <a:cubicBezTo>
                      <a:pt x="346" y="22"/>
                      <a:pt x="346" y="22"/>
                      <a:pt x="346" y="22"/>
                    </a:cubicBezTo>
                    <a:cubicBezTo>
                      <a:pt x="344" y="23"/>
                      <a:pt x="343" y="24"/>
                      <a:pt x="343" y="25"/>
                    </a:cubicBezTo>
                    <a:close/>
                    <a:moveTo>
                      <a:pt x="413" y="22"/>
                    </a:moveTo>
                    <a:cubicBezTo>
                      <a:pt x="413" y="22"/>
                      <a:pt x="412" y="21"/>
                      <a:pt x="411" y="20"/>
                    </a:cubicBezTo>
                    <a:cubicBezTo>
                      <a:pt x="410" y="20"/>
                      <a:pt x="410" y="20"/>
                      <a:pt x="410" y="20"/>
                    </a:cubicBezTo>
                    <a:cubicBezTo>
                      <a:pt x="410" y="20"/>
                      <a:pt x="410" y="19"/>
                      <a:pt x="409" y="19"/>
                    </a:cubicBezTo>
                    <a:cubicBezTo>
                      <a:pt x="413" y="15"/>
                      <a:pt x="413" y="15"/>
                      <a:pt x="413" y="15"/>
                    </a:cubicBezTo>
                    <a:cubicBezTo>
                      <a:pt x="414" y="16"/>
                      <a:pt x="414" y="16"/>
                      <a:pt x="414" y="16"/>
                    </a:cubicBezTo>
                    <a:cubicBezTo>
                      <a:pt x="416" y="17"/>
                      <a:pt x="417" y="18"/>
                      <a:pt x="418" y="20"/>
                    </a:cubicBezTo>
                    <a:lnTo>
                      <a:pt x="413" y="22"/>
                    </a:lnTo>
                    <a:close/>
                    <a:moveTo>
                      <a:pt x="355" y="18"/>
                    </a:moveTo>
                    <a:cubicBezTo>
                      <a:pt x="354" y="12"/>
                      <a:pt x="354" y="12"/>
                      <a:pt x="354" y="12"/>
                    </a:cubicBezTo>
                    <a:cubicBezTo>
                      <a:pt x="356" y="11"/>
                      <a:pt x="358" y="11"/>
                      <a:pt x="360" y="11"/>
                    </a:cubicBezTo>
                    <a:cubicBezTo>
                      <a:pt x="360" y="17"/>
                      <a:pt x="360" y="17"/>
                      <a:pt x="360" y="17"/>
                    </a:cubicBezTo>
                    <a:cubicBezTo>
                      <a:pt x="358" y="17"/>
                      <a:pt x="357" y="17"/>
                      <a:pt x="355" y="18"/>
                    </a:cubicBezTo>
                    <a:close/>
                    <a:moveTo>
                      <a:pt x="373" y="16"/>
                    </a:moveTo>
                    <a:cubicBezTo>
                      <a:pt x="371" y="10"/>
                      <a:pt x="371" y="10"/>
                      <a:pt x="371" y="10"/>
                    </a:cubicBezTo>
                    <a:cubicBezTo>
                      <a:pt x="372" y="10"/>
                      <a:pt x="373" y="9"/>
                      <a:pt x="373" y="8"/>
                    </a:cubicBezTo>
                    <a:cubicBezTo>
                      <a:pt x="379" y="11"/>
                      <a:pt x="379" y="11"/>
                      <a:pt x="379" y="11"/>
                    </a:cubicBezTo>
                    <a:cubicBezTo>
                      <a:pt x="377" y="13"/>
                      <a:pt x="375" y="15"/>
                      <a:pt x="373" y="16"/>
                    </a:cubicBezTo>
                    <a:close/>
                    <a:moveTo>
                      <a:pt x="402" y="9"/>
                    </a:moveTo>
                    <a:cubicBezTo>
                      <a:pt x="399" y="5"/>
                      <a:pt x="399" y="5"/>
                      <a:pt x="399" y="5"/>
                    </a:cubicBezTo>
                    <a:cubicBezTo>
                      <a:pt x="399" y="5"/>
                      <a:pt x="399" y="5"/>
                      <a:pt x="399" y="5"/>
                    </a:cubicBezTo>
                    <a:cubicBezTo>
                      <a:pt x="403" y="1"/>
                      <a:pt x="403" y="1"/>
                      <a:pt x="403" y="1"/>
                    </a:cubicBezTo>
                    <a:cubicBezTo>
                      <a:pt x="404" y="1"/>
                      <a:pt x="404" y="2"/>
                      <a:pt x="404" y="2"/>
                    </a:cubicBezTo>
                    <a:cubicBezTo>
                      <a:pt x="407" y="6"/>
                      <a:pt x="407" y="6"/>
                      <a:pt x="407" y="6"/>
                    </a:cubicBezTo>
                    <a:lnTo>
                      <a:pt x="402" y="9"/>
                    </a:lnTo>
                    <a:close/>
                    <a:moveTo>
                      <a:pt x="385" y="8"/>
                    </a:moveTo>
                    <a:cubicBezTo>
                      <a:pt x="385" y="2"/>
                      <a:pt x="385" y="2"/>
                      <a:pt x="385" y="2"/>
                    </a:cubicBezTo>
                    <a:cubicBezTo>
                      <a:pt x="386" y="2"/>
                      <a:pt x="386" y="2"/>
                      <a:pt x="387" y="1"/>
                    </a:cubicBezTo>
                    <a:cubicBezTo>
                      <a:pt x="388" y="1"/>
                      <a:pt x="389" y="1"/>
                      <a:pt x="389" y="0"/>
                    </a:cubicBezTo>
                    <a:cubicBezTo>
                      <a:pt x="392" y="6"/>
                      <a:pt x="392" y="6"/>
                      <a:pt x="392" y="6"/>
                    </a:cubicBezTo>
                    <a:cubicBezTo>
                      <a:pt x="391" y="6"/>
                      <a:pt x="390" y="6"/>
                      <a:pt x="389" y="7"/>
                    </a:cubicBezTo>
                    <a:cubicBezTo>
                      <a:pt x="388" y="7"/>
                      <a:pt x="386" y="8"/>
                      <a:pt x="385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iṣļîḓe"/>
              <p:cNvSpPr/>
              <p:nvPr/>
            </p:nvSpPr>
            <p:spPr bwMode="auto">
              <a:xfrm>
                <a:off x="8048625" y="1887538"/>
                <a:ext cx="979488" cy="771525"/>
              </a:xfrm>
              <a:custGeom>
                <a:avLst/>
                <a:gdLst>
                  <a:gd name="T0" fmla="*/ 65 w 457"/>
                  <a:gd name="T1" fmla="*/ 337 h 360"/>
                  <a:gd name="T2" fmla="*/ 60 w 457"/>
                  <a:gd name="T3" fmla="*/ 319 h 360"/>
                  <a:gd name="T4" fmla="*/ 57 w 457"/>
                  <a:gd name="T5" fmla="*/ 308 h 360"/>
                  <a:gd name="T6" fmla="*/ 32 w 457"/>
                  <a:gd name="T7" fmla="*/ 299 h 360"/>
                  <a:gd name="T8" fmla="*/ 48 w 457"/>
                  <a:gd name="T9" fmla="*/ 297 h 360"/>
                  <a:gd name="T10" fmla="*/ 15 w 457"/>
                  <a:gd name="T11" fmla="*/ 286 h 360"/>
                  <a:gd name="T12" fmla="*/ 2 w 457"/>
                  <a:gd name="T13" fmla="*/ 282 h 360"/>
                  <a:gd name="T14" fmla="*/ 10 w 457"/>
                  <a:gd name="T15" fmla="*/ 260 h 360"/>
                  <a:gd name="T16" fmla="*/ 14 w 457"/>
                  <a:gd name="T17" fmla="*/ 245 h 360"/>
                  <a:gd name="T18" fmla="*/ 22 w 457"/>
                  <a:gd name="T19" fmla="*/ 231 h 360"/>
                  <a:gd name="T20" fmla="*/ 29 w 457"/>
                  <a:gd name="T21" fmla="*/ 216 h 360"/>
                  <a:gd name="T22" fmla="*/ 453 w 457"/>
                  <a:gd name="T23" fmla="*/ 221 h 360"/>
                  <a:gd name="T24" fmla="*/ 453 w 457"/>
                  <a:gd name="T25" fmla="*/ 205 h 360"/>
                  <a:gd name="T26" fmla="*/ 75 w 457"/>
                  <a:gd name="T27" fmla="*/ 194 h 360"/>
                  <a:gd name="T28" fmla="*/ 450 w 457"/>
                  <a:gd name="T29" fmla="*/ 193 h 360"/>
                  <a:gd name="T30" fmla="*/ 450 w 457"/>
                  <a:gd name="T31" fmla="*/ 193 h 360"/>
                  <a:gd name="T32" fmla="*/ 437 w 457"/>
                  <a:gd name="T33" fmla="*/ 187 h 360"/>
                  <a:gd name="T34" fmla="*/ 71 w 457"/>
                  <a:gd name="T35" fmla="*/ 182 h 360"/>
                  <a:gd name="T36" fmla="*/ 84 w 457"/>
                  <a:gd name="T37" fmla="*/ 178 h 360"/>
                  <a:gd name="T38" fmla="*/ 28 w 457"/>
                  <a:gd name="T39" fmla="*/ 170 h 360"/>
                  <a:gd name="T40" fmla="*/ 431 w 457"/>
                  <a:gd name="T41" fmla="*/ 170 h 360"/>
                  <a:gd name="T42" fmla="*/ 94 w 457"/>
                  <a:gd name="T43" fmla="*/ 160 h 360"/>
                  <a:gd name="T44" fmla="*/ 25 w 457"/>
                  <a:gd name="T45" fmla="*/ 154 h 360"/>
                  <a:gd name="T46" fmla="*/ 100 w 457"/>
                  <a:gd name="T47" fmla="*/ 153 h 360"/>
                  <a:gd name="T48" fmla="*/ 50 w 457"/>
                  <a:gd name="T49" fmla="*/ 149 h 360"/>
                  <a:gd name="T50" fmla="*/ 37 w 457"/>
                  <a:gd name="T51" fmla="*/ 147 h 360"/>
                  <a:gd name="T52" fmla="*/ 117 w 457"/>
                  <a:gd name="T53" fmla="*/ 137 h 360"/>
                  <a:gd name="T54" fmla="*/ 130 w 457"/>
                  <a:gd name="T55" fmla="*/ 139 h 360"/>
                  <a:gd name="T56" fmla="*/ 408 w 457"/>
                  <a:gd name="T57" fmla="*/ 127 h 360"/>
                  <a:gd name="T58" fmla="*/ 142 w 457"/>
                  <a:gd name="T59" fmla="*/ 121 h 360"/>
                  <a:gd name="T60" fmla="*/ 172 w 457"/>
                  <a:gd name="T61" fmla="*/ 113 h 360"/>
                  <a:gd name="T62" fmla="*/ 159 w 457"/>
                  <a:gd name="T63" fmla="*/ 108 h 360"/>
                  <a:gd name="T64" fmla="*/ 417 w 457"/>
                  <a:gd name="T65" fmla="*/ 109 h 360"/>
                  <a:gd name="T66" fmla="*/ 411 w 457"/>
                  <a:gd name="T67" fmla="*/ 108 h 360"/>
                  <a:gd name="T68" fmla="*/ 182 w 457"/>
                  <a:gd name="T69" fmla="*/ 108 h 360"/>
                  <a:gd name="T70" fmla="*/ 403 w 457"/>
                  <a:gd name="T71" fmla="*/ 91 h 360"/>
                  <a:gd name="T72" fmla="*/ 191 w 457"/>
                  <a:gd name="T73" fmla="*/ 92 h 360"/>
                  <a:gd name="T74" fmla="*/ 214 w 457"/>
                  <a:gd name="T75" fmla="*/ 84 h 360"/>
                  <a:gd name="T76" fmla="*/ 390 w 457"/>
                  <a:gd name="T77" fmla="*/ 83 h 360"/>
                  <a:gd name="T78" fmla="*/ 231 w 457"/>
                  <a:gd name="T79" fmla="*/ 80 h 360"/>
                  <a:gd name="T80" fmla="*/ 253 w 457"/>
                  <a:gd name="T81" fmla="*/ 72 h 360"/>
                  <a:gd name="T82" fmla="*/ 216 w 457"/>
                  <a:gd name="T83" fmla="*/ 70 h 360"/>
                  <a:gd name="T84" fmla="*/ 384 w 457"/>
                  <a:gd name="T85" fmla="*/ 66 h 360"/>
                  <a:gd name="T86" fmla="*/ 262 w 457"/>
                  <a:gd name="T87" fmla="*/ 67 h 360"/>
                  <a:gd name="T88" fmla="*/ 375 w 457"/>
                  <a:gd name="T89" fmla="*/ 57 h 360"/>
                  <a:gd name="T90" fmla="*/ 351 w 457"/>
                  <a:gd name="T91" fmla="*/ 52 h 360"/>
                  <a:gd name="T92" fmla="*/ 280 w 457"/>
                  <a:gd name="T93" fmla="*/ 44 h 360"/>
                  <a:gd name="T94" fmla="*/ 338 w 457"/>
                  <a:gd name="T95" fmla="*/ 45 h 360"/>
                  <a:gd name="T96" fmla="*/ 367 w 457"/>
                  <a:gd name="T97" fmla="*/ 43 h 360"/>
                  <a:gd name="T98" fmla="*/ 351 w 457"/>
                  <a:gd name="T99" fmla="*/ 39 h 360"/>
                  <a:gd name="T100" fmla="*/ 336 w 457"/>
                  <a:gd name="T101" fmla="*/ 33 h 360"/>
                  <a:gd name="T102" fmla="*/ 286 w 457"/>
                  <a:gd name="T103" fmla="*/ 29 h 360"/>
                  <a:gd name="T104" fmla="*/ 367 w 457"/>
                  <a:gd name="T105" fmla="*/ 31 h 360"/>
                  <a:gd name="T106" fmla="*/ 324 w 457"/>
                  <a:gd name="T107" fmla="*/ 24 h 360"/>
                  <a:gd name="T108" fmla="*/ 293 w 457"/>
                  <a:gd name="T109" fmla="*/ 17 h 360"/>
                  <a:gd name="T110" fmla="*/ 301 w 457"/>
                  <a:gd name="T111" fmla="*/ 5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57" h="360">
                    <a:moveTo>
                      <a:pt x="69" y="360"/>
                    </a:moveTo>
                    <a:cubicBezTo>
                      <a:pt x="69" y="360"/>
                      <a:pt x="68" y="358"/>
                      <a:pt x="67" y="354"/>
                    </a:cubicBezTo>
                    <a:cubicBezTo>
                      <a:pt x="73" y="353"/>
                      <a:pt x="73" y="353"/>
                      <a:pt x="73" y="353"/>
                    </a:cubicBezTo>
                    <a:cubicBezTo>
                      <a:pt x="74" y="356"/>
                      <a:pt x="74" y="358"/>
                      <a:pt x="74" y="358"/>
                    </a:cubicBezTo>
                    <a:lnTo>
                      <a:pt x="69" y="360"/>
                    </a:lnTo>
                    <a:close/>
                    <a:moveTo>
                      <a:pt x="66" y="342"/>
                    </a:moveTo>
                    <a:cubicBezTo>
                      <a:pt x="66" y="342"/>
                      <a:pt x="66" y="341"/>
                      <a:pt x="66" y="341"/>
                    </a:cubicBezTo>
                    <a:cubicBezTo>
                      <a:pt x="66" y="339"/>
                      <a:pt x="66" y="338"/>
                      <a:pt x="65" y="337"/>
                    </a:cubicBezTo>
                    <a:cubicBezTo>
                      <a:pt x="71" y="336"/>
                      <a:pt x="71" y="336"/>
                      <a:pt x="71" y="336"/>
                    </a:cubicBezTo>
                    <a:cubicBezTo>
                      <a:pt x="71" y="337"/>
                      <a:pt x="71" y="339"/>
                      <a:pt x="71" y="341"/>
                    </a:cubicBezTo>
                    <a:cubicBezTo>
                      <a:pt x="71" y="341"/>
                      <a:pt x="71" y="342"/>
                      <a:pt x="71" y="342"/>
                    </a:cubicBezTo>
                    <a:lnTo>
                      <a:pt x="66" y="342"/>
                    </a:lnTo>
                    <a:close/>
                    <a:moveTo>
                      <a:pt x="61" y="328"/>
                    </a:moveTo>
                    <a:cubicBezTo>
                      <a:pt x="61" y="327"/>
                      <a:pt x="60" y="326"/>
                      <a:pt x="59" y="326"/>
                    </a:cubicBezTo>
                    <a:cubicBezTo>
                      <a:pt x="59" y="325"/>
                      <a:pt x="58" y="325"/>
                      <a:pt x="58" y="325"/>
                    </a:cubicBezTo>
                    <a:cubicBezTo>
                      <a:pt x="60" y="319"/>
                      <a:pt x="60" y="319"/>
                      <a:pt x="60" y="319"/>
                    </a:cubicBezTo>
                    <a:cubicBezTo>
                      <a:pt x="61" y="320"/>
                      <a:pt x="62" y="320"/>
                      <a:pt x="62" y="321"/>
                    </a:cubicBezTo>
                    <a:cubicBezTo>
                      <a:pt x="64" y="322"/>
                      <a:pt x="65" y="323"/>
                      <a:pt x="66" y="324"/>
                    </a:cubicBezTo>
                    <a:lnTo>
                      <a:pt x="61" y="328"/>
                    </a:lnTo>
                    <a:close/>
                    <a:moveTo>
                      <a:pt x="57" y="314"/>
                    </a:moveTo>
                    <a:cubicBezTo>
                      <a:pt x="51" y="313"/>
                      <a:pt x="51" y="313"/>
                      <a:pt x="51" y="313"/>
                    </a:cubicBezTo>
                    <a:cubicBezTo>
                      <a:pt x="51" y="312"/>
                      <a:pt x="51" y="311"/>
                      <a:pt x="51" y="311"/>
                    </a:cubicBezTo>
                    <a:cubicBezTo>
                      <a:pt x="51" y="310"/>
                      <a:pt x="51" y="309"/>
                      <a:pt x="51" y="308"/>
                    </a:cubicBezTo>
                    <a:cubicBezTo>
                      <a:pt x="57" y="308"/>
                      <a:pt x="57" y="308"/>
                      <a:pt x="57" y="308"/>
                    </a:cubicBezTo>
                    <a:cubicBezTo>
                      <a:pt x="57" y="308"/>
                      <a:pt x="57" y="309"/>
                      <a:pt x="57" y="311"/>
                    </a:cubicBezTo>
                    <a:cubicBezTo>
                      <a:pt x="57" y="312"/>
                      <a:pt x="57" y="313"/>
                      <a:pt x="57" y="314"/>
                    </a:cubicBezTo>
                    <a:close/>
                    <a:moveTo>
                      <a:pt x="29" y="304"/>
                    </a:moveTo>
                    <a:cubicBezTo>
                      <a:pt x="27" y="303"/>
                      <a:pt x="26" y="302"/>
                      <a:pt x="25" y="300"/>
                    </a:cubicBezTo>
                    <a:cubicBezTo>
                      <a:pt x="25" y="300"/>
                      <a:pt x="24" y="299"/>
                      <a:pt x="24" y="299"/>
                    </a:cubicBezTo>
                    <a:cubicBezTo>
                      <a:pt x="29" y="295"/>
                      <a:pt x="29" y="295"/>
                      <a:pt x="29" y="295"/>
                    </a:cubicBezTo>
                    <a:cubicBezTo>
                      <a:pt x="29" y="296"/>
                      <a:pt x="29" y="296"/>
                      <a:pt x="30" y="297"/>
                    </a:cubicBezTo>
                    <a:cubicBezTo>
                      <a:pt x="30" y="298"/>
                      <a:pt x="31" y="298"/>
                      <a:pt x="32" y="299"/>
                    </a:cubicBezTo>
                    <a:lnTo>
                      <a:pt x="29" y="304"/>
                    </a:lnTo>
                    <a:close/>
                    <a:moveTo>
                      <a:pt x="46" y="302"/>
                    </a:moveTo>
                    <a:cubicBezTo>
                      <a:pt x="45" y="302"/>
                      <a:pt x="44" y="302"/>
                      <a:pt x="43" y="302"/>
                    </a:cubicBezTo>
                    <a:cubicBezTo>
                      <a:pt x="43" y="302"/>
                      <a:pt x="43" y="302"/>
                      <a:pt x="43" y="302"/>
                    </a:cubicBezTo>
                    <a:cubicBezTo>
                      <a:pt x="43" y="302"/>
                      <a:pt x="42" y="302"/>
                      <a:pt x="42" y="302"/>
                    </a:cubicBezTo>
                    <a:cubicBezTo>
                      <a:pt x="41" y="296"/>
                      <a:pt x="41" y="296"/>
                      <a:pt x="41" y="296"/>
                    </a:cubicBezTo>
                    <a:cubicBezTo>
                      <a:pt x="41" y="296"/>
                      <a:pt x="42" y="296"/>
                      <a:pt x="43" y="296"/>
                    </a:cubicBezTo>
                    <a:cubicBezTo>
                      <a:pt x="44" y="296"/>
                      <a:pt x="46" y="296"/>
                      <a:pt x="48" y="297"/>
                    </a:cubicBezTo>
                    <a:lnTo>
                      <a:pt x="46" y="302"/>
                    </a:lnTo>
                    <a:close/>
                    <a:moveTo>
                      <a:pt x="17" y="293"/>
                    </a:moveTo>
                    <a:cubicBezTo>
                      <a:pt x="18" y="290"/>
                      <a:pt x="18" y="290"/>
                      <a:pt x="18" y="290"/>
                    </a:cubicBezTo>
                    <a:cubicBezTo>
                      <a:pt x="17" y="293"/>
                      <a:pt x="17" y="293"/>
                      <a:pt x="17" y="293"/>
                    </a:cubicBezTo>
                    <a:cubicBezTo>
                      <a:pt x="16" y="292"/>
                      <a:pt x="14" y="292"/>
                      <a:pt x="13" y="291"/>
                    </a:cubicBezTo>
                    <a:cubicBezTo>
                      <a:pt x="12" y="291"/>
                      <a:pt x="12" y="291"/>
                      <a:pt x="11" y="290"/>
                    </a:cubicBezTo>
                    <a:cubicBezTo>
                      <a:pt x="14" y="285"/>
                      <a:pt x="14" y="285"/>
                      <a:pt x="14" y="285"/>
                    </a:cubicBezTo>
                    <a:cubicBezTo>
                      <a:pt x="15" y="285"/>
                      <a:pt x="15" y="286"/>
                      <a:pt x="15" y="286"/>
                    </a:cubicBezTo>
                    <a:cubicBezTo>
                      <a:pt x="16" y="286"/>
                      <a:pt x="18" y="287"/>
                      <a:pt x="19" y="287"/>
                    </a:cubicBezTo>
                    <a:lnTo>
                      <a:pt x="17" y="293"/>
                    </a:lnTo>
                    <a:close/>
                    <a:moveTo>
                      <a:pt x="2" y="282"/>
                    </a:moveTo>
                    <a:cubicBezTo>
                      <a:pt x="0" y="280"/>
                      <a:pt x="0" y="277"/>
                      <a:pt x="0" y="275"/>
                    </a:cubicBezTo>
                    <a:cubicBezTo>
                      <a:pt x="0" y="274"/>
                      <a:pt x="0" y="274"/>
                      <a:pt x="0" y="274"/>
                    </a:cubicBezTo>
                    <a:cubicBezTo>
                      <a:pt x="6" y="275"/>
                      <a:pt x="6" y="275"/>
                      <a:pt x="6" y="275"/>
                    </a:cubicBezTo>
                    <a:cubicBezTo>
                      <a:pt x="6" y="276"/>
                      <a:pt x="6" y="278"/>
                      <a:pt x="6" y="278"/>
                    </a:cubicBezTo>
                    <a:lnTo>
                      <a:pt x="2" y="282"/>
                    </a:lnTo>
                    <a:close/>
                    <a:moveTo>
                      <a:pt x="10" y="266"/>
                    </a:moveTo>
                    <a:cubicBezTo>
                      <a:pt x="6" y="262"/>
                      <a:pt x="6" y="262"/>
                      <a:pt x="6" y="262"/>
                    </a:cubicBezTo>
                    <a:cubicBezTo>
                      <a:pt x="6" y="262"/>
                      <a:pt x="6" y="263"/>
                      <a:pt x="6" y="263"/>
                    </a:cubicBezTo>
                    <a:cubicBezTo>
                      <a:pt x="6" y="263"/>
                      <a:pt x="6" y="264"/>
                      <a:pt x="6" y="264"/>
                    </a:cubicBezTo>
                    <a:cubicBezTo>
                      <a:pt x="6" y="263"/>
                      <a:pt x="5" y="263"/>
                      <a:pt x="5" y="262"/>
                    </a:cubicBezTo>
                    <a:cubicBezTo>
                      <a:pt x="4" y="260"/>
                      <a:pt x="4" y="260"/>
                      <a:pt x="4" y="260"/>
                    </a:cubicBezTo>
                    <a:cubicBezTo>
                      <a:pt x="10" y="258"/>
                      <a:pt x="10" y="258"/>
                      <a:pt x="10" y="258"/>
                    </a:cubicBezTo>
                    <a:cubicBezTo>
                      <a:pt x="10" y="260"/>
                      <a:pt x="10" y="260"/>
                      <a:pt x="10" y="260"/>
                    </a:cubicBezTo>
                    <a:cubicBezTo>
                      <a:pt x="11" y="261"/>
                      <a:pt x="11" y="262"/>
                      <a:pt x="11" y="263"/>
                    </a:cubicBezTo>
                    <a:cubicBezTo>
                      <a:pt x="11" y="265"/>
                      <a:pt x="10" y="266"/>
                      <a:pt x="10" y="266"/>
                    </a:cubicBezTo>
                    <a:close/>
                    <a:moveTo>
                      <a:pt x="6" y="264"/>
                    </a:moveTo>
                    <a:cubicBezTo>
                      <a:pt x="6" y="264"/>
                      <a:pt x="6" y="264"/>
                      <a:pt x="6" y="264"/>
                    </a:cubicBezTo>
                    <a:close/>
                    <a:moveTo>
                      <a:pt x="15" y="254"/>
                    </a:moveTo>
                    <a:cubicBezTo>
                      <a:pt x="12" y="249"/>
                      <a:pt x="12" y="249"/>
                      <a:pt x="12" y="249"/>
                    </a:cubicBezTo>
                    <a:cubicBezTo>
                      <a:pt x="13" y="248"/>
                      <a:pt x="13" y="248"/>
                      <a:pt x="13" y="247"/>
                    </a:cubicBezTo>
                    <a:cubicBezTo>
                      <a:pt x="14" y="247"/>
                      <a:pt x="14" y="246"/>
                      <a:pt x="14" y="245"/>
                    </a:cubicBezTo>
                    <a:cubicBezTo>
                      <a:pt x="19" y="249"/>
                      <a:pt x="19" y="249"/>
                      <a:pt x="19" y="249"/>
                    </a:cubicBezTo>
                    <a:cubicBezTo>
                      <a:pt x="19" y="249"/>
                      <a:pt x="19" y="249"/>
                      <a:pt x="19" y="250"/>
                    </a:cubicBezTo>
                    <a:cubicBezTo>
                      <a:pt x="18" y="252"/>
                      <a:pt x="17" y="253"/>
                      <a:pt x="15" y="254"/>
                    </a:cubicBezTo>
                    <a:close/>
                    <a:moveTo>
                      <a:pt x="26" y="239"/>
                    </a:moveTo>
                    <a:cubicBezTo>
                      <a:pt x="21" y="236"/>
                      <a:pt x="21" y="236"/>
                      <a:pt x="21" y="236"/>
                    </a:cubicBezTo>
                    <a:cubicBezTo>
                      <a:pt x="21" y="236"/>
                      <a:pt x="21" y="236"/>
                      <a:pt x="21" y="235"/>
                    </a:cubicBezTo>
                    <a:cubicBezTo>
                      <a:pt x="21" y="234"/>
                      <a:pt x="22" y="234"/>
                      <a:pt x="22" y="233"/>
                    </a:cubicBezTo>
                    <a:cubicBezTo>
                      <a:pt x="22" y="232"/>
                      <a:pt x="22" y="231"/>
                      <a:pt x="22" y="231"/>
                    </a:cubicBezTo>
                    <a:cubicBezTo>
                      <a:pt x="28" y="233"/>
                      <a:pt x="28" y="233"/>
                      <a:pt x="28" y="233"/>
                    </a:cubicBezTo>
                    <a:cubicBezTo>
                      <a:pt x="28" y="233"/>
                      <a:pt x="28" y="234"/>
                      <a:pt x="27" y="234"/>
                    </a:cubicBezTo>
                    <a:cubicBezTo>
                      <a:pt x="27" y="235"/>
                      <a:pt x="27" y="236"/>
                      <a:pt x="27" y="237"/>
                    </a:cubicBezTo>
                    <a:cubicBezTo>
                      <a:pt x="26" y="238"/>
                      <a:pt x="26" y="238"/>
                      <a:pt x="26" y="239"/>
                    </a:cubicBezTo>
                    <a:close/>
                    <a:moveTo>
                      <a:pt x="33" y="222"/>
                    </a:moveTo>
                    <a:cubicBezTo>
                      <a:pt x="27" y="221"/>
                      <a:pt x="27" y="221"/>
                      <a:pt x="27" y="221"/>
                    </a:cubicBezTo>
                    <a:cubicBezTo>
                      <a:pt x="27" y="220"/>
                      <a:pt x="27" y="219"/>
                      <a:pt x="28" y="217"/>
                    </a:cubicBezTo>
                    <a:cubicBezTo>
                      <a:pt x="28" y="217"/>
                      <a:pt x="29" y="216"/>
                      <a:pt x="29" y="216"/>
                    </a:cubicBezTo>
                    <a:cubicBezTo>
                      <a:pt x="34" y="217"/>
                      <a:pt x="34" y="217"/>
                      <a:pt x="34" y="217"/>
                    </a:cubicBezTo>
                    <a:cubicBezTo>
                      <a:pt x="34" y="218"/>
                      <a:pt x="34" y="219"/>
                      <a:pt x="33" y="220"/>
                    </a:cubicBezTo>
                    <a:cubicBezTo>
                      <a:pt x="33" y="221"/>
                      <a:pt x="33" y="222"/>
                      <a:pt x="33" y="222"/>
                    </a:cubicBezTo>
                    <a:close/>
                    <a:moveTo>
                      <a:pt x="453" y="221"/>
                    </a:moveTo>
                    <a:cubicBezTo>
                      <a:pt x="452" y="220"/>
                      <a:pt x="450" y="219"/>
                      <a:pt x="449" y="217"/>
                    </a:cubicBezTo>
                    <a:cubicBezTo>
                      <a:pt x="452" y="213"/>
                      <a:pt x="452" y="213"/>
                      <a:pt x="452" y="213"/>
                    </a:cubicBezTo>
                    <a:cubicBezTo>
                      <a:pt x="454" y="214"/>
                      <a:pt x="455" y="215"/>
                      <a:pt x="457" y="216"/>
                    </a:cubicBezTo>
                    <a:lnTo>
                      <a:pt x="453" y="221"/>
                    </a:lnTo>
                    <a:close/>
                    <a:moveTo>
                      <a:pt x="452" y="209"/>
                    </a:moveTo>
                    <a:cubicBezTo>
                      <a:pt x="447" y="207"/>
                      <a:pt x="447" y="207"/>
                      <a:pt x="447" y="207"/>
                    </a:cubicBezTo>
                    <a:cubicBezTo>
                      <a:pt x="447" y="207"/>
                      <a:pt x="447" y="206"/>
                      <a:pt x="447" y="205"/>
                    </a:cubicBezTo>
                    <a:cubicBezTo>
                      <a:pt x="447" y="205"/>
                      <a:pt x="447" y="204"/>
                      <a:pt x="447" y="204"/>
                    </a:cubicBezTo>
                    <a:cubicBezTo>
                      <a:pt x="447" y="202"/>
                      <a:pt x="447" y="202"/>
                      <a:pt x="447" y="202"/>
                    </a:cubicBezTo>
                    <a:cubicBezTo>
                      <a:pt x="453" y="202"/>
                      <a:pt x="453" y="202"/>
                      <a:pt x="453" y="202"/>
                    </a:cubicBezTo>
                    <a:cubicBezTo>
                      <a:pt x="453" y="203"/>
                      <a:pt x="453" y="203"/>
                      <a:pt x="453" y="203"/>
                    </a:cubicBezTo>
                    <a:cubicBezTo>
                      <a:pt x="453" y="204"/>
                      <a:pt x="453" y="205"/>
                      <a:pt x="453" y="205"/>
                    </a:cubicBezTo>
                    <a:cubicBezTo>
                      <a:pt x="453" y="207"/>
                      <a:pt x="453" y="208"/>
                      <a:pt x="452" y="209"/>
                    </a:cubicBezTo>
                    <a:close/>
                    <a:moveTo>
                      <a:pt x="29" y="204"/>
                    </a:moveTo>
                    <a:cubicBezTo>
                      <a:pt x="29" y="204"/>
                      <a:pt x="29" y="204"/>
                      <a:pt x="29" y="204"/>
                    </a:cubicBezTo>
                    <a:cubicBezTo>
                      <a:pt x="29" y="203"/>
                      <a:pt x="28" y="202"/>
                      <a:pt x="27" y="201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4" y="199"/>
                      <a:pt x="34" y="202"/>
                      <a:pt x="34" y="204"/>
                    </a:cubicBezTo>
                    <a:lnTo>
                      <a:pt x="29" y="204"/>
                    </a:lnTo>
                    <a:close/>
                    <a:moveTo>
                      <a:pt x="75" y="194"/>
                    </a:moveTo>
                    <a:cubicBezTo>
                      <a:pt x="74" y="194"/>
                      <a:pt x="73" y="193"/>
                      <a:pt x="73" y="193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4" y="188"/>
                      <a:pt x="74" y="187"/>
                      <a:pt x="74" y="187"/>
                    </a:cubicBezTo>
                    <a:cubicBezTo>
                      <a:pt x="80" y="188"/>
                      <a:pt x="80" y="188"/>
                      <a:pt x="80" y="188"/>
                    </a:cubicBezTo>
                    <a:cubicBezTo>
                      <a:pt x="80" y="193"/>
                      <a:pt x="77" y="194"/>
                      <a:pt x="75" y="194"/>
                    </a:cubicBezTo>
                    <a:close/>
                    <a:moveTo>
                      <a:pt x="450" y="193"/>
                    </a:moveTo>
                    <a:cubicBezTo>
                      <a:pt x="450" y="192"/>
                      <a:pt x="450" y="192"/>
                      <a:pt x="450" y="192"/>
                    </a:cubicBezTo>
                    <a:cubicBezTo>
                      <a:pt x="449" y="191"/>
                      <a:pt x="448" y="189"/>
                      <a:pt x="448" y="187"/>
                    </a:cubicBezTo>
                    <a:cubicBezTo>
                      <a:pt x="448" y="188"/>
                      <a:pt x="448" y="188"/>
                      <a:pt x="448" y="188"/>
                    </a:cubicBezTo>
                    <a:cubicBezTo>
                      <a:pt x="452" y="184"/>
                      <a:pt x="452" y="184"/>
                      <a:pt x="452" y="184"/>
                    </a:cubicBezTo>
                    <a:cubicBezTo>
                      <a:pt x="453" y="185"/>
                      <a:pt x="454" y="186"/>
                      <a:pt x="454" y="187"/>
                    </a:cubicBezTo>
                    <a:cubicBezTo>
                      <a:pt x="454" y="188"/>
                      <a:pt x="454" y="189"/>
                      <a:pt x="455" y="189"/>
                    </a:cubicBezTo>
                    <a:cubicBezTo>
                      <a:pt x="455" y="190"/>
                      <a:pt x="455" y="190"/>
                      <a:pt x="455" y="190"/>
                    </a:cubicBezTo>
                    <a:lnTo>
                      <a:pt x="450" y="193"/>
                    </a:lnTo>
                    <a:close/>
                    <a:moveTo>
                      <a:pt x="27" y="190"/>
                    </a:moveTo>
                    <a:cubicBezTo>
                      <a:pt x="21" y="190"/>
                      <a:pt x="21" y="190"/>
                      <a:pt x="21" y="190"/>
                    </a:cubicBezTo>
                    <a:cubicBezTo>
                      <a:pt x="21" y="189"/>
                      <a:pt x="21" y="189"/>
                      <a:pt x="21" y="189"/>
                    </a:cubicBezTo>
                    <a:cubicBezTo>
                      <a:pt x="21" y="188"/>
                      <a:pt x="21" y="186"/>
                      <a:pt x="22" y="184"/>
                    </a:cubicBezTo>
                    <a:cubicBezTo>
                      <a:pt x="27" y="184"/>
                      <a:pt x="27" y="184"/>
                      <a:pt x="27" y="184"/>
                    </a:cubicBezTo>
                    <a:cubicBezTo>
                      <a:pt x="27" y="186"/>
                      <a:pt x="27" y="188"/>
                      <a:pt x="27" y="189"/>
                    </a:cubicBezTo>
                    <a:lnTo>
                      <a:pt x="27" y="190"/>
                    </a:lnTo>
                    <a:close/>
                    <a:moveTo>
                      <a:pt x="437" y="187"/>
                    </a:moveTo>
                    <a:cubicBezTo>
                      <a:pt x="436" y="186"/>
                      <a:pt x="435" y="183"/>
                      <a:pt x="434" y="180"/>
                    </a:cubicBezTo>
                    <a:cubicBezTo>
                      <a:pt x="440" y="179"/>
                      <a:pt x="440" y="179"/>
                      <a:pt x="440" y="179"/>
                    </a:cubicBezTo>
                    <a:cubicBezTo>
                      <a:pt x="441" y="182"/>
                      <a:pt x="441" y="183"/>
                      <a:pt x="441" y="183"/>
                    </a:cubicBezTo>
                    <a:lnTo>
                      <a:pt x="437" y="187"/>
                    </a:lnTo>
                    <a:close/>
                    <a:moveTo>
                      <a:pt x="65" y="182"/>
                    </a:moveTo>
                    <a:cubicBezTo>
                      <a:pt x="65" y="181"/>
                      <a:pt x="65" y="179"/>
                      <a:pt x="64" y="178"/>
                    </a:cubicBezTo>
                    <a:cubicBezTo>
                      <a:pt x="70" y="175"/>
                      <a:pt x="70" y="175"/>
                      <a:pt x="70" y="175"/>
                    </a:cubicBezTo>
                    <a:cubicBezTo>
                      <a:pt x="71" y="178"/>
                      <a:pt x="71" y="180"/>
                      <a:pt x="71" y="182"/>
                    </a:cubicBezTo>
                    <a:lnTo>
                      <a:pt x="65" y="182"/>
                    </a:lnTo>
                    <a:close/>
                    <a:moveTo>
                      <a:pt x="84" y="178"/>
                    </a:moveTo>
                    <a:cubicBezTo>
                      <a:pt x="78" y="176"/>
                      <a:pt x="78" y="176"/>
                      <a:pt x="78" y="176"/>
                    </a:cubicBezTo>
                    <a:cubicBezTo>
                      <a:pt x="79" y="174"/>
                      <a:pt x="80" y="173"/>
                      <a:pt x="80" y="171"/>
                    </a:cubicBezTo>
                    <a:cubicBezTo>
                      <a:pt x="81" y="170"/>
                      <a:pt x="81" y="170"/>
                      <a:pt x="81" y="170"/>
                    </a:cubicBezTo>
                    <a:cubicBezTo>
                      <a:pt x="86" y="173"/>
                      <a:pt x="86" y="173"/>
                      <a:pt x="86" y="173"/>
                    </a:cubicBezTo>
                    <a:cubicBezTo>
                      <a:pt x="86" y="174"/>
                      <a:pt x="86" y="174"/>
                      <a:pt x="86" y="174"/>
                    </a:cubicBezTo>
                    <a:cubicBezTo>
                      <a:pt x="85" y="175"/>
                      <a:pt x="85" y="176"/>
                      <a:pt x="84" y="178"/>
                    </a:cubicBezTo>
                    <a:close/>
                    <a:moveTo>
                      <a:pt x="28" y="173"/>
                    </a:moveTo>
                    <a:cubicBezTo>
                      <a:pt x="22" y="172"/>
                      <a:pt x="22" y="172"/>
                      <a:pt x="22" y="172"/>
                    </a:cubicBezTo>
                    <a:cubicBezTo>
                      <a:pt x="22" y="171"/>
                      <a:pt x="22" y="170"/>
                      <a:pt x="22" y="169"/>
                    </a:cubicBezTo>
                    <a:cubicBezTo>
                      <a:pt x="22" y="168"/>
                      <a:pt x="23" y="167"/>
                      <a:pt x="23" y="167"/>
                    </a:cubicBezTo>
                    <a:cubicBezTo>
                      <a:pt x="23" y="166"/>
                      <a:pt x="23" y="166"/>
                      <a:pt x="23" y="166"/>
                    </a:cubicBezTo>
                    <a:cubicBezTo>
                      <a:pt x="29" y="167"/>
                      <a:pt x="29" y="167"/>
                      <a:pt x="29" y="167"/>
                    </a:cubicBezTo>
                    <a:cubicBezTo>
                      <a:pt x="28" y="168"/>
                      <a:pt x="28" y="168"/>
                      <a:pt x="28" y="168"/>
                    </a:cubicBezTo>
                    <a:cubicBezTo>
                      <a:pt x="28" y="169"/>
                      <a:pt x="28" y="169"/>
                      <a:pt x="28" y="170"/>
                    </a:cubicBezTo>
                    <a:cubicBezTo>
                      <a:pt x="28" y="171"/>
                      <a:pt x="28" y="172"/>
                      <a:pt x="28" y="173"/>
                    </a:cubicBezTo>
                    <a:close/>
                    <a:moveTo>
                      <a:pt x="431" y="170"/>
                    </a:moveTo>
                    <a:cubicBezTo>
                      <a:pt x="430" y="169"/>
                      <a:pt x="430" y="168"/>
                      <a:pt x="429" y="166"/>
                    </a:cubicBezTo>
                    <a:cubicBezTo>
                      <a:pt x="429" y="166"/>
                      <a:pt x="429" y="165"/>
                      <a:pt x="428" y="165"/>
                    </a:cubicBezTo>
                    <a:cubicBezTo>
                      <a:pt x="434" y="162"/>
                      <a:pt x="434" y="162"/>
                      <a:pt x="434" y="162"/>
                    </a:cubicBezTo>
                    <a:cubicBezTo>
                      <a:pt x="434" y="163"/>
                      <a:pt x="434" y="163"/>
                      <a:pt x="435" y="164"/>
                    </a:cubicBezTo>
                    <a:cubicBezTo>
                      <a:pt x="435" y="165"/>
                      <a:pt x="436" y="166"/>
                      <a:pt x="436" y="167"/>
                    </a:cubicBezTo>
                    <a:lnTo>
                      <a:pt x="431" y="170"/>
                    </a:lnTo>
                    <a:close/>
                    <a:moveTo>
                      <a:pt x="59" y="167"/>
                    </a:moveTo>
                    <a:cubicBezTo>
                      <a:pt x="58" y="166"/>
                      <a:pt x="57" y="164"/>
                      <a:pt x="56" y="162"/>
                    </a:cubicBezTo>
                    <a:cubicBezTo>
                      <a:pt x="62" y="160"/>
                      <a:pt x="62" y="160"/>
                      <a:pt x="62" y="160"/>
                    </a:cubicBezTo>
                    <a:cubicBezTo>
                      <a:pt x="62" y="161"/>
                      <a:pt x="63" y="163"/>
                      <a:pt x="64" y="165"/>
                    </a:cubicBezTo>
                    <a:lnTo>
                      <a:pt x="59" y="167"/>
                    </a:lnTo>
                    <a:close/>
                    <a:moveTo>
                      <a:pt x="93" y="167"/>
                    </a:moveTo>
                    <a:cubicBezTo>
                      <a:pt x="91" y="162"/>
                      <a:pt x="91" y="162"/>
                      <a:pt x="91" y="162"/>
                    </a:cubicBezTo>
                    <a:cubicBezTo>
                      <a:pt x="92" y="161"/>
                      <a:pt x="93" y="161"/>
                      <a:pt x="94" y="160"/>
                    </a:cubicBezTo>
                    <a:cubicBezTo>
                      <a:pt x="99" y="162"/>
                      <a:pt x="99" y="162"/>
                      <a:pt x="99" y="162"/>
                    </a:cubicBezTo>
                    <a:cubicBezTo>
                      <a:pt x="98" y="164"/>
                      <a:pt x="96" y="166"/>
                      <a:pt x="93" y="167"/>
                    </a:cubicBezTo>
                    <a:close/>
                    <a:moveTo>
                      <a:pt x="21" y="158"/>
                    </a:moveTo>
                    <a:cubicBezTo>
                      <a:pt x="20" y="157"/>
                      <a:pt x="20" y="157"/>
                      <a:pt x="19" y="156"/>
                    </a:cubicBezTo>
                    <a:cubicBezTo>
                      <a:pt x="18" y="155"/>
                      <a:pt x="17" y="154"/>
                      <a:pt x="17" y="153"/>
                    </a:cubicBezTo>
                    <a:cubicBezTo>
                      <a:pt x="22" y="150"/>
                      <a:pt x="22" y="150"/>
                      <a:pt x="22" y="150"/>
                    </a:cubicBezTo>
                    <a:cubicBezTo>
                      <a:pt x="22" y="151"/>
                      <a:pt x="23" y="151"/>
                      <a:pt x="24" y="152"/>
                    </a:cubicBezTo>
                    <a:cubicBezTo>
                      <a:pt x="24" y="153"/>
                      <a:pt x="25" y="153"/>
                      <a:pt x="25" y="154"/>
                    </a:cubicBezTo>
                    <a:lnTo>
                      <a:pt x="21" y="158"/>
                    </a:lnTo>
                    <a:close/>
                    <a:moveTo>
                      <a:pt x="423" y="153"/>
                    </a:moveTo>
                    <a:cubicBezTo>
                      <a:pt x="423" y="152"/>
                      <a:pt x="423" y="152"/>
                      <a:pt x="423" y="152"/>
                    </a:cubicBezTo>
                    <a:cubicBezTo>
                      <a:pt x="422" y="146"/>
                      <a:pt x="422" y="146"/>
                      <a:pt x="422" y="146"/>
                    </a:cubicBezTo>
                    <a:cubicBezTo>
                      <a:pt x="423" y="146"/>
                      <a:pt x="423" y="146"/>
                      <a:pt x="423" y="146"/>
                    </a:cubicBezTo>
                    <a:cubicBezTo>
                      <a:pt x="424" y="146"/>
                      <a:pt x="429" y="147"/>
                      <a:pt x="429" y="153"/>
                    </a:cubicBezTo>
                    <a:lnTo>
                      <a:pt x="423" y="153"/>
                    </a:lnTo>
                    <a:close/>
                    <a:moveTo>
                      <a:pt x="100" y="153"/>
                    </a:moveTo>
                    <a:cubicBezTo>
                      <a:pt x="97" y="148"/>
                      <a:pt x="97" y="148"/>
                      <a:pt x="97" y="148"/>
                    </a:cubicBezTo>
                    <a:cubicBezTo>
                      <a:pt x="97" y="148"/>
                      <a:pt x="98" y="147"/>
                      <a:pt x="98" y="147"/>
                    </a:cubicBezTo>
                    <a:cubicBezTo>
                      <a:pt x="99" y="146"/>
                      <a:pt x="101" y="146"/>
                      <a:pt x="102" y="145"/>
                    </a:cubicBezTo>
                    <a:cubicBezTo>
                      <a:pt x="105" y="150"/>
                      <a:pt x="105" y="150"/>
                      <a:pt x="105" y="150"/>
                    </a:cubicBezTo>
                    <a:cubicBezTo>
                      <a:pt x="103" y="151"/>
                      <a:pt x="102" y="151"/>
                      <a:pt x="101" y="152"/>
                    </a:cubicBezTo>
                    <a:cubicBezTo>
                      <a:pt x="101" y="152"/>
                      <a:pt x="101" y="152"/>
                      <a:pt x="100" y="153"/>
                    </a:cubicBezTo>
                    <a:close/>
                    <a:moveTo>
                      <a:pt x="52" y="151"/>
                    </a:moveTo>
                    <a:cubicBezTo>
                      <a:pt x="52" y="150"/>
                      <a:pt x="51" y="149"/>
                      <a:pt x="50" y="149"/>
                    </a:cubicBezTo>
                    <a:cubicBezTo>
                      <a:pt x="51" y="144"/>
                      <a:pt x="51" y="144"/>
                      <a:pt x="51" y="144"/>
                    </a:cubicBezTo>
                    <a:cubicBezTo>
                      <a:pt x="54" y="144"/>
                      <a:pt x="56" y="146"/>
                      <a:pt x="57" y="149"/>
                    </a:cubicBezTo>
                    <a:lnTo>
                      <a:pt x="52" y="151"/>
                    </a:lnTo>
                    <a:close/>
                    <a:moveTo>
                      <a:pt x="37" y="147"/>
                    </a:moveTo>
                    <a:cubicBezTo>
                      <a:pt x="36" y="145"/>
                      <a:pt x="34" y="143"/>
                      <a:pt x="33" y="141"/>
                    </a:cubicBezTo>
                    <a:cubicBezTo>
                      <a:pt x="39" y="139"/>
                      <a:pt x="39" y="139"/>
                      <a:pt x="39" y="139"/>
                    </a:cubicBezTo>
                    <a:cubicBezTo>
                      <a:pt x="39" y="140"/>
                      <a:pt x="40" y="142"/>
                      <a:pt x="41" y="143"/>
                    </a:cubicBezTo>
                    <a:lnTo>
                      <a:pt x="37" y="147"/>
                    </a:lnTo>
                    <a:close/>
                    <a:moveTo>
                      <a:pt x="412" y="146"/>
                    </a:moveTo>
                    <a:cubicBezTo>
                      <a:pt x="411" y="145"/>
                      <a:pt x="410" y="142"/>
                      <a:pt x="409" y="139"/>
                    </a:cubicBezTo>
                    <a:cubicBezTo>
                      <a:pt x="415" y="139"/>
                      <a:pt x="415" y="139"/>
                      <a:pt x="415" y="139"/>
                    </a:cubicBezTo>
                    <a:cubicBezTo>
                      <a:pt x="415" y="140"/>
                      <a:pt x="416" y="142"/>
                      <a:pt x="417" y="143"/>
                    </a:cubicBezTo>
                    <a:lnTo>
                      <a:pt x="412" y="146"/>
                    </a:lnTo>
                    <a:close/>
                    <a:moveTo>
                      <a:pt x="116" y="145"/>
                    </a:moveTo>
                    <a:cubicBezTo>
                      <a:pt x="113" y="139"/>
                      <a:pt x="113" y="139"/>
                      <a:pt x="113" y="139"/>
                    </a:cubicBezTo>
                    <a:cubicBezTo>
                      <a:pt x="115" y="138"/>
                      <a:pt x="116" y="137"/>
                      <a:pt x="117" y="137"/>
                    </a:cubicBezTo>
                    <a:cubicBezTo>
                      <a:pt x="121" y="141"/>
                      <a:pt x="121" y="141"/>
                      <a:pt x="121" y="141"/>
                    </a:cubicBezTo>
                    <a:cubicBezTo>
                      <a:pt x="120" y="142"/>
                      <a:pt x="118" y="143"/>
                      <a:pt x="116" y="145"/>
                    </a:cubicBezTo>
                    <a:close/>
                    <a:moveTo>
                      <a:pt x="26" y="144"/>
                    </a:moveTo>
                    <a:cubicBezTo>
                      <a:pt x="22" y="140"/>
                      <a:pt x="22" y="140"/>
                      <a:pt x="22" y="140"/>
                    </a:cubicBezTo>
                    <a:cubicBezTo>
                      <a:pt x="24" y="138"/>
                      <a:pt x="25" y="136"/>
                      <a:pt x="26" y="135"/>
                    </a:cubicBezTo>
                    <a:cubicBezTo>
                      <a:pt x="30" y="140"/>
                      <a:pt x="30" y="140"/>
                      <a:pt x="30" y="140"/>
                    </a:cubicBezTo>
                    <a:cubicBezTo>
                      <a:pt x="29" y="141"/>
                      <a:pt x="28" y="142"/>
                      <a:pt x="26" y="144"/>
                    </a:cubicBezTo>
                    <a:close/>
                    <a:moveTo>
                      <a:pt x="130" y="139"/>
                    </a:moveTo>
                    <a:cubicBezTo>
                      <a:pt x="130" y="139"/>
                      <a:pt x="130" y="139"/>
                      <a:pt x="129" y="139"/>
                    </a:cubicBezTo>
                    <a:cubicBezTo>
                      <a:pt x="130" y="133"/>
                      <a:pt x="130" y="133"/>
                      <a:pt x="130" y="133"/>
                    </a:cubicBezTo>
                    <a:cubicBezTo>
                      <a:pt x="130" y="133"/>
                      <a:pt x="130" y="133"/>
                      <a:pt x="130" y="133"/>
                    </a:cubicBezTo>
                    <a:cubicBezTo>
                      <a:pt x="131" y="133"/>
                      <a:pt x="132" y="133"/>
                      <a:pt x="133" y="132"/>
                    </a:cubicBezTo>
                    <a:cubicBezTo>
                      <a:pt x="137" y="136"/>
                      <a:pt x="137" y="136"/>
                      <a:pt x="137" y="136"/>
                    </a:cubicBezTo>
                    <a:cubicBezTo>
                      <a:pt x="135" y="138"/>
                      <a:pt x="133" y="139"/>
                      <a:pt x="130" y="139"/>
                    </a:cubicBezTo>
                    <a:close/>
                    <a:moveTo>
                      <a:pt x="408" y="128"/>
                    </a:moveTo>
                    <a:cubicBezTo>
                      <a:pt x="408" y="128"/>
                      <a:pt x="408" y="127"/>
                      <a:pt x="408" y="127"/>
                    </a:cubicBezTo>
                    <a:cubicBezTo>
                      <a:pt x="408" y="125"/>
                      <a:pt x="409" y="123"/>
                      <a:pt x="409" y="121"/>
                    </a:cubicBezTo>
                    <a:cubicBezTo>
                      <a:pt x="415" y="123"/>
                      <a:pt x="415" y="123"/>
                      <a:pt x="415" y="123"/>
                    </a:cubicBezTo>
                    <a:cubicBezTo>
                      <a:pt x="414" y="125"/>
                      <a:pt x="414" y="126"/>
                      <a:pt x="414" y="127"/>
                    </a:cubicBezTo>
                    <a:cubicBezTo>
                      <a:pt x="414" y="127"/>
                      <a:pt x="414" y="127"/>
                      <a:pt x="414" y="127"/>
                    </a:cubicBezTo>
                    <a:lnTo>
                      <a:pt x="408" y="128"/>
                    </a:lnTo>
                    <a:close/>
                    <a:moveTo>
                      <a:pt x="144" y="127"/>
                    </a:move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2" y="121"/>
                      <a:pt x="142" y="121"/>
                      <a:pt x="142" y="121"/>
                    </a:cubicBezTo>
                    <a:cubicBezTo>
                      <a:pt x="143" y="120"/>
                      <a:pt x="143" y="119"/>
                      <a:pt x="144" y="118"/>
                    </a:cubicBezTo>
                    <a:cubicBezTo>
                      <a:pt x="148" y="122"/>
                      <a:pt x="148" y="122"/>
                      <a:pt x="148" y="122"/>
                    </a:cubicBezTo>
                    <a:cubicBezTo>
                      <a:pt x="148" y="123"/>
                      <a:pt x="147" y="124"/>
                      <a:pt x="146" y="125"/>
                    </a:cubicBezTo>
                    <a:lnTo>
                      <a:pt x="144" y="127"/>
                    </a:lnTo>
                    <a:close/>
                    <a:moveTo>
                      <a:pt x="172" y="119"/>
                    </a:moveTo>
                    <a:cubicBezTo>
                      <a:pt x="169" y="119"/>
                      <a:pt x="167" y="117"/>
                      <a:pt x="166" y="114"/>
                    </a:cubicBezTo>
                    <a:cubicBezTo>
                      <a:pt x="171" y="112"/>
                      <a:pt x="171" y="112"/>
                      <a:pt x="171" y="112"/>
                    </a:cubicBezTo>
                    <a:cubicBezTo>
                      <a:pt x="172" y="113"/>
                      <a:pt x="172" y="113"/>
                      <a:pt x="172" y="113"/>
                    </a:cubicBezTo>
                    <a:cubicBezTo>
                      <a:pt x="172" y="113"/>
                      <a:pt x="172" y="113"/>
                      <a:pt x="172" y="113"/>
                    </a:cubicBezTo>
                    <a:cubicBezTo>
                      <a:pt x="174" y="118"/>
                      <a:pt x="174" y="118"/>
                      <a:pt x="174" y="118"/>
                    </a:cubicBezTo>
                    <a:cubicBezTo>
                      <a:pt x="174" y="119"/>
                      <a:pt x="173" y="119"/>
                      <a:pt x="173" y="119"/>
                    </a:cubicBezTo>
                    <a:cubicBezTo>
                      <a:pt x="172" y="119"/>
                      <a:pt x="172" y="119"/>
                      <a:pt x="172" y="119"/>
                    </a:cubicBezTo>
                    <a:close/>
                    <a:moveTo>
                      <a:pt x="154" y="115"/>
                    </a:moveTo>
                    <a:cubicBezTo>
                      <a:pt x="154" y="109"/>
                      <a:pt x="154" y="109"/>
                      <a:pt x="154" y="109"/>
                    </a:cubicBezTo>
                    <a:cubicBezTo>
                      <a:pt x="155" y="109"/>
                      <a:pt x="155" y="109"/>
                      <a:pt x="155" y="109"/>
                    </a:cubicBezTo>
                    <a:cubicBezTo>
                      <a:pt x="155" y="109"/>
                      <a:pt x="157" y="109"/>
                      <a:pt x="159" y="108"/>
                    </a:cubicBezTo>
                    <a:cubicBezTo>
                      <a:pt x="160" y="114"/>
                      <a:pt x="160" y="114"/>
                      <a:pt x="160" y="114"/>
                    </a:cubicBezTo>
                    <a:cubicBezTo>
                      <a:pt x="158" y="115"/>
                      <a:pt x="156" y="115"/>
                      <a:pt x="155" y="115"/>
                    </a:cubicBezTo>
                    <a:lnTo>
                      <a:pt x="154" y="115"/>
                    </a:lnTo>
                    <a:close/>
                    <a:moveTo>
                      <a:pt x="420" y="113"/>
                    </a:moveTo>
                    <a:cubicBezTo>
                      <a:pt x="415" y="110"/>
                      <a:pt x="415" y="110"/>
                      <a:pt x="415" y="110"/>
                    </a:cubicBezTo>
                    <a:cubicBezTo>
                      <a:pt x="416" y="110"/>
                      <a:pt x="416" y="109"/>
                      <a:pt x="416" y="109"/>
                    </a:cubicBezTo>
                    <a:cubicBezTo>
                      <a:pt x="416" y="108"/>
                      <a:pt x="416" y="108"/>
                      <a:pt x="416" y="108"/>
                    </a:cubicBezTo>
                    <a:cubicBezTo>
                      <a:pt x="416" y="108"/>
                      <a:pt x="417" y="109"/>
                      <a:pt x="417" y="109"/>
                    </a:cubicBezTo>
                    <a:cubicBezTo>
                      <a:pt x="420" y="104"/>
                      <a:pt x="420" y="104"/>
                      <a:pt x="420" y="104"/>
                    </a:cubicBezTo>
                    <a:cubicBezTo>
                      <a:pt x="422" y="105"/>
                      <a:pt x="422" y="106"/>
                      <a:pt x="422" y="108"/>
                    </a:cubicBezTo>
                    <a:cubicBezTo>
                      <a:pt x="422" y="109"/>
                      <a:pt x="422" y="110"/>
                      <a:pt x="422" y="111"/>
                    </a:cubicBezTo>
                    <a:cubicBezTo>
                      <a:pt x="421" y="112"/>
                      <a:pt x="421" y="112"/>
                      <a:pt x="420" y="113"/>
                    </a:cubicBezTo>
                    <a:close/>
                    <a:moveTo>
                      <a:pt x="406" y="111"/>
                    </a:moveTo>
                    <a:cubicBezTo>
                      <a:pt x="405" y="110"/>
                      <a:pt x="405" y="107"/>
                      <a:pt x="404" y="104"/>
                    </a:cubicBezTo>
                    <a:cubicBezTo>
                      <a:pt x="410" y="103"/>
                      <a:pt x="410" y="103"/>
                      <a:pt x="410" y="103"/>
                    </a:cubicBezTo>
                    <a:cubicBezTo>
                      <a:pt x="411" y="107"/>
                      <a:pt x="411" y="108"/>
                      <a:pt x="411" y="108"/>
                    </a:cubicBezTo>
                    <a:lnTo>
                      <a:pt x="406" y="111"/>
                    </a:lnTo>
                    <a:close/>
                    <a:moveTo>
                      <a:pt x="182" y="108"/>
                    </a:moveTo>
                    <a:cubicBezTo>
                      <a:pt x="177" y="105"/>
                      <a:pt x="177" y="105"/>
                      <a:pt x="177" y="105"/>
                    </a:cubicBezTo>
                    <a:cubicBezTo>
                      <a:pt x="178" y="103"/>
                      <a:pt x="178" y="103"/>
                      <a:pt x="178" y="103"/>
                    </a:cubicBezTo>
                    <a:cubicBezTo>
                      <a:pt x="178" y="102"/>
                      <a:pt x="179" y="101"/>
                      <a:pt x="180" y="100"/>
                    </a:cubicBezTo>
                    <a:cubicBezTo>
                      <a:pt x="185" y="102"/>
                      <a:pt x="185" y="102"/>
                      <a:pt x="185" y="102"/>
                    </a:cubicBezTo>
                    <a:cubicBezTo>
                      <a:pt x="184" y="104"/>
                      <a:pt x="184" y="105"/>
                      <a:pt x="183" y="106"/>
                    </a:cubicBezTo>
                    <a:lnTo>
                      <a:pt x="182" y="108"/>
                    </a:lnTo>
                    <a:close/>
                    <a:moveTo>
                      <a:pt x="402" y="97"/>
                    </a:moveTo>
                    <a:cubicBezTo>
                      <a:pt x="401" y="97"/>
                      <a:pt x="401" y="97"/>
                      <a:pt x="400" y="97"/>
                    </a:cubicBezTo>
                    <a:cubicBezTo>
                      <a:pt x="398" y="97"/>
                      <a:pt x="398" y="97"/>
                      <a:pt x="398" y="97"/>
                    </a:cubicBezTo>
                    <a:cubicBezTo>
                      <a:pt x="397" y="97"/>
                      <a:pt x="396" y="96"/>
                      <a:pt x="395" y="95"/>
                    </a:cubicBezTo>
                    <a:cubicBezTo>
                      <a:pt x="399" y="91"/>
                      <a:pt x="399" y="91"/>
                      <a:pt x="399" y="91"/>
                    </a:cubicBezTo>
                    <a:cubicBezTo>
                      <a:pt x="398" y="91"/>
                      <a:pt x="398" y="91"/>
                      <a:pt x="398" y="91"/>
                    </a:cubicBezTo>
                    <a:cubicBezTo>
                      <a:pt x="400" y="91"/>
                      <a:pt x="400" y="91"/>
                      <a:pt x="400" y="91"/>
                    </a:cubicBezTo>
                    <a:cubicBezTo>
                      <a:pt x="401" y="91"/>
                      <a:pt x="402" y="91"/>
                      <a:pt x="403" y="91"/>
                    </a:cubicBezTo>
                    <a:lnTo>
                      <a:pt x="402" y="97"/>
                    </a:lnTo>
                    <a:close/>
                    <a:moveTo>
                      <a:pt x="191" y="92"/>
                    </a:moveTo>
                    <a:cubicBezTo>
                      <a:pt x="190" y="92"/>
                      <a:pt x="189" y="92"/>
                      <a:pt x="188" y="92"/>
                    </a:cubicBezTo>
                    <a:cubicBezTo>
                      <a:pt x="188" y="92"/>
                      <a:pt x="189" y="91"/>
                      <a:pt x="189" y="91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85" y="86"/>
                      <a:pt x="187" y="86"/>
                      <a:pt x="188" y="86"/>
                    </a:cubicBezTo>
                    <a:cubicBezTo>
                      <a:pt x="189" y="86"/>
                      <a:pt x="190" y="86"/>
                      <a:pt x="191" y="86"/>
                    </a:cubicBezTo>
                    <a:lnTo>
                      <a:pt x="191" y="92"/>
                    </a:lnTo>
                    <a:close/>
                    <a:moveTo>
                      <a:pt x="207" y="91"/>
                    </a:moveTo>
                    <a:cubicBezTo>
                      <a:pt x="206" y="91"/>
                      <a:pt x="206" y="91"/>
                      <a:pt x="206" y="91"/>
                    </a:cubicBezTo>
                    <a:cubicBezTo>
                      <a:pt x="206" y="91"/>
                      <a:pt x="204" y="90"/>
                      <a:pt x="204" y="90"/>
                    </a:cubicBezTo>
                    <a:cubicBezTo>
                      <a:pt x="201" y="85"/>
                      <a:pt x="201" y="85"/>
                      <a:pt x="201" y="85"/>
                    </a:cubicBezTo>
                    <a:cubicBezTo>
                      <a:pt x="203" y="84"/>
                      <a:pt x="207" y="85"/>
                      <a:pt x="209" y="85"/>
                    </a:cubicBezTo>
                    <a:cubicBezTo>
                      <a:pt x="209" y="86"/>
                      <a:pt x="209" y="86"/>
                      <a:pt x="209" y="86"/>
                    </a:cubicBezTo>
                    <a:lnTo>
                      <a:pt x="207" y="91"/>
                    </a:lnTo>
                    <a:close/>
                    <a:moveTo>
                      <a:pt x="214" y="84"/>
                    </a:moveTo>
                    <a:cubicBezTo>
                      <a:pt x="214" y="84"/>
                      <a:pt x="214" y="84"/>
                      <a:pt x="214" y="83"/>
                    </a:cubicBezTo>
                    <a:cubicBezTo>
                      <a:pt x="211" y="82"/>
                      <a:pt x="211" y="82"/>
                      <a:pt x="211" y="82"/>
                    </a:cubicBezTo>
                    <a:cubicBezTo>
                      <a:pt x="214" y="77"/>
                      <a:pt x="214" y="77"/>
                      <a:pt x="214" y="77"/>
                    </a:cubicBezTo>
                    <a:cubicBezTo>
                      <a:pt x="216" y="78"/>
                      <a:pt x="216" y="78"/>
                      <a:pt x="216" y="78"/>
                    </a:cubicBezTo>
                    <a:cubicBezTo>
                      <a:pt x="217" y="79"/>
                      <a:pt x="219" y="80"/>
                      <a:pt x="220" y="82"/>
                    </a:cubicBezTo>
                    <a:cubicBezTo>
                      <a:pt x="214" y="83"/>
                      <a:pt x="214" y="83"/>
                      <a:pt x="214" y="83"/>
                    </a:cubicBezTo>
                    <a:cubicBezTo>
                      <a:pt x="214" y="84"/>
                      <a:pt x="214" y="84"/>
                      <a:pt x="214" y="84"/>
                    </a:cubicBezTo>
                    <a:close/>
                    <a:moveTo>
                      <a:pt x="390" y="83"/>
                    </a:moveTo>
                    <a:cubicBezTo>
                      <a:pt x="390" y="82"/>
                      <a:pt x="390" y="81"/>
                      <a:pt x="389" y="80"/>
                    </a:cubicBezTo>
                    <a:cubicBezTo>
                      <a:pt x="389" y="79"/>
                      <a:pt x="389" y="79"/>
                      <a:pt x="388" y="78"/>
                    </a:cubicBezTo>
                    <a:cubicBezTo>
                      <a:pt x="394" y="76"/>
                      <a:pt x="394" y="76"/>
                      <a:pt x="394" y="76"/>
                    </a:cubicBezTo>
                    <a:cubicBezTo>
                      <a:pt x="394" y="77"/>
                      <a:pt x="394" y="77"/>
                      <a:pt x="395" y="78"/>
                    </a:cubicBezTo>
                    <a:cubicBezTo>
                      <a:pt x="395" y="79"/>
                      <a:pt x="396" y="80"/>
                      <a:pt x="396" y="81"/>
                    </a:cubicBezTo>
                    <a:lnTo>
                      <a:pt x="390" y="83"/>
                    </a:lnTo>
                    <a:close/>
                    <a:moveTo>
                      <a:pt x="236" y="81"/>
                    </a:moveTo>
                    <a:cubicBezTo>
                      <a:pt x="235" y="80"/>
                      <a:pt x="234" y="80"/>
                      <a:pt x="231" y="80"/>
                    </a:cubicBezTo>
                    <a:cubicBezTo>
                      <a:pt x="232" y="74"/>
                      <a:pt x="232" y="74"/>
                      <a:pt x="232" y="74"/>
                    </a:cubicBezTo>
                    <a:cubicBezTo>
                      <a:pt x="234" y="74"/>
                      <a:pt x="237" y="75"/>
                      <a:pt x="238" y="75"/>
                    </a:cubicBezTo>
                    <a:lnTo>
                      <a:pt x="236" y="81"/>
                    </a:lnTo>
                    <a:close/>
                    <a:moveTo>
                      <a:pt x="248" y="77"/>
                    </a:moveTo>
                    <a:cubicBezTo>
                      <a:pt x="246" y="71"/>
                      <a:pt x="246" y="71"/>
                      <a:pt x="246" y="71"/>
                    </a:cubicBezTo>
                    <a:cubicBezTo>
                      <a:pt x="247" y="71"/>
                      <a:pt x="248" y="70"/>
                      <a:pt x="250" y="70"/>
                    </a:cubicBezTo>
                    <a:cubicBezTo>
                      <a:pt x="250" y="70"/>
                      <a:pt x="251" y="70"/>
                      <a:pt x="251" y="70"/>
                    </a:cubicBezTo>
                    <a:cubicBezTo>
                      <a:pt x="253" y="72"/>
                      <a:pt x="253" y="72"/>
                      <a:pt x="253" y="72"/>
                    </a:cubicBezTo>
                    <a:cubicBezTo>
                      <a:pt x="253" y="75"/>
                      <a:pt x="253" y="75"/>
                      <a:pt x="253" y="75"/>
                    </a:cubicBezTo>
                    <a:cubicBezTo>
                      <a:pt x="253" y="76"/>
                      <a:pt x="252" y="76"/>
                      <a:pt x="251" y="76"/>
                    </a:cubicBezTo>
                    <a:cubicBezTo>
                      <a:pt x="250" y="76"/>
                      <a:pt x="249" y="76"/>
                      <a:pt x="248" y="77"/>
                    </a:cubicBezTo>
                    <a:close/>
                    <a:moveTo>
                      <a:pt x="219" y="76"/>
                    </a:moveTo>
                    <a:cubicBezTo>
                      <a:pt x="219" y="76"/>
                      <a:pt x="219" y="76"/>
                      <a:pt x="218" y="76"/>
                    </a:cubicBezTo>
                    <a:cubicBezTo>
                      <a:pt x="218" y="76"/>
                      <a:pt x="217" y="75"/>
                      <a:pt x="215" y="75"/>
                    </a:cubicBezTo>
                    <a:cubicBezTo>
                      <a:pt x="215" y="70"/>
                      <a:pt x="215" y="70"/>
                      <a:pt x="215" y="70"/>
                    </a:cubicBezTo>
                    <a:cubicBezTo>
                      <a:pt x="215" y="70"/>
                      <a:pt x="216" y="70"/>
                      <a:pt x="216" y="70"/>
                    </a:cubicBezTo>
                    <a:cubicBezTo>
                      <a:pt x="218" y="70"/>
                      <a:pt x="219" y="70"/>
                      <a:pt x="221" y="71"/>
                    </a:cubicBezTo>
                    <a:cubicBezTo>
                      <a:pt x="221" y="71"/>
                      <a:pt x="222" y="71"/>
                      <a:pt x="222" y="71"/>
                    </a:cubicBezTo>
                    <a:lnTo>
                      <a:pt x="219" y="76"/>
                    </a:lnTo>
                    <a:close/>
                    <a:moveTo>
                      <a:pt x="381" y="72"/>
                    </a:moveTo>
                    <a:cubicBezTo>
                      <a:pt x="380" y="72"/>
                      <a:pt x="379" y="72"/>
                      <a:pt x="378" y="71"/>
                    </a:cubicBezTo>
                    <a:cubicBezTo>
                      <a:pt x="381" y="66"/>
                      <a:pt x="381" y="66"/>
                      <a:pt x="381" y="66"/>
                    </a:cubicBezTo>
                    <a:cubicBezTo>
                      <a:pt x="381" y="66"/>
                      <a:pt x="381" y="66"/>
                      <a:pt x="381" y="66"/>
                    </a:cubicBezTo>
                    <a:cubicBezTo>
                      <a:pt x="382" y="66"/>
                      <a:pt x="383" y="66"/>
                      <a:pt x="384" y="66"/>
                    </a:cubicBezTo>
                    <a:cubicBezTo>
                      <a:pt x="384" y="66"/>
                      <a:pt x="385" y="66"/>
                      <a:pt x="385" y="66"/>
                    </a:cubicBezTo>
                    <a:cubicBezTo>
                      <a:pt x="386" y="71"/>
                      <a:pt x="386" y="71"/>
                      <a:pt x="386" y="71"/>
                    </a:cubicBezTo>
                    <a:cubicBezTo>
                      <a:pt x="386" y="71"/>
                      <a:pt x="385" y="72"/>
                      <a:pt x="385" y="72"/>
                    </a:cubicBezTo>
                    <a:cubicBezTo>
                      <a:pt x="384" y="72"/>
                      <a:pt x="382" y="72"/>
                      <a:pt x="381" y="72"/>
                    </a:cubicBezTo>
                    <a:close/>
                    <a:moveTo>
                      <a:pt x="265" y="72"/>
                    </a:moveTo>
                    <a:cubicBezTo>
                      <a:pt x="262" y="67"/>
                      <a:pt x="262" y="67"/>
                      <a:pt x="262" y="67"/>
                    </a:cubicBezTo>
                    <a:cubicBezTo>
                      <a:pt x="262" y="67"/>
                      <a:pt x="262" y="67"/>
                      <a:pt x="262" y="67"/>
                    </a:cubicBezTo>
                    <a:cubicBezTo>
                      <a:pt x="262" y="67"/>
                      <a:pt x="262" y="67"/>
                      <a:pt x="262" y="67"/>
                    </a:cubicBezTo>
                    <a:cubicBezTo>
                      <a:pt x="265" y="62"/>
                      <a:pt x="265" y="62"/>
                      <a:pt x="265" y="62"/>
                    </a:cubicBezTo>
                    <a:cubicBezTo>
                      <a:pt x="266" y="63"/>
                      <a:pt x="268" y="65"/>
                      <a:pt x="268" y="67"/>
                    </a:cubicBezTo>
                    <a:cubicBezTo>
                      <a:pt x="268" y="68"/>
                      <a:pt x="268" y="70"/>
                      <a:pt x="265" y="72"/>
                    </a:cubicBezTo>
                    <a:close/>
                    <a:moveTo>
                      <a:pt x="263" y="66"/>
                    </a:moveTo>
                    <a:cubicBezTo>
                      <a:pt x="263" y="66"/>
                      <a:pt x="263" y="66"/>
                      <a:pt x="263" y="66"/>
                    </a:cubicBezTo>
                    <a:close/>
                    <a:moveTo>
                      <a:pt x="381" y="58"/>
                    </a:moveTo>
                    <a:cubicBezTo>
                      <a:pt x="375" y="58"/>
                      <a:pt x="375" y="58"/>
                      <a:pt x="375" y="58"/>
                    </a:cubicBezTo>
                    <a:cubicBezTo>
                      <a:pt x="375" y="57"/>
                      <a:pt x="375" y="57"/>
                      <a:pt x="375" y="57"/>
                    </a:cubicBezTo>
                    <a:cubicBezTo>
                      <a:pt x="375" y="51"/>
                      <a:pt x="375" y="51"/>
                      <a:pt x="375" y="51"/>
                    </a:cubicBezTo>
                    <a:cubicBezTo>
                      <a:pt x="375" y="51"/>
                      <a:pt x="376" y="51"/>
                      <a:pt x="376" y="51"/>
                    </a:cubicBezTo>
                    <a:cubicBezTo>
                      <a:pt x="379" y="51"/>
                      <a:pt x="381" y="53"/>
                      <a:pt x="381" y="56"/>
                    </a:cubicBezTo>
                    <a:cubicBezTo>
                      <a:pt x="381" y="57"/>
                      <a:pt x="381" y="57"/>
                      <a:pt x="381" y="58"/>
                    </a:cubicBezTo>
                    <a:close/>
                    <a:moveTo>
                      <a:pt x="344" y="57"/>
                    </a:moveTo>
                    <a:cubicBezTo>
                      <a:pt x="344" y="51"/>
                      <a:pt x="344" y="51"/>
                      <a:pt x="344" y="51"/>
                    </a:cubicBezTo>
                    <a:cubicBezTo>
                      <a:pt x="344" y="51"/>
                      <a:pt x="345" y="51"/>
                      <a:pt x="346" y="49"/>
                    </a:cubicBezTo>
                    <a:cubicBezTo>
                      <a:pt x="351" y="52"/>
                      <a:pt x="351" y="52"/>
                      <a:pt x="351" y="52"/>
                    </a:cubicBezTo>
                    <a:cubicBezTo>
                      <a:pt x="349" y="54"/>
                      <a:pt x="347" y="57"/>
                      <a:pt x="344" y="57"/>
                    </a:cubicBezTo>
                    <a:close/>
                    <a:moveTo>
                      <a:pt x="267" y="57"/>
                    </a:moveTo>
                    <a:cubicBezTo>
                      <a:pt x="262" y="53"/>
                      <a:pt x="262" y="53"/>
                      <a:pt x="262" y="53"/>
                    </a:cubicBezTo>
                    <a:cubicBezTo>
                      <a:pt x="263" y="51"/>
                      <a:pt x="265" y="50"/>
                      <a:pt x="269" y="49"/>
                    </a:cubicBezTo>
                    <a:cubicBezTo>
                      <a:pt x="271" y="55"/>
                      <a:pt x="271" y="55"/>
                      <a:pt x="271" y="55"/>
                    </a:cubicBezTo>
                    <a:cubicBezTo>
                      <a:pt x="268" y="55"/>
                      <a:pt x="267" y="56"/>
                      <a:pt x="267" y="57"/>
                    </a:cubicBezTo>
                    <a:close/>
                    <a:moveTo>
                      <a:pt x="280" y="50"/>
                    </a:moveTo>
                    <a:cubicBezTo>
                      <a:pt x="280" y="44"/>
                      <a:pt x="280" y="44"/>
                      <a:pt x="280" y="44"/>
                    </a:cubicBezTo>
                    <a:cubicBezTo>
                      <a:pt x="281" y="44"/>
                      <a:pt x="283" y="44"/>
                      <a:pt x="283" y="44"/>
                    </a:cubicBezTo>
                    <a:cubicBezTo>
                      <a:pt x="288" y="48"/>
                      <a:pt x="288" y="48"/>
                      <a:pt x="288" y="48"/>
                    </a:cubicBezTo>
                    <a:cubicBezTo>
                      <a:pt x="286" y="50"/>
                      <a:pt x="284" y="50"/>
                      <a:pt x="281" y="50"/>
                    </a:cubicBezTo>
                    <a:cubicBezTo>
                      <a:pt x="281" y="50"/>
                      <a:pt x="281" y="50"/>
                      <a:pt x="280" y="50"/>
                    </a:cubicBezTo>
                    <a:close/>
                    <a:moveTo>
                      <a:pt x="341" y="49"/>
                    </a:moveTo>
                    <a:cubicBezTo>
                      <a:pt x="336" y="45"/>
                      <a:pt x="336" y="45"/>
                      <a:pt x="336" y="45"/>
                    </a:cubicBezTo>
                    <a:cubicBezTo>
                      <a:pt x="337" y="45"/>
                      <a:pt x="337" y="44"/>
                      <a:pt x="338" y="44"/>
                    </a:cubicBezTo>
                    <a:cubicBezTo>
                      <a:pt x="338" y="44"/>
                      <a:pt x="338" y="44"/>
                      <a:pt x="338" y="45"/>
                    </a:cubicBezTo>
                    <a:cubicBezTo>
                      <a:pt x="341" y="40"/>
                      <a:pt x="341" y="40"/>
                      <a:pt x="341" y="40"/>
                    </a:cubicBezTo>
                    <a:cubicBezTo>
                      <a:pt x="342" y="41"/>
                      <a:pt x="343" y="43"/>
                      <a:pt x="343" y="45"/>
                    </a:cubicBezTo>
                    <a:cubicBezTo>
                      <a:pt x="343" y="46"/>
                      <a:pt x="343" y="47"/>
                      <a:pt x="342" y="48"/>
                    </a:cubicBezTo>
                    <a:cubicBezTo>
                      <a:pt x="342" y="48"/>
                      <a:pt x="341" y="49"/>
                      <a:pt x="341" y="49"/>
                    </a:cubicBezTo>
                    <a:close/>
                    <a:moveTo>
                      <a:pt x="367" y="47"/>
                    </a:moveTo>
                    <a:cubicBezTo>
                      <a:pt x="367" y="47"/>
                      <a:pt x="367" y="46"/>
                      <a:pt x="367" y="46"/>
                    </a:cubicBezTo>
                    <a:cubicBezTo>
                      <a:pt x="367" y="45"/>
                      <a:pt x="367" y="45"/>
                      <a:pt x="367" y="44"/>
                    </a:cubicBezTo>
                    <a:cubicBezTo>
                      <a:pt x="367" y="44"/>
                      <a:pt x="367" y="44"/>
                      <a:pt x="367" y="43"/>
                    </a:cubicBezTo>
                    <a:cubicBezTo>
                      <a:pt x="367" y="43"/>
                      <a:pt x="367" y="43"/>
                      <a:pt x="367" y="43"/>
                    </a:cubicBezTo>
                    <a:cubicBezTo>
                      <a:pt x="372" y="39"/>
                      <a:pt x="372" y="39"/>
                      <a:pt x="372" y="39"/>
                    </a:cubicBezTo>
                    <a:cubicBezTo>
                      <a:pt x="373" y="40"/>
                      <a:pt x="373" y="42"/>
                      <a:pt x="373" y="43"/>
                    </a:cubicBezTo>
                    <a:cubicBezTo>
                      <a:pt x="373" y="44"/>
                      <a:pt x="373" y="44"/>
                      <a:pt x="373" y="45"/>
                    </a:cubicBezTo>
                    <a:cubicBezTo>
                      <a:pt x="373" y="45"/>
                      <a:pt x="373" y="46"/>
                      <a:pt x="373" y="46"/>
                    </a:cubicBezTo>
                    <a:lnTo>
                      <a:pt x="367" y="47"/>
                    </a:lnTo>
                    <a:close/>
                    <a:moveTo>
                      <a:pt x="356" y="41"/>
                    </a:moveTo>
                    <a:cubicBezTo>
                      <a:pt x="351" y="39"/>
                      <a:pt x="351" y="39"/>
                      <a:pt x="351" y="39"/>
                    </a:cubicBezTo>
                    <a:cubicBezTo>
                      <a:pt x="352" y="37"/>
                      <a:pt x="352" y="37"/>
                      <a:pt x="352" y="37"/>
                    </a:cubicBezTo>
                    <a:cubicBezTo>
                      <a:pt x="352" y="36"/>
                      <a:pt x="353" y="35"/>
                      <a:pt x="353" y="34"/>
                    </a:cubicBezTo>
                    <a:cubicBezTo>
                      <a:pt x="359" y="36"/>
                      <a:pt x="359" y="36"/>
                      <a:pt x="359" y="36"/>
                    </a:cubicBezTo>
                    <a:cubicBezTo>
                      <a:pt x="358" y="37"/>
                      <a:pt x="358" y="38"/>
                      <a:pt x="357" y="40"/>
                    </a:cubicBezTo>
                    <a:lnTo>
                      <a:pt x="356" y="41"/>
                    </a:lnTo>
                    <a:close/>
                    <a:moveTo>
                      <a:pt x="340" y="36"/>
                    </a:moveTo>
                    <a:cubicBezTo>
                      <a:pt x="336" y="32"/>
                      <a:pt x="336" y="32"/>
                      <a:pt x="336" y="32"/>
                    </a:cubicBezTo>
                    <a:cubicBezTo>
                      <a:pt x="336" y="32"/>
                      <a:pt x="336" y="33"/>
                      <a:pt x="336" y="33"/>
                    </a:cubicBezTo>
                    <a:cubicBezTo>
                      <a:pt x="336" y="33"/>
                      <a:pt x="336" y="34"/>
                      <a:pt x="336" y="34"/>
                    </a:cubicBezTo>
                    <a:cubicBezTo>
                      <a:pt x="336" y="34"/>
                      <a:pt x="336" y="33"/>
                      <a:pt x="334" y="32"/>
                    </a:cubicBezTo>
                    <a:cubicBezTo>
                      <a:pt x="338" y="27"/>
                      <a:pt x="338" y="27"/>
                      <a:pt x="338" y="27"/>
                    </a:cubicBezTo>
                    <a:cubicBezTo>
                      <a:pt x="339" y="29"/>
                      <a:pt x="342" y="30"/>
                      <a:pt x="342" y="33"/>
                    </a:cubicBezTo>
                    <a:cubicBezTo>
                      <a:pt x="342" y="34"/>
                      <a:pt x="341" y="35"/>
                      <a:pt x="340" y="36"/>
                    </a:cubicBezTo>
                    <a:close/>
                    <a:moveTo>
                      <a:pt x="291" y="35"/>
                    </a:moveTo>
                    <a:cubicBezTo>
                      <a:pt x="285" y="34"/>
                      <a:pt x="285" y="34"/>
                      <a:pt x="285" y="34"/>
                    </a:cubicBezTo>
                    <a:cubicBezTo>
                      <a:pt x="286" y="29"/>
                      <a:pt x="286" y="29"/>
                      <a:pt x="286" y="29"/>
                    </a:cubicBezTo>
                    <a:cubicBezTo>
                      <a:pt x="291" y="29"/>
                      <a:pt x="291" y="29"/>
                      <a:pt x="291" y="29"/>
                    </a:cubicBezTo>
                    <a:lnTo>
                      <a:pt x="291" y="35"/>
                    </a:lnTo>
                    <a:close/>
                    <a:moveTo>
                      <a:pt x="367" y="31"/>
                    </a:moveTo>
                    <a:cubicBezTo>
                      <a:pt x="366" y="31"/>
                      <a:pt x="366" y="31"/>
                      <a:pt x="364" y="31"/>
                    </a:cubicBezTo>
                    <a:cubicBezTo>
                      <a:pt x="364" y="25"/>
                      <a:pt x="364" y="25"/>
                      <a:pt x="364" y="25"/>
                    </a:cubicBezTo>
                    <a:cubicBezTo>
                      <a:pt x="369" y="25"/>
                      <a:pt x="371" y="27"/>
                      <a:pt x="372" y="29"/>
                    </a:cubicBezTo>
                    <a:cubicBezTo>
                      <a:pt x="367" y="31"/>
                      <a:pt x="367" y="31"/>
                      <a:pt x="367" y="31"/>
                    </a:cubicBezTo>
                    <a:cubicBezTo>
                      <a:pt x="367" y="31"/>
                      <a:pt x="367" y="31"/>
                      <a:pt x="367" y="31"/>
                    </a:cubicBezTo>
                    <a:close/>
                    <a:moveTo>
                      <a:pt x="324" y="24"/>
                    </a:moveTo>
                    <a:cubicBezTo>
                      <a:pt x="324" y="24"/>
                      <a:pt x="324" y="24"/>
                      <a:pt x="324" y="24"/>
                    </a:cubicBezTo>
                    <a:cubicBezTo>
                      <a:pt x="324" y="24"/>
                      <a:pt x="324" y="24"/>
                      <a:pt x="324" y="24"/>
                    </a:cubicBezTo>
                    <a:cubicBezTo>
                      <a:pt x="324" y="24"/>
                      <a:pt x="322" y="23"/>
                      <a:pt x="322" y="23"/>
                    </a:cubicBezTo>
                    <a:cubicBezTo>
                      <a:pt x="322" y="18"/>
                      <a:pt x="322" y="18"/>
                      <a:pt x="322" y="18"/>
                    </a:cubicBezTo>
                    <a:cubicBezTo>
                      <a:pt x="322" y="18"/>
                      <a:pt x="323" y="18"/>
                      <a:pt x="323" y="18"/>
                    </a:cubicBezTo>
                    <a:cubicBezTo>
                      <a:pt x="327" y="18"/>
                      <a:pt x="329" y="20"/>
                      <a:pt x="329" y="21"/>
                    </a:cubicBezTo>
                    <a:lnTo>
                      <a:pt x="324" y="24"/>
                    </a:lnTo>
                    <a:close/>
                    <a:moveTo>
                      <a:pt x="309" y="20"/>
                    </a:moveTo>
                    <a:cubicBezTo>
                      <a:pt x="309" y="20"/>
                      <a:pt x="308" y="20"/>
                      <a:pt x="307" y="19"/>
                    </a:cubicBezTo>
                    <a:cubicBezTo>
                      <a:pt x="306" y="19"/>
                      <a:pt x="305" y="18"/>
                      <a:pt x="304" y="17"/>
                    </a:cubicBezTo>
                    <a:cubicBezTo>
                      <a:pt x="307" y="13"/>
                      <a:pt x="307" y="13"/>
                      <a:pt x="307" y="13"/>
                    </a:cubicBezTo>
                    <a:cubicBezTo>
                      <a:pt x="308" y="13"/>
                      <a:pt x="309" y="14"/>
                      <a:pt x="310" y="14"/>
                    </a:cubicBezTo>
                    <a:cubicBezTo>
                      <a:pt x="310" y="14"/>
                      <a:pt x="311" y="15"/>
                      <a:pt x="312" y="15"/>
                    </a:cubicBezTo>
                    <a:lnTo>
                      <a:pt x="309" y="20"/>
                    </a:lnTo>
                    <a:close/>
                    <a:moveTo>
                      <a:pt x="293" y="17"/>
                    </a:moveTo>
                    <a:cubicBezTo>
                      <a:pt x="287" y="17"/>
                      <a:pt x="287" y="17"/>
                      <a:pt x="287" y="17"/>
                    </a:cubicBezTo>
                    <a:cubicBezTo>
                      <a:pt x="287" y="15"/>
                      <a:pt x="287" y="13"/>
                      <a:pt x="287" y="11"/>
                    </a:cubicBezTo>
                    <a:cubicBezTo>
                      <a:pt x="293" y="12"/>
                      <a:pt x="293" y="12"/>
                      <a:pt x="293" y="12"/>
                    </a:cubicBezTo>
                    <a:cubicBezTo>
                      <a:pt x="293" y="13"/>
                      <a:pt x="293" y="15"/>
                      <a:pt x="293" y="17"/>
                    </a:cubicBezTo>
                    <a:close/>
                    <a:moveTo>
                      <a:pt x="295" y="7"/>
                    </a:moveTo>
                    <a:cubicBezTo>
                      <a:pt x="295" y="6"/>
                      <a:pt x="294" y="6"/>
                      <a:pt x="293" y="5"/>
                    </a:cubicBezTo>
                    <a:cubicBezTo>
                      <a:pt x="294" y="0"/>
                      <a:pt x="294" y="0"/>
                      <a:pt x="294" y="0"/>
                    </a:cubicBezTo>
                    <a:cubicBezTo>
                      <a:pt x="297" y="0"/>
                      <a:pt x="300" y="2"/>
                      <a:pt x="301" y="5"/>
                    </a:cubicBezTo>
                    <a:lnTo>
                      <a:pt x="295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îšļîďé"/>
              <p:cNvSpPr/>
              <p:nvPr/>
            </p:nvSpPr>
            <p:spPr bwMode="auto">
              <a:xfrm>
                <a:off x="6456363" y="2781300"/>
                <a:ext cx="519113" cy="388938"/>
              </a:xfrm>
              <a:custGeom>
                <a:avLst/>
                <a:gdLst>
                  <a:gd name="T0" fmla="*/ 28 w 242"/>
                  <a:gd name="T1" fmla="*/ 173 h 182"/>
                  <a:gd name="T2" fmla="*/ 41 w 242"/>
                  <a:gd name="T3" fmla="*/ 181 h 182"/>
                  <a:gd name="T4" fmla="*/ 47 w 242"/>
                  <a:gd name="T5" fmla="*/ 180 h 182"/>
                  <a:gd name="T6" fmla="*/ 75 w 242"/>
                  <a:gd name="T7" fmla="*/ 172 h 182"/>
                  <a:gd name="T8" fmla="*/ 75 w 242"/>
                  <a:gd name="T9" fmla="*/ 178 h 182"/>
                  <a:gd name="T10" fmla="*/ 63 w 242"/>
                  <a:gd name="T11" fmla="*/ 171 h 182"/>
                  <a:gd name="T12" fmla="*/ 20 w 242"/>
                  <a:gd name="T13" fmla="*/ 165 h 182"/>
                  <a:gd name="T14" fmla="*/ 25 w 242"/>
                  <a:gd name="T15" fmla="*/ 162 h 182"/>
                  <a:gd name="T16" fmla="*/ 0 w 242"/>
                  <a:gd name="T17" fmla="*/ 160 h 182"/>
                  <a:gd name="T18" fmla="*/ 6 w 242"/>
                  <a:gd name="T19" fmla="*/ 161 h 182"/>
                  <a:gd name="T20" fmla="*/ 77 w 242"/>
                  <a:gd name="T21" fmla="*/ 155 h 182"/>
                  <a:gd name="T22" fmla="*/ 83 w 242"/>
                  <a:gd name="T23" fmla="*/ 160 h 182"/>
                  <a:gd name="T24" fmla="*/ 92 w 242"/>
                  <a:gd name="T25" fmla="*/ 149 h 182"/>
                  <a:gd name="T26" fmla="*/ 98 w 242"/>
                  <a:gd name="T27" fmla="*/ 152 h 182"/>
                  <a:gd name="T28" fmla="*/ 85 w 242"/>
                  <a:gd name="T29" fmla="*/ 143 h 182"/>
                  <a:gd name="T30" fmla="*/ 95 w 242"/>
                  <a:gd name="T31" fmla="*/ 136 h 182"/>
                  <a:gd name="T32" fmla="*/ 94 w 242"/>
                  <a:gd name="T33" fmla="*/ 128 h 182"/>
                  <a:gd name="T34" fmla="*/ 95 w 242"/>
                  <a:gd name="T35" fmla="*/ 136 h 182"/>
                  <a:gd name="T36" fmla="*/ 88 w 242"/>
                  <a:gd name="T37" fmla="*/ 115 h 182"/>
                  <a:gd name="T38" fmla="*/ 94 w 242"/>
                  <a:gd name="T39" fmla="*/ 114 h 182"/>
                  <a:gd name="T40" fmla="*/ 102 w 242"/>
                  <a:gd name="T41" fmla="*/ 108 h 182"/>
                  <a:gd name="T42" fmla="*/ 106 w 242"/>
                  <a:gd name="T43" fmla="*/ 102 h 182"/>
                  <a:gd name="T44" fmla="*/ 110 w 242"/>
                  <a:gd name="T45" fmla="*/ 91 h 182"/>
                  <a:gd name="T46" fmla="*/ 118 w 242"/>
                  <a:gd name="T47" fmla="*/ 92 h 182"/>
                  <a:gd name="T48" fmla="*/ 123 w 242"/>
                  <a:gd name="T49" fmla="*/ 83 h 182"/>
                  <a:gd name="T50" fmla="*/ 124 w 242"/>
                  <a:gd name="T51" fmla="*/ 75 h 182"/>
                  <a:gd name="T52" fmla="*/ 123 w 242"/>
                  <a:gd name="T53" fmla="*/ 83 h 182"/>
                  <a:gd name="T54" fmla="*/ 132 w 242"/>
                  <a:gd name="T55" fmla="*/ 68 h 182"/>
                  <a:gd name="T56" fmla="*/ 138 w 242"/>
                  <a:gd name="T57" fmla="*/ 69 h 182"/>
                  <a:gd name="T58" fmla="*/ 140 w 242"/>
                  <a:gd name="T59" fmla="*/ 55 h 182"/>
                  <a:gd name="T60" fmla="*/ 146 w 242"/>
                  <a:gd name="T61" fmla="*/ 51 h 182"/>
                  <a:gd name="T62" fmla="*/ 154 w 242"/>
                  <a:gd name="T63" fmla="*/ 47 h 182"/>
                  <a:gd name="T64" fmla="*/ 160 w 242"/>
                  <a:gd name="T65" fmla="*/ 43 h 182"/>
                  <a:gd name="T66" fmla="*/ 166 w 242"/>
                  <a:gd name="T67" fmla="*/ 32 h 182"/>
                  <a:gd name="T68" fmla="*/ 173 w 242"/>
                  <a:gd name="T69" fmla="*/ 36 h 182"/>
                  <a:gd name="T70" fmla="*/ 200 w 242"/>
                  <a:gd name="T71" fmla="*/ 33 h 182"/>
                  <a:gd name="T72" fmla="*/ 201 w 242"/>
                  <a:gd name="T73" fmla="*/ 24 h 182"/>
                  <a:gd name="T74" fmla="*/ 200 w 242"/>
                  <a:gd name="T75" fmla="*/ 33 h 182"/>
                  <a:gd name="T76" fmla="*/ 187 w 242"/>
                  <a:gd name="T77" fmla="*/ 23 h 182"/>
                  <a:gd name="T78" fmla="*/ 191 w 242"/>
                  <a:gd name="T79" fmla="*/ 30 h 182"/>
                  <a:gd name="T80" fmla="*/ 209 w 242"/>
                  <a:gd name="T81" fmla="*/ 28 h 182"/>
                  <a:gd name="T82" fmla="*/ 216 w 242"/>
                  <a:gd name="T83" fmla="*/ 24 h 182"/>
                  <a:gd name="T84" fmla="*/ 172 w 242"/>
                  <a:gd name="T85" fmla="*/ 27 h 182"/>
                  <a:gd name="T86" fmla="*/ 176 w 242"/>
                  <a:gd name="T87" fmla="*/ 23 h 182"/>
                  <a:gd name="T88" fmla="*/ 172 w 242"/>
                  <a:gd name="T89" fmla="*/ 16 h 182"/>
                  <a:gd name="T90" fmla="*/ 175 w 242"/>
                  <a:gd name="T91" fmla="*/ 19 h 182"/>
                  <a:gd name="T92" fmla="*/ 219 w 242"/>
                  <a:gd name="T93" fmla="*/ 10 h 182"/>
                  <a:gd name="T94" fmla="*/ 222 w 242"/>
                  <a:gd name="T95" fmla="*/ 14 h 182"/>
                  <a:gd name="T96" fmla="*/ 233 w 242"/>
                  <a:gd name="T97" fmla="*/ 1 h 182"/>
                  <a:gd name="T98" fmla="*/ 237 w 242"/>
                  <a:gd name="T99" fmla="*/ 6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2" h="182">
                    <a:moveTo>
                      <a:pt x="27" y="182"/>
                    </a:moveTo>
                    <a:cubicBezTo>
                      <a:pt x="26" y="180"/>
                      <a:pt x="24" y="179"/>
                      <a:pt x="23" y="176"/>
                    </a:cubicBezTo>
                    <a:cubicBezTo>
                      <a:pt x="28" y="173"/>
                      <a:pt x="28" y="173"/>
                      <a:pt x="28" y="173"/>
                    </a:cubicBezTo>
                    <a:cubicBezTo>
                      <a:pt x="29" y="176"/>
                      <a:pt x="30" y="176"/>
                      <a:pt x="31" y="177"/>
                    </a:cubicBezTo>
                    <a:lnTo>
                      <a:pt x="27" y="182"/>
                    </a:lnTo>
                    <a:close/>
                    <a:moveTo>
                      <a:pt x="41" y="181"/>
                    </a:moveTo>
                    <a:cubicBezTo>
                      <a:pt x="40" y="176"/>
                      <a:pt x="40" y="176"/>
                      <a:pt x="40" y="176"/>
                    </a:cubicBezTo>
                    <a:cubicBezTo>
                      <a:pt x="45" y="174"/>
                      <a:pt x="45" y="174"/>
                      <a:pt x="45" y="174"/>
                    </a:cubicBezTo>
                    <a:cubicBezTo>
                      <a:pt x="47" y="180"/>
                      <a:pt x="47" y="180"/>
                      <a:pt x="47" y="180"/>
                    </a:cubicBezTo>
                    <a:lnTo>
                      <a:pt x="41" y="181"/>
                    </a:lnTo>
                    <a:close/>
                    <a:moveTo>
                      <a:pt x="75" y="178"/>
                    </a:moveTo>
                    <a:cubicBezTo>
                      <a:pt x="75" y="172"/>
                      <a:pt x="75" y="172"/>
                      <a:pt x="75" y="172"/>
                    </a:cubicBezTo>
                    <a:cubicBezTo>
                      <a:pt x="76" y="172"/>
                      <a:pt x="77" y="171"/>
                      <a:pt x="77" y="171"/>
                    </a:cubicBezTo>
                    <a:cubicBezTo>
                      <a:pt x="82" y="173"/>
                      <a:pt x="82" y="173"/>
                      <a:pt x="82" y="173"/>
                    </a:cubicBezTo>
                    <a:cubicBezTo>
                      <a:pt x="81" y="175"/>
                      <a:pt x="79" y="178"/>
                      <a:pt x="75" y="178"/>
                    </a:cubicBezTo>
                    <a:close/>
                    <a:moveTo>
                      <a:pt x="58" y="177"/>
                    </a:moveTo>
                    <a:cubicBezTo>
                      <a:pt x="57" y="172"/>
                      <a:pt x="57" y="172"/>
                      <a:pt x="57" y="172"/>
                    </a:cubicBezTo>
                    <a:cubicBezTo>
                      <a:pt x="60" y="171"/>
                      <a:pt x="62" y="171"/>
                      <a:pt x="63" y="171"/>
                    </a:cubicBezTo>
                    <a:cubicBezTo>
                      <a:pt x="63" y="177"/>
                      <a:pt x="63" y="177"/>
                      <a:pt x="63" y="177"/>
                    </a:cubicBezTo>
                    <a:cubicBezTo>
                      <a:pt x="62" y="177"/>
                      <a:pt x="60" y="177"/>
                      <a:pt x="58" y="177"/>
                    </a:cubicBezTo>
                    <a:close/>
                    <a:moveTo>
                      <a:pt x="20" y="165"/>
                    </a:moveTo>
                    <a:cubicBezTo>
                      <a:pt x="20" y="165"/>
                      <a:pt x="19" y="164"/>
                      <a:pt x="16" y="163"/>
                    </a:cubicBezTo>
                    <a:cubicBezTo>
                      <a:pt x="19" y="158"/>
                      <a:pt x="19" y="158"/>
                      <a:pt x="19" y="158"/>
                    </a:cubicBezTo>
                    <a:cubicBezTo>
                      <a:pt x="21" y="159"/>
                      <a:pt x="23" y="160"/>
                      <a:pt x="25" y="162"/>
                    </a:cubicBezTo>
                    <a:lnTo>
                      <a:pt x="20" y="165"/>
                    </a:lnTo>
                    <a:close/>
                    <a:moveTo>
                      <a:pt x="6" y="161"/>
                    </a:moveTo>
                    <a:cubicBezTo>
                      <a:pt x="2" y="160"/>
                      <a:pt x="0" y="160"/>
                      <a:pt x="0" y="160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4"/>
                      <a:pt x="3" y="154"/>
                      <a:pt x="6" y="155"/>
                    </a:cubicBezTo>
                    <a:lnTo>
                      <a:pt x="6" y="161"/>
                    </a:lnTo>
                    <a:close/>
                    <a:moveTo>
                      <a:pt x="77" y="160"/>
                    </a:moveTo>
                    <a:cubicBezTo>
                      <a:pt x="77" y="158"/>
                      <a:pt x="77" y="158"/>
                      <a:pt x="77" y="158"/>
                    </a:cubicBezTo>
                    <a:cubicBezTo>
                      <a:pt x="77" y="157"/>
                      <a:pt x="77" y="156"/>
                      <a:pt x="77" y="155"/>
                    </a:cubicBezTo>
                    <a:cubicBezTo>
                      <a:pt x="83" y="154"/>
                      <a:pt x="83" y="154"/>
                      <a:pt x="83" y="154"/>
                    </a:cubicBezTo>
                    <a:cubicBezTo>
                      <a:pt x="83" y="155"/>
                      <a:pt x="83" y="157"/>
                      <a:pt x="83" y="158"/>
                    </a:cubicBezTo>
                    <a:cubicBezTo>
                      <a:pt x="83" y="160"/>
                      <a:pt x="83" y="160"/>
                      <a:pt x="83" y="160"/>
                    </a:cubicBezTo>
                    <a:lnTo>
                      <a:pt x="77" y="160"/>
                    </a:lnTo>
                    <a:close/>
                    <a:moveTo>
                      <a:pt x="98" y="152"/>
                    </a:moveTo>
                    <a:cubicBezTo>
                      <a:pt x="92" y="149"/>
                      <a:pt x="92" y="149"/>
                      <a:pt x="92" y="149"/>
                    </a:cubicBezTo>
                    <a:cubicBezTo>
                      <a:pt x="93" y="148"/>
                      <a:pt x="94" y="146"/>
                      <a:pt x="94" y="144"/>
                    </a:cubicBezTo>
                    <a:cubicBezTo>
                      <a:pt x="100" y="146"/>
                      <a:pt x="100" y="146"/>
                      <a:pt x="100" y="146"/>
                    </a:cubicBezTo>
                    <a:cubicBezTo>
                      <a:pt x="99" y="148"/>
                      <a:pt x="99" y="150"/>
                      <a:pt x="98" y="152"/>
                    </a:cubicBezTo>
                    <a:close/>
                    <a:moveTo>
                      <a:pt x="86" y="152"/>
                    </a:moveTo>
                    <a:cubicBezTo>
                      <a:pt x="84" y="149"/>
                      <a:pt x="84" y="149"/>
                      <a:pt x="83" y="149"/>
                    </a:cubicBez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4"/>
                      <a:pt x="89" y="146"/>
                      <a:pt x="91" y="148"/>
                    </a:cubicBezTo>
                    <a:lnTo>
                      <a:pt x="86" y="152"/>
                    </a:lnTo>
                    <a:close/>
                    <a:moveTo>
                      <a:pt x="95" y="136"/>
                    </a:moveTo>
                    <a:cubicBezTo>
                      <a:pt x="94" y="135"/>
                      <a:pt x="93" y="135"/>
                      <a:pt x="93" y="134"/>
                    </a:cubicBezTo>
                    <a:cubicBezTo>
                      <a:pt x="92" y="133"/>
                      <a:pt x="91" y="133"/>
                      <a:pt x="90" y="132"/>
                    </a:cubicBezTo>
                    <a:cubicBezTo>
                      <a:pt x="94" y="128"/>
                      <a:pt x="94" y="128"/>
                      <a:pt x="94" y="128"/>
                    </a:cubicBezTo>
                    <a:cubicBezTo>
                      <a:pt x="95" y="129"/>
                      <a:pt x="96" y="129"/>
                      <a:pt x="96" y="130"/>
                    </a:cubicBezTo>
                    <a:cubicBezTo>
                      <a:pt x="97" y="131"/>
                      <a:pt x="98" y="131"/>
                      <a:pt x="99" y="132"/>
                    </a:cubicBezTo>
                    <a:lnTo>
                      <a:pt x="95" y="136"/>
                    </a:lnTo>
                    <a:close/>
                    <a:moveTo>
                      <a:pt x="93" y="120"/>
                    </a:moveTo>
                    <a:cubicBezTo>
                      <a:pt x="88" y="118"/>
                      <a:pt x="88" y="118"/>
                      <a:pt x="88" y="118"/>
                    </a:cubicBezTo>
                    <a:cubicBezTo>
                      <a:pt x="88" y="117"/>
                      <a:pt x="88" y="116"/>
                      <a:pt x="88" y="115"/>
                    </a:cubicBezTo>
                    <a:cubicBezTo>
                      <a:pt x="88" y="114"/>
                      <a:pt x="88" y="114"/>
                      <a:pt x="88" y="114"/>
                    </a:cubicBezTo>
                    <a:cubicBezTo>
                      <a:pt x="88" y="114"/>
                      <a:pt x="88" y="114"/>
                      <a:pt x="88" y="113"/>
                    </a:cubicBezTo>
                    <a:cubicBezTo>
                      <a:pt x="94" y="114"/>
                      <a:pt x="94" y="114"/>
                      <a:pt x="94" y="114"/>
                    </a:cubicBezTo>
                    <a:cubicBezTo>
                      <a:pt x="94" y="115"/>
                      <a:pt x="94" y="115"/>
                      <a:pt x="94" y="115"/>
                    </a:cubicBezTo>
                    <a:cubicBezTo>
                      <a:pt x="94" y="116"/>
                      <a:pt x="94" y="118"/>
                      <a:pt x="93" y="120"/>
                    </a:cubicBezTo>
                    <a:close/>
                    <a:moveTo>
                      <a:pt x="102" y="108"/>
                    </a:moveTo>
                    <a:cubicBezTo>
                      <a:pt x="97" y="103"/>
                      <a:pt x="97" y="103"/>
                      <a:pt x="97" y="103"/>
                    </a:cubicBezTo>
                    <a:cubicBezTo>
                      <a:pt x="99" y="102"/>
                      <a:pt x="100" y="101"/>
                      <a:pt x="100" y="100"/>
                    </a:cubicBezTo>
                    <a:cubicBezTo>
                      <a:pt x="106" y="102"/>
                      <a:pt x="106" y="102"/>
                      <a:pt x="106" y="102"/>
                    </a:cubicBezTo>
                    <a:cubicBezTo>
                      <a:pt x="105" y="104"/>
                      <a:pt x="104" y="106"/>
                      <a:pt x="102" y="108"/>
                    </a:cubicBezTo>
                    <a:close/>
                    <a:moveTo>
                      <a:pt x="113" y="96"/>
                    </a:moveTo>
                    <a:cubicBezTo>
                      <a:pt x="110" y="91"/>
                      <a:pt x="110" y="91"/>
                      <a:pt x="110" y="91"/>
                    </a:cubicBezTo>
                    <a:cubicBezTo>
                      <a:pt x="110" y="90"/>
                      <a:pt x="110" y="90"/>
                      <a:pt x="110" y="90"/>
                    </a:cubicBezTo>
                    <a:cubicBezTo>
                      <a:pt x="112" y="89"/>
                      <a:pt x="113" y="88"/>
                      <a:pt x="114" y="88"/>
                    </a:cubicBezTo>
                    <a:cubicBezTo>
                      <a:pt x="118" y="92"/>
                      <a:pt x="118" y="92"/>
                      <a:pt x="118" y="92"/>
                    </a:cubicBezTo>
                    <a:cubicBezTo>
                      <a:pt x="117" y="93"/>
                      <a:pt x="115" y="94"/>
                      <a:pt x="114" y="95"/>
                    </a:cubicBezTo>
                    <a:lnTo>
                      <a:pt x="113" y="96"/>
                    </a:lnTo>
                    <a:close/>
                    <a:moveTo>
                      <a:pt x="123" y="83"/>
                    </a:moveTo>
                    <a:cubicBezTo>
                      <a:pt x="120" y="78"/>
                      <a:pt x="120" y="78"/>
                      <a:pt x="120" y="78"/>
                    </a:cubicBezTo>
                    <a:cubicBezTo>
                      <a:pt x="120" y="78"/>
                      <a:pt x="121" y="78"/>
                      <a:pt x="121" y="77"/>
                    </a:cubicBezTo>
                    <a:cubicBezTo>
                      <a:pt x="122" y="77"/>
                      <a:pt x="123" y="76"/>
                      <a:pt x="124" y="75"/>
                    </a:cubicBezTo>
                    <a:cubicBezTo>
                      <a:pt x="128" y="79"/>
                      <a:pt x="128" y="79"/>
                      <a:pt x="128" y="79"/>
                    </a:cubicBezTo>
                    <a:cubicBezTo>
                      <a:pt x="127" y="80"/>
                      <a:pt x="126" y="81"/>
                      <a:pt x="124" y="82"/>
                    </a:cubicBezTo>
                    <a:lnTo>
                      <a:pt x="123" y="83"/>
                    </a:lnTo>
                    <a:close/>
                    <a:moveTo>
                      <a:pt x="137" y="73"/>
                    </a:moveTo>
                    <a:cubicBezTo>
                      <a:pt x="132" y="70"/>
                      <a:pt x="132" y="70"/>
                      <a:pt x="132" y="70"/>
                    </a:cubicBezTo>
                    <a:cubicBezTo>
                      <a:pt x="132" y="70"/>
                      <a:pt x="132" y="69"/>
                      <a:pt x="132" y="68"/>
                    </a:cubicBezTo>
                    <a:cubicBezTo>
                      <a:pt x="132" y="67"/>
                      <a:pt x="133" y="66"/>
                      <a:pt x="133" y="65"/>
                    </a:cubicBezTo>
                    <a:cubicBezTo>
                      <a:pt x="139" y="67"/>
                      <a:pt x="139" y="67"/>
                      <a:pt x="139" y="67"/>
                    </a:cubicBezTo>
                    <a:cubicBezTo>
                      <a:pt x="138" y="67"/>
                      <a:pt x="138" y="68"/>
                      <a:pt x="138" y="69"/>
                    </a:cubicBezTo>
                    <a:cubicBezTo>
                      <a:pt x="138" y="70"/>
                      <a:pt x="138" y="72"/>
                      <a:pt x="137" y="73"/>
                    </a:cubicBezTo>
                    <a:close/>
                    <a:moveTo>
                      <a:pt x="145" y="57"/>
                    </a:moveTo>
                    <a:cubicBezTo>
                      <a:pt x="140" y="55"/>
                      <a:pt x="140" y="55"/>
                      <a:pt x="140" y="55"/>
                    </a:cubicBezTo>
                    <a:cubicBezTo>
                      <a:pt x="140" y="55"/>
                      <a:pt x="140" y="55"/>
                      <a:pt x="140" y="54"/>
                    </a:cubicBezTo>
                    <a:cubicBezTo>
                      <a:pt x="140" y="52"/>
                      <a:pt x="140" y="51"/>
                      <a:pt x="141" y="49"/>
                    </a:cubicBezTo>
                    <a:cubicBezTo>
                      <a:pt x="146" y="51"/>
                      <a:pt x="146" y="51"/>
                      <a:pt x="146" y="51"/>
                    </a:cubicBezTo>
                    <a:cubicBezTo>
                      <a:pt x="146" y="52"/>
                      <a:pt x="146" y="53"/>
                      <a:pt x="146" y="54"/>
                    </a:cubicBezTo>
                    <a:cubicBezTo>
                      <a:pt x="146" y="55"/>
                      <a:pt x="146" y="56"/>
                      <a:pt x="145" y="57"/>
                    </a:cubicBezTo>
                    <a:close/>
                    <a:moveTo>
                      <a:pt x="154" y="47"/>
                    </a:moveTo>
                    <a:cubicBezTo>
                      <a:pt x="152" y="42"/>
                      <a:pt x="152" y="42"/>
                      <a:pt x="152" y="42"/>
                    </a:cubicBezTo>
                    <a:cubicBezTo>
                      <a:pt x="153" y="41"/>
                      <a:pt x="155" y="40"/>
                      <a:pt x="155" y="39"/>
                    </a:cubicBezTo>
                    <a:cubicBezTo>
                      <a:pt x="160" y="43"/>
                      <a:pt x="160" y="43"/>
                      <a:pt x="160" y="43"/>
                    </a:cubicBezTo>
                    <a:cubicBezTo>
                      <a:pt x="159" y="45"/>
                      <a:pt x="157" y="46"/>
                      <a:pt x="154" y="47"/>
                    </a:cubicBezTo>
                    <a:close/>
                    <a:moveTo>
                      <a:pt x="166" y="38"/>
                    </a:moveTo>
                    <a:cubicBezTo>
                      <a:pt x="166" y="32"/>
                      <a:pt x="166" y="32"/>
                      <a:pt x="166" y="32"/>
                    </a:cubicBezTo>
                    <a:cubicBezTo>
                      <a:pt x="167" y="32"/>
                      <a:pt x="167" y="32"/>
                      <a:pt x="167" y="32"/>
                    </a:cubicBezTo>
                    <a:cubicBezTo>
                      <a:pt x="168" y="32"/>
                      <a:pt x="170" y="32"/>
                      <a:pt x="171" y="31"/>
                    </a:cubicBezTo>
                    <a:cubicBezTo>
                      <a:pt x="173" y="36"/>
                      <a:pt x="173" y="36"/>
                      <a:pt x="173" y="36"/>
                    </a:cubicBezTo>
                    <a:cubicBezTo>
                      <a:pt x="171" y="37"/>
                      <a:pt x="169" y="38"/>
                      <a:pt x="167" y="38"/>
                    </a:cubicBezTo>
                    <a:lnTo>
                      <a:pt x="166" y="38"/>
                    </a:lnTo>
                    <a:close/>
                    <a:moveTo>
                      <a:pt x="200" y="33"/>
                    </a:moveTo>
                    <a:cubicBezTo>
                      <a:pt x="199" y="32"/>
                      <a:pt x="198" y="30"/>
                      <a:pt x="198" y="29"/>
                    </a:cubicBezTo>
                    <a:cubicBezTo>
                      <a:pt x="197" y="28"/>
                      <a:pt x="197" y="28"/>
                      <a:pt x="197" y="28"/>
                    </a:cubicBezTo>
                    <a:cubicBezTo>
                      <a:pt x="201" y="24"/>
                      <a:pt x="201" y="24"/>
                      <a:pt x="201" y="24"/>
                    </a:cubicBezTo>
                    <a:cubicBezTo>
                      <a:pt x="202" y="25"/>
                      <a:pt x="202" y="25"/>
                      <a:pt x="203" y="26"/>
                    </a:cubicBezTo>
                    <a:cubicBezTo>
                      <a:pt x="203" y="27"/>
                      <a:pt x="204" y="28"/>
                      <a:pt x="204" y="29"/>
                    </a:cubicBezTo>
                    <a:lnTo>
                      <a:pt x="200" y="33"/>
                    </a:lnTo>
                    <a:close/>
                    <a:moveTo>
                      <a:pt x="188" y="31"/>
                    </a:moveTo>
                    <a:cubicBezTo>
                      <a:pt x="186" y="31"/>
                      <a:pt x="184" y="29"/>
                      <a:pt x="183" y="27"/>
                    </a:cubicBezTo>
                    <a:cubicBezTo>
                      <a:pt x="187" y="23"/>
                      <a:pt x="187" y="23"/>
                      <a:pt x="187" y="23"/>
                    </a:cubicBezTo>
                    <a:cubicBezTo>
                      <a:pt x="188" y="25"/>
                      <a:pt x="189" y="25"/>
                      <a:pt x="189" y="25"/>
                    </a:cubicBezTo>
                    <a:cubicBezTo>
                      <a:pt x="188" y="25"/>
                      <a:pt x="188" y="25"/>
                      <a:pt x="188" y="25"/>
                    </a:cubicBezTo>
                    <a:cubicBezTo>
                      <a:pt x="191" y="30"/>
                      <a:pt x="191" y="30"/>
                      <a:pt x="191" y="30"/>
                    </a:cubicBezTo>
                    <a:cubicBezTo>
                      <a:pt x="190" y="30"/>
                      <a:pt x="189" y="31"/>
                      <a:pt x="188" y="31"/>
                    </a:cubicBezTo>
                    <a:close/>
                    <a:moveTo>
                      <a:pt x="214" y="30"/>
                    </a:moveTo>
                    <a:cubicBezTo>
                      <a:pt x="209" y="28"/>
                      <a:pt x="209" y="28"/>
                      <a:pt x="209" y="28"/>
                    </a:cubicBezTo>
                    <a:cubicBezTo>
                      <a:pt x="209" y="27"/>
                      <a:pt x="209" y="26"/>
                      <a:pt x="210" y="25"/>
                    </a:cubicBezTo>
                    <a:cubicBezTo>
                      <a:pt x="210" y="24"/>
                      <a:pt x="210" y="23"/>
                      <a:pt x="210" y="22"/>
                    </a:cubicBezTo>
                    <a:cubicBezTo>
                      <a:pt x="216" y="24"/>
                      <a:pt x="216" y="24"/>
                      <a:pt x="216" y="24"/>
                    </a:cubicBezTo>
                    <a:cubicBezTo>
                      <a:pt x="216" y="25"/>
                      <a:pt x="215" y="25"/>
                      <a:pt x="215" y="26"/>
                    </a:cubicBezTo>
                    <a:cubicBezTo>
                      <a:pt x="215" y="27"/>
                      <a:pt x="215" y="29"/>
                      <a:pt x="214" y="30"/>
                    </a:cubicBezTo>
                    <a:close/>
                    <a:moveTo>
                      <a:pt x="172" y="27"/>
                    </a:moveTo>
                    <a:cubicBezTo>
                      <a:pt x="170" y="26"/>
                      <a:pt x="169" y="24"/>
                      <a:pt x="168" y="22"/>
                    </a:cubicBezTo>
                    <a:cubicBezTo>
                      <a:pt x="173" y="19"/>
                      <a:pt x="173" y="19"/>
                      <a:pt x="173" y="19"/>
                    </a:cubicBezTo>
                    <a:cubicBezTo>
                      <a:pt x="174" y="20"/>
                      <a:pt x="175" y="22"/>
                      <a:pt x="176" y="23"/>
                    </a:cubicBezTo>
                    <a:lnTo>
                      <a:pt x="172" y="27"/>
                    </a:lnTo>
                    <a:close/>
                    <a:moveTo>
                      <a:pt x="175" y="19"/>
                    </a:moveTo>
                    <a:cubicBezTo>
                      <a:pt x="174" y="17"/>
                      <a:pt x="172" y="16"/>
                      <a:pt x="172" y="16"/>
                    </a:cubicBezTo>
                    <a:cubicBezTo>
                      <a:pt x="173" y="11"/>
                      <a:pt x="173" y="11"/>
                      <a:pt x="173" y="11"/>
                    </a:cubicBezTo>
                    <a:cubicBezTo>
                      <a:pt x="175" y="11"/>
                      <a:pt x="177" y="12"/>
                      <a:pt x="179" y="14"/>
                    </a:cubicBezTo>
                    <a:lnTo>
                      <a:pt x="175" y="19"/>
                    </a:lnTo>
                    <a:close/>
                    <a:moveTo>
                      <a:pt x="221" y="15"/>
                    </a:moveTo>
                    <a:cubicBezTo>
                      <a:pt x="217" y="11"/>
                      <a:pt x="217" y="11"/>
                      <a:pt x="217" y="11"/>
                    </a:cubicBezTo>
                    <a:cubicBezTo>
                      <a:pt x="218" y="11"/>
                      <a:pt x="218" y="10"/>
                      <a:pt x="219" y="10"/>
                    </a:cubicBezTo>
                    <a:cubicBezTo>
                      <a:pt x="220" y="9"/>
                      <a:pt x="221" y="8"/>
                      <a:pt x="222" y="7"/>
                    </a:cubicBezTo>
                    <a:cubicBezTo>
                      <a:pt x="226" y="12"/>
                      <a:pt x="226" y="12"/>
                      <a:pt x="226" y="12"/>
                    </a:cubicBezTo>
                    <a:cubicBezTo>
                      <a:pt x="225" y="13"/>
                      <a:pt x="224" y="14"/>
                      <a:pt x="222" y="14"/>
                    </a:cubicBezTo>
                    <a:cubicBezTo>
                      <a:pt x="222" y="15"/>
                      <a:pt x="222" y="15"/>
                      <a:pt x="221" y="15"/>
                    </a:cubicBezTo>
                    <a:close/>
                    <a:moveTo>
                      <a:pt x="235" y="7"/>
                    </a:moveTo>
                    <a:cubicBezTo>
                      <a:pt x="233" y="1"/>
                      <a:pt x="233" y="1"/>
                      <a:pt x="233" y="1"/>
                    </a:cubicBezTo>
                    <a:cubicBezTo>
                      <a:pt x="236" y="0"/>
                      <a:pt x="238" y="0"/>
                      <a:pt x="240" y="1"/>
                    </a:cubicBezTo>
                    <a:cubicBezTo>
                      <a:pt x="241" y="2"/>
                      <a:pt x="241" y="2"/>
                      <a:pt x="242" y="2"/>
                    </a:cubicBezTo>
                    <a:cubicBezTo>
                      <a:pt x="237" y="6"/>
                      <a:pt x="237" y="6"/>
                      <a:pt x="237" y="6"/>
                    </a:cubicBezTo>
                    <a:cubicBezTo>
                      <a:pt x="237" y="6"/>
                      <a:pt x="236" y="6"/>
                      <a:pt x="235" y="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îSļïḍe"/>
              <p:cNvSpPr/>
              <p:nvPr/>
            </p:nvSpPr>
            <p:spPr bwMode="auto">
              <a:xfrm>
                <a:off x="8124825" y="93663"/>
                <a:ext cx="633413" cy="1835150"/>
              </a:xfrm>
              <a:custGeom>
                <a:avLst/>
                <a:gdLst>
                  <a:gd name="T0" fmla="*/ 230 w 295"/>
                  <a:gd name="T1" fmla="*/ 851 h 856"/>
                  <a:gd name="T2" fmla="*/ 233 w 295"/>
                  <a:gd name="T3" fmla="*/ 825 h 856"/>
                  <a:gd name="T4" fmla="*/ 224 w 295"/>
                  <a:gd name="T5" fmla="*/ 793 h 856"/>
                  <a:gd name="T6" fmla="*/ 165 w 295"/>
                  <a:gd name="T7" fmla="*/ 782 h 856"/>
                  <a:gd name="T8" fmla="*/ 217 w 295"/>
                  <a:gd name="T9" fmla="*/ 777 h 856"/>
                  <a:gd name="T10" fmla="*/ 153 w 295"/>
                  <a:gd name="T11" fmla="*/ 774 h 856"/>
                  <a:gd name="T12" fmla="*/ 205 w 295"/>
                  <a:gd name="T13" fmla="*/ 771 h 856"/>
                  <a:gd name="T14" fmla="*/ 131 w 295"/>
                  <a:gd name="T15" fmla="*/ 747 h 856"/>
                  <a:gd name="T16" fmla="*/ 134 w 295"/>
                  <a:gd name="T17" fmla="*/ 730 h 856"/>
                  <a:gd name="T18" fmla="*/ 139 w 295"/>
                  <a:gd name="T19" fmla="*/ 695 h 856"/>
                  <a:gd name="T20" fmla="*/ 115 w 295"/>
                  <a:gd name="T21" fmla="*/ 668 h 856"/>
                  <a:gd name="T22" fmla="*/ 112 w 295"/>
                  <a:gd name="T23" fmla="*/ 661 h 856"/>
                  <a:gd name="T24" fmla="*/ 100 w 295"/>
                  <a:gd name="T25" fmla="*/ 657 h 856"/>
                  <a:gd name="T26" fmla="*/ 134 w 295"/>
                  <a:gd name="T27" fmla="*/ 645 h 856"/>
                  <a:gd name="T28" fmla="*/ 146 w 295"/>
                  <a:gd name="T29" fmla="*/ 646 h 856"/>
                  <a:gd name="T30" fmla="*/ 100 w 295"/>
                  <a:gd name="T31" fmla="*/ 638 h 856"/>
                  <a:gd name="T32" fmla="*/ 108 w 295"/>
                  <a:gd name="T33" fmla="*/ 627 h 856"/>
                  <a:gd name="T34" fmla="*/ 175 w 295"/>
                  <a:gd name="T35" fmla="*/ 614 h 856"/>
                  <a:gd name="T36" fmla="*/ 168 w 295"/>
                  <a:gd name="T37" fmla="*/ 588 h 856"/>
                  <a:gd name="T38" fmla="*/ 173 w 295"/>
                  <a:gd name="T39" fmla="*/ 568 h 856"/>
                  <a:gd name="T40" fmla="*/ 201 w 295"/>
                  <a:gd name="T41" fmla="*/ 566 h 856"/>
                  <a:gd name="T42" fmla="*/ 166 w 295"/>
                  <a:gd name="T43" fmla="*/ 556 h 856"/>
                  <a:gd name="T44" fmla="*/ 202 w 295"/>
                  <a:gd name="T45" fmla="*/ 551 h 856"/>
                  <a:gd name="T46" fmla="*/ 157 w 295"/>
                  <a:gd name="T47" fmla="*/ 543 h 856"/>
                  <a:gd name="T48" fmla="*/ 195 w 295"/>
                  <a:gd name="T49" fmla="*/ 539 h 856"/>
                  <a:gd name="T50" fmla="*/ 152 w 295"/>
                  <a:gd name="T51" fmla="*/ 531 h 856"/>
                  <a:gd name="T52" fmla="*/ 133 w 295"/>
                  <a:gd name="T53" fmla="*/ 505 h 856"/>
                  <a:gd name="T54" fmla="*/ 153 w 295"/>
                  <a:gd name="T55" fmla="*/ 480 h 856"/>
                  <a:gd name="T56" fmla="*/ 167 w 295"/>
                  <a:gd name="T57" fmla="*/ 455 h 856"/>
                  <a:gd name="T58" fmla="*/ 190 w 295"/>
                  <a:gd name="T59" fmla="*/ 429 h 856"/>
                  <a:gd name="T60" fmla="*/ 231 w 295"/>
                  <a:gd name="T61" fmla="*/ 422 h 856"/>
                  <a:gd name="T62" fmla="*/ 204 w 295"/>
                  <a:gd name="T63" fmla="*/ 417 h 856"/>
                  <a:gd name="T64" fmla="*/ 229 w 295"/>
                  <a:gd name="T65" fmla="*/ 404 h 856"/>
                  <a:gd name="T66" fmla="*/ 240 w 295"/>
                  <a:gd name="T67" fmla="*/ 387 h 856"/>
                  <a:gd name="T68" fmla="*/ 241 w 295"/>
                  <a:gd name="T69" fmla="*/ 350 h 856"/>
                  <a:gd name="T70" fmla="*/ 263 w 295"/>
                  <a:gd name="T71" fmla="*/ 330 h 856"/>
                  <a:gd name="T72" fmla="*/ 266 w 295"/>
                  <a:gd name="T73" fmla="*/ 296 h 856"/>
                  <a:gd name="T74" fmla="*/ 260 w 295"/>
                  <a:gd name="T75" fmla="*/ 290 h 856"/>
                  <a:gd name="T76" fmla="*/ 258 w 295"/>
                  <a:gd name="T77" fmla="*/ 250 h 856"/>
                  <a:gd name="T78" fmla="*/ 266 w 295"/>
                  <a:gd name="T79" fmla="*/ 223 h 856"/>
                  <a:gd name="T80" fmla="*/ 277 w 295"/>
                  <a:gd name="T81" fmla="*/ 202 h 856"/>
                  <a:gd name="T82" fmla="*/ 280 w 295"/>
                  <a:gd name="T83" fmla="*/ 175 h 856"/>
                  <a:gd name="T84" fmla="*/ 133 w 295"/>
                  <a:gd name="T85" fmla="*/ 159 h 856"/>
                  <a:gd name="T86" fmla="*/ 139 w 295"/>
                  <a:gd name="T87" fmla="*/ 157 h 856"/>
                  <a:gd name="T88" fmla="*/ 119 w 295"/>
                  <a:gd name="T89" fmla="*/ 153 h 856"/>
                  <a:gd name="T90" fmla="*/ 279 w 295"/>
                  <a:gd name="T91" fmla="*/ 143 h 856"/>
                  <a:gd name="T92" fmla="*/ 178 w 295"/>
                  <a:gd name="T93" fmla="*/ 143 h 856"/>
                  <a:gd name="T94" fmla="*/ 198 w 295"/>
                  <a:gd name="T95" fmla="*/ 145 h 856"/>
                  <a:gd name="T96" fmla="*/ 110 w 295"/>
                  <a:gd name="T97" fmla="*/ 134 h 856"/>
                  <a:gd name="T98" fmla="*/ 220 w 295"/>
                  <a:gd name="T99" fmla="*/ 125 h 856"/>
                  <a:gd name="T100" fmla="*/ 100 w 295"/>
                  <a:gd name="T101" fmla="*/ 128 h 856"/>
                  <a:gd name="T102" fmla="*/ 225 w 295"/>
                  <a:gd name="T103" fmla="*/ 114 h 856"/>
                  <a:gd name="T104" fmla="*/ 93 w 295"/>
                  <a:gd name="T105" fmla="*/ 112 h 856"/>
                  <a:gd name="T106" fmla="*/ 93 w 295"/>
                  <a:gd name="T107" fmla="*/ 113 h 856"/>
                  <a:gd name="T108" fmla="*/ 47 w 295"/>
                  <a:gd name="T109" fmla="*/ 88 h 856"/>
                  <a:gd name="T110" fmla="*/ 90 w 295"/>
                  <a:gd name="T111" fmla="*/ 80 h 856"/>
                  <a:gd name="T112" fmla="*/ 54 w 295"/>
                  <a:gd name="T113" fmla="*/ 76 h 856"/>
                  <a:gd name="T114" fmla="*/ 17 w 295"/>
                  <a:gd name="T115" fmla="*/ 66 h 856"/>
                  <a:gd name="T116" fmla="*/ 0 w 295"/>
                  <a:gd name="T117" fmla="*/ 63 h 856"/>
                  <a:gd name="T118" fmla="*/ 26 w 295"/>
                  <a:gd name="T119" fmla="*/ 36 h 856"/>
                  <a:gd name="T120" fmla="*/ 31 w 295"/>
                  <a:gd name="T121" fmla="*/ 12 h 8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5" h="856">
                    <a:moveTo>
                      <a:pt x="251" y="856"/>
                    </a:moveTo>
                    <a:cubicBezTo>
                      <a:pt x="250" y="856"/>
                      <a:pt x="249" y="856"/>
                      <a:pt x="247" y="856"/>
                    </a:cubicBezTo>
                    <a:cubicBezTo>
                      <a:pt x="248" y="850"/>
                      <a:pt x="248" y="850"/>
                      <a:pt x="248" y="850"/>
                    </a:cubicBezTo>
                    <a:cubicBezTo>
                      <a:pt x="251" y="850"/>
                      <a:pt x="252" y="850"/>
                      <a:pt x="252" y="850"/>
                    </a:cubicBezTo>
                    <a:cubicBezTo>
                      <a:pt x="252" y="850"/>
                      <a:pt x="251" y="850"/>
                      <a:pt x="250" y="852"/>
                    </a:cubicBezTo>
                    <a:cubicBezTo>
                      <a:pt x="256" y="854"/>
                      <a:pt x="256" y="854"/>
                      <a:pt x="256" y="854"/>
                    </a:cubicBezTo>
                    <a:cubicBezTo>
                      <a:pt x="255" y="856"/>
                      <a:pt x="252" y="856"/>
                      <a:pt x="251" y="856"/>
                    </a:cubicBezTo>
                    <a:close/>
                    <a:moveTo>
                      <a:pt x="236" y="852"/>
                    </a:moveTo>
                    <a:cubicBezTo>
                      <a:pt x="237" y="849"/>
                      <a:pt x="237" y="849"/>
                      <a:pt x="237" y="849"/>
                    </a:cubicBezTo>
                    <a:cubicBezTo>
                      <a:pt x="236" y="852"/>
                      <a:pt x="236" y="852"/>
                      <a:pt x="236" y="852"/>
                    </a:cubicBezTo>
                    <a:cubicBezTo>
                      <a:pt x="234" y="852"/>
                      <a:pt x="232" y="851"/>
                      <a:pt x="230" y="851"/>
                    </a:cubicBezTo>
                    <a:cubicBezTo>
                      <a:pt x="232" y="845"/>
                      <a:pt x="232" y="845"/>
                      <a:pt x="232" y="845"/>
                    </a:cubicBezTo>
                    <a:cubicBezTo>
                      <a:pt x="233" y="845"/>
                      <a:pt x="235" y="846"/>
                      <a:pt x="236" y="846"/>
                    </a:cubicBezTo>
                    <a:cubicBezTo>
                      <a:pt x="237" y="849"/>
                      <a:pt x="237" y="849"/>
                      <a:pt x="237" y="849"/>
                    </a:cubicBezTo>
                    <a:lnTo>
                      <a:pt x="236" y="852"/>
                    </a:lnTo>
                    <a:close/>
                    <a:moveTo>
                      <a:pt x="228" y="841"/>
                    </a:moveTo>
                    <a:cubicBezTo>
                      <a:pt x="223" y="838"/>
                      <a:pt x="223" y="838"/>
                      <a:pt x="223" y="838"/>
                    </a:cubicBezTo>
                    <a:cubicBezTo>
                      <a:pt x="224" y="836"/>
                      <a:pt x="226" y="834"/>
                      <a:pt x="229" y="833"/>
                    </a:cubicBezTo>
                    <a:cubicBezTo>
                      <a:pt x="231" y="839"/>
                      <a:pt x="231" y="839"/>
                      <a:pt x="231" y="839"/>
                    </a:cubicBezTo>
                    <a:cubicBezTo>
                      <a:pt x="230" y="839"/>
                      <a:pt x="229" y="840"/>
                      <a:pt x="228" y="841"/>
                    </a:cubicBezTo>
                    <a:close/>
                    <a:moveTo>
                      <a:pt x="234" y="830"/>
                    </a:moveTo>
                    <a:cubicBezTo>
                      <a:pt x="234" y="827"/>
                      <a:pt x="234" y="826"/>
                      <a:pt x="233" y="825"/>
                    </a:cubicBezTo>
                    <a:cubicBezTo>
                      <a:pt x="238" y="822"/>
                      <a:pt x="238" y="822"/>
                      <a:pt x="238" y="822"/>
                    </a:cubicBezTo>
                    <a:cubicBezTo>
                      <a:pt x="239" y="824"/>
                      <a:pt x="240" y="826"/>
                      <a:pt x="240" y="829"/>
                    </a:cubicBezTo>
                    <a:lnTo>
                      <a:pt x="234" y="830"/>
                    </a:lnTo>
                    <a:close/>
                    <a:moveTo>
                      <a:pt x="227" y="815"/>
                    </a:moveTo>
                    <a:cubicBezTo>
                      <a:pt x="226" y="813"/>
                      <a:pt x="226" y="811"/>
                      <a:pt x="225" y="810"/>
                    </a:cubicBezTo>
                    <a:cubicBezTo>
                      <a:pt x="230" y="807"/>
                      <a:pt x="230" y="807"/>
                      <a:pt x="230" y="807"/>
                    </a:cubicBezTo>
                    <a:cubicBezTo>
                      <a:pt x="231" y="809"/>
                      <a:pt x="232" y="811"/>
                      <a:pt x="233" y="813"/>
                    </a:cubicBezTo>
                    <a:lnTo>
                      <a:pt x="227" y="815"/>
                    </a:lnTo>
                    <a:close/>
                    <a:moveTo>
                      <a:pt x="220" y="800"/>
                    </a:moveTo>
                    <a:cubicBezTo>
                      <a:pt x="218" y="797"/>
                      <a:pt x="218" y="795"/>
                      <a:pt x="218" y="793"/>
                    </a:cubicBezTo>
                    <a:cubicBezTo>
                      <a:pt x="224" y="793"/>
                      <a:pt x="224" y="793"/>
                      <a:pt x="224" y="793"/>
                    </a:cubicBezTo>
                    <a:cubicBezTo>
                      <a:pt x="224" y="794"/>
                      <a:pt x="224" y="795"/>
                      <a:pt x="225" y="797"/>
                    </a:cubicBezTo>
                    <a:lnTo>
                      <a:pt x="220" y="800"/>
                    </a:lnTo>
                    <a:close/>
                    <a:moveTo>
                      <a:pt x="156" y="792"/>
                    </a:moveTo>
                    <a:cubicBezTo>
                      <a:pt x="155" y="792"/>
                      <a:pt x="153" y="792"/>
                      <a:pt x="152" y="791"/>
                    </a:cubicBezTo>
                    <a:cubicBezTo>
                      <a:pt x="151" y="791"/>
                      <a:pt x="150" y="790"/>
                      <a:pt x="149" y="788"/>
                    </a:cubicBezTo>
                    <a:cubicBezTo>
                      <a:pt x="154" y="785"/>
                      <a:pt x="154" y="785"/>
                      <a:pt x="154" y="785"/>
                    </a:cubicBezTo>
                    <a:cubicBezTo>
                      <a:pt x="154" y="786"/>
                      <a:pt x="154" y="786"/>
                      <a:pt x="155" y="786"/>
                    </a:cubicBezTo>
                    <a:cubicBezTo>
                      <a:pt x="155" y="786"/>
                      <a:pt x="156" y="786"/>
                      <a:pt x="156" y="786"/>
                    </a:cubicBezTo>
                    <a:lnTo>
                      <a:pt x="156" y="792"/>
                    </a:lnTo>
                    <a:close/>
                    <a:moveTo>
                      <a:pt x="169" y="787"/>
                    </a:moveTo>
                    <a:cubicBezTo>
                      <a:pt x="165" y="782"/>
                      <a:pt x="165" y="782"/>
                      <a:pt x="165" y="782"/>
                    </a:cubicBezTo>
                    <a:cubicBezTo>
                      <a:pt x="166" y="781"/>
                      <a:pt x="168" y="780"/>
                      <a:pt x="169" y="779"/>
                    </a:cubicBezTo>
                    <a:cubicBezTo>
                      <a:pt x="169" y="779"/>
                      <a:pt x="169" y="779"/>
                      <a:pt x="169" y="779"/>
                    </a:cubicBezTo>
                    <a:cubicBezTo>
                      <a:pt x="173" y="783"/>
                      <a:pt x="173" y="783"/>
                      <a:pt x="173" y="783"/>
                    </a:cubicBezTo>
                    <a:cubicBezTo>
                      <a:pt x="173" y="784"/>
                      <a:pt x="173" y="784"/>
                      <a:pt x="173" y="784"/>
                    </a:cubicBezTo>
                    <a:cubicBezTo>
                      <a:pt x="171" y="785"/>
                      <a:pt x="170" y="786"/>
                      <a:pt x="169" y="787"/>
                    </a:cubicBezTo>
                    <a:close/>
                    <a:moveTo>
                      <a:pt x="213" y="783"/>
                    </a:moveTo>
                    <a:cubicBezTo>
                      <a:pt x="213" y="783"/>
                      <a:pt x="213" y="783"/>
                      <a:pt x="213" y="782"/>
                    </a:cubicBezTo>
                    <a:cubicBezTo>
                      <a:pt x="212" y="781"/>
                      <a:pt x="212" y="780"/>
                      <a:pt x="212" y="779"/>
                    </a:cubicBezTo>
                    <a:cubicBezTo>
                      <a:pt x="211" y="778"/>
                      <a:pt x="211" y="778"/>
                      <a:pt x="211" y="778"/>
                    </a:cubicBezTo>
                    <a:cubicBezTo>
                      <a:pt x="217" y="776"/>
                      <a:pt x="217" y="776"/>
                      <a:pt x="217" y="776"/>
                    </a:cubicBezTo>
                    <a:cubicBezTo>
                      <a:pt x="217" y="777"/>
                      <a:pt x="217" y="777"/>
                      <a:pt x="217" y="777"/>
                    </a:cubicBezTo>
                    <a:cubicBezTo>
                      <a:pt x="217" y="778"/>
                      <a:pt x="218" y="779"/>
                      <a:pt x="218" y="780"/>
                    </a:cubicBezTo>
                    <a:cubicBezTo>
                      <a:pt x="218" y="780"/>
                      <a:pt x="218" y="781"/>
                      <a:pt x="219" y="781"/>
                    </a:cubicBezTo>
                    <a:lnTo>
                      <a:pt x="213" y="783"/>
                    </a:lnTo>
                    <a:close/>
                    <a:moveTo>
                      <a:pt x="153" y="775"/>
                    </a:moveTo>
                    <a:cubicBezTo>
                      <a:pt x="147" y="775"/>
                      <a:pt x="147" y="775"/>
                      <a:pt x="147" y="775"/>
                    </a:cubicBezTo>
                    <a:cubicBezTo>
                      <a:pt x="147" y="773"/>
                      <a:pt x="147" y="773"/>
                      <a:pt x="147" y="773"/>
                    </a:cubicBezTo>
                    <a:cubicBezTo>
                      <a:pt x="147" y="773"/>
                      <a:pt x="147" y="772"/>
                      <a:pt x="147" y="772"/>
                    </a:cubicBezTo>
                    <a:cubicBezTo>
                      <a:pt x="147" y="771"/>
                      <a:pt x="147" y="771"/>
                      <a:pt x="147" y="771"/>
                    </a:cubicBezTo>
                    <a:cubicBezTo>
                      <a:pt x="152" y="768"/>
                      <a:pt x="152" y="768"/>
                      <a:pt x="152" y="768"/>
                    </a:cubicBezTo>
                    <a:cubicBezTo>
                      <a:pt x="153" y="770"/>
                      <a:pt x="153" y="771"/>
                      <a:pt x="153" y="772"/>
                    </a:cubicBezTo>
                    <a:cubicBezTo>
                      <a:pt x="153" y="772"/>
                      <a:pt x="153" y="773"/>
                      <a:pt x="153" y="774"/>
                    </a:cubicBezTo>
                    <a:lnTo>
                      <a:pt x="153" y="775"/>
                    </a:lnTo>
                    <a:close/>
                    <a:moveTo>
                      <a:pt x="182" y="775"/>
                    </a:moveTo>
                    <a:cubicBezTo>
                      <a:pt x="178" y="771"/>
                      <a:pt x="178" y="771"/>
                      <a:pt x="178" y="771"/>
                    </a:cubicBezTo>
                    <a:cubicBezTo>
                      <a:pt x="182" y="767"/>
                      <a:pt x="182" y="767"/>
                      <a:pt x="182" y="767"/>
                    </a:cubicBezTo>
                    <a:cubicBezTo>
                      <a:pt x="186" y="771"/>
                      <a:pt x="186" y="771"/>
                      <a:pt x="186" y="771"/>
                    </a:cubicBezTo>
                    <a:lnTo>
                      <a:pt x="182" y="775"/>
                    </a:lnTo>
                    <a:close/>
                    <a:moveTo>
                      <a:pt x="205" y="771"/>
                    </a:moveTo>
                    <a:cubicBezTo>
                      <a:pt x="203" y="771"/>
                      <a:pt x="200" y="769"/>
                      <a:pt x="200" y="764"/>
                    </a:cubicBezTo>
                    <a:cubicBezTo>
                      <a:pt x="206" y="764"/>
                      <a:pt x="206" y="764"/>
                      <a:pt x="206" y="764"/>
                    </a:cubicBezTo>
                    <a:cubicBezTo>
                      <a:pt x="206" y="765"/>
                      <a:pt x="206" y="765"/>
                      <a:pt x="207" y="766"/>
                    </a:cubicBezTo>
                    <a:lnTo>
                      <a:pt x="205" y="771"/>
                    </a:lnTo>
                    <a:close/>
                    <a:moveTo>
                      <a:pt x="138" y="764"/>
                    </a:moveTo>
                    <a:cubicBezTo>
                      <a:pt x="137" y="763"/>
                      <a:pt x="135" y="761"/>
                      <a:pt x="134" y="759"/>
                    </a:cubicBezTo>
                    <a:cubicBezTo>
                      <a:pt x="140" y="756"/>
                      <a:pt x="140" y="756"/>
                      <a:pt x="140" y="756"/>
                    </a:cubicBezTo>
                    <a:cubicBezTo>
                      <a:pt x="140" y="758"/>
                      <a:pt x="141" y="759"/>
                      <a:pt x="142" y="760"/>
                    </a:cubicBezTo>
                    <a:lnTo>
                      <a:pt x="138" y="764"/>
                    </a:lnTo>
                    <a:close/>
                    <a:moveTo>
                      <a:pt x="195" y="763"/>
                    </a:moveTo>
                    <a:cubicBezTo>
                      <a:pt x="191" y="759"/>
                      <a:pt x="191" y="759"/>
                      <a:pt x="191" y="759"/>
                    </a:cubicBezTo>
                    <a:cubicBezTo>
                      <a:pt x="193" y="757"/>
                      <a:pt x="194" y="756"/>
                      <a:pt x="196" y="755"/>
                    </a:cubicBezTo>
                    <a:cubicBezTo>
                      <a:pt x="199" y="760"/>
                      <a:pt x="199" y="760"/>
                      <a:pt x="199" y="760"/>
                    </a:cubicBezTo>
                    <a:cubicBezTo>
                      <a:pt x="198" y="761"/>
                      <a:pt x="196" y="762"/>
                      <a:pt x="195" y="763"/>
                    </a:cubicBezTo>
                    <a:close/>
                    <a:moveTo>
                      <a:pt x="131" y="747"/>
                    </a:moveTo>
                    <a:cubicBezTo>
                      <a:pt x="131" y="746"/>
                      <a:pt x="131" y="746"/>
                      <a:pt x="131" y="746"/>
                    </a:cubicBezTo>
                    <a:cubicBezTo>
                      <a:pt x="131" y="744"/>
                      <a:pt x="130" y="743"/>
                      <a:pt x="130" y="742"/>
                    </a:cubicBezTo>
                    <a:cubicBezTo>
                      <a:pt x="135" y="739"/>
                      <a:pt x="135" y="739"/>
                      <a:pt x="135" y="739"/>
                    </a:cubicBezTo>
                    <a:cubicBezTo>
                      <a:pt x="136" y="741"/>
                      <a:pt x="136" y="743"/>
                      <a:pt x="137" y="744"/>
                    </a:cubicBezTo>
                    <a:cubicBezTo>
                      <a:pt x="137" y="745"/>
                      <a:pt x="137" y="745"/>
                      <a:pt x="137" y="745"/>
                    </a:cubicBezTo>
                    <a:lnTo>
                      <a:pt x="131" y="747"/>
                    </a:lnTo>
                    <a:close/>
                    <a:moveTo>
                      <a:pt x="134" y="730"/>
                    </a:moveTo>
                    <a:cubicBezTo>
                      <a:pt x="128" y="729"/>
                      <a:pt x="128" y="729"/>
                      <a:pt x="128" y="729"/>
                    </a:cubicBezTo>
                    <a:cubicBezTo>
                      <a:pt x="128" y="727"/>
                      <a:pt x="128" y="726"/>
                      <a:pt x="128" y="723"/>
                    </a:cubicBezTo>
                    <a:cubicBezTo>
                      <a:pt x="134" y="723"/>
                      <a:pt x="134" y="723"/>
                      <a:pt x="134" y="723"/>
                    </a:cubicBezTo>
                    <a:cubicBezTo>
                      <a:pt x="134" y="726"/>
                      <a:pt x="134" y="728"/>
                      <a:pt x="134" y="730"/>
                    </a:cubicBezTo>
                    <a:close/>
                    <a:moveTo>
                      <a:pt x="133" y="712"/>
                    </a:moveTo>
                    <a:cubicBezTo>
                      <a:pt x="127" y="711"/>
                      <a:pt x="127" y="711"/>
                      <a:pt x="127" y="711"/>
                    </a:cubicBezTo>
                    <a:cubicBezTo>
                      <a:pt x="128" y="709"/>
                      <a:pt x="129" y="707"/>
                      <a:pt x="130" y="705"/>
                    </a:cubicBezTo>
                    <a:cubicBezTo>
                      <a:pt x="135" y="708"/>
                      <a:pt x="135" y="708"/>
                      <a:pt x="135" y="708"/>
                    </a:cubicBezTo>
                    <a:cubicBezTo>
                      <a:pt x="134" y="710"/>
                      <a:pt x="133" y="711"/>
                      <a:pt x="133" y="712"/>
                    </a:cubicBezTo>
                    <a:close/>
                    <a:moveTo>
                      <a:pt x="134" y="698"/>
                    </a:moveTo>
                    <a:cubicBezTo>
                      <a:pt x="134" y="697"/>
                      <a:pt x="134" y="697"/>
                      <a:pt x="133" y="696"/>
                    </a:cubicBezTo>
                    <a:cubicBezTo>
                      <a:pt x="132" y="696"/>
                      <a:pt x="132" y="695"/>
                      <a:pt x="131" y="694"/>
                    </a:cubicBezTo>
                    <a:cubicBezTo>
                      <a:pt x="135" y="690"/>
                      <a:pt x="135" y="690"/>
                      <a:pt x="135" y="690"/>
                    </a:cubicBezTo>
                    <a:cubicBezTo>
                      <a:pt x="136" y="691"/>
                      <a:pt x="136" y="691"/>
                      <a:pt x="137" y="692"/>
                    </a:cubicBezTo>
                    <a:cubicBezTo>
                      <a:pt x="138" y="693"/>
                      <a:pt x="139" y="694"/>
                      <a:pt x="139" y="695"/>
                    </a:cubicBezTo>
                    <a:lnTo>
                      <a:pt x="134" y="698"/>
                    </a:lnTo>
                    <a:close/>
                    <a:moveTo>
                      <a:pt x="126" y="683"/>
                    </a:moveTo>
                    <a:cubicBezTo>
                      <a:pt x="126" y="682"/>
                      <a:pt x="125" y="681"/>
                      <a:pt x="124" y="680"/>
                    </a:cubicBezTo>
                    <a:cubicBezTo>
                      <a:pt x="123" y="679"/>
                      <a:pt x="123" y="679"/>
                      <a:pt x="123" y="679"/>
                    </a:cubicBezTo>
                    <a:cubicBezTo>
                      <a:pt x="127" y="675"/>
                      <a:pt x="127" y="675"/>
                      <a:pt x="127" y="675"/>
                    </a:cubicBezTo>
                    <a:cubicBezTo>
                      <a:pt x="127" y="675"/>
                      <a:pt x="128" y="675"/>
                      <a:pt x="128" y="676"/>
                    </a:cubicBezTo>
                    <a:cubicBezTo>
                      <a:pt x="129" y="677"/>
                      <a:pt x="131" y="679"/>
                      <a:pt x="132" y="680"/>
                    </a:cubicBezTo>
                    <a:lnTo>
                      <a:pt x="126" y="683"/>
                    </a:lnTo>
                    <a:close/>
                    <a:moveTo>
                      <a:pt x="115" y="669"/>
                    </a:moveTo>
                    <a:cubicBezTo>
                      <a:pt x="115" y="669"/>
                      <a:pt x="115" y="668"/>
                      <a:pt x="115" y="668"/>
                    </a:cubicBezTo>
                    <a:cubicBezTo>
                      <a:pt x="115" y="668"/>
                      <a:pt x="115" y="668"/>
                      <a:pt x="115" y="668"/>
                    </a:cubicBezTo>
                    <a:cubicBezTo>
                      <a:pt x="115" y="666"/>
                      <a:pt x="115" y="665"/>
                      <a:pt x="116" y="664"/>
                    </a:cubicBezTo>
                    <a:cubicBezTo>
                      <a:pt x="116" y="663"/>
                      <a:pt x="116" y="663"/>
                      <a:pt x="116" y="663"/>
                    </a:cubicBezTo>
                    <a:cubicBezTo>
                      <a:pt x="122" y="663"/>
                      <a:pt x="122" y="663"/>
                      <a:pt x="122" y="663"/>
                    </a:cubicBezTo>
                    <a:cubicBezTo>
                      <a:pt x="122" y="664"/>
                      <a:pt x="121" y="665"/>
                      <a:pt x="121" y="666"/>
                    </a:cubicBezTo>
                    <a:cubicBezTo>
                      <a:pt x="121" y="667"/>
                      <a:pt x="121" y="667"/>
                      <a:pt x="120" y="668"/>
                    </a:cubicBezTo>
                    <a:lnTo>
                      <a:pt x="115" y="669"/>
                    </a:lnTo>
                    <a:close/>
                    <a:moveTo>
                      <a:pt x="106" y="664"/>
                    </a:moveTo>
                    <a:cubicBezTo>
                      <a:pt x="105" y="658"/>
                      <a:pt x="105" y="658"/>
                      <a:pt x="105" y="658"/>
                    </a:cubicBezTo>
                    <a:cubicBezTo>
                      <a:pt x="106" y="658"/>
                      <a:pt x="107" y="658"/>
                      <a:pt x="108" y="657"/>
                    </a:cubicBezTo>
                    <a:cubicBezTo>
                      <a:pt x="109" y="656"/>
                      <a:pt x="109" y="656"/>
                      <a:pt x="109" y="656"/>
                    </a:cubicBezTo>
                    <a:cubicBezTo>
                      <a:pt x="112" y="661"/>
                      <a:pt x="112" y="661"/>
                      <a:pt x="112" y="661"/>
                    </a:cubicBezTo>
                    <a:cubicBezTo>
                      <a:pt x="111" y="662"/>
                      <a:pt x="111" y="662"/>
                      <a:pt x="111" y="662"/>
                    </a:cubicBezTo>
                    <a:cubicBezTo>
                      <a:pt x="110" y="663"/>
                      <a:pt x="108" y="664"/>
                      <a:pt x="106" y="664"/>
                    </a:cubicBezTo>
                    <a:close/>
                    <a:moveTo>
                      <a:pt x="100" y="657"/>
                    </a:moveTo>
                    <a:cubicBezTo>
                      <a:pt x="96" y="653"/>
                      <a:pt x="96" y="653"/>
                      <a:pt x="96" y="653"/>
                    </a:cubicBezTo>
                    <a:cubicBezTo>
                      <a:pt x="96" y="653"/>
                      <a:pt x="96" y="653"/>
                      <a:pt x="97" y="653"/>
                    </a:cubicBezTo>
                    <a:cubicBezTo>
                      <a:pt x="97" y="652"/>
                      <a:pt x="98" y="651"/>
                      <a:pt x="98" y="651"/>
                    </a:cubicBezTo>
                    <a:cubicBezTo>
                      <a:pt x="99" y="650"/>
                      <a:pt x="99" y="650"/>
                      <a:pt x="100" y="649"/>
                    </a:cubicBezTo>
                    <a:cubicBezTo>
                      <a:pt x="104" y="653"/>
                      <a:pt x="104" y="653"/>
                      <a:pt x="104" y="653"/>
                    </a:cubicBezTo>
                    <a:cubicBezTo>
                      <a:pt x="104" y="654"/>
                      <a:pt x="103" y="655"/>
                      <a:pt x="102" y="655"/>
                    </a:cubicBezTo>
                    <a:cubicBezTo>
                      <a:pt x="102" y="656"/>
                      <a:pt x="101" y="656"/>
                      <a:pt x="101" y="657"/>
                    </a:cubicBezTo>
                    <a:cubicBezTo>
                      <a:pt x="101" y="657"/>
                      <a:pt x="100" y="657"/>
                      <a:pt x="100" y="657"/>
                    </a:cubicBezTo>
                    <a:close/>
                    <a:moveTo>
                      <a:pt x="162" y="653"/>
                    </a:moveTo>
                    <a:cubicBezTo>
                      <a:pt x="161" y="653"/>
                      <a:pt x="160" y="653"/>
                      <a:pt x="158" y="653"/>
                    </a:cubicBezTo>
                    <a:cubicBezTo>
                      <a:pt x="159" y="647"/>
                      <a:pt x="159" y="647"/>
                      <a:pt x="159" y="647"/>
                    </a:cubicBezTo>
                    <a:cubicBezTo>
                      <a:pt x="160" y="647"/>
                      <a:pt x="161" y="647"/>
                      <a:pt x="162" y="647"/>
                    </a:cubicBezTo>
                    <a:cubicBezTo>
                      <a:pt x="163" y="647"/>
                      <a:pt x="163" y="647"/>
                      <a:pt x="163" y="647"/>
                    </a:cubicBezTo>
                    <a:cubicBezTo>
                      <a:pt x="166" y="653"/>
                      <a:pt x="166" y="653"/>
                      <a:pt x="166" y="653"/>
                    </a:cubicBezTo>
                    <a:cubicBezTo>
                      <a:pt x="165" y="653"/>
                      <a:pt x="163" y="653"/>
                      <a:pt x="162" y="653"/>
                    </a:cubicBezTo>
                    <a:close/>
                    <a:moveTo>
                      <a:pt x="139" y="649"/>
                    </a:moveTo>
                    <a:cubicBezTo>
                      <a:pt x="134" y="645"/>
                      <a:pt x="134" y="645"/>
                      <a:pt x="134" y="645"/>
                    </a:cubicBezTo>
                    <a:cubicBezTo>
                      <a:pt x="136" y="647"/>
                      <a:pt x="136" y="647"/>
                      <a:pt x="136" y="647"/>
                    </a:cubicBezTo>
                    <a:cubicBezTo>
                      <a:pt x="134" y="645"/>
                      <a:pt x="134" y="645"/>
                      <a:pt x="134" y="645"/>
                    </a:cubicBezTo>
                    <a:cubicBezTo>
                      <a:pt x="134" y="645"/>
                      <a:pt x="134" y="645"/>
                      <a:pt x="134" y="643"/>
                    </a:cubicBezTo>
                    <a:cubicBezTo>
                      <a:pt x="134" y="642"/>
                      <a:pt x="134" y="641"/>
                      <a:pt x="135" y="640"/>
                    </a:cubicBezTo>
                    <a:cubicBezTo>
                      <a:pt x="140" y="642"/>
                      <a:pt x="140" y="642"/>
                      <a:pt x="140" y="642"/>
                    </a:cubicBezTo>
                    <a:cubicBezTo>
                      <a:pt x="140" y="642"/>
                      <a:pt x="140" y="643"/>
                      <a:pt x="140" y="643"/>
                    </a:cubicBezTo>
                    <a:cubicBezTo>
                      <a:pt x="140" y="645"/>
                      <a:pt x="140" y="647"/>
                      <a:pt x="139" y="649"/>
                    </a:cubicBezTo>
                    <a:close/>
                    <a:moveTo>
                      <a:pt x="146" y="646"/>
                    </a:moveTo>
                    <a:cubicBezTo>
                      <a:pt x="146" y="645"/>
                      <a:pt x="146" y="645"/>
                      <a:pt x="146" y="645"/>
                    </a:cubicBezTo>
                    <a:cubicBezTo>
                      <a:pt x="146" y="644"/>
                      <a:pt x="145" y="642"/>
                      <a:pt x="144" y="641"/>
                    </a:cubicBezTo>
                    <a:cubicBezTo>
                      <a:pt x="149" y="638"/>
                      <a:pt x="149" y="638"/>
                      <a:pt x="149" y="638"/>
                    </a:cubicBezTo>
                    <a:cubicBezTo>
                      <a:pt x="150" y="640"/>
                      <a:pt x="151" y="642"/>
                      <a:pt x="152" y="643"/>
                    </a:cubicBezTo>
                    <a:lnTo>
                      <a:pt x="146" y="646"/>
                    </a:lnTo>
                    <a:close/>
                    <a:moveTo>
                      <a:pt x="125" y="646"/>
                    </a:moveTo>
                    <a:cubicBezTo>
                      <a:pt x="124" y="645"/>
                      <a:pt x="123" y="645"/>
                      <a:pt x="122" y="645"/>
                    </a:cubicBezTo>
                    <a:cubicBezTo>
                      <a:pt x="121" y="644"/>
                      <a:pt x="121" y="644"/>
                      <a:pt x="121" y="644"/>
                    </a:cubicBezTo>
                    <a:cubicBezTo>
                      <a:pt x="120" y="644"/>
                      <a:pt x="120" y="643"/>
                      <a:pt x="119" y="643"/>
                    </a:cubicBezTo>
                    <a:cubicBezTo>
                      <a:pt x="122" y="638"/>
                      <a:pt x="122" y="638"/>
                      <a:pt x="122" y="638"/>
                    </a:cubicBezTo>
                    <a:cubicBezTo>
                      <a:pt x="123" y="638"/>
                      <a:pt x="123" y="639"/>
                      <a:pt x="123" y="639"/>
                    </a:cubicBezTo>
                    <a:cubicBezTo>
                      <a:pt x="125" y="639"/>
                      <a:pt x="125" y="639"/>
                      <a:pt x="125" y="639"/>
                    </a:cubicBezTo>
                    <a:cubicBezTo>
                      <a:pt x="125" y="640"/>
                      <a:pt x="126" y="640"/>
                      <a:pt x="127" y="641"/>
                    </a:cubicBezTo>
                    <a:lnTo>
                      <a:pt x="125" y="646"/>
                    </a:lnTo>
                    <a:close/>
                    <a:moveTo>
                      <a:pt x="102" y="641"/>
                    </a:moveTo>
                    <a:cubicBezTo>
                      <a:pt x="102" y="640"/>
                      <a:pt x="101" y="639"/>
                      <a:pt x="100" y="638"/>
                    </a:cubicBezTo>
                    <a:cubicBezTo>
                      <a:pt x="103" y="633"/>
                      <a:pt x="103" y="633"/>
                      <a:pt x="103" y="633"/>
                    </a:cubicBezTo>
                    <a:cubicBezTo>
                      <a:pt x="106" y="635"/>
                      <a:pt x="107" y="637"/>
                      <a:pt x="108" y="640"/>
                    </a:cubicBezTo>
                    <a:lnTo>
                      <a:pt x="102" y="641"/>
                    </a:lnTo>
                    <a:close/>
                    <a:moveTo>
                      <a:pt x="162" y="639"/>
                    </a:moveTo>
                    <a:cubicBezTo>
                      <a:pt x="162" y="637"/>
                      <a:pt x="161" y="635"/>
                      <a:pt x="161" y="633"/>
                    </a:cubicBezTo>
                    <a:cubicBezTo>
                      <a:pt x="167" y="633"/>
                      <a:pt x="167" y="633"/>
                      <a:pt x="167" y="633"/>
                    </a:cubicBezTo>
                    <a:cubicBezTo>
                      <a:pt x="167" y="635"/>
                      <a:pt x="167" y="637"/>
                      <a:pt x="168" y="638"/>
                    </a:cubicBezTo>
                    <a:lnTo>
                      <a:pt x="162" y="639"/>
                    </a:lnTo>
                    <a:close/>
                    <a:moveTo>
                      <a:pt x="112" y="634"/>
                    </a:moveTo>
                    <a:cubicBezTo>
                      <a:pt x="111" y="633"/>
                      <a:pt x="110" y="633"/>
                      <a:pt x="109" y="633"/>
                    </a:cubicBezTo>
                    <a:cubicBezTo>
                      <a:pt x="108" y="627"/>
                      <a:pt x="108" y="627"/>
                      <a:pt x="108" y="627"/>
                    </a:cubicBezTo>
                    <a:cubicBezTo>
                      <a:pt x="110" y="627"/>
                      <a:pt x="113" y="628"/>
                      <a:pt x="115" y="629"/>
                    </a:cubicBezTo>
                    <a:lnTo>
                      <a:pt x="112" y="634"/>
                    </a:lnTo>
                    <a:close/>
                    <a:moveTo>
                      <a:pt x="160" y="622"/>
                    </a:moveTo>
                    <a:cubicBezTo>
                      <a:pt x="160" y="621"/>
                      <a:pt x="160" y="620"/>
                      <a:pt x="160" y="619"/>
                    </a:cubicBezTo>
                    <a:cubicBezTo>
                      <a:pt x="160" y="616"/>
                      <a:pt x="161" y="615"/>
                      <a:pt x="164" y="614"/>
                    </a:cubicBezTo>
                    <a:cubicBezTo>
                      <a:pt x="165" y="620"/>
                      <a:pt x="165" y="620"/>
                      <a:pt x="165" y="620"/>
                    </a:cubicBezTo>
                    <a:cubicBezTo>
                      <a:pt x="165" y="620"/>
                      <a:pt x="166" y="619"/>
                      <a:pt x="166" y="619"/>
                    </a:cubicBezTo>
                    <a:cubicBezTo>
                      <a:pt x="166" y="620"/>
                      <a:pt x="166" y="620"/>
                      <a:pt x="166" y="621"/>
                    </a:cubicBezTo>
                    <a:lnTo>
                      <a:pt x="160" y="622"/>
                    </a:lnTo>
                    <a:close/>
                    <a:moveTo>
                      <a:pt x="178" y="619"/>
                    </a:moveTo>
                    <a:cubicBezTo>
                      <a:pt x="175" y="614"/>
                      <a:pt x="175" y="614"/>
                      <a:pt x="175" y="614"/>
                    </a:cubicBezTo>
                    <a:cubicBezTo>
                      <a:pt x="176" y="613"/>
                      <a:pt x="176" y="612"/>
                      <a:pt x="177" y="611"/>
                    </a:cubicBezTo>
                    <a:cubicBezTo>
                      <a:pt x="177" y="610"/>
                      <a:pt x="177" y="610"/>
                      <a:pt x="177" y="610"/>
                    </a:cubicBezTo>
                    <a:cubicBezTo>
                      <a:pt x="183" y="613"/>
                      <a:pt x="183" y="613"/>
                      <a:pt x="183" y="613"/>
                    </a:cubicBezTo>
                    <a:cubicBezTo>
                      <a:pt x="182" y="614"/>
                      <a:pt x="182" y="614"/>
                      <a:pt x="182" y="614"/>
                    </a:cubicBezTo>
                    <a:cubicBezTo>
                      <a:pt x="181" y="616"/>
                      <a:pt x="179" y="618"/>
                      <a:pt x="178" y="619"/>
                    </a:cubicBezTo>
                    <a:close/>
                    <a:moveTo>
                      <a:pt x="179" y="601"/>
                    </a:moveTo>
                    <a:cubicBezTo>
                      <a:pt x="178" y="600"/>
                      <a:pt x="178" y="598"/>
                      <a:pt x="177" y="597"/>
                    </a:cubicBezTo>
                    <a:cubicBezTo>
                      <a:pt x="181" y="593"/>
                      <a:pt x="181" y="593"/>
                      <a:pt x="181" y="593"/>
                    </a:cubicBezTo>
                    <a:cubicBezTo>
                      <a:pt x="182" y="595"/>
                      <a:pt x="184" y="597"/>
                      <a:pt x="184" y="600"/>
                    </a:cubicBezTo>
                    <a:lnTo>
                      <a:pt x="179" y="601"/>
                    </a:lnTo>
                    <a:close/>
                    <a:moveTo>
                      <a:pt x="168" y="588"/>
                    </a:moveTo>
                    <a:cubicBezTo>
                      <a:pt x="168" y="586"/>
                      <a:pt x="168" y="585"/>
                      <a:pt x="168" y="583"/>
                    </a:cubicBezTo>
                    <a:cubicBezTo>
                      <a:pt x="167" y="581"/>
                      <a:pt x="167" y="581"/>
                      <a:pt x="167" y="581"/>
                    </a:cubicBezTo>
                    <a:cubicBezTo>
                      <a:pt x="173" y="581"/>
                      <a:pt x="173" y="581"/>
                      <a:pt x="173" y="581"/>
                    </a:cubicBezTo>
                    <a:cubicBezTo>
                      <a:pt x="173" y="583"/>
                      <a:pt x="173" y="583"/>
                      <a:pt x="173" y="583"/>
                    </a:cubicBezTo>
                    <a:cubicBezTo>
                      <a:pt x="173" y="584"/>
                      <a:pt x="174" y="585"/>
                      <a:pt x="174" y="586"/>
                    </a:cubicBezTo>
                    <a:lnTo>
                      <a:pt x="168" y="588"/>
                    </a:lnTo>
                    <a:close/>
                    <a:moveTo>
                      <a:pt x="174" y="577"/>
                    </a:moveTo>
                    <a:cubicBezTo>
                      <a:pt x="173" y="576"/>
                      <a:pt x="172" y="575"/>
                      <a:pt x="172" y="575"/>
                    </a:cubicBezTo>
                    <a:cubicBezTo>
                      <a:pt x="171" y="574"/>
                      <a:pt x="170" y="573"/>
                      <a:pt x="170" y="573"/>
                    </a:cubicBezTo>
                    <a:cubicBezTo>
                      <a:pt x="173" y="568"/>
                      <a:pt x="173" y="568"/>
                      <a:pt x="173" y="568"/>
                    </a:cubicBezTo>
                    <a:cubicBezTo>
                      <a:pt x="173" y="568"/>
                      <a:pt x="173" y="568"/>
                      <a:pt x="173" y="568"/>
                    </a:cubicBezTo>
                    <a:cubicBezTo>
                      <a:pt x="174" y="569"/>
                      <a:pt x="175" y="570"/>
                      <a:pt x="176" y="571"/>
                    </a:cubicBezTo>
                    <a:cubicBezTo>
                      <a:pt x="176" y="571"/>
                      <a:pt x="177" y="572"/>
                      <a:pt x="177" y="572"/>
                    </a:cubicBezTo>
                    <a:lnTo>
                      <a:pt x="174" y="577"/>
                    </a:lnTo>
                    <a:close/>
                    <a:moveTo>
                      <a:pt x="187" y="572"/>
                    </a:moveTo>
                    <a:cubicBezTo>
                      <a:pt x="181" y="570"/>
                      <a:pt x="181" y="570"/>
                      <a:pt x="181" y="570"/>
                    </a:cubicBezTo>
                    <a:cubicBezTo>
                      <a:pt x="181" y="570"/>
                      <a:pt x="181" y="569"/>
                      <a:pt x="182" y="569"/>
                    </a:cubicBezTo>
                    <a:cubicBezTo>
                      <a:pt x="182" y="567"/>
                      <a:pt x="182" y="565"/>
                      <a:pt x="185" y="564"/>
                    </a:cubicBezTo>
                    <a:cubicBezTo>
                      <a:pt x="188" y="568"/>
                      <a:pt x="188" y="568"/>
                      <a:pt x="188" y="568"/>
                    </a:cubicBezTo>
                    <a:cubicBezTo>
                      <a:pt x="188" y="569"/>
                      <a:pt x="188" y="569"/>
                      <a:pt x="187" y="570"/>
                    </a:cubicBezTo>
                    <a:cubicBezTo>
                      <a:pt x="187" y="571"/>
                      <a:pt x="187" y="571"/>
                      <a:pt x="187" y="572"/>
                    </a:cubicBezTo>
                    <a:close/>
                    <a:moveTo>
                      <a:pt x="201" y="566"/>
                    </a:moveTo>
                    <a:cubicBezTo>
                      <a:pt x="198" y="566"/>
                      <a:pt x="198" y="566"/>
                      <a:pt x="198" y="566"/>
                    </a:cubicBezTo>
                    <a:cubicBezTo>
                      <a:pt x="198" y="561"/>
                      <a:pt x="198" y="561"/>
                      <a:pt x="198" y="561"/>
                    </a:cubicBezTo>
                    <a:cubicBezTo>
                      <a:pt x="201" y="561"/>
                      <a:pt x="201" y="561"/>
                      <a:pt x="201" y="561"/>
                    </a:cubicBezTo>
                    <a:cubicBezTo>
                      <a:pt x="201" y="561"/>
                      <a:pt x="202" y="561"/>
                      <a:pt x="202" y="560"/>
                    </a:cubicBezTo>
                    <a:cubicBezTo>
                      <a:pt x="202" y="561"/>
                      <a:pt x="201" y="561"/>
                      <a:pt x="201" y="561"/>
                    </a:cubicBezTo>
                    <a:cubicBezTo>
                      <a:pt x="205" y="565"/>
                      <a:pt x="205" y="565"/>
                      <a:pt x="205" y="565"/>
                    </a:cubicBezTo>
                    <a:cubicBezTo>
                      <a:pt x="204" y="566"/>
                      <a:pt x="202" y="566"/>
                      <a:pt x="201" y="566"/>
                    </a:cubicBezTo>
                    <a:close/>
                    <a:moveTo>
                      <a:pt x="166" y="562"/>
                    </a:moveTo>
                    <a:cubicBezTo>
                      <a:pt x="162" y="562"/>
                      <a:pt x="160" y="561"/>
                      <a:pt x="159" y="560"/>
                    </a:cubicBezTo>
                    <a:cubicBezTo>
                      <a:pt x="162" y="556"/>
                      <a:pt x="162" y="556"/>
                      <a:pt x="162" y="556"/>
                    </a:cubicBezTo>
                    <a:cubicBezTo>
                      <a:pt x="163" y="556"/>
                      <a:pt x="163" y="556"/>
                      <a:pt x="166" y="556"/>
                    </a:cubicBezTo>
                    <a:lnTo>
                      <a:pt x="166" y="562"/>
                    </a:lnTo>
                    <a:close/>
                    <a:moveTo>
                      <a:pt x="179" y="558"/>
                    </a:moveTo>
                    <a:cubicBezTo>
                      <a:pt x="175" y="554"/>
                      <a:pt x="175" y="554"/>
                      <a:pt x="175" y="554"/>
                    </a:cubicBezTo>
                    <a:cubicBezTo>
                      <a:pt x="175" y="553"/>
                      <a:pt x="176" y="552"/>
                      <a:pt x="177" y="551"/>
                    </a:cubicBezTo>
                    <a:cubicBezTo>
                      <a:pt x="177" y="551"/>
                      <a:pt x="177" y="550"/>
                      <a:pt x="178" y="550"/>
                    </a:cubicBezTo>
                    <a:cubicBezTo>
                      <a:pt x="182" y="553"/>
                      <a:pt x="182" y="553"/>
                      <a:pt x="182" y="553"/>
                    </a:cubicBezTo>
                    <a:cubicBezTo>
                      <a:pt x="182" y="553"/>
                      <a:pt x="182" y="554"/>
                      <a:pt x="182" y="554"/>
                    </a:cubicBezTo>
                    <a:cubicBezTo>
                      <a:pt x="181" y="556"/>
                      <a:pt x="180" y="557"/>
                      <a:pt x="179" y="558"/>
                    </a:cubicBezTo>
                    <a:close/>
                    <a:moveTo>
                      <a:pt x="205" y="555"/>
                    </a:moveTo>
                    <a:cubicBezTo>
                      <a:pt x="202" y="549"/>
                      <a:pt x="202" y="549"/>
                      <a:pt x="202" y="549"/>
                    </a:cubicBezTo>
                    <a:cubicBezTo>
                      <a:pt x="202" y="550"/>
                      <a:pt x="202" y="550"/>
                      <a:pt x="202" y="551"/>
                    </a:cubicBezTo>
                    <a:cubicBezTo>
                      <a:pt x="202" y="550"/>
                      <a:pt x="201" y="549"/>
                      <a:pt x="201" y="548"/>
                    </a:cubicBezTo>
                    <a:cubicBezTo>
                      <a:pt x="206" y="546"/>
                      <a:pt x="206" y="546"/>
                      <a:pt x="206" y="546"/>
                    </a:cubicBezTo>
                    <a:cubicBezTo>
                      <a:pt x="207" y="547"/>
                      <a:pt x="208" y="549"/>
                      <a:pt x="208" y="551"/>
                    </a:cubicBezTo>
                    <a:cubicBezTo>
                      <a:pt x="208" y="552"/>
                      <a:pt x="207" y="554"/>
                      <a:pt x="205" y="555"/>
                    </a:cubicBezTo>
                    <a:close/>
                    <a:moveTo>
                      <a:pt x="156" y="548"/>
                    </a:moveTo>
                    <a:cubicBezTo>
                      <a:pt x="156" y="548"/>
                      <a:pt x="156" y="548"/>
                      <a:pt x="155" y="548"/>
                    </a:cubicBezTo>
                    <a:cubicBezTo>
                      <a:pt x="155" y="548"/>
                      <a:pt x="154" y="548"/>
                      <a:pt x="154" y="548"/>
                    </a:cubicBezTo>
                    <a:cubicBezTo>
                      <a:pt x="153" y="547"/>
                      <a:pt x="152" y="547"/>
                      <a:pt x="151" y="546"/>
                    </a:cubicBezTo>
                    <a:cubicBezTo>
                      <a:pt x="155" y="542"/>
                      <a:pt x="155" y="542"/>
                      <a:pt x="155" y="542"/>
                    </a:cubicBezTo>
                    <a:cubicBezTo>
                      <a:pt x="155" y="542"/>
                      <a:pt x="155" y="542"/>
                      <a:pt x="156" y="542"/>
                    </a:cubicBezTo>
                    <a:cubicBezTo>
                      <a:pt x="156" y="542"/>
                      <a:pt x="157" y="542"/>
                      <a:pt x="157" y="543"/>
                    </a:cubicBezTo>
                    <a:cubicBezTo>
                      <a:pt x="158" y="543"/>
                      <a:pt x="160" y="544"/>
                      <a:pt x="161" y="545"/>
                    </a:cubicBezTo>
                    <a:cubicBezTo>
                      <a:pt x="156" y="548"/>
                      <a:pt x="156" y="548"/>
                      <a:pt x="156" y="548"/>
                    </a:cubicBezTo>
                    <a:cubicBezTo>
                      <a:pt x="156" y="548"/>
                      <a:pt x="156" y="548"/>
                      <a:pt x="156" y="548"/>
                    </a:cubicBezTo>
                    <a:close/>
                    <a:moveTo>
                      <a:pt x="184" y="545"/>
                    </a:moveTo>
                    <a:cubicBezTo>
                      <a:pt x="184" y="544"/>
                      <a:pt x="184" y="542"/>
                      <a:pt x="183" y="541"/>
                    </a:cubicBezTo>
                    <a:cubicBezTo>
                      <a:pt x="183" y="540"/>
                      <a:pt x="183" y="540"/>
                      <a:pt x="183" y="540"/>
                    </a:cubicBezTo>
                    <a:cubicBezTo>
                      <a:pt x="189" y="539"/>
                      <a:pt x="189" y="539"/>
                      <a:pt x="189" y="539"/>
                    </a:cubicBezTo>
                    <a:cubicBezTo>
                      <a:pt x="189" y="540"/>
                      <a:pt x="189" y="540"/>
                      <a:pt x="189" y="540"/>
                    </a:cubicBezTo>
                    <a:cubicBezTo>
                      <a:pt x="189" y="542"/>
                      <a:pt x="189" y="544"/>
                      <a:pt x="190" y="545"/>
                    </a:cubicBezTo>
                    <a:lnTo>
                      <a:pt x="184" y="545"/>
                    </a:lnTo>
                    <a:close/>
                    <a:moveTo>
                      <a:pt x="195" y="539"/>
                    </a:moveTo>
                    <a:cubicBezTo>
                      <a:pt x="194" y="538"/>
                      <a:pt x="193" y="537"/>
                      <a:pt x="192" y="536"/>
                    </a:cubicBezTo>
                    <a:cubicBezTo>
                      <a:pt x="194" y="531"/>
                      <a:pt x="194" y="531"/>
                      <a:pt x="194" y="531"/>
                    </a:cubicBezTo>
                    <a:cubicBezTo>
                      <a:pt x="196" y="531"/>
                      <a:pt x="198" y="533"/>
                      <a:pt x="200" y="535"/>
                    </a:cubicBezTo>
                    <a:lnTo>
                      <a:pt x="195" y="539"/>
                    </a:lnTo>
                    <a:close/>
                    <a:moveTo>
                      <a:pt x="148" y="535"/>
                    </a:moveTo>
                    <a:cubicBezTo>
                      <a:pt x="147" y="534"/>
                      <a:pt x="146" y="533"/>
                      <a:pt x="145" y="533"/>
                    </a:cubicBezTo>
                    <a:cubicBezTo>
                      <a:pt x="145" y="530"/>
                      <a:pt x="145" y="530"/>
                      <a:pt x="145" y="530"/>
                    </a:cubicBezTo>
                    <a:cubicBezTo>
                      <a:pt x="147" y="527"/>
                      <a:pt x="147" y="527"/>
                      <a:pt x="147" y="527"/>
                    </a:cubicBezTo>
                    <a:cubicBezTo>
                      <a:pt x="146" y="530"/>
                      <a:pt x="146" y="530"/>
                      <a:pt x="146" y="530"/>
                    </a:cubicBezTo>
                    <a:cubicBezTo>
                      <a:pt x="147" y="527"/>
                      <a:pt x="147" y="527"/>
                      <a:pt x="147" y="527"/>
                    </a:cubicBezTo>
                    <a:cubicBezTo>
                      <a:pt x="149" y="528"/>
                      <a:pt x="151" y="530"/>
                      <a:pt x="152" y="531"/>
                    </a:cubicBezTo>
                    <a:lnTo>
                      <a:pt x="148" y="535"/>
                    </a:lnTo>
                    <a:close/>
                    <a:moveTo>
                      <a:pt x="133" y="527"/>
                    </a:moveTo>
                    <a:cubicBezTo>
                      <a:pt x="131" y="525"/>
                      <a:pt x="130" y="523"/>
                      <a:pt x="129" y="521"/>
                    </a:cubicBezTo>
                    <a:cubicBezTo>
                      <a:pt x="134" y="519"/>
                      <a:pt x="134" y="519"/>
                      <a:pt x="134" y="519"/>
                    </a:cubicBezTo>
                    <a:cubicBezTo>
                      <a:pt x="134" y="520"/>
                      <a:pt x="135" y="521"/>
                      <a:pt x="137" y="522"/>
                    </a:cubicBezTo>
                    <a:lnTo>
                      <a:pt x="133" y="527"/>
                    </a:lnTo>
                    <a:close/>
                    <a:moveTo>
                      <a:pt x="131" y="511"/>
                    </a:moveTo>
                    <a:cubicBezTo>
                      <a:pt x="125" y="508"/>
                      <a:pt x="125" y="508"/>
                      <a:pt x="125" y="508"/>
                    </a:cubicBezTo>
                    <a:cubicBezTo>
                      <a:pt x="125" y="508"/>
                      <a:pt x="125" y="508"/>
                      <a:pt x="125" y="508"/>
                    </a:cubicBezTo>
                    <a:cubicBezTo>
                      <a:pt x="126" y="507"/>
                      <a:pt x="126" y="505"/>
                      <a:pt x="127" y="503"/>
                    </a:cubicBezTo>
                    <a:cubicBezTo>
                      <a:pt x="133" y="505"/>
                      <a:pt x="133" y="505"/>
                      <a:pt x="133" y="505"/>
                    </a:cubicBezTo>
                    <a:cubicBezTo>
                      <a:pt x="132" y="507"/>
                      <a:pt x="132" y="509"/>
                      <a:pt x="131" y="511"/>
                    </a:cubicBezTo>
                    <a:close/>
                    <a:moveTo>
                      <a:pt x="136" y="495"/>
                    </a:moveTo>
                    <a:cubicBezTo>
                      <a:pt x="131" y="491"/>
                      <a:pt x="131" y="491"/>
                      <a:pt x="131" y="491"/>
                    </a:cubicBezTo>
                    <a:cubicBezTo>
                      <a:pt x="132" y="490"/>
                      <a:pt x="134" y="488"/>
                      <a:pt x="136" y="487"/>
                    </a:cubicBezTo>
                    <a:cubicBezTo>
                      <a:pt x="139" y="491"/>
                      <a:pt x="139" y="491"/>
                      <a:pt x="139" y="491"/>
                    </a:cubicBezTo>
                    <a:cubicBezTo>
                      <a:pt x="138" y="492"/>
                      <a:pt x="137" y="493"/>
                      <a:pt x="136" y="495"/>
                    </a:cubicBezTo>
                    <a:close/>
                    <a:moveTo>
                      <a:pt x="149" y="484"/>
                    </a:moveTo>
                    <a:cubicBezTo>
                      <a:pt x="145" y="479"/>
                      <a:pt x="145" y="479"/>
                      <a:pt x="145" y="479"/>
                    </a:cubicBezTo>
                    <a:cubicBezTo>
                      <a:pt x="146" y="478"/>
                      <a:pt x="147" y="477"/>
                      <a:pt x="148" y="476"/>
                    </a:cubicBezTo>
                    <a:cubicBezTo>
                      <a:pt x="149" y="475"/>
                      <a:pt x="149" y="475"/>
                      <a:pt x="149" y="475"/>
                    </a:cubicBezTo>
                    <a:cubicBezTo>
                      <a:pt x="153" y="480"/>
                      <a:pt x="153" y="480"/>
                      <a:pt x="153" y="480"/>
                    </a:cubicBezTo>
                    <a:cubicBezTo>
                      <a:pt x="152" y="481"/>
                      <a:pt x="152" y="481"/>
                      <a:pt x="152" y="481"/>
                    </a:cubicBezTo>
                    <a:cubicBezTo>
                      <a:pt x="151" y="482"/>
                      <a:pt x="150" y="483"/>
                      <a:pt x="149" y="484"/>
                    </a:cubicBezTo>
                    <a:close/>
                    <a:moveTo>
                      <a:pt x="162" y="473"/>
                    </a:moveTo>
                    <a:cubicBezTo>
                      <a:pt x="158" y="468"/>
                      <a:pt x="158" y="468"/>
                      <a:pt x="158" y="468"/>
                    </a:cubicBezTo>
                    <a:cubicBezTo>
                      <a:pt x="159" y="467"/>
                      <a:pt x="159" y="467"/>
                      <a:pt x="159" y="467"/>
                    </a:cubicBezTo>
                    <a:cubicBezTo>
                      <a:pt x="160" y="466"/>
                      <a:pt x="162" y="466"/>
                      <a:pt x="163" y="465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65" y="470"/>
                      <a:pt x="164" y="471"/>
                      <a:pt x="162" y="472"/>
                    </a:cubicBezTo>
                    <a:lnTo>
                      <a:pt x="162" y="473"/>
                    </a:lnTo>
                    <a:close/>
                    <a:moveTo>
                      <a:pt x="173" y="458"/>
                    </a:moveTo>
                    <a:cubicBezTo>
                      <a:pt x="167" y="455"/>
                      <a:pt x="167" y="455"/>
                      <a:pt x="167" y="455"/>
                    </a:cubicBezTo>
                    <a:cubicBezTo>
                      <a:pt x="168" y="453"/>
                      <a:pt x="170" y="451"/>
                      <a:pt x="171" y="450"/>
                    </a:cubicBezTo>
                    <a:cubicBezTo>
                      <a:pt x="175" y="454"/>
                      <a:pt x="175" y="454"/>
                      <a:pt x="175" y="454"/>
                    </a:cubicBezTo>
                    <a:cubicBezTo>
                      <a:pt x="174" y="455"/>
                      <a:pt x="173" y="456"/>
                      <a:pt x="173" y="458"/>
                    </a:cubicBezTo>
                    <a:close/>
                    <a:moveTo>
                      <a:pt x="185" y="447"/>
                    </a:moveTo>
                    <a:cubicBezTo>
                      <a:pt x="181" y="443"/>
                      <a:pt x="181" y="443"/>
                      <a:pt x="181" y="443"/>
                    </a:cubicBezTo>
                    <a:cubicBezTo>
                      <a:pt x="182" y="441"/>
                      <a:pt x="183" y="440"/>
                      <a:pt x="184" y="439"/>
                    </a:cubicBezTo>
                    <a:cubicBezTo>
                      <a:pt x="189" y="442"/>
                      <a:pt x="189" y="442"/>
                      <a:pt x="189" y="442"/>
                    </a:cubicBezTo>
                    <a:cubicBezTo>
                      <a:pt x="188" y="444"/>
                      <a:pt x="186" y="446"/>
                      <a:pt x="185" y="447"/>
                    </a:cubicBezTo>
                    <a:close/>
                    <a:moveTo>
                      <a:pt x="195" y="431"/>
                    </a:moveTo>
                    <a:cubicBezTo>
                      <a:pt x="190" y="429"/>
                      <a:pt x="190" y="429"/>
                      <a:pt x="190" y="429"/>
                    </a:cubicBezTo>
                    <a:cubicBezTo>
                      <a:pt x="190" y="429"/>
                      <a:pt x="190" y="429"/>
                      <a:pt x="190" y="429"/>
                    </a:cubicBezTo>
                    <a:cubicBezTo>
                      <a:pt x="190" y="427"/>
                      <a:pt x="191" y="426"/>
                      <a:pt x="192" y="424"/>
                    </a:cubicBezTo>
                    <a:cubicBezTo>
                      <a:pt x="197" y="427"/>
                      <a:pt x="197" y="427"/>
                      <a:pt x="197" y="427"/>
                    </a:cubicBezTo>
                    <a:cubicBezTo>
                      <a:pt x="196" y="429"/>
                      <a:pt x="196" y="430"/>
                      <a:pt x="195" y="431"/>
                    </a:cubicBezTo>
                    <a:close/>
                    <a:moveTo>
                      <a:pt x="243" y="426"/>
                    </a:moveTo>
                    <a:cubicBezTo>
                      <a:pt x="237" y="424"/>
                      <a:pt x="237" y="424"/>
                      <a:pt x="237" y="424"/>
                    </a:cubicBezTo>
                    <a:cubicBezTo>
                      <a:pt x="238" y="423"/>
                      <a:pt x="238" y="422"/>
                      <a:pt x="238" y="421"/>
                    </a:cubicBezTo>
                    <a:cubicBezTo>
                      <a:pt x="238" y="420"/>
                      <a:pt x="238" y="420"/>
                      <a:pt x="238" y="419"/>
                    </a:cubicBezTo>
                    <a:cubicBezTo>
                      <a:pt x="244" y="420"/>
                      <a:pt x="244" y="420"/>
                      <a:pt x="244" y="420"/>
                    </a:cubicBezTo>
                    <a:cubicBezTo>
                      <a:pt x="244" y="420"/>
                      <a:pt x="244" y="421"/>
                      <a:pt x="244" y="421"/>
                    </a:cubicBezTo>
                    <a:cubicBezTo>
                      <a:pt x="244" y="422"/>
                      <a:pt x="243" y="424"/>
                      <a:pt x="243" y="426"/>
                    </a:cubicBezTo>
                    <a:close/>
                    <a:moveTo>
                      <a:pt x="231" y="422"/>
                    </a:moveTo>
                    <a:cubicBezTo>
                      <a:pt x="230" y="421"/>
                      <a:pt x="230" y="421"/>
                      <a:pt x="230" y="421"/>
                    </a:cubicBezTo>
                    <a:cubicBezTo>
                      <a:pt x="230" y="420"/>
                      <a:pt x="229" y="419"/>
                      <a:pt x="228" y="417"/>
                    </a:cubicBezTo>
                    <a:cubicBezTo>
                      <a:pt x="233" y="414"/>
                      <a:pt x="233" y="414"/>
                      <a:pt x="233" y="414"/>
                    </a:cubicBezTo>
                    <a:cubicBezTo>
                      <a:pt x="234" y="416"/>
                      <a:pt x="235" y="417"/>
                      <a:pt x="235" y="418"/>
                    </a:cubicBezTo>
                    <a:cubicBezTo>
                      <a:pt x="236" y="419"/>
                      <a:pt x="236" y="419"/>
                      <a:pt x="236" y="419"/>
                    </a:cubicBezTo>
                    <a:lnTo>
                      <a:pt x="231" y="422"/>
                    </a:lnTo>
                    <a:close/>
                    <a:moveTo>
                      <a:pt x="204" y="417"/>
                    </a:moveTo>
                    <a:cubicBezTo>
                      <a:pt x="199" y="414"/>
                      <a:pt x="199" y="414"/>
                      <a:pt x="199" y="414"/>
                    </a:cubicBezTo>
                    <a:cubicBezTo>
                      <a:pt x="200" y="412"/>
                      <a:pt x="202" y="411"/>
                      <a:pt x="203" y="409"/>
                    </a:cubicBezTo>
                    <a:cubicBezTo>
                      <a:pt x="208" y="413"/>
                      <a:pt x="208" y="413"/>
                      <a:pt x="208" y="413"/>
                    </a:cubicBezTo>
                    <a:cubicBezTo>
                      <a:pt x="206" y="414"/>
                      <a:pt x="205" y="416"/>
                      <a:pt x="204" y="417"/>
                    </a:cubicBezTo>
                    <a:close/>
                    <a:moveTo>
                      <a:pt x="239" y="409"/>
                    </a:moveTo>
                    <a:cubicBezTo>
                      <a:pt x="239" y="408"/>
                      <a:pt x="239" y="407"/>
                      <a:pt x="239" y="407"/>
                    </a:cubicBezTo>
                    <a:cubicBezTo>
                      <a:pt x="239" y="406"/>
                      <a:pt x="238" y="405"/>
                      <a:pt x="238" y="403"/>
                    </a:cubicBezTo>
                    <a:cubicBezTo>
                      <a:pt x="243" y="402"/>
                      <a:pt x="243" y="402"/>
                      <a:pt x="243" y="402"/>
                    </a:cubicBezTo>
                    <a:cubicBezTo>
                      <a:pt x="244" y="403"/>
                      <a:pt x="244" y="404"/>
                      <a:pt x="244" y="404"/>
                    </a:cubicBezTo>
                    <a:cubicBezTo>
                      <a:pt x="245" y="405"/>
                      <a:pt x="245" y="406"/>
                      <a:pt x="245" y="407"/>
                    </a:cubicBezTo>
                    <a:lnTo>
                      <a:pt x="239" y="409"/>
                    </a:lnTo>
                    <a:close/>
                    <a:moveTo>
                      <a:pt x="224" y="406"/>
                    </a:moveTo>
                    <a:cubicBezTo>
                      <a:pt x="223" y="404"/>
                      <a:pt x="222" y="402"/>
                      <a:pt x="222" y="400"/>
                    </a:cubicBezTo>
                    <a:cubicBezTo>
                      <a:pt x="227" y="398"/>
                      <a:pt x="227" y="398"/>
                      <a:pt x="227" y="398"/>
                    </a:cubicBezTo>
                    <a:cubicBezTo>
                      <a:pt x="228" y="400"/>
                      <a:pt x="229" y="402"/>
                      <a:pt x="229" y="404"/>
                    </a:cubicBezTo>
                    <a:lnTo>
                      <a:pt x="224" y="406"/>
                    </a:lnTo>
                    <a:close/>
                    <a:moveTo>
                      <a:pt x="215" y="404"/>
                    </a:moveTo>
                    <a:cubicBezTo>
                      <a:pt x="211" y="400"/>
                      <a:pt x="211" y="400"/>
                      <a:pt x="211" y="400"/>
                    </a:cubicBezTo>
                    <a:cubicBezTo>
                      <a:pt x="212" y="398"/>
                      <a:pt x="214" y="397"/>
                      <a:pt x="215" y="396"/>
                    </a:cubicBezTo>
                    <a:cubicBezTo>
                      <a:pt x="219" y="400"/>
                      <a:pt x="219" y="400"/>
                      <a:pt x="219" y="400"/>
                    </a:cubicBezTo>
                    <a:cubicBezTo>
                      <a:pt x="218" y="401"/>
                      <a:pt x="217" y="403"/>
                      <a:pt x="215" y="404"/>
                    </a:cubicBezTo>
                    <a:close/>
                    <a:moveTo>
                      <a:pt x="235" y="391"/>
                    </a:moveTo>
                    <a:cubicBezTo>
                      <a:pt x="235" y="390"/>
                      <a:pt x="235" y="388"/>
                      <a:pt x="235" y="387"/>
                    </a:cubicBezTo>
                    <a:cubicBezTo>
                      <a:pt x="235" y="385"/>
                      <a:pt x="235" y="385"/>
                      <a:pt x="235" y="385"/>
                    </a:cubicBezTo>
                    <a:cubicBezTo>
                      <a:pt x="240" y="385"/>
                      <a:pt x="240" y="385"/>
                      <a:pt x="240" y="385"/>
                    </a:cubicBezTo>
                    <a:cubicBezTo>
                      <a:pt x="240" y="387"/>
                      <a:pt x="240" y="387"/>
                      <a:pt x="240" y="387"/>
                    </a:cubicBezTo>
                    <a:cubicBezTo>
                      <a:pt x="240" y="388"/>
                      <a:pt x="241" y="389"/>
                      <a:pt x="241" y="391"/>
                    </a:cubicBezTo>
                    <a:lnTo>
                      <a:pt x="235" y="391"/>
                    </a:lnTo>
                    <a:close/>
                    <a:moveTo>
                      <a:pt x="241" y="374"/>
                    </a:moveTo>
                    <a:cubicBezTo>
                      <a:pt x="235" y="373"/>
                      <a:pt x="235" y="373"/>
                      <a:pt x="235" y="373"/>
                    </a:cubicBezTo>
                    <a:cubicBezTo>
                      <a:pt x="236" y="371"/>
                      <a:pt x="236" y="369"/>
                      <a:pt x="236" y="367"/>
                    </a:cubicBezTo>
                    <a:cubicBezTo>
                      <a:pt x="242" y="368"/>
                      <a:pt x="242" y="368"/>
                      <a:pt x="242" y="368"/>
                    </a:cubicBezTo>
                    <a:cubicBezTo>
                      <a:pt x="242" y="370"/>
                      <a:pt x="242" y="372"/>
                      <a:pt x="241" y="374"/>
                    </a:cubicBezTo>
                    <a:close/>
                    <a:moveTo>
                      <a:pt x="245" y="357"/>
                    </a:moveTo>
                    <a:cubicBezTo>
                      <a:pt x="239" y="355"/>
                      <a:pt x="239" y="355"/>
                      <a:pt x="239" y="355"/>
                    </a:cubicBezTo>
                    <a:cubicBezTo>
                      <a:pt x="239" y="355"/>
                      <a:pt x="240" y="354"/>
                      <a:pt x="240" y="354"/>
                    </a:cubicBezTo>
                    <a:cubicBezTo>
                      <a:pt x="241" y="350"/>
                      <a:pt x="241" y="350"/>
                      <a:pt x="241" y="350"/>
                    </a:cubicBezTo>
                    <a:cubicBezTo>
                      <a:pt x="247" y="352"/>
                      <a:pt x="247" y="352"/>
                      <a:pt x="247" y="352"/>
                    </a:cubicBezTo>
                    <a:cubicBezTo>
                      <a:pt x="245" y="356"/>
                      <a:pt x="245" y="356"/>
                      <a:pt x="245" y="356"/>
                    </a:cubicBezTo>
                    <a:cubicBezTo>
                      <a:pt x="245" y="356"/>
                      <a:pt x="245" y="357"/>
                      <a:pt x="245" y="357"/>
                    </a:cubicBezTo>
                    <a:close/>
                    <a:moveTo>
                      <a:pt x="249" y="340"/>
                    </a:moveTo>
                    <a:cubicBezTo>
                      <a:pt x="243" y="339"/>
                      <a:pt x="243" y="339"/>
                      <a:pt x="243" y="339"/>
                    </a:cubicBezTo>
                    <a:cubicBezTo>
                      <a:pt x="244" y="337"/>
                      <a:pt x="245" y="334"/>
                      <a:pt x="247" y="332"/>
                    </a:cubicBezTo>
                    <a:cubicBezTo>
                      <a:pt x="251" y="337"/>
                      <a:pt x="251" y="337"/>
                      <a:pt x="251" y="337"/>
                    </a:cubicBezTo>
                    <a:cubicBezTo>
                      <a:pt x="250" y="338"/>
                      <a:pt x="249" y="339"/>
                      <a:pt x="249" y="340"/>
                    </a:cubicBezTo>
                    <a:close/>
                    <a:moveTo>
                      <a:pt x="260" y="337"/>
                    </a:moveTo>
                    <a:cubicBezTo>
                      <a:pt x="260" y="331"/>
                      <a:pt x="260" y="331"/>
                      <a:pt x="260" y="331"/>
                    </a:cubicBezTo>
                    <a:cubicBezTo>
                      <a:pt x="262" y="331"/>
                      <a:pt x="263" y="331"/>
                      <a:pt x="263" y="330"/>
                    </a:cubicBezTo>
                    <a:cubicBezTo>
                      <a:pt x="268" y="333"/>
                      <a:pt x="268" y="333"/>
                      <a:pt x="268" y="333"/>
                    </a:cubicBezTo>
                    <a:cubicBezTo>
                      <a:pt x="267" y="335"/>
                      <a:pt x="264" y="337"/>
                      <a:pt x="260" y="337"/>
                    </a:cubicBezTo>
                    <a:close/>
                    <a:moveTo>
                      <a:pt x="271" y="321"/>
                    </a:moveTo>
                    <a:cubicBezTo>
                      <a:pt x="265" y="320"/>
                      <a:pt x="265" y="320"/>
                      <a:pt x="265" y="320"/>
                    </a:cubicBezTo>
                    <a:cubicBezTo>
                      <a:pt x="266" y="318"/>
                      <a:pt x="266" y="316"/>
                      <a:pt x="266" y="314"/>
                    </a:cubicBezTo>
                    <a:cubicBezTo>
                      <a:pt x="272" y="315"/>
                      <a:pt x="272" y="315"/>
                      <a:pt x="272" y="315"/>
                    </a:cubicBezTo>
                    <a:cubicBezTo>
                      <a:pt x="272" y="316"/>
                      <a:pt x="272" y="319"/>
                      <a:pt x="271" y="321"/>
                    </a:cubicBezTo>
                    <a:close/>
                    <a:moveTo>
                      <a:pt x="264" y="304"/>
                    </a:moveTo>
                    <a:cubicBezTo>
                      <a:pt x="264" y="303"/>
                      <a:pt x="263" y="302"/>
                      <a:pt x="262" y="301"/>
                    </a:cubicBezTo>
                    <a:cubicBezTo>
                      <a:pt x="261" y="300"/>
                      <a:pt x="261" y="300"/>
                      <a:pt x="261" y="300"/>
                    </a:cubicBezTo>
                    <a:cubicBezTo>
                      <a:pt x="266" y="296"/>
                      <a:pt x="266" y="296"/>
                      <a:pt x="266" y="296"/>
                    </a:cubicBezTo>
                    <a:cubicBezTo>
                      <a:pt x="267" y="298"/>
                      <a:pt x="267" y="298"/>
                      <a:pt x="267" y="298"/>
                    </a:cubicBezTo>
                    <a:cubicBezTo>
                      <a:pt x="268" y="299"/>
                      <a:pt x="269" y="300"/>
                      <a:pt x="269" y="302"/>
                    </a:cubicBezTo>
                    <a:lnTo>
                      <a:pt x="264" y="304"/>
                    </a:lnTo>
                    <a:close/>
                    <a:moveTo>
                      <a:pt x="260" y="290"/>
                    </a:moveTo>
                    <a:cubicBezTo>
                      <a:pt x="260" y="290"/>
                      <a:pt x="260" y="290"/>
                      <a:pt x="260" y="290"/>
                    </a:cubicBezTo>
                    <a:cubicBezTo>
                      <a:pt x="256" y="287"/>
                      <a:pt x="256" y="287"/>
                      <a:pt x="256" y="287"/>
                    </a:cubicBezTo>
                    <a:cubicBezTo>
                      <a:pt x="256" y="286"/>
                      <a:pt x="257" y="285"/>
                      <a:pt x="258" y="285"/>
                    </a:cubicBezTo>
                    <a:cubicBezTo>
                      <a:pt x="259" y="285"/>
                      <a:pt x="259" y="284"/>
                      <a:pt x="259" y="284"/>
                    </a:cubicBezTo>
                    <a:cubicBezTo>
                      <a:pt x="265" y="285"/>
                      <a:pt x="265" y="285"/>
                      <a:pt x="265" y="285"/>
                    </a:cubicBezTo>
                    <a:cubicBezTo>
                      <a:pt x="264" y="288"/>
                      <a:pt x="263" y="290"/>
                      <a:pt x="260" y="290"/>
                    </a:cubicBezTo>
                    <a:cubicBezTo>
                      <a:pt x="260" y="290"/>
                      <a:pt x="260" y="290"/>
                      <a:pt x="260" y="290"/>
                    </a:cubicBezTo>
                    <a:close/>
                    <a:moveTo>
                      <a:pt x="256" y="274"/>
                    </a:moveTo>
                    <a:cubicBezTo>
                      <a:pt x="255" y="273"/>
                      <a:pt x="255" y="272"/>
                      <a:pt x="255" y="270"/>
                    </a:cubicBezTo>
                    <a:cubicBezTo>
                      <a:pt x="255" y="270"/>
                      <a:pt x="255" y="269"/>
                      <a:pt x="255" y="268"/>
                    </a:cubicBezTo>
                    <a:cubicBezTo>
                      <a:pt x="261" y="268"/>
                      <a:pt x="261" y="268"/>
                      <a:pt x="261" y="268"/>
                    </a:cubicBezTo>
                    <a:cubicBezTo>
                      <a:pt x="261" y="269"/>
                      <a:pt x="261" y="270"/>
                      <a:pt x="261" y="270"/>
                    </a:cubicBezTo>
                    <a:cubicBezTo>
                      <a:pt x="261" y="271"/>
                      <a:pt x="261" y="272"/>
                      <a:pt x="261" y="273"/>
                    </a:cubicBezTo>
                    <a:lnTo>
                      <a:pt x="256" y="274"/>
                    </a:lnTo>
                    <a:close/>
                    <a:moveTo>
                      <a:pt x="262" y="257"/>
                    </a:moveTo>
                    <a:cubicBezTo>
                      <a:pt x="256" y="255"/>
                      <a:pt x="256" y="255"/>
                      <a:pt x="256" y="255"/>
                    </a:cubicBezTo>
                    <a:cubicBezTo>
                      <a:pt x="256" y="254"/>
                      <a:pt x="257" y="253"/>
                      <a:pt x="257" y="252"/>
                    </a:cubicBezTo>
                    <a:cubicBezTo>
                      <a:pt x="257" y="251"/>
                      <a:pt x="258" y="250"/>
                      <a:pt x="258" y="250"/>
                    </a:cubicBezTo>
                    <a:cubicBezTo>
                      <a:pt x="263" y="252"/>
                      <a:pt x="263" y="252"/>
                      <a:pt x="263" y="252"/>
                    </a:cubicBezTo>
                    <a:cubicBezTo>
                      <a:pt x="263" y="252"/>
                      <a:pt x="263" y="253"/>
                      <a:pt x="263" y="254"/>
                    </a:cubicBezTo>
                    <a:cubicBezTo>
                      <a:pt x="262" y="255"/>
                      <a:pt x="262" y="256"/>
                      <a:pt x="262" y="257"/>
                    </a:cubicBezTo>
                    <a:close/>
                    <a:moveTo>
                      <a:pt x="268" y="241"/>
                    </a:moveTo>
                    <a:cubicBezTo>
                      <a:pt x="263" y="239"/>
                      <a:pt x="263" y="239"/>
                      <a:pt x="263" y="239"/>
                    </a:cubicBezTo>
                    <a:cubicBezTo>
                      <a:pt x="264" y="236"/>
                      <a:pt x="264" y="236"/>
                      <a:pt x="264" y="236"/>
                    </a:cubicBezTo>
                    <a:cubicBezTo>
                      <a:pt x="265" y="235"/>
                      <a:pt x="265" y="234"/>
                      <a:pt x="265" y="234"/>
                    </a:cubicBezTo>
                    <a:cubicBezTo>
                      <a:pt x="271" y="236"/>
                      <a:pt x="271" y="236"/>
                      <a:pt x="271" y="236"/>
                    </a:cubicBezTo>
                    <a:cubicBezTo>
                      <a:pt x="270" y="237"/>
                      <a:pt x="270" y="238"/>
                      <a:pt x="270" y="239"/>
                    </a:cubicBezTo>
                    <a:lnTo>
                      <a:pt x="268" y="241"/>
                    </a:lnTo>
                    <a:close/>
                    <a:moveTo>
                      <a:pt x="266" y="223"/>
                    </a:moveTo>
                    <a:cubicBezTo>
                      <a:pt x="266" y="223"/>
                      <a:pt x="266" y="222"/>
                      <a:pt x="266" y="221"/>
                    </a:cubicBezTo>
                    <a:cubicBezTo>
                      <a:pt x="266" y="220"/>
                      <a:pt x="266" y="219"/>
                      <a:pt x="266" y="219"/>
                    </a:cubicBezTo>
                    <a:cubicBezTo>
                      <a:pt x="266" y="217"/>
                      <a:pt x="266" y="217"/>
                      <a:pt x="266" y="217"/>
                    </a:cubicBezTo>
                    <a:cubicBezTo>
                      <a:pt x="272" y="217"/>
                      <a:pt x="272" y="217"/>
                      <a:pt x="272" y="217"/>
                    </a:cubicBezTo>
                    <a:cubicBezTo>
                      <a:pt x="272" y="219"/>
                      <a:pt x="272" y="219"/>
                      <a:pt x="272" y="219"/>
                    </a:cubicBezTo>
                    <a:cubicBezTo>
                      <a:pt x="272" y="219"/>
                      <a:pt x="272" y="220"/>
                      <a:pt x="272" y="221"/>
                    </a:cubicBezTo>
                    <a:cubicBezTo>
                      <a:pt x="272" y="222"/>
                      <a:pt x="272" y="222"/>
                      <a:pt x="272" y="223"/>
                    </a:cubicBezTo>
                    <a:lnTo>
                      <a:pt x="266" y="223"/>
                    </a:lnTo>
                    <a:close/>
                    <a:moveTo>
                      <a:pt x="276" y="210"/>
                    </a:moveTo>
                    <a:cubicBezTo>
                      <a:pt x="273" y="206"/>
                      <a:pt x="273" y="206"/>
                      <a:pt x="273" y="206"/>
                    </a:cubicBezTo>
                    <a:cubicBezTo>
                      <a:pt x="275" y="205"/>
                      <a:pt x="276" y="204"/>
                      <a:pt x="277" y="202"/>
                    </a:cubicBezTo>
                    <a:cubicBezTo>
                      <a:pt x="281" y="206"/>
                      <a:pt x="281" y="206"/>
                      <a:pt x="281" y="206"/>
                    </a:cubicBezTo>
                    <a:cubicBezTo>
                      <a:pt x="280" y="208"/>
                      <a:pt x="278" y="209"/>
                      <a:pt x="276" y="210"/>
                    </a:cubicBezTo>
                    <a:close/>
                    <a:moveTo>
                      <a:pt x="279" y="194"/>
                    </a:moveTo>
                    <a:cubicBezTo>
                      <a:pt x="279" y="194"/>
                      <a:pt x="279" y="194"/>
                      <a:pt x="279" y="194"/>
                    </a:cubicBezTo>
                    <a:cubicBezTo>
                      <a:pt x="278" y="192"/>
                      <a:pt x="278" y="190"/>
                      <a:pt x="277" y="188"/>
                    </a:cubicBezTo>
                    <a:cubicBezTo>
                      <a:pt x="283" y="187"/>
                      <a:pt x="283" y="187"/>
                      <a:pt x="283" y="187"/>
                    </a:cubicBezTo>
                    <a:cubicBezTo>
                      <a:pt x="283" y="189"/>
                      <a:pt x="284" y="190"/>
                      <a:pt x="284" y="192"/>
                    </a:cubicBezTo>
                    <a:cubicBezTo>
                      <a:pt x="281" y="193"/>
                      <a:pt x="281" y="193"/>
                      <a:pt x="281" y="193"/>
                    </a:cubicBezTo>
                    <a:lnTo>
                      <a:pt x="279" y="194"/>
                    </a:lnTo>
                    <a:close/>
                    <a:moveTo>
                      <a:pt x="284" y="179"/>
                    </a:moveTo>
                    <a:cubicBezTo>
                      <a:pt x="280" y="175"/>
                      <a:pt x="280" y="175"/>
                      <a:pt x="280" y="175"/>
                    </a:cubicBezTo>
                    <a:cubicBezTo>
                      <a:pt x="281" y="174"/>
                      <a:pt x="282" y="172"/>
                      <a:pt x="283" y="171"/>
                    </a:cubicBezTo>
                    <a:cubicBezTo>
                      <a:pt x="288" y="173"/>
                      <a:pt x="288" y="173"/>
                      <a:pt x="288" y="173"/>
                    </a:cubicBezTo>
                    <a:cubicBezTo>
                      <a:pt x="287" y="176"/>
                      <a:pt x="286" y="178"/>
                      <a:pt x="284" y="179"/>
                    </a:cubicBezTo>
                    <a:close/>
                    <a:moveTo>
                      <a:pt x="130" y="163"/>
                    </a:moveTo>
                    <a:cubicBezTo>
                      <a:pt x="129" y="163"/>
                      <a:pt x="129" y="163"/>
                      <a:pt x="128" y="163"/>
                    </a:cubicBezTo>
                    <a:cubicBezTo>
                      <a:pt x="128" y="163"/>
                      <a:pt x="128" y="163"/>
                      <a:pt x="128" y="163"/>
                    </a:cubicBezTo>
                    <a:cubicBezTo>
                      <a:pt x="128" y="163"/>
                      <a:pt x="127" y="163"/>
                      <a:pt x="127" y="163"/>
                    </a:cubicBezTo>
                    <a:cubicBezTo>
                      <a:pt x="126" y="157"/>
                      <a:pt x="126" y="157"/>
                      <a:pt x="126" y="157"/>
                    </a:cubicBezTo>
                    <a:cubicBezTo>
                      <a:pt x="126" y="157"/>
                      <a:pt x="127" y="157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30" y="157"/>
                      <a:pt x="132" y="157"/>
                      <a:pt x="133" y="159"/>
                    </a:cubicBezTo>
                    <a:lnTo>
                      <a:pt x="130" y="163"/>
                    </a:lnTo>
                    <a:close/>
                    <a:moveTo>
                      <a:pt x="294" y="163"/>
                    </a:moveTo>
                    <a:cubicBezTo>
                      <a:pt x="289" y="161"/>
                      <a:pt x="289" y="161"/>
                      <a:pt x="289" y="161"/>
                    </a:cubicBezTo>
                    <a:cubicBezTo>
                      <a:pt x="289" y="161"/>
                      <a:pt x="289" y="160"/>
                      <a:pt x="289" y="160"/>
                    </a:cubicBezTo>
                    <a:cubicBezTo>
                      <a:pt x="289" y="160"/>
                      <a:pt x="288" y="159"/>
                      <a:pt x="288" y="159"/>
                    </a:cubicBezTo>
                    <a:cubicBezTo>
                      <a:pt x="292" y="155"/>
                      <a:pt x="292" y="155"/>
                      <a:pt x="292" y="155"/>
                    </a:cubicBezTo>
                    <a:cubicBezTo>
                      <a:pt x="293" y="156"/>
                      <a:pt x="294" y="157"/>
                      <a:pt x="294" y="158"/>
                    </a:cubicBezTo>
                    <a:cubicBezTo>
                      <a:pt x="295" y="158"/>
                      <a:pt x="295" y="159"/>
                      <a:pt x="295" y="160"/>
                    </a:cubicBezTo>
                    <a:cubicBezTo>
                      <a:pt x="295" y="161"/>
                      <a:pt x="295" y="162"/>
                      <a:pt x="294" y="163"/>
                    </a:cubicBezTo>
                    <a:close/>
                    <a:moveTo>
                      <a:pt x="144" y="161"/>
                    </a:move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40" y="156"/>
                      <a:pt x="142" y="154"/>
                      <a:pt x="145" y="154"/>
                    </a:cubicBezTo>
                    <a:cubicBezTo>
                      <a:pt x="146" y="154"/>
                      <a:pt x="147" y="154"/>
                      <a:pt x="148" y="155"/>
                    </a:cubicBezTo>
                    <a:cubicBezTo>
                      <a:pt x="146" y="160"/>
                      <a:pt x="146" y="160"/>
                      <a:pt x="146" y="160"/>
                    </a:cubicBezTo>
                    <a:cubicBezTo>
                      <a:pt x="145" y="160"/>
                      <a:pt x="145" y="160"/>
                      <a:pt x="145" y="160"/>
                    </a:cubicBezTo>
                    <a:cubicBezTo>
                      <a:pt x="144" y="160"/>
                      <a:pt x="144" y="160"/>
                      <a:pt x="144" y="161"/>
                    </a:cubicBezTo>
                    <a:close/>
                    <a:moveTo>
                      <a:pt x="114" y="157"/>
                    </a:moveTo>
                    <a:cubicBezTo>
                      <a:pt x="114" y="157"/>
                      <a:pt x="113" y="156"/>
                      <a:pt x="113" y="156"/>
                    </a:cubicBezTo>
                    <a:cubicBezTo>
                      <a:pt x="112" y="155"/>
                      <a:pt x="111" y="154"/>
                      <a:pt x="110" y="153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15" y="150"/>
                      <a:pt x="116" y="151"/>
                      <a:pt x="117" y="151"/>
                    </a:cubicBezTo>
                    <a:cubicBezTo>
                      <a:pt x="117" y="152"/>
                      <a:pt x="118" y="153"/>
                      <a:pt x="119" y="153"/>
                    </a:cubicBezTo>
                    <a:lnTo>
                      <a:pt x="114" y="157"/>
                    </a:lnTo>
                    <a:close/>
                    <a:moveTo>
                      <a:pt x="169" y="154"/>
                    </a:moveTo>
                    <a:cubicBezTo>
                      <a:pt x="167" y="154"/>
                      <a:pt x="165" y="154"/>
                      <a:pt x="163" y="152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65" y="147"/>
                      <a:pt x="165" y="147"/>
                      <a:pt x="165" y="147"/>
                    </a:cubicBezTo>
                    <a:cubicBezTo>
                      <a:pt x="166" y="148"/>
                      <a:pt x="166" y="148"/>
                      <a:pt x="166" y="148"/>
                    </a:cubicBezTo>
                    <a:cubicBezTo>
                      <a:pt x="167" y="148"/>
                      <a:pt x="168" y="148"/>
                      <a:pt x="169" y="148"/>
                    </a:cubicBezTo>
                    <a:cubicBezTo>
                      <a:pt x="169" y="154"/>
                      <a:pt x="169" y="154"/>
                      <a:pt x="169" y="154"/>
                    </a:cubicBezTo>
                    <a:close/>
                    <a:moveTo>
                      <a:pt x="279" y="152"/>
                    </a:moveTo>
                    <a:cubicBezTo>
                      <a:pt x="277" y="150"/>
                      <a:pt x="276" y="149"/>
                      <a:pt x="275" y="147"/>
                    </a:cubicBezTo>
                    <a:cubicBezTo>
                      <a:pt x="279" y="143"/>
                      <a:pt x="279" y="143"/>
                      <a:pt x="279" y="143"/>
                    </a:cubicBezTo>
                    <a:cubicBezTo>
                      <a:pt x="280" y="145"/>
                      <a:pt x="282" y="146"/>
                      <a:pt x="283" y="147"/>
                    </a:cubicBezTo>
                    <a:lnTo>
                      <a:pt x="279" y="152"/>
                    </a:lnTo>
                    <a:close/>
                    <a:moveTo>
                      <a:pt x="154" y="149"/>
                    </a:move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8" y="147"/>
                      <a:pt x="148" y="146"/>
                      <a:pt x="149" y="145"/>
                    </a:cubicBezTo>
                    <a:cubicBezTo>
                      <a:pt x="150" y="143"/>
                      <a:pt x="151" y="142"/>
                      <a:pt x="153" y="141"/>
                    </a:cubicBezTo>
                    <a:cubicBezTo>
                      <a:pt x="154" y="147"/>
                      <a:pt x="154" y="147"/>
                      <a:pt x="154" y="147"/>
                    </a:cubicBezTo>
                    <a:cubicBezTo>
                      <a:pt x="154" y="147"/>
                      <a:pt x="154" y="147"/>
                      <a:pt x="154" y="147"/>
                    </a:cubicBezTo>
                    <a:cubicBezTo>
                      <a:pt x="154" y="148"/>
                      <a:pt x="154" y="149"/>
                      <a:pt x="154" y="149"/>
                    </a:cubicBezTo>
                    <a:close/>
                    <a:moveTo>
                      <a:pt x="181" y="148"/>
                    </a:moveTo>
                    <a:cubicBezTo>
                      <a:pt x="178" y="143"/>
                      <a:pt x="178" y="143"/>
                      <a:pt x="178" y="143"/>
                    </a:cubicBezTo>
                    <a:cubicBezTo>
                      <a:pt x="180" y="142"/>
                      <a:pt x="182" y="142"/>
                      <a:pt x="184" y="141"/>
                    </a:cubicBezTo>
                    <a:cubicBezTo>
                      <a:pt x="185" y="147"/>
                      <a:pt x="185" y="147"/>
                      <a:pt x="185" y="147"/>
                    </a:cubicBezTo>
                    <a:cubicBezTo>
                      <a:pt x="183" y="147"/>
                      <a:pt x="182" y="148"/>
                      <a:pt x="181" y="148"/>
                    </a:cubicBezTo>
                    <a:close/>
                    <a:moveTo>
                      <a:pt x="198" y="145"/>
                    </a:moveTo>
                    <a:cubicBezTo>
                      <a:pt x="194" y="140"/>
                      <a:pt x="194" y="140"/>
                      <a:pt x="194" y="140"/>
                    </a:cubicBezTo>
                    <a:cubicBezTo>
                      <a:pt x="195" y="139"/>
                      <a:pt x="196" y="138"/>
                      <a:pt x="197" y="137"/>
                    </a:cubicBezTo>
                    <a:cubicBezTo>
                      <a:pt x="197" y="137"/>
                      <a:pt x="197" y="137"/>
                      <a:pt x="197" y="137"/>
                    </a:cubicBezTo>
                    <a:cubicBezTo>
                      <a:pt x="197" y="136"/>
                      <a:pt x="197" y="136"/>
                      <a:pt x="197" y="136"/>
                    </a:cubicBezTo>
                    <a:cubicBezTo>
                      <a:pt x="200" y="138"/>
                      <a:pt x="200" y="138"/>
                      <a:pt x="200" y="138"/>
                    </a:cubicBezTo>
                    <a:cubicBezTo>
                      <a:pt x="202" y="140"/>
                      <a:pt x="202" y="140"/>
                      <a:pt x="202" y="140"/>
                    </a:cubicBezTo>
                    <a:cubicBezTo>
                      <a:pt x="201" y="141"/>
                      <a:pt x="200" y="143"/>
                      <a:pt x="198" y="145"/>
                    </a:cubicBezTo>
                    <a:close/>
                    <a:moveTo>
                      <a:pt x="210" y="145"/>
                    </a:move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09" y="139"/>
                      <a:pt x="210" y="138"/>
                      <a:pt x="212" y="136"/>
                    </a:cubicBezTo>
                    <a:cubicBezTo>
                      <a:pt x="216" y="141"/>
                      <a:pt x="216" y="141"/>
                      <a:pt x="216" y="141"/>
                    </a:cubicBezTo>
                    <a:cubicBezTo>
                      <a:pt x="214" y="143"/>
                      <a:pt x="212" y="144"/>
                      <a:pt x="210" y="145"/>
                    </a:cubicBezTo>
                    <a:close/>
                    <a:moveTo>
                      <a:pt x="109" y="141"/>
                    </a:moveTo>
                    <a:cubicBezTo>
                      <a:pt x="109" y="140"/>
                      <a:pt x="108" y="140"/>
                      <a:pt x="108" y="139"/>
                    </a:cubicBezTo>
                    <a:cubicBezTo>
                      <a:pt x="108" y="139"/>
                      <a:pt x="107" y="139"/>
                      <a:pt x="107" y="139"/>
                    </a:cubicBezTo>
                    <a:cubicBezTo>
                      <a:pt x="106" y="138"/>
                      <a:pt x="106" y="138"/>
                      <a:pt x="106" y="138"/>
                    </a:cubicBezTo>
                    <a:cubicBezTo>
                      <a:pt x="109" y="133"/>
                      <a:pt x="109" y="133"/>
                      <a:pt x="109" y="133"/>
                    </a:cubicBezTo>
                    <a:cubicBezTo>
                      <a:pt x="110" y="134"/>
                      <a:pt x="110" y="134"/>
                      <a:pt x="110" y="134"/>
                    </a:cubicBezTo>
                    <a:cubicBezTo>
                      <a:pt x="110" y="134"/>
                      <a:pt x="111" y="134"/>
                      <a:pt x="111" y="135"/>
                    </a:cubicBezTo>
                    <a:cubicBezTo>
                      <a:pt x="113" y="136"/>
                      <a:pt x="114" y="138"/>
                      <a:pt x="114" y="140"/>
                    </a:cubicBezTo>
                    <a:lnTo>
                      <a:pt x="109" y="141"/>
                    </a:lnTo>
                    <a:close/>
                    <a:moveTo>
                      <a:pt x="267" y="139"/>
                    </a:moveTo>
                    <a:cubicBezTo>
                      <a:pt x="265" y="138"/>
                      <a:pt x="264" y="136"/>
                      <a:pt x="262" y="135"/>
                    </a:cubicBezTo>
                    <a:cubicBezTo>
                      <a:pt x="267" y="131"/>
                      <a:pt x="267" y="131"/>
                      <a:pt x="267" y="131"/>
                    </a:cubicBezTo>
                    <a:cubicBezTo>
                      <a:pt x="268" y="132"/>
                      <a:pt x="269" y="133"/>
                      <a:pt x="271" y="134"/>
                    </a:cubicBezTo>
                    <a:lnTo>
                      <a:pt x="267" y="139"/>
                    </a:lnTo>
                    <a:close/>
                    <a:moveTo>
                      <a:pt x="225" y="131"/>
                    </a:moveTo>
                    <a:cubicBezTo>
                      <a:pt x="219" y="129"/>
                      <a:pt x="219" y="129"/>
                      <a:pt x="219" y="129"/>
                    </a:cubicBezTo>
                    <a:cubicBezTo>
                      <a:pt x="220" y="128"/>
                      <a:pt x="220" y="127"/>
                      <a:pt x="220" y="125"/>
                    </a:cubicBezTo>
                    <a:cubicBezTo>
                      <a:pt x="220" y="125"/>
                      <a:pt x="220" y="124"/>
                      <a:pt x="220" y="124"/>
                    </a:cubicBezTo>
                    <a:cubicBezTo>
                      <a:pt x="226" y="125"/>
                      <a:pt x="226" y="125"/>
                      <a:pt x="226" y="125"/>
                    </a:cubicBezTo>
                    <a:cubicBezTo>
                      <a:pt x="226" y="125"/>
                      <a:pt x="226" y="125"/>
                      <a:pt x="226" y="125"/>
                    </a:cubicBezTo>
                    <a:cubicBezTo>
                      <a:pt x="226" y="128"/>
                      <a:pt x="226" y="130"/>
                      <a:pt x="225" y="131"/>
                    </a:cubicBezTo>
                    <a:close/>
                    <a:moveTo>
                      <a:pt x="100" y="128"/>
                    </a:moveTo>
                    <a:cubicBezTo>
                      <a:pt x="99" y="127"/>
                      <a:pt x="99" y="127"/>
                      <a:pt x="99" y="127"/>
                    </a:cubicBezTo>
                    <a:cubicBezTo>
                      <a:pt x="98" y="126"/>
                      <a:pt x="97" y="124"/>
                      <a:pt x="96" y="123"/>
                    </a:cubicBezTo>
                    <a:cubicBezTo>
                      <a:pt x="101" y="120"/>
                      <a:pt x="101" y="120"/>
                      <a:pt x="101" y="120"/>
                    </a:cubicBezTo>
                    <a:cubicBezTo>
                      <a:pt x="102" y="121"/>
                      <a:pt x="102" y="122"/>
                      <a:pt x="103" y="123"/>
                    </a:cubicBezTo>
                    <a:cubicBezTo>
                      <a:pt x="104" y="125"/>
                      <a:pt x="104" y="125"/>
                      <a:pt x="104" y="125"/>
                    </a:cubicBezTo>
                    <a:lnTo>
                      <a:pt x="100" y="128"/>
                    </a:lnTo>
                    <a:close/>
                    <a:moveTo>
                      <a:pt x="255" y="125"/>
                    </a:moveTo>
                    <a:cubicBezTo>
                      <a:pt x="254" y="124"/>
                      <a:pt x="252" y="123"/>
                      <a:pt x="251" y="121"/>
                    </a:cubicBezTo>
                    <a:cubicBezTo>
                      <a:pt x="255" y="117"/>
                      <a:pt x="255" y="117"/>
                      <a:pt x="255" y="117"/>
                    </a:cubicBezTo>
                    <a:cubicBezTo>
                      <a:pt x="257" y="119"/>
                      <a:pt x="258" y="120"/>
                      <a:pt x="259" y="122"/>
                    </a:cubicBezTo>
                    <a:lnTo>
                      <a:pt x="255" y="125"/>
                    </a:lnTo>
                    <a:close/>
                    <a:moveTo>
                      <a:pt x="242" y="115"/>
                    </a:moveTo>
                    <a:cubicBezTo>
                      <a:pt x="241" y="114"/>
                      <a:pt x="239" y="113"/>
                      <a:pt x="238" y="112"/>
                    </a:cubicBezTo>
                    <a:cubicBezTo>
                      <a:pt x="240" y="107"/>
                      <a:pt x="240" y="107"/>
                      <a:pt x="240" y="107"/>
                    </a:cubicBezTo>
                    <a:cubicBezTo>
                      <a:pt x="242" y="108"/>
                      <a:pt x="244" y="109"/>
                      <a:pt x="246" y="110"/>
                    </a:cubicBezTo>
                    <a:lnTo>
                      <a:pt x="242" y="115"/>
                    </a:lnTo>
                    <a:close/>
                    <a:moveTo>
                      <a:pt x="225" y="114"/>
                    </a:moveTo>
                    <a:cubicBezTo>
                      <a:pt x="225" y="113"/>
                      <a:pt x="225" y="113"/>
                      <a:pt x="224" y="112"/>
                    </a:cubicBezTo>
                    <a:cubicBezTo>
                      <a:pt x="224" y="111"/>
                      <a:pt x="224" y="110"/>
                      <a:pt x="224" y="110"/>
                    </a:cubicBezTo>
                    <a:cubicBezTo>
                      <a:pt x="224" y="109"/>
                      <a:pt x="224" y="108"/>
                      <a:pt x="224" y="108"/>
                    </a:cubicBezTo>
                    <a:cubicBezTo>
                      <a:pt x="225" y="107"/>
                      <a:pt x="225" y="106"/>
                      <a:pt x="225" y="106"/>
                    </a:cubicBezTo>
                    <a:cubicBezTo>
                      <a:pt x="230" y="110"/>
                      <a:pt x="230" y="110"/>
                      <a:pt x="230" y="110"/>
                    </a:cubicBezTo>
                    <a:cubicBezTo>
                      <a:pt x="230" y="110"/>
                      <a:pt x="230" y="110"/>
                      <a:pt x="230" y="109"/>
                    </a:cubicBezTo>
                    <a:cubicBezTo>
                      <a:pt x="230" y="110"/>
                      <a:pt x="230" y="111"/>
                      <a:pt x="230" y="111"/>
                    </a:cubicBezTo>
                    <a:cubicBezTo>
                      <a:pt x="230" y="112"/>
                      <a:pt x="230" y="113"/>
                      <a:pt x="230" y="114"/>
                    </a:cubicBezTo>
                    <a:lnTo>
                      <a:pt x="225" y="114"/>
                    </a:lnTo>
                    <a:close/>
                    <a:moveTo>
                      <a:pt x="93" y="113"/>
                    </a:moveTo>
                    <a:cubicBezTo>
                      <a:pt x="93" y="112"/>
                      <a:pt x="93" y="112"/>
                      <a:pt x="93" y="112"/>
                    </a:cubicBezTo>
                    <a:cubicBezTo>
                      <a:pt x="92" y="112"/>
                      <a:pt x="92" y="112"/>
                      <a:pt x="92" y="111"/>
                    </a:cubicBezTo>
                    <a:cubicBezTo>
                      <a:pt x="90" y="110"/>
                      <a:pt x="89" y="109"/>
                      <a:pt x="89" y="107"/>
                    </a:cubicBezTo>
                    <a:cubicBezTo>
                      <a:pt x="95" y="106"/>
                      <a:pt x="95" y="106"/>
                      <a:pt x="95" y="106"/>
                    </a:cubicBezTo>
                    <a:cubicBezTo>
                      <a:pt x="95" y="106"/>
                      <a:pt x="95" y="106"/>
                      <a:pt x="94" y="106"/>
                    </a:cubicBezTo>
                    <a:cubicBezTo>
                      <a:pt x="95" y="106"/>
                      <a:pt x="95" y="106"/>
                      <a:pt x="95" y="106"/>
                    </a:cubicBezTo>
                    <a:cubicBezTo>
                      <a:pt x="95" y="106"/>
                      <a:pt x="95" y="106"/>
                      <a:pt x="95" y="106"/>
                    </a:cubicBezTo>
                    <a:cubicBezTo>
                      <a:pt x="95" y="106"/>
                      <a:pt x="95" y="106"/>
                      <a:pt x="95" y="106"/>
                    </a:cubicBezTo>
                    <a:cubicBezTo>
                      <a:pt x="95" y="106"/>
                      <a:pt x="95" y="106"/>
                      <a:pt x="95" y="107"/>
                    </a:cubicBezTo>
                    <a:cubicBezTo>
                      <a:pt x="96" y="107"/>
                      <a:pt x="96" y="107"/>
                      <a:pt x="97" y="108"/>
                    </a:cubicBezTo>
                    <a:cubicBezTo>
                      <a:pt x="97" y="109"/>
                      <a:pt x="97" y="109"/>
                      <a:pt x="97" y="109"/>
                    </a:cubicBezTo>
                    <a:lnTo>
                      <a:pt x="93" y="113"/>
                    </a:lnTo>
                    <a:close/>
                    <a:moveTo>
                      <a:pt x="87" y="97"/>
                    </a:moveTo>
                    <a:cubicBezTo>
                      <a:pt x="85" y="95"/>
                      <a:pt x="84" y="93"/>
                      <a:pt x="84" y="91"/>
                    </a:cubicBezTo>
                    <a:cubicBezTo>
                      <a:pt x="84" y="91"/>
                      <a:pt x="84" y="90"/>
                      <a:pt x="84" y="89"/>
                    </a:cubicBezTo>
                    <a:cubicBezTo>
                      <a:pt x="90" y="91"/>
                      <a:pt x="90" y="91"/>
                      <a:pt x="90" y="91"/>
                    </a:cubicBezTo>
                    <a:cubicBezTo>
                      <a:pt x="90" y="91"/>
                      <a:pt x="90" y="92"/>
                      <a:pt x="91" y="94"/>
                    </a:cubicBezTo>
                    <a:lnTo>
                      <a:pt x="87" y="97"/>
                    </a:lnTo>
                    <a:close/>
                    <a:moveTo>
                      <a:pt x="43" y="89"/>
                    </a:moveTo>
                    <a:cubicBezTo>
                      <a:pt x="42" y="89"/>
                      <a:pt x="41" y="88"/>
                      <a:pt x="39" y="88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3" y="83"/>
                      <a:pt x="44" y="83"/>
                      <a:pt x="45" y="82"/>
                    </a:cubicBezTo>
                    <a:cubicBezTo>
                      <a:pt x="47" y="88"/>
                      <a:pt x="47" y="88"/>
                      <a:pt x="47" y="88"/>
                    </a:cubicBezTo>
                    <a:cubicBezTo>
                      <a:pt x="46" y="88"/>
                      <a:pt x="45" y="89"/>
                      <a:pt x="43" y="89"/>
                    </a:cubicBezTo>
                    <a:close/>
                    <a:moveTo>
                      <a:pt x="77" y="81"/>
                    </a:moveTo>
                    <a:cubicBezTo>
                      <a:pt x="72" y="80"/>
                      <a:pt x="71" y="78"/>
                      <a:pt x="70" y="76"/>
                    </a:cubicBezTo>
                    <a:cubicBezTo>
                      <a:pt x="70" y="76"/>
                      <a:pt x="70" y="76"/>
                      <a:pt x="70" y="76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5"/>
                      <a:pt x="76" y="75"/>
                      <a:pt x="77" y="75"/>
                    </a:cubicBezTo>
                    <a:lnTo>
                      <a:pt x="77" y="81"/>
                    </a:lnTo>
                    <a:close/>
                    <a:moveTo>
                      <a:pt x="96" y="80"/>
                    </a:moveTo>
                    <a:cubicBezTo>
                      <a:pt x="90" y="80"/>
                      <a:pt x="90" y="80"/>
                      <a:pt x="90" y="80"/>
                    </a:cubicBezTo>
                    <a:cubicBezTo>
                      <a:pt x="90" y="80"/>
                      <a:pt x="90" y="80"/>
                      <a:pt x="90" y="80"/>
                    </a:cubicBezTo>
                    <a:cubicBezTo>
                      <a:pt x="89" y="80"/>
                      <a:pt x="89" y="80"/>
                      <a:pt x="89" y="80"/>
                    </a:cubicBezTo>
                    <a:cubicBezTo>
                      <a:pt x="89" y="74"/>
                      <a:pt x="89" y="74"/>
                      <a:pt x="89" y="74"/>
                    </a:cubicBezTo>
                    <a:cubicBezTo>
                      <a:pt x="90" y="74"/>
                      <a:pt x="90" y="74"/>
                      <a:pt x="90" y="74"/>
                    </a:cubicBezTo>
                    <a:cubicBezTo>
                      <a:pt x="93" y="74"/>
                      <a:pt x="96" y="76"/>
                      <a:pt x="96" y="80"/>
                    </a:cubicBezTo>
                    <a:cubicBezTo>
                      <a:pt x="96" y="80"/>
                      <a:pt x="96" y="80"/>
                      <a:pt x="96" y="80"/>
                    </a:cubicBezTo>
                    <a:close/>
                    <a:moveTo>
                      <a:pt x="31" y="78"/>
                    </a:moveTo>
                    <a:cubicBezTo>
                      <a:pt x="29" y="76"/>
                      <a:pt x="29" y="76"/>
                      <a:pt x="28" y="76"/>
                    </a:cubicBezTo>
                    <a:cubicBezTo>
                      <a:pt x="29" y="70"/>
                      <a:pt x="29" y="70"/>
                      <a:pt x="29" y="70"/>
                    </a:cubicBezTo>
                    <a:cubicBezTo>
                      <a:pt x="31" y="71"/>
                      <a:pt x="33" y="72"/>
                      <a:pt x="35" y="75"/>
                    </a:cubicBezTo>
                    <a:lnTo>
                      <a:pt x="31" y="78"/>
                    </a:lnTo>
                    <a:close/>
                    <a:moveTo>
                      <a:pt x="54" y="76"/>
                    </a:moveTo>
                    <a:cubicBezTo>
                      <a:pt x="49" y="75"/>
                      <a:pt x="49" y="75"/>
                      <a:pt x="49" y="75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2"/>
                      <a:pt x="49" y="70"/>
                      <a:pt x="50" y="69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5" y="72"/>
                      <a:pt x="55" y="73"/>
                      <a:pt x="55" y="74"/>
                    </a:cubicBezTo>
                    <a:lnTo>
                      <a:pt x="54" y="76"/>
                    </a:lnTo>
                    <a:close/>
                    <a:moveTo>
                      <a:pt x="15" y="73"/>
                    </a:moveTo>
                    <a:cubicBezTo>
                      <a:pt x="14" y="72"/>
                      <a:pt x="14" y="71"/>
                      <a:pt x="13" y="71"/>
                    </a:cubicBezTo>
                    <a:cubicBezTo>
                      <a:pt x="12" y="70"/>
                      <a:pt x="11" y="69"/>
                      <a:pt x="11" y="69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15" y="65"/>
                      <a:pt x="16" y="65"/>
                      <a:pt x="17" y="66"/>
                    </a:cubicBezTo>
                    <a:cubicBezTo>
                      <a:pt x="17" y="67"/>
                      <a:pt x="18" y="68"/>
                      <a:pt x="19" y="68"/>
                    </a:cubicBezTo>
                    <a:lnTo>
                      <a:pt x="15" y="73"/>
                    </a:lnTo>
                    <a:close/>
                    <a:moveTo>
                      <a:pt x="64" y="68"/>
                    </a:moveTo>
                    <a:cubicBezTo>
                      <a:pt x="64" y="67"/>
                      <a:pt x="63" y="67"/>
                      <a:pt x="63" y="67"/>
                    </a:cubicBezTo>
                    <a:cubicBezTo>
                      <a:pt x="62" y="67"/>
                      <a:pt x="61" y="66"/>
                      <a:pt x="60" y="66"/>
                    </a:cubicBezTo>
                    <a:cubicBezTo>
                      <a:pt x="61" y="60"/>
                      <a:pt x="61" y="60"/>
                      <a:pt x="61" y="60"/>
                    </a:cubicBezTo>
                    <a:cubicBezTo>
                      <a:pt x="62" y="61"/>
                      <a:pt x="64" y="61"/>
                      <a:pt x="65" y="62"/>
                    </a:cubicBezTo>
                    <a:cubicBezTo>
                      <a:pt x="66" y="62"/>
                      <a:pt x="67" y="62"/>
                      <a:pt x="68" y="63"/>
                    </a:cubicBezTo>
                    <a:lnTo>
                      <a:pt x="64" y="68"/>
                    </a:lnTo>
                    <a:close/>
                    <a:moveTo>
                      <a:pt x="6" y="65"/>
                    </a:moveTo>
                    <a:cubicBezTo>
                      <a:pt x="0" y="63"/>
                      <a:pt x="0" y="63"/>
                      <a:pt x="0" y="63"/>
                    </a:cubicBezTo>
                    <a:cubicBezTo>
                      <a:pt x="0" y="61"/>
                      <a:pt x="1" y="60"/>
                      <a:pt x="3" y="58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6" y="63"/>
                      <a:pt x="6" y="64"/>
                      <a:pt x="6" y="65"/>
                    </a:cubicBezTo>
                    <a:close/>
                    <a:moveTo>
                      <a:pt x="16" y="52"/>
                    </a:moveTo>
                    <a:cubicBezTo>
                      <a:pt x="11" y="48"/>
                      <a:pt x="11" y="48"/>
                      <a:pt x="11" y="48"/>
                    </a:cubicBezTo>
                    <a:cubicBezTo>
                      <a:pt x="12" y="46"/>
                      <a:pt x="14" y="45"/>
                      <a:pt x="15" y="43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8" y="49"/>
                      <a:pt x="17" y="50"/>
                      <a:pt x="16" y="52"/>
                    </a:cubicBezTo>
                    <a:close/>
                    <a:moveTo>
                      <a:pt x="26" y="36"/>
                    </a:move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3"/>
                      <a:pt x="21" y="33"/>
                      <a:pt x="21" y="32"/>
                    </a:cubicBezTo>
                    <a:cubicBezTo>
                      <a:pt x="21" y="31"/>
                      <a:pt x="21" y="30"/>
                      <a:pt x="21" y="29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7" y="31"/>
                      <a:pt x="27" y="31"/>
                      <a:pt x="27" y="32"/>
                    </a:cubicBezTo>
                    <a:cubicBezTo>
                      <a:pt x="27" y="33"/>
                      <a:pt x="27" y="35"/>
                      <a:pt x="26" y="36"/>
                    </a:cubicBezTo>
                    <a:close/>
                    <a:moveTo>
                      <a:pt x="31" y="21"/>
                    </a:move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7"/>
                      <a:pt x="27" y="16"/>
                      <a:pt x="27" y="16"/>
                    </a:cubicBezTo>
                    <a:cubicBezTo>
                      <a:pt x="27" y="16"/>
                      <a:pt x="27" y="15"/>
                      <a:pt x="27" y="15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2" y="13"/>
                      <a:pt x="33" y="14"/>
                      <a:pt x="33" y="16"/>
                    </a:cubicBezTo>
                    <a:cubicBezTo>
                      <a:pt x="33" y="18"/>
                      <a:pt x="32" y="20"/>
                      <a:pt x="31" y="21"/>
                    </a:cubicBezTo>
                    <a:close/>
                    <a:moveTo>
                      <a:pt x="18" y="7"/>
                    </a:moveTo>
                    <a:cubicBezTo>
                      <a:pt x="17" y="6"/>
                      <a:pt x="17" y="6"/>
                      <a:pt x="16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2" y="2"/>
                      <a:pt x="23" y="3"/>
                      <a:pt x="23" y="6"/>
                    </a:cubicBezTo>
                    <a:lnTo>
                      <a:pt x="18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4" name="îṡľíḍê"/>
              <p:cNvSpPr/>
              <p:nvPr/>
            </p:nvSpPr>
            <p:spPr bwMode="auto">
              <a:xfrm>
                <a:off x="8515350" y="1360488"/>
                <a:ext cx="1185863" cy="415925"/>
              </a:xfrm>
              <a:custGeom>
                <a:avLst/>
                <a:gdLst>
                  <a:gd name="T0" fmla="*/ 406 w 553"/>
                  <a:gd name="T1" fmla="*/ 192 h 194"/>
                  <a:gd name="T2" fmla="*/ 388 w 553"/>
                  <a:gd name="T3" fmla="*/ 191 h 194"/>
                  <a:gd name="T4" fmla="*/ 417 w 553"/>
                  <a:gd name="T5" fmla="*/ 180 h 194"/>
                  <a:gd name="T6" fmla="*/ 382 w 553"/>
                  <a:gd name="T7" fmla="*/ 167 h 194"/>
                  <a:gd name="T8" fmla="*/ 524 w 553"/>
                  <a:gd name="T9" fmla="*/ 162 h 194"/>
                  <a:gd name="T10" fmla="*/ 417 w 553"/>
                  <a:gd name="T11" fmla="*/ 167 h 194"/>
                  <a:gd name="T12" fmla="*/ 546 w 553"/>
                  <a:gd name="T13" fmla="*/ 166 h 194"/>
                  <a:gd name="T14" fmla="*/ 534 w 553"/>
                  <a:gd name="T15" fmla="*/ 161 h 194"/>
                  <a:gd name="T16" fmla="*/ 534 w 553"/>
                  <a:gd name="T17" fmla="*/ 161 h 194"/>
                  <a:gd name="T18" fmla="*/ 313 w 553"/>
                  <a:gd name="T19" fmla="*/ 159 h 194"/>
                  <a:gd name="T20" fmla="*/ 317 w 553"/>
                  <a:gd name="T21" fmla="*/ 155 h 194"/>
                  <a:gd name="T22" fmla="*/ 504 w 553"/>
                  <a:gd name="T23" fmla="*/ 151 h 194"/>
                  <a:gd name="T24" fmla="*/ 434 w 553"/>
                  <a:gd name="T25" fmla="*/ 151 h 194"/>
                  <a:gd name="T26" fmla="*/ 485 w 553"/>
                  <a:gd name="T27" fmla="*/ 153 h 194"/>
                  <a:gd name="T28" fmla="*/ 457 w 553"/>
                  <a:gd name="T29" fmla="*/ 152 h 194"/>
                  <a:gd name="T30" fmla="*/ 460 w 553"/>
                  <a:gd name="T31" fmla="*/ 153 h 194"/>
                  <a:gd name="T32" fmla="*/ 440 w 553"/>
                  <a:gd name="T33" fmla="*/ 148 h 194"/>
                  <a:gd name="T34" fmla="*/ 446 w 553"/>
                  <a:gd name="T35" fmla="*/ 147 h 194"/>
                  <a:gd name="T36" fmla="*/ 304 w 553"/>
                  <a:gd name="T37" fmla="*/ 140 h 194"/>
                  <a:gd name="T38" fmla="*/ 328 w 553"/>
                  <a:gd name="T39" fmla="*/ 138 h 194"/>
                  <a:gd name="T40" fmla="*/ 329 w 553"/>
                  <a:gd name="T41" fmla="*/ 144 h 194"/>
                  <a:gd name="T42" fmla="*/ 472 w 553"/>
                  <a:gd name="T43" fmla="*/ 139 h 194"/>
                  <a:gd name="T44" fmla="*/ 472 w 553"/>
                  <a:gd name="T45" fmla="*/ 139 h 194"/>
                  <a:gd name="T46" fmla="*/ 453 w 553"/>
                  <a:gd name="T47" fmla="*/ 132 h 194"/>
                  <a:gd name="T48" fmla="*/ 288 w 553"/>
                  <a:gd name="T49" fmla="*/ 128 h 194"/>
                  <a:gd name="T50" fmla="*/ 350 w 553"/>
                  <a:gd name="T51" fmla="*/ 128 h 194"/>
                  <a:gd name="T52" fmla="*/ 334 w 553"/>
                  <a:gd name="T53" fmla="*/ 123 h 194"/>
                  <a:gd name="T54" fmla="*/ 264 w 553"/>
                  <a:gd name="T55" fmla="*/ 119 h 194"/>
                  <a:gd name="T56" fmla="*/ 343 w 553"/>
                  <a:gd name="T57" fmla="*/ 113 h 194"/>
                  <a:gd name="T58" fmla="*/ 347 w 553"/>
                  <a:gd name="T59" fmla="*/ 120 h 194"/>
                  <a:gd name="T60" fmla="*/ 293 w 553"/>
                  <a:gd name="T61" fmla="*/ 115 h 194"/>
                  <a:gd name="T62" fmla="*/ 271 w 553"/>
                  <a:gd name="T63" fmla="*/ 112 h 194"/>
                  <a:gd name="T64" fmla="*/ 260 w 553"/>
                  <a:gd name="T65" fmla="*/ 98 h 194"/>
                  <a:gd name="T66" fmla="*/ 254 w 553"/>
                  <a:gd name="T67" fmla="*/ 88 h 194"/>
                  <a:gd name="T68" fmla="*/ 258 w 553"/>
                  <a:gd name="T69" fmla="*/ 92 h 194"/>
                  <a:gd name="T70" fmla="*/ 204 w 553"/>
                  <a:gd name="T71" fmla="*/ 85 h 194"/>
                  <a:gd name="T72" fmla="*/ 182 w 553"/>
                  <a:gd name="T73" fmla="*/ 77 h 194"/>
                  <a:gd name="T74" fmla="*/ 250 w 553"/>
                  <a:gd name="T75" fmla="*/ 75 h 194"/>
                  <a:gd name="T76" fmla="*/ 215 w 553"/>
                  <a:gd name="T77" fmla="*/ 70 h 194"/>
                  <a:gd name="T78" fmla="*/ 91 w 553"/>
                  <a:gd name="T79" fmla="*/ 69 h 194"/>
                  <a:gd name="T80" fmla="*/ 226 w 553"/>
                  <a:gd name="T81" fmla="*/ 71 h 194"/>
                  <a:gd name="T82" fmla="*/ 169 w 553"/>
                  <a:gd name="T83" fmla="*/ 74 h 194"/>
                  <a:gd name="T84" fmla="*/ 131 w 553"/>
                  <a:gd name="T85" fmla="*/ 72 h 194"/>
                  <a:gd name="T86" fmla="*/ 137 w 553"/>
                  <a:gd name="T87" fmla="*/ 71 h 194"/>
                  <a:gd name="T88" fmla="*/ 113 w 553"/>
                  <a:gd name="T89" fmla="*/ 70 h 194"/>
                  <a:gd name="T90" fmla="*/ 148 w 553"/>
                  <a:gd name="T91" fmla="*/ 61 h 194"/>
                  <a:gd name="T92" fmla="*/ 148 w 553"/>
                  <a:gd name="T93" fmla="*/ 68 h 194"/>
                  <a:gd name="T94" fmla="*/ 121 w 553"/>
                  <a:gd name="T95" fmla="*/ 62 h 194"/>
                  <a:gd name="T96" fmla="*/ 121 w 553"/>
                  <a:gd name="T97" fmla="*/ 62 h 194"/>
                  <a:gd name="T98" fmla="*/ 163 w 553"/>
                  <a:gd name="T99" fmla="*/ 58 h 194"/>
                  <a:gd name="T100" fmla="*/ 65 w 553"/>
                  <a:gd name="T101" fmla="*/ 56 h 194"/>
                  <a:gd name="T102" fmla="*/ 60 w 553"/>
                  <a:gd name="T103" fmla="*/ 25 h 194"/>
                  <a:gd name="T104" fmla="*/ 6 w 553"/>
                  <a:gd name="T105" fmla="*/ 13 h 194"/>
                  <a:gd name="T106" fmla="*/ 17 w 553"/>
                  <a:gd name="T107" fmla="*/ 6 h 194"/>
                  <a:gd name="T108" fmla="*/ 35 w 553"/>
                  <a:gd name="T109" fmla="*/ 2 h 194"/>
                  <a:gd name="T110" fmla="*/ 51 w 553"/>
                  <a:gd name="T111" fmla="*/ 8 h 194"/>
                  <a:gd name="T112" fmla="*/ 57 w 553"/>
                  <a:gd name="T113" fmla="*/ 7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53" h="194">
                    <a:moveTo>
                      <a:pt x="402" y="194"/>
                    </a:moveTo>
                    <a:cubicBezTo>
                      <a:pt x="400" y="189"/>
                      <a:pt x="400" y="189"/>
                      <a:pt x="400" y="189"/>
                    </a:cubicBezTo>
                    <a:cubicBezTo>
                      <a:pt x="401" y="188"/>
                      <a:pt x="401" y="188"/>
                      <a:pt x="402" y="187"/>
                    </a:cubicBezTo>
                    <a:cubicBezTo>
                      <a:pt x="403" y="187"/>
                      <a:pt x="404" y="186"/>
                      <a:pt x="405" y="186"/>
                    </a:cubicBezTo>
                    <a:cubicBezTo>
                      <a:pt x="408" y="191"/>
                      <a:pt x="408" y="191"/>
                      <a:pt x="408" y="191"/>
                    </a:cubicBezTo>
                    <a:cubicBezTo>
                      <a:pt x="407" y="191"/>
                      <a:pt x="406" y="191"/>
                      <a:pt x="406" y="192"/>
                    </a:cubicBezTo>
                    <a:cubicBezTo>
                      <a:pt x="405" y="193"/>
                      <a:pt x="404" y="194"/>
                      <a:pt x="402" y="194"/>
                    </a:cubicBezTo>
                    <a:close/>
                    <a:moveTo>
                      <a:pt x="388" y="191"/>
                    </a:moveTo>
                    <a:cubicBezTo>
                      <a:pt x="387" y="190"/>
                      <a:pt x="386" y="188"/>
                      <a:pt x="385" y="186"/>
                    </a:cubicBezTo>
                    <a:cubicBezTo>
                      <a:pt x="390" y="183"/>
                      <a:pt x="390" y="183"/>
                      <a:pt x="390" y="183"/>
                    </a:cubicBezTo>
                    <a:cubicBezTo>
                      <a:pt x="391" y="185"/>
                      <a:pt x="392" y="186"/>
                      <a:pt x="393" y="187"/>
                    </a:cubicBezTo>
                    <a:lnTo>
                      <a:pt x="388" y="191"/>
                    </a:lnTo>
                    <a:close/>
                    <a:moveTo>
                      <a:pt x="412" y="182"/>
                    </a:moveTo>
                    <a:cubicBezTo>
                      <a:pt x="412" y="182"/>
                      <a:pt x="411" y="181"/>
                      <a:pt x="411" y="181"/>
                    </a:cubicBezTo>
                    <a:cubicBezTo>
                      <a:pt x="410" y="180"/>
                      <a:pt x="410" y="179"/>
                      <a:pt x="409" y="177"/>
                    </a:cubicBezTo>
                    <a:cubicBezTo>
                      <a:pt x="415" y="175"/>
                      <a:pt x="415" y="175"/>
                      <a:pt x="415" y="175"/>
                    </a:cubicBezTo>
                    <a:cubicBezTo>
                      <a:pt x="415" y="176"/>
                      <a:pt x="415" y="177"/>
                      <a:pt x="416" y="178"/>
                    </a:cubicBezTo>
                    <a:cubicBezTo>
                      <a:pt x="416" y="178"/>
                      <a:pt x="417" y="179"/>
                      <a:pt x="417" y="180"/>
                    </a:cubicBezTo>
                    <a:cubicBezTo>
                      <a:pt x="417" y="180"/>
                      <a:pt x="417" y="180"/>
                      <a:pt x="417" y="180"/>
                    </a:cubicBezTo>
                    <a:cubicBezTo>
                      <a:pt x="415" y="181"/>
                      <a:pt x="415" y="181"/>
                      <a:pt x="415" y="181"/>
                    </a:cubicBezTo>
                    <a:lnTo>
                      <a:pt x="412" y="182"/>
                    </a:lnTo>
                    <a:close/>
                    <a:moveTo>
                      <a:pt x="380" y="175"/>
                    </a:moveTo>
                    <a:cubicBezTo>
                      <a:pt x="380" y="173"/>
                      <a:pt x="379" y="172"/>
                      <a:pt x="378" y="171"/>
                    </a:cubicBezTo>
                    <a:cubicBezTo>
                      <a:pt x="382" y="167"/>
                      <a:pt x="382" y="167"/>
                      <a:pt x="382" y="167"/>
                    </a:cubicBezTo>
                    <a:cubicBezTo>
                      <a:pt x="383" y="168"/>
                      <a:pt x="385" y="170"/>
                      <a:pt x="386" y="173"/>
                    </a:cubicBezTo>
                    <a:lnTo>
                      <a:pt x="380" y="175"/>
                    </a:lnTo>
                    <a:close/>
                    <a:moveTo>
                      <a:pt x="522" y="168"/>
                    </a:moveTo>
                    <a:cubicBezTo>
                      <a:pt x="520" y="167"/>
                      <a:pt x="518" y="166"/>
                      <a:pt x="516" y="165"/>
                    </a:cubicBezTo>
                    <a:cubicBezTo>
                      <a:pt x="519" y="160"/>
                      <a:pt x="519" y="160"/>
                      <a:pt x="519" y="160"/>
                    </a:cubicBezTo>
                    <a:cubicBezTo>
                      <a:pt x="521" y="161"/>
                      <a:pt x="522" y="162"/>
                      <a:pt x="524" y="162"/>
                    </a:cubicBezTo>
                    <a:lnTo>
                      <a:pt x="522" y="168"/>
                    </a:lnTo>
                    <a:close/>
                    <a:moveTo>
                      <a:pt x="417" y="167"/>
                    </a:moveTo>
                    <a:cubicBezTo>
                      <a:pt x="412" y="163"/>
                      <a:pt x="412" y="163"/>
                      <a:pt x="412" y="163"/>
                    </a:cubicBezTo>
                    <a:cubicBezTo>
                      <a:pt x="414" y="162"/>
                      <a:pt x="415" y="160"/>
                      <a:pt x="417" y="159"/>
                    </a:cubicBezTo>
                    <a:cubicBezTo>
                      <a:pt x="421" y="163"/>
                      <a:pt x="421" y="163"/>
                      <a:pt x="421" y="163"/>
                    </a:cubicBezTo>
                    <a:cubicBezTo>
                      <a:pt x="419" y="164"/>
                      <a:pt x="418" y="166"/>
                      <a:pt x="417" y="167"/>
                    </a:cubicBezTo>
                    <a:close/>
                    <a:moveTo>
                      <a:pt x="546" y="166"/>
                    </a:moveTo>
                    <a:cubicBezTo>
                      <a:pt x="546" y="160"/>
                      <a:pt x="546" y="160"/>
                      <a:pt x="546" y="160"/>
                    </a:cubicBezTo>
                    <a:cubicBezTo>
                      <a:pt x="546" y="161"/>
                      <a:pt x="546" y="161"/>
                      <a:pt x="546" y="161"/>
                    </a:cubicBezTo>
                    <a:cubicBezTo>
                      <a:pt x="547" y="160"/>
                      <a:pt x="547" y="160"/>
                      <a:pt x="549" y="159"/>
                    </a:cubicBezTo>
                    <a:cubicBezTo>
                      <a:pt x="553" y="163"/>
                      <a:pt x="553" y="163"/>
                      <a:pt x="553" y="163"/>
                    </a:cubicBezTo>
                    <a:cubicBezTo>
                      <a:pt x="551" y="165"/>
                      <a:pt x="549" y="166"/>
                      <a:pt x="546" y="166"/>
                    </a:cubicBezTo>
                    <a:close/>
                    <a:moveTo>
                      <a:pt x="368" y="166"/>
                    </a:moveTo>
                    <a:cubicBezTo>
                      <a:pt x="366" y="165"/>
                      <a:pt x="364" y="163"/>
                      <a:pt x="363" y="160"/>
                    </a:cubicBezTo>
                    <a:cubicBezTo>
                      <a:pt x="369" y="158"/>
                      <a:pt x="369" y="158"/>
                      <a:pt x="369" y="158"/>
                    </a:cubicBezTo>
                    <a:cubicBezTo>
                      <a:pt x="369" y="160"/>
                      <a:pt x="370" y="161"/>
                      <a:pt x="371" y="161"/>
                    </a:cubicBezTo>
                    <a:lnTo>
                      <a:pt x="368" y="166"/>
                    </a:lnTo>
                    <a:close/>
                    <a:moveTo>
                      <a:pt x="534" y="161"/>
                    </a:moveTo>
                    <a:cubicBezTo>
                      <a:pt x="529" y="158"/>
                      <a:pt x="529" y="158"/>
                      <a:pt x="529" y="158"/>
                    </a:cubicBezTo>
                    <a:cubicBezTo>
                      <a:pt x="529" y="157"/>
                      <a:pt x="531" y="154"/>
                      <a:pt x="534" y="154"/>
                    </a:cubicBezTo>
                    <a:cubicBezTo>
                      <a:pt x="535" y="154"/>
                      <a:pt x="536" y="155"/>
                      <a:pt x="537" y="155"/>
                    </a:cubicBezTo>
                    <a:cubicBezTo>
                      <a:pt x="534" y="161"/>
                      <a:pt x="534" y="161"/>
                      <a:pt x="534" y="161"/>
                    </a:cubicBezTo>
                    <a:cubicBezTo>
                      <a:pt x="534" y="161"/>
                      <a:pt x="534" y="160"/>
                      <a:pt x="534" y="160"/>
                    </a:cubicBezTo>
                    <a:cubicBezTo>
                      <a:pt x="534" y="161"/>
                      <a:pt x="534" y="161"/>
                      <a:pt x="534" y="161"/>
                    </a:cubicBezTo>
                    <a:close/>
                    <a:moveTo>
                      <a:pt x="327" y="160"/>
                    </a:moveTo>
                    <a:cubicBezTo>
                      <a:pt x="326" y="155"/>
                      <a:pt x="326" y="155"/>
                      <a:pt x="326" y="155"/>
                    </a:cubicBezTo>
                    <a:cubicBezTo>
                      <a:pt x="327" y="154"/>
                      <a:pt x="328" y="154"/>
                      <a:pt x="329" y="153"/>
                    </a:cubicBezTo>
                    <a:cubicBezTo>
                      <a:pt x="334" y="157"/>
                      <a:pt x="334" y="157"/>
                      <a:pt x="334" y="157"/>
                    </a:cubicBezTo>
                    <a:cubicBezTo>
                      <a:pt x="332" y="158"/>
                      <a:pt x="330" y="160"/>
                      <a:pt x="327" y="160"/>
                    </a:cubicBezTo>
                    <a:close/>
                    <a:moveTo>
                      <a:pt x="313" y="159"/>
                    </a:moveTo>
                    <a:cubicBezTo>
                      <a:pt x="312" y="158"/>
                      <a:pt x="312" y="156"/>
                      <a:pt x="312" y="155"/>
                    </a:cubicBezTo>
                    <a:cubicBezTo>
                      <a:pt x="311" y="155"/>
                      <a:pt x="311" y="155"/>
                      <a:pt x="311" y="154"/>
                    </a:cubicBezTo>
                    <a:cubicBezTo>
                      <a:pt x="311" y="154"/>
                      <a:pt x="311" y="154"/>
                      <a:pt x="311" y="154"/>
                    </a:cubicBezTo>
                    <a:cubicBezTo>
                      <a:pt x="315" y="149"/>
                      <a:pt x="315" y="149"/>
                      <a:pt x="315" y="149"/>
                    </a:cubicBezTo>
                    <a:cubicBezTo>
                      <a:pt x="315" y="150"/>
                      <a:pt x="316" y="151"/>
                      <a:pt x="316" y="151"/>
                    </a:cubicBezTo>
                    <a:cubicBezTo>
                      <a:pt x="317" y="153"/>
                      <a:pt x="317" y="154"/>
                      <a:pt x="317" y="155"/>
                    </a:cubicBezTo>
                    <a:cubicBezTo>
                      <a:pt x="317" y="155"/>
                      <a:pt x="317" y="155"/>
                      <a:pt x="317" y="155"/>
                    </a:cubicBezTo>
                    <a:cubicBezTo>
                      <a:pt x="317" y="155"/>
                      <a:pt x="317" y="155"/>
                      <a:pt x="317" y="155"/>
                    </a:cubicBezTo>
                    <a:lnTo>
                      <a:pt x="313" y="159"/>
                    </a:lnTo>
                    <a:close/>
                    <a:moveTo>
                      <a:pt x="506" y="158"/>
                    </a:moveTo>
                    <a:cubicBezTo>
                      <a:pt x="504" y="157"/>
                      <a:pt x="503" y="157"/>
                      <a:pt x="501" y="156"/>
                    </a:cubicBezTo>
                    <a:cubicBezTo>
                      <a:pt x="504" y="151"/>
                      <a:pt x="504" y="151"/>
                      <a:pt x="504" y="151"/>
                    </a:cubicBezTo>
                    <a:cubicBezTo>
                      <a:pt x="505" y="151"/>
                      <a:pt x="507" y="152"/>
                      <a:pt x="509" y="153"/>
                    </a:cubicBezTo>
                    <a:lnTo>
                      <a:pt x="506" y="158"/>
                    </a:lnTo>
                    <a:close/>
                    <a:moveTo>
                      <a:pt x="430" y="158"/>
                    </a:moveTo>
                    <a:cubicBezTo>
                      <a:pt x="428" y="152"/>
                      <a:pt x="428" y="152"/>
                      <a:pt x="428" y="152"/>
                    </a:cubicBezTo>
                    <a:cubicBezTo>
                      <a:pt x="430" y="152"/>
                      <a:pt x="432" y="152"/>
                      <a:pt x="433" y="151"/>
                    </a:cubicBezTo>
                    <a:cubicBezTo>
                      <a:pt x="434" y="151"/>
                      <a:pt x="434" y="151"/>
                      <a:pt x="434" y="151"/>
                    </a:cubicBezTo>
                    <a:cubicBezTo>
                      <a:pt x="435" y="157"/>
                      <a:pt x="435" y="157"/>
                      <a:pt x="435" y="157"/>
                    </a:cubicBezTo>
                    <a:cubicBezTo>
                      <a:pt x="435" y="157"/>
                      <a:pt x="435" y="157"/>
                      <a:pt x="435" y="157"/>
                    </a:cubicBezTo>
                    <a:cubicBezTo>
                      <a:pt x="433" y="157"/>
                      <a:pt x="431" y="158"/>
                      <a:pt x="430" y="158"/>
                    </a:cubicBezTo>
                    <a:close/>
                    <a:moveTo>
                      <a:pt x="491" y="153"/>
                    </a:moveTo>
                    <a:cubicBezTo>
                      <a:pt x="490" y="153"/>
                      <a:pt x="488" y="153"/>
                      <a:pt x="487" y="153"/>
                    </a:cubicBezTo>
                    <a:cubicBezTo>
                      <a:pt x="487" y="153"/>
                      <a:pt x="486" y="153"/>
                      <a:pt x="485" y="153"/>
                    </a:cubicBezTo>
                    <a:cubicBezTo>
                      <a:pt x="486" y="147"/>
                      <a:pt x="486" y="147"/>
                      <a:pt x="486" y="147"/>
                    </a:cubicBezTo>
                    <a:cubicBezTo>
                      <a:pt x="486" y="147"/>
                      <a:pt x="487" y="147"/>
                      <a:pt x="488" y="147"/>
                    </a:cubicBezTo>
                    <a:cubicBezTo>
                      <a:pt x="489" y="147"/>
                      <a:pt x="490" y="147"/>
                      <a:pt x="492" y="148"/>
                    </a:cubicBezTo>
                    <a:lnTo>
                      <a:pt x="491" y="153"/>
                    </a:lnTo>
                    <a:close/>
                    <a:moveTo>
                      <a:pt x="460" y="153"/>
                    </a:moveTo>
                    <a:cubicBezTo>
                      <a:pt x="458" y="153"/>
                      <a:pt x="457" y="152"/>
                      <a:pt x="457" y="152"/>
                    </a:cubicBezTo>
                    <a:cubicBezTo>
                      <a:pt x="460" y="147"/>
                      <a:pt x="460" y="147"/>
                      <a:pt x="460" y="147"/>
                    </a:cubicBezTo>
                    <a:cubicBezTo>
                      <a:pt x="460" y="147"/>
                      <a:pt x="460" y="147"/>
                      <a:pt x="460" y="147"/>
                    </a:cubicBezTo>
                    <a:cubicBezTo>
                      <a:pt x="460" y="147"/>
                      <a:pt x="461" y="146"/>
                      <a:pt x="461" y="146"/>
                    </a:cubicBezTo>
                    <a:cubicBezTo>
                      <a:pt x="466" y="150"/>
                      <a:pt x="466" y="150"/>
                      <a:pt x="466" y="150"/>
                    </a:cubicBezTo>
                    <a:cubicBezTo>
                      <a:pt x="464" y="152"/>
                      <a:pt x="462" y="153"/>
                      <a:pt x="460" y="153"/>
                    </a:cubicBezTo>
                    <a:cubicBezTo>
                      <a:pt x="460" y="153"/>
                      <a:pt x="460" y="153"/>
                      <a:pt x="460" y="153"/>
                    </a:cubicBezTo>
                    <a:close/>
                    <a:moveTo>
                      <a:pt x="361" y="150"/>
                    </a:moveTo>
                    <a:cubicBezTo>
                      <a:pt x="360" y="148"/>
                      <a:pt x="359" y="147"/>
                      <a:pt x="357" y="146"/>
                    </a:cubicBezTo>
                    <a:cubicBezTo>
                      <a:pt x="361" y="141"/>
                      <a:pt x="361" y="141"/>
                      <a:pt x="361" y="141"/>
                    </a:cubicBezTo>
                    <a:cubicBezTo>
                      <a:pt x="362" y="142"/>
                      <a:pt x="364" y="144"/>
                      <a:pt x="366" y="147"/>
                    </a:cubicBezTo>
                    <a:lnTo>
                      <a:pt x="361" y="150"/>
                    </a:lnTo>
                    <a:close/>
                    <a:moveTo>
                      <a:pt x="440" y="148"/>
                    </a:moveTo>
                    <a:cubicBezTo>
                      <a:pt x="440" y="148"/>
                      <a:pt x="440" y="148"/>
                      <a:pt x="440" y="148"/>
                    </a:cubicBezTo>
                    <a:cubicBezTo>
                      <a:pt x="440" y="147"/>
                      <a:pt x="440" y="146"/>
                      <a:pt x="440" y="145"/>
                    </a:cubicBezTo>
                    <a:cubicBezTo>
                      <a:pt x="440" y="144"/>
                      <a:pt x="440" y="142"/>
                      <a:pt x="441" y="141"/>
                    </a:cubicBezTo>
                    <a:cubicBezTo>
                      <a:pt x="446" y="144"/>
                      <a:pt x="446" y="144"/>
                      <a:pt x="446" y="144"/>
                    </a:cubicBezTo>
                    <a:cubicBezTo>
                      <a:pt x="446" y="144"/>
                      <a:pt x="445" y="145"/>
                      <a:pt x="445" y="145"/>
                    </a:cubicBezTo>
                    <a:cubicBezTo>
                      <a:pt x="445" y="146"/>
                      <a:pt x="446" y="147"/>
                      <a:pt x="446" y="147"/>
                    </a:cubicBezTo>
                    <a:cubicBezTo>
                      <a:pt x="446" y="148"/>
                      <a:pt x="446" y="148"/>
                      <a:pt x="446" y="148"/>
                    </a:cubicBezTo>
                    <a:lnTo>
                      <a:pt x="440" y="148"/>
                    </a:lnTo>
                    <a:close/>
                    <a:moveTo>
                      <a:pt x="301" y="147"/>
                    </a:moveTo>
                    <a:cubicBezTo>
                      <a:pt x="301" y="147"/>
                      <a:pt x="301" y="146"/>
                      <a:pt x="301" y="146"/>
                    </a:cubicBezTo>
                    <a:cubicBezTo>
                      <a:pt x="301" y="145"/>
                      <a:pt x="300" y="144"/>
                      <a:pt x="300" y="143"/>
                    </a:cubicBezTo>
                    <a:cubicBezTo>
                      <a:pt x="304" y="140"/>
                      <a:pt x="304" y="140"/>
                      <a:pt x="304" y="140"/>
                    </a:cubicBezTo>
                    <a:cubicBezTo>
                      <a:pt x="306" y="142"/>
                      <a:pt x="307" y="144"/>
                      <a:pt x="307" y="146"/>
                    </a:cubicBezTo>
                    <a:cubicBezTo>
                      <a:pt x="307" y="146"/>
                      <a:pt x="307" y="146"/>
                      <a:pt x="307" y="146"/>
                    </a:cubicBezTo>
                    <a:lnTo>
                      <a:pt x="301" y="147"/>
                    </a:lnTo>
                    <a:close/>
                    <a:moveTo>
                      <a:pt x="329" y="144"/>
                    </a:moveTo>
                    <a:cubicBezTo>
                      <a:pt x="329" y="143"/>
                      <a:pt x="328" y="141"/>
                      <a:pt x="328" y="140"/>
                    </a:cubicBezTo>
                    <a:cubicBezTo>
                      <a:pt x="328" y="139"/>
                      <a:pt x="328" y="139"/>
                      <a:pt x="328" y="138"/>
                    </a:cubicBezTo>
                    <a:cubicBezTo>
                      <a:pt x="334" y="137"/>
                      <a:pt x="334" y="137"/>
                      <a:pt x="334" y="137"/>
                    </a:cubicBezTo>
                    <a:cubicBezTo>
                      <a:pt x="334" y="138"/>
                      <a:pt x="334" y="138"/>
                      <a:pt x="334" y="138"/>
                    </a:cubicBezTo>
                    <a:cubicBezTo>
                      <a:pt x="334" y="138"/>
                      <a:pt x="334" y="139"/>
                      <a:pt x="334" y="139"/>
                    </a:cubicBezTo>
                    <a:cubicBezTo>
                      <a:pt x="334" y="139"/>
                      <a:pt x="334" y="139"/>
                      <a:pt x="334" y="140"/>
                    </a:cubicBezTo>
                    <a:cubicBezTo>
                      <a:pt x="334" y="141"/>
                      <a:pt x="334" y="142"/>
                      <a:pt x="335" y="143"/>
                    </a:cubicBezTo>
                    <a:lnTo>
                      <a:pt x="329" y="144"/>
                    </a:lnTo>
                    <a:close/>
                    <a:moveTo>
                      <a:pt x="477" y="142"/>
                    </a:moveTo>
                    <a:cubicBezTo>
                      <a:pt x="476" y="141"/>
                      <a:pt x="476" y="139"/>
                      <a:pt x="475" y="137"/>
                    </a:cubicBezTo>
                    <a:cubicBezTo>
                      <a:pt x="481" y="135"/>
                      <a:pt x="481" y="135"/>
                      <a:pt x="481" y="135"/>
                    </a:cubicBezTo>
                    <a:cubicBezTo>
                      <a:pt x="482" y="137"/>
                      <a:pt x="482" y="139"/>
                      <a:pt x="482" y="141"/>
                    </a:cubicBezTo>
                    <a:lnTo>
                      <a:pt x="477" y="142"/>
                    </a:lnTo>
                    <a:close/>
                    <a:moveTo>
                      <a:pt x="472" y="139"/>
                    </a:moveTo>
                    <a:cubicBezTo>
                      <a:pt x="466" y="136"/>
                      <a:pt x="466" y="136"/>
                      <a:pt x="466" y="136"/>
                    </a:cubicBezTo>
                    <a:cubicBezTo>
                      <a:pt x="467" y="135"/>
                      <a:pt x="467" y="134"/>
                      <a:pt x="468" y="133"/>
                    </a:cubicBezTo>
                    <a:cubicBezTo>
                      <a:pt x="468" y="132"/>
                      <a:pt x="469" y="131"/>
                      <a:pt x="469" y="131"/>
                    </a:cubicBezTo>
                    <a:cubicBezTo>
                      <a:pt x="474" y="134"/>
                      <a:pt x="474" y="134"/>
                      <a:pt x="474" y="134"/>
                    </a:cubicBezTo>
                    <a:cubicBezTo>
                      <a:pt x="474" y="135"/>
                      <a:pt x="473" y="135"/>
                      <a:pt x="473" y="136"/>
                    </a:cubicBezTo>
                    <a:cubicBezTo>
                      <a:pt x="472" y="137"/>
                      <a:pt x="472" y="138"/>
                      <a:pt x="472" y="139"/>
                    </a:cubicBezTo>
                    <a:close/>
                    <a:moveTo>
                      <a:pt x="453" y="139"/>
                    </a:moveTo>
                    <a:cubicBezTo>
                      <a:pt x="453" y="138"/>
                      <a:pt x="453" y="138"/>
                      <a:pt x="453" y="138"/>
                    </a:cubicBezTo>
                    <a:cubicBezTo>
                      <a:pt x="453" y="138"/>
                      <a:pt x="453" y="138"/>
                      <a:pt x="453" y="138"/>
                    </a:cubicBezTo>
                    <a:cubicBezTo>
                      <a:pt x="451" y="133"/>
                      <a:pt x="451" y="133"/>
                      <a:pt x="451" y="133"/>
                    </a:cubicBezTo>
                    <a:cubicBezTo>
                      <a:pt x="452" y="132"/>
                      <a:pt x="453" y="132"/>
                      <a:pt x="453" y="132"/>
                    </a:cubicBezTo>
                    <a:cubicBezTo>
                      <a:pt x="453" y="132"/>
                      <a:pt x="453" y="132"/>
                      <a:pt x="453" y="132"/>
                    </a:cubicBezTo>
                    <a:cubicBezTo>
                      <a:pt x="455" y="132"/>
                      <a:pt x="457" y="133"/>
                      <a:pt x="458" y="134"/>
                    </a:cubicBezTo>
                    <a:cubicBezTo>
                      <a:pt x="458" y="135"/>
                      <a:pt x="459" y="136"/>
                      <a:pt x="459" y="138"/>
                    </a:cubicBezTo>
                    <a:lnTo>
                      <a:pt x="453" y="139"/>
                    </a:lnTo>
                    <a:close/>
                    <a:moveTo>
                      <a:pt x="292" y="134"/>
                    </a:moveTo>
                    <a:cubicBezTo>
                      <a:pt x="292" y="134"/>
                      <a:pt x="291" y="133"/>
                      <a:pt x="290" y="132"/>
                    </a:cubicBezTo>
                    <a:cubicBezTo>
                      <a:pt x="289" y="131"/>
                      <a:pt x="289" y="130"/>
                      <a:pt x="288" y="128"/>
                    </a:cubicBezTo>
                    <a:cubicBezTo>
                      <a:pt x="294" y="127"/>
                      <a:pt x="294" y="127"/>
                      <a:pt x="294" y="127"/>
                    </a:cubicBezTo>
                    <a:cubicBezTo>
                      <a:pt x="294" y="127"/>
                      <a:pt x="294" y="128"/>
                      <a:pt x="295" y="129"/>
                    </a:cubicBezTo>
                    <a:cubicBezTo>
                      <a:pt x="296" y="129"/>
                      <a:pt x="296" y="130"/>
                      <a:pt x="297" y="130"/>
                    </a:cubicBezTo>
                    <a:lnTo>
                      <a:pt x="292" y="134"/>
                    </a:lnTo>
                    <a:close/>
                    <a:moveTo>
                      <a:pt x="351" y="134"/>
                    </a:moveTo>
                    <a:cubicBezTo>
                      <a:pt x="351" y="132"/>
                      <a:pt x="351" y="130"/>
                      <a:pt x="350" y="128"/>
                    </a:cubicBezTo>
                    <a:cubicBezTo>
                      <a:pt x="356" y="128"/>
                      <a:pt x="356" y="128"/>
                      <a:pt x="356" y="128"/>
                    </a:cubicBezTo>
                    <a:cubicBezTo>
                      <a:pt x="356" y="129"/>
                      <a:pt x="357" y="131"/>
                      <a:pt x="357" y="133"/>
                    </a:cubicBezTo>
                    <a:lnTo>
                      <a:pt x="351" y="134"/>
                    </a:lnTo>
                    <a:close/>
                    <a:moveTo>
                      <a:pt x="333" y="131"/>
                    </a:moveTo>
                    <a:cubicBezTo>
                      <a:pt x="331" y="126"/>
                      <a:pt x="331" y="126"/>
                      <a:pt x="331" y="126"/>
                    </a:cubicBezTo>
                    <a:cubicBezTo>
                      <a:pt x="331" y="126"/>
                      <a:pt x="332" y="125"/>
                      <a:pt x="334" y="123"/>
                    </a:cubicBezTo>
                    <a:cubicBezTo>
                      <a:pt x="338" y="126"/>
                      <a:pt x="338" y="126"/>
                      <a:pt x="338" y="126"/>
                    </a:cubicBezTo>
                    <a:cubicBezTo>
                      <a:pt x="337" y="129"/>
                      <a:pt x="335" y="130"/>
                      <a:pt x="333" y="131"/>
                    </a:cubicBezTo>
                    <a:close/>
                    <a:moveTo>
                      <a:pt x="259" y="122"/>
                    </a:moveTo>
                    <a:cubicBezTo>
                      <a:pt x="258" y="121"/>
                      <a:pt x="257" y="119"/>
                      <a:pt x="257" y="116"/>
                    </a:cubicBezTo>
                    <a:cubicBezTo>
                      <a:pt x="262" y="115"/>
                      <a:pt x="262" y="115"/>
                      <a:pt x="262" y="115"/>
                    </a:cubicBezTo>
                    <a:cubicBezTo>
                      <a:pt x="263" y="117"/>
                      <a:pt x="264" y="119"/>
                      <a:pt x="264" y="119"/>
                    </a:cubicBezTo>
                    <a:lnTo>
                      <a:pt x="259" y="122"/>
                    </a:lnTo>
                    <a:close/>
                    <a:moveTo>
                      <a:pt x="347" y="120"/>
                    </a:moveTo>
                    <a:cubicBezTo>
                      <a:pt x="347" y="119"/>
                      <a:pt x="347" y="119"/>
                      <a:pt x="347" y="119"/>
                    </a:cubicBezTo>
                    <a:cubicBezTo>
                      <a:pt x="346" y="119"/>
                      <a:pt x="346" y="119"/>
                      <a:pt x="346" y="118"/>
                    </a:cubicBezTo>
                    <a:cubicBezTo>
                      <a:pt x="346" y="118"/>
                      <a:pt x="345" y="119"/>
                      <a:pt x="345" y="119"/>
                    </a:cubicBezTo>
                    <a:cubicBezTo>
                      <a:pt x="343" y="113"/>
                      <a:pt x="343" y="113"/>
                      <a:pt x="343" y="113"/>
                    </a:cubicBezTo>
                    <a:cubicBezTo>
                      <a:pt x="344" y="113"/>
                      <a:pt x="345" y="113"/>
                      <a:pt x="346" y="113"/>
                    </a:cubicBezTo>
                    <a:cubicBezTo>
                      <a:pt x="346" y="113"/>
                      <a:pt x="346" y="113"/>
                      <a:pt x="346" y="113"/>
                    </a:cubicBezTo>
                    <a:cubicBezTo>
                      <a:pt x="347" y="113"/>
                      <a:pt x="348" y="113"/>
                      <a:pt x="349" y="114"/>
                    </a:cubicBezTo>
                    <a:cubicBezTo>
                      <a:pt x="350" y="114"/>
                      <a:pt x="350" y="114"/>
                      <a:pt x="350" y="115"/>
                    </a:cubicBezTo>
                    <a:cubicBezTo>
                      <a:pt x="351" y="115"/>
                      <a:pt x="351" y="115"/>
                      <a:pt x="351" y="115"/>
                    </a:cubicBezTo>
                    <a:lnTo>
                      <a:pt x="347" y="120"/>
                    </a:lnTo>
                    <a:close/>
                    <a:moveTo>
                      <a:pt x="289" y="119"/>
                    </a:moveTo>
                    <a:cubicBezTo>
                      <a:pt x="288" y="118"/>
                      <a:pt x="287" y="118"/>
                      <a:pt x="287" y="118"/>
                    </a:cubicBezTo>
                    <a:cubicBezTo>
                      <a:pt x="287" y="118"/>
                      <a:pt x="286" y="118"/>
                      <a:pt x="286" y="118"/>
                    </a:cubicBezTo>
                    <a:cubicBezTo>
                      <a:pt x="286" y="112"/>
                      <a:pt x="286" y="112"/>
                      <a:pt x="286" y="112"/>
                    </a:cubicBezTo>
                    <a:cubicBezTo>
                      <a:pt x="286" y="112"/>
                      <a:pt x="286" y="112"/>
                      <a:pt x="287" y="112"/>
                    </a:cubicBezTo>
                    <a:cubicBezTo>
                      <a:pt x="290" y="112"/>
                      <a:pt x="291" y="113"/>
                      <a:pt x="293" y="115"/>
                    </a:cubicBezTo>
                    <a:lnTo>
                      <a:pt x="289" y="119"/>
                    </a:lnTo>
                    <a:close/>
                    <a:moveTo>
                      <a:pt x="274" y="119"/>
                    </a:moveTo>
                    <a:cubicBezTo>
                      <a:pt x="272" y="119"/>
                      <a:pt x="271" y="118"/>
                      <a:pt x="269" y="118"/>
                    </a:cubicBezTo>
                    <a:cubicBezTo>
                      <a:pt x="269" y="118"/>
                      <a:pt x="269" y="118"/>
                      <a:pt x="269" y="118"/>
                    </a:cubicBezTo>
                    <a:cubicBezTo>
                      <a:pt x="268" y="112"/>
                      <a:pt x="268" y="112"/>
                      <a:pt x="268" y="112"/>
                    </a:cubicBezTo>
                    <a:cubicBezTo>
                      <a:pt x="269" y="112"/>
                      <a:pt x="270" y="112"/>
                      <a:pt x="271" y="112"/>
                    </a:cubicBezTo>
                    <a:cubicBezTo>
                      <a:pt x="272" y="113"/>
                      <a:pt x="273" y="113"/>
                      <a:pt x="274" y="113"/>
                    </a:cubicBezTo>
                    <a:lnTo>
                      <a:pt x="274" y="119"/>
                    </a:lnTo>
                    <a:close/>
                    <a:moveTo>
                      <a:pt x="254" y="104"/>
                    </a:moveTo>
                    <a:cubicBezTo>
                      <a:pt x="254" y="103"/>
                      <a:pt x="254" y="101"/>
                      <a:pt x="254" y="100"/>
                    </a:cubicBezTo>
                    <a:cubicBezTo>
                      <a:pt x="254" y="99"/>
                      <a:pt x="254" y="99"/>
                      <a:pt x="254" y="98"/>
                    </a:cubicBezTo>
                    <a:cubicBezTo>
                      <a:pt x="260" y="98"/>
                      <a:pt x="260" y="98"/>
                      <a:pt x="260" y="98"/>
                    </a:cubicBezTo>
                    <a:cubicBezTo>
                      <a:pt x="260" y="100"/>
                      <a:pt x="260" y="100"/>
                      <a:pt x="260" y="100"/>
                    </a:cubicBezTo>
                    <a:cubicBezTo>
                      <a:pt x="260" y="101"/>
                      <a:pt x="260" y="102"/>
                      <a:pt x="260" y="104"/>
                    </a:cubicBezTo>
                    <a:lnTo>
                      <a:pt x="254" y="104"/>
                    </a:lnTo>
                    <a:close/>
                    <a:moveTo>
                      <a:pt x="258" y="92"/>
                    </a:moveTo>
                    <a:cubicBezTo>
                      <a:pt x="258" y="91"/>
                      <a:pt x="257" y="91"/>
                      <a:pt x="257" y="91"/>
                    </a:cubicBezTo>
                    <a:cubicBezTo>
                      <a:pt x="256" y="90"/>
                      <a:pt x="255" y="89"/>
                      <a:pt x="254" y="88"/>
                    </a:cubicBezTo>
                    <a:cubicBezTo>
                      <a:pt x="254" y="88"/>
                      <a:pt x="254" y="88"/>
                      <a:pt x="254" y="88"/>
                    </a:cubicBezTo>
                    <a:cubicBezTo>
                      <a:pt x="258" y="83"/>
                      <a:pt x="258" y="83"/>
                      <a:pt x="258" y="83"/>
                    </a:cubicBezTo>
                    <a:cubicBezTo>
                      <a:pt x="258" y="84"/>
                      <a:pt x="258" y="84"/>
                      <a:pt x="258" y="84"/>
                    </a:cubicBezTo>
                    <a:cubicBezTo>
                      <a:pt x="259" y="85"/>
                      <a:pt x="260" y="86"/>
                      <a:pt x="262" y="87"/>
                    </a:cubicBezTo>
                    <a:cubicBezTo>
                      <a:pt x="262" y="87"/>
                      <a:pt x="262" y="88"/>
                      <a:pt x="262" y="88"/>
                    </a:cubicBezTo>
                    <a:lnTo>
                      <a:pt x="258" y="92"/>
                    </a:lnTo>
                    <a:close/>
                    <a:moveTo>
                      <a:pt x="199" y="86"/>
                    </a:moveTo>
                    <a:cubicBezTo>
                      <a:pt x="198" y="86"/>
                      <a:pt x="197" y="86"/>
                      <a:pt x="197" y="86"/>
                    </a:cubicBezTo>
                    <a:cubicBezTo>
                      <a:pt x="197" y="80"/>
                      <a:pt x="197" y="80"/>
                      <a:pt x="197" y="80"/>
                    </a:cubicBezTo>
                    <a:cubicBezTo>
                      <a:pt x="198" y="80"/>
                      <a:pt x="198" y="80"/>
                      <a:pt x="199" y="80"/>
                    </a:cubicBezTo>
                    <a:cubicBezTo>
                      <a:pt x="201" y="80"/>
                      <a:pt x="201" y="80"/>
                      <a:pt x="202" y="80"/>
                    </a:cubicBezTo>
                    <a:cubicBezTo>
                      <a:pt x="204" y="85"/>
                      <a:pt x="204" y="85"/>
                      <a:pt x="204" y="85"/>
                    </a:cubicBezTo>
                    <a:cubicBezTo>
                      <a:pt x="203" y="85"/>
                      <a:pt x="201" y="86"/>
                      <a:pt x="199" y="86"/>
                    </a:cubicBezTo>
                    <a:close/>
                    <a:moveTo>
                      <a:pt x="185" y="84"/>
                    </a:moveTo>
                    <a:cubicBezTo>
                      <a:pt x="183" y="83"/>
                      <a:pt x="181" y="83"/>
                      <a:pt x="180" y="82"/>
                    </a:cubicBezTo>
                    <a:cubicBezTo>
                      <a:pt x="179" y="82"/>
                      <a:pt x="179" y="82"/>
                      <a:pt x="178" y="81"/>
                    </a:cubicBezTo>
                    <a:cubicBezTo>
                      <a:pt x="181" y="76"/>
                      <a:pt x="181" y="76"/>
                      <a:pt x="181" y="76"/>
                    </a:cubicBezTo>
                    <a:cubicBezTo>
                      <a:pt x="182" y="76"/>
                      <a:pt x="182" y="77"/>
                      <a:pt x="182" y="77"/>
                    </a:cubicBezTo>
                    <a:cubicBezTo>
                      <a:pt x="183" y="77"/>
                      <a:pt x="184" y="77"/>
                      <a:pt x="186" y="78"/>
                    </a:cubicBezTo>
                    <a:lnTo>
                      <a:pt x="185" y="84"/>
                    </a:lnTo>
                    <a:close/>
                    <a:moveTo>
                      <a:pt x="246" y="79"/>
                    </a:moveTo>
                    <a:cubicBezTo>
                      <a:pt x="245" y="78"/>
                      <a:pt x="244" y="78"/>
                      <a:pt x="243" y="78"/>
                    </a:cubicBezTo>
                    <a:cubicBezTo>
                      <a:pt x="242" y="72"/>
                      <a:pt x="242" y="72"/>
                      <a:pt x="242" y="72"/>
                    </a:cubicBezTo>
                    <a:cubicBezTo>
                      <a:pt x="246" y="72"/>
                      <a:pt x="248" y="73"/>
                      <a:pt x="250" y="75"/>
                    </a:cubicBezTo>
                    <a:lnTo>
                      <a:pt x="246" y="79"/>
                    </a:lnTo>
                    <a:close/>
                    <a:moveTo>
                      <a:pt x="214" y="78"/>
                    </a:moveTo>
                    <a:cubicBezTo>
                      <a:pt x="212" y="76"/>
                      <a:pt x="212" y="76"/>
                      <a:pt x="212" y="76"/>
                    </a:cubicBezTo>
                    <a:cubicBezTo>
                      <a:pt x="211" y="73"/>
                      <a:pt x="211" y="73"/>
                      <a:pt x="211" y="73"/>
                    </a:cubicBezTo>
                    <a:cubicBezTo>
                      <a:pt x="212" y="72"/>
                      <a:pt x="213" y="71"/>
                      <a:pt x="214" y="71"/>
                    </a:cubicBezTo>
                    <a:cubicBezTo>
                      <a:pt x="215" y="70"/>
                      <a:pt x="215" y="70"/>
                      <a:pt x="215" y="70"/>
                    </a:cubicBezTo>
                    <a:cubicBezTo>
                      <a:pt x="219" y="75"/>
                      <a:pt x="219" y="75"/>
                      <a:pt x="219" y="75"/>
                    </a:cubicBezTo>
                    <a:cubicBezTo>
                      <a:pt x="218" y="75"/>
                      <a:pt x="218" y="75"/>
                      <a:pt x="218" y="75"/>
                    </a:cubicBezTo>
                    <a:cubicBezTo>
                      <a:pt x="217" y="76"/>
                      <a:pt x="216" y="77"/>
                      <a:pt x="214" y="78"/>
                    </a:cubicBezTo>
                    <a:close/>
                    <a:moveTo>
                      <a:pt x="95" y="76"/>
                    </a:moveTo>
                    <a:cubicBezTo>
                      <a:pt x="93" y="76"/>
                      <a:pt x="91" y="75"/>
                      <a:pt x="89" y="74"/>
                    </a:cubicBezTo>
                    <a:cubicBezTo>
                      <a:pt x="91" y="69"/>
                      <a:pt x="91" y="69"/>
                      <a:pt x="91" y="69"/>
                    </a:cubicBezTo>
                    <a:cubicBezTo>
                      <a:pt x="93" y="70"/>
                      <a:pt x="94" y="70"/>
                      <a:pt x="95" y="7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5" y="76"/>
                      <a:pt x="95" y="76"/>
                    </a:cubicBezTo>
                    <a:close/>
                    <a:moveTo>
                      <a:pt x="230" y="75"/>
                    </a:moveTo>
                    <a:cubicBezTo>
                      <a:pt x="229" y="74"/>
                      <a:pt x="227" y="73"/>
                      <a:pt x="227" y="72"/>
                    </a:cubicBezTo>
                    <a:cubicBezTo>
                      <a:pt x="226" y="71"/>
                      <a:pt x="226" y="71"/>
                      <a:pt x="226" y="71"/>
                    </a:cubicBezTo>
                    <a:cubicBezTo>
                      <a:pt x="229" y="67"/>
                      <a:pt x="229" y="67"/>
                      <a:pt x="229" y="67"/>
                    </a:cubicBezTo>
                    <a:cubicBezTo>
                      <a:pt x="230" y="67"/>
                      <a:pt x="230" y="67"/>
                      <a:pt x="231" y="68"/>
                    </a:cubicBezTo>
                    <a:cubicBezTo>
                      <a:pt x="231" y="68"/>
                      <a:pt x="231" y="68"/>
                      <a:pt x="231" y="68"/>
                    </a:cubicBezTo>
                    <a:cubicBezTo>
                      <a:pt x="232" y="69"/>
                      <a:pt x="233" y="70"/>
                      <a:pt x="234" y="71"/>
                    </a:cubicBezTo>
                    <a:lnTo>
                      <a:pt x="230" y="75"/>
                    </a:lnTo>
                    <a:close/>
                    <a:moveTo>
                      <a:pt x="169" y="74"/>
                    </a:moveTo>
                    <a:cubicBezTo>
                      <a:pt x="168" y="73"/>
                      <a:pt x="168" y="73"/>
                      <a:pt x="168" y="73"/>
                    </a:cubicBezTo>
                    <a:cubicBezTo>
                      <a:pt x="167" y="72"/>
                      <a:pt x="166" y="70"/>
                      <a:pt x="165" y="67"/>
                    </a:cubicBezTo>
                    <a:cubicBezTo>
                      <a:pt x="171" y="66"/>
                      <a:pt x="171" y="66"/>
                      <a:pt x="171" y="66"/>
                    </a:cubicBezTo>
                    <a:cubicBezTo>
                      <a:pt x="171" y="67"/>
                      <a:pt x="172" y="68"/>
                      <a:pt x="172" y="69"/>
                    </a:cubicBezTo>
                    <a:lnTo>
                      <a:pt x="169" y="74"/>
                    </a:lnTo>
                    <a:close/>
                    <a:moveTo>
                      <a:pt x="131" y="72"/>
                    </a:moveTo>
                    <a:cubicBezTo>
                      <a:pt x="130" y="72"/>
                      <a:pt x="130" y="72"/>
                      <a:pt x="130" y="72"/>
                    </a:cubicBezTo>
                    <a:cubicBezTo>
                      <a:pt x="130" y="66"/>
                      <a:pt x="130" y="66"/>
                      <a:pt x="130" y="66"/>
                    </a:cubicBezTo>
                    <a:cubicBezTo>
                      <a:pt x="130" y="69"/>
                      <a:pt x="130" y="69"/>
                      <a:pt x="130" y="69"/>
                    </a:cubicBezTo>
                    <a:cubicBezTo>
                      <a:pt x="131" y="66"/>
                      <a:pt x="131" y="66"/>
                      <a:pt x="131" y="66"/>
                    </a:cubicBezTo>
                    <a:cubicBezTo>
                      <a:pt x="133" y="66"/>
                      <a:pt x="134" y="66"/>
                      <a:pt x="136" y="66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35" y="72"/>
                      <a:pt x="133" y="72"/>
                      <a:pt x="131" y="72"/>
                    </a:cubicBezTo>
                    <a:close/>
                    <a:moveTo>
                      <a:pt x="107" y="71"/>
                    </a:moveTo>
                    <a:cubicBezTo>
                      <a:pt x="105" y="66"/>
                      <a:pt x="105" y="66"/>
                      <a:pt x="105" y="66"/>
                    </a:cubicBezTo>
                    <a:cubicBezTo>
                      <a:pt x="107" y="65"/>
                      <a:pt x="108" y="65"/>
                      <a:pt x="110" y="65"/>
                    </a:cubicBezTo>
                    <a:cubicBezTo>
                      <a:pt x="110" y="65"/>
                      <a:pt x="111" y="65"/>
                      <a:pt x="111" y="64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2" y="70"/>
                      <a:pt x="111" y="70"/>
                      <a:pt x="110" y="70"/>
                    </a:cubicBezTo>
                    <a:cubicBezTo>
                      <a:pt x="109" y="70"/>
                      <a:pt x="108" y="71"/>
                      <a:pt x="107" y="71"/>
                    </a:cubicBezTo>
                    <a:close/>
                    <a:moveTo>
                      <a:pt x="148" y="68"/>
                    </a:moveTo>
                    <a:cubicBezTo>
                      <a:pt x="147" y="62"/>
                      <a:pt x="147" y="62"/>
                      <a:pt x="147" y="62"/>
                    </a:cubicBezTo>
                    <a:cubicBezTo>
                      <a:pt x="147" y="62"/>
                      <a:pt x="147" y="62"/>
                      <a:pt x="147" y="62"/>
                    </a:cubicBezTo>
                    <a:cubicBezTo>
                      <a:pt x="147" y="62"/>
                      <a:pt x="147" y="61"/>
                      <a:pt x="148" y="61"/>
                    </a:cubicBezTo>
                    <a:cubicBezTo>
                      <a:pt x="148" y="60"/>
                      <a:pt x="148" y="60"/>
                      <a:pt x="148" y="60"/>
                    </a:cubicBezTo>
                    <a:cubicBezTo>
                      <a:pt x="148" y="60"/>
                      <a:pt x="149" y="60"/>
                      <a:pt x="149" y="59"/>
                    </a:cubicBezTo>
                    <a:cubicBezTo>
                      <a:pt x="154" y="63"/>
                      <a:pt x="154" y="63"/>
                      <a:pt x="154" y="63"/>
                    </a:cubicBezTo>
                    <a:cubicBezTo>
                      <a:pt x="153" y="63"/>
                      <a:pt x="153" y="63"/>
                      <a:pt x="153" y="64"/>
                    </a:cubicBezTo>
                    <a:cubicBezTo>
                      <a:pt x="153" y="64"/>
                      <a:pt x="153" y="64"/>
                      <a:pt x="153" y="64"/>
                    </a:cubicBezTo>
                    <a:cubicBezTo>
                      <a:pt x="151" y="66"/>
                      <a:pt x="150" y="67"/>
                      <a:pt x="148" y="68"/>
                    </a:cubicBezTo>
                    <a:close/>
                    <a:moveTo>
                      <a:pt x="79" y="66"/>
                    </a:moveTo>
                    <a:cubicBezTo>
                      <a:pt x="78" y="65"/>
                      <a:pt x="77" y="64"/>
                      <a:pt x="75" y="63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0" y="59"/>
                      <a:pt x="82" y="61"/>
                      <a:pt x="83" y="63"/>
                    </a:cubicBezTo>
                    <a:lnTo>
                      <a:pt x="79" y="66"/>
                    </a:lnTo>
                    <a:close/>
                    <a:moveTo>
                      <a:pt x="121" y="62"/>
                    </a:moveTo>
                    <a:cubicBezTo>
                      <a:pt x="120" y="62"/>
                      <a:pt x="120" y="62"/>
                      <a:pt x="120" y="62"/>
                    </a:cubicBezTo>
                    <a:cubicBezTo>
                      <a:pt x="119" y="61"/>
                      <a:pt x="119" y="61"/>
                      <a:pt x="119" y="61"/>
                    </a:cubicBezTo>
                    <a:cubicBezTo>
                      <a:pt x="117" y="56"/>
                      <a:pt x="117" y="56"/>
                      <a:pt x="117" y="56"/>
                    </a:cubicBezTo>
                    <a:cubicBezTo>
                      <a:pt x="119" y="55"/>
                      <a:pt x="121" y="55"/>
                      <a:pt x="124" y="57"/>
                    </a:cubicBezTo>
                    <a:cubicBezTo>
                      <a:pt x="124" y="58"/>
                      <a:pt x="125" y="58"/>
                      <a:pt x="125" y="59"/>
                    </a:cubicBezTo>
                    <a:lnTo>
                      <a:pt x="121" y="62"/>
                    </a:lnTo>
                    <a:close/>
                    <a:moveTo>
                      <a:pt x="162" y="58"/>
                    </a:moveTo>
                    <a:cubicBezTo>
                      <a:pt x="160" y="52"/>
                      <a:pt x="160" y="52"/>
                      <a:pt x="160" y="52"/>
                    </a:cubicBezTo>
                    <a:cubicBezTo>
                      <a:pt x="161" y="52"/>
                      <a:pt x="161" y="52"/>
                      <a:pt x="162" y="52"/>
                    </a:cubicBezTo>
                    <a:cubicBezTo>
                      <a:pt x="165" y="51"/>
                      <a:pt x="167" y="52"/>
                      <a:pt x="168" y="52"/>
                    </a:cubicBezTo>
                    <a:cubicBezTo>
                      <a:pt x="165" y="57"/>
                      <a:pt x="165" y="57"/>
                      <a:pt x="165" y="57"/>
                    </a:cubicBezTo>
                    <a:cubicBezTo>
                      <a:pt x="165" y="58"/>
                      <a:pt x="164" y="58"/>
                      <a:pt x="163" y="58"/>
                    </a:cubicBezTo>
                    <a:cubicBezTo>
                      <a:pt x="163" y="58"/>
                      <a:pt x="162" y="58"/>
                      <a:pt x="162" y="58"/>
                    </a:cubicBezTo>
                    <a:close/>
                    <a:moveTo>
                      <a:pt x="65" y="56"/>
                    </a:moveTo>
                    <a:cubicBezTo>
                      <a:pt x="64" y="55"/>
                      <a:pt x="63" y="53"/>
                      <a:pt x="62" y="53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66" y="48"/>
                      <a:pt x="68" y="50"/>
                      <a:pt x="70" y="52"/>
                    </a:cubicBezTo>
                    <a:lnTo>
                      <a:pt x="65" y="56"/>
                    </a:lnTo>
                    <a:close/>
                    <a:moveTo>
                      <a:pt x="58" y="40"/>
                    </a:moveTo>
                    <a:cubicBezTo>
                      <a:pt x="58" y="37"/>
                      <a:pt x="57" y="37"/>
                      <a:pt x="57" y="36"/>
                    </a:cubicBezTo>
                    <a:cubicBezTo>
                      <a:pt x="61" y="32"/>
                      <a:pt x="61" y="32"/>
                      <a:pt x="61" y="32"/>
                    </a:cubicBezTo>
                    <a:cubicBezTo>
                      <a:pt x="63" y="34"/>
                      <a:pt x="63" y="36"/>
                      <a:pt x="64" y="39"/>
                    </a:cubicBezTo>
                    <a:lnTo>
                      <a:pt x="58" y="40"/>
                    </a:lnTo>
                    <a:close/>
                    <a:moveTo>
                      <a:pt x="60" y="25"/>
                    </a:moveTo>
                    <a:cubicBezTo>
                      <a:pt x="54" y="24"/>
                      <a:pt x="54" y="24"/>
                      <a:pt x="54" y="24"/>
                    </a:cubicBezTo>
                    <a:cubicBezTo>
                      <a:pt x="54" y="23"/>
                      <a:pt x="54" y="22"/>
                      <a:pt x="53" y="21"/>
                    </a:cubicBezTo>
                    <a:cubicBezTo>
                      <a:pt x="58" y="17"/>
                      <a:pt x="58" y="17"/>
                      <a:pt x="58" y="17"/>
                    </a:cubicBezTo>
                    <a:cubicBezTo>
                      <a:pt x="59" y="18"/>
                      <a:pt x="60" y="21"/>
                      <a:pt x="60" y="23"/>
                    </a:cubicBezTo>
                    <a:cubicBezTo>
                      <a:pt x="60" y="24"/>
                      <a:pt x="60" y="24"/>
                      <a:pt x="60" y="25"/>
                    </a:cubicBezTo>
                    <a:close/>
                    <a:moveTo>
                      <a:pt x="6" y="13"/>
                    </a:moveTo>
                    <a:cubicBezTo>
                      <a:pt x="2" y="13"/>
                      <a:pt x="0" y="12"/>
                      <a:pt x="0" y="1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3" y="7"/>
                      <a:pt x="6" y="7"/>
                    </a:cubicBezTo>
                    <a:lnTo>
                      <a:pt x="6" y="13"/>
                    </a:lnTo>
                    <a:close/>
                    <a:moveTo>
                      <a:pt x="18" y="11"/>
                    </a:moveTo>
                    <a:cubicBezTo>
                      <a:pt x="17" y="6"/>
                      <a:pt x="17" y="6"/>
                      <a:pt x="17" y="6"/>
                    </a:cubicBezTo>
                    <a:cubicBezTo>
                      <a:pt x="19" y="5"/>
                      <a:pt x="21" y="5"/>
                      <a:pt x="23" y="4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2" y="10"/>
                      <a:pt x="20" y="11"/>
                      <a:pt x="18" y="11"/>
                    </a:cubicBezTo>
                    <a:close/>
                    <a:moveTo>
                      <a:pt x="36" y="8"/>
                    </a:moveTo>
                    <a:cubicBezTo>
                      <a:pt x="33" y="3"/>
                      <a:pt x="33" y="3"/>
                      <a:pt x="33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6" y="2"/>
                      <a:pt x="37" y="1"/>
                      <a:pt x="38" y="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40" y="6"/>
                      <a:pt x="39" y="7"/>
                      <a:pt x="37" y="7"/>
                    </a:cubicBezTo>
                    <a:lnTo>
                      <a:pt x="36" y="8"/>
                    </a:lnTo>
                    <a:close/>
                    <a:moveTo>
                      <a:pt x="51" y="8"/>
                    </a:moveTo>
                    <a:cubicBezTo>
                      <a:pt x="51" y="7"/>
                      <a:pt x="51" y="7"/>
                      <a:pt x="51" y="7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1" y="6"/>
                      <a:pt x="50" y="6"/>
                      <a:pt x="50" y="6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5" y="1"/>
                      <a:pt x="56" y="3"/>
                      <a:pt x="57" y="7"/>
                    </a:cubicBezTo>
                    <a:cubicBezTo>
                      <a:pt x="57" y="7"/>
                      <a:pt x="57" y="7"/>
                      <a:pt x="57" y="7"/>
                    </a:cubicBezTo>
                    <a:lnTo>
                      <a:pt x="51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îṥlíḋè"/>
              <p:cNvSpPr/>
              <p:nvPr/>
            </p:nvSpPr>
            <p:spPr bwMode="auto">
              <a:xfrm>
                <a:off x="8650288" y="4295775"/>
                <a:ext cx="219075" cy="98425"/>
              </a:xfrm>
              <a:custGeom>
                <a:avLst/>
                <a:gdLst>
                  <a:gd name="T0" fmla="*/ 5 w 102"/>
                  <a:gd name="T1" fmla="*/ 46 h 46"/>
                  <a:gd name="T2" fmla="*/ 0 w 102"/>
                  <a:gd name="T3" fmla="*/ 46 h 46"/>
                  <a:gd name="T4" fmla="*/ 1 w 102"/>
                  <a:gd name="T5" fmla="*/ 40 h 46"/>
                  <a:gd name="T6" fmla="*/ 6 w 102"/>
                  <a:gd name="T7" fmla="*/ 40 h 46"/>
                  <a:gd name="T8" fmla="*/ 6 w 102"/>
                  <a:gd name="T9" fmla="*/ 46 h 46"/>
                  <a:gd name="T10" fmla="*/ 5 w 102"/>
                  <a:gd name="T11" fmla="*/ 46 h 46"/>
                  <a:gd name="T12" fmla="*/ 18 w 102"/>
                  <a:gd name="T13" fmla="*/ 45 h 46"/>
                  <a:gd name="T14" fmla="*/ 18 w 102"/>
                  <a:gd name="T15" fmla="*/ 39 h 46"/>
                  <a:gd name="T16" fmla="*/ 23 w 102"/>
                  <a:gd name="T17" fmla="*/ 38 h 46"/>
                  <a:gd name="T18" fmla="*/ 24 w 102"/>
                  <a:gd name="T19" fmla="*/ 44 h 46"/>
                  <a:gd name="T20" fmla="*/ 18 w 102"/>
                  <a:gd name="T21" fmla="*/ 45 h 46"/>
                  <a:gd name="T22" fmla="*/ 35 w 102"/>
                  <a:gd name="T23" fmla="*/ 36 h 46"/>
                  <a:gd name="T24" fmla="*/ 30 w 102"/>
                  <a:gd name="T25" fmla="*/ 32 h 46"/>
                  <a:gd name="T26" fmla="*/ 32 w 102"/>
                  <a:gd name="T27" fmla="*/ 31 h 46"/>
                  <a:gd name="T28" fmla="*/ 34 w 102"/>
                  <a:gd name="T29" fmla="*/ 28 h 46"/>
                  <a:gd name="T30" fmla="*/ 38 w 102"/>
                  <a:gd name="T31" fmla="*/ 31 h 46"/>
                  <a:gd name="T32" fmla="*/ 37 w 102"/>
                  <a:gd name="T33" fmla="*/ 34 h 46"/>
                  <a:gd name="T34" fmla="*/ 35 w 102"/>
                  <a:gd name="T35" fmla="*/ 36 h 46"/>
                  <a:gd name="T36" fmla="*/ 47 w 102"/>
                  <a:gd name="T37" fmla="*/ 26 h 46"/>
                  <a:gd name="T38" fmla="*/ 45 w 102"/>
                  <a:gd name="T39" fmla="*/ 21 h 46"/>
                  <a:gd name="T40" fmla="*/ 51 w 102"/>
                  <a:gd name="T41" fmla="*/ 19 h 46"/>
                  <a:gd name="T42" fmla="*/ 52 w 102"/>
                  <a:gd name="T43" fmla="*/ 25 h 46"/>
                  <a:gd name="T44" fmla="*/ 47 w 102"/>
                  <a:gd name="T45" fmla="*/ 26 h 46"/>
                  <a:gd name="T46" fmla="*/ 64 w 102"/>
                  <a:gd name="T47" fmla="*/ 22 h 46"/>
                  <a:gd name="T48" fmla="*/ 62 w 102"/>
                  <a:gd name="T49" fmla="*/ 16 h 46"/>
                  <a:gd name="T50" fmla="*/ 67 w 102"/>
                  <a:gd name="T51" fmla="*/ 14 h 46"/>
                  <a:gd name="T52" fmla="*/ 69 w 102"/>
                  <a:gd name="T53" fmla="*/ 19 h 46"/>
                  <a:gd name="T54" fmla="*/ 64 w 102"/>
                  <a:gd name="T55" fmla="*/ 22 h 46"/>
                  <a:gd name="T56" fmla="*/ 80 w 102"/>
                  <a:gd name="T57" fmla="*/ 15 h 46"/>
                  <a:gd name="T58" fmla="*/ 78 w 102"/>
                  <a:gd name="T59" fmla="*/ 9 h 46"/>
                  <a:gd name="T60" fmla="*/ 83 w 102"/>
                  <a:gd name="T61" fmla="*/ 7 h 46"/>
                  <a:gd name="T62" fmla="*/ 86 w 102"/>
                  <a:gd name="T63" fmla="*/ 12 h 46"/>
                  <a:gd name="T64" fmla="*/ 80 w 102"/>
                  <a:gd name="T65" fmla="*/ 15 h 46"/>
                  <a:gd name="T66" fmla="*/ 96 w 102"/>
                  <a:gd name="T67" fmla="*/ 7 h 46"/>
                  <a:gd name="T68" fmla="*/ 94 w 102"/>
                  <a:gd name="T69" fmla="*/ 2 h 46"/>
                  <a:gd name="T70" fmla="*/ 99 w 102"/>
                  <a:gd name="T71" fmla="*/ 0 h 46"/>
                  <a:gd name="T72" fmla="*/ 102 w 102"/>
                  <a:gd name="T73" fmla="*/ 5 h 46"/>
                  <a:gd name="T74" fmla="*/ 96 w 102"/>
                  <a:gd name="T75" fmla="*/ 7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2" h="46">
                    <a:moveTo>
                      <a:pt x="5" y="46"/>
                    </a:moveTo>
                    <a:cubicBezTo>
                      <a:pt x="3" y="46"/>
                      <a:pt x="2" y="46"/>
                      <a:pt x="0" y="46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3" y="40"/>
                      <a:pt x="4" y="40"/>
                      <a:pt x="6" y="40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5" y="46"/>
                      <a:pt x="5" y="46"/>
                    </a:cubicBezTo>
                    <a:close/>
                    <a:moveTo>
                      <a:pt x="18" y="45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20" y="39"/>
                      <a:pt x="21" y="39"/>
                      <a:pt x="23" y="38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3" y="44"/>
                      <a:pt x="21" y="45"/>
                      <a:pt x="18" y="45"/>
                    </a:cubicBezTo>
                    <a:close/>
                    <a:moveTo>
                      <a:pt x="35" y="36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31" y="32"/>
                      <a:pt x="31" y="31"/>
                      <a:pt x="32" y="31"/>
                    </a:cubicBezTo>
                    <a:cubicBezTo>
                      <a:pt x="32" y="30"/>
                      <a:pt x="33" y="28"/>
                      <a:pt x="34" y="28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8" y="32"/>
                      <a:pt x="37" y="33"/>
                      <a:pt x="37" y="34"/>
                    </a:cubicBezTo>
                    <a:cubicBezTo>
                      <a:pt x="36" y="35"/>
                      <a:pt x="36" y="35"/>
                      <a:pt x="35" y="36"/>
                    </a:cubicBezTo>
                    <a:close/>
                    <a:moveTo>
                      <a:pt x="47" y="26"/>
                    </a:moveTo>
                    <a:cubicBezTo>
                      <a:pt x="45" y="21"/>
                      <a:pt x="45" y="21"/>
                      <a:pt x="45" y="21"/>
                    </a:cubicBezTo>
                    <a:cubicBezTo>
                      <a:pt x="47" y="20"/>
                      <a:pt x="49" y="20"/>
                      <a:pt x="51" y="19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0" y="25"/>
                      <a:pt x="49" y="26"/>
                      <a:pt x="47" y="26"/>
                    </a:cubicBezTo>
                    <a:close/>
                    <a:moveTo>
                      <a:pt x="64" y="22"/>
                    </a:moveTo>
                    <a:cubicBezTo>
                      <a:pt x="62" y="16"/>
                      <a:pt x="62" y="16"/>
                      <a:pt x="62" y="16"/>
                    </a:cubicBezTo>
                    <a:cubicBezTo>
                      <a:pt x="63" y="16"/>
                      <a:pt x="65" y="15"/>
                      <a:pt x="67" y="14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7" y="20"/>
                      <a:pt x="66" y="21"/>
                      <a:pt x="64" y="22"/>
                    </a:cubicBezTo>
                    <a:close/>
                    <a:moveTo>
                      <a:pt x="80" y="15"/>
                    </a:moveTo>
                    <a:cubicBezTo>
                      <a:pt x="78" y="9"/>
                      <a:pt x="78" y="9"/>
                      <a:pt x="78" y="9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6" y="12"/>
                      <a:pt x="86" y="12"/>
                      <a:pt x="86" y="12"/>
                    </a:cubicBezTo>
                    <a:lnTo>
                      <a:pt x="80" y="15"/>
                    </a:lnTo>
                    <a:close/>
                    <a:moveTo>
                      <a:pt x="96" y="7"/>
                    </a:moveTo>
                    <a:cubicBezTo>
                      <a:pt x="94" y="2"/>
                      <a:pt x="94" y="2"/>
                      <a:pt x="94" y="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2" y="5"/>
                      <a:pt x="102" y="5"/>
                      <a:pt x="102" y="5"/>
                    </a:cubicBezTo>
                    <a:lnTo>
                      <a:pt x="96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ïšľiḋé"/>
              <p:cNvSpPr/>
              <p:nvPr/>
            </p:nvSpPr>
            <p:spPr bwMode="auto">
              <a:xfrm>
                <a:off x="8558213" y="4303713"/>
                <a:ext cx="84138" cy="85725"/>
              </a:xfrm>
              <a:custGeom>
                <a:avLst/>
                <a:gdLst>
                  <a:gd name="T0" fmla="*/ 37 w 39"/>
                  <a:gd name="T1" fmla="*/ 40 h 40"/>
                  <a:gd name="T2" fmla="*/ 31 w 39"/>
                  <a:gd name="T3" fmla="*/ 37 h 40"/>
                  <a:gd name="T4" fmla="*/ 34 w 39"/>
                  <a:gd name="T5" fmla="*/ 32 h 40"/>
                  <a:gd name="T6" fmla="*/ 39 w 39"/>
                  <a:gd name="T7" fmla="*/ 35 h 40"/>
                  <a:gd name="T8" fmla="*/ 37 w 39"/>
                  <a:gd name="T9" fmla="*/ 40 h 40"/>
                  <a:gd name="T10" fmla="*/ 23 w 39"/>
                  <a:gd name="T11" fmla="*/ 30 h 40"/>
                  <a:gd name="T12" fmla="*/ 17 w 39"/>
                  <a:gd name="T13" fmla="*/ 29 h 40"/>
                  <a:gd name="T14" fmla="*/ 19 w 39"/>
                  <a:gd name="T15" fmla="*/ 24 h 40"/>
                  <a:gd name="T16" fmla="*/ 21 w 39"/>
                  <a:gd name="T17" fmla="*/ 24 h 40"/>
                  <a:gd name="T18" fmla="*/ 24 w 39"/>
                  <a:gd name="T19" fmla="*/ 24 h 40"/>
                  <a:gd name="T20" fmla="*/ 23 w 39"/>
                  <a:gd name="T21" fmla="*/ 30 h 40"/>
                  <a:gd name="T22" fmla="*/ 8 w 39"/>
                  <a:gd name="T23" fmla="*/ 19 h 40"/>
                  <a:gd name="T24" fmla="*/ 6 w 39"/>
                  <a:gd name="T25" fmla="*/ 14 h 40"/>
                  <a:gd name="T26" fmla="*/ 12 w 39"/>
                  <a:gd name="T27" fmla="*/ 11 h 40"/>
                  <a:gd name="T28" fmla="*/ 14 w 39"/>
                  <a:gd name="T29" fmla="*/ 17 h 40"/>
                  <a:gd name="T30" fmla="*/ 8 w 39"/>
                  <a:gd name="T31" fmla="*/ 19 h 40"/>
                  <a:gd name="T32" fmla="*/ 0 w 39"/>
                  <a:gd name="T33" fmla="*/ 5 h 40"/>
                  <a:gd name="T34" fmla="*/ 0 w 39"/>
                  <a:gd name="T35" fmla="*/ 4 h 40"/>
                  <a:gd name="T36" fmla="*/ 4 w 39"/>
                  <a:gd name="T37" fmla="*/ 0 h 40"/>
                  <a:gd name="T38" fmla="*/ 5 w 39"/>
                  <a:gd name="T39" fmla="*/ 1 h 40"/>
                  <a:gd name="T40" fmla="*/ 0 w 39"/>
                  <a:gd name="T41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40">
                    <a:moveTo>
                      <a:pt x="37" y="40"/>
                    </a:moveTo>
                    <a:cubicBezTo>
                      <a:pt x="34" y="39"/>
                      <a:pt x="32" y="38"/>
                      <a:pt x="31" y="37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35" y="33"/>
                      <a:pt x="37" y="34"/>
                      <a:pt x="39" y="35"/>
                    </a:cubicBezTo>
                    <a:lnTo>
                      <a:pt x="37" y="40"/>
                    </a:lnTo>
                    <a:close/>
                    <a:moveTo>
                      <a:pt x="23" y="30"/>
                    </a:moveTo>
                    <a:cubicBezTo>
                      <a:pt x="22" y="30"/>
                      <a:pt x="19" y="30"/>
                      <a:pt x="17" y="29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20" y="24"/>
                      <a:pt x="20" y="24"/>
                      <a:pt x="21" y="24"/>
                    </a:cubicBezTo>
                    <a:cubicBezTo>
                      <a:pt x="22" y="24"/>
                      <a:pt x="23" y="24"/>
                      <a:pt x="24" y="24"/>
                    </a:cubicBezTo>
                    <a:lnTo>
                      <a:pt x="23" y="30"/>
                    </a:lnTo>
                    <a:close/>
                    <a:moveTo>
                      <a:pt x="8" y="19"/>
                    </a:moveTo>
                    <a:cubicBezTo>
                      <a:pt x="8" y="17"/>
                      <a:pt x="7" y="16"/>
                      <a:pt x="6" y="14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3" y="13"/>
                      <a:pt x="14" y="15"/>
                      <a:pt x="14" y="17"/>
                    </a:cubicBezTo>
                    <a:lnTo>
                      <a:pt x="8" y="19"/>
                    </a:lnTo>
                    <a:close/>
                    <a:moveTo>
                      <a:pt x="0" y="5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1"/>
                      <a:pt x="5" y="1"/>
                      <a:pt x="5" y="1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iṧliḍè"/>
              <p:cNvSpPr/>
              <p:nvPr/>
            </p:nvSpPr>
            <p:spPr bwMode="auto">
              <a:xfrm>
                <a:off x="7775575" y="3554413"/>
                <a:ext cx="915988" cy="817563"/>
              </a:xfrm>
              <a:custGeom>
                <a:avLst/>
                <a:gdLst>
                  <a:gd name="T0" fmla="*/ 341 w 427"/>
                  <a:gd name="T1" fmla="*/ 372 h 382"/>
                  <a:gd name="T2" fmla="*/ 304 w 427"/>
                  <a:gd name="T3" fmla="*/ 365 h 382"/>
                  <a:gd name="T4" fmla="*/ 319 w 427"/>
                  <a:gd name="T5" fmla="*/ 366 h 382"/>
                  <a:gd name="T6" fmla="*/ 347 w 427"/>
                  <a:gd name="T7" fmla="*/ 358 h 382"/>
                  <a:gd name="T8" fmla="*/ 298 w 427"/>
                  <a:gd name="T9" fmla="*/ 357 h 382"/>
                  <a:gd name="T10" fmla="*/ 261 w 427"/>
                  <a:gd name="T11" fmla="*/ 357 h 382"/>
                  <a:gd name="T12" fmla="*/ 208 w 427"/>
                  <a:gd name="T13" fmla="*/ 354 h 382"/>
                  <a:gd name="T14" fmla="*/ 224 w 427"/>
                  <a:gd name="T15" fmla="*/ 348 h 382"/>
                  <a:gd name="T16" fmla="*/ 252 w 427"/>
                  <a:gd name="T17" fmla="*/ 350 h 382"/>
                  <a:gd name="T18" fmla="*/ 201 w 427"/>
                  <a:gd name="T19" fmla="*/ 348 h 382"/>
                  <a:gd name="T20" fmla="*/ 372 w 427"/>
                  <a:gd name="T21" fmla="*/ 345 h 382"/>
                  <a:gd name="T22" fmla="*/ 372 w 427"/>
                  <a:gd name="T23" fmla="*/ 344 h 382"/>
                  <a:gd name="T24" fmla="*/ 378 w 427"/>
                  <a:gd name="T25" fmla="*/ 327 h 382"/>
                  <a:gd name="T26" fmla="*/ 203 w 427"/>
                  <a:gd name="T27" fmla="*/ 317 h 382"/>
                  <a:gd name="T28" fmla="*/ 197 w 427"/>
                  <a:gd name="T29" fmla="*/ 314 h 382"/>
                  <a:gd name="T30" fmla="*/ 385 w 427"/>
                  <a:gd name="T31" fmla="*/ 313 h 382"/>
                  <a:gd name="T32" fmla="*/ 388 w 427"/>
                  <a:gd name="T33" fmla="*/ 294 h 382"/>
                  <a:gd name="T34" fmla="*/ 176 w 427"/>
                  <a:gd name="T35" fmla="*/ 295 h 382"/>
                  <a:gd name="T36" fmla="*/ 408 w 427"/>
                  <a:gd name="T37" fmla="*/ 282 h 382"/>
                  <a:gd name="T38" fmla="*/ 382 w 427"/>
                  <a:gd name="T39" fmla="*/ 287 h 382"/>
                  <a:gd name="T40" fmla="*/ 166 w 427"/>
                  <a:gd name="T41" fmla="*/ 285 h 382"/>
                  <a:gd name="T42" fmla="*/ 172 w 427"/>
                  <a:gd name="T43" fmla="*/ 271 h 382"/>
                  <a:gd name="T44" fmla="*/ 190 w 427"/>
                  <a:gd name="T45" fmla="*/ 255 h 382"/>
                  <a:gd name="T46" fmla="*/ 216 w 427"/>
                  <a:gd name="T47" fmla="*/ 241 h 382"/>
                  <a:gd name="T48" fmla="*/ 184 w 427"/>
                  <a:gd name="T49" fmla="*/ 233 h 382"/>
                  <a:gd name="T50" fmla="*/ 195 w 427"/>
                  <a:gd name="T51" fmla="*/ 232 h 382"/>
                  <a:gd name="T52" fmla="*/ 229 w 427"/>
                  <a:gd name="T53" fmla="*/ 227 h 382"/>
                  <a:gd name="T54" fmla="*/ 219 w 427"/>
                  <a:gd name="T55" fmla="*/ 216 h 382"/>
                  <a:gd name="T56" fmla="*/ 181 w 427"/>
                  <a:gd name="T57" fmla="*/ 215 h 382"/>
                  <a:gd name="T58" fmla="*/ 167 w 427"/>
                  <a:gd name="T59" fmla="*/ 221 h 382"/>
                  <a:gd name="T60" fmla="*/ 189 w 427"/>
                  <a:gd name="T61" fmla="*/ 203 h 382"/>
                  <a:gd name="T62" fmla="*/ 214 w 427"/>
                  <a:gd name="T63" fmla="*/ 203 h 382"/>
                  <a:gd name="T64" fmla="*/ 200 w 427"/>
                  <a:gd name="T65" fmla="*/ 193 h 382"/>
                  <a:gd name="T66" fmla="*/ 150 w 427"/>
                  <a:gd name="T67" fmla="*/ 189 h 382"/>
                  <a:gd name="T68" fmla="*/ 142 w 427"/>
                  <a:gd name="T69" fmla="*/ 182 h 382"/>
                  <a:gd name="T70" fmla="*/ 127 w 427"/>
                  <a:gd name="T71" fmla="*/ 165 h 382"/>
                  <a:gd name="T72" fmla="*/ 132 w 427"/>
                  <a:gd name="T73" fmla="*/ 158 h 382"/>
                  <a:gd name="T74" fmla="*/ 138 w 427"/>
                  <a:gd name="T75" fmla="*/ 145 h 382"/>
                  <a:gd name="T76" fmla="*/ 113 w 427"/>
                  <a:gd name="T77" fmla="*/ 132 h 382"/>
                  <a:gd name="T78" fmla="*/ 131 w 427"/>
                  <a:gd name="T79" fmla="*/ 136 h 382"/>
                  <a:gd name="T80" fmla="*/ 105 w 427"/>
                  <a:gd name="T81" fmla="*/ 126 h 382"/>
                  <a:gd name="T82" fmla="*/ 77 w 427"/>
                  <a:gd name="T83" fmla="*/ 112 h 382"/>
                  <a:gd name="T84" fmla="*/ 60 w 427"/>
                  <a:gd name="T85" fmla="*/ 104 h 382"/>
                  <a:gd name="T86" fmla="*/ 48 w 427"/>
                  <a:gd name="T87" fmla="*/ 100 h 382"/>
                  <a:gd name="T88" fmla="*/ 25 w 427"/>
                  <a:gd name="T89" fmla="*/ 77 h 382"/>
                  <a:gd name="T90" fmla="*/ 145 w 427"/>
                  <a:gd name="T91" fmla="*/ 73 h 382"/>
                  <a:gd name="T92" fmla="*/ 64 w 427"/>
                  <a:gd name="T93" fmla="*/ 70 h 382"/>
                  <a:gd name="T94" fmla="*/ 13 w 427"/>
                  <a:gd name="T95" fmla="*/ 63 h 382"/>
                  <a:gd name="T96" fmla="*/ 96 w 427"/>
                  <a:gd name="T97" fmla="*/ 71 h 382"/>
                  <a:gd name="T98" fmla="*/ 131 w 427"/>
                  <a:gd name="T99" fmla="*/ 70 h 382"/>
                  <a:gd name="T100" fmla="*/ 150 w 427"/>
                  <a:gd name="T101" fmla="*/ 61 h 382"/>
                  <a:gd name="T102" fmla="*/ 0 w 427"/>
                  <a:gd name="T103" fmla="*/ 55 h 382"/>
                  <a:gd name="T104" fmla="*/ 124 w 427"/>
                  <a:gd name="T105" fmla="*/ 49 h 382"/>
                  <a:gd name="T106" fmla="*/ 56 w 427"/>
                  <a:gd name="T107" fmla="*/ 52 h 382"/>
                  <a:gd name="T108" fmla="*/ 174 w 427"/>
                  <a:gd name="T109" fmla="*/ 40 h 382"/>
                  <a:gd name="T110" fmla="*/ 174 w 427"/>
                  <a:gd name="T111" fmla="*/ 40 h 382"/>
                  <a:gd name="T112" fmla="*/ 44 w 427"/>
                  <a:gd name="T113" fmla="*/ 33 h 382"/>
                  <a:gd name="T114" fmla="*/ 178 w 427"/>
                  <a:gd name="T115" fmla="*/ 31 h 382"/>
                  <a:gd name="T116" fmla="*/ 183 w 427"/>
                  <a:gd name="T117" fmla="*/ 14 h 382"/>
                  <a:gd name="T118" fmla="*/ 217 w 427"/>
                  <a:gd name="T11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27" h="382">
                    <a:moveTo>
                      <a:pt x="332" y="382"/>
                    </a:moveTo>
                    <a:cubicBezTo>
                      <a:pt x="331" y="380"/>
                      <a:pt x="331" y="378"/>
                      <a:pt x="330" y="376"/>
                    </a:cubicBezTo>
                    <a:cubicBezTo>
                      <a:pt x="330" y="375"/>
                      <a:pt x="330" y="375"/>
                      <a:pt x="330" y="375"/>
                    </a:cubicBezTo>
                    <a:cubicBezTo>
                      <a:pt x="336" y="374"/>
                      <a:pt x="336" y="374"/>
                      <a:pt x="336" y="374"/>
                    </a:cubicBezTo>
                    <a:cubicBezTo>
                      <a:pt x="336" y="375"/>
                      <a:pt x="336" y="375"/>
                      <a:pt x="336" y="375"/>
                    </a:cubicBezTo>
                    <a:cubicBezTo>
                      <a:pt x="336" y="376"/>
                      <a:pt x="337" y="378"/>
                      <a:pt x="337" y="379"/>
                    </a:cubicBezTo>
                    <a:lnTo>
                      <a:pt x="332" y="382"/>
                    </a:lnTo>
                    <a:close/>
                    <a:moveTo>
                      <a:pt x="345" y="376"/>
                    </a:moveTo>
                    <a:cubicBezTo>
                      <a:pt x="341" y="372"/>
                      <a:pt x="341" y="372"/>
                      <a:pt x="341" y="372"/>
                    </a:cubicBezTo>
                    <a:cubicBezTo>
                      <a:pt x="342" y="371"/>
                      <a:pt x="344" y="369"/>
                      <a:pt x="345" y="369"/>
                    </a:cubicBezTo>
                    <a:cubicBezTo>
                      <a:pt x="346" y="368"/>
                      <a:pt x="346" y="368"/>
                      <a:pt x="347" y="368"/>
                    </a:cubicBezTo>
                    <a:cubicBezTo>
                      <a:pt x="348" y="374"/>
                      <a:pt x="348" y="374"/>
                      <a:pt x="348" y="374"/>
                    </a:cubicBezTo>
                    <a:cubicBezTo>
                      <a:pt x="348" y="374"/>
                      <a:pt x="348" y="374"/>
                      <a:pt x="348" y="374"/>
                    </a:cubicBezTo>
                    <a:cubicBezTo>
                      <a:pt x="347" y="374"/>
                      <a:pt x="346" y="375"/>
                      <a:pt x="345" y="376"/>
                    </a:cubicBezTo>
                    <a:close/>
                    <a:moveTo>
                      <a:pt x="308" y="372"/>
                    </a:moveTo>
                    <a:cubicBezTo>
                      <a:pt x="306" y="372"/>
                      <a:pt x="305" y="372"/>
                      <a:pt x="304" y="372"/>
                    </a:cubicBezTo>
                    <a:cubicBezTo>
                      <a:pt x="303" y="371"/>
                      <a:pt x="302" y="371"/>
                      <a:pt x="301" y="370"/>
                    </a:cubicBezTo>
                    <a:cubicBezTo>
                      <a:pt x="304" y="365"/>
                      <a:pt x="304" y="365"/>
                      <a:pt x="304" y="365"/>
                    </a:cubicBezTo>
                    <a:cubicBezTo>
                      <a:pt x="305" y="366"/>
                      <a:pt x="305" y="366"/>
                      <a:pt x="306" y="366"/>
                    </a:cubicBezTo>
                    <a:cubicBezTo>
                      <a:pt x="307" y="366"/>
                      <a:pt x="307" y="366"/>
                      <a:pt x="308" y="367"/>
                    </a:cubicBezTo>
                    <a:lnTo>
                      <a:pt x="308" y="372"/>
                    </a:lnTo>
                    <a:close/>
                    <a:moveTo>
                      <a:pt x="324" y="372"/>
                    </a:moveTo>
                    <a:cubicBezTo>
                      <a:pt x="324" y="371"/>
                      <a:pt x="324" y="371"/>
                      <a:pt x="324" y="371"/>
                    </a:cubicBezTo>
                    <a:cubicBezTo>
                      <a:pt x="323" y="371"/>
                      <a:pt x="323" y="371"/>
                      <a:pt x="322" y="371"/>
                    </a:cubicBezTo>
                    <a:cubicBezTo>
                      <a:pt x="322" y="371"/>
                      <a:pt x="322" y="371"/>
                      <a:pt x="321" y="371"/>
                    </a:cubicBezTo>
                    <a:cubicBezTo>
                      <a:pt x="320" y="371"/>
                      <a:pt x="320" y="371"/>
                      <a:pt x="320" y="371"/>
                    </a:cubicBezTo>
                    <a:cubicBezTo>
                      <a:pt x="319" y="366"/>
                      <a:pt x="319" y="366"/>
                      <a:pt x="319" y="366"/>
                    </a:cubicBezTo>
                    <a:cubicBezTo>
                      <a:pt x="320" y="366"/>
                      <a:pt x="320" y="366"/>
                      <a:pt x="320" y="366"/>
                    </a:cubicBezTo>
                    <a:cubicBezTo>
                      <a:pt x="321" y="365"/>
                      <a:pt x="322" y="365"/>
                      <a:pt x="322" y="365"/>
                    </a:cubicBezTo>
                    <a:cubicBezTo>
                      <a:pt x="323" y="365"/>
                      <a:pt x="324" y="365"/>
                      <a:pt x="326" y="366"/>
                    </a:cubicBezTo>
                    <a:cubicBezTo>
                      <a:pt x="326" y="366"/>
                      <a:pt x="326" y="366"/>
                      <a:pt x="326" y="366"/>
                    </a:cubicBezTo>
                    <a:lnTo>
                      <a:pt x="324" y="372"/>
                    </a:lnTo>
                    <a:close/>
                    <a:moveTo>
                      <a:pt x="350" y="366"/>
                    </a:moveTo>
                    <a:cubicBezTo>
                      <a:pt x="350" y="365"/>
                      <a:pt x="349" y="365"/>
                      <a:pt x="349" y="365"/>
                    </a:cubicBezTo>
                    <a:cubicBezTo>
                      <a:pt x="348" y="364"/>
                      <a:pt x="347" y="362"/>
                      <a:pt x="347" y="360"/>
                    </a:cubicBezTo>
                    <a:cubicBezTo>
                      <a:pt x="347" y="359"/>
                      <a:pt x="347" y="358"/>
                      <a:pt x="347" y="358"/>
                    </a:cubicBezTo>
                    <a:cubicBezTo>
                      <a:pt x="352" y="360"/>
                      <a:pt x="352" y="360"/>
                      <a:pt x="352" y="360"/>
                    </a:cubicBezTo>
                    <a:cubicBezTo>
                      <a:pt x="352" y="360"/>
                      <a:pt x="352" y="360"/>
                      <a:pt x="352" y="360"/>
                    </a:cubicBezTo>
                    <a:cubicBezTo>
                      <a:pt x="353" y="360"/>
                      <a:pt x="353" y="361"/>
                      <a:pt x="354" y="361"/>
                    </a:cubicBezTo>
                    <a:cubicBezTo>
                      <a:pt x="354" y="361"/>
                      <a:pt x="354" y="362"/>
                      <a:pt x="354" y="362"/>
                    </a:cubicBezTo>
                    <a:lnTo>
                      <a:pt x="350" y="366"/>
                    </a:lnTo>
                    <a:close/>
                    <a:moveTo>
                      <a:pt x="293" y="360"/>
                    </a:moveTo>
                    <a:cubicBezTo>
                      <a:pt x="292" y="358"/>
                      <a:pt x="291" y="356"/>
                      <a:pt x="290" y="355"/>
                    </a:cubicBezTo>
                    <a:cubicBezTo>
                      <a:pt x="295" y="352"/>
                      <a:pt x="295" y="352"/>
                      <a:pt x="295" y="352"/>
                    </a:cubicBezTo>
                    <a:cubicBezTo>
                      <a:pt x="296" y="353"/>
                      <a:pt x="297" y="355"/>
                      <a:pt x="298" y="357"/>
                    </a:cubicBezTo>
                    <a:lnTo>
                      <a:pt x="293" y="360"/>
                    </a:lnTo>
                    <a:close/>
                    <a:moveTo>
                      <a:pt x="361" y="358"/>
                    </a:moveTo>
                    <a:cubicBezTo>
                      <a:pt x="360" y="352"/>
                      <a:pt x="360" y="352"/>
                      <a:pt x="360" y="352"/>
                    </a:cubicBezTo>
                    <a:cubicBezTo>
                      <a:pt x="362" y="352"/>
                      <a:pt x="363" y="352"/>
                      <a:pt x="364" y="351"/>
                    </a:cubicBezTo>
                    <a:cubicBezTo>
                      <a:pt x="364" y="351"/>
                      <a:pt x="364" y="351"/>
                      <a:pt x="364" y="351"/>
                    </a:cubicBezTo>
                    <a:cubicBezTo>
                      <a:pt x="368" y="356"/>
                      <a:pt x="368" y="356"/>
                      <a:pt x="368" y="356"/>
                    </a:cubicBezTo>
                    <a:cubicBezTo>
                      <a:pt x="367" y="356"/>
                      <a:pt x="367" y="356"/>
                      <a:pt x="367" y="356"/>
                    </a:cubicBezTo>
                    <a:cubicBezTo>
                      <a:pt x="365" y="357"/>
                      <a:pt x="363" y="358"/>
                      <a:pt x="361" y="358"/>
                    </a:cubicBezTo>
                    <a:close/>
                    <a:moveTo>
                      <a:pt x="261" y="357"/>
                    </a:moveTo>
                    <a:cubicBezTo>
                      <a:pt x="261" y="351"/>
                      <a:pt x="261" y="351"/>
                      <a:pt x="261" y="351"/>
                    </a:cubicBezTo>
                    <a:cubicBezTo>
                      <a:pt x="263" y="351"/>
                      <a:pt x="265" y="351"/>
                      <a:pt x="267" y="351"/>
                    </a:cubicBezTo>
                    <a:cubicBezTo>
                      <a:pt x="267" y="357"/>
                      <a:pt x="267" y="357"/>
                      <a:pt x="267" y="357"/>
                    </a:cubicBezTo>
                    <a:cubicBezTo>
                      <a:pt x="265" y="357"/>
                      <a:pt x="263" y="357"/>
                      <a:pt x="261" y="357"/>
                    </a:cubicBezTo>
                    <a:close/>
                    <a:moveTo>
                      <a:pt x="208" y="354"/>
                    </a:moveTo>
                    <a:cubicBezTo>
                      <a:pt x="208" y="348"/>
                      <a:pt x="208" y="348"/>
                      <a:pt x="208" y="348"/>
                    </a:cubicBezTo>
                    <a:cubicBezTo>
                      <a:pt x="210" y="348"/>
                      <a:pt x="212" y="348"/>
                      <a:pt x="214" y="348"/>
                    </a:cubicBezTo>
                    <a:cubicBezTo>
                      <a:pt x="214" y="354"/>
                      <a:pt x="214" y="354"/>
                      <a:pt x="214" y="354"/>
                    </a:cubicBezTo>
                    <a:cubicBezTo>
                      <a:pt x="212" y="354"/>
                      <a:pt x="210" y="354"/>
                      <a:pt x="208" y="354"/>
                    </a:cubicBezTo>
                    <a:close/>
                    <a:moveTo>
                      <a:pt x="279" y="354"/>
                    </a:moveTo>
                    <a:cubicBezTo>
                      <a:pt x="277" y="349"/>
                      <a:pt x="277" y="349"/>
                      <a:pt x="277" y="349"/>
                    </a:cubicBezTo>
                    <a:cubicBezTo>
                      <a:pt x="277" y="348"/>
                      <a:pt x="278" y="348"/>
                      <a:pt x="279" y="348"/>
                    </a:cubicBezTo>
                    <a:cubicBezTo>
                      <a:pt x="280" y="347"/>
                      <a:pt x="282" y="347"/>
                      <a:pt x="283" y="347"/>
                    </a:cubicBezTo>
                    <a:cubicBezTo>
                      <a:pt x="284" y="352"/>
                      <a:pt x="284" y="352"/>
                      <a:pt x="284" y="352"/>
                    </a:cubicBezTo>
                    <a:cubicBezTo>
                      <a:pt x="283" y="353"/>
                      <a:pt x="282" y="353"/>
                      <a:pt x="280" y="353"/>
                    </a:cubicBezTo>
                    <a:cubicBezTo>
                      <a:pt x="280" y="354"/>
                      <a:pt x="280" y="354"/>
                      <a:pt x="279" y="354"/>
                    </a:cubicBezTo>
                    <a:close/>
                    <a:moveTo>
                      <a:pt x="226" y="354"/>
                    </a:moveTo>
                    <a:cubicBezTo>
                      <a:pt x="224" y="348"/>
                      <a:pt x="224" y="348"/>
                      <a:pt x="224" y="348"/>
                    </a:cubicBezTo>
                    <a:cubicBezTo>
                      <a:pt x="225" y="348"/>
                      <a:pt x="227" y="347"/>
                      <a:pt x="228" y="345"/>
                    </a:cubicBezTo>
                    <a:cubicBezTo>
                      <a:pt x="232" y="350"/>
                      <a:pt x="232" y="350"/>
                      <a:pt x="232" y="350"/>
                    </a:cubicBezTo>
                    <a:cubicBezTo>
                      <a:pt x="230" y="351"/>
                      <a:pt x="228" y="353"/>
                      <a:pt x="226" y="354"/>
                    </a:cubicBezTo>
                    <a:close/>
                    <a:moveTo>
                      <a:pt x="247" y="353"/>
                    </a:moveTo>
                    <a:cubicBezTo>
                      <a:pt x="247" y="352"/>
                      <a:pt x="246" y="350"/>
                      <a:pt x="246" y="348"/>
                    </a:cubicBezTo>
                    <a:cubicBezTo>
                      <a:pt x="246" y="348"/>
                      <a:pt x="246" y="347"/>
                      <a:pt x="246" y="346"/>
                    </a:cubicBezTo>
                    <a:cubicBezTo>
                      <a:pt x="252" y="347"/>
                      <a:pt x="252" y="347"/>
                      <a:pt x="252" y="347"/>
                    </a:cubicBezTo>
                    <a:cubicBezTo>
                      <a:pt x="252" y="347"/>
                      <a:pt x="252" y="348"/>
                      <a:pt x="252" y="348"/>
                    </a:cubicBezTo>
                    <a:cubicBezTo>
                      <a:pt x="252" y="349"/>
                      <a:pt x="252" y="350"/>
                      <a:pt x="252" y="350"/>
                    </a:cubicBezTo>
                    <a:lnTo>
                      <a:pt x="247" y="353"/>
                    </a:lnTo>
                    <a:close/>
                    <a:moveTo>
                      <a:pt x="195" y="349"/>
                    </a:moveTo>
                    <a:cubicBezTo>
                      <a:pt x="195" y="348"/>
                      <a:pt x="195" y="348"/>
                      <a:pt x="194" y="347"/>
                    </a:cubicBezTo>
                    <a:cubicBezTo>
                      <a:pt x="194" y="346"/>
                      <a:pt x="194" y="345"/>
                      <a:pt x="194" y="344"/>
                    </a:cubicBezTo>
                    <a:cubicBezTo>
                      <a:pt x="194" y="343"/>
                      <a:pt x="194" y="343"/>
                      <a:pt x="194" y="342"/>
                    </a:cubicBezTo>
                    <a:cubicBezTo>
                      <a:pt x="200" y="344"/>
                      <a:pt x="200" y="344"/>
                      <a:pt x="200" y="344"/>
                    </a:cubicBezTo>
                    <a:cubicBezTo>
                      <a:pt x="200" y="344"/>
                      <a:pt x="200" y="344"/>
                      <a:pt x="200" y="344"/>
                    </a:cubicBezTo>
                    <a:cubicBezTo>
                      <a:pt x="200" y="344"/>
                      <a:pt x="200" y="344"/>
                      <a:pt x="200" y="345"/>
                    </a:cubicBezTo>
                    <a:cubicBezTo>
                      <a:pt x="200" y="346"/>
                      <a:pt x="201" y="347"/>
                      <a:pt x="201" y="348"/>
                    </a:cubicBezTo>
                    <a:lnTo>
                      <a:pt x="195" y="349"/>
                    </a:lnTo>
                    <a:close/>
                    <a:moveTo>
                      <a:pt x="241" y="348"/>
                    </a:moveTo>
                    <a:cubicBezTo>
                      <a:pt x="240" y="342"/>
                      <a:pt x="240" y="342"/>
                      <a:pt x="240" y="342"/>
                    </a:cubicBezTo>
                    <a:cubicBezTo>
                      <a:pt x="241" y="342"/>
                      <a:pt x="242" y="342"/>
                      <a:pt x="242" y="342"/>
                    </a:cubicBezTo>
                    <a:cubicBezTo>
                      <a:pt x="242" y="341"/>
                      <a:pt x="243" y="341"/>
                      <a:pt x="244" y="340"/>
                    </a:cubicBezTo>
                    <a:cubicBezTo>
                      <a:pt x="247" y="345"/>
                      <a:pt x="247" y="345"/>
                      <a:pt x="247" y="345"/>
                    </a:cubicBezTo>
                    <a:cubicBezTo>
                      <a:pt x="247" y="345"/>
                      <a:pt x="247" y="345"/>
                      <a:pt x="246" y="345"/>
                    </a:cubicBezTo>
                    <a:cubicBezTo>
                      <a:pt x="245" y="347"/>
                      <a:pt x="244" y="348"/>
                      <a:pt x="241" y="348"/>
                    </a:cubicBezTo>
                    <a:close/>
                    <a:moveTo>
                      <a:pt x="372" y="345"/>
                    </a:moveTo>
                    <a:cubicBezTo>
                      <a:pt x="370" y="343"/>
                      <a:pt x="370" y="343"/>
                      <a:pt x="370" y="343"/>
                    </a:cubicBezTo>
                    <a:cubicBezTo>
                      <a:pt x="367" y="341"/>
                      <a:pt x="367" y="341"/>
                      <a:pt x="367" y="341"/>
                    </a:cubicBezTo>
                    <a:cubicBezTo>
                      <a:pt x="367" y="341"/>
                      <a:pt x="367" y="341"/>
                      <a:pt x="367" y="341"/>
                    </a:cubicBezTo>
                    <a:cubicBezTo>
                      <a:pt x="367" y="341"/>
                      <a:pt x="367" y="341"/>
                      <a:pt x="367" y="341"/>
                    </a:cubicBezTo>
                    <a:cubicBezTo>
                      <a:pt x="368" y="339"/>
                      <a:pt x="369" y="338"/>
                      <a:pt x="370" y="337"/>
                    </a:cubicBezTo>
                    <a:cubicBezTo>
                      <a:pt x="370" y="337"/>
                      <a:pt x="371" y="336"/>
                      <a:pt x="371" y="336"/>
                    </a:cubicBezTo>
                    <a:cubicBezTo>
                      <a:pt x="375" y="340"/>
                      <a:pt x="375" y="340"/>
                      <a:pt x="375" y="340"/>
                    </a:cubicBezTo>
                    <a:cubicBezTo>
                      <a:pt x="375" y="340"/>
                      <a:pt x="375" y="341"/>
                      <a:pt x="375" y="341"/>
                    </a:cubicBezTo>
                    <a:cubicBezTo>
                      <a:pt x="374" y="342"/>
                      <a:pt x="373" y="343"/>
                      <a:pt x="372" y="344"/>
                    </a:cubicBezTo>
                    <a:lnTo>
                      <a:pt x="372" y="345"/>
                    </a:lnTo>
                    <a:close/>
                    <a:moveTo>
                      <a:pt x="209" y="338"/>
                    </a:moveTo>
                    <a:cubicBezTo>
                      <a:pt x="204" y="335"/>
                      <a:pt x="204" y="335"/>
                      <a:pt x="204" y="335"/>
                    </a:cubicBezTo>
                    <a:cubicBezTo>
                      <a:pt x="204" y="335"/>
                      <a:pt x="204" y="335"/>
                      <a:pt x="204" y="334"/>
                    </a:cubicBezTo>
                    <a:cubicBezTo>
                      <a:pt x="204" y="334"/>
                      <a:pt x="204" y="333"/>
                      <a:pt x="204" y="332"/>
                    </a:cubicBezTo>
                    <a:cubicBezTo>
                      <a:pt x="210" y="330"/>
                      <a:pt x="210" y="330"/>
                      <a:pt x="210" y="330"/>
                    </a:cubicBezTo>
                    <a:cubicBezTo>
                      <a:pt x="210" y="332"/>
                      <a:pt x="210" y="333"/>
                      <a:pt x="210" y="334"/>
                    </a:cubicBezTo>
                    <a:cubicBezTo>
                      <a:pt x="210" y="336"/>
                      <a:pt x="210" y="337"/>
                      <a:pt x="209" y="338"/>
                    </a:cubicBezTo>
                    <a:close/>
                    <a:moveTo>
                      <a:pt x="378" y="327"/>
                    </a:moveTo>
                    <a:cubicBezTo>
                      <a:pt x="373" y="326"/>
                      <a:pt x="373" y="326"/>
                      <a:pt x="373" y="326"/>
                    </a:cubicBezTo>
                    <a:cubicBezTo>
                      <a:pt x="373" y="326"/>
                      <a:pt x="373" y="325"/>
                      <a:pt x="373" y="323"/>
                    </a:cubicBezTo>
                    <a:cubicBezTo>
                      <a:pt x="373" y="322"/>
                      <a:pt x="373" y="321"/>
                      <a:pt x="373" y="320"/>
                    </a:cubicBezTo>
                    <a:cubicBezTo>
                      <a:pt x="379" y="322"/>
                      <a:pt x="379" y="322"/>
                      <a:pt x="379" y="322"/>
                    </a:cubicBezTo>
                    <a:cubicBezTo>
                      <a:pt x="379" y="322"/>
                      <a:pt x="379" y="323"/>
                      <a:pt x="379" y="323"/>
                    </a:cubicBezTo>
                    <a:cubicBezTo>
                      <a:pt x="379" y="325"/>
                      <a:pt x="379" y="326"/>
                      <a:pt x="378" y="327"/>
                    </a:cubicBezTo>
                    <a:close/>
                    <a:moveTo>
                      <a:pt x="209" y="320"/>
                    </a:moveTo>
                    <a:cubicBezTo>
                      <a:pt x="203" y="319"/>
                      <a:pt x="203" y="319"/>
                      <a:pt x="203" y="319"/>
                    </a:cubicBezTo>
                    <a:cubicBezTo>
                      <a:pt x="203" y="318"/>
                      <a:pt x="203" y="317"/>
                      <a:pt x="203" y="317"/>
                    </a:cubicBezTo>
                    <a:cubicBezTo>
                      <a:pt x="203" y="317"/>
                      <a:pt x="204" y="318"/>
                      <a:pt x="204" y="318"/>
                    </a:cubicBezTo>
                    <a:cubicBezTo>
                      <a:pt x="204" y="312"/>
                      <a:pt x="204" y="312"/>
                      <a:pt x="204" y="312"/>
                    </a:cubicBezTo>
                    <a:cubicBezTo>
                      <a:pt x="207" y="312"/>
                      <a:pt x="209" y="314"/>
                      <a:pt x="209" y="317"/>
                    </a:cubicBezTo>
                    <a:cubicBezTo>
                      <a:pt x="209" y="317"/>
                      <a:pt x="209" y="318"/>
                      <a:pt x="209" y="320"/>
                    </a:cubicBezTo>
                    <a:close/>
                    <a:moveTo>
                      <a:pt x="193" y="318"/>
                    </a:moveTo>
                    <a:cubicBezTo>
                      <a:pt x="190" y="314"/>
                      <a:pt x="190" y="314"/>
                      <a:pt x="190" y="314"/>
                    </a:cubicBezTo>
                    <a:cubicBezTo>
                      <a:pt x="190" y="313"/>
                      <a:pt x="190" y="313"/>
                      <a:pt x="191" y="312"/>
                    </a:cubicBezTo>
                    <a:cubicBezTo>
                      <a:pt x="192" y="311"/>
                      <a:pt x="193" y="310"/>
                      <a:pt x="194" y="310"/>
                    </a:cubicBezTo>
                    <a:cubicBezTo>
                      <a:pt x="197" y="314"/>
                      <a:pt x="197" y="314"/>
                      <a:pt x="197" y="314"/>
                    </a:cubicBezTo>
                    <a:cubicBezTo>
                      <a:pt x="197" y="315"/>
                      <a:pt x="196" y="316"/>
                      <a:pt x="195" y="316"/>
                    </a:cubicBezTo>
                    <a:cubicBezTo>
                      <a:pt x="194" y="317"/>
                      <a:pt x="194" y="318"/>
                      <a:pt x="193" y="318"/>
                    </a:cubicBezTo>
                    <a:close/>
                    <a:moveTo>
                      <a:pt x="385" y="313"/>
                    </a:moveTo>
                    <a:cubicBezTo>
                      <a:pt x="380" y="309"/>
                      <a:pt x="380" y="309"/>
                      <a:pt x="380" y="309"/>
                    </a:cubicBezTo>
                    <a:cubicBezTo>
                      <a:pt x="381" y="308"/>
                      <a:pt x="382" y="307"/>
                      <a:pt x="383" y="306"/>
                    </a:cubicBezTo>
                    <a:cubicBezTo>
                      <a:pt x="383" y="306"/>
                      <a:pt x="383" y="305"/>
                      <a:pt x="384" y="305"/>
                    </a:cubicBezTo>
                    <a:cubicBezTo>
                      <a:pt x="388" y="309"/>
                      <a:pt x="388" y="309"/>
                      <a:pt x="388" y="309"/>
                    </a:cubicBezTo>
                    <a:cubicBezTo>
                      <a:pt x="388" y="309"/>
                      <a:pt x="388" y="309"/>
                      <a:pt x="388" y="310"/>
                    </a:cubicBezTo>
                    <a:cubicBezTo>
                      <a:pt x="387" y="311"/>
                      <a:pt x="386" y="312"/>
                      <a:pt x="385" y="313"/>
                    </a:cubicBezTo>
                    <a:close/>
                    <a:moveTo>
                      <a:pt x="186" y="308"/>
                    </a:moveTo>
                    <a:cubicBezTo>
                      <a:pt x="186" y="308"/>
                      <a:pt x="186" y="307"/>
                      <a:pt x="183" y="305"/>
                    </a:cubicBezTo>
                    <a:cubicBezTo>
                      <a:pt x="186" y="300"/>
                      <a:pt x="186" y="300"/>
                      <a:pt x="186" y="300"/>
                    </a:cubicBezTo>
                    <a:cubicBezTo>
                      <a:pt x="189" y="302"/>
                      <a:pt x="191" y="304"/>
                      <a:pt x="192" y="306"/>
                    </a:cubicBezTo>
                    <a:lnTo>
                      <a:pt x="186" y="308"/>
                    </a:lnTo>
                    <a:close/>
                    <a:moveTo>
                      <a:pt x="390" y="301"/>
                    </a:moveTo>
                    <a:cubicBezTo>
                      <a:pt x="389" y="301"/>
                      <a:pt x="388" y="301"/>
                      <a:pt x="387" y="300"/>
                    </a:cubicBezTo>
                    <a:cubicBezTo>
                      <a:pt x="387" y="300"/>
                      <a:pt x="386" y="299"/>
                      <a:pt x="385" y="299"/>
                    </a:cubicBezTo>
                    <a:cubicBezTo>
                      <a:pt x="388" y="294"/>
                      <a:pt x="388" y="294"/>
                      <a:pt x="388" y="294"/>
                    </a:cubicBezTo>
                    <a:cubicBezTo>
                      <a:pt x="388" y="294"/>
                      <a:pt x="389" y="295"/>
                      <a:pt x="390" y="295"/>
                    </a:cubicBezTo>
                    <a:cubicBezTo>
                      <a:pt x="391" y="295"/>
                      <a:pt x="392" y="296"/>
                      <a:pt x="393" y="296"/>
                    </a:cubicBezTo>
                    <a:lnTo>
                      <a:pt x="390" y="301"/>
                    </a:lnTo>
                    <a:close/>
                    <a:moveTo>
                      <a:pt x="173" y="300"/>
                    </a:moveTo>
                    <a:cubicBezTo>
                      <a:pt x="172" y="299"/>
                      <a:pt x="172" y="299"/>
                      <a:pt x="172" y="299"/>
                    </a:cubicBezTo>
                    <a:cubicBezTo>
                      <a:pt x="170" y="298"/>
                      <a:pt x="169" y="298"/>
                      <a:pt x="168" y="297"/>
                    </a:cubicBezTo>
                    <a:cubicBezTo>
                      <a:pt x="171" y="292"/>
                      <a:pt x="171" y="292"/>
                      <a:pt x="171" y="292"/>
                    </a:cubicBezTo>
                    <a:cubicBezTo>
                      <a:pt x="172" y="293"/>
                      <a:pt x="173" y="293"/>
                      <a:pt x="174" y="294"/>
                    </a:cubicBezTo>
                    <a:cubicBezTo>
                      <a:pt x="176" y="295"/>
                      <a:pt x="176" y="295"/>
                      <a:pt x="176" y="295"/>
                    </a:cubicBezTo>
                    <a:lnTo>
                      <a:pt x="173" y="300"/>
                    </a:lnTo>
                    <a:close/>
                    <a:moveTo>
                      <a:pt x="425" y="297"/>
                    </a:moveTo>
                    <a:cubicBezTo>
                      <a:pt x="423" y="296"/>
                      <a:pt x="422" y="296"/>
                      <a:pt x="421" y="296"/>
                    </a:cubicBezTo>
                    <a:cubicBezTo>
                      <a:pt x="424" y="290"/>
                      <a:pt x="424" y="290"/>
                      <a:pt x="424" y="290"/>
                    </a:cubicBezTo>
                    <a:cubicBezTo>
                      <a:pt x="425" y="291"/>
                      <a:pt x="426" y="291"/>
                      <a:pt x="427" y="292"/>
                    </a:cubicBezTo>
                    <a:lnTo>
                      <a:pt x="425" y="297"/>
                    </a:lnTo>
                    <a:close/>
                    <a:moveTo>
                      <a:pt x="411" y="290"/>
                    </a:moveTo>
                    <a:cubicBezTo>
                      <a:pt x="409" y="289"/>
                      <a:pt x="407" y="288"/>
                      <a:pt x="405" y="287"/>
                    </a:cubicBezTo>
                    <a:cubicBezTo>
                      <a:pt x="408" y="282"/>
                      <a:pt x="408" y="282"/>
                      <a:pt x="408" y="282"/>
                    </a:cubicBezTo>
                    <a:cubicBezTo>
                      <a:pt x="410" y="283"/>
                      <a:pt x="411" y="284"/>
                      <a:pt x="413" y="285"/>
                    </a:cubicBezTo>
                    <a:lnTo>
                      <a:pt x="411" y="290"/>
                    </a:lnTo>
                    <a:close/>
                    <a:moveTo>
                      <a:pt x="374" y="290"/>
                    </a:moveTo>
                    <a:cubicBezTo>
                      <a:pt x="374" y="289"/>
                      <a:pt x="374" y="289"/>
                      <a:pt x="374" y="289"/>
                    </a:cubicBezTo>
                    <a:cubicBezTo>
                      <a:pt x="374" y="287"/>
                      <a:pt x="376" y="285"/>
                      <a:pt x="377" y="285"/>
                    </a:cubicBezTo>
                    <a:cubicBezTo>
                      <a:pt x="377" y="285"/>
                      <a:pt x="377" y="284"/>
                      <a:pt x="377" y="284"/>
                    </a:cubicBezTo>
                    <a:cubicBezTo>
                      <a:pt x="377" y="284"/>
                      <a:pt x="378" y="283"/>
                      <a:pt x="379" y="282"/>
                    </a:cubicBezTo>
                    <a:cubicBezTo>
                      <a:pt x="383" y="287"/>
                      <a:pt x="383" y="287"/>
                      <a:pt x="383" y="287"/>
                    </a:cubicBezTo>
                    <a:cubicBezTo>
                      <a:pt x="382" y="287"/>
                      <a:pt x="382" y="287"/>
                      <a:pt x="382" y="287"/>
                    </a:cubicBezTo>
                    <a:cubicBezTo>
                      <a:pt x="382" y="288"/>
                      <a:pt x="381" y="289"/>
                      <a:pt x="380" y="289"/>
                    </a:cubicBezTo>
                    <a:cubicBezTo>
                      <a:pt x="380" y="289"/>
                      <a:pt x="380" y="289"/>
                      <a:pt x="380" y="289"/>
                    </a:cubicBezTo>
                    <a:cubicBezTo>
                      <a:pt x="380" y="289"/>
                      <a:pt x="380" y="289"/>
                      <a:pt x="380" y="289"/>
                    </a:cubicBezTo>
                    <a:lnTo>
                      <a:pt x="374" y="290"/>
                    </a:lnTo>
                    <a:close/>
                    <a:moveTo>
                      <a:pt x="160" y="286"/>
                    </a:moveTo>
                    <a:cubicBezTo>
                      <a:pt x="160" y="285"/>
                      <a:pt x="160" y="285"/>
                      <a:pt x="160" y="285"/>
                    </a:cubicBezTo>
                    <a:cubicBezTo>
                      <a:pt x="160" y="282"/>
                      <a:pt x="161" y="280"/>
                      <a:pt x="162" y="278"/>
                    </a:cubicBezTo>
                    <a:cubicBezTo>
                      <a:pt x="167" y="282"/>
                      <a:pt x="167" y="282"/>
                      <a:pt x="167" y="282"/>
                    </a:cubicBezTo>
                    <a:cubicBezTo>
                      <a:pt x="166" y="283"/>
                      <a:pt x="166" y="284"/>
                      <a:pt x="166" y="285"/>
                    </a:cubicBezTo>
                    <a:cubicBezTo>
                      <a:pt x="166" y="285"/>
                      <a:pt x="166" y="285"/>
                      <a:pt x="166" y="285"/>
                    </a:cubicBezTo>
                    <a:lnTo>
                      <a:pt x="160" y="286"/>
                    </a:lnTo>
                    <a:close/>
                    <a:moveTo>
                      <a:pt x="392" y="282"/>
                    </a:moveTo>
                    <a:cubicBezTo>
                      <a:pt x="390" y="276"/>
                      <a:pt x="390" y="276"/>
                      <a:pt x="390" y="276"/>
                    </a:cubicBezTo>
                    <a:cubicBezTo>
                      <a:pt x="393" y="275"/>
                      <a:pt x="395" y="275"/>
                      <a:pt x="398" y="276"/>
                    </a:cubicBezTo>
                    <a:cubicBezTo>
                      <a:pt x="396" y="282"/>
                      <a:pt x="396" y="282"/>
                      <a:pt x="396" y="282"/>
                    </a:cubicBezTo>
                    <a:cubicBezTo>
                      <a:pt x="394" y="281"/>
                      <a:pt x="394" y="281"/>
                      <a:pt x="392" y="282"/>
                    </a:cubicBezTo>
                    <a:close/>
                    <a:moveTo>
                      <a:pt x="176" y="275"/>
                    </a:moveTo>
                    <a:cubicBezTo>
                      <a:pt x="172" y="271"/>
                      <a:pt x="172" y="271"/>
                      <a:pt x="172" y="271"/>
                    </a:cubicBezTo>
                    <a:cubicBezTo>
                      <a:pt x="172" y="270"/>
                      <a:pt x="173" y="269"/>
                      <a:pt x="174" y="268"/>
                    </a:cubicBezTo>
                    <a:cubicBezTo>
                      <a:pt x="176" y="267"/>
                      <a:pt x="176" y="267"/>
                      <a:pt x="176" y="267"/>
                    </a:cubicBezTo>
                    <a:cubicBezTo>
                      <a:pt x="180" y="271"/>
                      <a:pt x="180" y="271"/>
                      <a:pt x="180" y="271"/>
                    </a:cubicBezTo>
                    <a:cubicBezTo>
                      <a:pt x="178" y="272"/>
                      <a:pt x="178" y="272"/>
                      <a:pt x="178" y="272"/>
                    </a:cubicBezTo>
                    <a:cubicBezTo>
                      <a:pt x="177" y="273"/>
                      <a:pt x="176" y="274"/>
                      <a:pt x="176" y="275"/>
                    </a:cubicBezTo>
                    <a:close/>
                    <a:moveTo>
                      <a:pt x="188" y="261"/>
                    </a:moveTo>
                    <a:cubicBezTo>
                      <a:pt x="183" y="259"/>
                      <a:pt x="183" y="259"/>
                      <a:pt x="183" y="259"/>
                    </a:cubicBezTo>
                    <a:cubicBezTo>
                      <a:pt x="183" y="258"/>
                      <a:pt x="184" y="256"/>
                      <a:pt x="184" y="254"/>
                    </a:cubicBezTo>
                    <a:cubicBezTo>
                      <a:pt x="190" y="255"/>
                      <a:pt x="190" y="255"/>
                      <a:pt x="190" y="255"/>
                    </a:cubicBezTo>
                    <a:cubicBezTo>
                      <a:pt x="189" y="257"/>
                      <a:pt x="189" y="260"/>
                      <a:pt x="188" y="261"/>
                    </a:cubicBezTo>
                    <a:close/>
                    <a:moveTo>
                      <a:pt x="183" y="245"/>
                    </a:moveTo>
                    <a:cubicBezTo>
                      <a:pt x="182" y="244"/>
                      <a:pt x="182" y="244"/>
                      <a:pt x="181" y="243"/>
                    </a:cubicBezTo>
                    <a:cubicBezTo>
                      <a:pt x="180" y="243"/>
                      <a:pt x="179" y="243"/>
                      <a:pt x="179" y="242"/>
                    </a:cubicBezTo>
                    <a:cubicBezTo>
                      <a:pt x="182" y="238"/>
                      <a:pt x="182" y="238"/>
                      <a:pt x="182" y="238"/>
                    </a:cubicBezTo>
                    <a:cubicBezTo>
                      <a:pt x="182" y="238"/>
                      <a:pt x="183" y="238"/>
                      <a:pt x="183" y="238"/>
                    </a:cubicBezTo>
                    <a:cubicBezTo>
                      <a:pt x="185" y="239"/>
                      <a:pt x="187" y="240"/>
                      <a:pt x="188" y="242"/>
                    </a:cubicBezTo>
                    <a:lnTo>
                      <a:pt x="183" y="245"/>
                    </a:lnTo>
                    <a:close/>
                    <a:moveTo>
                      <a:pt x="216" y="241"/>
                    </a:moveTo>
                    <a:cubicBezTo>
                      <a:pt x="214" y="241"/>
                      <a:pt x="211" y="240"/>
                      <a:pt x="210" y="238"/>
                    </a:cubicBezTo>
                    <a:cubicBezTo>
                      <a:pt x="209" y="238"/>
                      <a:pt x="209" y="238"/>
                      <a:pt x="209" y="238"/>
                    </a:cubicBezTo>
                    <a:cubicBezTo>
                      <a:pt x="209" y="237"/>
                      <a:pt x="209" y="237"/>
                      <a:pt x="209" y="237"/>
                    </a:cubicBezTo>
                    <a:cubicBezTo>
                      <a:pt x="211" y="236"/>
                      <a:pt x="211" y="236"/>
                      <a:pt x="211" y="236"/>
                    </a:cubicBezTo>
                    <a:cubicBezTo>
                      <a:pt x="213" y="233"/>
                      <a:pt x="213" y="233"/>
                      <a:pt x="213" y="233"/>
                    </a:cubicBezTo>
                    <a:cubicBezTo>
                      <a:pt x="213" y="234"/>
                      <a:pt x="213" y="234"/>
                      <a:pt x="213" y="234"/>
                    </a:cubicBezTo>
                    <a:cubicBezTo>
                      <a:pt x="214" y="234"/>
                      <a:pt x="216" y="235"/>
                      <a:pt x="217" y="236"/>
                    </a:cubicBezTo>
                    <a:lnTo>
                      <a:pt x="216" y="241"/>
                    </a:lnTo>
                    <a:close/>
                    <a:moveTo>
                      <a:pt x="184" y="233"/>
                    </a:moveTo>
                    <a:cubicBezTo>
                      <a:pt x="183" y="233"/>
                      <a:pt x="182" y="233"/>
                      <a:pt x="181" y="233"/>
                    </a:cubicBezTo>
                    <a:cubicBezTo>
                      <a:pt x="180" y="233"/>
                      <a:pt x="180" y="233"/>
                      <a:pt x="179" y="233"/>
                    </a:cubicBezTo>
                    <a:cubicBezTo>
                      <a:pt x="178" y="227"/>
                      <a:pt x="178" y="227"/>
                      <a:pt x="178" y="227"/>
                    </a:cubicBezTo>
                    <a:cubicBezTo>
                      <a:pt x="179" y="227"/>
                      <a:pt x="180" y="227"/>
                      <a:pt x="182" y="227"/>
                    </a:cubicBezTo>
                    <a:cubicBezTo>
                      <a:pt x="183" y="227"/>
                      <a:pt x="184" y="228"/>
                      <a:pt x="185" y="228"/>
                    </a:cubicBezTo>
                    <a:lnTo>
                      <a:pt x="184" y="233"/>
                    </a:lnTo>
                    <a:close/>
                    <a:moveTo>
                      <a:pt x="201" y="233"/>
                    </a:moveTo>
                    <a:cubicBezTo>
                      <a:pt x="201" y="233"/>
                      <a:pt x="201" y="233"/>
                      <a:pt x="200" y="233"/>
                    </a:cubicBezTo>
                    <a:cubicBezTo>
                      <a:pt x="198" y="233"/>
                      <a:pt x="197" y="232"/>
                      <a:pt x="195" y="232"/>
                    </a:cubicBezTo>
                    <a:cubicBezTo>
                      <a:pt x="196" y="227"/>
                      <a:pt x="196" y="227"/>
                      <a:pt x="196" y="227"/>
                    </a:cubicBezTo>
                    <a:cubicBezTo>
                      <a:pt x="197" y="227"/>
                      <a:pt x="199" y="227"/>
                      <a:pt x="200" y="227"/>
                    </a:cubicBezTo>
                    <a:cubicBezTo>
                      <a:pt x="201" y="227"/>
                      <a:pt x="201" y="227"/>
                      <a:pt x="202" y="227"/>
                    </a:cubicBezTo>
                    <a:lnTo>
                      <a:pt x="201" y="233"/>
                    </a:lnTo>
                    <a:close/>
                    <a:moveTo>
                      <a:pt x="225" y="233"/>
                    </a:moveTo>
                    <a:cubicBezTo>
                      <a:pt x="220" y="230"/>
                      <a:pt x="220" y="230"/>
                      <a:pt x="220" y="230"/>
                    </a:cubicBezTo>
                    <a:cubicBezTo>
                      <a:pt x="221" y="229"/>
                      <a:pt x="221" y="228"/>
                      <a:pt x="222" y="227"/>
                    </a:cubicBezTo>
                    <a:cubicBezTo>
                      <a:pt x="222" y="227"/>
                      <a:pt x="223" y="227"/>
                      <a:pt x="223" y="225"/>
                    </a:cubicBezTo>
                    <a:cubicBezTo>
                      <a:pt x="229" y="227"/>
                      <a:pt x="229" y="227"/>
                      <a:pt x="229" y="227"/>
                    </a:cubicBezTo>
                    <a:cubicBezTo>
                      <a:pt x="228" y="228"/>
                      <a:pt x="227" y="231"/>
                      <a:pt x="226" y="232"/>
                    </a:cubicBezTo>
                    <a:cubicBezTo>
                      <a:pt x="226" y="232"/>
                      <a:pt x="226" y="232"/>
                      <a:pt x="226" y="232"/>
                    </a:cubicBezTo>
                    <a:cubicBezTo>
                      <a:pt x="226" y="232"/>
                      <a:pt x="225" y="232"/>
                      <a:pt x="225" y="233"/>
                    </a:cubicBezTo>
                    <a:close/>
                    <a:moveTo>
                      <a:pt x="218" y="222"/>
                    </a:moveTo>
                    <a:cubicBezTo>
                      <a:pt x="216" y="222"/>
                      <a:pt x="215" y="221"/>
                      <a:pt x="215" y="219"/>
                    </a:cubicBezTo>
                    <a:cubicBezTo>
                      <a:pt x="220" y="218"/>
                      <a:pt x="220" y="218"/>
                      <a:pt x="220" y="218"/>
                    </a:cubicBezTo>
                    <a:cubicBezTo>
                      <a:pt x="220" y="217"/>
                      <a:pt x="219" y="216"/>
                      <a:pt x="218" y="216"/>
                    </a:cubicBezTo>
                    <a:cubicBezTo>
                      <a:pt x="218" y="216"/>
                      <a:pt x="218" y="216"/>
                      <a:pt x="218" y="216"/>
                    </a:cubicBezTo>
                    <a:cubicBezTo>
                      <a:pt x="218" y="216"/>
                      <a:pt x="218" y="216"/>
                      <a:pt x="219" y="216"/>
                    </a:cubicBezTo>
                    <a:cubicBezTo>
                      <a:pt x="220" y="215"/>
                      <a:pt x="221" y="215"/>
                      <a:pt x="221" y="215"/>
                    </a:cubicBezTo>
                    <a:cubicBezTo>
                      <a:pt x="223" y="220"/>
                      <a:pt x="223" y="220"/>
                      <a:pt x="223" y="220"/>
                    </a:cubicBezTo>
                    <a:cubicBezTo>
                      <a:pt x="223" y="220"/>
                      <a:pt x="222" y="221"/>
                      <a:pt x="222" y="221"/>
                    </a:cubicBezTo>
                    <a:cubicBezTo>
                      <a:pt x="220" y="222"/>
                      <a:pt x="219" y="222"/>
                      <a:pt x="218" y="222"/>
                    </a:cubicBezTo>
                    <a:close/>
                    <a:moveTo>
                      <a:pt x="184" y="222"/>
                    </a:moveTo>
                    <a:cubicBezTo>
                      <a:pt x="183" y="222"/>
                      <a:pt x="181" y="221"/>
                      <a:pt x="180" y="221"/>
                    </a:cubicBezTo>
                    <a:cubicBezTo>
                      <a:pt x="179" y="221"/>
                      <a:pt x="179" y="221"/>
                      <a:pt x="178" y="221"/>
                    </a:cubicBezTo>
                    <a:cubicBezTo>
                      <a:pt x="179" y="215"/>
                      <a:pt x="179" y="215"/>
                      <a:pt x="179" y="215"/>
                    </a:cubicBezTo>
                    <a:cubicBezTo>
                      <a:pt x="180" y="215"/>
                      <a:pt x="180" y="215"/>
                      <a:pt x="181" y="215"/>
                    </a:cubicBezTo>
                    <a:cubicBezTo>
                      <a:pt x="183" y="216"/>
                      <a:pt x="184" y="216"/>
                      <a:pt x="185" y="216"/>
                    </a:cubicBezTo>
                    <a:lnTo>
                      <a:pt x="184" y="222"/>
                    </a:lnTo>
                    <a:close/>
                    <a:moveTo>
                      <a:pt x="162" y="222"/>
                    </a:moveTo>
                    <a:cubicBezTo>
                      <a:pt x="162" y="222"/>
                      <a:pt x="161" y="222"/>
                      <a:pt x="161" y="222"/>
                    </a:cubicBezTo>
                    <a:cubicBezTo>
                      <a:pt x="162" y="216"/>
                      <a:pt x="162" y="216"/>
                      <a:pt x="162" y="216"/>
                    </a:cubicBezTo>
                    <a:cubicBezTo>
                      <a:pt x="162" y="216"/>
                      <a:pt x="164" y="216"/>
                      <a:pt x="166" y="215"/>
                    </a:cubicBezTo>
                    <a:cubicBezTo>
                      <a:pt x="167" y="215"/>
                      <a:pt x="167" y="215"/>
                      <a:pt x="167" y="215"/>
                    </a:cubicBezTo>
                    <a:cubicBezTo>
                      <a:pt x="168" y="221"/>
                      <a:pt x="168" y="221"/>
                      <a:pt x="168" y="221"/>
                    </a:cubicBezTo>
                    <a:cubicBezTo>
                      <a:pt x="167" y="221"/>
                      <a:pt x="167" y="221"/>
                      <a:pt x="167" y="221"/>
                    </a:cubicBezTo>
                    <a:cubicBezTo>
                      <a:pt x="165" y="221"/>
                      <a:pt x="163" y="222"/>
                      <a:pt x="162" y="222"/>
                    </a:cubicBezTo>
                    <a:close/>
                    <a:moveTo>
                      <a:pt x="151" y="213"/>
                    </a:moveTo>
                    <a:cubicBezTo>
                      <a:pt x="148" y="210"/>
                      <a:pt x="147" y="208"/>
                      <a:pt x="147" y="206"/>
                    </a:cubicBezTo>
                    <a:cubicBezTo>
                      <a:pt x="153" y="206"/>
                      <a:pt x="153" y="206"/>
                      <a:pt x="153" y="206"/>
                    </a:cubicBezTo>
                    <a:cubicBezTo>
                      <a:pt x="153" y="206"/>
                      <a:pt x="154" y="208"/>
                      <a:pt x="155" y="209"/>
                    </a:cubicBezTo>
                    <a:lnTo>
                      <a:pt x="151" y="213"/>
                    </a:lnTo>
                    <a:close/>
                    <a:moveTo>
                      <a:pt x="192" y="211"/>
                    </a:moveTo>
                    <a:cubicBezTo>
                      <a:pt x="186" y="211"/>
                      <a:pt x="186" y="211"/>
                      <a:pt x="186" y="211"/>
                    </a:cubicBezTo>
                    <a:cubicBezTo>
                      <a:pt x="186" y="209"/>
                      <a:pt x="186" y="205"/>
                      <a:pt x="189" y="203"/>
                    </a:cubicBezTo>
                    <a:cubicBezTo>
                      <a:pt x="192" y="208"/>
                      <a:pt x="192" y="208"/>
                      <a:pt x="192" y="208"/>
                    </a:cubicBezTo>
                    <a:cubicBezTo>
                      <a:pt x="192" y="208"/>
                      <a:pt x="192" y="208"/>
                      <a:pt x="192" y="208"/>
                    </a:cubicBezTo>
                    <a:cubicBezTo>
                      <a:pt x="192" y="208"/>
                      <a:pt x="192" y="209"/>
                      <a:pt x="192" y="211"/>
                    </a:cubicBezTo>
                    <a:close/>
                    <a:moveTo>
                      <a:pt x="213" y="211"/>
                    </a:moveTo>
                    <a:cubicBezTo>
                      <a:pt x="212" y="210"/>
                      <a:pt x="212" y="210"/>
                      <a:pt x="212" y="210"/>
                    </a:cubicBezTo>
                    <a:cubicBezTo>
                      <a:pt x="212" y="210"/>
                      <a:pt x="211" y="210"/>
                      <a:pt x="211" y="209"/>
                    </a:cubicBezTo>
                    <a:cubicBezTo>
                      <a:pt x="209" y="208"/>
                      <a:pt x="209" y="207"/>
                      <a:pt x="208" y="206"/>
                    </a:cubicBezTo>
                    <a:cubicBezTo>
                      <a:pt x="208" y="206"/>
                      <a:pt x="208" y="205"/>
                      <a:pt x="208" y="205"/>
                    </a:cubicBezTo>
                    <a:cubicBezTo>
                      <a:pt x="214" y="203"/>
                      <a:pt x="214" y="203"/>
                      <a:pt x="214" y="203"/>
                    </a:cubicBezTo>
                    <a:cubicBezTo>
                      <a:pt x="214" y="203"/>
                      <a:pt x="214" y="204"/>
                      <a:pt x="214" y="204"/>
                    </a:cubicBezTo>
                    <a:cubicBezTo>
                      <a:pt x="214" y="204"/>
                      <a:pt x="214" y="205"/>
                      <a:pt x="214" y="205"/>
                    </a:cubicBezTo>
                    <a:cubicBezTo>
                      <a:pt x="215" y="205"/>
                      <a:pt x="215" y="205"/>
                      <a:pt x="215" y="205"/>
                    </a:cubicBezTo>
                    <a:cubicBezTo>
                      <a:pt x="216" y="206"/>
                      <a:pt x="216" y="206"/>
                      <a:pt x="216" y="206"/>
                    </a:cubicBezTo>
                    <a:lnTo>
                      <a:pt x="213" y="211"/>
                    </a:lnTo>
                    <a:close/>
                    <a:moveTo>
                      <a:pt x="198" y="199"/>
                    </a:moveTo>
                    <a:cubicBezTo>
                      <a:pt x="196" y="194"/>
                      <a:pt x="196" y="194"/>
                      <a:pt x="196" y="194"/>
                    </a:cubicBezTo>
                    <a:cubicBezTo>
                      <a:pt x="197" y="194"/>
                      <a:pt x="198" y="193"/>
                      <a:pt x="199" y="193"/>
                    </a:cubicBezTo>
                    <a:cubicBezTo>
                      <a:pt x="200" y="193"/>
                      <a:pt x="200" y="193"/>
                      <a:pt x="200" y="193"/>
                    </a:cubicBezTo>
                    <a:cubicBezTo>
                      <a:pt x="201" y="193"/>
                      <a:pt x="202" y="193"/>
                      <a:pt x="203" y="193"/>
                    </a:cubicBezTo>
                    <a:cubicBezTo>
                      <a:pt x="203" y="199"/>
                      <a:pt x="203" y="199"/>
                      <a:pt x="203" y="199"/>
                    </a:cubicBezTo>
                    <a:cubicBezTo>
                      <a:pt x="202" y="199"/>
                      <a:pt x="201" y="199"/>
                      <a:pt x="200" y="199"/>
                    </a:cubicBezTo>
                    <a:cubicBezTo>
                      <a:pt x="200" y="199"/>
                      <a:pt x="199" y="199"/>
                      <a:pt x="199" y="199"/>
                    </a:cubicBezTo>
                    <a:cubicBezTo>
                      <a:pt x="199" y="199"/>
                      <a:pt x="199" y="199"/>
                      <a:pt x="198" y="199"/>
                    </a:cubicBezTo>
                    <a:close/>
                    <a:moveTo>
                      <a:pt x="148" y="196"/>
                    </a:moveTo>
                    <a:cubicBezTo>
                      <a:pt x="147" y="195"/>
                      <a:pt x="147" y="194"/>
                      <a:pt x="146" y="193"/>
                    </a:cubicBezTo>
                    <a:cubicBezTo>
                      <a:pt x="145" y="192"/>
                      <a:pt x="145" y="191"/>
                      <a:pt x="144" y="190"/>
                    </a:cubicBezTo>
                    <a:cubicBezTo>
                      <a:pt x="150" y="189"/>
                      <a:pt x="150" y="189"/>
                      <a:pt x="150" y="189"/>
                    </a:cubicBezTo>
                    <a:cubicBezTo>
                      <a:pt x="150" y="189"/>
                      <a:pt x="150" y="189"/>
                      <a:pt x="150" y="189"/>
                    </a:cubicBezTo>
                    <a:cubicBezTo>
                      <a:pt x="151" y="191"/>
                      <a:pt x="152" y="192"/>
                      <a:pt x="153" y="193"/>
                    </a:cubicBezTo>
                    <a:lnTo>
                      <a:pt x="148" y="196"/>
                    </a:lnTo>
                    <a:close/>
                    <a:moveTo>
                      <a:pt x="129" y="187"/>
                    </a:moveTo>
                    <a:cubicBezTo>
                      <a:pt x="127" y="186"/>
                      <a:pt x="125" y="183"/>
                      <a:pt x="125" y="181"/>
                    </a:cubicBezTo>
                    <a:cubicBezTo>
                      <a:pt x="130" y="179"/>
                      <a:pt x="130" y="179"/>
                      <a:pt x="130" y="179"/>
                    </a:cubicBezTo>
                    <a:cubicBezTo>
                      <a:pt x="131" y="181"/>
                      <a:pt x="132" y="182"/>
                      <a:pt x="132" y="182"/>
                    </a:cubicBezTo>
                    <a:lnTo>
                      <a:pt x="129" y="187"/>
                    </a:lnTo>
                    <a:close/>
                    <a:moveTo>
                      <a:pt x="142" y="182"/>
                    </a:moveTo>
                    <a:cubicBezTo>
                      <a:pt x="138" y="178"/>
                      <a:pt x="138" y="178"/>
                      <a:pt x="138" y="178"/>
                    </a:cubicBezTo>
                    <a:cubicBezTo>
                      <a:pt x="139" y="177"/>
                      <a:pt x="141" y="176"/>
                      <a:pt x="143" y="176"/>
                    </a:cubicBezTo>
                    <a:cubicBezTo>
                      <a:pt x="144" y="176"/>
                      <a:pt x="145" y="176"/>
                      <a:pt x="146" y="177"/>
                    </a:cubicBezTo>
                    <a:cubicBezTo>
                      <a:pt x="144" y="182"/>
                      <a:pt x="144" y="182"/>
                      <a:pt x="144" y="182"/>
                    </a:cubicBezTo>
                    <a:cubicBezTo>
                      <a:pt x="143" y="182"/>
                      <a:pt x="143" y="182"/>
                      <a:pt x="143" y="182"/>
                    </a:cubicBezTo>
                    <a:cubicBezTo>
                      <a:pt x="143" y="182"/>
                      <a:pt x="142" y="182"/>
                      <a:pt x="142" y="182"/>
                    </a:cubicBezTo>
                    <a:close/>
                    <a:moveTo>
                      <a:pt x="131" y="171"/>
                    </a:moveTo>
                    <a:cubicBezTo>
                      <a:pt x="126" y="167"/>
                      <a:pt x="126" y="167"/>
                      <a:pt x="126" y="167"/>
                    </a:cubicBezTo>
                    <a:cubicBezTo>
                      <a:pt x="126" y="166"/>
                      <a:pt x="127" y="166"/>
                      <a:pt x="127" y="165"/>
                    </a:cubicBezTo>
                    <a:cubicBezTo>
                      <a:pt x="128" y="164"/>
                      <a:pt x="128" y="164"/>
                      <a:pt x="128" y="164"/>
                    </a:cubicBezTo>
                    <a:cubicBezTo>
                      <a:pt x="128" y="164"/>
                      <a:pt x="129" y="163"/>
                      <a:pt x="129" y="163"/>
                    </a:cubicBezTo>
                    <a:cubicBezTo>
                      <a:pt x="134" y="165"/>
                      <a:pt x="134" y="165"/>
                      <a:pt x="134" y="165"/>
                    </a:cubicBezTo>
                    <a:cubicBezTo>
                      <a:pt x="134" y="166"/>
                      <a:pt x="133" y="167"/>
                      <a:pt x="133" y="168"/>
                    </a:cubicBezTo>
                    <a:cubicBezTo>
                      <a:pt x="132" y="169"/>
                      <a:pt x="132" y="169"/>
                      <a:pt x="132" y="169"/>
                    </a:cubicBezTo>
                    <a:cubicBezTo>
                      <a:pt x="132" y="169"/>
                      <a:pt x="131" y="170"/>
                      <a:pt x="131" y="171"/>
                    </a:cubicBezTo>
                    <a:close/>
                    <a:moveTo>
                      <a:pt x="137" y="159"/>
                    </a:moveTo>
                    <a:cubicBezTo>
                      <a:pt x="137" y="159"/>
                      <a:pt x="137" y="159"/>
                      <a:pt x="137" y="159"/>
                    </a:cubicBezTo>
                    <a:cubicBezTo>
                      <a:pt x="135" y="159"/>
                      <a:pt x="134" y="159"/>
                      <a:pt x="132" y="158"/>
                    </a:cubicBezTo>
                    <a:cubicBezTo>
                      <a:pt x="132" y="157"/>
                      <a:pt x="132" y="157"/>
                      <a:pt x="132" y="157"/>
                    </a:cubicBezTo>
                    <a:cubicBezTo>
                      <a:pt x="135" y="152"/>
                      <a:pt x="135" y="152"/>
                      <a:pt x="135" y="152"/>
                    </a:cubicBezTo>
                    <a:cubicBezTo>
                      <a:pt x="135" y="152"/>
                      <a:pt x="136" y="153"/>
                      <a:pt x="136" y="153"/>
                    </a:cubicBezTo>
                    <a:cubicBezTo>
                      <a:pt x="136" y="153"/>
                      <a:pt x="137" y="153"/>
                      <a:pt x="137" y="153"/>
                    </a:cubicBezTo>
                    <a:cubicBezTo>
                      <a:pt x="136" y="153"/>
                      <a:pt x="136" y="154"/>
                      <a:pt x="135" y="154"/>
                    </a:cubicBez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0" y="158"/>
                      <a:pt x="138" y="159"/>
                      <a:pt x="137" y="159"/>
                    </a:cubicBezTo>
                    <a:close/>
                    <a:moveTo>
                      <a:pt x="138" y="145"/>
                    </a:moveTo>
                    <a:cubicBezTo>
                      <a:pt x="138" y="145"/>
                      <a:pt x="138" y="145"/>
                      <a:pt x="138" y="145"/>
                    </a:cubicBezTo>
                    <a:cubicBezTo>
                      <a:pt x="132" y="144"/>
                      <a:pt x="132" y="144"/>
                      <a:pt x="132" y="144"/>
                    </a:cubicBezTo>
                    <a:cubicBezTo>
                      <a:pt x="133" y="142"/>
                      <a:pt x="135" y="140"/>
                      <a:pt x="136" y="140"/>
                    </a:cubicBezTo>
                    <a:cubicBezTo>
                      <a:pt x="136" y="140"/>
                      <a:pt x="136" y="139"/>
                      <a:pt x="137" y="139"/>
                    </a:cubicBezTo>
                    <a:cubicBezTo>
                      <a:pt x="142" y="142"/>
                      <a:pt x="142" y="142"/>
                      <a:pt x="142" y="142"/>
                    </a:cubicBezTo>
                    <a:cubicBezTo>
                      <a:pt x="141" y="144"/>
                      <a:pt x="139" y="145"/>
                      <a:pt x="138" y="145"/>
                    </a:cubicBezTo>
                    <a:cubicBezTo>
                      <a:pt x="138" y="145"/>
                      <a:pt x="138" y="145"/>
                      <a:pt x="138" y="145"/>
                    </a:cubicBezTo>
                    <a:close/>
                    <a:moveTo>
                      <a:pt x="118" y="139"/>
                    </a:moveTo>
                    <a:cubicBezTo>
                      <a:pt x="116" y="138"/>
                      <a:pt x="114" y="138"/>
                      <a:pt x="112" y="138"/>
                    </a:cubicBezTo>
                    <a:cubicBezTo>
                      <a:pt x="113" y="132"/>
                      <a:pt x="113" y="132"/>
                      <a:pt x="113" y="132"/>
                    </a:cubicBezTo>
                    <a:cubicBezTo>
                      <a:pt x="113" y="132"/>
                      <a:pt x="114" y="132"/>
                      <a:pt x="114" y="132"/>
                    </a:cubicBezTo>
                    <a:cubicBezTo>
                      <a:pt x="116" y="132"/>
                      <a:pt x="118" y="133"/>
                      <a:pt x="119" y="133"/>
                    </a:cubicBezTo>
                    <a:lnTo>
                      <a:pt x="118" y="139"/>
                    </a:lnTo>
                    <a:close/>
                    <a:moveTo>
                      <a:pt x="131" y="136"/>
                    </a:moveTo>
                    <a:cubicBezTo>
                      <a:pt x="128" y="132"/>
                      <a:pt x="128" y="132"/>
                      <a:pt x="128" y="132"/>
                    </a:cubicBezTo>
                    <a:cubicBezTo>
                      <a:pt x="130" y="130"/>
                      <a:pt x="132" y="129"/>
                      <a:pt x="135" y="129"/>
                    </a:cubicBezTo>
                    <a:cubicBezTo>
                      <a:pt x="135" y="129"/>
                      <a:pt x="135" y="129"/>
                      <a:pt x="135" y="129"/>
                    </a:cubicBezTo>
                    <a:cubicBezTo>
                      <a:pt x="135" y="135"/>
                      <a:pt x="135" y="135"/>
                      <a:pt x="135" y="135"/>
                    </a:cubicBezTo>
                    <a:cubicBezTo>
                      <a:pt x="134" y="135"/>
                      <a:pt x="133" y="135"/>
                      <a:pt x="131" y="136"/>
                    </a:cubicBezTo>
                    <a:close/>
                    <a:moveTo>
                      <a:pt x="105" y="126"/>
                    </a:moveTo>
                    <a:cubicBezTo>
                      <a:pt x="105" y="126"/>
                      <a:pt x="105" y="125"/>
                      <a:pt x="105" y="125"/>
                    </a:cubicBezTo>
                    <a:cubicBezTo>
                      <a:pt x="105" y="125"/>
                      <a:pt x="105" y="125"/>
                      <a:pt x="104" y="124"/>
                    </a:cubicBezTo>
                    <a:cubicBezTo>
                      <a:pt x="104" y="124"/>
                      <a:pt x="103" y="124"/>
                      <a:pt x="103" y="123"/>
                    </a:cubicBezTo>
                    <a:cubicBezTo>
                      <a:pt x="107" y="119"/>
                      <a:pt x="107" y="119"/>
                      <a:pt x="107" y="119"/>
                    </a:cubicBezTo>
                    <a:cubicBezTo>
                      <a:pt x="107" y="119"/>
                      <a:pt x="108" y="120"/>
                      <a:pt x="108" y="120"/>
                    </a:cubicBezTo>
                    <a:cubicBezTo>
                      <a:pt x="108" y="120"/>
                      <a:pt x="109" y="121"/>
                      <a:pt x="109" y="121"/>
                    </a:cubicBezTo>
                    <a:cubicBezTo>
                      <a:pt x="110" y="122"/>
                      <a:pt x="111" y="123"/>
                      <a:pt x="111" y="125"/>
                    </a:cubicBezTo>
                    <a:lnTo>
                      <a:pt x="105" y="126"/>
                    </a:lnTo>
                    <a:close/>
                    <a:moveTo>
                      <a:pt x="95" y="118"/>
                    </a:moveTo>
                    <a:cubicBezTo>
                      <a:pt x="93" y="118"/>
                      <a:pt x="91" y="117"/>
                      <a:pt x="90" y="116"/>
                    </a:cubicBezTo>
                    <a:cubicBezTo>
                      <a:pt x="94" y="111"/>
                      <a:pt x="94" y="111"/>
                      <a:pt x="94" y="111"/>
                    </a:cubicBezTo>
                    <a:cubicBezTo>
                      <a:pt x="94" y="112"/>
                      <a:pt x="94" y="112"/>
                      <a:pt x="95" y="112"/>
                    </a:cubicBezTo>
                    <a:cubicBezTo>
                      <a:pt x="96" y="112"/>
                      <a:pt x="96" y="112"/>
                      <a:pt x="97" y="112"/>
                    </a:cubicBezTo>
                    <a:cubicBezTo>
                      <a:pt x="97" y="117"/>
                      <a:pt x="97" y="117"/>
                      <a:pt x="97" y="117"/>
                    </a:cubicBezTo>
                    <a:cubicBezTo>
                      <a:pt x="97" y="117"/>
                      <a:pt x="96" y="118"/>
                      <a:pt x="95" y="118"/>
                    </a:cubicBezTo>
                    <a:cubicBezTo>
                      <a:pt x="95" y="118"/>
                      <a:pt x="95" y="118"/>
                      <a:pt x="95" y="118"/>
                    </a:cubicBezTo>
                    <a:close/>
                    <a:moveTo>
                      <a:pt x="77" y="112"/>
                    </a:moveTo>
                    <a:cubicBezTo>
                      <a:pt x="76" y="106"/>
                      <a:pt x="76" y="106"/>
                      <a:pt x="76" y="106"/>
                    </a:cubicBezTo>
                    <a:cubicBezTo>
                      <a:pt x="78" y="106"/>
                      <a:pt x="78" y="106"/>
                      <a:pt x="78" y="106"/>
                    </a:cubicBezTo>
                    <a:cubicBezTo>
                      <a:pt x="80" y="106"/>
                      <a:pt x="81" y="106"/>
                      <a:pt x="82" y="106"/>
                    </a:cubicBezTo>
                    <a:cubicBezTo>
                      <a:pt x="82" y="112"/>
                      <a:pt x="82" y="112"/>
                      <a:pt x="82" y="112"/>
                    </a:cubicBezTo>
                    <a:cubicBezTo>
                      <a:pt x="81" y="112"/>
                      <a:pt x="80" y="112"/>
                      <a:pt x="79" y="112"/>
                    </a:cubicBezTo>
                    <a:lnTo>
                      <a:pt x="77" y="112"/>
                    </a:lnTo>
                    <a:close/>
                    <a:moveTo>
                      <a:pt x="64" y="112"/>
                    </a:moveTo>
                    <a:cubicBezTo>
                      <a:pt x="62" y="111"/>
                      <a:pt x="60" y="110"/>
                      <a:pt x="58" y="110"/>
                    </a:cubicBezTo>
                    <a:cubicBezTo>
                      <a:pt x="60" y="104"/>
                      <a:pt x="60" y="104"/>
                      <a:pt x="60" y="104"/>
                    </a:cubicBezTo>
                    <a:cubicBezTo>
                      <a:pt x="62" y="105"/>
                      <a:pt x="64" y="106"/>
                      <a:pt x="65" y="106"/>
                    </a:cubicBezTo>
                    <a:lnTo>
                      <a:pt x="64" y="112"/>
                    </a:lnTo>
                    <a:close/>
                    <a:moveTo>
                      <a:pt x="48" y="100"/>
                    </a:moveTo>
                    <a:cubicBezTo>
                      <a:pt x="48" y="98"/>
                      <a:pt x="48" y="96"/>
                      <a:pt x="47" y="94"/>
                    </a:cubicBezTo>
                    <a:cubicBezTo>
                      <a:pt x="47" y="93"/>
                      <a:pt x="47" y="93"/>
                      <a:pt x="47" y="93"/>
                    </a:cubicBezTo>
                    <a:cubicBezTo>
                      <a:pt x="53" y="93"/>
                      <a:pt x="53" y="93"/>
                      <a:pt x="53" y="93"/>
                    </a:cubicBezTo>
                    <a:cubicBezTo>
                      <a:pt x="53" y="94"/>
                      <a:pt x="53" y="94"/>
                      <a:pt x="53" y="94"/>
                    </a:cubicBezTo>
                    <a:cubicBezTo>
                      <a:pt x="53" y="95"/>
                      <a:pt x="54" y="97"/>
                      <a:pt x="54" y="98"/>
                    </a:cubicBezTo>
                    <a:lnTo>
                      <a:pt x="48" y="100"/>
                    </a:lnTo>
                    <a:close/>
                    <a:moveTo>
                      <a:pt x="41" y="85"/>
                    </a:moveTo>
                    <a:cubicBezTo>
                      <a:pt x="41" y="80"/>
                      <a:pt x="41" y="80"/>
                      <a:pt x="41" y="80"/>
                    </a:cubicBezTo>
                    <a:cubicBezTo>
                      <a:pt x="41" y="80"/>
                      <a:pt x="42" y="80"/>
                      <a:pt x="42" y="79"/>
                    </a:cubicBezTo>
                    <a:cubicBezTo>
                      <a:pt x="44" y="78"/>
                      <a:pt x="47" y="79"/>
                      <a:pt x="48" y="80"/>
                    </a:cubicBezTo>
                    <a:cubicBezTo>
                      <a:pt x="45" y="85"/>
                      <a:pt x="45" y="85"/>
                      <a:pt x="45" y="85"/>
                    </a:cubicBezTo>
                    <a:cubicBezTo>
                      <a:pt x="45" y="85"/>
                      <a:pt x="44" y="85"/>
                      <a:pt x="44" y="85"/>
                    </a:cubicBezTo>
                    <a:cubicBezTo>
                      <a:pt x="43" y="85"/>
                      <a:pt x="42" y="85"/>
                      <a:pt x="41" y="85"/>
                    </a:cubicBezTo>
                    <a:close/>
                    <a:moveTo>
                      <a:pt x="29" y="79"/>
                    </a:moveTo>
                    <a:cubicBezTo>
                      <a:pt x="28" y="78"/>
                      <a:pt x="27" y="78"/>
                      <a:pt x="25" y="77"/>
                    </a:cubicBezTo>
                    <a:cubicBezTo>
                      <a:pt x="26" y="72"/>
                      <a:pt x="26" y="72"/>
                      <a:pt x="26" y="72"/>
                    </a:cubicBezTo>
                    <a:cubicBezTo>
                      <a:pt x="29" y="72"/>
                      <a:pt x="31" y="73"/>
                      <a:pt x="32" y="74"/>
                    </a:cubicBezTo>
                    <a:lnTo>
                      <a:pt x="29" y="79"/>
                    </a:lnTo>
                    <a:close/>
                    <a:moveTo>
                      <a:pt x="145" y="73"/>
                    </a:moveTo>
                    <a:cubicBezTo>
                      <a:pt x="140" y="70"/>
                      <a:pt x="140" y="70"/>
                      <a:pt x="140" y="70"/>
                    </a:cubicBezTo>
                    <a:cubicBezTo>
                      <a:pt x="141" y="68"/>
                      <a:pt x="144" y="67"/>
                      <a:pt x="147" y="66"/>
                    </a:cubicBezTo>
                    <a:cubicBezTo>
                      <a:pt x="148" y="72"/>
                      <a:pt x="148" y="72"/>
                      <a:pt x="148" y="72"/>
                    </a:cubicBezTo>
                    <a:cubicBezTo>
                      <a:pt x="148" y="72"/>
                      <a:pt x="148" y="72"/>
                      <a:pt x="148" y="72"/>
                    </a:cubicBezTo>
                    <a:cubicBezTo>
                      <a:pt x="147" y="72"/>
                      <a:pt x="146" y="73"/>
                      <a:pt x="145" y="73"/>
                    </a:cubicBezTo>
                    <a:close/>
                    <a:moveTo>
                      <a:pt x="84" y="73"/>
                    </a:moveTo>
                    <a:cubicBezTo>
                      <a:pt x="82" y="72"/>
                      <a:pt x="80" y="71"/>
                      <a:pt x="78" y="69"/>
                    </a:cubicBezTo>
                    <a:cubicBezTo>
                      <a:pt x="82" y="65"/>
                      <a:pt x="82" y="65"/>
                      <a:pt x="82" y="65"/>
                    </a:cubicBezTo>
                    <a:cubicBezTo>
                      <a:pt x="84" y="66"/>
                      <a:pt x="85" y="67"/>
                      <a:pt x="87" y="68"/>
                    </a:cubicBezTo>
                    <a:lnTo>
                      <a:pt x="84" y="73"/>
                    </a:lnTo>
                    <a:close/>
                    <a:moveTo>
                      <a:pt x="59" y="73"/>
                    </a:moveTo>
                    <a:cubicBezTo>
                      <a:pt x="58" y="71"/>
                      <a:pt x="57" y="70"/>
                      <a:pt x="56" y="67"/>
                    </a:cubicBezTo>
                    <a:cubicBezTo>
                      <a:pt x="61" y="65"/>
                      <a:pt x="61" y="65"/>
                      <a:pt x="61" y="65"/>
                    </a:cubicBezTo>
                    <a:cubicBezTo>
                      <a:pt x="62" y="67"/>
                      <a:pt x="63" y="69"/>
                      <a:pt x="64" y="70"/>
                    </a:cubicBezTo>
                    <a:lnTo>
                      <a:pt x="59" y="73"/>
                    </a:lnTo>
                    <a:close/>
                    <a:moveTo>
                      <a:pt x="72" y="72"/>
                    </a:moveTo>
                    <a:cubicBezTo>
                      <a:pt x="67" y="72"/>
                      <a:pt x="67" y="72"/>
                      <a:pt x="67" y="72"/>
                    </a:cubicBezTo>
                    <a:cubicBezTo>
                      <a:pt x="67" y="69"/>
                      <a:pt x="67" y="67"/>
                      <a:pt x="69" y="65"/>
                    </a:cubicBezTo>
                    <a:cubicBezTo>
                      <a:pt x="74" y="68"/>
                      <a:pt x="74" y="68"/>
                      <a:pt x="74" y="68"/>
                    </a:cubicBezTo>
                    <a:cubicBezTo>
                      <a:pt x="73" y="69"/>
                      <a:pt x="72" y="71"/>
                      <a:pt x="72" y="72"/>
                    </a:cubicBezTo>
                    <a:close/>
                    <a:moveTo>
                      <a:pt x="14" y="71"/>
                    </a:moveTo>
                    <a:cubicBezTo>
                      <a:pt x="12" y="70"/>
                      <a:pt x="11" y="69"/>
                      <a:pt x="10" y="68"/>
                    </a:cubicBezTo>
                    <a:cubicBezTo>
                      <a:pt x="13" y="63"/>
                      <a:pt x="13" y="63"/>
                      <a:pt x="13" y="63"/>
                    </a:cubicBezTo>
                    <a:cubicBezTo>
                      <a:pt x="15" y="65"/>
                      <a:pt x="17" y="66"/>
                      <a:pt x="18" y="67"/>
                    </a:cubicBezTo>
                    <a:lnTo>
                      <a:pt x="14" y="71"/>
                    </a:lnTo>
                    <a:close/>
                    <a:moveTo>
                      <a:pt x="96" y="71"/>
                    </a:moveTo>
                    <a:cubicBezTo>
                      <a:pt x="93" y="65"/>
                      <a:pt x="93" y="65"/>
                      <a:pt x="93" y="65"/>
                    </a:cubicBezTo>
                    <a:cubicBezTo>
                      <a:pt x="95" y="65"/>
                      <a:pt x="97" y="64"/>
                      <a:pt x="99" y="63"/>
                    </a:cubicBezTo>
                    <a:cubicBezTo>
                      <a:pt x="99" y="63"/>
                      <a:pt x="99" y="63"/>
                      <a:pt x="99" y="63"/>
                    </a:cubicBezTo>
                    <a:cubicBezTo>
                      <a:pt x="101" y="69"/>
                      <a:pt x="101" y="69"/>
                      <a:pt x="101" y="69"/>
                    </a:cubicBezTo>
                    <a:cubicBezTo>
                      <a:pt x="100" y="69"/>
                      <a:pt x="100" y="69"/>
                      <a:pt x="100" y="69"/>
                    </a:cubicBezTo>
                    <a:cubicBezTo>
                      <a:pt x="99" y="69"/>
                      <a:pt x="97" y="70"/>
                      <a:pt x="96" y="71"/>
                    </a:cubicBezTo>
                    <a:close/>
                    <a:moveTo>
                      <a:pt x="131" y="70"/>
                    </a:moveTo>
                    <a:cubicBezTo>
                      <a:pt x="131" y="69"/>
                      <a:pt x="131" y="68"/>
                      <a:pt x="131" y="68"/>
                    </a:cubicBezTo>
                    <a:cubicBezTo>
                      <a:pt x="131" y="66"/>
                      <a:pt x="131" y="65"/>
                      <a:pt x="131" y="64"/>
                    </a:cubicBezTo>
                    <a:cubicBezTo>
                      <a:pt x="131" y="64"/>
                      <a:pt x="131" y="63"/>
                      <a:pt x="131" y="63"/>
                    </a:cubicBezTo>
                    <a:cubicBezTo>
                      <a:pt x="137" y="64"/>
                      <a:pt x="137" y="64"/>
                      <a:pt x="137" y="64"/>
                    </a:cubicBezTo>
                    <a:cubicBezTo>
                      <a:pt x="137" y="64"/>
                      <a:pt x="137" y="65"/>
                      <a:pt x="137" y="66"/>
                    </a:cubicBezTo>
                    <a:cubicBezTo>
                      <a:pt x="137" y="66"/>
                      <a:pt x="136" y="67"/>
                      <a:pt x="136" y="68"/>
                    </a:cubicBezTo>
                    <a:cubicBezTo>
                      <a:pt x="136" y="68"/>
                      <a:pt x="136" y="68"/>
                      <a:pt x="136" y="68"/>
                    </a:cubicBezTo>
                    <a:lnTo>
                      <a:pt x="131" y="70"/>
                    </a:lnTo>
                    <a:close/>
                    <a:moveTo>
                      <a:pt x="150" y="61"/>
                    </a:moveTo>
                    <a:cubicBezTo>
                      <a:pt x="150" y="60"/>
                      <a:pt x="150" y="60"/>
                      <a:pt x="150" y="60"/>
                    </a:cubicBezTo>
                    <a:cubicBezTo>
                      <a:pt x="150" y="59"/>
                      <a:pt x="150" y="57"/>
                      <a:pt x="150" y="56"/>
                    </a:cubicBezTo>
                    <a:cubicBezTo>
                      <a:pt x="150" y="56"/>
                      <a:pt x="150" y="55"/>
                      <a:pt x="150" y="55"/>
                    </a:cubicBezTo>
                    <a:cubicBezTo>
                      <a:pt x="156" y="55"/>
                      <a:pt x="156" y="55"/>
                      <a:pt x="156" y="55"/>
                    </a:cubicBezTo>
                    <a:cubicBezTo>
                      <a:pt x="156" y="56"/>
                      <a:pt x="156" y="56"/>
                      <a:pt x="156" y="56"/>
                    </a:cubicBezTo>
                    <a:cubicBezTo>
                      <a:pt x="156" y="57"/>
                      <a:pt x="156" y="58"/>
                      <a:pt x="156" y="60"/>
                    </a:cubicBezTo>
                    <a:cubicBezTo>
                      <a:pt x="156" y="61"/>
                      <a:pt x="156" y="61"/>
                      <a:pt x="156" y="61"/>
                    </a:cubicBezTo>
                    <a:lnTo>
                      <a:pt x="150" y="61"/>
                    </a:lnTo>
                    <a:close/>
                    <a:moveTo>
                      <a:pt x="111" y="60"/>
                    </a:move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4"/>
                      <a:pt x="108" y="53"/>
                      <a:pt x="110" y="51"/>
                    </a:cubicBezTo>
                    <a:cubicBezTo>
                      <a:pt x="114" y="56"/>
                      <a:pt x="114" y="56"/>
                      <a:pt x="114" y="56"/>
                    </a:cubicBezTo>
                    <a:cubicBezTo>
                      <a:pt x="113" y="57"/>
                      <a:pt x="112" y="58"/>
                      <a:pt x="111" y="59"/>
                    </a:cubicBezTo>
                    <a:lnTo>
                      <a:pt x="111" y="60"/>
                    </a:lnTo>
                    <a:close/>
                    <a:moveTo>
                      <a:pt x="0" y="58"/>
                    </a:moveTo>
                    <a:cubicBezTo>
                      <a:pt x="0" y="57"/>
                      <a:pt x="0" y="56"/>
                      <a:pt x="0" y="55"/>
                    </a:cubicBezTo>
                    <a:cubicBezTo>
                      <a:pt x="0" y="54"/>
                      <a:pt x="0" y="52"/>
                      <a:pt x="1" y="51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6" y="53"/>
                      <a:pt x="6" y="54"/>
                      <a:pt x="6" y="55"/>
                    </a:cubicBezTo>
                    <a:cubicBezTo>
                      <a:pt x="6" y="56"/>
                      <a:pt x="6" y="56"/>
                      <a:pt x="6" y="57"/>
                    </a:cubicBezTo>
                    <a:lnTo>
                      <a:pt x="0" y="58"/>
                    </a:lnTo>
                    <a:close/>
                    <a:moveTo>
                      <a:pt x="127" y="56"/>
                    </a:moveTo>
                    <a:cubicBezTo>
                      <a:pt x="126" y="56"/>
                      <a:pt x="124" y="55"/>
                      <a:pt x="123" y="54"/>
                    </a:cubicBezTo>
                    <a:cubicBezTo>
                      <a:pt x="123" y="54"/>
                      <a:pt x="122" y="54"/>
                      <a:pt x="122" y="54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9"/>
                      <a:pt x="125" y="49"/>
                      <a:pt x="125" y="49"/>
                    </a:cubicBezTo>
                    <a:cubicBezTo>
                      <a:pt x="127" y="50"/>
                      <a:pt x="128" y="51"/>
                      <a:pt x="130" y="52"/>
                    </a:cubicBezTo>
                    <a:lnTo>
                      <a:pt x="127" y="56"/>
                    </a:lnTo>
                    <a:close/>
                    <a:moveTo>
                      <a:pt x="51" y="56"/>
                    </a:moveTo>
                    <a:cubicBezTo>
                      <a:pt x="51" y="54"/>
                      <a:pt x="51" y="54"/>
                      <a:pt x="51" y="54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51" y="54"/>
                      <a:pt x="50" y="53"/>
                      <a:pt x="49" y="51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5" y="51"/>
                      <a:pt x="56" y="52"/>
                      <a:pt x="56" y="52"/>
                    </a:cubicBezTo>
                    <a:cubicBezTo>
                      <a:pt x="57" y="54"/>
                      <a:pt x="57" y="54"/>
                      <a:pt x="57" y="54"/>
                    </a:cubicBezTo>
                    <a:lnTo>
                      <a:pt x="51" y="56"/>
                    </a:lnTo>
                    <a:close/>
                    <a:moveTo>
                      <a:pt x="160" y="47"/>
                    </a:moveTo>
                    <a:cubicBezTo>
                      <a:pt x="155" y="43"/>
                      <a:pt x="155" y="43"/>
                      <a:pt x="155" y="43"/>
                    </a:cubicBezTo>
                    <a:cubicBezTo>
                      <a:pt x="157" y="41"/>
                      <a:pt x="160" y="39"/>
                      <a:pt x="162" y="39"/>
                    </a:cubicBezTo>
                    <a:cubicBezTo>
                      <a:pt x="163" y="45"/>
                      <a:pt x="163" y="45"/>
                      <a:pt x="163" y="45"/>
                    </a:cubicBezTo>
                    <a:cubicBezTo>
                      <a:pt x="162" y="45"/>
                      <a:pt x="161" y="46"/>
                      <a:pt x="160" y="47"/>
                    </a:cubicBezTo>
                    <a:close/>
                    <a:moveTo>
                      <a:pt x="174" y="46"/>
                    </a:moveTo>
                    <a:cubicBezTo>
                      <a:pt x="174" y="40"/>
                      <a:pt x="174" y="40"/>
                      <a:pt x="174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173" y="41"/>
                      <a:pt x="173" y="42"/>
                      <a:pt x="173" y="42"/>
                    </a:cubicBezTo>
                    <a:cubicBezTo>
                      <a:pt x="173" y="41"/>
                      <a:pt x="173" y="41"/>
                      <a:pt x="173" y="40"/>
                    </a:cubicBezTo>
                    <a:cubicBezTo>
                      <a:pt x="178" y="37"/>
                      <a:pt x="178" y="37"/>
                      <a:pt x="178" y="37"/>
                    </a:cubicBezTo>
                    <a:cubicBezTo>
                      <a:pt x="178" y="38"/>
                      <a:pt x="178" y="38"/>
                      <a:pt x="178" y="38"/>
                    </a:cubicBezTo>
                    <a:cubicBezTo>
                      <a:pt x="179" y="39"/>
                      <a:pt x="179" y="40"/>
                      <a:pt x="179" y="41"/>
                    </a:cubicBezTo>
                    <a:cubicBezTo>
                      <a:pt x="179" y="42"/>
                      <a:pt x="179" y="45"/>
                      <a:pt x="174" y="46"/>
                    </a:cubicBezTo>
                    <a:close/>
                    <a:moveTo>
                      <a:pt x="174" y="40"/>
                    </a:moveTo>
                    <a:cubicBezTo>
                      <a:pt x="174" y="40"/>
                      <a:pt x="174" y="40"/>
                      <a:pt x="174" y="40"/>
                    </a:cubicBezTo>
                    <a:close/>
                    <a:moveTo>
                      <a:pt x="11" y="44"/>
                    </a:moveTo>
                    <a:cubicBezTo>
                      <a:pt x="7" y="39"/>
                      <a:pt x="7" y="39"/>
                      <a:pt x="7" y="39"/>
                    </a:cubicBezTo>
                    <a:cubicBezTo>
                      <a:pt x="9" y="38"/>
                      <a:pt x="10" y="37"/>
                      <a:pt x="13" y="36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3" y="42"/>
                      <a:pt x="12" y="43"/>
                      <a:pt x="11" y="44"/>
                    </a:cubicBezTo>
                    <a:close/>
                    <a:moveTo>
                      <a:pt x="44" y="41"/>
                    </a:moveTo>
                    <a:cubicBezTo>
                      <a:pt x="43" y="40"/>
                      <a:pt x="43" y="40"/>
                      <a:pt x="42" y="39"/>
                    </a:cubicBezTo>
                    <a:cubicBezTo>
                      <a:pt x="41" y="38"/>
                      <a:pt x="41" y="38"/>
                      <a:pt x="40" y="37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5" y="34"/>
                      <a:pt x="45" y="34"/>
                      <a:pt x="46" y="35"/>
                    </a:cubicBezTo>
                    <a:cubicBezTo>
                      <a:pt x="47" y="36"/>
                      <a:pt x="48" y="37"/>
                      <a:pt x="49" y="38"/>
                    </a:cubicBezTo>
                    <a:lnTo>
                      <a:pt x="44" y="41"/>
                    </a:lnTo>
                    <a:close/>
                    <a:moveTo>
                      <a:pt x="26" y="39"/>
                    </a:moveTo>
                    <a:cubicBezTo>
                      <a:pt x="25" y="33"/>
                      <a:pt x="25" y="33"/>
                      <a:pt x="25" y="33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2" y="38"/>
                      <a:pt x="32" y="38"/>
                      <a:pt x="32" y="38"/>
                    </a:cubicBezTo>
                    <a:lnTo>
                      <a:pt x="26" y="39"/>
                    </a:lnTo>
                    <a:close/>
                    <a:moveTo>
                      <a:pt x="178" y="31"/>
                    </a:moveTo>
                    <a:cubicBezTo>
                      <a:pt x="175" y="26"/>
                      <a:pt x="175" y="26"/>
                      <a:pt x="175" y="26"/>
                    </a:cubicBezTo>
                    <a:cubicBezTo>
                      <a:pt x="176" y="25"/>
                      <a:pt x="177" y="24"/>
                      <a:pt x="177" y="23"/>
                    </a:cubicBezTo>
                    <a:cubicBezTo>
                      <a:pt x="183" y="25"/>
                      <a:pt x="183" y="25"/>
                      <a:pt x="183" y="25"/>
                    </a:cubicBezTo>
                    <a:cubicBezTo>
                      <a:pt x="182" y="27"/>
                      <a:pt x="180" y="29"/>
                      <a:pt x="178" y="31"/>
                    </a:cubicBezTo>
                    <a:close/>
                    <a:moveTo>
                      <a:pt x="183" y="14"/>
                    </a:moveTo>
                    <a:cubicBezTo>
                      <a:pt x="178" y="11"/>
                      <a:pt x="178" y="11"/>
                      <a:pt x="178" y="11"/>
                    </a:cubicBezTo>
                    <a:cubicBezTo>
                      <a:pt x="179" y="9"/>
                      <a:pt x="181" y="7"/>
                      <a:pt x="185" y="7"/>
                    </a:cubicBezTo>
                    <a:cubicBezTo>
                      <a:pt x="185" y="13"/>
                      <a:pt x="185" y="13"/>
                      <a:pt x="185" y="13"/>
                    </a:cubicBezTo>
                    <a:cubicBezTo>
                      <a:pt x="184" y="13"/>
                      <a:pt x="183" y="14"/>
                      <a:pt x="183" y="14"/>
                    </a:cubicBezTo>
                    <a:close/>
                    <a:moveTo>
                      <a:pt x="197" y="9"/>
                    </a:moveTo>
                    <a:cubicBezTo>
                      <a:pt x="193" y="5"/>
                      <a:pt x="193" y="5"/>
                      <a:pt x="193" y="5"/>
                    </a:cubicBezTo>
                    <a:cubicBezTo>
                      <a:pt x="195" y="3"/>
                      <a:pt x="197" y="2"/>
                      <a:pt x="199" y="1"/>
                    </a:cubicBezTo>
                    <a:cubicBezTo>
                      <a:pt x="201" y="6"/>
                      <a:pt x="201" y="6"/>
                      <a:pt x="201" y="6"/>
                    </a:cubicBezTo>
                    <a:cubicBezTo>
                      <a:pt x="200" y="7"/>
                      <a:pt x="198" y="8"/>
                      <a:pt x="197" y="9"/>
                    </a:cubicBezTo>
                    <a:close/>
                    <a:moveTo>
                      <a:pt x="217" y="6"/>
                    </a:moveTo>
                    <a:cubicBezTo>
                      <a:pt x="212" y="6"/>
                      <a:pt x="212" y="6"/>
                      <a:pt x="212" y="6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17" y="0"/>
                      <a:pt x="217" y="0"/>
                      <a:pt x="217" y="0"/>
                    </a:cubicBezTo>
                    <a:lnTo>
                      <a:pt x="217" y="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8" name="îşḷîḑê"/>
              <p:cNvSpPr/>
              <p:nvPr/>
            </p:nvSpPr>
            <p:spPr bwMode="auto">
              <a:xfrm>
                <a:off x="7773988" y="2738438"/>
                <a:ext cx="146050" cy="203200"/>
              </a:xfrm>
              <a:custGeom>
                <a:avLst/>
                <a:gdLst>
                  <a:gd name="T0" fmla="*/ 31 w 68"/>
                  <a:gd name="T1" fmla="*/ 92 h 95"/>
                  <a:gd name="T2" fmla="*/ 35 w 68"/>
                  <a:gd name="T3" fmla="*/ 88 h 95"/>
                  <a:gd name="T4" fmla="*/ 36 w 68"/>
                  <a:gd name="T5" fmla="*/ 89 h 95"/>
                  <a:gd name="T6" fmla="*/ 34 w 68"/>
                  <a:gd name="T7" fmla="*/ 90 h 95"/>
                  <a:gd name="T8" fmla="*/ 35 w 68"/>
                  <a:gd name="T9" fmla="*/ 95 h 95"/>
                  <a:gd name="T10" fmla="*/ 44 w 68"/>
                  <a:gd name="T11" fmla="*/ 90 h 95"/>
                  <a:gd name="T12" fmla="*/ 50 w 68"/>
                  <a:gd name="T13" fmla="*/ 85 h 95"/>
                  <a:gd name="T14" fmla="*/ 49 w 68"/>
                  <a:gd name="T15" fmla="*/ 91 h 95"/>
                  <a:gd name="T16" fmla="*/ 60 w 68"/>
                  <a:gd name="T17" fmla="*/ 82 h 95"/>
                  <a:gd name="T18" fmla="*/ 68 w 68"/>
                  <a:gd name="T19" fmla="*/ 84 h 95"/>
                  <a:gd name="T20" fmla="*/ 22 w 68"/>
                  <a:gd name="T21" fmla="*/ 84 h 95"/>
                  <a:gd name="T22" fmla="*/ 26 w 68"/>
                  <a:gd name="T23" fmla="*/ 77 h 95"/>
                  <a:gd name="T24" fmla="*/ 29 w 68"/>
                  <a:gd name="T25" fmla="*/ 82 h 95"/>
                  <a:gd name="T26" fmla="*/ 29 w 68"/>
                  <a:gd name="T27" fmla="*/ 82 h 95"/>
                  <a:gd name="T28" fmla="*/ 9 w 68"/>
                  <a:gd name="T29" fmla="*/ 81 h 95"/>
                  <a:gd name="T30" fmla="*/ 4 w 68"/>
                  <a:gd name="T31" fmla="*/ 75 h 95"/>
                  <a:gd name="T32" fmla="*/ 10 w 68"/>
                  <a:gd name="T33" fmla="*/ 74 h 95"/>
                  <a:gd name="T34" fmla="*/ 9 w 68"/>
                  <a:gd name="T35" fmla="*/ 81 h 95"/>
                  <a:gd name="T36" fmla="*/ 1 w 68"/>
                  <a:gd name="T37" fmla="*/ 63 h 95"/>
                  <a:gd name="T38" fmla="*/ 3 w 68"/>
                  <a:gd name="T39" fmla="*/ 57 h 95"/>
                  <a:gd name="T40" fmla="*/ 6 w 68"/>
                  <a:gd name="T41" fmla="*/ 62 h 95"/>
                  <a:gd name="T42" fmla="*/ 1 w 68"/>
                  <a:gd name="T43" fmla="*/ 63 h 95"/>
                  <a:gd name="T44" fmla="*/ 9 w 68"/>
                  <a:gd name="T45" fmla="*/ 48 h 95"/>
                  <a:gd name="T46" fmla="*/ 16 w 68"/>
                  <a:gd name="T47" fmla="*/ 53 h 95"/>
                  <a:gd name="T48" fmla="*/ 12 w 68"/>
                  <a:gd name="T49" fmla="*/ 41 h 95"/>
                  <a:gd name="T50" fmla="*/ 16 w 68"/>
                  <a:gd name="T51" fmla="*/ 34 h 95"/>
                  <a:gd name="T52" fmla="*/ 12 w 68"/>
                  <a:gd name="T53" fmla="*/ 41 h 95"/>
                  <a:gd name="T54" fmla="*/ 8 w 68"/>
                  <a:gd name="T55" fmla="*/ 22 h 95"/>
                  <a:gd name="T56" fmla="*/ 13 w 68"/>
                  <a:gd name="T57" fmla="*/ 17 h 95"/>
                  <a:gd name="T58" fmla="*/ 14 w 68"/>
                  <a:gd name="T59" fmla="*/ 22 h 95"/>
                  <a:gd name="T60" fmla="*/ 5 w 68"/>
                  <a:gd name="T61" fmla="*/ 6 h 95"/>
                  <a:gd name="T62" fmla="*/ 5 w 68"/>
                  <a:gd name="T63" fmla="*/ 0 h 95"/>
                  <a:gd name="T64" fmla="*/ 11 w 68"/>
                  <a:gd name="T65" fmla="*/ 5 h 95"/>
                  <a:gd name="T66" fmla="*/ 5 w 68"/>
                  <a:gd name="T67" fmla="*/ 6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8" h="95">
                    <a:moveTo>
                      <a:pt x="35" y="95"/>
                    </a:moveTo>
                    <a:cubicBezTo>
                      <a:pt x="34" y="95"/>
                      <a:pt x="32" y="94"/>
                      <a:pt x="31" y="92"/>
                    </a:cubicBezTo>
                    <a:cubicBezTo>
                      <a:pt x="31" y="92"/>
                      <a:pt x="30" y="91"/>
                      <a:pt x="30" y="91"/>
                    </a:cubicBezTo>
                    <a:cubicBezTo>
                      <a:pt x="35" y="88"/>
                      <a:pt x="35" y="88"/>
                      <a:pt x="35" y="88"/>
                    </a:cubicBezTo>
                    <a:cubicBezTo>
                      <a:pt x="36" y="88"/>
                      <a:pt x="36" y="89"/>
                      <a:pt x="36" y="89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36" y="89"/>
                      <a:pt x="36" y="89"/>
                      <a:pt x="35" y="89"/>
                    </a:cubicBezTo>
                    <a:cubicBezTo>
                      <a:pt x="34" y="89"/>
                      <a:pt x="34" y="89"/>
                      <a:pt x="34" y="90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8" y="94"/>
                      <a:pt x="36" y="95"/>
                      <a:pt x="35" y="95"/>
                    </a:cubicBezTo>
                    <a:close/>
                    <a:moveTo>
                      <a:pt x="49" y="91"/>
                    </a:moveTo>
                    <a:cubicBezTo>
                      <a:pt x="48" y="91"/>
                      <a:pt x="46" y="91"/>
                      <a:pt x="44" y="90"/>
                    </a:cubicBezTo>
                    <a:cubicBezTo>
                      <a:pt x="46" y="85"/>
                      <a:pt x="46" y="85"/>
                      <a:pt x="46" y="85"/>
                    </a:cubicBezTo>
                    <a:cubicBezTo>
                      <a:pt x="47" y="85"/>
                      <a:pt x="49" y="85"/>
                      <a:pt x="50" y="85"/>
                    </a:cubicBezTo>
                    <a:cubicBezTo>
                      <a:pt x="51" y="91"/>
                      <a:pt x="51" y="91"/>
                      <a:pt x="51" y="91"/>
                    </a:cubicBezTo>
                    <a:cubicBezTo>
                      <a:pt x="50" y="91"/>
                      <a:pt x="50" y="91"/>
                      <a:pt x="49" y="91"/>
                    </a:cubicBezTo>
                    <a:close/>
                    <a:moveTo>
                      <a:pt x="63" y="87"/>
                    </a:moveTo>
                    <a:cubicBezTo>
                      <a:pt x="60" y="82"/>
                      <a:pt x="60" y="82"/>
                      <a:pt x="60" y="82"/>
                    </a:cubicBezTo>
                    <a:cubicBezTo>
                      <a:pt x="63" y="80"/>
                      <a:pt x="66" y="79"/>
                      <a:pt x="66" y="79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8" y="84"/>
                      <a:pt x="66" y="86"/>
                      <a:pt x="63" y="87"/>
                    </a:cubicBezTo>
                    <a:close/>
                    <a:moveTo>
                      <a:pt x="22" y="84"/>
                    </a:moveTo>
                    <a:cubicBezTo>
                      <a:pt x="22" y="78"/>
                      <a:pt x="22" y="78"/>
                      <a:pt x="22" y="78"/>
                    </a:cubicBezTo>
                    <a:cubicBezTo>
                      <a:pt x="24" y="78"/>
                      <a:pt x="25" y="77"/>
                      <a:pt x="26" y="77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82"/>
                      <a:pt x="26" y="84"/>
                      <a:pt x="22" y="84"/>
                    </a:cubicBezTo>
                    <a:close/>
                    <a:moveTo>
                      <a:pt x="9" y="81"/>
                    </a:moveTo>
                    <a:cubicBezTo>
                      <a:pt x="7" y="80"/>
                      <a:pt x="6" y="78"/>
                      <a:pt x="5" y="76"/>
                    </a:cubicBezTo>
                    <a:cubicBezTo>
                      <a:pt x="4" y="75"/>
                      <a:pt x="4" y="75"/>
                      <a:pt x="4" y="75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11" y="75"/>
                      <a:pt x="11" y="75"/>
                      <a:pt x="12" y="76"/>
                    </a:cubicBezTo>
                    <a:lnTo>
                      <a:pt x="9" y="81"/>
                    </a:lnTo>
                    <a:close/>
                    <a:moveTo>
                      <a:pt x="1" y="63"/>
                    </a:moveTo>
                    <a:cubicBezTo>
                      <a:pt x="1" y="63"/>
                      <a:pt x="1" y="63"/>
                      <a:pt x="1" y="63"/>
                    </a:cubicBezTo>
                    <a:cubicBezTo>
                      <a:pt x="0" y="61"/>
                      <a:pt x="0" y="59"/>
                      <a:pt x="0" y="58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6" y="59"/>
                      <a:pt x="6" y="60"/>
                      <a:pt x="6" y="62"/>
                    </a:cubicBezTo>
                    <a:cubicBezTo>
                      <a:pt x="6" y="63"/>
                      <a:pt x="6" y="63"/>
                      <a:pt x="6" y="63"/>
                    </a:cubicBezTo>
                    <a:lnTo>
                      <a:pt x="1" y="63"/>
                    </a:lnTo>
                    <a:close/>
                    <a:moveTo>
                      <a:pt x="9" y="54"/>
                    </a:moveTo>
                    <a:cubicBezTo>
                      <a:pt x="9" y="48"/>
                      <a:pt x="9" y="48"/>
                      <a:pt x="9" y="48"/>
                    </a:cubicBezTo>
                    <a:cubicBezTo>
                      <a:pt x="12" y="47"/>
                      <a:pt x="13" y="47"/>
                      <a:pt x="14" y="47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5" y="53"/>
                      <a:pt x="13" y="53"/>
                      <a:pt x="9" y="54"/>
                    </a:cubicBezTo>
                    <a:close/>
                    <a:moveTo>
                      <a:pt x="12" y="41"/>
                    </a:moveTo>
                    <a:cubicBezTo>
                      <a:pt x="11" y="39"/>
                      <a:pt x="10" y="37"/>
                      <a:pt x="10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6" y="35"/>
                      <a:pt x="16" y="37"/>
                      <a:pt x="17" y="39"/>
                    </a:cubicBezTo>
                    <a:lnTo>
                      <a:pt x="12" y="41"/>
                    </a:lnTo>
                    <a:close/>
                    <a:moveTo>
                      <a:pt x="9" y="24"/>
                    </a:moveTo>
                    <a:cubicBezTo>
                      <a:pt x="9" y="23"/>
                      <a:pt x="8" y="22"/>
                      <a:pt x="8" y="22"/>
                    </a:cubicBezTo>
                    <a:cubicBezTo>
                      <a:pt x="8" y="20"/>
                      <a:pt x="7" y="19"/>
                      <a:pt x="7" y="17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3" y="18"/>
                      <a:pt x="13" y="19"/>
                      <a:pt x="14" y="20"/>
                    </a:cubicBezTo>
                    <a:cubicBezTo>
                      <a:pt x="14" y="21"/>
                      <a:pt x="14" y="21"/>
                      <a:pt x="14" y="22"/>
                    </a:cubicBezTo>
                    <a:lnTo>
                      <a:pt x="9" y="24"/>
                    </a:lnTo>
                    <a:close/>
                    <a:moveTo>
                      <a:pt x="5" y="6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5" y="3"/>
                      <a:pt x="5" y="1"/>
                      <a:pt x="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2"/>
                      <a:pt x="11" y="3"/>
                      <a:pt x="11" y="5"/>
                    </a:cubicBezTo>
                    <a:cubicBezTo>
                      <a:pt x="11" y="6"/>
                      <a:pt x="11" y="6"/>
                      <a:pt x="11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íṡļiḋé"/>
              <p:cNvSpPr/>
              <p:nvPr/>
            </p:nvSpPr>
            <p:spPr bwMode="auto">
              <a:xfrm>
                <a:off x="7880350" y="2611438"/>
                <a:ext cx="104775" cy="179388"/>
              </a:xfrm>
              <a:custGeom>
                <a:avLst/>
                <a:gdLst>
                  <a:gd name="T0" fmla="*/ 42 w 49"/>
                  <a:gd name="T1" fmla="*/ 79 h 84"/>
                  <a:gd name="T2" fmla="*/ 49 w 49"/>
                  <a:gd name="T3" fmla="*/ 84 h 84"/>
                  <a:gd name="T4" fmla="*/ 35 w 49"/>
                  <a:gd name="T5" fmla="*/ 74 h 84"/>
                  <a:gd name="T6" fmla="*/ 29 w 49"/>
                  <a:gd name="T7" fmla="*/ 72 h 84"/>
                  <a:gd name="T8" fmla="*/ 32 w 49"/>
                  <a:gd name="T9" fmla="*/ 68 h 84"/>
                  <a:gd name="T10" fmla="*/ 35 w 49"/>
                  <a:gd name="T11" fmla="*/ 74 h 84"/>
                  <a:gd name="T12" fmla="*/ 16 w 49"/>
                  <a:gd name="T13" fmla="*/ 63 h 84"/>
                  <a:gd name="T14" fmla="*/ 20 w 49"/>
                  <a:gd name="T15" fmla="*/ 59 h 84"/>
                  <a:gd name="T16" fmla="*/ 19 w 49"/>
                  <a:gd name="T17" fmla="*/ 57 h 84"/>
                  <a:gd name="T18" fmla="*/ 20 w 49"/>
                  <a:gd name="T19" fmla="*/ 65 h 84"/>
                  <a:gd name="T20" fmla="*/ 28 w 49"/>
                  <a:gd name="T21" fmla="*/ 58 h 84"/>
                  <a:gd name="T22" fmla="*/ 29 w 49"/>
                  <a:gd name="T23" fmla="*/ 57 h 84"/>
                  <a:gd name="T24" fmla="*/ 31 w 49"/>
                  <a:gd name="T25" fmla="*/ 52 h 84"/>
                  <a:gd name="T26" fmla="*/ 34 w 49"/>
                  <a:gd name="T27" fmla="*/ 60 h 84"/>
                  <a:gd name="T28" fmla="*/ 30 w 49"/>
                  <a:gd name="T29" fmla="*/ 57 h 84"/>
                  <a:gd name="T30" fmla="*/ 12 w 49"/>
                  <a:gd name="T31" fmla="*/ 52 h 84"/>
                  <a:gd name="T32" fmla="*/ 9 w 49"/>
                  <a:gd name="T33" fmla="*/ 50 h 84"/>
                  <a:gd name="T34" fmla="*/ 13 w 49"/>
                  <a:gd name="T35" fmla="*/ 46 h 84"/>
                  <a:gd name="T36" fmla="*/ 12 w 49"/>
                  <a:gd name="T37" fmla="*/ 52 h 84"/>
                  <a:gd name="T38" fmla="*/ 1 w 49"/>
                  <a:gd name="T39" fmla="*/ 36 h 84"/>
                  <a:gd name="T40" fmla="*/ 5 w 49"/>
                  <a:gd name="T41" fmla="*/ 31 h 84"/>
                  <a:gd name="T42" fmla="*/ 8 w 49"/>
                  <a:gd name="T43" fmla="*/ 37 h 84"/>
                  <a:gd name="T44" fmla="*/ 10 w 49"/>
                  <a:gd name="T45" fmla="*/ 27 h 84"/>
                  <a:gd name="T46" fmla="*/ 6 w 49"/>
                  <a:gd name="T47" fmla="*/ 27 h 84"/>
                  <a:gd name="T48" fmla="*/ 8 w 49"/>
                  <a:gd name="T49" fmla="*/ 21 h 84"/>
                  <a:gd name="T50" fmla="*/ 12 w 49"/>
                  <a:gd name="T51" fmla="*/ 27 h 84"/>
                  <a:gd name="T52" fmla="*/ 13 w 49"/>
                  <a:gd name="T53" fmla="*/ 16 h 84"/>
                  <a:gd name="T54" fmla="*/ 13 w 49"/>
                  <a:gd name="T55" fmla="*/ 12 h 84"/>
                  <a:gd name="T56" fmla="*/ 13 w 49"/>
                  <a:gd name="T57" fmla="*/ 10 h 84"/>
                  <a:gd name="T58" fmla="*/ 19 w 49"/>
                  <a:gd name="T59" fmla="*/ 11 h 84"/>
                  <a:gd name="T60" fmla="*/ 19 w 49"/>
                  <a:gd name="T61" fmla="*/ 14 h 84"/>
                  <a:gd name="T62" fmla="*/ 13 w 49"/>
                  <a:gd name="T63" fmla="*/ 16 h 84"/>
                  <a:gd name="T64" fmla="*/ 3 w 49"/>
                  <a:gd name="T65" fmla="*/ 6 h 84"/>
                  <a:gd name="T66" fmla="*/ 1 w 49"/>
                  <a:gd name="T67" fmla="*/ 0 h 84"/>
                  <a:gd name="T68" fmla="*/ 7 w 49"/>
                  <a:gd name="T6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9" h="84">
                    <a:moveTo>
                      <a:pt x="43" y="84"/>
                    </a:moveTo>
                    <a:cubicBezTo>
                      <a:pt x="43" y="84"/>
                      <a:pt x="43" y="82"/>
                      <a:pt x="42" y="79"/>
                    </a:cubicBezTo>
                    <a:cubicBezTo>
                      <a:pt x="48" y="77"/>
                      <a:pt x="48" y="77"/>
                      <a:pt x="48" y="77"/>
                    </a:cubicBezTo>
                    <a:cubicBezTo>
                      <a:pt x="49" y="80"/>
                      <a:pt x="49" y="84"/>
                      <a:pt x="49" y="84"/>
                    </a:cubicBezTo>
                    <a:lnTo>
                      <a:pt x="43" y="84"/>
                    </a:lnTo>
                    <a:close/>
                    <a:moveTo>
                      <a:pt x="35" y="74"/>
                    </a:moveTo>
                    <a:cubicBezTo>
                      <a:pt x="33" y="74"/>
                      <a:pt x="32" y="74"/>
                      <a:pt x="32" y="74"/>
                    </a:cubicBezTo>
                    <a:cubicBezTo>
                      <a:pt x="31" y="74"/>
                      <a:pt x="30" y="73"/>
                      <a:pt x="29" y="72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3" y="68"/>
                      <a:pt x="36" y="68"/>
                      <a:pt x="37" y="69"/>
                    </a:cubicBezTo>
                    <a:lnTo>
                      <a:pt x="35" y="74"/>
                    </a:lnTo>
                    <a:close/>
                    <a:moveTo>
                      <a:pt x="20" y="65"/>
                    </a:moveTo>
                    <a:cubicBezTo>
                      <a:pt x="19" y="65"/>
                      <a:pt x="17" y="65"/>
                      <a:pt x="16" y="63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60"/>
                      <a:pt x="21" y="59"/>
                      <a:pt x="20" y="59"/>
                    </a:cubicBezTo>
                    <a:cubicBezTo>
                      <a:pt x="19" y="59"/>
                      <a:pt x="18" y="59"/>
                      <a:pt x="18" y="60"/>
                    </a:cubicBezTo>
                    <a:cubicBezTo>
                      <a:pt x="18" y="60"/>
                      <a:pt x="18" y="59"/>
                      <a:pt x="19" y="57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4" y="62"/>
                      <a:pt x="22" y="65"/>
                      <a:pt x="20" y="65"/>
                    </a:cubicBezTo>
                    <a:close/>
                    <a:moveTo>
                      <a:pt x="34" y="60"/>
                    </a:moveTo>
                    <a:cubicBezTo>
                      <a:pt x="28" y="58"/>
                      <a:pt x="28" y="58"/>
                      <a:pt x="28" y="58"/>
                    </a:cubicBezTo>
                    <a:cubicBezTo>
                      <a:pt x="29" y="57"/>
                      <a:pt x="29" y="56"/>
                      <a:pt x="29" y="56"/>
                    </a:cubicBezTo>
                    <a:cubicBezTo>
                      <a:pt x="29" y="56"/>
                      <a:pt x="29" y="57"/>
                      <a:pt x="29" y="57"/>
                    </a:cubicBezTo>
                    <a:cubicBezTo>
                      <a:pt x="31" y="52"/>
                      <a:pt x="31" y="52"/>
                      <a:pt x="31" y="52"/>
                    </a:cubicBezTo>
                    <a:cubicBezTo>
                      <a:pt x="31" y="52"/>
                      <a:pt x="31" y="52"/>
                      <a:pt x="31" y="52"/>
                    </a:cubicBezTo>
                    <a:cubicBezTo>
                      <a:pt x="33" y="52"/>
                      <a:pt x="35" y="54"/>
                      <a:pt x="35" y="56"/>
                    </a:cubicBezTo>
                    <a:cubicBezTo>
                      <a:pt x="35" y="57"/>
                      <a:pt x="34" y="59"/>
                      <a:pt x="34" y="60"/>
                    </a:cubicBezTo>
                    <a:close/>
                    <a:moveTo>
                      <a:pt x="30" y="57"/>
                    </a:move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lose/>
                    <a:moveTo>
                      <a:pt x="12" y="52"/>
                    </a:moveTo>
                    <a:cubicBezTo>
                      <a:pt x="12" y="52"/>
                      <a:pt x="11" y="51"/>
                      <a:pt x="11" y="51"/>
                    </a:cubicBezTo>
                    <a:cubicBezTo>
                      <a:pt x="10" y="51"/>
                      <a:pt x="9" y="50"/>
                      <a:pt x="9" y="50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2" y="45"/>
                      <a:pt x="13" y="45"/>
                      <a:pt x="13" y="46"/>
                    </a:cubicBezTo>
                    <a:cubicBezTo>
                      <a:pt x="15" y="47"/>
                      <a:pt x="17" y="48"/>
                      <a:pt x="17" y="50"/>
                    </a:cubicBezTo>
                    <a:lnTo>
                      <a:pt x="12" y="52"/>
                    </a:lnTo>
                    <a:close/>
                    <a:moveTo>
                      <a:pt x="2" y="39"/>
                    </a:moveTo>
                    <a:cubicBezTo>
                      <a:pt x="2" y="38"/>
                      <a:pt x="1" y="37"/>
                      <a:pt x="1" y="36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32"/>
                      <a:pt x="6" y="32"/>
                      <a:pt x="6" y="33"/>
                    </a:cubicBezTo>
                    <a:cubicBezTo>
                      <a:pt x="7" y="34"/>
                      <a:pt x="7" y="35"/>
                      <a:pt x="8" y="37"/>
                    </a:cubicBezTo>
                    <a:lnTo>
                      <a:pt x="2" y="39"/>
                    </a:lnTo>
                    <a:close/>
                    <a:moveTo>
                      <a:pt x="10" y="27"/>
                    </a:moveTo>
                    <a:cubicBezTo>
                      <a:pt x="9" y="27"/>
                      <a:pt x="8" y="27"/>
                      <a:pt x="7" y="27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9" y="21"/>
                      <a:pt x="10" y="21"/>
                      <a:pt x="12" y="21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  <a:close/>
                    <a:moveTo>
                      <a:pt x="13" y="16"/>
                    </a:moveTo>
                    <a:cubicBezTo>
                      <a:pt x="13" y="15"/>
                      <a:pt x="13" y="14"/>
                      <a:pt x="13" y="14"/>
                    </a:cubicBezTo>
                    <a:cubicBezTo>
                      <a:pt x="13" y="13"/>
                      <a:pt x="13" y="13"/>
                      <a:pt x="13" y="12"/>
                    </a:cubicBezTo>
                    <a:cubicBezTo>
                      <a:pt x="13" y="12"/>
                      <a:pt x="13" y="12"/>
                      <a:pt x="13" y="11"/>
                    </a:cubicBezTo>
                    <a:cubicBezTo>
                      <a:pt x="13" y="11"/>
                      <a:pt x="13" y="10"/>
                      <a:pt x="13" y="1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10"/>
                      <a:pt x="19" y="11"/>
                    </a:cubicBezTo>
                    <a:cubicBezTo>
                      <a:pt x="19" y="12"/>
                      <a:pt x="19" y="12"/>
                      <a:pt x="19" y="13"/>
                    </a:cubicBezTo>
                    <a:cubicBezTo>
                      <a:pt x="19" y="13"/>
                      <a:pt x="19" y="13"/>
                      <a:pt x="19" y="14"/>
                    </a:cubicBezTo>
                    <a:cubicBezTo>
                      <a:pt x="19" y="14"/>
                      <a:pt x="19" y="14"/>
                      <a:pt x="19" y="14"/>
                    </a:cubicBezTo>
                    <a:lnTo>
                      <a:pt x="13" y="16"/>
                    </a:lnTo>
                    <a:close/>
                    <a:moveTo>
                      <a:pt x="7" y="7"/>
                    </a:moveTo>
                    <a:cubicBezTo>
                      <a:pt x="6" y="7"/>
                      <a:pt x="4" y="6"/>
                      <a:pt x="3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1"/>
                      <a:pt x="6" y="1"/>
                      <a:pt x="7" y="1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0" name="îŝlïďe"/>
              <p:cNvSpPr/>
              <p:nvPr/>
            </p:nvSpPr>
            <p:spPr bwMode="auto">
              <a:xfrm>
                <a:off x="7586663" y="2452688"/>
                <a:ext cx="280988" cy="325438"/>
              </a:xfrm>
              <a:custGeom>
                <a:avLst/>
                <a:gdLst>
                  <a:gd name="T0" fmla="*/ 62 w 131"/>
                  <a:gd name="T1" fmla="*/ 144 h 152"/>
                  <a:gd name="T2" fmla="*/ 24 w 131"/>
                  <a:gd name="T3" fmla="*/ 148 h 152"/>
                  <a:gd name="T4" fmla="*/ 24 w 131"/>
                  <a:gd name="T5" fmla="*/ 148 h 152"/>
                  <a:gd name="T6" fmla="*/ 69 w 131"/>
                  <a:gd name="T7" fmla="*/ 138 h 152"/>
                  <a:gd name="T8" fmla="*/ 72 w 131"/>
                  <a:gd name="T9" fmla="*/ 143 h 152"/>
                  <a:gd name="T10" fmla="*/ 71 w 131"/>
                  <a:gd name="T11" fmla="*/ 143 h 152"/>
                  <a:gd name="T12" fmla="*/ 37 w 131"/>
                  <a:gd name="T13" fmla="*/ 135 h 152"/>
                  <a:gd name="T14" fmla="*/ 9 w 131"/>
                  <a:gd name="T15" fmla="*/ 141 h 152"/>
                  <a:gd name="T16" fmla="*/ 9 w 131"/>
                  <a:gd name="T17" fmla="*/ 141 h 152"/>
                  <a:gd name="T18" fmla="*/ 51 w 131"/>
                  <a:gd name="T19" fmla="*/ 134 h 152"/>
                  <a:gd name="T20" fmla="*/ 78 w 131"/>
                  <a:gd name="T21" fmla="*/ 131 h 152"/>
                  <a:gd name="T22" fmla="*/ 85 w 131"/>
                  <a:gd name="T23" fmla="*/ 136 h 152"/>
                  <a:gd name="T24" fmla="*/ 113 w 131"/>
                  <a:gd name="T25" fmla="*/ 134 h 152"/>
                  <a:gd name="T26" fmla="*/ 113 w 131"/>
                  <a:gd name="T27" fmla="*/ 134 h 152"/>
                  <a:gd name="T28" fmla="*/ 96 w 131"/>
                  <a:gd name="T29" fmla="*/ 123 h 152"/>
                  <a:gd name="T30" fmla="*/ 98 w 131"/>
                  <a:gd name="T31" fmla="*/ 132 h 152"/>
                  <a:gd name="T32" fmla="*/ 6 w 131"/>
                  <a:gd name="T33" fmla="*/ 116 h 152"/>
                  <a:gd name="T34" fmla="*/ 117 w 131"/>
                  <a:gd name="T35" fmla="*/ 119 h 152"/>
                  <a:gd name="T36" fmla="*/ 117 w 131"/>
                  <a:gd name="T37" fmla="*/ 119 h 152"/>
                  <a:gd name="T38" fmla="*/ 89 w 131"/>
                  <a:gd name="T39" fmla="*/ 109 h 152"/>
                  <a:gd name="T40" fmla="*/ 95 w 131"/>
                  <a:gd name="T41" fmla="*/ 114 h 152"/>
                  <a:gd name="T42" fmla="*/ 0 w 131"/>
                  <a:gd name="T43" fmla="*/ 100 h 152"/>
                  <a:gd name="T44" fmla="*/ 6 w 131"/>
                  <a:gd name="T45" fmla="*/ 105 h 152"/>
                  <a:gd name="T46" fmla="*/ 115 w 131"/>
                  <a:gd name="T47" fmla="*/ 94 h 152"/>
                  <a:gd name="T48" fmla="*/ 115 w 131"/>
                  <a:gd name="T49" fmla="*/ 101 h 152"/>
                  <a:gd name="T50" fmla="*/ 93 w 131"/>
                  <a:gd name="T51" fmla="*/ 92 h 152"/>
                  <a:gd name="T52" fmla="*/ 87 w 131"/>
                  <a:gd name="T53" fmla="*/ 99 h 152"/>
                  <a:gd name="T54" fmla="*/ 108 w 131"/>
                  <a:gd name="T55" fmla="*/ 87 h 152"/>
                  <a:gd name="T56" fmla="*/ 12 w 131"/>
                  <a:gd name="T57" fmla="*/ 93 h 152"/>
                  <a:gd name="T58" fmla="*/ 12 w 131"/>
                  <a:gd name="T59" fmla="*/ 93 h 152"/>
                  <a:gd name="T60" fmla="*/ 122 w 131"/>
                  <a:gd name="T61" fmla="*/ 81 h 152"/>
                  <a:gd name="T62" fmla="*/ 127 w 131"/>
                  <a:gd name="T63" fmla="*/ 83 h 152"/>
                  <a:gd name="T64" fmla="*/ 123 w 131"/>
                  <a:gd name="T65" fmla="*/ 87 h 152"/>
                  <a:gd name="T66" fmla="*/ 33 w 131"/>
                  <a:gd name="T67" fmla="*/ 81 h 152"/>
                  <a:gd name="T68" fmla="*/ 124 w 131"/>
                  <a:gd name="T69" fmla="*/ 64 h 152"/>
                  <a:gd name="T70" fmla="*/ 25 w 131"/>
                  <a:gd name="T71" fmla="*/ 65 h 152"/>
                  <a:gd name="T72" fmla="*/ 123 w 131"/>
                  <a:gd name="T73" fmla="*/ 57 h 152"/>
                  <a:gd name="T74" fmla="*/ 123 w 131"/>
                  <a:gd name="T75" fmla="*/ 55 h 152"/>
                  <a:gd name="T76" fmla="*/ 24 w 131"/>
                  <a:gd name="T77" fmla="*/ 47 h 152"/>
                  <a:gd name="T78" fmla="*/ 27 w 131"/>
                  <a:gd name="T79" fmla="*/ 53 h 152"/>
                  <a:gd name="T80" fmla="*/ 40 w 131"/>
                  <a:gd name="T81" fmla="*/ 40 h 152"/>
                  <a:gd name="T82" fmla="*/ 123 w 131"/>
                  <a:gd name="T83" fmla="*/ 42 h 152"/>
                  <a:gd name="T84" fmla="*/ 121 w 131"/>
                  <a:gd name="T85" fmla="*/ 39 h 152"/>
                  <a:gd name="T86" fmla="*/ 124 w 131"/>
                  <a:gd name="T87" fmla="*/ 30 h 152"/>
                  <a:gd name="T88" fmla="*/ 121 w 131"/>
                  <a:gd name="T89" fmla="*/ 39 h 152"/>
                  <a:gd name="T90" fmla="*/ 103 w 131"/>
                  <a:gd name="T91" fmla="*/ 30 h 152"/>
                  <a:gd name="T92" fmla="*/ 50 w 131"/>
                  <a:gd name="T93" fmla="*/ 33 h 152"/>
                  <a:gd name="T94" fmla="*/ 51 w 131"/>
                  <a:gd name="T95" fmla="*/ 32 h 152"/>
                  <a:gd name="T96" fmla="*/ 90 w 131"/>
                  <a:gd name="T97" fmla="*/ 27 h 152"/>
                  <a:gd name="T98" fmla="*/ 91 w 131"/>
                  <a:gd name="T99" fmla="*/ 32 h 152"/>
                  <a:gd name="T100" fmla="*/ 60 w 131"/>
                  <a:gd name="T101" fmla="*/ 21 h 152"/>
                  <a:gd name="T102" fmla="*/ 82 w 131"/>
                  <a:gd name="T103" fmla="*/ 21 h 152"/>
                  <a:gd name="T104" fmla="*/ 82 w 131"/>
                  <a:gd name="T105" fmla="*/ 21 h 152"/>
                  <a:gd name="T106" fmla="*/ 63 w 131"/>
                  <a:gd name="T107" fmla="*/ 13 h 152"/>
                  <a:gd name="T108" fmla="*/ 74 w 131"/>
                  <a:gd name="T109" fmla="*/ 0 h 152"/>
                  <a:gd name="T110" fmla="*/ 74 w 131"/>
                  <a:gd name="T111" fmla="*/ 6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31" h="152">
                    <a:moveTo>
                      <a:pt x="65" y="152"/>
                    </a:moveTo>
                    <a:cubicBezTo>
                      <a:pt x="64" y="152"/>
                      <a:pt x="63" y="151"/>
                      <a:pt x="62" y="151"/>
                    </a:cubicBezTo>
                    <a:cubicBezTo>
                      <a:pt x="61" y="150"/>
                      <a:pt x="61" y="150"/>
                      <a:pt x="60" y="149"/>
                    </a:cubicBezTo>
                    <a:cubicBezTo>
                      <a:pt x="62" y="144"/>
                      <a:pt x="62" y="144"/>
                      <a:pt x="62" y="144"/>
                    </a:cubicBezTo>
                    <a:cubicBezTo>
                      <a:pt x="63" y="144"/>
                      <a:pt x="64" y="145"/>
                      <a:pt x="65" y="145"/>
                    </a:cubicBezTo>
                    <a:cubicBezTo>
                      <a:pt x="66" y="146"/>
                      <a:pt x="66" y="146"/>
                      <a:pt x="67" y="147"/>
                    </a:cubicBezTo>
                    <a:lnTo>
                      <a:pt x="65" y="152"/>
                    </a:lnTo>
                    <a:close/>
                    <a:moveTo>
                      <a:pt x="24" y="148"/>
                    </a:moveTo>
                    <a:cubicBezTo>
                      <a:pt x="23" y="148"/>
                      <a:pt x="21" y="147"/>
                      <a:pt x="18" y="145"/>
                    </a:cubicBezTo>
                    <a:cubicBezTo>
                      <a:pt x="22" y="140"/>
                      <a:pt x="22" y="140"/>
                      <a:pt x="22" y="140"/>
                    </a:cubicBezTo>
                    <a:cubicBezTo>
                      <a:pt x="23" y="142"/>
                      <a:pt x="25" y="142"/>
                      <a:pt x="26" y="143"/>
                    </a:cubicBezTo>
                    <a:lnTo>
                      <a:pt x="24" y="148"/>
                    </a:lnTo>
                    <a:close/>
                    <a:moveTo>
                      <a:pt x="67" y="146"/>
                    </a:moveTo>
                    <a:cubicBezTo>
                      <a:pt x="66" y="145"/>
                      <a:pt x="65" y="144"/>
                      <a:pt x="65" y="142"/>
                    </a:cubicBezTo>
                    <a:cubicBezTo>
                      <a:pt x="65" y="141"/>
                      <a:pt x="66" y="139"/>
                      <a:pt x="67" y="139"/>
                    </a:cubicBezTo>
                    <a:cubicBezTo>
                      <a:pt x="68" y="138"/>
                      <a:pt x="69" y="138"/>
                      <a:pt x="69" y="138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71" y="142"/>
                      <a:pt x="71" y="142"/>
                      <a:pt x="71" y="142"/>
                    </a:cubicBezTo>
                    <a:cubicBezTo>
                      <a:pt x="71" y="142"/>
                      <a:pt x="72" y="142"/>
                      <a:pt x="72" y="143"/>
                    </a:cubicBezTo>
                    <a:cubicBezTo>
                      <a:pt x="72" y="143"/>
                      <a:pt x="72" y="143"/>
                      <a:pt x="72" y="143"/>
                    </a:cubicBezTo>
                    <a:cubicBezTo>
                      <a:pt x="72" y="143"/>
                      <a:pt x="72" y="143"/>
                      <a:pt x="72" y="143"/>
                    </a:cubicBezTo>
                    <a:cubicBezTo>
                      <a:pt x="71" y="143"/>
                      <a:pt x="71" y="144"/>
                      <a:pt x="71" y="144"/>
                    </a:cubicBezTo>
                    <a:cubicBezTo>
                      <a:pt x="71" y="144"/>
                      <a:pt x="70" y="144"/>
                      <a:pt x="70" y="144"/>
                    </a:cubicBezTo>
                    <a:cubicBezTo>
                      <a:pt x="70" y="144"/>
                      <a:pt x="70" y="144"/>
                      <a:pt x="71" y="143"/>
                    </a:cubicBezTo>
                    <a:lnTo>
                      <a:pt x="67" y="146"/>
                    </a:lnTo>
                    <a:close/>
                    <a:moveTo>
                      <a:pt x="35" y="141"/>
                    </a:moveTo>
                    <a:cubicBezTo>
                      <a:pt x="32" y="136"/>
                      <a:pt x="32" y="136"/>
                      <a:pt x="32" y="136"/>
                    </a:cubicBezTo>
                    <a:cubicBezTo>
                      <a:pt x="34" y="136"/>
                      <a:pt x="35" y="135"/>
                      <a:pt x="37" y="135"/>
                    </a:cubicBezTo>
                    <a:cubicBezTo>
                      <a:pt x="37" y="135"/>
                      <a:pt x="38" y="135"/>
                      <a:pt x="39" y="135"/>
                    </a:cubicBezTo>
                    <a:cubicBezTo>
                      <a:pt x="40" y="141"/>
                      <a:pt x="40" y="141"/>
                      <a:pt x="40" y="141"/>
                    </a:cubicBezTo>
                    <a:cubicBezTo>
                      <a:pt x="37" y="141"/>
                      <a:pt x="36" y="141"/>
                      <a:pt x="35" y="141"/>
                    </a:cubicBezTo>
                    <a:close/>
                    <a:moveTo>
                      <a:pt x="9" y="141"/>
                    </a:moveTo>
                    <a:cubicBezTo>
                      <a:pt x="6" y="140"/>
                      <a:pt x="4" y="138"/>
                      <a:pt x="4" y="134"/>
                    </a:cubicBezTo>
                    <a:cubicBezTo>
                      <a:pt x="10" y="133"/>
                      <a:pt x="10" y="133"/>
                      <a:pt x="10" y="133"/>
                    </a:cubicBezTo>
                    <a:cubicBezTo>
                      <a:pt x="10" y="133"/>
                      <a:pt x="10" y="135"/>
                      <a:pt x="10" y="135"/>
                    </a:cubicBezTo>
                    <a:lnTo>
                      <a:pt x="9" y="141"/>
                    </a:lnTo>
                    <a:close/>
                    <a:moveTo>
                      <a:pt x="56" y="140"/>
                    </a:moveTo>
                    <a:cubicBezTo>
                      <a:pt x="56" y="140"/>
                      <a:pt x="55" y="140"/>
                      <a:pt x="53" y="140"/>
                    </a:cubicBezTo>
                    <a:cubicBezTo>
                      <a:pt x="52" y="140"/>
                      <a:pt x="52" y="140"/>
                      <a:pt x="51" y="140"/>
                    </a:cubicBezTo>
                    <a:cubicBezTo>
                      <a:pt x="51" y="134"/>
                      <a:pt x="51" y="134"/>
                      <a:pt x="51" y="134"/>
                    </a:cubicBezTo>
                    <a:cubicBezTo>
                      <a:pt x="55" y="134"/>
                      <a:pt x="57" y="134"/>
                      <a:pt x="58" y="135"/>
                    </a:cubicBezTo>
                    <a:lnTo>
                      <a:pt x="56" y="140"/>
                    </a:lnTo>
                    <a:close/>
                    <a:moveTo>
                      <a:pt x="81" y="136"/>
                    </a:moveTo>
                    <a:cubicBezTo>
                      <a:pt x="78" y="131"/>
                      <a:pt x="78" y="131"/>
                      <a:pt x="78" y="131"/>
                    </a:cubicBezTo>
                    <a:cubicBezTo>
                      <a:pt x="80" y="130"/>
                      <a:pt x="81" y="129"/>
                      <a:pt x="82" y="129"/>
                    </a:cubicBezTo>
                    <a:cubicBezTo>
                      <a:pt x="83" y="129"/>
                      <a:pt x="84" y="130"/>
                      <a:pt x="85" y="130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83" y="135"/>
                      <a:pt x="83" y="135"/>
                      <a:pt x="82" y="135"/>
                    </a:cubicBezTo>
                    <a:cubicBezTo>
                      <a:pt x="82" y="135"/>
                      <a:pt x="82" y="135"/>
                      <a:pt x="81" y="136"/>
                    </a:cubicBezTo>
                    <a:close/>
                    <a:moveTo>
                      <a:pt x="113" y="134"/>
                    </a:moveTo>
                    <a:cubicBezTo>
                      <a:pt x="112" y="128"/>
                      <a:pt x="112" y="128"/>
                      <a:pt x="112" y="128"/>
                    </a:cubicBezTo>
                    <a:cubicBezTo>
                      <a:pt x="113" y="128"/>
                      <a:pt x="115" y="127"/>
                      <a:pt x="116" y="127"/>
                    </a:cubicBezTo>
                    <a:cubicBezTo>
                      <a:pt x="119" y="132"/>
                      <a:pt x="119" y="132"/>
                      <a:pt x="119" y="132"/>
                    </a:cubicBezTo>
                    <a:cubicBezTo>
                      <a:pt x="117" y="133"/>
                      <a:pt x="114" y="134"/>
                      <a:pt x="113" y="134"/>
                    </a:cubicBezTo>
                    <a:close/>
                    <a:moveTo>
                      <a:pt x="98" y="132"/>
                    </a:moveTo>
                    <a:cubicBezTo>
                      <a:pt x="94" y="128"/>
                      <a:pt x="94" y="128"/>
                      <a:pt x="94" y="128"/>
                    </a:cubicBezTo>
                    <a:cubicBezTo>
                      <a:pt x="95" y="127"/>
                      <a:pt x="95" y="126"/>
                      <a:pt x="96" y="125"/>
                    </a:cubicBezTo>
                    <a:cubicBezTo>
                      <a:pt x="96" y="124"/>
                      <a:pt x="96" y="124"/>
                      <a:pt x="96" y="123"/>
                    </a:cubicBezTo>
                    <a:cubicBezTo>
                      <a:pt x="101" y="123"/>
                      <a:pt x="101" y="123"/>
                      <a:pt x="101" y="123"/>
                    </a:cubicBezTo>
                    <a:cubicBezTo>
                      <a:pt x="102" y="124"/>
                      <a:pt x="102" y="125"/>
                      <a:pt x="103" y="125"/>
                    </a:cubicBezTo>
                    <a:cubicBezTo>
                      <a:pt x="102" y="126"/>
                      <a:pt x="102" y="126"/>
                      <a:pt x="102" y="126"/>
                    </a:cubicBezTo>
                    <a:cubicBezTo>
                      <a:pt x="102" y="127"/>
                      <a:pt x="101" y="129"/>
                      <a:pt x="98" y="132"/>
                    </a:cubicBezTo>
                    <a:close/>
                    <a:moveTo>
                      <a:pt x="0" y="123"/>
                    </a:moveTo>
                    <a:cubicBezTo>
                      <a:pt x="0" y="122"/>
                      <a:pt x="0" y="122"/>
                      <a:pt x="0" y="122"/>
                    </a:cubicBezTo>
                    <a:cubicBezTo>
                      <a:pt x="0" y="120"/>
                      <a:pt x="0" y="119"/>
                      <a:pt x="0" y="117"/>
                    </a:cubicBezTo>
                    <a:cubicBezTo>
                      <a:pt x="6" y="116"/>
                      <a:pt x="6" y="116"/>
                      <a:pt x="6" y="116"/>
                    </a:cubicBezTo>
                    <a:cubicBezTo>
                      <a:pt x="6" y="118"/>
                      <a:pt x="6" y="120"/>
                      <a:pt x="6" y="121"/>
                    </a:cubicBezTo>
                    <a:cubicBezTo>
                      <a:pt x="6" y="122"/>
                      <a:pt x="6" y="122"/>
                      <a:pt x="6" y="122"/>
                    </a:cubicBezTo>
                    <a:lnTo>
                      <a:pt x="0" y="123"/>
                    </a:lnTo>
                    <a:close/>
                    <a:moveTo>
                      <a:pt x="117" y="119"/>
                    </a:moveTo>
                    <a:cubicBezTo>
                      <a:pt x="117" y="117"/>
                      <a:pt x="117" y="115"/>
                      <a:pt x="116" y="113"/>
                    </a:cubicBezTo>
                    <a:cubicBezTo>
                      <a:pt x="122" y="112"/>
                      <a:pt x="122" y="112"/>
                      <a:pt x="122" y="112"/>
                    </a:cubicBezTo>
                    <a:cubicBezTo>
                      <a:pt x="122" y="114"/>
                      <a:pt x="123" y="116"/>
                      <a:pt x="123" y="118"/>
                    </a:cubicBezTo>
                    <a:lnTo>
                      <a:pt x="117" y="119"/>
                    </a:lnTo>
                    <a:close/>
                    <a:moveTo>
                      <a:pt x="89" y="115"/>
                    </a:moveTo>
                    <a:cubicBezTo>
                      <a:pt x="89" y="114"/>
                      <a:pt x="89" y="114"/>
                      <a:pt x="89" y="113"/>
                    </a:cubicBezTo>
                    <a:cubicBezTo>
                      <a:pt x="89" y="112"/>
                      <a:pt x="89" y="111"/>
                      <a:pt x="89" y="110"/>
                    </a:cubicBezTo>
                    <a:cubicBezTo>
                      <a:pt x="89" y="109"/>
                      <a:pt x="89" y="109"/>
                      <a:pt x="89" y="109"/>
                    </a:cubicBezTo>
                    <a:cubicBezTo>
                      <a:pt x="95" y="109"/>
                      <a:pt x="95" y="109"/>
                      <a:pt x="95" y="109"/>
                    </a:cubicBezTo>
                    <a:cubicBezTo>
                      <a:pt x="95" y="110"/>
                      <a:pt x="95" y="110"/>
                      <a:pt x="95" y="110"/>
                    </a:cubicBezTo>
                    <a:cubicBezTo>
                      <a:pt x="95" y="111"/>
                      <a:pt x="95" y="112"/>
                      <a:pt x="95" y="113"/>
                    </a:cubicBezTo>
                    <a:cubicBezTo>
                      <a:pt x="95" y="113"/>
                      <a:pt x="95" y="114"/>
                      <a:pt x="95" y="114"/>
                    </a:cubicBezTo>
                    <a:lnTo>
                      <a:pt x="89" y="115"/>
                    </a:lnTo>
                    <a:close/>
                    <a:moveTo>
                      <a:pt x="6" y="105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3"/>
                      <a:pt x="0" y="102"/>
                      <a:pt x="0" y="100"/>
                    </a:cubicBezTo>
                    <a:cubicBezTo>
                      <a:pt x="0" y="100"/>
                      <a:pt x="0" y="99"/>
                      <a:pt x="0" y="99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6" y="100"/>
                      <a:pt x="6" y="100"/>
                      <a:pt x="6" y="100"/>
                    </a:cubicBezTo>
                    <a:cubicBezTo>
                      <a:pt x="6" y="102"/>
                      <a:pt x="6" y="103"/>
                      <a:pt x="6" y="105"/>
                    </a:cubicBezTo>
                    <a:close/>
                    <a:moveTo>
                      <a:pt x="115" y="101"/>
                    </a:moveTo>
                    <a:cubicBezTo>
                      <a:pt x="115" y="100"/>
                      <a:pt x="115" y="98"/>
                      <a:pt x="114" y="97"/>
                    </a:cubicBezTo>
                    <a:cubicBezTo>
                      <a:pt x="114" y="97"/>
                      <a:pt x="114" y="97"/>
                      <a:pt x="114" y="97"/>
                    </a:cubicBezTo>
                    <a:cubicBezTo>
                      <a:pt x="114" y="96"/>
                      <a:pt x="114" y="95"/>
                      <a:pt x="115" y="94"/>
                    </a:cubicBezTo>
                    <a:cubicBezTo>
                      <a:pt x="120" y="96"/>
                      <a:pt x="120" y="96"/>
                      <a:pt x="120" y="96"/>
                    </a:cubicBezTo>
                    <a:cubicBezTo>
                      <a:pt x="120" y="96"/>
                      <a:pt x="120" y="97"/>
                      <a:pt x="120" y="97"/>
                    </a:cubicBezTo>
                    <a:cubicBezTo>
                      <a:pt x="120" y="97"/>
                      <a:pt x="120" y="99"/>
                      <a:pt x="121" y="101"/>
                    </a:cubicBezTo>
                    <a:lnTo>
                      <a:pt x="115" y="101"/>
                    </a:lnTo>
                    <a:close/>
                    <a:moveTo>
                      <a:pt x="87" y="99"/>
                    </a:moveTo>
                    <a:cubicBezTo>
                      <a:pt x="87" y="98"/>
                      <a:pt x="87" y="97"/>
                      <a:pt x="87" y="96"/>
                    </a:cubicBezTo>
                    <a:cubicBezTo>
                      <a:pt x="87" y="95"/>
                      <a:pt x="88" y="92"/>
                      <a:pt x="91" y="92"/>
                    </a:cubicBezTo>
                    <a:cubicBezTo>
                      <a:pt x="92" y="92"/>
                      <a:pt x="92" y="92"/>
                      <a:pt x="93" y="92"/>
                    </a:cubicBezTo>
                    <a:cubicBezTo>
                      <a:pt x="94" y="98"/>
                      <a:pt x="94" y="98"/>
                      <a:pt x="94" y="98"/>
                    </a:cubicBezTo>
                    <a:cubicBezTo>
                      <a:pt x="93" y="98"/>
                      <a:pt x="92" y="98"/>
                      <a:pt x="91" y="98"/>
                    </a:cubicBezTo>
                    <a:cubicBezTo>
                      <a:pt x="91" y="98"/>
                      <a:pt x="92" y="98"/>
                      <a:pt x="92" y="97"/>
                    </a:cubicBezTo>
                    <a:lnTo>
                      <a:pt x="87" y="99"/>
                    </a:lnTo>
                    <a:close/>
                    <a:moveTo>
                      <a:pt x="106" y="95"/>
                    </a:moveTo>
                    <a:cubicBezTo>
                      <a:pt x="104" y="90"/>
                      <a:pt x="104" y="90"/>
                      <a:pt x="104" y="90"/>
                    </a:cubicBezTo>
                    <a:cubicBezTo>
                      <a:pt x="104" y="90"/>
                      <a:pt x="105" y="89"/>
                      <a:pt x="105" y="89"/>
                    </a:cubicBezTo>
                    <a:cubicBezTo>
                      <a:pt x="106" y="89"/>
                      <a:pt x="107" y="88"/>
                      <a:pt x="108" y="87"/>
                    </a:cubicBezTo>
                    <a:cubicBezTo>
                      <a:pt x="112" y="91"/>
                      <a:pt x="112" y="91"/>
                      <a:pt x="112" y="91"/>
                    </a:cubicBezTo>
                    <a:cubicBezTo>
                      <a:pt x="111" y="92"/>
                      <a:pt x="110" y="93"/>
                      <a:pt x="108" y="94"/>
                    </a:cubicBezTo>
                    <a:cubicBezTo>
                      <a:pt x="108" y="94"/>
                      <a:pt x="107" y="95"/>
                      <a:pt x="106" y="95"/>
                    </a:cubicBezTo>
                    <a:close/>
                    <a:moveTo>
                      <a:pt x="12" y="93"/>
                    </a:moveTo>
                    <a:cubicBezTo>
                      <a:pt x="9" y="88"/>
                      <a:pt x="9" y="88"/>
                      <a:pt x="9" y="88"/>
                    </a:cubicBezTo>
                    <a:cubicBezTo>
                      <a:pt x="11" y="87"/>
                      <a:pt x="13" y="86"/>
                      <a:pt x="16" y="86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15" y="92"/>
                      <a:pt x="13" y="92"/>
                      <a:pt x="12" y="93"/>
                    </a:cubicBezTo>
                    <a:close/>
                    <a:moveTo>
                      <a:pt x="123" y="87"/>
                    </a:moveTo>
                    <a:cubicBezTo>
                      <a:pt x="123" y="87"/>
                      <a:pt x="121" y="87"/>
                      <a:pt x="119" y="86"/>
                    </a:cubicBezTo>
                    <a:cubicBezTo>
                      <a:pt x="119" y="81"/>
                      <a:pt x="119" y="81"/>
                      <a:pt x="119" y="81"/>
                    </a:cubicBezTo>
                    <a:cubicBezTo>
                      <a:pt x="120" y="81"/>
                      <a:pt x="121" y="81"/>
                      <a:pt x="122" y="81"/>
                    </a:cubicBezTo>
                    <a:cubicBezTo>
                      <a:pt x="122" y="81"/>
                      <a:pt x="122" y="80"/>
                      <a:pt x="122" y="80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9" y="82"/>
                      <a:pt x="129" y="82"/>
                      <a:pt x="129" y="82"/>
                    </a:cubicBezTo>
                    <a:cubicBezTo>
                      <a:pt x="127" y="83"/>
                      <a:pt x="127" y="83"/>
                      <a:pt x="127" y="83"/>
                    </a:cubicBezTo>
                    <a:cubicBezTo>
                      <a:pt x="127" y="84"/>
                      <a:pt x="126" y="85"/>
                      <a:pt x="125" y="86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6" y="87"/>
                      <a:pt x="126" y="87"/>
                      <a:pt x="126" y="87"/>
                    </a:cubicBezTo>
                    <a:lnTo>
                      <a:pt x="123" y="87"/>
                    </a:lnTo>
                    <a:close/>
                    <a:moveTo>
                      <a:pt x="29" y="87"/>
                    </a:moveTo>
                    <a:cubicBezTo>
                      <a:pt x="25" y="82"/>
                      <a:pt x="25" y="82"/>
                      <a:pt x="25" y="82"/>
                    </a:cubicBezTo>
                    <a:cubicBezTo>
                      <a:pt x="26" y="81"/>
                      <a:pt x="27" y="80"/>
                      <a:pt x="28" y="79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3"/>
                      <a:pt x="31" y="85"/>
                      <a:pt x="29" y="87"/>
                    </a:cubicBezTo>
                    <a:close/>
                    <a:moveTo>
                      <a:pt x="124" y="72"/>
                    </a:moveTo>
                    <a:cubicBezTo>
                      <a:pt x="120" y="68"/>
                      <a:pt x="120" y="68"/>
                      <a:pt x="120" y="68"/>
                    </a:cubicBezTo>
                    <a:cubicBezTo>
                      <a:pt x="124" y="64"/>
                      <a:pt x="124" y="64"/>
                      <a:pt x="124" y="64"/>
                    </a:cubicBezTo>
                    <a:cubicBezTo>
                      <a:pt x="128" y="68"/>
                      <a:pt x="128" y="68"/>
                      <a:pt x="128" y="68"/>
                    </a:cubicBezTo>
                    <a:lnTo>
                      <a:pt x="124" y="72"/>
                    </a:lnTo>
                    <a:close/>
                    <a:moveTo>
                      <a:pt x="27" y="69"/>
                    </a:moveTo>
                    <a:cubicBezTo>
                      <a:pt x="27" y="68"/>
                      <a:pt x="26" y="66"/>
                      <a:pt x="25" y="65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31" y="63"/>
                      <a:pt x="32" y="65"/>
                      <a:pt x="33" y="67"/>
                    </a:cubicBezTo>
                    <a:lnTo>
                      <a:pt x="27" y="69"/>
                    </a:lnTo>
                    <a:close/>
                    <a:moveTo>
                      <a:pt x="123" y="57"/>
                    </a:moveTo>
                    <a:cubicBezTo>
                      <a:pt x="117" y="56"/>
                      <a:pt x="117" y="56"/>
                      <a:pt x="117" y="56"/>
                    </a:cubicBezTo>
                    <a:cubicBezTo>
                      <a:pt x="117" y="55"/>
                      <a:pt x="117" y="55"/>
                      <a:pt x="116" y="54"/>
                    </a:cubicBezTo>
                    <a:cubicBezTo>
                      <a:pt x="119" y="49"/>
                      <a:pt x="119" y="49"/>
                      <a:pt x="119" y="49"/>
                    </a:cubicBezTo>
                    <a:cubicBezTo>
                      <a:pt x="122" y="51"/>
                      <a:pt x="123" y="53"/>
                      <a:pt x="123" y="55"/>
                    </a:cubicBezTo>
                    <a:cubicBezTo>
                      <a:pt x="123" y="56"/>
                      <a:pt x="123" y="56"/>
                      <a:pt x="123" y="57"/>
                    </a:cubicBezTo>
                    <a:close/>
                    <a:moveTo>
                      <a:pt x="27" y="53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0"/>
                      <a:pt x="23" y="48"/>
                      <a:pt x="24" y="47"/>
                    </a:cubicBezTo>
                    <a:cubicBezTo>
                      <a:pt x="25" y="46"/>
                      <a:pt x="25" y="46"/>
                      <a:pt x="26" y="45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50"/>
                      <a:pt x="28" y="50"/>
                      <a:pt x="28" y="51"/>
                    </a:cubicBezTo>
                    <a:cubicBezTo>
                      <a:pt x="28" y="51"/>
                      <a:pt x="27" y="52"/>
                      <a:pt x="27" y="53"/>
                    </a:cubicBezTo>
                    <a:close/>
                    <a:moveTo>
                      <a:pt x="39" y="49"/>
                    </a:move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3"/>
                      <a:pt x="40" y="40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3" y="46"/>
                      <a:pt x="41" y="48"/>
                      <a:pt x="39" y="49"/>
                    </a:cubicBezTo>
                    <a:close/>
                    <a:moveTo>
                      <a:pt x="127" y="46"/>
                    </a:moveTo>
                    <a:cubicBezTo>
                      <a:pt x="123" y="42"/>
                      <a:pt x="123" y="42"/>
                      <a:pt x="123" y="42"/>
                    </a:cubicBezTo>
                    <a:cubicBezTo>
                      <a:pt x="124" y="40"/>
                      <a:pt x="125" y="39"/>
                      <a:pt x="126" y="38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30" y="42"/>
                      <a:pt x="129" y="45"/>
                      <a:pt x="127" y="46"/>
                    </a:cubicBezTo>
                    <a:close/>
                    <a:moveTo>
                      <a:pt x="121" y="39"/>
                    </a:moveTo>
                    <a:cubicBezTo>
                      <a:pt x="121" y="33"/>
                      <a:pt x="121" y="33"/>
                      <a:pt x="121" y="33"/>
                    </a:cubicBezTo>
                    <a:cubicBezTo>
                      <a:pt x="120" y="33"/>
                      <a:pt x="120" y="33"/>
                      <a:pt x="120" y="33"/>
                    </a:cubicBezTo>
                    <a:cubicBezTo>
                      <a:pt x="121" y="33"/>
                      <a:pt x="121" y="32"/>
                      <a:pt x="122" y="32"/>
                    </a:cubicBezTo>
                    <a:cubicBezTo>
                      <a:pt x="122" y="31"/>
                      <a:pt x="123" y="31"/>
                      <a:pt x="124" y="30"/>
                    </a:cubicBezTo>
                    <a:cubicBezTo>
                      <a:pt x="127" y="35"/>
                      <a:pt x="127" y="35"/>
                      <a:pt x="127" y="35"/>
                    </a:cubicBezTo>
                    <a:cubicBezTo>
                      <a:pt x="126" y="35"/>
                      <a:pt x="126" y="36"/>
                      <a:pt x="126" y="36"/>
                    </a:cubicBezTo>
                    <a:cubicBezTo>
                      <a:pt x="125" y="37"/>
                      <a:pt x="124" y="38"/>
                      <a:pt x="122" y="38"/>
                    </a:cubicBezTo>
                    <a:cubicBezTo>
                      <a:pt x="122" y="39"/>
                      <a:pt x="121" y="39"/>
                      <a:pt x="121" y="39"/>
                    </a:cubicBezTo>
                    <a:close/>
                    <a:moveTo>
                      <a:pt x="109" y="36"/>
                    </a:moveTo>
                    <a:cubicBezTo>
                      <a:pt x="108" y="36"/>
                      <a:pt x="107" y="36"/>
                      <a:pt x="106" y="36"/>
                    </a:cubicBezTo>
                    <a:cubicBezTo>
                      <a:pt x="105" y="36"/>
                      <a:pt x="105" y="36"/>
                      <a:pt x="104" y="36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104" y="30"/>
                      <a:pt x="105" y="30"/>
                      <a:pt x="106" y="30"/>
                    </a:cubicBezTo>
                    <a:cubicBezTo>
                      <a:pt x="107" y="30"/>
                      <a:pt x="109" y="30"/>
                      <a:pt x="110" y="30"/>
                    </a:cubicBezTo>
                    <a:lnTo>
                      <a:pt x="109" y="36"/>
                    </a:lnTo>
                    <a:close/>
                    <a:moveTo>
                      <a:pt x="50" y="33"/>
                    </a:moveTo>
                    <a:cubicBezTo>
                      <a:pt x="45" y="29"/>
                      <a:pt x="45" y="29"/>
                      <a:pt x="45" y="29"/>
                    </a:cubicBezTo>
                    <a:cubicBezTo>
                      <a:pt x="47" y="27"/>
                      <a:pt x="50" y="26"/>
                      <a:pt x="53" y="27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52" y="32"/>
                      <a:pt x="52" y="32"/>
                      <a:pt x="51" y="32"/>
                    </a:cubicBezTo>
                    <a:cubicBezTo>
                      <a:pt x="50" y="32"/>
                      <a:pt x="50" y="33"/>
                      <a:pt x="50" y="33"/>
                    </a:cubicBezTo>
                    <a:close/>
                    <a:moveTo>
                      <a:pt x="91" y="32"/>
                    </a:moveTo>
                    <a:cubicBezTo>
                      <a:pt x="91" y="31"/>
                      <a:pt x="91" y="30"/>
                      <a:pt x="91" y="28"/>
                    </a:cubicBezTo>
                    <a:cubicBezTo>
                      <a:pt x="91" y="28"/>
                      <a:pt x="91" y="28"/>
                      <a:pt x="90" y="27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6" y="25"/>
                      <a:pt x="97" y="27"/>
                      <a:pt x="97" y="28"/>
                    </a:cubicBezTo>
                    <a:cubicBezTo>
                      <a:pt x="97" y="29"/>
                      <a:pt x="97" y="29"/>
                      <a:pt x="97" y="30"/>
                    </a:cubicBezTo>
                    <a:lnTo>
                      <a:pt x="91" y="32"/>
                    </a:lnTo>
                    <a:close/>
                    <a:moveTo>
                      <a:pt x="59" y="28"/>
                    </a:moveTo>
                    <a:cubicBezTo>
                      <a:pt x="59" y="28"/>
                      <a:pt x="58" y="28"/>
                      <a:pt x="58" y="27"/>
                    </a:cubicBezTo>
                    <a:cubicBezTo>
                      <a:pt x="57" y="26"/>
                      <a:pt x="56" y="25"/>
                      <a:pt x="55" y="24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61" y="22"/>
                      <a:pt x="61" y="22"/>
                    </a:cubicBezTo>
                    <a:cubicBezTo>
                      <a:pt x="63" y="23"/>
                      <a:pt x="64" y="25"/>
                      <a:pt x="64" y="26"/>
                    </a:cubicBezTo>
                    <a:lnTo>
                      <a:pt x="59" y="28"/>
                    </a:lnTo>
                    <a:close/>
                    <a:moveTo>
                      <a:pt x="82" y="21"/>
                    </a:moveTo>
                    <a:cubicBezTo>
                      <a:pt x="81" y="20"/>
                      <a:pt x="79" y="19"/>
                      <a:pt x="77" y="16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3" y="14"/>
                      <a:pt x="84" y="15"/>
                      <a:pt x="85" y="16"/>
                    </a:cubicBezTo>
                    <a:lnTo>
                      <a:pt x="82" y="21"/>
                    </a:lnTo>
                    <a:close/>
                    <a:moveTo>
                      <a:pt x="59" y="14"/>
                    </a:moveTo>
                    <a:cubicBezTo>
                      <a:pt x="55" y="10"/>
                      <a:pt x="55" y="10"/>
                      <a:pt x="55" y="10"/>
                    </a:cubicBezTo>
                    <a:cubicBezTo>
                      <a:pt x="57" y="8"/>
                      <a:pt x="59" y="8"/>
                      <a:pt x="62" y="7"/>
                    </a:cubicBezTo>
                    <a:cubicBezTo>
                      <a:pt x="63" y="13"/>
                      <a:pt x="63" y="13"/>
                      <a:pt x="63" y="13"/>
                    </a:cubicBezTo>
                    <a:cubicBezTo>
                      <a:pt x="61" y="13"/>
                      <a:pt x="59" y="14"/>
                      <a:pt x="59" y="14"/>
                    </a:cubicBezTo>
                    <a:close/>
                    <a:moveTo>
                      <a:pt x="74" y="6"/>
                    </a:moveTo>
                    <a:cubicBezTo>
                      <a:pt x="68" y="5"/>
                      <a:pt x="68" y="5"/>
                      <a:pt x="68" y="5"/>
                    </a:cubicBezTo>
                    <a:cubicBezTo>
                      <a:pt x="69" y="2"/>
                      <a:pt x="71" y="0"/>
                      <a:pt x="74" y="0"/>
                    </a:cubicBezTo>
                    <a:cubicBezTo>
                      <a:pt x="75" y="0"/>
                      <a:pt x="76" y="0"/>
                      <a:pt x="76" y="1"/>
                    </a:cubicBezTo>
                    <a:cubicBezTo>
                      <a:pt x="77" y="1"/>
                      <a:pt x="77" y="1"/>
                      <a:pt x="78" y="2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4" y="6"/>
                      <a:pt x="74" y="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ïśḷiḑe"/>
              <p:cNvSpPr/>
              <p:nvPr/>
            </p:nvSpPr>
            <p:spPr bwMode="auto">
              <a:xfrm>
                <a:off x="9691688" y="5302250"/>
                <a:ext cx="125413" cy="23813"/>
              </a:xfrm>
              <a:custGeom>
                <a:avLst/>
                <a:gdLst>
                  <a:gd name="T0" fmla="*/ 22 w 59"/>
                  <a:gd name="T1" fmla="*/ 11 h 11"/>
                  <a:gd name="T2" fmla="*/ 20 w 59"/>
                  <a:gd name="T3" fmla="*/ 11 h 11"/>
                  <a:gd name="T4" fmla="*/ 20 w 59"/>
                  <a:gd name="T5" fmla="*/ 5 h 11"/>
                  <a:gd name="T6" fmla="*/ 23 w 59"/>
                  <a:gd name="T7" fmla="*/ 5 h 11"/>
                  <a:gd name="T8" fmla="*/ 26 w 59"/>
                  <a:gd name="T9" fmla="*/ 5 h 11"/>
                  <a:gd name="T10" fmla="*/ 26 w 59"/>
                  <a:gd name="T11" fmla="*/ 11 h 11"/>
                  <a:gd name="T12" fmla="*/ 22 w 59"/>
                  <a:gd name="T13" fmla="*/ 11 h 11"/>
                  <a:gd name="T14" fmla="*/ 8 w 59"/>
                  <a:gd name="T15" fmla="*/ 10 h 11"/>
                  <a:gd name="T16" fmla="*/ 0 w 59"/>
                  <a:gd name="T17" fmla="*/ 7 h 11"/>
                  <a:gd name="T18" fmla="*/ 6 w 59"/>
                  <a:gd name="T19" fmla="*/ 5 h 11"/>
                  <a:gd name="T20" fmla="*/ 5 w 59"/>
                  <a:gd name="T21" fmla="*/ 4 h 11"/>
                  <a:gd name="T22" fmla="*/ 9 w 59"/>
                  <a:gd name="T23" fmla="*/ 4 h 11"/>
                  <a:gd name="T24" fmla="*/ 8 w 59"/>
                  <a:gd name="T25" fmla="*/ 10 h 11"/>
                  <a:gd name="T26" fmla="*/ 38 w 59"/>
                  <a:gd name="T27" fmla="*/ 10 h 11"/>
                  <a:gd name="T28" fmla="*/ 38 w 59"/>
                  <a:gd name="T29" fmla="*/ 4 h 11"/>
                  <a:gd name="T30" fmla="*/ 43 w 59"/>
                  <a:gd name="T31" fmla="*/ 3 h 11"/>
                  <a:gd name="T32" fmla="*/ 44 w 59"/>
                  <a:gd name="T33" fmla="*/ 9 h 11"/>
                  <a:gd name="T34" fmla="*/ 38 w 59"/>
                  <a:gd name="T35" fmla="*/ 10 h 11"/>
                  <a:gd name="T36" fmla="*/ 56 w 59"/>
                  <a:gd name="T37" fmla="*/ 6 h 11"/>
                  <a:gd name="T38" fmla="*/ 54 w 59"/>
                  <a:gd name="T39" fmla="*/ 1 h 11"/>
                  <a:gd name="T40" fmla="*/ 57 w 59"/>
                  <a:gd name="T41" fmla="*/ 0 h 11"/>
                  <a:gd name="T42" fmla="*/ 59 w 59"/>
                  <a:gd name="T43" fmla="*/ 5 h 11"/>
                  <a:gd name="T44" fmla="*/ 56 w 59"/>
                  <a:gd name="T45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9" h="11">
                    <a:moveTo>
                      <a:pt x="22" y="11"/>
                    </a:moveTo>
                    <a:cubicBezTo>
                      <a:pt x="22" y="11"/>
                      <a:pt x="21" y="11"/>
                      <a:pt x="20" y="11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1" y="5"/>
                      <a:pt x="22" y="5"/>
                      <a:pt x="23" y="5"/>
                    </a:cubicBezTo>
                    <a:cubicBezTo>
                      <a:pt x="24" y="5"/>
                      <a:pt x="25" y="5"/>
                      <a:pt x="26" y="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5" y="11"/>
                      <a:pt x="24" y="11"/>
                      <a:pt x="22" y="11"/>
                    </a:cubicBezTo>
                    <a:close/>
                    <a:moveTo>
                      <a:pt x="8" y="10"/>
                    </a:moveTo>
                    <a:cubicBezTo>
                      <a:pt x="3" y="9"/>
                      <a:pt x="1" y="9"/>
                      <a:pt x="0" y="7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9" y="4"/>
                    </a:cubicBezTo>
                    <a:lnTo>
                      <a:pt x="8" y="10"/>
                    </a:lnTo>
                    <a:close/>
                    <a:moveTo>
                      <a:pt x="38" y="10"/>
                    </a:moveTo>
                    <a:cubicBezTo>
                      <a:pt x="38" y="4"/>
                      <a:pt x="38" y="4"/>
                      <a:pt x="38" y="4"/>
                    </a:cubicBezTo>
                    <a:cubicBezTo>
                      <a:pt x="39" y="4"/>
                      <a:pt x="41" y="4"/>
                      <a:pt x="43" y="3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2" y="10"/>
                      <a:pt x="40" y="10"/>
                      <a:pt x="38" y="10"/>
                    </a:cubicBezTo>
                    <a:close/>
                    <a:moveTo>
                      <a:pt x="56" y="6"/>
                    </a:move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58" y="5"/>
                      <a:pt x="57" y="6"/>
                      <a:pt x="56" y="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iṩḻiḓé"/>
              <p:cNvSpPr/>
              <p:nvPr/>
            </p:nvSpPr>
            <p:spPr bwMode="auto">
              <a:xfrm>
                <a:off x="6731000" y="6467475"/>
                <a:ext cx="200025" cy="42863"/>
              </a:xfrm>
              <a:custGeom>
                <a:avLst/>
                <a:gdLst>
                  <a:gd name="T0" fmla="*/ 0 w 93"/>
                  <a:gd name="T1" fmla="*/ 20 h 20"/>
                  <a:gd name="T2" fmla="*/ 0 w 93"/>
                  <a:gd name="T3" fmla="*/ 14 h 20"/>
                  <a:gd name="T4" fmla="*/ 6 w 93"/>
                  <a:gd name="T5" fmla="*/ 14 h 20"/>
                  <a:gd name="T6" fmla="*/ 6 w 93"/>
                  <a:gd name="T7" fmla="*/ 20 h 20"/>
                  <a:gd name="T8" fmla="*/ 0 w 93"/>
                  <a:gd name="T9" fmla="*/ 20 h 20"/>
                  <a:gd name="T10" fmla="*/ 18 w 93"/>
                  <a:gd name="T11" fmla="*/ 19 h 20"/>
                  <a:gd name="T12" fmla="*/ 17 w 93"/>
                  <a:gd name="T13" fmla="*/ 13 h 20"/>
                  <a:gd name="T14" fmla="*/ 23 w 93"/>
                  <a:gd name="T15" fmla="*/ 12 h 20"/>
                  <a:gd name="T16" fmla="*/ 24 w 93"/>
                  <a:gd name="T17" fmla="*/ 18 h 20"/>
                  <a:gd name="T18" fmla="*/ 18 w 93"/>
                  <a:gd name="T19" fmla="*/ 19 h 20"/>
                  <a:gd name="T20" fmla="*/ 35 w 93"/>
                  <a:gd name="T21" fmla="*/ 17 h 20"/>
                  <a:gd name="T22" fmla="*/ 35 w 93"/>
                  <a:gd name="T23" fmla="*/ 11 h 20"/>
                  <a:gd name="T24" fmla="*/ 40 w 93"/>
                  <a:gd name="T25" fmla="*/ 10 h 20"/>
                  <a:gd name="T26" fmla="*/ 41 w 93"/>
                  <a:gd name="T27" fmla="*/ 16 h 20"/>
                  <a:gd name="T28" fmla="*/ 35 w 93"/>
                  <a:gd name="T29" fmla="*/ 17 h 20"/>
                  <a:gd name="T30" fmla="*/ 53 w 93"/>
                  <a:gd name="T31" fmla="*/ 14 h 20"/>
                  <a:gd name="T32" fmla="*/ 52 w 93"/>
                  <a:gd name="T33" fmla="*/ 8 h 20"/>
                  <a:gd name="T34" fmla="*/ 58 w 93"/>
                  <a:gd name="T35" fmla="*/ 7 h 20"/>
                  <a:gd name="T36" fmla="*/ 59 w 93"/>
                  <a:gd name="T37" fmla="*/ 13 h 20"/>
                  <a:gd name="T38" fmla="*/ 53 w 93"/>
                  <a:gd name="T39" fmla="*/ 14 h 20"/>
                  <a:gd name="T40" fmla="*/ 70 w 93"/>
                  <a:gd name="T41" fmla="*/ 11 h 20"/>
                  <a:gd name="T42" fmla="*/ 69 w 93"/>
                  <a:gd name="T43" fmla="*/ 5 h 20"/>
                  <a:gd name="T44" fmla="*/ 75 w 93"/>
                  <a:gd name="T45" fmla="*/ 4 h 20"/>
                  <a:gd name="T46" fmla="*/ 76 w 93"/>
                  <a:gd name="T47" fmla="*/ 10 h 20"/>
                  <a:gd name="T48" fmla="*/ 70 w 93"/>
                  <a:gd name="T49" fmla="*/ 11 h 20"/>
                  <a:gd name="T50" fmla="*/ 87 w 93"/>
                  <a:gd name="T51" fmla="*/ 7 h 20"/>
                  <a:gd name="T52" fmla="*/ 86 w 93"/>
                  <a:gd name="T53" fmla="*/ 1 h 20"/>
                  <a:gd name="T54" fmla="*/ 92 w 93"/>
                  <a:gd name="T55" fmla="*/ 0 h 20"/>
                  <a:gd name="T56" fmla="*/ 93 w 93"/>
                  <a:gd name="T57" fmla="*/ 6 h 20"/>
                  <a:gd name="T58" fmla="*/ 87 w 93"/>
                  <a:gd name="T59" fmla="*/ 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3" h="20">
                    <a:moveTo>
                      <a:pt x="0" y="2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2" y="14"/>
                      <a:pt x="6" y="14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2" y="20"/>
                      <a:pt x="0" y="20"/>
                      <a:pt x="0" y="20"/>
                    </a:cubicBezTo>
                    <a:close/>
                    <a:moveTo>
                      <a:pt x="18" y="19"/>
                    </a:moveTo>
                    <a:cubicBezTo>
                      <a:pt x="17" y="13"/>
                      <a:pt x="17" y="13"/>
                      <a:pt x="17" y="13"/>
                    </a:cubicBezTo>
                    <a:cubicBezTo>
                      <a:pt x="19" y="13"/>
                      <a:pt x="21" y="13"/>
                      <a:pt x="23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0" y="19"/>
                      <a:pt x="18" y="19"/>
                    </a:cubicBezTo>
                    <a:close/>
                    <a:moveTo>
                      <a:pt x="35" y="17"/>
                    </a:moveTo>
                    <a:cubicBezTo>
                      <a:pt x="35" y="11"/>
                      <a:pt x="35" y="11"/>
                      <a:pt x="35" y="11"/>
                    </a:cubicBezTo>
                    <a:cubicBezTo>
                      <a:pt x="36" y="11"/>
                      <a:pt x="38" y="10"/>
                      <a:pt x="40" y="10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39" y="16"/>
                      <a:pt x="37" y="17"/>
                      <a:pt x="35" y="17"/>
                    </a:cubicBezTo>
                    <a:close/>
                    <a:moveTo>
                      <a:pt x="53" y="14"/>
                    </a:moveTo>
                    <a:cubicBezTo>
                      <a:pt x="52" y="8"/>
                      <a:pt x="52" y="8"/>
                      <a:pt x="52" y="8"/>
                    </a:cubicBezTo>
                    <a:cubicBezTo>
                      <a:pt x="54" y="8"/>
                      <a:pt x="56" y="8"/>
                      <a:pt x="58" y="7"/>
                    </a:cubicBezTo>
                    <a:cubicBezTo>
                      <a:pt x="59" y="13"/>
                      <a:pt x="59" y="13"/>
                      <a:pt x="59" y="13"/>
                    </a:cubicBezTo>
                    <a:cubicBezTo>
                      <a:pt x="57" y="14"/>
                      <a:pt x="55" y="14"/>
                      <a:pt x="53" y="14"/>
                    </a:cubicBezTo>
                    <a:close/>
                    <a:moveTo>
                      <a:pt x="70" y="11"/>
                    </a:moveTo>
                    <a:cubicBezTo>
                      <a:pt x="69" y="5"/>
                      <a:pt x="69" y="5"/>
                      <a:pt x="69" y="5"/>
                    </a:cubicBezTo>
                    <a:cubicBezTo>
                      <a:pt x="71" y="5"/>
                      <a:pt x="73" y="5"/>
                      <a:pt x="75" y="4"/>
                    </a:cubicBezTo>
                    <a:cubicBezTo>
                      <a:pt x="76" y="10"/>
                      <a:pt x="76" y="10"/>
                      <a:pt x="76" y="10"/>
                    </a:cubicBezTo>
                    <a:cubicBezTo>
                      <a:pt x="74" y="10"/>
                      <a:pt x="72" y="11"/>
                      <a:pt x="70" y="11"/>
                    </a:cubicBezTo>
                    <a:close/>
                    <a:moveTo>
                      <a:pt x="87" y="7"/>
                    </a:moveTo>
                    <a:cubicBezTo>
                      <a:pt x="86" y="1"/>
                      <a:pt x="86" y="1"/>
                      <a:pt x="86" y="1"/>
                    </a:cubicBezTo>
                    <a:cubicBezTo>
                      <a:pt x="88" y="1"/>
                      <a:pt x="90" y="0"/>
                      <a:pt x="92" y="0"/>
                    </a:cubicBezTo>
                    <a:cubicBezTo>
                      <a:pt x="93" y="6"/>
                      <a:pt x="93" y="6"/>
                      <a:pt x="93" y="6"/>
                    </a:cubicBezTo>
                    <a:cubicBezTo>
                      <a:pt x="91" y="6"/>
                      <a:pt x="89" y="7"/>
                      <a:pt x="87" y="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iṥḻïḓè"/>
              <p:cNvSpPr/>
              <p:nvPr/>
            </p:nvSpPr>
            <p:spPr bwMode="auto">
              <a:xfrm>
                <a:off x="4979988" y="4100513"/>
                <a:ext cx="60325" cy="120650"/>
              </a:xfrm>
              <a:custGeom>
                <a:avLst/>
                <a:gdLst>
                  <a:gd name="T0" fmla="*/ 22 w 28"/>
                  <a:gd name="T1" fmla="*/ 56 h 56"/>
                  <a:gd name="T2" fmla="*/ 21 w 28"/>
                  <a:gd name="T3" fmla="*/ 51 h 56"/>
                  <a:gd name="T4" fmla="*/ 26 w 28"/>
                  <a:gd name="T5" fmla="*/ 49 h 56"/>
                  <a:gd name="T6" fmla="*/ 28 w 28"/>
                  <a:gd name="T7" fmla="*/ 55 h 56"/>
                  <a:gd name="T8" fmla="*/ 22 w 28"/>
                  <a:gd name="T9" fmla="*/ 56 h 56"/>
                  <a:gd name="T10" fmla="*/ 17 w 28"/>
                  <a:gd name="T11" fmla="*/ 40 h 56"/>
                  <a:gd name="T12" fmla="*/ 15 w 28"/>
                  <a:gd name="T13" fmla="*/ 35 h 56"/>
                  <a:gd name="T14" fmla="*/ 21 w 28"/>
                  <a:gd name="T15" fmla="*/ 32 h 56"/>
                  <a:gd name="T16" fmla="*/ 23 w 28"/>
                  <a:gd name="T17" fmla="*/ 38 h 56"/>
                  <a:gd name="T18" fmla="*/ 17 w 28"/>
                  <a:gd name="T19" fmla="*/ 40 h 56"/>
                  <a:gd name="T20" fmla="*/ 11 w 28"/>
                  <a:gd name="T21" fmla="*/ 24 h 56"/>
                  <a:gd name="T22" fmla="*/ 8 w 28"/>
                  <a:gd name="T23" fmla="*/ 19 h 56"/>
                  <a:gd name="T24" fmla="*/ 13 w 28"/>
                  <a:gd name="T25" fmla="*/ 16 h 56"/>
                  <a:gd name="T26" fmla="*/ 16 w 28"/>
                  <a:gd name="T27" fmla="*/ 21 h 56"/>
                  <a:gd name="T28" fmla="*/ 11 w 28"/>
                  <a:gd name="T29" fmla="*/ 24 h 56"/>
                  <a:gd name="T30" fmla="*/ 3 w 28"/>
                  <a:gd name="T31" fmla="*/ 8 h 56"/>
                  <a:gd name="T32" fmla="*/ 0 w 28"/>
                  <a:gd name="T33" fmla="*/ 3 h 56"/>
                  <a:gd name="T34" fmla="*/ 5 w 28"/>
                  <a:gd name="T35" fmla="*/ 0 h 56"/>
                  <a:gd name="T36" fmla="*/ 8 w 28"/>
                  <a:gd name="T37" fmla="*/ 6 h 56"/>
                  <a:gd name="T38" fmla="*/ 3 w 28"/>
                  <a:gd name="T3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" h="56">
                    <a:moveTo>
                      <a:pt x="22" y="56"/>
                    </a:moveTo>
                    <a:cubicBezTo>
                      <a:pt x="22" y="55"/>
                      <a:pt x="21" y="53"/>
                      <a:pt x="21" y="51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7" y="51"/>
                      <a:pt x="27" y="53"/>
                      <a:pt x="28" y="55"/>
                    </a:cubicBezTo>
                    <a:lnTo>
                      <a:pt x="22" y="56"/>
                    </a:lnTo>
                    <a:close/>
                    <a:moveTo>
                      <a:pt x="17" y="40"/>
                    </a:moveTo>
                    <a:cubicBezTo>
                      <a:pt x="16" y="38"/>
                      <a:pt x="16" y="36"/>
                      <a:pt x="15" y="35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1" y="34"/>
                      <a:pt x="22" y="36"/>
                      <a:pt x="23" y="38"/>
                    </a:cubicBezTo>
                    <a:lnTo>
                      <a:pt x="17" y="40"/>
                    </a:lnTo>
                    <a:close/>
                    <a:moveTo>
                      <a:pt x="11" y="24"/>
                    </a:moveTo>
                    <a:cubicBezTo>
                      <a:pt x="10" y="22"/>
                      <a:pt x="9" y="20"/>
                      <a:pt x="8" y="19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4" y="18"/>
                      <a:pt x="15" y="20"/>
                      <a:pt x="16" y="21"/>
                    </a:cubicBezTo>
                    <a:lnTo>
                      <a:pt x="11" y="24"/>
                    </a:lnTo>
                    <a:close/>
                    <a:moveTo>
                      <a:pt x="3" y="8"/>
                    </a:moveTo>
                    <a:cubicBezTo>
                      <a:pt x="1" y="5"/>
                      <a:pt x="0" y="4"/>
                      <a:pt x="0" y="3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6" y="2"/>
                      <a:pt x="8" y="6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iSḻíďê"/>
              <p:cNvSpPr/>
              <p:nvPr/>
            </p:nvSpPr>
            <p:spPr bwMode="auto">
              <a:xfrm>
                <a:off x="6918325" y="2940050"/>
                <a:ext cx="55563" cy="106363"/>
              </a:xfrm>
              <a:custGeom>
                <a:avLst/>
                <a:gdLst>
                  <a:gd name="T0" fmla="*/ 3 w 26"/>
                  <a:gd name="T1" fmla="*/ 50 h 50"/>
                  <a:gd name="T2" fmla="*/ 0 w 26"/>
                  <a:gd name="T3" fmla="*/ 45 h 50"/>
                  <a:gd name="T4" fmla="*/ 0 w 26"/>
                  <a:gd name="T5" fmla="*/ 44 h 50"/>
                  <a:gd name="T6" fmla="*/ 4 w 26"/>
                  <a:gd name="T7" fmla="*/ 49 h 50"/>
                  <a:gd name="T8" fmla="*/ 3 w 26"/>
                  <a:gd name="T9" fmla="*/ 50 h 50"/>
                  <a:gd name="T10" fmla="*/ 13 w 26"/>
                  <a:gd name="T11" fmla="*/ 40 h 50"/>
                  <a:gd name="T12" fmla="*/ 8 w 26"/>
                  <a:gd name="T13" fmla="*/ 37 h 50"/>
                  <a:gd name="T14" fmla="*/ 12 w 26"/>
                  <a:gd name="T15" fmla="*/ 32 h 50"/>
                  <a:gd name="T16" fmla="*/ 16 w 26"/>
                  <a:gd name="T17" fmla="*/ 35 h 50"/>
                  <a:gd name="T18" fmla="*/ 13 w 26"/>
                  <a:gd name="T19" fmla="*/ 40 h 50"/>
                  <a:gd name="T20" fmla="*/ 22 w 26"/>
                  <a:gd name="T21" fmla="*/ 24 h 50"/>
                  <a:gd name="T22" fmla="*/ 16 w 26"/>
                  <a:gd name="T23" fmla="*/ 22 h 50"/>
                  <a:gd name="T24" fmla="*/ 18 w 26"/>
                  <a:gd name="T25" fmla="*/ 17 h 50"/>
                  <a:gd name="T26" fmla="*/ 24 w 26"/>
                  <a:gd name="T27" fmla="*/ 18 h 50"/>
                  <a:gd name="T28" fmla="*/ 22 w 26"/>
                  <a:gd name="T29" fmla="*/ 24 h 50"/>
                  <a:gd name="T30" fmla="*/ 26 w 26"/>
                  <a:gd name="T31" fmla="*/ 6 h 50"/>
                  <a:gd name="T32" fmla="*/ 20 w 26"/>
                  <a:gd name="T33" fmla="*/ 6 h 50"/>
                  <a:gd name="T34" fmla="*/ 20 w 26"/>
                  <a:gd name="T35" fmla="*/ 5 h 50"/>
                  <a:gd name="T36" fmla="*/ 20 w 26"/>
                  <a:gd name="T37" fmla="*/ 1 h 50"/>
                  <a:gd name="T38" fmla="*/ 25 w 26"/>
                  <a:gd name="T39" fmla="*/ 0 h 50"/>
                  <a:gd name="T40" fmla="*/ 26 w 26"/>
                  <a:gd name="T41" fmla="*/ 5 h 50"/>
                  <a:gd name="T42" fmla="*/ 26 w 26"/>
                  <a:gd name="T43" fmla="*/ 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6" h="50">
                    <a:moveTo>
                      <a:pt x="3" y="50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4" y="49"/>
                      <a:pt x="4" y="49"/>
                      <a:pt x="4" y="49"/>
                    </a:cubicBezTo>
                    <a:lnTo>
                      <a:pt x="3" y="50"/>
                    </a:lnTo>
                    <a:close/>
                    <a:moveTo>
                      <a:pt x="13" y="40"/>
                    </a:moveTo>
                    <a:cubicBezTo>
                      <a:pt x="8" y="37"/>
                      <a:pt x="8" y="37"/>
                      <a:pt x="8" y="37"/>
                    </a:cubicBezTo>
                    <a:cubicBezTo>
                      <a:pt x="9" y="35"/>
                      <a:pt x="11" y="34"/>
                      <a:pt x="12" y="32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5" y="37"/>
                      <a:pt x="14" y="39"/>
                      <a:pt x="13" y="40"/>
                    </a:cubicBezTo>
                    <a:close/>
                    <a:moveTo>
                      <a:pt x="22" y="24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20"/>
                      <a:pt x="18" y="19"/>
                      <a:pt x="18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20"/>
                      <a:pt x="23" y="22"/>
                      <a:pt x="22" y="24"/>
                    </a:cubicBezTo>
                    <a:close/>
                    <a:moveTo>
                      <a:pt x="26" y="6"/>
                    </a:moveTo>
                    <a:cubicBezTo>
                      <a:pt x="20" y="6"/>
                      <a:pt x="20" y="6"/>
                      <a:pt x="20" y="6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3"/>
                      <a:pt x="20" y="2"/>
                      <a:pt x="20" y="1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2"/>
                      <a:pt x="26" y="3"/>
                      <a:pt x="26" y="5"/>
                    </a:cubicBezTo>
                    <a:lnTo>
                      <a:pt x="26" y="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îşļïḍè"/>
              <p:cNvSpPr/>
              <p:nvPr/>
            </p:nvSpPr>
            <p:spPr bwMode="auto">
              <a:xfrm>
                <a:off x="6845300" y="3368675"/>
                <a:ext cx="22225" cy="125413"/>
              </a:xfrm>
              <a:custGeom>
                <a:avLst/>
                <a:gdLst>
                  <a:gd name="T0" fmla="*/ 6 w 14"/>
                  <a:gd name="T1" fmla="*/ 79 h 79"/>
                  <a:gd name="T2" fmla="*/ 5 w 14"/>
                  <a:gd name="T3" fmla="*/ 71 h 79"/>
                  <a:gd name="T4" fmla="*/ 13 w 14"/>
                  <a:gd name="T5" fmla="*/ 71 h 79"/>
                  <a:gd name="T6" fmla="*/ 14 w 14"/>
                  <a:gd name="T7" fmla="*/ 78 h 79"/>
                  <a:gd name="T8" fmla="*/ 6 w 14"/>
                  <a:gd name="T9" fmla="*/ 79 h 79"/>
                  <a:gd name="T10" fmla="*/ 4 w 14"/>
                  <a:gd name="T11" fmla="*/ 55 h 79"/>
                  <a:gd name="T12" fmla="*/ 4 w 14"/>
                  <a:gd name="T13" fmla="*/ 48 h 79"/>
                  <a:gd name="T14" fmla="*/ 12 w 14"/>
                  <a:gd name="T15" fmla="*/ 47 h 79"/>
                  <a:gd name="T16" fmla="*/ 12 w 14"/>
                  <a:gd name="T17" fmla="*/ 55 h 79"/>
                  <a:gd name="T18" fmla="*/ 4 w 14"/>
                  <a:gd name="T19" fmla="*/ 55 h 79"/>
                  <a:gd name="T20" fmla="*/ 2 w 14"/>
                  <a:gd name="T21" fmla="*/ 32 h 79"/>
                  <a:gd name="T22" fmla="*/ 1 w 14"/>
                  <a:gd name="T23" fmla="*/ 24 h 79"/>
                  <a:gd name="T24" fmla="*/ 9 w 14"/>
                  <a:gd name="T25" fmla="*/ 24 h 79"/>
                  <a:gd name="T26" fmla="*/ 9 w 14"/>
                  <a:gd name="T27" fmla="*/ 32 h 79"/>
                  <a:gd name="T28" fmla="*/ 2 w 14"/>
                  <a:gd name="T29" fmla="*/ 32 h 79"/>
                  <a:gd name="T30" fmla="*/ 0 w 14"/>
                  <a:gd name="T31" fmla="*/ 9 h 79"/>
                  <a:gd name="T32" fmla="*/ 0 w 14"/>
                  <a:gd name="T33" fmla="*/ 1 h 79"/>
                  <a:gd name="T34" fmla="*/ 6 w 14"/>
                  <a:gd name="T35" fmla="*/ 0 h 79"/>
                  <a:gd name="T36" fmla="*/ 8 w 14"/>
                  <a:gd name="T37" fmla="*/ 8 h 79"/>
                  <a:gd name="T38" fmla="*/ 0 w 14"/>
                  <a:gd name="T39" fmla="*/ 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79">
                    <a:moveTo>
                      <a:pt x="6" y="79"/>
                    </a:moveTo>
                    <a:lnTo>
                      <a:pt x="5" y="71"/>
                    </a:lnTo>
                    <a:lnTo>
                      <a:pt x="13" y="71"/>
                    </a:lnTo>
                    <a:lnTo>
                      <a:pt x="14" y="78"/>
                    </a:lnTo>
                    <a:lnTo>
                      <a:pt x="6" y="79"/>
                    </a:lnTo>
                    <a:close/>
                    <a:moveTo>
                      <a:pt x="4" y="55"/>
                    </a:moveTo>
                    <a:lnTo>
                      <a:pt x="4" y="48"/>
                    </a:lnTo>
                    <a:lnTo>
                      <a:pt x="12" y="47"/>
                    </a:lnTo>
                    <a:lnTo>
                      <a:pt x="12" y="55"/>
                    </a:lnTo>
                    <a:lnTo>
                      <a:pt x="4" y="55"/>
                    </a:lnTo>
                    <a:close/>
                    <a:moveTo>
                      <a:pt x="2" y="32"/>
                    </a:moveTo>
                    <a:lnTo>
                      <a:pt x="1" y="24"/>
                    </a:lnTo>
                    <a:lnTo>
                      <a:pt x="9" y="24"/>
                    </a:lnTo>
                    <a:lnTo>
                      <a:pt x="9" y="32"/>
                    </a:lnTo>
                    <a:lnTo>
                      <a:pt x="2" y="32"/>
                    </a:lnTo>
                    <a:close/>
                    <a:moveTo>
                      <a:pt x="0" y="9"/>
                    </a:moveTo>
                    <a:lnTo>
                      <a:pt x="0" y="1"/>
                    </a:lnTo>
                    <a:lnTo>
                      <a:pt x="6" y="0"/>
                    </a:lnTo>
                    <a:lnTo>
                      <a:pt x="8" y="8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iṡḻïḋe"/>
              <p:cNvSpPr/>
              <p:nvPr/>
            </p:nvSpPr>
            <p:spPr bwMode="auto">
              <a:xfrm>
                <a:off x="5564188" y="4983163"/>
                <a:ext cx="115888" cy="103188"/>
              </a:xfrm>
              <a:custGeom>
                <a:avLst/>
                <a:gdLst>
                  <a:gd name="T0" fmla="*/ 0 w 54"/>
                  <a:gd name="T1" fmla="*/ 48 h 48"/>
                  <a:gd name="T2" fmla="*/ 0 w 54"/>
                  <a:gd name="T3" fmla="*/ 48 h 48"/>
                  <a:gd name="T4" fmla="*/ 2 w 54"/>
                  <a:gd name="T5" fmla="*/ 41 h 48"/>
                  <a:gd name="T6" fmla="*/ 7 w 54"/>
                  <a:gd name="T7" fmla="*/ 43 h 48"/>
                  <a:gd name="T8" fmla="*/ 6 w 54"/>
                  <a:gd name="T9" fmla="*/ 48 h 48"/>
                  <a:gd name="T10" fmla="*/ 0 w 54"/>
                  <a:gd name="T11" fmla="*/ 48 h 48"/>
                  <a:gd name="T12" fmla="*/ 14 w 54"/>
                  <a:gd name="T13" fmla="*/ 36 h 48"/>
                  <a:gd name="T14" fmla="*/ 11 w 54"/>
                  <a:gd name="T15" fmla="*/ 31 h 48"/>
                  <a:gd name="T16" fmla="*/ 16 w 54"/>
                  <a:gd name="T17" fmla="*/ 29 h 48"/>
                  <a:gd name="T18" fmla="*/ 18 w 54"/>
                  <a:gd name="T19" fmla="*/ 34 h 48"/>
                  <a:gd name="T20" fmla="*/ 14 w 54"/>
                  <a:gd name="T21" fmla="*/ 36 h 48"/>
                  <a:gd name="T22" fmla="*/ 29 w 54"/>
                  <a:gd name="T23" fmla="*/ 31 h 48"/>
                  <a:gd name="T24" fmla="*/ 27 w 54"/>
                  <a:gd name="T25" fmla="*/ 25 h 48"/>
                  <a:gd name="T26" fmla="*/ 32 w 54"/>
                  <a:gd name="T27" fmla="*/ 23 h 48"/>
                  <a:gd name="T28" fmla="*/ 35 w 54"/>
                  <a:gd name="T29" fmla="*/ 27 h 48"/>
                  <a:gd name="T30" fmla="*/ 29 w 54"/>
                  <a:gd name="T31" fmla="*/ 31 h 48"/>
                  <a:gd name="T32" fmla="*/ 43 w 54"/>
                  <a:gd name="T33" fmla="*/ 18 h 48"/>
                  <a:gd name="T34" fmla="*/ 38 w 54"/>
                  <a:gd name="T35" fmla="*/ 14 h 48"/>
                  <a:gd name="T36" fmla="*/ 42 w 54"/>
                  <a:gd name="T37" fmla="*/ 9 h 48"/>
                  <a:gd name="T38" fmla="*/ 46 w 54"/>
                  <a:gd name="T39" fmla="*/ 13 h 48"/>
                  <a:gd name="T40" fmla="*/ 43 w 54"/>
                  <a:gd name="T41" fmla="*/ 18 h 48"/>
                  <a:gd name="T42" fmla="*/ 54 w 54"/>
                  <a:gd name="T43" fmla="*/ 4 h 48"/>
                  <a:gd name="T44" fmla="*/ 50 w 54"/>
                  <a:gd name="T45" fmla="*/ 0 h 48"/>
                  <a:gd name="T46" fmla="*/ 50 w 54"/>
                  <a:gd name="T47" fmla="*/ 0 h 48"/>
                  <a:gd name="T48" fmla="*/ 54 w 54"/>
                  <a:gd name="T49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4" h="48">
                    <a:moveTo>
                      <a:pt x="0" y="48"/>
                    </a:moveTo>
                    <a:cubicBezTo>
                      <a:pt x="0" y="48"/>
                      <a:pt x="0" y="48"/>
                      <a:pt x="0" y="48"/>
                    </a:cubicBezTo>
                    <a:cubicBezTo>
                      <a:pt x="0" y="47"/>
                      <a:pt x="0" y="44"/>
                      <a:pt x="2" y="41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6" y="45"/>
                      <a:pt x="6" y="47"/>
                      <a:pt x="6" y="48"/>
                    </a:cubicBezTo>
                    <a:lnTo>
                      <a:pt x="0" y="48"/>
                    </a:lnTo>
                    <a:close/>
                    <a:moveTo>
                      <a:pt x="14" y="36"/>
                    </a:moveTo>
                    <a:cubicBezTo>
                      <a:pt x="11" y="31"/>
                      <a:pt x="11" y="31"/>
                      <a:pt x="11" y="31"/>
                    </a:cubicBezTo>
                    <a:cubicBezTo>
                      <a:pt x="12" y="30"/>
                      <a:pt x="14" y="29"/>
                      <a:pt x="16" y="29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6" y="35"/>
                      <a:pt x="15" y="36"/>
                      <a:pt x="14" y="36"/>
                    </a:cubicBezTo>
                    <a:close/>
                    <a:moveTo>
                      <a:pt x="29" y="31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9" y="24"/>
                      <a:pt x="31" y="24"/>
                      <a:pt x="32" y="23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3" y="29"/>
                      <a:pt x="31" y="30"/>
                      <a:pt x="29" y="31"/>
                    </a:cubicBezTo>
                    <a:close/>
                    <a:moveTo>
                      <a:pt x="43" y="18"/>
                    </a:moveTo>
                    <a:cubicBezTo>
                      <a:pt x="38" y="14"/>
                      <a:pt x="38" y="14"/>
                      <a:pt x="38" y="14"/>
                    </a:cubicBezTo>
                    <a:cubicBezTo>
                      <a:pt x="40" y="12"/>
                      <a:pt x="41" y="11"/>
                      <a:pt x="42" y="9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4" y="16"/>
                      <a:pt x="43" y="18"/>
                    </a:cubicBezTo>
                    <a:close/>
                    <a:moveTo>
                      <a:pt x="54" y="4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4" y="4"/>
                      <a:pt x="54" y="4"/>
                      <a:pt x="54" y="4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7" name="ïṡľîḍe"/>
              <p:cNvSpPr/>
              <p:nvPr/>
            </p:nvSpPr>
            <p:spPr bwMode="auto">
              <a:xfrm>
                <a:off x="4946650" y="4362450"/>
                <a:ext cx="26988" cy="161925"/>
              </a:xfrm>
              <a:custGeom>
                <a:avLst/>
                <a:gdLst>
                  <a:gd name="T0" fmla="*/ 12 w 13"/>
                  <a:gd name="T1" fmla="*/ 76 h 76"/>
                  <a:gd name="T2" fmla="*/ 6 w 13"/>
                  <a:gd name="T3" fmla="*/ 75 h 76"/>
                  <a:gd name="T4" fmla="*/ 7 w 13"/>
                  <a:gd name="T5" fmla="*/ 70 h 76"/>
                  <a:gd name="T6" fmla="*/ 13 w 13"/>
                  <a:gd name="T7" fmla="*/ 70 h 76"/>
                  <a:gd name="T8" fmla="*/ 12 w 13"/>
                  <a:gd name="T9" fmla="*/ 76 h 76"/>
                  <a:gd name="T10" fmla="*/ 7 w 13"/>
                  <a:gd name="T11" fmla="*/ 58 h 76"/>
                  <a:gd name="T12" fmla="*/ 6 w 13"/>
                  <a:gd name="T13" fmla="*/ 53 h 76"/>
                  <a:gd name="T14" fmla="*/ 12 w 13"/>
                  <a:gd name="T15" fmla="*/ 52 h 76"/>
                  <a:gd name="T16" fmla="*/ 13 w 13"/>
                  <a:gd name="T17" fmla="*/ 58 h 76"/>
                  <a:gd name="T18" fmla="*/ 7 w 13"/>
                  <a:gd name="T19" fmla="*/ 58 h 76"/>
                  <a:gd name="T20" fmla="*/ 5 w 13"/>
                  <a:gd name="T21" fmla="*/ 41 h 76"/>
                  <a:gd name="T22" fmla="*/ 5 w 13"/>
                  <a:gd name="T23" fmla="*/ 35 h 76"/>
                  <a:gd name="T24" fmla="*/ 11 w 13"/>
                  <a:gd name="T25" fmla="*/ 35 h 76"/>
                  <a:gd name="T26" fmla="*/ 11 w 13"/>
                  <a:gd name="T27" fmla="*/ 40 h 76"/>
                  <a:gd name="T28" fmla="*/ 5 w 13"/>
                  <a:gd name="T29" fmla="*/ 41 h 76"/>
                  <a:gd name="T30" fmla="*/ 3 w 13"/>
                  <a:gd name="T31" fmla="*/ 24 h 76"/>
                  <a:gd name="T32" fmla="*/ 3 w 13"/>
                  <a:gd name="T33" fmla="*/ 18 h 76"/>
                  <a:gd name="T34" fmla="*/ 8 w 13"/>
                  <a:gd name="T35" fmla="*/ 17 h 76"/>
                  <a:gd name="T36" fmla="*/ 9 w 13"/>
                  <a:gd name="T37" fmla="*/ 23 h 76"/>
                  <a:gd name="T38" fmla="*/ 3 w 13"/>
                  <a:gd name="T39" fmla="*/ 24 h 76"/>
                  <a:gd name="T40" fmla="*/ 1 w 13"/>
                  <a:gd name="T41" fmla="*/ 6 h 76"/>
                  <a:gd name="T42" fmla="*/ 0 w 13"/>
                  <a:gd name="T43" fmla="*/ 1 h 76"/>
                  <a:gd name="T44" fmla="*/ 6 w 13"/>
                  <a:gd name="T45" fmla="*/ 0 h 76"/>
                  <a:gd name="T46" fmla="*/ 7 w 13"/>
                  <a:gd name="T47" fmla="*/ 5 h 76"/>
                  <a:gd name="T48" fmla="*/ 1 w 13"/>
                  <a:gd name="T49" fmla="*/ 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76">
                    <a:moveTo>
                      <a:pt x="12" y="76"/>
                    </a:moveTo>
                    <a:cubicBezTo>
                      <a:pt x="6" y="75"/>
                      <a:pt x="6" y="75"/>
                      <a:pt x="6" y="75"/>
                    </a:cubicBezTo>
                    <a:cubicBezTo>
                      <a:pt x="7" y="74"/>
                      <a:pt x="7" y="72"/>
                      <a:pt x="7" y="70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2"/>
                      <a:pt x="12" y="74"/>
                      <a:pt x="12" y="76"/>
                    </a:cubicBezTo>
                    <a:close/>
                    <a:moveTo>
                      <a:pt x="7" y="58"/>
                    </a:moveTo>
                    <a:cubicBezTo>
                      <a:pt x="7" y="57"/>
                      <a:pt x="7" y="55"/>
                      <a:pt x="6" y="53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2" y="54"/>
                      <a:pt x="13" y="56"/>
                      <a:pt x="13" y="58"/>
                    </a:cubicBezTo>
                    <a:lnTo>
                      <a:pt x="7" y="58"/>
                    </a:lnTo>
                    <a:close/>
                    <a:moveTo>
                      <a:pt x="5" y="41"/>
                    </a:moveTo>
                    <a:cubicBezTo>
                      <a:pt x="5" y="39"/>
                      <a:pt x="5" y="37"/>
                      <a:pt x="5" y="35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37"/>
                      <a:pt x="11" y="39"/>
                      <a:pt x="11" y="40"/>
                    </a:cubicBezTo>
                    <a:lnTo>
                      <a:pt x="5" y="41"/>
                    </a:lnTo>
                    <a:close/>
                    <a:moveTo>
                      <a:pt x="3" y="24"/>
                    </a:moveTo>
                    <a:cubicBezTo>
                      <a:pt x="3" y="22"/>
                      <a:pt x="3" y="20"/>
                      <a:pt x="3" y="1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9" y="19"/>
                      <a:pt x="9" y="21"/>
                      <a:pt x="9" y="23"/>
                    </a:cubicBezTo>
                    <a:lnTo>
                      <a:pt x="3" y="24"/>
                    </a:lnTo>
                    <a:close/>
                    <a:moveTo>
                      <a:pt x="1" y="6"/>
                    </a:moveTo>
                    <a:cubicBezTo>
                      <a:pt x="0" y="3"/>
                      <a:pt x="0" y="1"/>
                      <a:pt x="0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2"/>
                      <a:pt x="7" y="5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ïṩļiďé"/>
              <p:cNvSpPr/>
              <p:nvPr/>
            </p:nvSpPr>
            <p:spPr bwMode="auto">
              <a:xfrm>
                <a:off x="4784725" y="3665538"/>
                <a:ext cx="727075" cy="379413"/>
              </a:xfrm>
              <a:custGeom>
                <a:avLst/>
                <a:gdLst>
                  <a:gd name="T0" fmla="*/ 248 w 339"/>
                  <a:gd name="T1" fmla="*/ 173 h 177"/>
                  <a:gd name="T2" fmla="*/ 250 w 339"/>
                  <a:gd name="T3" fmla="*/ 164 h 177"/>
                  <a:gd name="T4" fmla="*/ 269 w 339"/>
                  <a:gd name="T5" fmla="*/ 167 h 177"/>
                  <a:gd name="T6" fmla="*/ 276 w 339"/>
                  <a:gd name="T7" fmla="*/ 170 h 177"/>
                  <a:gd name="T8" fmla="*/ 256 w 339"/>
                  <a:gd name="T9" fmla="*/ 164 h 177"/>
                  <a:gd name="T10" fmla="*/ 281 w 339"/>
                  <a:gd name="T11" fmla="*/ 163 h 177"/>
                  <a:gd name="T12" fmla="*/ 211 w 339"/>
                  <a:gd name="T13" fmla="*/ 167 h 177"/>
                  <a:gd name="T14" fmla="*/ 211 w 339"/>
                  <a:gd name="T15" fmla="*/ 161 h 177"/>
                  <a:gd name="T16" fmla="*/ 227 w 339"/>
                  <a:gd name="T17" fmla="*/ 159 h 177"/>
                  <a:gd name="T18" fmla="*/ 227 w 339"/>
                  <a:gd name="T19" fmla="*/ 165 h 177"/>
                  <a:gd name="T20" fmla="*/ 220 w 339"/>
                  <a:gd name="T21" fmla="*/ 153 h 177"/>
                  <a:gd name="T22" fmla="*/ 204 w 339"/>
                  <a:gd name="T23" fmla="*/ 154 h 177"/>
                  <a:gd name="T24" fmla="*/ 210 w 339"/>
                  <a:gd name="T25" fmla="*/ 152 h 177"/>
                  <a:gd name="T26" fmla="*/ 292 w 339"/>
                  <a:gd name="T27" fmla="*/ 150 h 177"/>
                  <a:gd name="T28" fmla="*/ 176 w 339"/>
                  <a:gd name="T29" fmla="*/ 143 h 177"/>
                  <a:gd name="T30" fmla="*/ 185 w 339"/>
                  <a:gd name="T31" fmla="*/ 146 h 177"/>
                  <a:gd name="T32" fmla="*/ 187 w 339"/>
                  <a:gd name="T33" fmla="*/ 141 h 177"/>
                  <a:gd name="T34" fmla="*/ 291 w 339"/>
                  <a:gd name="T35" fmla="*/ 139 h 177"/>
                  <a:gd name="T36" fmla="*/ 161 w 339"/>
                  <a:gd name="T37" fmla="*/ 136 h 177"/>
                  <a:gd name="T38" fmla="*/ 201 w 339"/>
                  <a:gd name="T39" fmla="*/ 131 h 177"/>
                  <a:gd name="T40" fmla="*/ 286 w 339"/>
                  <a:gd name="T41" fmla="*/ 138 h 177"/>
                  <a:gd name="T42" fmla="*/ 147 w 339"/>
                  <a:gd name="T43" fmla="*/ 138 h 177"/>
                  <a:gd name="T44" fmla="*/ 192 w 339"/>
                  <a:gd name="T45" fmla="*/ 128 h 177"/>
                  <a:gd name="T46" fmla="*/ 303 w 339"/>
                  <a:gd name="T47" fmla="*/ 122 h 177"/>
                  <a:gd name="T48" fmla="*/ 302 w 339"/>
                  <a:gd name="T49" fmla="*/ 128 h 177"/>
                  <a:gd name="T50" fmla="*/ 287 w 339"/>
                  <a:gd name="T51" fmla="*/ 121 h 177"/>
                  <a:gd name="T52" fmla="*/ 313 w 339"/>
                  <a:gd name="T53" fmla="*/ 126 h 177"/>
                  <a:gd name="T54" fmla="*/ 325 w 339"/>
                  <a:gd name="T55" fmla="*/ 126 h 177"/>
                  <a:gd name="T56" fmla="*/ 325 w 339"/>
                  <a:gd name="T57" fmla="*/ 126 h 177"/>
                  <a:gd name="T58" fmla="*/ 140 w 339"/>
                  <a:gd name="T59" fmla="*/ 119 h 177"/>
                  <a:gd name="T60" fmla="*/ 291 w 339"/>
                  <a:gd name="T61" fmla="*/ 111 h 177"/>
                  <a:gd name="T62" fmla="*/ 120 w 339"/>
                  <a:gd name="T63" fmla="*/ 115 h 177"/>
                  <a:gd name="T64" fmla="*/ 5 w 339"/>
                  <a:gd name="T65" fmla="*/ 115 h 177"/>
                  <a:gd name="T66" fmla="*/ 320 w 339"/>
                  <a:gd name="T67" fmla="*/ 114 h 177"/>
                  <a:gd name="T68" fmla="*/ 320 w 339"/>
                  <a:gd name="T69" fmla="*/ 114 h 177"/>
                  <a:gd name="T70" fmla="*/ 15 w 339"/>
                  <a:gd name="T71" fmla="*/ 108 h 177"/>
                  <a:gd name="T72" fmla="*/ 334 w 339"/>
                  <a:gd name="T73" fmla="*/ 95 h 177"/>
                  <a:gd name="T74" fmla="*/ 114 w 339"/>
                  <a:gd name="T75" fmla="*/ 99 h 177"/>
                  <a:gd name="T76" fmla="*/ 21 w 339"/>
                  <a:gd name="T77" fmla="*/ 93 h 177"/>
                  <a:gd name="T78" fmla="*/ 28 w 339"/>
                  <a:gd name="T79" fmla="*/ 77 h 177"/>
                  <a:gd name="T80" fmla="*/ 32 w 339"/>
                  <a:gd name="T81" fmla="*/ 82 h 177"/>
                  <a:gd name="T82" fmla="*/ 106 w 339"/>
                  <a:gd name="T83" fmla="*/ 79 h 177"/>
                  <a:gd name="T84" fmla="*/ 112 w 339"/>
                  <a:gd name="T85" fmla="*/ 83 h 177"/>
                  <a:gd name="T86" fmla="*/ 28 w 339"/>
                  <a:gd name="T87" fmla="*/ 66 h 177"/>
                  <a:gd name="T88" fmla="*/ 100 w 339"/>
                  <a:gd name="T89" fmla="*/ 62 h 177"/>
                  <a:gd name="T90" fmla="*/ 19 w 339"/>
                  <a:gd name="T91" fmla="*/ 60 h 177"/>
                  <a:gd name="T92" fmla="*/ 95 w 339"/>
                  <a:gd name="T93" fmla="*/ 52 h 177"/>
                  <a:gd name="T94" fmla="*/ 101 w 339"/>
                  <a:gd name="T95" fmla="*/ 51 h 177"/>
                  <a:gd name="T96" fmla="*/ 19 w 339"/>
                  <a:gd name="T97" fmla="*/ 41 h 177"/>
                  <a:gd name="T98" fmla="*/ 23 w 339"/>
                  <a:gd name="T99" fmla="*/ 48 h 177"/>
                  <a:gd name="T100" fmla="*/ 101 w 339"/>
                  <a:gd name="T101" fmla="*/ 32 h 177"/>
                  <a:gd name="T102" fmla="*/ 27 w 339"/>
                  <a:gd name="T103" fmla="*/ 26 h 177"/>
                  <a:gd name="T104" fmla="*/ 40 w 339"/>
                  <a:gd name="T105" fmla="*/ 25 h 177"/>
                  <a:gd name="T106" fmla="*/ 47 w 339"/>
                  <a:gd name="T107" fmla="*/ 24 h 177"/>
                  <a:gd name="T108" fmla="*/ 95 w 339"/>
                  <a:gd name="T109" fmla="*/ 16 h 177"/>
                  <a:gd name="T110" fmla="*/ 74 w 339"/>
                  <a:gd name="T111" fmla="*/ 12 h 177"/>
                  <a:gd name="T112" fmla="*/ 47 w 339"/>
                  <a:gd name="T113" fmla="*/ 7 h 177"/>
                  <a:gd name="T114" fmla="*/ 62 w 339"/>
                  <a:gd name="T115" fmla="*/ 6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39" h="177">
                    <a:moveTo>
                      <a:pt x="238" y="177"/>
                    </a:moveTo>
                    <a:cubicBezTo>
                      <a:pt x="236" y="175"/>
                      <a:pt x="235" y="174"/>
                      <a:pt x="234" y="171"/>
                    </a:cubicBezTo>
                    <a:cubicBezTo>
                      <a:pt x="239" y="168"/>
                      <a:pt x="239" y="168"/>
                      <a:pt x="239" y="168"/>
                    </a:cubicBezTo>
                    <a:cubicBezTo>
                      <a:pt x="240" y="171"/>
                      <a:pt x="241" y="172"/>
                      <a:pt x="242" y="172"/>
                    </a:cubicBezTo>
                    <a:lnTo>
                      <a:pt x="238" y="177"/>
                    </a:lnTo>
                    <a:close/>
                    <a:moveTo>
                      <a:pt x="248" y="173"/>
                    </a:moveTo>
                    <a:cubicBezTo>
                      <a:pt x="247" y="167"/>
                      <a:pt x="247" y="167"/>
                      <a:pt x="247" y="167"/>
                    </a:cubicBezTo>
                    <a:cubicBezTo>
                      <a:pt x="246" y="168"/>
                      <a:pt x="246" y="168"/>
                      <a:pt x="246" y="169"/>
                    </a:cubicBezTo>
                    <a:cubicBezTo>
                      <a:pt x="246" y="169"/>
                      <a:pt x="246" y="170"/>
                      <a:pt x="246" y="170"/>
                    </a:cubicBezTo>
                    <a:cubicBezTo>
                      <a:pt x="246" y="169"/>
                      <a:pt x="246" y="169"/>
                      <a:pt x="245" y="169"/>
                    </a:cubicBezTo>
                    <a:cubicBezTo>
                      <a:pt x="245" y="168"/>
                      <a:pt x="245" y="168"/>
                      <a:pt x="245" y="168"/>
                    </a:cubicBezTo>
                    <a:cubicBezTo>
                      <a:pt x="250" y="164"/>
                      <a:pt x="250" y="164"/>
                      <a:pt x="250" y="164"/>
                    </a:cubicBezTo>
                    <a:cubicBezTo>
                      <a:pt x="250" y="165"/>
                      <a:pt x="250" y="165"/>
                      <a:pt x="250" y="165"/>
                    </a:cubicBezTo>
                    <a:cubicBezTo>
                      <a:pt x="251" y="166"/>
                      <a:pt x="252" y="167"/>
                      <a:pt x="252" y="169"/>
                    </a:cubicBezTo>
                    <a:cubicBezTo>
                      <a:pt x="252" y="170"/>
                      <a:pt x="251" y="171"/>
                      <a:pt x="250" y="172"/>
                    </a:cubicBezTo>
                    <a:cubicBezTo>
                      <a:pt x="250" y="173"/>
                      <a:pt x="249" y="173"/>
                      <a:pt x="248" y="173"/>
                    </a:cubicBezTo>
                    <a:close/>
                    <a:moveTo>
                      <a:pt x="272" y="172"/>
                    </a:moveTo>
                    <a:cubicBezTo>
                      <a:pt x="269" y="167"/>
                      <a:pt x="269" y="167"/>
                      <a:pt x="269" y="167"/>
                    </a:cubicBezTo>
                    <a:cubicBezTo>
                      <a:pt x="270" y="166"/>
                      <a:pt x="271" y="166"/>
                      <a:pt x="271" y="165"/>
                    </a:cubicBezTo>
                    <a:cubicBezTo>
                      <a:pt x="272" y="165"/>
                      <a:pt x="274" y="164"/>
                      <a:pt x="276" y="164"/>
                    </a:cubicBezTo>
                    <a:cubicBezTo>
                      <a:pt x="276" y="167"/>
                      <a:pt x="276" y="167"/>
                      <a:pt x="276" y="167"/>
                    </a:cubicBezTo>
                    <a:cubicBezTo>
                      <a:pt x="276" y="168"/>
                      <a:pt x="276" y="168"/>
                      <a:pt x="276" y="168"/>
                    </a:cubicBezTo>
                    <a:cubicBezTo>
                      <a:pt x="276" y="168"/>
                      <a:pt x="276" y="168"/>
                      <a:pt x="276" y="168"/>
                    </a:cubicBezTo>
                    <a:cubicBezTo>
                      <a:pt x="276" y="170"/>
                      <a:pt x="276" y="170"/>
                      <a:pt x="276" y="170"/>
                    </a:cubicBezTo>
                    <a:cubicBezTo>
                      <a:pt x="274" y="171"/>
                      <a:pt x="274" y="171"/>
                      <a:pt x="274" y="171"/>
                    </a:cubicBezTo>
                    <a:cubicBezTo>
                      <a:pt x="274" y="171"/>
                      <a:pt x="273" y="171"/>
                      <a:pt x="272" y="172"/>
                    </a:cubicBezTo>
                    <a:close/>
                    <a:moveTo>
                      <a:pt x="259" y="170"/>
                    </a:moveTo>
                    <a:cubicBezTo>
                      <a:pt x="258" y="170"/>
                      <a:pt x="257" y="170"/>
                      <a:pt x="255" y="169"/>
                    </a:cubicBezTo>
                    <a:cubicBezTo>
                      <a:pt x="255" y="166"/>
                      <a:pt x="255" y="166"/>
                      <a:pt x="255" y="166"/>
                    </a:cubicBezTo>
                    <a:cubicBezTo>
                      <a:pt x="256" y="164"/>
                      <a:pt x="256" y="164"/>
                      <a:pt x="256" y="164"/>
                    </a:cubicBezTo>
                    <a:cubicBezTo>
                      <a:pt x="255" y="166"/>
                      <a:pt x="255" y="166"/>
                      <a:pt x="255" y="166"/>
                    </a:cubicBezTo>
                    <a:cubicBezTo>
                      <a:pt x="256" y="164"/>
                      <a:pt x="256" y="164"/>
                      <a:pt x="256" y="164"/>
                    </a:cubicBezTo>
                    <a:cubicBezTo>
                      <a:pt x="259" y="164"/>
                      <a:pt x="261" y="164"/>
                      <a:pt x="263" y="166"/>
                    </a:cubicBezTo>
                    <a:lnTo>
                      <a:pt x="259" y="170"/>
                    </a:lnTo>
                    <a:close/>
                    <a:moveTo>
                      <a:pt x="285" y="167"/>
                    </a:moveTo>
                    <a:cubicBezTo>
                      <a:pt x="281" y="163"/>
                      <a:pt x="281" y="163"/>
                      <a:pt x="281" y="163"/>
                    </a:cubicBezTo>
                    <a:cubicBezTo>
                      <a:pt x="282" y="162"/>
                      <a:pt x="283" y="161"/>
                      <a:pt x="284" y="159"/>
                    </a:cubicBezTo>
                    <a:cubicBezTo>
                      <a:pt x="285" y="159"/>
                      <a:pt x="285" y="159"/>
                      <a:pt x="285" y="159"/>
                    </a:cubicBezTo>
                    <a:cubicBezTo>
                      <a:pt x="289" y="163"/>
                      <a:pt x="289" y="163"/>
                      <a:pt x="289" y="163"/>
                    </a:cubicBezTo>
                    <a:cubicBezTo>
                      <a:pt x="289" y="163"/>
                      <a:pt x="289" y="163"/>
                      <a:pt x="289" y="163"/>
                    </a:cubicBezTo>
                    <a:cubicBezTo>
                      <a:pt x="287" y="165"/>
                      <a:pt x="286" y="166"/>
                      <a:pt x="285" y="167"/>
                    </a:cubicBezTo>
                    <a:close/>
                    <a:moveTo>
                      <a:pt x="211" y="167"/>
                    </a:moveTo>
                    <a:cubicBezTo>
                      <a:pt x="211" y="167"/>
                      <a:pt x="211" y="167"/>
                      <a:pt x="211" y="167"/>
                    </a:cubicBezTo>
                    <a:cubicBezTo>
                      <a:pt x="210" y="167"/>
                      <a:pt x="210" y="167"/>
                      <a:pt x="209" y="167"/>
                    </a:cubicBezTo>
                    <a:cubicBezTo>
                      <a:pt x="209" y="167"/>
                      <a:pt x="208" y="167"/>
                      <a:pt x="208" y="167"/>
                    </a:cubicBezTo>
                    <a:cubicBezTo>
                      <a:pt x="209" y="161"/>
                      <a:pt x="209" y="161"/>
                      <a:pt x="209" y="161"/>
                    </a:cubicBezTo>
                    <a:cubicBezTo>
                      <a:pt x="209" y="161"/>
                      <a:pt x="210" y="161"/>
                      <a:pt x="210" y="161"/>
                    </a:cubicBezTo>
                    <a:cubicBezTo>
                      <a:pt x="210" y="161"/>
                      <a:pt x="211" y="161"/>
                      <a:pt x="211" y="161"/>
                    </a:cubicBezTo>
                    <a:cubicBezTo>
                      <a:pt x="216" y="164"/>
                      <a:pt x="216" y="164"/>
                      <a:pt x="216" y="164"/>
                    </a:cubicBezTo>
                    <a:cubicBezTo>
                      <a:pt x="215" y="166"/>
                      <a:pt x="213" y="167"/>
                      <a:pt x="211" y="167"/>
                    </a:cubicBezTo>
                    <a:close/>
                    <a:moveTo>
                      <a:pt x="227" y="165"/>
                    </a:moveTo>
                    <a:cubicBezTo>
                      <a:pt x="226" y="165"/>
                      <a:pt x="225" y="165"/>
                      <a:pt x="224" y="164"/>
                    </a:cubicBezTo>
                    <a:cubicBezTo>
                      <a:pt x="228" y="159"/>
                      <a:pt x="228" y="159"/>
                      <a:pt x="228" y="159"/>
                    </a:cubicBezTo>
                    <a:cubicBezTo>
                      <a:pt x="227" y="159"/>
                      <a:pt x="227" y="159"/>
                      <a:pt x="227" y="159"/>
                    </a:cubicBezTo>
                    <a:cubicBezTo>
                      <a:pt x="227" y="159"/>
                      <a:pt x="228" y="158"/>
                      <a:pt x="228" y="158"/>
                    </a:cubicBezTo>
                    <a:cubicBezTo>
                      <a:pt x="230" y="155"/>
                      <a:pt x="230" y="155"/>
                      <a:pt x="230" y="155"/>
                    </a:cubicBezTo>
                    <a:cubicBezTo>
                      <a:pt x="233" y="157"/>
                      <a:pt x="233" y="157"/>
                      <a:pt x="233" y="157"/>
                    </a:cubicBezTo>
                    <a:cubicBezTo>
                      <a:pt x="231" y="160"/>
                      <a:pt x="231" y="160"/>
                      <a:pt x="231" y="160"/>
                    </a:cubicBezTo>
                    <a:cubicBezTo>
                      <a:pt x="233" y="161"/>
                      <a:pt x="233" y="161"/>
                      <a:pt x="233" y="161"/>
                    </a:cubicBezTo>
                    <a:cubicBezTo>
                      <a:pt x="232" y="162"/>
                      <a:pt x="230" y="165"/>
                      <a:pt x="227" y="165"/>
                    </a:cubicBezTo>
                    <a:close/>
                    <a:moveTo>
                      <a:pt x="223" y="160"/>
                    </a:moveTo>
                    <a:cubicBezTo>
                      <a:pt x="222" y="160"/>
                      <a:pt x="221" y="159"/>
                      <a:pt x="219" y="159"/>
                    </a:cubicBezTo>
                    <a:cubicBezTo>
                      <a:pt x="219" y="159"/>
                      <a:pt x="218" y="158"/>
                      <a:pt x="218" y="158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20" y="153"/>
                      <a:pt x="220" y="153"/>
                      <a:pt x="220" y="153"/>
                    </a:cubicBezTo>
                    <a:cubicBezTo>
                      <a:pt x="220" y="153"/>
                      <a:pt x="220" y="153"/>
                      <a:pt x="220" y="153"/>
                    </a:cubicBezTo>
                    <a:cubicBezTo>
                      <a:pt x="221" y="153"/>
                      <a:pt x="221" y="153"/>
                      <a:pt x="222" y="154"/>
                    </a:cubicBezTo>
                    <a:cubicBezTo>
                      <a:pt x="222" y="154"/>
                      <a:pt x="223" y="154"/>
                      <a:pt x="223" y="154"/>
                    </a:cubicBezTo>
                    <a:cubicBezTo>
                      <a:pt x="225" y="160"/>
                      <a:pt x="225" y="160"/>
                      <a:pt x="225" y="160"/>
                    </a:cubicBezTo>
                    <a:cubicBezTo>
                      <a:pt x="224" y="160"/>
                      <a:pt x="224" y="160"/>
                      <a:pt x="223" y="160"/>
                    </a:cubicBezTo>
                    <a:close/>
                    <a:moveTo>
                      <a:pt x="210" y="155"/>
                    </a:moveTo>
                    <a:cubicBezTo>
                      <a:pt x="204" y="154"/>
                      <a:pt x="204" y="154"/>
                      <a:pt x="204" y="154"/>
                    </a:cubicBezTo>
                    <a:cubicBezTo>
                      <a:pt x="204" y="153"/>
                      <a:pt x="204" y="153"/>
                      <a:pt x="204" y="152"/>
                    </a:cubicBezTo>
                    <a:cubicBezTo>
                      <a:pt x="204" y="151"/>
                      <a:pt x="205" y="150"/>
                      <a:pt x="205" y="149"/>
                    </a:cubicBezTo>
                    <a:cubicBezTo>
                      <a:pt x="204" y="149"/>
                      <a:pt x="204" y="149"/>
                      <a:pt x="204" y="149"/>
                    </a:cubicBezTo>
                    <a:cubicBezTo>
                      <a:pt x="210" y="148"/>
                      <a:pt x="210" y="148"/>
                      <a:pt x="210" y="148"/>
                    </a:cubicBezTo>
                    <a:cubicBezTo>
                      <a:pt x="210" y="149"/>
                      <a:pt x="210" y="149"/>
                      <a:pt x="210" y="149"/>
                    </a:cubicBezTo>
                    <a:cubicBezTo>
                      <a:pt x="210" y="150"/>
                      <a:pt x="210" y="151"/>
                      <a:pt x="210" y="152"/>
                    </a:cubicBezTo>
                    <a:cubicBezTo>
                      <a:pt x="210" y="153"/>
                      <a:pt x="210" y="154"/>
                      <a:pt x="210" y="155"/>
                    </a:cubicBezTo>
                    <a:close/>
                    <a:moveTo>
                      <a:pt x="286" y="151"/>
                    </a:moveTo>
                    <a:cubicBezTo>
                      <a:pt x="286" y="151"/>
                      <a:pt x="286" y="150"/>
                      <a:pt x="286" y="150"/>
                    </a:cubicBezTo>
                    <a:cubicBezTo>
                      <a:pt x="285" y="150"/>
                      <a:pt x="285" y="150"/>
                      <a:pt x="284" y="150"/>
                    </a:cubicBezTo>
                    <a:cubicBezTo>
                      <a:pt x="285" y="144"/>
                      <a:pt x="285" y="144"/>
                      <a:pt x="285" y="144"/>
                    </a:cubicBezTo>
                    <a:cubicBezTo>
                      <a:pt x="289" y="145"/>
                      <a:pt x="291" y="146"/>
                      <a:pt x="292" y="150"/>
                    </a:cubicBezTo>
                    <a:lnTo>
                      <a:pt x="286" y="151"/>
                    </a:lnTo>
                    <a:close/>
                    <a:moveTo>
                      <a:pt x="172" y="149"/>
                    </a:moveTo>
                    <a:cubicBezTo>
                      <a:pt x="172" y="143"/>
                      <a:pt x="172" y="143"/>
                      <a:pt x="172" y="143"/>
                    </a:cubicBezTo>
                    <a:cubicBezTo>
                      <a:pt x="173" y="143"/>
                      <a:pt x="173" y="143"/>
                      <a:pt x="174" y="143"/>
                    </a:cubicBezTo>
                    <a:cubicBezTo>
                      <a:pt x="174" y="143"/>
                      <a:pt x="175" y="143"/>
                      <a:pt x="175" y="143"/>
                    </a:cubicBezTo>
                    <a:cubicBezTo>
                      <a:pt x="176" y="143"/>
                      <a:pt x="176" y="143"/>
                      <a:pt x="176" y="143"/>
                    </a:cubicBezTo>
                    <a:cubicBezTo>
                      <a:pt x="178" y="143"/>
                      <a:pt x="180" y="144"/>
                      <a:pt x="180" y="147"/>
                    </a:cubicBezTo>
                    <a:cubicBezTo>
                      <a:pt x="174" y="147"/>
                      <a:pt x="174" y="147"/>
                      <a:pt x="174" y="147"/>
                    </a:cubicBezTo>
                    <a:cubicBezTo>
                      <a:pt x="174" y="148"/>
                      <a:pt x="175" y="148"/>
                      <a:pt x="176" y="148"/>
                    </a:cubicBezTo>
                    <a:cubicBezTo>
                      <a:pt x="175" y="148"/>
                      <a:pt x="175" y="148"/>
                      <a:pt x="175" y="149"/>
                    </a:cubicBezTo>
                    <a:cubicBezTo>
                      <a:pt x="174" y="149"/>
                      <a:pt x="173" y="149"/>
                      <a:pt x="172" y="149"/>
                    </a:cubicBezTo>
                    <a:close/>
                    <a:moveTo>
                      <a:pt x="185" y="146"/>
                    </a:moveTo>
                    <a:cubicBezTo>
                      <a:pt x="180" y="144"/>
                      <a:pt x="180" y="144"/>
                      <a:pt x="180" y="144"/>
                    </a:cubicBezTo>
                    <a:cubicBezTo>
                      <a:pt x="181" y="142"/>
                      <a:pt x="181" y="141"/>
                      <a:pt x="181" y="140"/>
                    </a:cubicBezTo>
                    <a:cubicBezTo>
                      <a:pt x="181" y="140"/>
                      <a:pt x="181" y="140"/>
                      <a:pt x="181" y="140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87" y="140"/>
                      <a:pt x="187" y="140"/>
                      <a:pt x="187" y="140"/>
                    </a:cubicBezTo>
                    <a:cubicBezTo>
                      <a:pt x="187" y="141"/>
                      <a:pt x="187" y="141"/>
                      <a:pt x="187" y="141"/>
                    </a:cubicBezTo>
                    <a:cubicBezTo>
                      <a:pt x="187" y="142"/>
                      <a:pt x="186" y="144"/>
                      <a:pt x="185" y="146"/>
                    </a:cubicBezTo>
                    <a:close/>
                    <a:moveTo>
                      <a:pt x="289" y="142"/>
                    </a:moveTo>
                    <a:cubicBezTo>
                      <a:pt x="286" y="138"/>
                      <a:pt x="286" y="138"/>
                      <a:pt x="286" y="138"/>
                    </a:cubicBezTo>
                    <a:cubicBezTo>
                      <a:pt x="288" y="133"/>
                      <a:pt x="288" y="133"/>
                      <a:pt x="288" y="133"/>
                    </a:cubicBezTo>
                    <a:cubicBezTo>
                      <a:pt x="289" y="133"/>
                      <a:pt x="292" y="134"/>
                      <a:pt x="292" y="137"/>
                    </a:cubicBezTo>
                    <a:cubicBezTo>
                      <a:pt x="292" y="138"/>
                      <a:pt x="292" y="138"/>
                      <a:pt x="291" y="139"/>
                    </a:cubicBezTo>
                    <a:cubicBezTo>
                      <a:pt x="291" y="140"/>
                      <a:pt x="290" y="142"/>
                      <a:pt x="289" y="142"/>
                    </a:cubicBezTo>
                    <a:close/>
                    <a:moveTo>
                      <a:pt x="162" y="142"/>
                    </a:moveTo>
                    <a:cubicBezTo>
                      <a:pt x="161" y="142"/>
                      <a:pt x="160" y="141"/>
                      <a:pt x="160" y="141"/>
                    </a:cubicBezTo>
                    <a:cubicBezTo>
                      <a:pt x="158" y="141"/>
                      <a:pt x="157" y="140"/>
                      <a:pt x="156" y="139"/>
                    </a:cubicBezTo>
                    <a:cubicBezTo>
                      <a:pt x="160" y="135"/>
                      <a:pt x="160" y="135"/>
                      <a:pt x="160" y="135"/>
                    </a:cubicBezTo>
                    <a:cubicBezTo>
                      <a:pt x="160" y="135"/>
                      <a:pt x="160" y="136"/>
                      <a:pt x="161" y="136"/>
                    </a:cubicBezTo>
                    <a:cubicBezTo>
                      <a:pt x="161" y="136"/>
                      <a:pt x="162" y="136"/>
                      <a:pt x="164" y="137"/>
                    </a:cubicBezTo>
                    <a:lnTo>
                      <a:pt x="162" y="142"/>
                    </a:lnTo>
                    <a:close/>
                    <a:moveTo>
                      <a:pt x="200" y="140"/>
                    </a:moveTo>
                    <a:cubicBezTo>
                      <a:pt x="199" y="139"/>
                      <a:pt x="199" y="137"/>
                      <a:pt x="198" y="136"/>
                    </a:cubicBezTo>
                    <a:cubicBezTo>
                      <a:pt x="197" y="136"/>
                      <a:pt x="197" y="136"/>
                      <a:pt x="197" y="136"/>
                    </a:cubicBezTo>
                    <a:cubicBezTo>
                      <a:pt x="201" y="131"/>
                      <a:pt x="201" y="131"/>
                      <a:pt x="201" y="131"/>
                    </a:cubicBezTo>
                    <a:cubicBezTo>
                      <a:pt x="201" y="132"/>
                      <a:pt x="202" y="132"/>
                      <a:pt x="202" y="132"/>
                    </a:cubicBezTo>
                    <a:cubicBezTo>
                      <a:pt x="203" y="134"/>
                      <a:pt x="204" y="135"/>
                      <a:pt x="205" y="137"/>
                    </a:cubicBezTo>
                    <a:lnTo>
                      <a:pt x="200" y="140"/>
                    </a:lnTo>
                    <a:close/>
                    <a:moveTo>
                      <a:pt x="286" y="138"/>
                    </a:moveTo>
                    <a:cubicBezTo>
                      <a:pt x="286" y="138"/>
                      <a:pt x="286" y="138"/>
                      <a:pt x="286" y="138"/>
                    </a:cubicBezTo>
                    <a:cubicBezTo>
                      <a:pt x="286" y="138"/>
                      <a:pt x="286" y="138"/>
                      <a:pt x="286" y="138"/>
                    </a:cubicBezTo>
                    <a:cubicBezTo>
                      <a:pt x="286" y="138"/>
                      <a:pt x="286" y="138"/>
                      <a:pt x="286" y="138"/>
                    </a:cubicBezTo>
                    <a:close/>
                    <a:moveTo>
                      <a:pt x="147" y="138"/>
                    </a:moveTo>
                    <a:cubicBezTo>
                      <a:pt x="143" y="138"/>
                      <a:pt x="141" y="136"/>
                      <a:pt x="140" y="133"/>
                    </a:cubicBezTo>
                    <a:cubicBezTo>
                      <a:pt x="145" y="130"/>
                      <a:pt x="145" y="130"/>
                      <a:pt x="145" y="130"/>
                    </a:cubicBezTo>
                    <a:cubicBezTo>
                      <a:pt x="146" y="132"/>
                      <a:pt x="146" y="132"/>
                      <a:pt x="147" y="132"/>
                    </a:cubicBezTo>
                    <a:lnTo>
                      <a:pt x="147" y="138"/>
                    </a:lnTo>
                    <a:close/>
                    <a:moveTo>
                      <a:pt x="190" y="133"/>
                    </a:moveTo>
                    <a:cubicBezTo>
                      <a:pt x="186" y="129"/>
                      <a:pt x="186" y="129"/>
                      <a:pt x="186" y="129"/>
                    </a:cubicBezTo>
                    <a:cubicBezTo>
                      <a:pt x="186" y="129"/>
                      <a:pt x="186" y="128"/>
                      <a:pt x="186" y="128"/>
                    </a:cubicBezTo>
                    <a:cubicBezTo>
                      <a:pt x="186" y="126"/>
                      <a:pt x="188" y="124"/>
                      <a:pt x="190" y="124"/>
                    </a:cubicBezTo>
                    <a:cubicBezTo>
                      <a:pt x="192" y="129"/>
                      <a:pt x="192" y="129"/>
                      <a:pt x="192" y="129"/>
                    </a:cubicBezTo>
                    <a:cubicBezTo>
                      <a:pt x="192" y="129"/>
                      <a:pt x="192" y="129"/>
                      <a:pt x="192" y="128"/>
                    </a:cubicBezTo>
                    <a:cubicBezTo>
                      <a:pt x="192" y="130"/>
                      <a:pt x="191" y="132"/>
                      <a:pt x="190" y="133"/>
                    </a:cubicBezTo>
                    <a:close/>
                    <a:moveTo>
                      <a:pt x="302" y="128"/>
                    </a:moveTo>
                    <a:cubicBezTo>
                      <a:pt x="301" y="128"/>
                      <a:pt x="301" y="128"/>
                      <a:pt x="301" y="128"/>
                    </a:cubicBezTo>
                    <a:cubicBezTo>
                      <a:pt x="300" y="128"/>
                      <a:pt x="299" y="126"/>
                      <a:pt x="298" y="126"/>
                    </a:cubicBezTo>
                    <a:cubicBezTo>
                      <a:pt x="304" y="123"/>
                      <a:pt x="304" y="123"/>
                      <a:pt x="304" y="123"/>
                    </a:cubicBezTo>
                    <a:cubicBezTo>
                      <a:pt x="303" y="123"/>
                      <a:pt x="303" y="122"/>
                      <a:pt x="303" y="122"/>
                    </a:cubicBezTo>
                    <a:cubicBezTo>
                      <a:pt x="301" y="122"/>
                      <a:pt x="300" y="123"/>
                      <a:pt x="300" y="124"/>
                    </a:cubicBezTo>
                    <a:cubicBezTo>
                      <a:pt x="300" y="123"/>
                      <a:pt x="300" y="123"/>
                      <a:pt x="300" y="122"/>
                    </a:cubicBezTo>
                    <a:cubicBezTo>
                      <a:pt x="300" y="122"/>
                      <a:pt x="300" y="121"/>
                      <a:pt x="300" y="121"/>
                    </a:cubicBezTo>
                    <a:cubicBezTo>
                      <a:pt x="306" y="122"/>
                      <a:pt x="306" y="122"/>
                      <a:pt x="306" y="122"/>
                    </a:cubicBezTo>
                    <a:cubicBezTo>
                      <a:pt x="306" y="122"/>
                      <a:pt x="306" y="122"/>
                      <a:pt x="306" y="123"/>
                    </a:cubicBezTo>
                    <a:cubicBezTo>
                      <a:pt x="306" y="124"/>
                      <a:pt x="306" y="128"/>
                      <a:pt x="302" y="128"/>
                    </a:cubicBezTo>
                    <a:close/>
                    <a:moveTo>
                      <a:pt x="284" y="128"/>
                    </a:moveTo>
                    <a:cubicBezTo>
                      <a:pt x="284" y="127"/>
                      <a:pt x="283" y="126"/>
                      <a:pt x="283" y="126"/>
                    </a:cubicBezTo>
                    <a:cubicBezTo>
                      <a:pt x="282" y="125"/>
                      <a:pt x="282" y="125"/>
                      <a:pt x="282" y="125"/>
                    </a:cubicBezTo>
                    <a:cubicBezTo>
                      <a:pt x="282" y="124"/>
                      <a:pt x="281" y="124"/>
                      <a:pt x="281" y="123"/>
                    </a:cubicBezTo>
                    <a:cubicBezTo>
                      <a:pt x="286" y="121"/>
                      <a:pt x="286" y="121"/>
                      <a:pt x="286" y="121"/>
                    </a:cubicBezTo>
                    <a:cubicBezTo>
                      <a:pt x="286" y="121"/>
                      <a:pt x="286" y="121"/>
                      <a:pt x="287" y="121"/>
                    </a:cubicBezTo>
                    <a:cubicBezTo>
                      <a:pt x="287" y="122"/>
                      <a:pt x="287" y="122"/>
                      <a:pt x="287" y="122"/>
                    </a:cubicBezTo>
                    <a:cubicBezTo>
                      <a:pt x="289" y="123"/>
                      <a:pt x="290" y="125"/>
                      <a:pt x="290" y="126"/>
                    </a:cubicBezTo>
                    <a:cubicBezTo>
                      <a:pt x="284" y="127"/>
                      <a:pt x="284" y="127"/>
                      <a:pt x="284" y="127"/>
                    </a:cubicBezTo>
                    <a:cubicBezTo>
                      <a:pt x="284" y="127"/>
                      <a:pt x="284" y="128"/>
                      <a:pt x="284" y="128"/>
                    </a:cubicBezTo>
                    <a:close/>
                    <a:moveTo>
                      <a:pt x="314" y="127"/>
                    </a:moveTo>
                    <a:cubicBezTo>
                      <a:pt x="313" y="126"/>
                      <a:pt x="313" y="126"/>
                      <a:pt x="313" y="126"/>
                    </a:cubicBezTo>
                    <a:cubicBezTo>
                      <a:pt x="312" y="125"/>
                      <a:pt x="311" y="124"/>
                      <a:pt x="310" y="123"/>
                    </a:cubicBezTo>
                    <a:cubicBezTo>
                      <a:pt x="314" y="119"/>
                      <a:pt x="314" y="119"/>
                      <a:pt x="314" y="119"/>
                    </a:cubicBezTo>
                    <a:cubicBezTo>
                      <a:pt x="315" y="120"/>
                      <a:pt x="316" y="121"/>
                      <a:pt x="317" y="122"/>
                    </a:cubicBezTo>
                    <a:cubicBezTo>
                      <a:pt x="318" y="123"/>
                      <a:pt x="318" y="123"/>
                      <a:pt x="318" y="123"/>
                    </a:cubicBezTo>
                    <a:lnTo>
                      <a:pt x="314" y="127"/>
                    </a:lnTo>
                    <a:close/>
                    <a:moveTo>
                      <a:pt x="325" y="126"/>
                    </a:moveTo>
                    <a:cubicBezTo>
                      <a:pt x="321" y="122"/>
                      <a:pt x="321" y="122"/>
                      <a:pt x="321" y="122"/>
                    </a:cubicBezTo>
                    <a:cubicBezTo>
                      <a:pt x="322" y="120"/>
                      <a:pt x="324" y="119"/>
                      <a:pt x="325" y="118"/>
                    </a:cubicBezTo>
                    <a:cubicBezTo>
                      <a:pt x="330" y="122"/>
                      <a:pt x="330" y="122"/>
                      <a:pt x="330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8" y="123"/>
                      <a:pt x="328" y="123"/>
                      <a:pt x="328" y="123"/>
                    </a:cubicBezTo>
                    <a:cubicBezTo>
                      <a:pt x="328" y="124"/>
                      <a:pt x="326" y="125"/>
                      <a:pt x="325" y="126"/>
                    </a:cubicBezTo>
                    <a:close/>
                    <a:moveTo>
                      <a:pt x="136" y="123"/>
                    </a:moveTo>
                    <a:cubicBezTo>
                      <a:pt x="134" y="122"/>
                      <a:pt x="133" y="121"/>
                      <a:pt x="132" y="120"/>
                    </a:cubicBezTo>
                    <a:cubicBezTo>
                      <a:pt x="131" y="120"/>
                      <a:pt x="131" y="120"/>
                      <a:pt x="131" y="120"/>
                    </a:cubicBezTo>
                    <a:cubicBezTo>
                      <a:pt x="134" y="115"/>
                      <a:pt x="134" y="115"/>
                      <a:pt x="134" y="115"/>
                    </a:cubicBezTo>
                    <a:cubicBezTo>
                      <a:pt x="135" y="115"/>
                      <a:pt x="135" y="115"/>
                      <a:pt x="135" y="115"/>
                    </a:cubicBezTo>
                    <a:cubicBezTo>
                      <a:pt x="136" y="116"/>
                      <a:pt x="138" y="117"/>
                      <a:pt x="140" y="119"/>
                    </a:cubicBezTo>
                    <a:lnTo>
                      <a:pt x="136" y="123"/>
                    </a:lnTo>
                    <a:close/>
                    <a:moveTo>
                      <a:pt x="296" y="118"/>
                    </a:moveTo>
                    <a:cubicBezTo>
                      <a:pt x="295" y="118"/>
                      <a:pt x="295" y="118"/>
                      <a:pt x="295" y="118"/>
                    </a:cubicBezTo>
                    <a:cubicBezTo>
                      <a:pt x="294" y="118"/>
                      <a:pt x="292" y="118"/>
                      <a:pt x="291" y="117"/>
                    </a:cubicBezTo>
                    <a:cubicBezTo>
                      <a:pt x="291" y="117"/>
                      <a:pt x="290" y="117"/>
                      <a:pt x="290" y="117"/>
                    </a:cubicBezTo>
                    <a:cubicBezTo>
                      <a:pt x="291" y="111"/>
                      <a:pt x="291" y="111"/>
                      <a:pt x="291" y="111"/>
                    </a:cubicBezTo>
                    <a:cubicBezTo>
                      <a:pt x="292" y="111"/>
                      <a:pt x="292" y="111"/>
                      <a:pt x="293" y="112"/>
                    </a:cubicBezTo>
                    <a:cubicBezTo>
                      <a:pt x="294" y="112"/>
                      <a:pt x="295" y="112"/>
                      <a:pt x="296" y="112"/>
                    </a:cubicBezTo>
                    <a:cubicBezTo>
                      <a:pt x="297" y="112"/>
                      <a:pt x="297" y="112"/>
                      <a:pt x="297" y="112"/>
                    </a:cubicBezTo>
                    <a:lnTo>
                      <a:pt x="296" y="118"/>
                    </a:lnTo>
                    <a:close/>
                    <a:moveTo>
                      <a:pt x="121" y="115"/>
                    </a:moveTo>
                    <a:cubicBezTo>
                      <a:pt x="121" y="115"/>
                      <a:pt x="121" y="115"/>
                      <a:pt x="120" y="115"/>
                    </a:cubicBezTo>
                    <a:cubicBezTo>
                      <a:pt x="119" y="114"/>
                      <a:pt x="117" y="113"/>
                      <a:pt x="116" y="112"/>
                    </a:cubicBezTo>
                    <a:cubicBezTo>
                      <a:pt x="119" y="108"/>
                      <a:pt x="119" y="108"/>
                      <a:pt x="119" y="108"/>
                    </a:cubicBezTo>
                    <a:cubicBezTo>
                      <a:pt x="120" y="108"/>
                      <a:pt x="121" y="109"/>
                      <a:pt x="123" y="110"/>
                    </a:cubicBezTo>
                    <a:cubicBezTo>
                      <a:pt x="123" y="110"/>
                      <a:pt x="123" y="110"/>
                      <a:pt x="123" y="110"/>
                    </a:cubicBezTo>
                    <a:lnTo>
                      <a:pt x="121" y="115"/>
                    </a:lnTo>
                    <a:close/>
                    <a:moveTo>
                      <a:pt x="5" y="115"/>
                    </a:moveTo>
                    <a:cubicBezTo>
                      <a:pt x="0" y="112"/>
                      <a:pt x="0" y="112"/>
                      <a:pt x="0" y="112"/>
                    </a:cubicBezTo>
                    <a:cubicBezTo>
                      <a:pt x="2" y="109"/>
                      <a:pt x="4" y="107"/>
                      <a:pt x="6" y="107"/>
                    </a:cubicBezTo>
                    <a:cubicBezTo>
                      <a:pt x="6" y="107"/>
                      <a:pt x="6" y="107"/>
                      <a:pt x="6" y="107"/>
                    </a:cubicBezTo>
                    <a:cubicBezTo>
                      <a:pt x="7" y="113"/>
                      <a:pt x="7" y="113"/>
                      <a:pt x="7" y="113"/>
                    </a:cubicBezTo>
                    <a:cubicBezTo>
                      <a:pt x="7" y="113"/>
                      <a:pt x="6" y="113"/>
                      <a:pt x="5" y="115"/>
                    </a:cubicBezTo>
                    <a:close/>
                    <a:moveTo>
                      <a:pt x="320" y="114"/>
                    </a:moveTo>
                    <a:cubicBezTo>
                      <a:pt x="320" y="113"/>
                      <a:pt x="320" y="113"/>
                      <a:pt x="320" y="112"/>
                    </a:cubicBezTo>
                    <a:cubicBezTo>
                      <a:pt x="320" y="111"/>
                      <a:pt x="320" y="111"/>
                      <a:pt x="320" y="111"/>
                    </a:cubicBezTo>
                    <a:cubicBezTo>
                      <a:pt x="320" y="109"/>
                      <a:pt x="321" y="107"/>
                      <a:pt x="321" y="106"/>
                    </a:cubicBezTo>
                    <a:cubicBezTo>
                      <a:pt x="327" y="108"/>
                      <a:pt x="327" y="108"/>
                      <a:pt x="327" y="108"/>
                    </a:cubicBezTo>
                    <a:cubicBezTo>
                      <a:pt x="326" y="109"/>
                      <a:pt x="326" y="110"/>
                      <a:pt x="326" y="112"/>
                    </a:cubicBezTo>
                    <a:lnTo>
                      <a:pt x="320" y="114"/>
                    </a:lnTo>
                    <a:close/>
                    <a:moveTo>
                      <a:pt x="12" y="109"/>
                    </a:moveTo>
                    <a:cubicBezTo>
                      <a:pt x="12" y="108"/>
                      <a:pt x="11" y="107"/>
                      <a:pt x="11" y="106"/>
                    </a:cubicBezTo>
                    <a:cubicBezTo>
                      <a:pt x="11" y="105"/>
                      <a:pt x="12" y="103"/>
                      <a:pt x="15" y="103"/>
                    </a:cubicBezTo>
                    <a:cubicBezTo>
                      <a:pt x="16" y="103"/>
                      <a:pt x="16" y="102"/>
                      <a:pt x="16" y="102"/>
                    </a:cubicBezTo>
                    <a:cubicBezTo>
                      <a:pt x="20" y="107"/>
                      <a:pt x="20" y="107"/>
                      <a:pt x="20" y="107"/>
                    </a:cubicBezTo>
                    <a:cubicBezTo>
                      <a:pt x="19" y="108"/>
                      <a:pt x="17" y="108"/>
                      <a:pt x="15" y="108"/>
                    </a:cubicBezTo>
                    <a:cubicBezTo>
                      <a:pt x="16" y="108"/>
                      <a:pt x="17" y="108"/>
                      <a:pt x="17" y="106"/>
                    </a:cubicBezTo>
                    <a:cubicBezTo>
                      <a:pt x="17" y="106"/>
                      <a:pt x="17" y="105"/>
                      <a:pt x="17" y="105"/>
                    </a:cubicBezTo>
                    <a:lnTo>
                      <a:pt x="12" y="109"/>
                    </a:lnTo>
                    <a:close/>
                    <a:moveTo>
                      <a:pt x="336" y="103"/>
                    </a:moveTo>
                    <a:cubicBezTo>
                      <a:pt x="331" y="99"/>
                      <a:pt x="331" y="99"/>
                      <a:pt x="331" y="99"/>
                    </a:cubicBezTo>
                    <a:cubicBezTo>
                      <a:pt x="332" y="98"/>
                      <a:pt x="334" y="96"/>
                      <a:pt x="334" y="95"/>
                    </a:cubicBezTo>
                    <a:cubicBezTo>
                      <a:pt x="339" y="98"/>
                      <a:pt x="339" y="98"/>
                      <a:pt x="339" y="98"/>
                    </a:cubicBezTo>
                    <a:cubicBezTo>
                      <a:pt x="339" y="99"/>
                      <a:pt x="337" y="101"/>
                      <a:pt x="336" y="103"/>
                    </a:cubicBezTo>
                    <a:close/>
                    <a:moveTo>
                      <a:pt x="109" y="101"/>
                    </a:moveTo>
                    <a:cubicBezTo>
                      <a:pt x="108" y="99"/>
                      <a:pt x="108" y="97"/>
                      <a:pt x="108" y="95"/>
                    </a:cubicBezTo>
                    <a:cubicBezTo>
                      <a:pt x="113" y="94"/>
                      <a:pt x="113" y="94"/>
                      <a:pt x="113" y="94"/>
                    </a:cubicBezTo>
                    <a:cubicBezTo>
                      <a:pt x="114" y="96"/>
                      <a:pt x="114" y="97"/>
                      <a:pt x="114" y="99"/>
                    </a:cubicBezTo>
                    <a:lnTo>
                      <a:pt x="109" y="101"/>
                    </a:lnTo>
                    <a:close/>
                    <a:moveTo>
                      <a:pt x="18" y="95"/>
                    </a:moveTo>
                    <a:cubicBezTo>
                      <a:pt x="13" y="93"/>
                      <a:pt x="13" y="93"/>
                      <a:pt x="13" y="93"/>
                    </a:cubicBezTo>
                    <a:cubicBezTo>
                      <a:pt x="14" y="91"/>
                      <a:pt x="15" y="90"/>
                      <a:pt x="18" y="89"/>
                    </a:cubicBezTo>
                    <a:cubicBezTo>
                      <a:pt x="19" y="88"/>
                      <a:pt x="19" y="88"/>
                      <a:pt x="19" y="88"/>
                    </a:cubicBezTo>
                    <a:cubicBezTo>
                      <a:pt x="21" y="93"/>
                      <a:pt x="21" y="93"/>
                      <a:pt x="21" y="93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19" y="94"/>
                      <a:pt x="18" y="95"/>
                      <a:pt x="18" y="95"/>
                    </a:cubicBezTo>
                    <a:close/>
                    <a:moveTo>
                      <a:pt x="31" y="84"/>
                    </a:moveTo>
                    <a:cubicBezTo>
                      <a:pt x="26" y="82"/>
                      <a:pt x="26" y="82"/>
                      <a:pt x="26" y="82"/>
                    </a:cubicBezTo>
                    <a:cubicBezTo>
                      <a:pt x="26" y="81"/>
                      <a:pt x="26" y="81"/>
                      <a:pt x="26" y="80"/>
                    </a:cubicBezTo>
                    <a:cubicBezTo>
                      <a:pt x="26" y="79"/>
                      <a:pt x="27" y="78"/>
                      <a:pt x="28" y="77"/>
                    </a:cubicBezTo>
                    <a:cubicBezTo>
                      <a:pt x="28" y="76"/>
                      <a:pt x="29" y="76"/>
                      <a:pt x="29" y="75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3" y="80"/>
                      <a:pt x="33" y="80"/>
                      <a:pt x="33" y="79"/>
                    </a:cubicBezTo>
                    <a:cubicBezTo>
                      <a:pt x="33" y="80"/>
                      <a:pt x="33" y="80"/>
                      <a:pt x="33" y="80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32" y="82"/>
                      <a:pt x="32" y="82"/>
                    </a:cubicBezTo>
                    <a:cubicBezTo>
                      <a:pt x="31" y="83"/>
                      <a:pt x="31" y="83"/>
                      <a:pt x="31" y="84"/>
                    </a:cubicBezTo>
                    <a:close/>
                    <a:moveTo>
                      <a:pt x="109" y="83"/>
                    </a:moveTo>
                    <a:cubicBezTo>
                      <a:pt x="106" y="83"/>
                      <a:pt x="106" y="83"/>
                      <a:pt x="106" y="83"/>
                    </a:cubicBezTo>
                    <a:cubicBezTo>
                      <a:pt x="106" y="82"/>
                      <a:pt x="106" y="82"/>
                      <a:pt x="106" y="82"/>
                    </a:cubicBezTo>
                    <a:cubicBezTo>
                      <a:pt x="106" y="81"/>
                      <a:pt x="106" y="81"/>
                      <a:pt x="106" y="80"/>
                    </a:cubicBezTo>
                    <a:cubicBezTo>
                      <a:pt x="106" y="80"/>
                      <a:pt x="106" y="80"/>
                      <a:pt x="106" y="79"/>
                    </a:cubicBezTo>
                    <a:cubicBezTo>
                      <a:pt x="106" y="79"/>
                      <a:pt x="106" y="78"/>
                      <a:pt x="106" y="78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1" y="77"/>
                      <a:pt x="112" y="78"/>
                      <a:pt x="112" y="79"/>
                    </a:cubicBezTo>
                    <a:cubicBezTo>
                      <a:pt x="112" y="80"/>
                      <a:pt x="112" y="80"/>
                      <a:pt x="112" y="81"/>
                    </a:cubicBezTo>
                    <a:cubicBezTo>
                      <a:pt x="112" y="81"/>
                      <a:pt x="112" y="81"/>
                      <a:pt x="112" y="82"/>
                    </a:cubicBezTo>
                    <a:cubicBezTo>
                      <a:pt x="112" y="83"/>
                      <a:pt x="112" y="83"/>
                      <a:pt x="112" y="83"/>
                    </a:cubicBezTo>
                    <a:lnTo>
                      <a:pt x="109" y="83"/>
                    </a:lnTo>
                    <a:close/>
                    <a:moveTo>
                      <a:pt x="29" y="74"/>
                    </a:moveTo>
                    <a:cubicBezTo>
                      <a:pt x="28" y="73"/>
                      <a:pt x="28" y="73"/>
                      <a:pt x="28" y="73"/>
                    </a:cubicBezTo>
                    <a:cubicBezTo>
                      <a:pt x="27" y="72"/>
                      <a:pt x="27" y="72"/>
                      <a:pt x="26" y="72"/>
                    </a:cubicBezTo>
                    <a:cubicBezTo>
                      <a:pt x="26" y="72"/>
                      <a:pt x="25" y="72"/>
                      <a:pt x="24" y="71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9" y="67"/>
                      <a:pt x="30" y="67"/>
                      <a:pt x="32" y="69"/>
                    </a:cubicBezTo>
                    <a:cubicBezTo>
                      <a:pt x="33" y="70"/>
                      <a:pt x="33" y="70"/>
                      <a:pt x="33" y="70"/>
                    </a:cubicBezTo>
                    <a:lnTo>
                      <a:pt x="29" y="74"/>
                    </a:lnTo>
                    <a:close/>
                    <a:moveTo>
                      <a:pt x="103" y="67"/>
                    </a:moveTo>
                    <a:cubicBezTo>
                      <a:pt x="103" y="67"/>
                      <a:pt x="102" y="67"/>
                      <a:pt x="102" y="66"/>
                    </a:cubicBezTo>
                    <a:cubicBezTo>
                      <a:pt x="102" y="65"/>
                      <a:pt x="101" y="64"/>
                      <a:pt x="100" y="62"/>
                    </a:cubicBezTo>
                    <a:cubicBezTo>
                      <a:pt x="106" y="61"/>
                      <a:pt x="106" y="61"/>
                      <a:pt x="106" y="61"/>
                    </a:cubicBezTo>
                    <a:cubicBezTo>
                      <a:pt x="106" y="62"/>
                      <a:pt x="107" y="63"/>
                      <a:pt x="107" y="63"/>
                    </a:cubicBezTo>
                    <a:cubicBezTo>
                      <a:pt x="108" y="64"/>
                      <a:pt x="108" y="65"/>
                      <a:pt x="108" y="66"/>
                    </a:cubicBezTo>
                    <a:lnTo>
                      <a:pt x="103" y="67"/>
                    </a:lnTo>
                    <a:close/>
                    <a:moveTo>
                      <a:pt x="20" y="61"/>
                    </a:moveTo>
                    <a:cubicBezTo>
                      <a:pt x="20" y="61"/>
                      <a:pt x="20" y="60"/>
                      <a:pt x="19" y="60"/>
                    </a:cubicBezTo>
                    <a:cubicBezTo>
                      <a:pt x="17" y="60"/>
                      <a:pt x="16" y="59"/>
                      <a:pt x="15" y="58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4"/>
                      <a:pt x="19" y="54"/>
                      <a:pt x="21" y="55"/>
                    </a:cubicBezTo>
                    <a:cubicBezTo>
                      <a:pt x="22" y="55"/>
                      <a:pt x="23" y="56"/>
                      <a:pt x="24" y="56"/>
                    </a:cubicBezTo>
                    <a:lnTo>
                      <a:pt x="20" y="61"/>
                    </a:lnTo>
                    <a:close/>
                    <a:moveTo>
                      <a:pt x="95" y="52"/>
                    </a:moveTo>
                    <a:cubicBezTo>
                      <a:pt x="95" y="51"/>
                      <a:pt x="95" y="51"/>
                      <a:pt x="95" y="50"/>
                    </a:cubicBezTo>
                    <a:cubicBezTo>
                      <a:pt x="95" y="48"/>
                      <a:pt x="96" y="46"/>
                      <a:pt x="96" y="45"/>
                    </a:cubicBezTo>
                    <a:cubicBezTo>
                      <a:pt x="102" y="47"/>
                      <a:pt x="102" y="47"/>
                      <a:pt x="102" y="47"/>
                    </a:cubicBezTo>
                    <a:cubicBezTo>
                      <a:pt x="102" y="47"/>
                      <a:pt x="102" y="47"/>
                      <a:pt x="102" y="47"/>
                    </a:cubicBezTo>
                    <a:cubicBezTo>
                      <a:pt x="101" y="48"/>
                      <a:pt x="101" y="49"/>
                      <a:pt x="101" y="50"/>
                    </a:cubicBezTo>
                    <a:cubicBezTo>
                      <a:pt x="101" y="50"/>
                      <a:pt x="101" y="51"/>
                      <a:pt x="101" y="51"/>
                    </a:cubicBezTo>
                    <a:lnTo>
                      <a:pt x="95" y="52"/>
                    </a:lnTo>
                    <a:close/>
                    <a:moveTo>
                      <a:pt x="23" y="48"/>
                    </a:moveTo>
                    <a:cubicBezTo>
                      <a:pt x="18" y="45"/>
                      <a:pt x="18" y="45"/>
                      <a:pt x="18" y="45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5" y="43"/>
                      <a:pt x="25" y="44"/>
                      <a:pt x="25" y="44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4" y="46"/>
                      <a:pt x="24" y="47"/>
                      <a:pt x="23" y="48"/>
                    </a:cubicBezTo>
                    <a:close/>
                    <a:moveTo>
                      <a:pt x="94" y="35"/>
                    </a:moveTo>
                    <a:cubicBezTo>
                      <a:pt x="94" y="34"/>
                      <a:pt x="94" y="33"/>
                      <a:pt x="95" y="32"/>
                    </a:cubicBezTo>
                    <a:cubicBezTo>
                      <a:pt x="95" y="31"/>
                      <a:pt x="95" y="30"/>
                      <a:pt x="95" y="30"/>
                    </a:cubicBezTo>
                    <a:cubicBezTo>
                      <a:pt x="96" y="29"/>
                      <a:pt x="96" y="29"/>
                      <a:pt x="96" y="28"/>
                    </a:cubicBezTo>
                    <a:cubicBezTo>
                      <a:pt x="102" y="30"/>
                      <a:pt x="102" y="30"/>
                      <a:pt x="102" y="30"/>
                    </a:cubicBezTo>
                    <a:cubicBezTo>
                      <a:pt x="101" y="31"/>
                      <a:pt x="101" y="31"/>
                      <a:pt x="101" y="32"/>
                    </a:cubicBezTo>
                    <a:cubicBezTo>
                      <a:pt x="101" y="32"/>
                      <a:pt x="100" y="33"/>
                      <a:pt x="100" y="34"/>
                    </a:cubicBezTo>
                    <a:cubicBezTo>
                      <a:pt x="100" y="34"/>
                      <a:pt x="100" y="34"/>
                      <a:pt x="100" y="34"/>
                    </a:cubicBezTo>
                    <a:lnTo>
                      <a:pt x="94" y="35"/>
                    </a:lnTo>
                    <a:close/>
                    <a:moveTo>
                      <a:pt x="26" y="32"/>
                    </a:move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5" y="26"/>
                      <a:pt x="27" y="26"/>
                    </a:cubicBezTo>
                    <a:cubicBezTo>
                      <a:pt x="28" y="26"/>
                      <a:pt x="29" y="26"/>
                      <a:pt x="30" y="2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29" y="32"/>
                      <a:pt x="28" y="32"/>
                      <a:pt x="27" y="32"/>
                    </a:cubicBezTo>
                    <a:cubicBezTo>
                      <a:pt x="26" y="32"/>
                      <a:pt x="26" y="32"/>
                      <a:pt x="26" y="32"/>
                    </a:cubicBezTo>
                    <a:close/>
                    <a:moveTo>
                      <a:pt x="42" y="31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46" y="26"/>
                      <a:pt x="46" y="30"/>
                      <a:pt x="42" y="31"/>
                    </a:cubicBezTo>
                    <a:close/>
                    <a:moveTo>
                      <a:pt x="93" y="22"/>
                    </a:moveTo>
                    <a:cubicBezTo>
                      <a:pt x="92" y="22"/>
                      <a:pt x="91" y="22"/>
                      <a:pt x="90" y="22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1" y="16"/>
                      <a:pt x="92" y="16"/>
                      <a:pt x="93" y="16"/>
                    </a:cubicBezTo>
                    <a:cubicBezTo>
                      <a:pt x="94" y="16"/>
                      <a:pt x="95" y="16"/>
                      <a:pt x="95" y="16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6" y="22"/>
                      <a:pt x="94" y="22"/>
                      <a:pt x="93" y="22"/>
                    </a:cubicBezTo>
                    <a:close/>
                    <a:moveTo>
                      <a:pt x="78" y="20"/>
                    </a:moveTo>
                    <a:cubicBezTo>
                      <a:pt x="75" y="19"/>
                      <a:pt x="73" y="18"/>
                      <a:pt x="72" y="17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4" y="12"/>
                      <a:pt x="74" y="12"/>
                      <a:pt x="74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5" y="13"/>
                      <a:pt x="76" y="13"/>
                      <a:pt x="79" y="14"/>
                    </a:cubicBezTo>
                    <a:lnTo>
                      <a:pt x="78" y="20"/>
                    </a:lnTo>
                    <a:close/>
                    <a:moveTo>
                      <a:pt x="50" y="13"/>
                    </a:moveTo>
                    <a:cubicBezTo>
                      <a:pt x="44" y="11"/>
                      <a:pt x="44" y="11"/>
                      <a:pt x="44" y="11"/>
                    </a:cubicBezTo>
                    <a:cubicBezTo>
                      <a:pt x="45" y="9"/>
                      <a:pt x="46" y="8"/>
                      <a:pt x="47" y="7"/>
                    </a:cubicBezTo>
                    <a:cubicBezTo>
                      <a:pt x="48" y="6"/>
                      <a:pt x="49" y="5"/>
                      <a:pt x="50" y="5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50" y="12"/>
                      <a:pt x="50" y="12"/>
                      <a:pt x="50" y="13"/>
                    </a:cubicBezTo>
                    <a:close/>
                    <a:moveTo>
                      <a:pt x="63" y="8"/>
                    </a:moveTo>
                    <a:cubicBezTo>
                      <a:pt x="62" y="7"/>
                      <a:pt x="62" y="6"/>
                      <a:pt x="62" y="6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3" y="0"/>
                      <a:pt x="64" y="1"/>
                    </a:cubicBezTo>
                    <a:cubicBezTo>
                      <a:pt x="66" y="1"/>
                      <a:pt x="66" y="3"/>
                      <a:pt x="68" y="5"/>
                    </a:cubicBezTo>
                    <a:lnTo>
                      <a:pt x="63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9" name="îṧḻïḓê"/>
              <p:cNvSpPr/>
              <p:nvPr/>
            </p:nvSpPr>
            <p:spPr bwMode="auto">
              <a:xfrm>
                <a:off x="5510213" y="3438525"/>
                <a:ext cx="163513" cy="320675"/>
              </a:xfrm>
              <a:custGeom>
                <a:avLst/>
                <a:gdLst>
                  <a:gd name="T0" fmla="*/ 4 w 76"/>
                  <a:gd name="T1" fmla="*/ 145 h 150"/>
                  <a:gd name="T2" fmla="*/ 12 w 76"/>
                  <a:gd name="T3" fmla="*/ 145 h 150"/>
                  <a:gd name="T4" fmla="*/ 18 w 76"/>
                  <a:gd name="T5" fmla="*/ 137 h 150"/>
                  <a:gd name="T6" fmla="*/ 19 w 76"/>
                  <a:gd name="T7" fmla="*/ 131 h 150"/>
                  <a:gd name="T8" fmla="*/ 20 w 76"/>
                  <a:gd name="T9" fmla="*/ 131 h 150"/>
                  <a:gd name="T10" fmla="*/ 21 w 76"/>
                  <a:gd name="T11" fmla="*/ 137 h 150"/>
                  <a:gd name="T12" fmla="*/ 18 w 76"/>
                  <a:gd name="T13" fmla="*/ 137 h 150"/>
                  <a:gd name="T14" fmla="*/ 29 w 76"/>
                  <a:gd name="T15" fmla="*/ 131 h 150"/>
                  <a:gd name="T16" fmla="*/ 28 w 76"/>
                  <a:gd name="T17" fmla="*/ 127 h 150"/>
                  <a:gd name="T18" fmla="*/ 27 w 76"/>
                  <a:gd name="T19" fmla="*/ 124 h 150"/>
                  <a:gd name="T20" fmla="*/ 33 w 76"/>
                  <a:gd name="T21" fmla="*/ 124 h 150"/>
                  <a:gd name="T22" fmla="*/ 30 w 76"/>
                  <a:gd name="T23" fmla="*/ 131 h 150"/>
                  <a:gd name="T24" fmla="*/ 17 w 76"/>
                  <a:gd name="T25" fmla="*/ 115 h 150"/>
                  <a:gd name="T26" fmla="*/ 25 w 76"/>
                  <a:gd name="T27" fmla="*/ 111 h 150"/>
                  <a:gd name="T28" fmla="*/ 6 w 76"/>
                  <a:gd name="T29" fmla="*/ 111 h 150"/>
                  <a:gd name="T30" fmla="*/ 4 w 76"/>
                  <a:gd name="T31" fmla="*/ 103 h 150"/>
                  <a:gd name="T32" fmla="*/ 6 w 76"/>
                  <a:gd name="T33" fmla="*/ 111 h 150"/>
                  <a:gd name="T34" fmla="*/ 0 w 76"/>
                  <a:gd name="T35" fmla="*/ 93 h 150"/>
                  <a:gd name="T36" fmla="*/ 8 w 76"/>
                  <a:gd name="T37" fmla="*/ 91 h 150"/>
                  <a:gd name="T38" fmla="*/ 11 w 76"/>
                  <a:gd name="T39" fmla="*/ 81 h 150"/>
                  <a:gd name="T40" fmla="*/ 8 w 76"/>
                  <a:gd name="T41" fmla="*/ 77 h 150"/>
                  <a:gd name="T42" fmla="*/ 12 w 76"/>
                  <a:gd name="T43" fmla="*/ 74 h 150"/>
                  <a:gd name="T44" fmla="*/ 11 w 76"/>
                  <a:gd name="T45" fmla="*/ 81 h 150"/>
                  <a:gd name="T46" fmla="*/ 22 w 76"/>
                  <a:gd name="T47" fmla="*/ 66 h 150"/>
                  <a:gd name="T48" fmla="*/ 27 w 76"/>
                  <a:gd name="T49" fmla="*/ 64 h 150"/>
                  <a:gd name="T50" fmla="*/ 28 w 76"/>
                  <a:gd name="T51" fmla="*/ 70 h 150"/>
                  <a:gd name="T52" fmla="*/ 40 w 76"/>
                  <a:gd name="T53" fmla="*/ 61 h 150"/>
                  <a:gd name="T54" fmla="*/ 35 w 76"/>
                  <a:gd name="T55" fmla="*/ 57 h 150"/>
                  <a:gd name="T56" fmla="*/ 43 w 76"/>
                  <a:gd name="T57" fmla="*/ 57 h 150"/>
                  <a:gd name="T58" fmla="*/ 42 w 76"/>
                  <a:gd name="T59" fmla="*/ 49 h 150"/>
                  <a:gd name="T60" fmla="*/ 39 w 76"/>
                  <a:gd name="T61" fmla="*/ 46 h 150"/>
                  <a:gd name="T62" fmla="*/ 42 w 76"/>
                  <a:gd name="T63" fmla="*/ 41 h 150"/>
                  <a:gd name="T64" fmla="*/ 45 w 76"/>
                  <a:gd name="T65" fmla="*/ 43 h 150"/>
                  <a:gd name="T66" fmla="*/ 42 w 76"/>
                  <a:gd name="T67" fmla="*/ 49 h 150"/>
                  <a:gd name="T68" fmla="*/ 36 w 76"/>
                  <a:gd name="T69" fmla="*/ 31 h 150"/>
                  <a:gd name="T70" fmla="*/ 44 w 76"/>
                  <a:gd name="T71" fmla="*/ 32 h 150"/>
                  <a:gd name="T72" fmla="*/ 56 w 76"/>
                  <a:gd name="T73" fmla="*/ 26 h 150"/>
                  <a:gd name="T74" fmla="*/ 53 w 76"/>
                  <a:gd name="T75" fmla="*/ 20 h 150"/>
                  <a:gd name="T76" fmla="*/ 58 w 76"/>
                  <a:gd name="T77" fmla="*/ 22 h 150"/>
                  <a:gd name="T78" fmla="*/ 69 w 76"/>
                  <a:gd name="T79" fmla="*/ 24 h 150"/>
                  <a:gd name="T80" fmla="*/ 69 w 76"/>
                  <a:gd name="T81" fmla="*/ 18 h 150"/>
                  <a:gd name="T82" fmla="*/ 76 w 76"/>
                  <a:gd name="T83" fmla="*/ 18 h 150"/>
                  <a:gd name="T84" fmla="*/ 69 w 76"/>
                  <a:gd name="T85" fmla="*/ 24 h 150"/>
                  <a:gd name="T86" fmla="*/ 67 w 76"/>
                  <a:gd name="T87" fmla="*/ 4 h 150"/>
                  <a:gd name="T88" fmla="*/ 67 w 76"/>
                  <a:gd name="T89" fmla="*/ 0 h 150"/>
                  <a:gd name="T90" fmla="*/ 73 w 76"/>
                  <a:gd name="T91" fmla="*/ 2 h 150"/>
                  <a:gd name="T92" fmla="*/ 73 w 76"/>
                  <a:gd name="T93" fmla="*/ 6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6" h="150">
                    <a:moveTo>
                      <a:pt x="7" y="150"/>
                    </a:moveTo>
                    <a:cubicBezTo>
                      <a:pt x="4" y="145"/>
                      <a:pt x="4" y="145"/>
                      <a:pt x="4" y="145"/>
                    </a:cubicBezTo>
                    <a:cubicBezTo>
                      <a:pt x="5" y="144"/>
                      <a:pt x="6" y="143"/>
                      <a:pt x="7" y="141"/>
                    </a:cubicBezTo>
                    <a:cubicBezTo>
                      <a:pt x="12" y="145"/>
                      <a:pt x="12" y="145"/>
                      <a:pt x="12" y="145"/>
                    </a:cubicBezTo>
                    <a:cubicBezTo>
                      <a:pt x="10" y="147"/>
                      <a:pt x="9" y="148"/>
                      <a:pt x="7" y="150"/>
                    </a:cubicBezTo>
                    <a:close/>
                    <a:moveTo>
                      <a:pt x="18" y="137"/>
                    </a:moveTo>
                    <a:cubicBezTo>
                      <a:pt x="16" y="131"/>
                      <a:pt x="16" y="131"/>
                      <a:pt x="16" y="131"/>
                    </a:cubicBezTo>
                    <a:cubicBezTo>
                      <a:pt x="17" y="131"/>
                      <a:pt x="19" y="131"/>
                      <a:pt x="19" y="131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23" y="136"/>
                      <a:pt x="22" y="137"/>
                      <a:pt x="21" y="137"/>
                    </a:cubicBezTo>
                    <a:cubicBezTo>
                      <a:pt x="19" y="137"/>
                      <a:pt x="19" y="137"/>
                      <a:pt x="19" y="137"/>
                    </a:cubicBezTo>
                    <a:cubicBezTo>
                      <a:pt x="19" y="137"/>
                      <a:pt x="18" y="137"/>
                      <a:pt x="18" y="137"/>
                    </a:cubicBezTo>
                    <a:close/>
                    <a:moveTo>
                      <a:pt x="30" y="131"/>
                    </a:moveTo>
                    <a:cubicBezTo>
                      <a:pt x="30" y="131"/>
                      <a:pt x="29" y="131"/>
                      <a:pt x="29" y="131"/>
                    </a:cubicBezTo>
                    <a:cubicBezTo>
                      <a:pt x="30" y="125"/>
                      <a:pt x="30" y="125"/>
                      <a:pt x="30" y="125"/>
                    </a:cubicBezTo>
                    <a:cubicBezTo>
                      <a:pt x="29" y="125"/>
                      <a:pt x="28" y="126"/>
                      <a:pt x="28" y="127"/>
                    </a:cubicBezTo>
                    <a:cubicBezTo>
                      <a:pt x="28" y="127"/>
                      <a:pt x="28" y="126"/>
                      <a:pt x="27" y="126"/>
                    </a:cubicBezTo>
                    <a:cubicBezTo>
                      <a:pt x="27" y="124"/>
                      <a:pt x="27" y="124"/>
                      <a:pt x="27" y="124"/>
                    </a:cubicBezTo>
                    <a:cubicBezTo>
                      <a:pt x="32" y="122"/>
                      <a:pt x="32" y="122"/>
                      <a:pt x="32" y="122"/>
                    </a:cubicBezTo>
                    <a:cubicBezTo>
                      <a:pt x="33" y="124"/>
                      <a:pt x="33" y="124"/>
                      <a:pt x="33" y="124"/>
                    </a:cubicBezTo>
                    <a:cubicBezTo>
                      <a:pt x="33" y="125"/>
                      <a:pt x="34" y="126"/>
                      <a:pt x="34" y="127"/>
                    </a:cubicBezTo>
                    <a:cubicBezTo>
                      <a:pt x="34" y="129"/>
                      <a:pt x="32" y="131"/>
                      <a:pt x="30" y="131"/>
                    </a:cubicBezTo>
                    <a:close/>
                    <a:moveTo>
                      <a:pt x="22" y="116"/>
                    </a:moveTo>
                    <a:cubicBezTo>
                      <a:pt x="21" y="116"/>
                      <a:pt x="19" y="115"/>
                      <a:pt x="17" y="115"/>
                    </a:cubicBezTo>
                    <a:cubicBezTo>
                      <a:pt x="19" y="109"/>
                      <a:pt x="19" y="109"/>
                      <a:pt x="19" y="109"/>
                    </a:cubicBezTo>
                    <a:cubicBezTo>
                      <a:pt x="21" y="110"/>
                      <a:pt x="23" y="110"/>
                      <a:pt x="25" y="111"/>
                    </a:cubicBezTo>
                    <a:lnTo>
                      <a:pt x="22" y="116"/>
                    </a:lnTo>
                    <a:close/>
                    <a:moveTo>
                      <a:pt x="6" y="111"/>
                    </a:moveTo>
                    <a:cubicBezTo>
                      <a:pt x="3" y="110"/>
                      <a:pt x="1" y="109"/>
                      <a:pt x="0" y="107"/>
                    </a:cubicBezTo>
                    <a:cubicBezTo>
                      <a:pt x="4" y="103"/>
                      <a:pt x="4" y="103"/>
                      <a:pt x="4" y="103"/>
                    </a:cubicBezTo>
                    <a:cubicBezTo>
                      <a:pt x="5" y="104"/>
                      <a:pt x="6" y="105"/>
                      <a:pt x="8" y="106"/>
                    </a:cubicBezTo>
                    <a:lnTo>
                      <a:pt x="6" y="111"/>
                    </a:lnTo>
                    <a:close/>
                    <a:moveTo>
                      <a:pt x="5" y="96"/>
                    </a:moveTo>
                    <a:cubicBezTo>
                      <a:pt x="0" y="93"/>
                      <a:pt x="0" y="93"/>
                      <a:pt x="0" y="93"/>
                    </a:cubicBezTo>
                    <a:cubicBezTo>
                      <a:pt x="1" y="91"/>
                      <a:pt x="2" y="89"/>
                      <a:pt x="3" y="88"/>
                    </a:cubicBezTo>
                    <a:cubicBezTo>
                      <a:pt x="8" y="91"/>
                      <a:pt x="8" y="91"/>
                      <a:pt x="8" y="91"/>
                    </a:cubicBezTo>
                    <a:cubicBezTo>
                      <a:pt x="7" y="92"/>
                      <a:pt x="6" y="94"/>
                      <a:pt x="5" y="96"/>
                    </a:cubicBezTo>
                    <a:close/>
                    <a:moveTo>
                      <a:pt x="11" y="81"/>
                    </a:moveTo>
                    <a:cubicBezTo>
                      <a:pt x="11" y="81"/>
                      <a:pt x="11" y="81"/>
                      <a:pt x="12" y="81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9" y="76"/>
                      <a:pt x="10" y="76"/>
                      <a:pt x="11" y="76"/>
                    </a:cubicBezTo>
                    <a:cubicBezTo>
                      <a:pt x="11" y="75"/>
                      <a:pt x="11" y="75"/>
                      <a:pt x="12" y="74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9"/>
                      <a:pt x="14" y="81"/>
                      <a:pt x="11" y="81"/>
                    </a:cubicBezTo>
                    <a:close/>
                    <a:moveTo>
                      <a:pt x="24" y="71"/>
                    </a:moveTo>
                    <a:cubicBezTo>
                      <a:pt x="22" y="66"/>
                      <a:pt x="22" y="66"/>
                      <a:pt x="22" y="66"/>
                    </a:cubicBezTo>
                    <a:cubicBezTo>
                      <a:pt x="23" y="65"/>
                      <a:pt x="25" y="65"/>
                      <a:pt x="26" y="64"/>
                    </a:cubicBezTo>
                    <a:cubicBezTo>
                      <a:pt x="26" y="64"/>
                      <a:pt x="27" y="64"/>
                      <a:pt x="27" y="64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8" y="70"/>
                    </a:cubicBezTo>
                    <a:cubicBezTo>
                      <a:pt x="27" y="70"/>
                      <a:pt x="25" y="71"/>
                      <a:pt x="24" y="71"/>
                    </a:cubicBezTo>
                    <a:close/>
                    <a:moveTo>
                      <a:pt x="40" y="61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35" y="57"/>
                      <a:pt x="35" y="57"/>
                      <a:pt x="35" y="57"/>
                    </a:cubicBezTo>
                    <a:cubicBezTo>
                      <a:pt x="37" y="55"/>
                      <a:pt x="38" y="54"/>
                      <a:pt x="40" y="53"/>
                    </a:cubicBezTo>
                    <a:cubicBezTo>
                      <a:pt x="43" y="57"/>
                      <a:pt x="43" y="57"/>
                      <a:pt x="43" y="57"/>
                    </a:cubicBezTo>
                    <a:cubicBezTo>
                      <a:pt x="42" y="58"/>
                      <a:pt x="41" y="59"/>
                      <a:pt x="40" y="61"/>
                    </a:cubicBezTo>
                    <a:close/>
                    <a:moveTo>
                      <a:pt x="42" y="49"/>
                    </a:moveTo>
                    <a:cubicBezTo>
                      <a:pt x="42" y="48"/>
                      <a:pt x="41" y="48"/>
                      <a:pt x="41" y="47"/>
                    </a:cubicBezTo>
                    <a:cubicBezTo>
                      <a:pt x="40" y="47"/>
                      <a:pt x="40" y="46"/>
                      <a:pt x="39" y="46"/>
                    </a:cubicBezTo>
                    <a:cubicBezTo>
                      <a:pt x="39" y="45"/>
                      <a:pt x="39" y="45"/>
                      <a:pt x="38" y="45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4" y="42"/>
                    </a:cubicBezTo>
                    <a:cubicBezTo>
                      <a:pt x="44" y="42"/>
                      <a:pt x="44" y="43"/>
                      <a:pt x="45" y="43"/>
                    </a:cubicBezTo>
                    <a:cubicBezTo>
                      <a:pt x="45" y="44"/>
                      <a:pt x="46" y="45"/>
                      <a:pt x="47" y="45"/>
                    </a:cubicBezTo>
                    <a:lnTo>
                      <a:pt x="42" y="49"/>
                    </a:lnTo>
                    <a:close/>
                    <a:moveTo>
                      <a:pt x="42" y="32"/>
                    </a:move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29"/>
                      <a:pt x="38" y="26"/>
                      <a:pt x="44" y="26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2" y="32"/>
                      <a:pt x="42" y="32"/>
                      <a:pt x="42" y="32"/>
                    </a:cubicBezTo>
                    <a:close/>
                    <a:moveTo>
                      <a:pt x="56" y="26"/>
                    </a:moveTo>
                    <a:cubicBezTo>
                      <a:pt x="52" y="23"/>
                      <a:pt x="52" y="23"/>
                      <a:pt x="52" y="23"/>
                    </a:cubicBezTo>
                    <a:cubicBezTo>
                      <a:pt x="52" y="22"/>
                      <a:pt x="53" y="21"/>
                      <a:pt x="53" y="20"/>
                    </a:cubicBezTo>
                    <a:cubicBezTo>
                      <a:pt x="54" y="18"/>
                      <a:pt x="55" y="17"/>
                      <a:pt x="56" y="17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8" y="24"/>
                      <a:pt x="57" y="25"/>
                      <a:pt x="56" y="26"/>
                    </a:cubicBezTo>
                    <a:close/>
                    <a:moveTo>
                      <a:pt x="69" y="24"/>
                    </a:moveTo>
                    <a:cubicBezTo>
                      <a:pt x="69" y="18"/>
                      <a:pt x="69" y="18"/>
                      <a:pt x="69" y="18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70" y="18"/>
                      <a:pt x="70" y="18"/>
                      <a:pt x="70" y="17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21"/>
                      <a:pt x="74" y="23"/>
                      <a:pt x="71" y="24"/>
                    </a:cubicBezTo>
                    <a:cubicBezTo>
                      <a:pt x="70" y="24"/>
                      <a:pt x="70" y="24"/>
                      <a:pt x="69" y="24"/>
                    </a:cubicBezTo>
                    <a:close/>
                    <a:moveTo>
                      <a:pt x="68" y="7"/>
                    </a:moveTo>
                    <a:cubicBezTo>
                      <a:pt x="67" y="6"/>
                      <a:pt x="67" y="5"/>
                      <a:pt x="67" y="4"/>
                    </a:cubicBezTo>
                    <a:cubicBezTo>
                      <a:pt x="67" y="3"/>
                      <a:pt x="67" y="3"/>
                      <a:pt x="67" y="2"/>
                    </a:cubicBezTo>
                    <a:cubicBezTo>
                      <a:pt x="67" y="1"/>
                      <a:pt x="67" y="1"/>
                      <a:pt x="67" y="0"/>
                    </a:cubicBezTo>
                    <a:cubicBezTo>
                      <a:pt x="73" y="1"/>
                      <a:pt x="73" y="1"/>
                      <a:pt x="73" y="1"/>
                    </a:cubicBezTo>
                    <a:cubicBezTo>
                      <a:pt x="73" y="2"/>
                      <a:pt x="73" y="2"/>
                      <a:pt x="73" y="2"/>
                    </a:cubicBezTo>
                    <a:cubicBezTo>
                      <a:pt x="73" y="2"/>
                      <a:pt x="73" y="3"/>
                      <a:pt x="73" y="3"/>
                    </a:cubicBezTo>
                    <a:cubicBezTo>
                      <a:pt x="73" y="4"/>
                      <a:pt x="73" y="5"/>
                      <a:pt x="73" y="6"/>
                    </a:cubicBezTo>
                    <a:lnTo>
                      <a:pt x="68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íṡlïḑé"/>
              <p:cNvSpPr/>
              <p:nvPr/>
            </p:nvSpPr>
            <p:spPr bwMode="auto">
              <a:xfrm>
                <a:off x="4213225" y="2633663"/>
                <a:ext cx="1485900" cy="723900"/>
              </a:xfrm>
              <a:custGeom>
                <a:avLst/>
                <a:gdLst>
                  <a:gd name="T0" fmla="*/ 678 w 693"/>
                  <a:gd name="T1" fmla="*/ 320 h 338"/>
                  <a:gd name="T2" fmla="*/ 670 w 693"/>
                  <a:gd name="T3" fmla="*/ 308 h 338"/>
                  <a:gd name="T4" fmla="*/ 673 w 693"/>
                  <a:gd name="T5" fmla="*/ 298 h 338"/>
                  <a:gd name="T6" fmla="*/ 662 w 693"/>
                  <a:gd name="T7" fmla="*/ 271 h 338"/>
                  <a:gd name="T8" fmla="*/ 672 w 693"/>
                  <a:gd name="T9" fmla="*/ 261 h 338"/>
                  <a:gd name="T10" fmla="*/ 678 w 693"/>
                  <a:gd name="T11" fmla="*/ 262 h 338"/>
                  <a:gd name="T12" fmla="*/ 663 w 693"/>
                  <a:gd name="T13" fmla="*/ 253 h 338"/>
                  <a:gd name="T14" fmla="*/ 640 w 693"/>
                  <a:gd name="T15" fmla="*/ 226 h 338"/>
                  <a:gd name="T16" fmla="*/ 634 w 693"/>
                  <a:gd name="T17" fmla="*/ 209 h 338"/>
                  <a:gd name="T18" fmla="*/ 623 w 693"/>
                  <a:gd name="T19" fmla="*/ 207 h 338"/>
                  <a:gd name="T20" fmla="*/ 615 w 693"/>
                  <a:gd name="T21" fmla="*/ 199 h 338"/>
                  <a:gd name="T22" fmla="*/ 585 w 693"/>
                  <a:gd name="T23" fmla="*/ 195 h 338"/>
                  <a:gd name="T24" fmla="*/ 597 w 693"/>
                  <a:gd name="T25" fmla="*/ 194 h 338"/>
                  <a:gd name="T26" fmla="*/ 574 w 693"/>
                  <a:gd name="T27" fmla="*/ 182 h 338"/>
                  <a:gd name="T28" fmla="*/ 564 w 693"/>
                  <a:gd name="T29" fmla="*/ 172 h 338"/>
                  <a:gd name="T30" fmla="*/ 561 w 693"/>
                  <a:gd name="T31" fmla="*/ 162 h 338"/>
                  <a:gd name="T32" fmla="*/ 548 w 693"/>
                  <a:gd name="T33" fmla="*/ 153 h 338"/>
                  <a:gd name="T34" fmla="*/ 524 w 693"/>
                  <a:gd name="T35" fmla="*/ 144 h 338"/>
                  <a:gd name="T36" fmla="*/ 507 w 693"/>
                  <a:gd name="T37" fmla="*/ 139 h 338"/>
                  <a:gd name="T38" fmla="*/ 491 w 693"/>
                  <a:gd name="T39" fmla="*/ 129 h 338"/>
                  <a:gd name="T40" fmla="*/ 518 w 693"/>
                  <a:gd name="T41" fmla="*/ 134 h 338"/>
                  <a:gd name="T42" fmla="*/ 511 w 693"/>
                  <a:gd name="T43" fmla="*/ 129 h 338"/>
                  <a:gd name="T44" fmla="*/ 228 w 693"/>
                  <a:gd name="T45" fmla="*/ 121 h 338"/>
                  <a:gd name="T46" fmla="*/ 271 w 693"/>
                  <a:gd name="T47" fmla="*/ 120 h 338"/>
                  <a:gd name="T48" fmla="*/ 257 w 693"/>
                  <a:gd name="T49" fmla="*/ 120 h 338"/>
                  <a:gd name="T50" fmla="*/ 476 w 693"/>
                  <a:gd name="T51" fmla="*/ 122 h 338"/>
                  <a:gd name="T52" fmla="*/ 188 w 693"/>
                  <a:gd name="T53" fmla="*/ 108 h 338"/>
                  <a:gd name="T54" fmla="*/ 470 w 693"/>
                  <a:gd name="T55" fmla="*/ 103 h 338"/>
                  <a:gd name="T56" fmla="*/ 275 w 693"/>
                  <a:gd name="T57" fmla="*/ 107 h 338"/>
                  <a:gd name="T58" fmla="*/ 207 w 693"/>
                  <a:gd name="T59" fmla="*/ 107 h 338"/>
                  <a:gd name="T60" fmla="*/ 176 w 693"/>
                  <a:gd name="T61" fmla="*/ 102 h 338"/>
                  <a:gd name="T62" fmla="*/ 282 w 693"/>
                  <a:gd name="T63" fmla="*/ 98 h 338"/>
                  <a:gd name="T64" fmla="*/ 143 w 693"/>
                  <a:gd name="T65" fmla="*/ 94 h 338"/>
                  <a:gd name="T66" fmla="*/ 167 w 693"/>
                  <a:gd name="T67" fmla="*/ 89 h 338"/>
                  <a:gd name="T68" fmla="*/ 304 w 693"/>
                  <a:gd name="T69" fmla="*/ 87 h 338"/>
                  <a:gd name="T70" fmla="*/ 134 w 693"/>
                  <a:gd name="T71" fmla="*/ 87 h 338"/>
                  <a:gd name="T72" fmla="*/ 388 w 693"/>
                  <a:gd name="T73" fmla="*/ 82 h 338"/>
                  <a:gd name="T74" fmla="*/ 447 w 693"/>
                  <a:gd name="T75" fmla="*/ 79 h 338"/>
                  <a:gd name="T76" fmla="*/ 305 w 693"/>
                  <a:gd name="T77" fmla="*/ 72 h 338"/>
                  <a:gd name="T78" fmla="*/ 125 w 693"/>
                  <a:gd name="T79" fmla="*/ 73 h 338"/>
                  <a:gd name="T80" fmla="*/ 361 w 693"/>
                  <a:gd name="T81" fmla="*/ 65 h 338"/>
                  <a:gd name="T82" fmla="*/ 436 w 693"/>
                  <a:gd name="T83" fmla="*/ 63 h 338"/>
                  <a:gd name="T84" fmla="*/ 399 w 693"/>
                  <a:gd name="T85" fmla="*/ 66 h 338"/>
                  <a:gd name="T86" fmla="*/ 350 w 693"/>
                  <a:gd name="T87" fmla="*/ 53 h 338"/>
                  <a:gd name="T88" fmla="*/ 308 w 693"/>
                  <a:gd name="T89" fmla="*/ 61 h 338"/>
                  <a:gd name="T90" fmla="*/ 128 w 693"/>
                  <a:gd name="T91" fmla="*/ 53 h 338"/>
                  <a:gd name="T92" fmla="*/ 109 w 693"/>
                  <a:gd name="T93" fmla="*/ 57 h 338"/>
                  <a:gd name="T94" fmla="*/ 337 w 693"/>
                  <a:gd name="T95" fmla="*/ 50 h 338"/>
                  <a:gd name="T96" fmla="*/ 88 w 693"/>
                  <a:gd name="T97" fmla="*/ 41 h 338"/>
                  <a:gd name="T98" fmla="*/ 307 w 693"/>
                  <a:gd name="T99" fmla="*/ 38 h 338"/>
                  <a:gd name="T100" fmla="*/ 323 w 693"/>
                  <a:gd name="T101" fmla="*/ 39 h 338"/>
                  <a:gd name="T102" fmla="*/ 85 w 693"/>
                  <a:gd name="T103" fmla="*/ 37 h 338"/>
                  <a:gd name="T104" fmla="*/ 52 w 693"/>
                  <a:gd name="T105" fmla="*/ 32 h 338"/>
                  <a:gd name="T106" fmla="*/ 53 w 693"/>
                  <a:gd name="T107" fmla="*/ 32 h 338"/>
                  <a:gd name="T108" fmla="*/ 47 w 693"/>
                  <a:gd name="T109" fmla="*/ 14 h 338"/>
                  <a:gd name="T110" fmla="*/ 24 w 693"/>
                  <a:gd name="T111" fmla="*/ 8 h 338"/>
                  <a:gd name="T112" fmla="*/ 5 w 693"/>
                  <a:gd name="T113" fmla="*/ 8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93" h="338">
                    <a:moveTo>
                      <a:pt x="689" y="338"/>
                    </a:moveTo>
                    <a:cubicBezTo>
                      <a:pt x="688" y="338"/>
                      <a:pt x="688" y="338"/>
                      <a:pt x="688" y="338"/>
                    </a:cubicBezTo>
                    <a:cubicBezTo>
                      <a:pt x="687" y="336"/>
                      <a:pt x="686" y="335"/>
                      <a:pt x="685" y="333"/>
                    </a:cubicBezTo>
                    <a:cubicBezTo>
                      <a:pt x="690" y="330"/>
                      <a:pt x="690" y="330"/>
                      <a:pt x="690" y="330"/>
                    </a:cubicBezTo>
                    <a:cubicBezTo>
                      <a:pt x="690" y="331"/>
                      <a:pt x="691" y="332"/>
                      <a:pt x="693" y="334"/>
                    </a:cubicBezTo>
                    <a:cubicBezTo>
                      <a:pt x="693" y="334"/>
                      <a:pt x="693" y="334"/>
                      <a:pt x="693" y="334"/>
                    </a:cubicBezTo>
                    <a:lnTo>
                      <a:pt x="689" y="338"/>
                    </a:lnTo>
                    <a:close/>
                    <a:moveTo>
                      <a:pt x="680" y="323"/>
                    </a:moveTo>
                    <a:cubicBezTo>
                      <a:pt x="679" y="322"/>
                      <a:pt x="678" y="321"/>
                      <a:pt x="678" y="320"/>
                    </a:cubicBezTo>
                    <a:cubicBezTo>
                      <a:pt x="678" y="318"/>
                      <a:pt x="679" y="317"/>
                      <a:pt x="679" y="316"/>
                    </a:cubicBezTo>
                    <a:cubicBezTo>
                      <a:pt x="685" y="316"/>
                      <a:pt x="685" y="316"/>
                      <a:pt x="685" y="316"/>
                    </a:cubicBezTo>
                    <a:cubicBezTo>
                      <a:pt x="685" y="316"/>
                      <a:pt x="685" y="316"/>
                      <a:pt x="685" y="316"/>
                    </a:cubicBezTo>
                    <a:cubicBezTo>
                      <a:pt x="684" y="318"/>
                      <a:pt x="684" y="319"/>
                      <a:pt x="684" y="320"/>
                    </a:cubicBezTo>
                    <a:cubicBezTo>
                      <a:pt x="684" y="320"/>
                      <a:pt x="684" y="320"/>
                      <a:pt x="684" y="320"/>
                    </a:cubicBezTo>
                    <a:lnTo>
                      <a:pt x="680" y="323"/>
                    </a:lnTo>
                    <a:close/>
                    <a:moveTo>
                      <a:pt x="675" y="309"/>
                    </a:moveTo>
                    <a:cubicBezTo>
                      <a:pt x="675" y="309"/>
                      <a:pt x="674" y="309"/>
                      <a:pt x="672" y="309"/>
                    </a:cubicBezTo>
                    <a:cubicBezTo>
                      <a:pt x="671" y="308"/>
                      <a:pt x="671" y="308"/>
                      <a:pt x="670" y="308"/>
                    </a:cubicBezTo>
                    <a:cubicBezTo>
                      <a:pt x="673" y="303"/>
                      <a:pt x="673" y="303"/>
                      <a:pt x="673" y="303"/>
                    </a:cubicBezTo>
                    <a:cubicBezTo>
                      <a:pt x="673" y="303"/>
                      <a:pt x="673" y="303"/>
                      <a:pt x="673" y="303"/>
                    </a:cubicBezTo>
                    <a:cubicBezTo>
                      <a:pt x="675" y="303"/>
                      <a:pt x="677" y="304"/>
                      <a:pt x="678" y="305"/>
                    </a:cubicBezTo>
                    <a:lnTo>
                      <a:pt x="675" y="309"/>
                    </a:lnTo>
                    <a:close/>
                    <a:moveTo>
                      <a:pt x="673" y="298"/>
                    </a:moveTo>
                    <a:cubicBezTo>
                      <a:pt x="670" y="293"/>
                      <a:pt x="670" y="293"/>
                      <a:pt x="670" y="293"/>
                    </a:cubicBezTo>
                    <a:cubicBezTo>
                      <a:pt x="672" y="292"/>
                      <a:pt x="674" y="291"/>
                      <a:pt x="676" y="290"/>
                    </a:cubicBezTo>
                    <a:cubicBezTo>
                      <a:pt x="678" y="295"/>
                      <a:pt x="678" y="295"/>
                      <a:pt x="678" y="295"/>
                    </a:cubicBezTo>
                    <a:cubicBezTo>
                      <a:pt x="676" y="296"/>
                      <a:pt x="674" y="297"/>
                      <a:pt x="673" y="298"/>
                    </a:cubicBezTo>
                    <a:close/>
                    <a:moveTo>
                      <a:pt x="673" y="286"/>
                    </a:moveTo>
                    <a:cubicBezTo>
                      <a:pt x="672" y="285"/>
                      <a:pt x="670" y="284"/>
                      <a:pt x="669" y="283"/>
                    </a:cubicBezTo>
                    <a:cubicBezTo>
                      <a:pt x="669" y="283"/>
                      <a:pt x="669" y="282"/>
                      <a:pt x="669" y="282"/>
                    </a:cubicBezTo>
                    <a:cubicBezTo>
                      <a:pt x="673" y="278"/>
                      <a:pt x="673" y="278"/>
                      <a:pt x="673" y="278"/>
                    </a:cubicBezTo>
                    <a:cubicBezTo>
                      <a:pt x="673" y="278"/>
                      <a:pt x="673" y="279"/>
                      <a:pt x="674" y="279"/>
                    </a:cubicBezTo>
                    <a:cubicBezTo>
                      <a:pt x="675" y="280"/>
                      <a:pt x="676" y="281"/>
                      <a:pt x="677" y="282"/>
                    </a:cubicBezTo>
                    <a:lnTo>
                      <a:pt x="673" y="286"/>
                    </a:lnTo>
                    <a:close/>
                    <a:moveTo>
                      <a:pt x="667" y="273"/>
                    </a:moveTo>
                    <a:cubicBezTo>
                      <a:pt x="662" y="271"/>
                      <a:pt x="662" y="271"/>
                      <a:pt x="662" y="271"/>
                    </a:cubicBezTo>
                    <a:cubicBezTo>
                      <a:pt x="662" y="270"/>
                      <a:pt x="662" y="269"/>
                      <a:pt x="663" y="269"/>
                    </a:cubicBezTo>
                    <a:cubicBezTo>
                      <a:pt x="663" y="268"/>
                      <a:pt x="663" y="268"/>
                      <a:pt x="663" y="267"/>
                    </a:cubicBezTo>
                    <a:cubicBezTo>
                      <a:pt x="663" y="266"/>
                      <a:pt x="663" y="266"/>
                      <a:pt x="663" y="266"/>
                    </a:cubicBezTo>
                    <a:cubicBezTo>
                      <a:pt x="669" y="267"/>
                      <a:pt x="669" y="267"/>
                      <a:pt x="669" y="267"/>
                    </a:cubicBezTo>
                    <a:cubicBezTo>
                      <a:pt x="669" y="267"/>
                      <a:pt x="669" y="267"/>
                      <a:pt x="669" y="267"/>
                    </a:cubicBezTo>
                    <a:cubicBezTo>
                      <a:pt x="668" y="268"/>
                      <a:pt x="668" y="269"/>
                      <a:pt x="668" y="270"/>
                    </a:cubicBezTo>
                    <a:cubicBezTo>
                      <a:pt x="668" y="271"/>
                      <a:pt x="667" y="272"/>
                      <a:pt x="667" y="273"/>
                    </a:cubicBezTo>
                    <a:close/>
                    <a:moveTo>
                      <a:pt x="675" y="266"/>
                    </a:moveTo>
                    <a:cubicBezTo>
                      <a:pt x="672" y="261"/>
                      <a:pt x="672" y="261"/>
                      <a:pt x="672" y="261"/>
                    </a:cubicBezTo>
                    <a:cubicBezTo>
                      <a:pt x="672" y="261"/>
                      <a:pt x="672" y="262"/>
                      <a:pt x="672" y="262"/>
                    </a:cubicBezTo>
                    <a:cubicBezTo>
                      <a:pt x="672" y="262"/>
                      <a:pt x="672" y="261"/>
                      <a:pt x="672" y="261"/>
                    </a:cubicBezTo>
                    <a:cubicBezTo>
                      <a:pt x="672" y="261"/>
                      <a:pt x="672" y="261"/>
                      <a:pt x="672" y="261"/>
                    </a:cubicBezTo>
                    <a:cubicBezTo>
                      <a:pt x="672" y="261"/>
                      <a:pt x="672" y="261"/>
                      <a:pt x="672" y="261"/>
                    </a:cubicBezTo>
                    <a:cubicBezTo>
                      <a:pt x="672" y="260"/>
                      <a:pt x="672" y="260"/>
                      <a:pt x="672" y="260"/>
                    </a:cubicBezTo>
                    <a:cubicBezTo>
                      <a:pt x="672" y="260"/>
                      <a:pt x="672" y="260"/>
                      <a:pt x="672" y="260"/>
                    </a:cubicBezTo>
                    <a:cubicBezTo>
                      <a:pt x="677" y="257"/>
                      <a:pt x="677" y="257"/>
                      <a:pt x="677" y="257"/>
                    </a:cubicBezTo>
                    <a:cubicBezTo>
                      <a:pt x="678" y="258"/>
                      <a:pt x="678" y="259"/>
                      <a:pt x="678" y="260"/>
                    </a:cubicBezTo>
                    <a:cubicBezTo>
                      <a:pt x="678" y="261"/>
                      <a:pt x="678" y="262"/>
                      <a:pt x="678" y="262"/>
                    </a:cubicBezTo>
                    <a:cubicBezTo>
                      <a:pt x="677" y="263"/>
                      <a:pt x="677" y="263"/>
                      <a:pt x="677" y="263"/>
                    </a:cubicBezTo>
                    <a:cubicBezTo>
                      <a:pt x="677" y="264"/>
                      <a:pt x="676" y="265"/>
                      <a:pt x="675" y="266"/>
                    </a:cubicBezTo>
                    <a:close/>
                    <a:moveTo>
                      <a:pt x="663" y="253"/>
                    </a:moveTo>
                    <a:cubicBezTo>
                      <a:pt x="661" y="252"/>
                      <a:pt x="661" y="250"/>
                      <a:pt x="660" y="247"/>
                    </a:cubicBezTo>
                    <a:cubicBezTo>
                      <a:pt x="660" y="247"/>
                      <a:pt x="660" y="247"/>
                      <a:pt x="660" y="247"/>
                    </a:cubicBezTo>
                    <a:cubicBezTo>
                      <a:pt x="666" y="245"/>
                      <a:pt x="666" y="245"/>
                      <a:pt x="666" y="245"/>
                    </a:cubicBezTo>
                    <a:cubicBezTo>
                      <a:pt x="666" y="246"/>
                      <a:pt x="666" y="246"/>
                      <a:pt x="666" y="247"/>
                    </a:cubicBezTo>
                    <a:cubicBezTo>
                      <a:pt x="666" y="248"/>
                      <a:pt x="667" y="249"/>
                      <a:pt x="667" y="249"/>
                    </a:cubicBezTo>
                    <a:lnTo>
                      <a:pt x="663" y="253"/>
                    </a:lnTo>
                    <a:close/>
                    <a:moveTo>
                      <a:pt x="652" y="242"/>
                    </a:moveTo>
                    <a:cubicBezTo>
                      <a:pt x="652" y="241"/>
                      <a:pt x="652" y="241"/>
                      <a:pt x="652" y="241"/>
                    </a:cubicBezTo>
                    <a:cubicBezTo>
                      <a:pt x="650" y="240"/>
                      <a:pt x="649" y="239"/>
                      <a:pt x="647" y="238"/>
                    </a:cubicBezTo>
                    <a:cubicBezTo>
                      <a:pt x="651" y="234"/>
                      <a:pt x="651" y="234"/>
                      <a:pt x="651" y="234"/>
                    </a:cubicBezTo>
                    <a:cubicBezTo>
                      <a:pt x="652" y="234"/>
                      <a:pt x="653" y="235"/>
                      <a:pt x="655" y="236"/>
                    </a:cubicBezTo>
                    <a:cubicBezTo>
                      <a:pt x="656" y="237"/>
                      <a:pt x="656" y="237"/>
                      <a:pt x="656" y="237"/>
                    </a:cubicBezTo>
                    <a:lnTo>
                      <a:pt x="652" y="242"/>
                    </a:lnTo>
                    <a:close/>
                    <a:moveTo>
                      <a:pt x="645" y="229"/>
                    </a:moveTo>
                    <a:cubicBezTo>
                      <a:pt x="640" y="226"/>
                      <a:pt x="640" y="226"/>
                      <a:pt x="640" y="226"/>
                    </a:cubicBezTo>
                    <a:cubicBezTo>
                      <a:pt x="640" y="225"/>
                      <a:pt x="641" y="225"/>
                      <a:pt x="641" y="224"/>
                    </a:cubicBezTo>
                    <a:cubicBezTo>
                      <a:pt x="642" y="223"/>
                      <a:pt x="642" y="223"/>
                      <a:pt x="642" y="223"/>
                    </a:cubicBezTo>
                    <a:cubicBezTo>
                      <a:pt x="648" y="222"/>
                      <a:pt x="648" y="222"/>
                      <a:pt x="648" y="222"/>
                    </a:cubicBezTo>
                    <a:cubicBezTo>
                      <a:pt x="648" y="222"/>
                      <a:pt x="648" y="222"/>
                      <a:pt x="648" y="223"/>
                    </a:cubicBezTo>
                    <a:cubicBezTo>
                      <a:pt x="648" y="224"/>
                      <a:pt x="647" y="226"/>
                      <a:pt x="646" y="227"/>
                    </a:cubicBezTo>
                    <a:cubicBezTo>
                      <a:pt x="646" y="228"/>
                      <a:pt x="645" y="228"/>
                      <a:pt x="645" y="229"/>
                    </a:cubicBezTo>
                    <a:close/>
                    <a:moveTo>
                      <a:pt x="636" y="214"/>
                    </a:moveTo>
                    <a:cubicBezTo>
                      <a:pt x="635" y="213"/>
                      <a:pt x="634" y="211"/>
                      <a:pt x="634" y="209"/>
                    </a:cubicBezTo>
                    <a:cubicBezTo>
                      <a:pt x="634" y="209"/>
                      <a:pt x="634" y="209"/>
                      <a:pt x="634" y="209"/>
                    </a:cubicBezTo>
                    <a:cubicBezTo>
                      <a:pt x="639" y="205"/>
                      <a:pt x="639" y="205"/>
                      <a:pt x="639" y="205"/>
                    </a:cubicBezTo>
                    <a:cubicBezTo>
                      <a:pt x="639" y="206"/>
                      <a:pt x="640" y="207"/>
                      <a:pt x="640" y="209"/>
                    </a:cubicBezTo>
                    <a:cubicBezTo>
                      <a:pt x="640" y="209"/>
                      <a:pt x="640" y="210"/>
                      <a:pt x="641" y="211"/>
                    </a:cubicBezTo>
                    <a:lnTo>
                      <a:pt x="636" y="214"/>
                    </a:lnTo>
                    <a:close/>
                    <a:moveTo>
                      <a:pt x="622" y="213"/>
                    </a:moveTo>
                    <a:cubicBezTo>
                      <a:pt x="621" y="213"/>
                      <a:pt x="619" y="213"/>
                      <a:pt x="619" y="210"/>
                    </a:cubicBezTo>
                    <a:cubicBezTo>
                      <a:pt x="623" y="208"/>
                      <a:pt x="623" y="208"/>
                      <a:pt x="623" y="208"/>
                    </a:cubicBezTo>
                    <a:cubicBezTo>
                      <a:pt x="623" y="208"/>
                      <a:pt x="622" y="208"/>
                      <a:pt x="622" y="208"/>
                    </a:cubicBezTo>
                    <a:cubicBezTo>
                      <a:pt x="622" y="208"/>
                      <a:pt x="622" y="207"/>
                      <a:pt x="623" y="207"/>
                    </a:cubicBezTo>
                    <a:cubicBezTo>
                      <a:pt x="623" y="207"/>
                      <a:pt x="624" y="207"/>
                      <a:pt x="624" y="206"/>
                    </a:cubicBezTo>
                    <a:cubicBezTo>
                      <a:pt x="627" y="212"/>
                      <a:pt x="627" y="212"/>
                      <a:pt x="627" y="212"/>
                    </a:cubicBezTo>
                    <a:cubicBezTo>
                      <a:pt x="626" y="212"/>
                      <a:pt x="626" y="212"/>
                      <a:pt x="626" y="212"/>
                    </a:cubicBezTo>
                    <a:cubicBezTo>
                      <a:pt x="624" y="213"/>
                      <a:pt x="623" y="213"/>
                      <a:pt x="622" y="213"/>
                    </a:cubicBezTo>
                    <a:close/>
                    <a:moveTo>
                      <a:pt x="611" y="203"/>
                    </a:moveTo>
                    <a:cubicBezTo>
                      <a:pt x="610" y="202"/>
                      <a:pt x="610" y="202"/>
                      <a:pt x="610" y="202"/>
                    </a:cubicBezTo>
                    <a:cubicBezTo>
                      <a:pt x="610" y="201"/>
                      <a:pt x="608" y="200"/>
                      <a:pt x="607" y="198"/>
                    </a:cubicBezTo>
                    <a:cubicBezTo>
                      <a:pt x="613" y="195"/>
                      <a:pt x="613" y="195"/>
                      <a:pt x="613" y="195"/>
                    </a:cubicBezTo>
                    <a:cubicBezTo>
                      <a:pt x="613" y="197"/>
                      <a:pt x="614" y="198"/>
                      <a:pt x="615" y="199"/>
                    </a:cubicBezTo>
                    <a:cubicBezTo>
                      <a:pt x="616" y="200"/>
                      <a:pt x="616" y="200"/>
                      <a:pt x="616" y="200"/>
                    </a:cubicBezTo>
                    <a:lnTo>
                      <a:pt x="611" y="203"/>
                    </a:lnTo>
                    <a:close/>
                    <a:moveTo>
                      <a:pt x="585" y="195"/>
                    </a:moveTo>
                    <a:cubicBezTo>
                      <a:pt x="583" y="193"/>
                      <a:pt x="583" y="193"/>
                      <a:pt x="583" y="193"/>
                    </a:cubicBezTo>
                    <a:cubicBezTo>
                      <a:pt x="582" y="192"/>
                      <a:pt x="582" y="192"/>
                      <a:pt x="581" y="191"/>
                    </a:cubicBezTo>
                    <a:cubicBezTo>
                      <a:pt x="584" y="186"/>
                      <a:pt x="584" y="186"/>
                      <a:pt x="584" y="186"/>
                    </a:cubicBezTo>
                    <a:cubicBezTo>
                      <a:pt x="585" y="187"/>
                      <a:pt x="586" y="188"/>
                      <a:pt x="588" y="189"/>
                    </a:cubicBezTo>
                    <a:cubicBezTo>
                      <a:pt x="589" y="191"/>
                      <a:pt x="589" y="191"/>
                      <a:pt x="589" y="191"/>
                    </a:cubicBezTo>
                    <a:lnTo>
                      <a:pt x="585" y="195"/>
                    </a:lnTo>
                    <a:close/>
                    <a:moveTo>
                      <a:pt x="597" y="194"/>
                    </a:moveTo>
                    <a:cubicBezTo>
                      <a:pt x="594" y="189"/>
                      <a:pt x="594" y="189"/>
                      <a:pt x="594" y="189"/>
                    </a:cubicBezTo>
                    <a:cubicBezTo>
                      <a:pt x="596" y="187"/>
                      <a:pt x="598" y="187"/>
                      <a:pt x="600" y="187"/>
                    </a:cubicBezTo>
                    <a:cubicBezTo>
                      <a:pt x="600" y="187"/>
                      <a:pt x="600" y="187"/>
                      <a:pt x="600" y="187"/>
                    </a:cubicBezTo>
                    <a:cubicBezTo>
                      <a:pt x="601" y="187"/>
                      <a:pt x="601" y="187"/>
                      <a:pt x="601" y="187"/>
                    </a:cubicBezTo>
                    <a:cubicBezTo>
                      <a:pt x="601" y="193"/>
                      <a:pt x="601" y="193"/>
                      <a:pt x="601" y="193"/>
                    </a:cubicBezTo>
                    <a:cubicBezTo>
                      <a:pt x="600" y="190"/>
                      <a:pt x="600" y="190"/>
                      <a:pt x="600" y="190"/>
                    </a:cubicBezTo>
                    <a:cubicBezTo>
                      <a:pt x="600" y="193"/>
                      <a:pt x="600" y="193"/>
                      <a:pt x="600" y="193"/>
                    </a:cubicBezTo>
                    <a:cubicBezTo>
                      <a:pt x="599" y="193"/>
                      <a:pt x="598" y="193"/>
                      <a:pt x="597" y="194"/>
                    </a:cubicBezTo>
                    <a:close/>
                    <a:moveTo>
                      <a:pt x="574" y="182"/>
                    </a:moveTo>
                    <a:cubicBezTo>
                      <a:pt x="574" y="182"/>
                      <a:pt x="574" y="182"/>
                      <a:pt x="574" y="182"/>
                    </a:cubicBezTo>
                    <a:cubicBezTo>
                      <a:pt x="573" y="181"/>
                      <a:pt x="573" y="181"/>
                      <a:pt x="573" y="181"/>
                    </a:cubicBezTo>
                    <a:cubicBezTo>
                      <a:pt x="572" y="181"/>
                      <a:pt x="571" y="181"/>
                      <a:pt x="569" y="181"/>
                    </a:cubicBezTo>
                    <a:cubicBezTo>
                      <a:pt x="572" y="175"/>
                      <a:pt x="572" y="175"/>
                      <a:pt x="572" y="175"/>
                    </a:cubicBezTo>
                    <a:cubicBezTo>
                      <a:pt x="572" y="175"/>
                      <a:pt x="573" y="176"/>
                      <a:pt x="574" y="176"/>
                    </a:cubicBezTo>
                    <a:cubicBezTo>
                      <a:pt x="575" y="176"/>
                      <a:pt x="575" y="176"/>
                      <a:pt x="575" y="176"/>
                    </a:cubicBezTo>
                    <a:cubicBezTo>
                      <a:pt x="576" y="176"/>
                      <a:pt x="577" y="177"/>
                      <a:pt x="578" y="178"/>
                    </a:cubicBezTo>
                    <a:lnTo>
                      <a:pt x="574" y="182"/>
                    </a:lnTo>
                    <a:close/>
                    <a:moveTo>
                      <a:pt x="559" y="175"/>
                    </a:moveTo>
                    <a:cubicBezTo>
                      <a:pt x="558" y="174"/>
                      <a:pt x="558" y="173"/>
                      <a:pt x="558" y="172"/>
                    </a:cubicBezTo>
                    <a:cubicBezTo>
                      <a:pt x="558" y="170"/>
                      <a:pt x="559" y="168"/>
                      <a:pt x="560" y="167"/>
                    </a:cubicBezTo>
                    <a:cubicBezTo>
                      <a:pt x="560" y="167"/>
                      <a:pt x="560" y="167"/>
                      <a:pt x="560" y="166"/>
                    </a:cubicBezTo>
                    <a:cubicBezTo>
                      <a:pt x="565" y="169"/>
                      <a:pt x="565" y="169"/>
                      <a:pt x="565" y="169"/>
                    </a:cubicBezTo>
                    <a:cubicBezTo>
                      <a:pt x="565" y="169"/>
                      <a:pt x="565" y="169"/>
                      <a:pt x="565" y="169"/>
                    </a:cubicBezTo>
                    <a:cubicBezTo>
                      <a:pt x="565" y="169"/>
                      <a:pt x="565" y="169"/>
                      <a:pt x="565" y="169"/>
                    </a:cubicBezTo>
                    <a:cubicBezTo>
                      <a:pt x="565" y="169"/>
                      <a:pt x="565" y="170"/>
                      <a:pt x="565" y="170"/>
                    </a:cubicBezTo>
                    <a:cubicBezTo>
                      <a:pt x="564" y="171"/>
                      <a:pt x="564" y="172"/>
                      <a:pt x="564" y="172"/>
                    </a:cubicBezTo>
                    <a:cubicBezTo>
                      <a:pt x="564" y="171"/>
                      <a:pt x="563" y="171"/>
                      <a:pt x="563" y="170"/>
                    </a:cubicBezTo>
                    <a:lnTo>
                      <a:pt x="559" y="175"/>
                    </a:lnTo>
                    <a:close/>
                    <a:moveTo>
                      <a:pt x="561" y="163"/>
                    </a:moveTo>
                    <a:cubicBezTo>
                      <a:pt x="557" y="163"/>
                      <a:pt x="556" y="160"/>
                      <a:pt x="555" y="157"/>
                    </a:cubicBezTo>
                    <a:cubicBezTo>
                      <a:pt x="560" y="155"/>
                      <a:pt x="560" y="155"/>
                      <a:pt x="560" y="155"/>
                    </a:cubicBezTo>
                    <a:cubicBezTo>
                      <a:pt x="560" y="155"/>
                      <a:pt x="561" y="157"/>
                      <a:pt x="561" y="157"/>
                    </a:cubicBezTo>
                    <a:cubicBezTo>
                      <a:pt x="561" y="157"/>
                      <a:pt x="561" y="157"/>
                      <a:pt x="561" y="157"/>
                    </a:cubicBezTo>
                    <a:cubicBezTo>
                      <a:pt x="562" y="162"/>
                      <a:pt x="562" y="162"/>
                      <a:pt x="562" y="162"/>
                    </a:cubicBezTo>
                    <a:cubicBezTo>
                      <a:pt x="561" y="162"/>
                      <a:pt x="561" y="162"/>
                      <a:pt x="561" y="162"/>
                    </a:cubicBezTo>
                    <a:lnTo>
                      <a:pt x="561" y="163"/>
                    </a:lnTo>
                    <a:close/>
                    <a:moveTo>
                      <a:pt x="548" y="153"/>
                    </a:moveTo>
                    <a:cubicBezTo>
                      <a:pt x="547" y="153"/>
                      <a:pt x="546" y="153"/>
                      <a:pt x="545" y="153"/>
                    </a:cubicBezTo>
                    <a:cubicBezTo>
                      <a:pt x="544" y="153"/>
                      <a:pt x="542" y="153"/>
                      <a:pt x="541" y="152"/>
                    </a:cubicBezTo>
                    <a:cubicBezTo>
                      <a:pt x="544" y="147"/>
                      <a:pt x="544" y="147"/>
                      <a:pt x="544" y="147"/>
                    </a:cubicBezTo>
                    <a:cubicBezTo>
                      <a:pt x="545" y="147"/>
                      <a:pt x="545" y="147"/>
                      <a:pt x="546" y="147"/>
                    </a:cubicBezTo>
                    <a:cubicBezTo>
                      <a:pt x="546" y="148"/>
                      <a:pt x="547" y="148"/>
                      <a:pt x="548" y="148"/>
                    </a:cubicBezTo>
                    <a:cubicBezTo>
                      <a:pt x="548" y="148"/>
                      <a:pt x="548" y="148"/>
                      <a:pt x="548" y="148"/>
                    </a:cubicBezTo>
                    <a:lnTo>
                      <a:pt x="548" y="153"/>
                    </a:lnTo>
                    <a:close/>
                    <a:moveTo>
                      <a:pt x="517" y="147"/>
                    </a:moveTo>
                    <a:cubicBezTo>
                      <a:pt x="512" y="146"/>
                      <a:pt x="512" y="146"/>
                      <a:pt x="512" y="146"/>
                    </a:cubicBezTo>
                    <a:cubicBezTo>
                      <a:pt x="512" y="146"/>
                      <a:pt x="512" y="145"/>
                      <a:pt x="512" y="144"/>
                    </a:cubicBezTo>
                    <a:cubicBezTo>
                      <a:pt x="512" y="143"/>
                      <a:pt x="512" y="142"/>
                      <a:pt x="511" y="141"/>
                    </a:cubicBezTo>
                    <a:cubicBezTo>
                      <a:pt x="517" y="140"/>
                      <a:pt x="517" y="140"/>
                      <a:pt x="517" y="140"/>
                    </a:cubicBezTo>
                    <a:cubicBezTo>
                      <a:pt x="517" y="142"/>
                      <a:pt x="518" y="143"/>
                      <a:pt x="518" y="144"/>
                    </a:cubicBezTo>
                    <a:cubicBezTo>
                      <a:pt x="518" y="145"/>
                      <a:pt x="517" y="146"/>
                      <a:pt x="517" y="147"/>
                    </a:cubicBezTo>
                    <a:close/>
                    <a:moveTo>
                      <a:pt x="532" y="147"/>
                    </a:moveTo>
                    <a:cubicBezTo>
                      <a:pt x="531" y="147"/>
                      <a:pt x="526" y="146"/>
                      <a:pt x="524" y="144"/>
                    </a:cubicBezTo>
                    <a:cubicBezTo>
                      <a:pt x="529" y="140"/>
                      <a:pt x="529" y="140"/>
                      <a:pt x="529" y="140"/>
                    </a:cubicBezTo>
                    <a:cubicBezTo>
                      <a:pt x="529" y="140"/>
                      <a:pt x="529" y="140"/>
                      <a:pt x="529" y="140"/>
                    </a:cubicBezTo>
                    <a:cubicBezTo>
                      <a:pt x="529" y="140"/>
                      <a:pt x="530" y="141"/>
                      <a:pt x="532" y="141"/>
                    </a:cubicBezTo>
                    <a:lnTo>
                      <a:pt x="532" y="147"/>
                    </a:lnTo>
                    <a:close/>
                    <a:moveTo>
                      <a:pt x="504" y="144"/>
                    </a:moveTo>
                    <a:cubicBezTo>
                      <a:pt x="503" y="143"/>
                      <a:pt x="501" y="142"/>
                      <a:pt x="499" y="141"/>
                    </a:cubicBezTo>
                    <a:cubicBezTo>
                      <a:pt x="503" y="136"/>
                      <a:pt x="503" y="136"/>
                      <a:pt x="503" y="136"/>
                    </a:cubicBezTo>
                    <a:cubicBezTo>
                      <a:pt x="503" y="136"/>
                      <a:pt x="503" y="136"/>
                      <a:pt x="503" y="137"/>
                    </a:cubicBezTo>
                    <a:cubicBezTo>
                      <a:pt x="504" y="137"/>
                      <a:pt x="506" y="138"/>
                      <a:pt x="507" y="139"/>
                    </a:cubicBezTo>
                    <a:lnTo>
                      <a:pt x="504" y="144"/>
                    </a:lnTo>
                    <a:close/>
                    <a:moveTo>
                      <a:pt x="489" y="135"/>
                    </a:moveTo>
                    <a:cubicBezTo>
                      <a:pt x="488" y="134"/>
                      <a:pt x="488" y="134"/>
                      <a:pt x="487" y="133"/>
                    </a:cubicBezTo>
                    <a:cubicBezTo>
                      <a:pt x="486" y="132"/>
                      <a:pt x="485" y="132"/>
                      <a:pt x="485" y="131"/>
                    </a:cubicBezTo>
                    <a:cubicBezTo>
                      <a:pt x="486" y="129"/>
                      <a:pt x="486" y="129"/>
                      <a:pt x="486" y="129"/>
                    </a:cubicBezTo>
                    <a:cubicBezTo>
                      <a:pt x="488" y="126"/>
                      <a:pt x="488" y="126"/>
                      <a:pt x="488" y="126"/>
                    </a:cubicBezTo>
                    <a:cubicBezTo>
                      <a:pt x="486" y="129"/>
                      <a:pt x="486" y="129"/>
                      <a:pt x="486" y="129"/>
                    </a:cubicBezTo>
                    <a:cubicBezTo>
                      <a:pt x="488" y="127"/>
                      <a:pt x="488" y="127"/>
                      <a:pt x="488" y="127"/>
                    </a:cubicBezTo>
                    <a:cubicBezTo>
                      <a:pt x="489" y="127"/>
                      <a:pt x="490" y="128"/>
                      <a:pt x="491" y="129"/>
                    </a:cubicBezTo>
                    <a:cubicBezTo>
                      <a:pt x="492" y="130"/>
                      <a:pt x="492" y="130"/>
                      <a:pt x="492" y="130"/>
                    </a:cubicBezTo>
                    <a:lnTo>
                      <a:pt x="489" y="135"/>
                    </a:lnTo>
                    <a:close/>
                    <a:moveTo>
                      <a:pt x="518" y="134"/>
                    </a:moveTo>
                    <a:cubicBezTo>
                      <a:pt x="517" y="132"/>
                      <a:pt x="516" y="130"/>
                      <a:pt x="516" y="129"/>
                    </a:cubicBezTo>
                    <a:cubicBezTo>
                      <a:pt x="516" y="129"/>
                      <a:pt x="516" y="129"/>
                      <a:pt x="516" y="129"/>
                    </a:cubicBezTo>
                    <a:cubicBezTo>
                      <a:pt x="521" y="126"/>
                      <a:pt x="521" y="126"/>
                      <a:pt x="521" y="126"/>
                    </a:cubicBezTo>
                    <a:cubicBezTo>
                      <a:pt x="521" y="127"/>
                      <a:pt x="521" y="127"/>
                      <a:pt x="521" y="128"/>
                    </a:cubicBezTo>
                    <a:cubicBezTo>
                      <a:pt x="522" y="128"/>
                      <a:pt x="522" y="130"/>
                      <a:pt x="523" y="131"/>
                    </a:cubicBezTo>
                    <a:lnTo>
                      <a:pt x="518" y="134"/>
                    </a:lnTo>
                    <a:close/>
                    <a:moveTo>
                      <a:pt x="506" y="132"/>
                    </a:moveTo>
                    <a:cubicBezTo>
                      <a:pt x="506" y="132"/>
                      <a:pt x="506" y="132"/>
                      <a:pt x="506" y="132"/>
                    </a:cubicBezTo>
                    <a:cubicBezTo>
                      <a:pt x="506" y="131"/>
                      <a:pt x="505" y="130"/>
                      <a:pt x="505" y="129"/>
                    </a:cubicBezTo>
                    <a:cubicBezTo>
                      <a:pt x="505" y="129"/>
                      <a:pt x="505" y="129"/>
                      <a:pt x="505" y="129"/>
                    </a:cubicBezTo>
                    <a:cubicBezTo>
                      <a:pt x="505" y="128"/>
                      <a:pt x="505" y="128"/>
                      <a:pt x="505" y="128"/>
                    </a:cubicBezTo>
                    <a:cubicBezTo>
                      <a:pt x="505" y="126"/>
                      <a:pt x="506" y="124"/>
                      <a:pt x="507" y="123"/>
                    </a:cubicBezTo>
                    <a:cubicBezTo>
                      <a:pt x="511" y="128"/>
                      <a:pt x="511" y="128"/>
                      <a:pt x="511" y="128"/>
                    </a:cubicBezTo>
                    <a:cubicBezTo>
                      <a:pt x="511" y="128"/>
                      <a:pt x="511" y="128"/>
                      <a:pt x="511" y="128"/>
                    </a:cubicBezTo>
                    <a:cubicBezTo>
                      <a:pt x="511" y="128"/>
                      <a:pt x="511" y="128"/>
                      <a:pt x="511" y="129"/>
                    </a:cubicBezTo>
                    <a:lnTo>
                      <a:pt x="506" y="132"/>
                    </a:lnTo>
                    <a:close/>
                    <a:moveTo>
                      <a:pt x="245" y="129"/>
                    </a:moveTo>
                    <a:cubicBezTo>
                      <a:pt x="245" y="123"/>
                      <a:pt x="245" y="123"/>
                      <a:pt x="245" y="123"/>
                    </a:cubicBezTo>
                    <a:cubicBezTo>
                      <a:pt x="245" y="123"/>
                      <a:pt x="245" y="123"/>
                      <a:pt x="245" y="123"/>
                    </a:cubicBezTo>
                    <a:cubicBezTo>
                      <a:pt x="248" y="123"/>
                      <a:pt x="248" y="122"/>
                      <a:pt x="248" y="122"/>
                    </a:cubicBezTo>
                    <a:cubicBezTo>
                      <a:pt x="252" y="126"/>
                      <a:pt x="252" y="126"/>
                      <a:pt x="252" y="126"/>
                    </a:cubicBezTo>
                    <a:cubicBezTo>
                      <a:pt x="251" y="128"/>
                      <a:pt x="249" y="129"/>
                      <a:pt x="245" y="129"/>
                    </a:cubicBezTo>
                    <a:close/>
                    <a:moveTo>
                      <a:pt x="233" y="124"/>
                    </a:moveTo>
                    <a:cubicBezTo>
                      <a:pt x="232" y="124"/>
                      <a:pt x="230" y="123"/>
                      <a:pt x="228" y="121"/>
                    </a:cubicBezTo>
                    <a:cubicBezTo>
                      <a:pt x="227" y="120"/>
                      <a:pt x="227" y="120"/>
                      <a:pt x="227" y="120"/>
                    </a:cubicBezTo>
                    <a:cubicBezTo>
                      <a:pt x="231" y="116"/>
                      <a:pt x="231" y="116"/>
                      <a:pt x="231" y="116"/>
                    </a:cubicBezTo>
                    <a:cubicBezTo>
                      <a:pt x="232" y="116"/>
                      <a:pt x="232" y="116"/>
                      <a:pt x="232" y="117"/>
                    </a:cubicBezTo>
                    <a:cubicBezTo>
                      <a:pt x="234" y="118"/>
                      <a:pt x="234" y="118"/>
                      <a:pt x="235" y="118"/>
                    </a:cubicBezTo>
                    <a:lnTo>
                      <a:pt x="233" y="124"/>
                    </a:lnTo>
                    <a:close/>
                    <a:moveTo>
                      <a:pt x="277" y="123"/>
                    </a:moveTo>
                    <a:cubicBezTo>
                      <a:pt x="271" y="122"/>
                      <a:pt x="271" y="122"/>
                      <a:pt x="271" y="122"/>
                    </a:cubicBezTo>
                    <a:cubicBezTo>
                      <a:pt x="271" y="122"/>
                      <a:pt x="271" y="122"/>
                      <a:pt x="271" y="122"/>
                    </a:cubicBezTo>
                    <a:cubicBezTo>
                      <a:pt x="271" y="122"/>
                      <a:pt x="271" y="121"/>
                      <a:pt x="271" y="120"/>
                    </a:cubicBezTo>
                    <a:cubicBezTo>
                      <a:pt x="271" y="119"/>
                      <a:pt x="270" y="119"/>
                      <a:pt x="270" y="118"/>
                    </a:cubicBezTo>
                    <a:cubicBezTo>
                      <a:pt x="270" y="117"/>
                      <a:pt x="270" y="117"/>
                      <a:pt x="271" y="116"/>
                    </a:cubicBezTo>
                    <a:cubicBezTo>
                      <a:pt x="276" y="118"/>
                      <a:pt x="276" y="118"/>
                      <a:pt x="276" y="118"/>
                    </a:cubicBezTo>
                    <a:cubicBezTo>
                      <a:pt x="276" y="118"/>
                      <a:pt x="276" y="119"/>
                      <a:pt x="276" y="119"/>
                    </a:cubicBezTo>
                    <a:cubicBezTo>
                      <a:pt x="277" y="120"/>
                      <a:pt x="277" y="121"/>
                      <a:pt x="277" y="122"/>
                    </a:cubicBezTo>
                    <a:cubicBezTo>
                      <a:pt x="277" y="123"/>
                      <a:pt x="277" y="123"/>
                      <a:pt x="277" y="123"/>
                    </a:cubicBezTo>
                    <a:close/>
                    <a:moveTo>
                      <a:pt x="262" y="122"/>
                    </a:moveTo>
                    <a:cubicBezTo>
                      <a:pt x="261" y="122"/>
                      <a:pt x="261" y="122"/>
                      <a:pt x="261" y="122"/>
                    </a:cubicBezTo>
                    <a:cubicBezTo>
                      <a:pt x="259" y="121"/>
                      <a:pt x="258" y="121"/>
                      <a:pt x="257" y="120"/>
                    </a:cubicBezTo>
                    <a:cubicBezTo>
                      <a:pt x="259" y="115"/>
                      <a:pt x="259" y="115"/>
                      <a:pt x="259" y="115"/>
                    </a:cubicBezTo>
                    <a:cubicBezTo>
                      <a:pt x="260" y="115"/>
                      <a:pt x="261" y="116"/>
                      <a:pt x="263" y="116"/>
                    </a:cubicBezTo>
                    <a:cubicBezTo>
                      <a:pt x="265" y="117"/>
                      <a:pt x="265" y="117"/>
                      <a:pt x="265" y="117"/>
                    </a:cubicBezTo>
                    <a:lnTo>
                      <a:pt x="262" y="122"/>
                    </a:lnTo>
                    <a:close/>
                    <a:moveTo>
                      <a:pt x="476" y="122"/>
                    </a:moveTo>
                    <a:cubicBezTo>
                      <a:pt x="475" y="120"/>
                      <a:pt x="474" y="118"/>
                      <a:pt x="473" y="117"/>
                    </a:cubicBezTo>
                    <a:cubicBezTo>
                      <a:pt x="478" y="114"/>
                      <a:pt x="478" y="114"/>
                      <a:pt x="478" y="114"/>
                    </a:cubicBezTo>
                    <a:cubicBezTo>
                      <a:pt x="479" y="115"/>
                      <a:pt x="480" y="116"/>
                      <a:pt x="481" y="118"/>
                    </a:cubicBezTo>
                    <a:lnTo>
                      <a:pt x="476" y="122"/>
                    </a:lnTo>
                    <a:close/>
                    <a:moveTo>
                      <a:pt x="220" y="110"/>
                    </a:moveTo>
                    <a:cubicBezTo>
                      <a:pt x="220" y="109"/>
                      <a:pt x="220" y="109"/>
                      <a:pt x="219" y="108"/>
                    </a:cubicBezTo>
                    <a:cubicBezTo>
                      <a:pt x="218" y="108"/>
                      <a:pt x="218" y="107"/>
                      <a:pt x="217" y="107"/>
                    </a:cubicBezTo>
                    <a:cubicBezTo>
                      <a:pt x="221" y="103"/>
                      <a:pt x="221" y="103"/>
                      <a:pt x="221" y="103"/>
                    </a:cubicBezTo>
                    <a:cubicBezTo>
                      <a:pt x="221" y="103"/>
                      <a:pt x="222" y="103"/>
                      <a:pt x="222" y="104"/>
                    </a:cubicBezTo>
                    <a:cubicBezTo>
                      <a:pt x="223" y="105"/>
                      <a:pt x="225" y="106"/>
                      <a:pt x="226" y="107"/>
                    </a:cubicBezTo>
                    <a:lnTo>
                      <a:pt x="220" y="110"/>
                    </a:lnTo>
                    <a:close/>
                    <a:moveTo>
                      <a:pt x="193" y="109"/>
                    </a:moveTo>
                    <a:cubicBezTo>
                      <a:pt x="192" y="109"/>
                      <a:pt x="191" y="108"/>
                      <a:pt x="188" y="108"/>
                    </a:cubicBezTo>
                    <a:cubicBezTo>
                      <a:pt x="188" y="102"/>
                      <a:pt x="188" y="102"/>
                      <a:pt x="188" y="102"/>
                    </a:cubicBezTo>
                    <a:cubicBezTo>
                      <a:pt x="188" y="102"/>
                      <a:pt x="188" y="102"/>
                      <a:pt x="188" y="102"/>
                    </a:cubicBezTo>
                    <a:cubicBezTo>
                      <a:pt x="191" y="102"/>
                      <a:pt x="193" y="103"/>
                      <a:pt x="195" y="103"/>
                    </a:cubicBezTo>
                    <a:lnTo>
                      <a:pt x="193" y="109"/>
                    </a:lnTo>
                    <a:close/>
                    <a:moveTo>
                      <a:pt x="466" y="108"/>
                    </a:moveTo>
                    <a:cubicBezTo>
                      <a:pt x="466" y="107"/>
                      <a:pt x="466" y="107"/>
                      <a:pt x="466" y="107"/>
                    </a:cubicBezTo>
                    <a:cubicBezTo>
                      <a:pt x="465" y="106"/>
                      <a:pt x="464" y="105"/>
                      <a:pt x="462" y="103"/>
                    </a:cubicBezTo>
                    <a:cubicBezTo>
                      <a:pt x="467" y="99"/>
                      <a:pt x="467" y="99"/>
                      <a:pt x="467" y="99"/>
                    </a:cubicBezTo>
                    <a:cubicBezTo>
                      <a:pt x="468" y="101"/>
                      <a:pt x="469" y="102"/>
                      <a:pt x="470" y="103"/>
                    </a:cubicBezTo>
                    <a:cubicBezTo>
                      <a:pt x="471" y="104"/>
                      <a:pt x="471" y="104"/>
                      <a:pt x="471" y="104"/>
                    </a:cubicBezTo>
                    <a:lnTo>
                      <a:pt x="466" y="108"/>
                    </a:lnTo>
                    <a:close/>
                    <a:moveTo>
                      <a:pt x="275" y="107"/>
                    </a:moveTo>
                    <a:cubicBezTo>
                      <a:pt x="275" y="106"/>
                      <a:pt x="275" y="105"/>
                      <a:pt x="275" y="104"/>
                    </a:cubicBezTo>
                    <a:cubicBezTo>
                      <a:pt x="274" y="103"/>
                      <a:pt x="274" y="102"/>
                      <a:pt x="274" y="101"/>
                    </a:cubicBezTo>
                    <a:cubicBezTo>
                      <a:pt x="280" y="101"/>
                      <a:pt x="280" y="101"/>
                      <a:pt x="280" y="101"/>
                    </a:cubicBezTo>
                    <a:cubicBezTo>
                      <a:pt x="280" y="101"/>
                      <a:pt x="280" y="101"/>
                      <a:pt x="280" y="102"/>
                    </a:cubicBezTo>
                    <a:cubicBezTo>
                      <a:pt x="281" y="104"/>
                      <a:pt x="281" y="105"/>
                      <a:pt x="281" y="106"/>
                    </a:cubicBezTo>
                    <a:lnTo>
                      <a:pt x="275" y="107"/>
                    </a:lnTo>
                    <a:close/>
                    <a:moveTo>
                      <a:pt x="207" y="107"/>
                    </a:move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03" y="102"/>
                      <a:pt x="204" y="101"/>
                      <a:pt x="205" y="101"/>
                    </a:cubicBezTo>
                    <a:cubicBezTo>
                      <a:pt x="205" y="100"/>
                      <a:pt x="205" y="100"/>
                      <a:pt x="205" y="100"/>
                    </a:cubicBezTo>
                    <a:cubicBezTo>
                      <a:pt x="206" y="100"/>
                      <a:pt x="207" y="99"/>
                      <a:pt x="208" y="99"/>
                    </a:cubicBezTo>
                    <a:cubicBezTo>
                      <a:pt x="211" y="104"/>
                      <a:pt x="211" y="104"/>
                      <a:pt x="211" y="104"/>
                    </a:cubicBezTo>
                    <a:cubicBezTo>
                      <a:pt x="210" y="104"/>
                      <a:pt x="210" y="104"/>
                      <a:pt x="209" y="105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08" y="106"/>
                      <a:pt x="207" y="106"/>
                      <a:pt x="207" y="107"/>
                    </a:cubicBezTo>
                    <a:close/>
                    <a:moveTo>
                      <a:pt x="176" y="102"/>
                    </a:moveTo>
                    <a:cubicBezTo>
                      <a:pt x="176" y="101"/>
                      <a:pt x="176" y="100"/>
                      <a:pt x="175" y="98"/>
                    </a:cubicBezTo>
                    <a:cubicBezTo>
                      <a:pt x="175" y="98"/>
                      <a:pt x="175" y="98"/>
                      <a:pt x="175" y="98"/>
                    </a:cubicBezTo>
                    <a:cubicBezTo>
                      <a:pt x="175" y="98"/>
                      <a:pt x="175" y="97"/>
                      <a:pt x="175" y="97"/>
                    </a:cubicBezTo>
                    <a:cubicBezTo>
                      <a:pt x="179" y="93"/>
                      <a:pt x="179" y="93"/>
                      <a:pt x="179" y="93"/>
                    </a:cubicBezTo>
                    <a:cubicBezTo>
                      <a:pt x="180" y="94"/>
                      <a:pt x="181" y="96"/>
                      <a:pt x="181" y="97"/>
                    </a:cubicBezTo>
                    <a:cubicBezTo>
                      <a:pt x="181" y="97"/>
                      <a:pt x="181" y="97"/>
                      <a:pt x="181" y="97"/>
                    </a:cubicBezTo>
                    <a:cubicBezTo>
                      <a:pt x="181" y="98"/>
                      <a:pt x="181" y="99"/>
                      <a:pt x="182" y="100"/>
                    </a:cubicBezTo>
                    <a:lnTo>
                      <a:pt x="176" y="102"/>
                    </a:lnTo>
                    <a:close/>
                    <a:moveTo>
                      <a:pt x="297" y="99"/>
                    </a:moveTo>
                    <a:cubicBezTo>
                      <a:pt x="294" y="99"/>
                      <a:pt x="292" y="98"/>
                      <a:pt x="291" y="96"/>
                    </a:cubicBezTo>
                    <a:cubicBezTo>
                      <a:pt x="290" y="95"/>
                      <a:pt x="290" y="95"/>
                      <a:pt x="290" y="95"/>
                    </a:cubicBezTo>
                    <a:cubicBezTo>
                      <a:pt x="295" y="92"/>
                      <a:pt x="295" y="92"/>
                      <a:pt x="295" y="92"/>
                    </a:cubicBezTo>
                    <a:cubicBezTo>
                      <a:pt x="295" y="93"/>
                      <a:pt x="295" y="93"/>
                      <a:pt x="295" y="93"/>
                    </a:cubicBezTo>
                    <a:cubicBezTo>
                      <a:pt x="296" y="93"/>
                      <a:pt x="297" y="93"/>
                      <a:pt x="297" y="93"/>
                    </a:cubicBezTo>
                    <a:lnTo>
                      <a:pt x="297" y="99"/>
                    </a:lnTo>
                    <a:close/>
                    <a:moveTo>
                      <a:pt x="282" y="98"/>
                    </a:moveTo>
                    <a:cubicBezTo>
                      <a:pt x="282" y="98"/>
                      <a:pt x="282" y="98"/>
                      <a:pt x="282" y="98"/>
                    </a:cubicBezTo>
                    <a:cubicBezTo>
                      <a:pt x="280" y="96"/>
                      <a:pt x="280" y="94"/>
                      <a:pt x="280" y="93"/>
                    </a:cubicBezTo>
                    <a:cubicBezTo>
                      <a:pt x="280" y="92"/>
                      <a:pt x="280" y="90"/>
                      <a:pt x="281" y="89"/>
                    </a:cubicBezTo>
                    <a:cubicBezTo>
                      <a:pt x="286" y="93"/>
                      <a:pt x="286" y="93"/>
                      <a:pt x="286" y="93"/>
                    </a:cubicBezTo>
                    <a:cubicBezTo>
                      <a:pt x="286" y="93"/>
                      <a:pt x="286" y="93"/>
                      <a:pt x="286" y="94"/>
                    </a:cubicBezTo>
                    <a:cubicBezTo>
                      <a:pt x="287" y="95"/>
                      <a:pt x="287" y="95"/>
                      <a:pt x="287" y="95"/>
                    </a:cubicBezTo>
                    <a:lnTo>
                      <a:pt x="282" y="98"/>
                    </a:lnTo>
                    <a:close/>
                    <a:moveTo>
                      <a:pt x="148" y="95"/>
                    </a:moveTo>
                    <a:cubicBezTo>
                      <a:pt x="146" y="94"/>
                      <a:pt x="146" y="94"/>
                      <a:pt x="146" y="94"/>
                    </a:cubicBezTo>
                    <a:cubicBezTo>
                      <a:pt x="145" y="94"/>
                      <a:pt x="144" y="94"/>
                      <a:pt x="143" y="94"/>
                    </a:cubicBezTo>
                    <a:cubicBezTo>
                      <a:pt x="143" y="88"/>
                      <a:pt x="143" y="88"/>
                      <a:pt x="143" y="88"/>
                    </a:cubicBezTo>
                    <a:cubicBezTo>
                      <a:pt x="145" y="88"/>
                      <a:pt x="147" y="88"/>
                      <a:pt x="148" y="88"/>
                    </a:cubicBezTo>
                    <a:cubicBezTo>
                      <a:pt x="150" y="89"/>
                      <a:pt x="150" y="89"/>
                      <a:pt x="150" y="89"/>
                    </a:cubicBezTo>
                    <a:lnTo>
                      <a:pt x="148" y="95"/>
                    </a:lnTo>
                    <a:close/>
                    <a:moveTo>
                      <a:pt x="165" y="94"/>
                    </a:moveTo>
                    <a:cubicBezTo>
                      <a:pt x="163" y="94"/>
                      <a:pt x="162" y="93"/>
                      <a:pt x="161" y="93"/>
                    </a:cubicBezTo>
                    <a:cubicBezTo>
                      <a:pt x="160" y="87"/>
                      <a:pt x="160" y="87"/>
                      <a:pt x="160" y="87"/>
                    </a:cubicBezTo>
                    <a:cubicBezTo>
                      <a:pt x="161" y="87"/>
                      <a:pt x="161" y="87"/>
                      <a:pt x="161" y="87"/>
                    </a:cubicBezTo>
                    <a:cubicBezTo>
                      <a:pt x="163" y="87"/>
                      <a:pt x="165" y="88"/>
                      <a:pt x="167" y="89"/>
                    </a:cubicBezTo>
                    <a:lnTo>
                      <a:pt x="165" y="94"/>
                    </a:lnTo>
                    <a:close/>
                    <a:moveTo>
                      <a:pt x="455" y="94"/>
                    </a:moveTo>
                    <a:cubicBezTo>
                      <a:pt x="454" y="92"/>
                      <a:pt x="453" y="91"/>
                      <a:pt x="452" y="90"/>
                    </a:cubicBezTo>
                    <a:cubicBezTo>
                      <a:pt x="455" y="86"/>
                      <a:pt x="455" y="86"/>
                      <a:pt x="455" y="86"/>
                    </a:cubicBezTo>
                    <a:cubicBezTo>
                      <a:pt x="457" y="87"/>
                      <a:pt x="458" y="88"/>
                      <a:pt x="460" y="90"/>
                    </a:cubicBezTo>
                    <a:lnTo>
                      <a:pt x="455" y="94"/>
                    </a:lnTo>
                    <a:close/>
                    <a:moveTo>
                      <a:pt x="309" y="92"/>
                    </a:moveTo>
                    <a:cubicBezTo>
                      <a:pt x="304" y="90"/>
                      <a:pt x="304" y="90"/>
                      <a:pt x="304" y="90"/>
                    </a:cubicBezTo>
                    <a:cubicBezTo>
                      <a:pt x="304" y="89"/>
                      <a:pt x="304" y="88"/>
                      <a:pt x="304" y="87"/>
                    </a:cubicBezTo>
                    <a:cubicBezTo>
                      <a:pt x="304" y="87"/>
                      <a:pt x="305" y="88"/>
                      <a:pt x="305" y="88"/>
                    </a:cubicBezTo>
                    <a:cubicBezTo>
                      <a:pt x="308" y="83"/>
                      <a:pt x="308" y="83"/>
                      <a:pt x="308" y="83"/>
                    </a:cubicBezTo>
                    <a:cubicBezTo>
                      <a:pt x="309" y="84"/>
                      <a:pt x="310" y="85"/>
                      <a:pt x="310" y="87"/>
                    </a:cubicBezTo>
                    <a:cubicBezTo>
                      <a:pt x="310" y="89"/>
                      <a:pt x="310" y="91"/>
                      <a:pt x="309" y="92"/>
                    </a:cubicBezTo>
                    <a:close/>
                    <a:moveTo>
                      <a:pt x="130" y="91"/>
                    </a:moveTo>
                    <a:cubicBezTo>
                      <a:pt x="129" y="90"/>
                      <a:pt x="129" y="89"/>
                      <a:pt x="129" y="88"/>
                    </a:cubicBezTo>
                    <a:cubicBezTo>
                      <a:pt x="128" y="87"/>
                      <a:pt x="128" y="86"/>
                      <a:pt x="128" y="85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4" y="85"/>
                      <a:pt x="134" y="86"/>
                      <a:pt x="134" y="87"/>
                    </a:cubicBezTo>
                    <a:cubicBezTo>
                      <a:pt x="134" y="88"/>
                      <a:pt x="134" y="88"/>
                      <a:pt x="135" y="88"/>
                    </a:cubicBezTo>
                    <a:lnTo>
                      <a:pt x="130" y="91"/>
                    </a:lnTo>
                    <a:close/>
                    <a:moveTo>
                      <a:pt x="375" y="84"/>
                    </a:moveTo>
                    <a:cubicBezTo>
                      <a:pt x="374" y="83"/>
                      <a:pt x="374" y="82"/>
                      <a:pt x="374" y="81"/>
                    </a:cubicBezTo>
                    <a:cubicBezTo>
                      <a:pt x="374" y="81"/>
                      <a:pt x="374" y="81"/>
                      <a:pt x="372" y="80"/>
                    </a:cubicBezTo>
                    <a:cubicBezTo>
                      <a:pt x="376" y="75"/>
                      <a:pt x="376" y="75"/>
                      <a:pt x="376" y="75"/>
                    </a:cubicBezTo>
                    <a:cubicBezTo>
                      <a:pt x="377" y="76"/>
                      <a:pt x="379" y="77"/>
                      <a:pt x="380" y="80"/>
                    </a:cubicBezTo>
                    <a:lnTo>
                      <a:pt x="375" y="84"/>
                    </a:lnTo>
                    <a:close/>
                    <a:moveTo>
                      <a:pt x="388" y="82"/>
                    </a:moveTo>
                    <a:cubicBezTo>
                      <a:pt x="385" y="77"/>
                      <a:pt x="385" y="77"/>
                      <a:pt x="385" y="77"/>
                    </a:cubicBezTo>
                    <a:cubicBezTo>
                      <a:pt x="386" y="76"/>
                      <a:pt x="386" y="76"/>
                      <a:pt x="386" y="76"/>
                    </a:cubicBezTo>
                    <a:cubicBezTo>
                      <a:pt x="388" y="76"/>
                      <a:pt x="388" y="75"/>
                      <a:pt x="389" y="74"/>
                    </a:cubicBezTo>
                    <a:cubicBezTo>
                      <a:pt x="394" y="78"/>
                      <a:pt x="394" y="78"/>
                      <a:pt x="394" y="78"/>
                    </a:cubicBezTo>
                    <a:cubicBezTo>
                      <a:pt x="392" y="80"/>
                      <a:pt x="391" y="81"/>
                      <a:pt x="389" y="82"/>
                    </a:cubicBezTo>
                    <a:lnTo>
                      <a:pt x="388" y="82"/>
                    </a:lnTo>
                    <a:close/>
                    <a:moveTo>
                      <a:pt x="451" y="82"/>
                    </a:moveTo>
                    <a:cubicBezTo>
                      <a:pt x="448" y="77"/>
                      <a:pt x="448" y="77"/>
                      <a:pt x="448" y="77"/>
                    </a:cubicBezTo>
                    <a:cubicBezTo>
                      <a:pt x="448" y="78"/>
                      <a:pt x="447" y="78"/>
                      <a:pt x="447" y="79"/>
                    </a:cubicBezTo>
                    <a:cubicBezTo>
                      <a:pt x="447" y="79"/>
                      <a:pt x="447" y="79"/>
                      <a:pt x="447" y="79"/>
                    </a:cubicBezTo>
                    <a:cubicBezTo>
                      <a:pt x="447" y="79"/>
                      <a:pt x="447" y="78"/>
                      <a:pt x="446" y="77"/>
                    </a:cubicBezTo>
                    <a:cubicBezTo>
                      <a:pt x="450" y="73"/>
                      <a:pt x="450" y="73"/>
                      <a:pt x="450" y="73"/>
                    </a:cubicBezTo>
                    <a:cubicBezTo>
                      <a:pt x="451" y="74"/>
                      <a:pt x="453" y="76"/>
                      <a:pt x="453" y="79"/>
                    </a:cubicBezTo>
                    <a:cubicBezTo>
                      <a:pt x="453" y="80"/>
                      <a:pt x="453" y="81"/>
                      <a:pt x="451" y="82"/>
                    </a:cubicBezTo>
                    <a:close/>
                    <a:moveTo>
                      <a:pt x="299" y="78"/>
                    </a:moveTo>
                    <a:cubicBezTo>
                      <a:pt x="299" y="76"/>
                      <a:pt x="299" y="74"/>
                      <a:pt x="299" y="72"/>
                    </a:cubicBezTo>
                    <a:cubicBezTo>
                      <a:pt x="299" y="72"/>
                      <a:pt x="299" y="72"/>
                      <a:pt x="299" y="72"/>
                    </a:cubicBezTo>
                    <a:cubicBezTo>
                      <a:pt x="305" y="72"/>
                      <a:pt x="305" y="72"/>
                      <a:pt x="305" y="72"/>
                    </a:cubicBezTo>
                    <a:cubicBezTo>
                      <a:pt x="305" y="72"/>
                      <a:pt x="305" y="72"/>
                      <a:pt x="305" y="72"/>
                    </a:cubicBezTo>
                    <a:cubicBezTo>
                      <a:pt x="305" y="74"/>
                      <a:pt x="305" y="76"/>
                      <a:pt x="305" y="78"/>
                    </a:cubicBezTo>
                    <a:lnTo>
                      <a:pt x="299" y="78"/>
                    </a:lnTo>
                    <a:close/>
                    <a:moveTo>
                      <a:pt x="410" y="75"/>
                    </a:moveTo>
                    <a:cubicBezTo>
                      <a:pt x="409" y="74"/>
                      <a:pt x="404" y="74"/>
                      <a:pt x="404" y="69"/>
                    </a:cubicBezTo>
                    <a:cubicBezTo>
                      <a:pt x="409" y="68"/>
                      <a:pt x="409" y="68"/>
                      <a:pt x="409" y="68"/>
                    </a:cubicBezTo>
                    <a:cubicBezTo>
                      <a:pt x="409" y="68"/>
                      <a:pt x="409" y="69"/>
                      <a:pt x="411" y="69"/>
                    </a:cubicBezTo>
                    <a:lnTo>
                      <a:pt x="410" y="75"/>
                    </a:lnTo>
                    <a:close/>
                    <a:moveTo>
                      <a:pt x="125" y="73"/>
                    </a:moveTo>
                    <a:cubicBezTo>
                      <a:pt x="125" y="71"/>
                      <a:pt x="125" y="69"/>
                      <a:pt x="124" y="67"/>
                    </a:cubicBezTo>
                    <a:cubicBezTo>
                      <a:pt x="130" y="67"/>
                      <a:pt x="130" y="67"/>
                      <a:pt x="130" y="67"/>
                    </a:cubicBezTo>
                    <a:cubicBezTo>
                      <a:pt x="130" y="69"/>
                      <a:pt x="131" y="71"/>
                      <a:pt x="131" y="72"/>
                    </a:cubicBezTo>
                    <a:lnTo>
                      <a:pt x="125" y="73"/>
                    </a:lnTo>
                    <a:close/>
                    <a:moveTo>
                      <a:pt x="363" y="73"/>
                    </a:moveTo>
                    <a:cubicBezTo>
                      <a:pt x="362" y="72"/>
                      <a:pt x="362" y="72"/>
                      <a:pt x="361" y="71"/>
                    </a:cubicBezTo>
                    <a:cubicBezTo>
                      <a:pt x="360" y="71"/>
                      <a:pt x="359" y="71"/>
                      <a:pt x="359" y="70"/>
                    </a:cubicBezTo>
                    <a:cubicBezTo>
                      <a:pt x="359" y="68"/>
                      <a:pt x="359" y="68"/>
                      <a:pt x="359" y="68"/>
                    </a:cubicBezTo>
                    <a:cubicBezTo>
                      <a:pt x="361" y="65"/>
                      <a:pt x="361" y="65"/>
                      <a:pt x="361" y="65"/>
                    </a:cubicBezTo>
                    <a:cubicBezTo>
                      <a:pt x="359" y="68"/>
                      <a:pt x="359" y="68"/>
                      <a:pt x="359" y="68"/>
                    </a:cubicBezTo>
                    <a:cubicBezTo>
                      <a:pt x="361" y="65"/>
                      <a:pt x="361" y="65"/>
                      <a:pt x="361" y="65"/>
                    </a:cubicBezTo>
                    <a:cubicBezTo>
                      <a:pt x="362" y="65"/>
                      <a:pt x="363" y="66"/>
                      <a:pt x="364" y="66"/>
                    </a:cubicBezTo>
                    <a:cubicBezTo>
                      <a:pt x="365" y="67"/>
                      <a:pt x="365" y="67"/>
                      <a:pt x="366" y="68"/>
                    </a:cubicBezTo>
                    <a:lnTo>
                      <a:pt x="363" y="73"/>
                    </a:lnTo>
                    <a:close/>
                    <a:moveTo>
                      <a:pt x="436" y="71"/>
                    </a:moveTo>
                    <a:cubicBezTo>
                      <a:pt x="435" y="70"/>
                      <a:pt x="434" y="69"/>
                      <a:pt x="432" y="67"/>
                    </a:cubicBezTo>
                    <a:cubicBezTo>
                      <a:pt x="432" y="67"/>
                      <a:pt x="432" y="67"/>
                      <a:pt x="432" y="67"/>
                    </a:cubicBezTo>
                    <a:cubicBezTo>
                      <a:pt x="436" y="63"/>
                      <a:pt x="436" y="63"/>
                      <a:pt x="436" y="63"/>
                    </a:cubicBezTo>
                    <a:cubicBezTo>
                      <a:pt x="436" y="63"/>
                      <a:pt x="436" y="63"/>
                      <a:pt x="436" y="63"/>
                    </a:cubicBezTo>
                    <a:cubicBezTo>
                      <a:pt x="438" y="65"/>
                      <a:pt x="439" y="66"/>
                      <a:pt x="440" y="66"/>
                    </a:cubicBezTo>
                    <a:lnTo>
                      <a:pt x="436" y="71"/>
                    </a:lnTo>
                    <a:close/>
                    <a:moveTo>
                      <a:pt x="423" y="70"/>
                    </a:moveTo>
                    <a:cubicBezTo>
                      <a:pt x="419" y="66"/>
                      <a:pt x="419" y="66"/>
                      <a:pt x="419" y="66"/>
                    </a:cubicBezTo>
                    <a:cubicBezTo>
                      <a:pt x="421" y="64"/>
                      <a:pt x="422" y="63"/>
                      <a:pt x="423" y="62"/>
                    </a:cubicBezTo>
                    <a:cubicBezTo>
                      <a:pt x="427" y="66"/>
                      <a:pt x="427" y="66"/>
                      <a:pt x="427" y="66"/>
                    </a:cubicBezTo>
                    <a:cubicBezTo>
                      <a:pt x="426" y="67"/>
                      <a:pt x="425" y="68"/>
                      <a:pt x="423" y="70"/>
                    </a:cubicBezTo>
                    <a:close/>
                    <a:moveTo>
                      <a:pt x="399" y="66"/>
                    </a:moveTo>
                    <a:cubicBezTo>
                      <a:pt x="393" y="65"/>
                      <a:pt x="393" y="65"/>
                      <a:pt x="393" y="65"/>
                    </a:cubicBezTo>
                    <a:cubicBezTo>
                      <a:pt x="393" y="64"/>
                      <a:pt x="393" y="63"/>
                      <a:pt x="393" y="62"/>
                    </a:cubicBezTo>
                    <a:cubicBezTo>
                      <a:pt x="393" y="60"/>
                      <a:pt x="395" y="58"/>
                      <a:pt x="399" y="59"/>
                    </a:cubicBezTo>
                    <a:cubicBezTo>
                      <a:pt x="398" y="64"/>
                      <a:pt x="398" y="64"/>
                      <a:pt x="398" y="64"/>
                    </a:cubicBezTo>
                    <a:cubicBezTo>
                      <a:pt x="398" y="64"/>
                      <a:pt x="399" y="63"/>
                      <a:pt x="399" y="63"/>
                    </a:cubicBezTo>
                    <a:cubicBezTo>
                      <a:pt x="399" y="63"/>
                      <a:pt x="399" y="64"/>
                      <a:pt x="399" y="66"/>
                    </a:cubicBezTo>
                    <a:close/>
                    <a:moveTo>
                      <a:pt x="349" y="62"/>
                    </a:moveTo>
                    <a:cubicBezTo>
                      <a:pt x="348" y="60"/>
                      <a:pt x="347" y="59"/>
                      <a:pt x="345" y="57"/>
                    </a:cubicBezTo>
                    <a:cubicBezTo>
                      <a:pt x="350" y="53"/>
                      <a:pt x="350" y="53"/>
                      <a:pt x="350" y="53"/>
                    </a:cubicBezTo>
                    <a:cubicBezTo>
                      <a:pt x="351" y="55"/>
                      <a:pt x="352" y="57"/>
                      <a:pt x="353" y="58"/>
                    </a:cubicBezTo>
                    <a:lnTo>
                      <a:pt x="349" y="62"/>
                    </a:lnTo>
                    <a:close/>
                    <a:moveTo>
                      <a:pt x="308" y="61"/>
                    </a:moveTo>
                    <a:cubicBezTo>
                      <a:pt x="302" y="61"/>
                      <a:pt x="302" y="61"/>
                      <a:pt x="302" y="61"/>
                    </a:cubicBezTo>
                    <a:cubicBezTo>
                      <a:pt x="302" y="60"/>
                      <a:pt x="302" y="59"/>
                      <a:pt x="302" y="58"/>
                    </a:cubicBezTo>
                    <a:cubicBezTo>
                      <a:pt x="302" y="57"/>
                      <a:pt x="302" y="56"/>
                      <a:pt x="302" y="55"/>
                    </a:cubicBezTo>
                    <a:cubicBezTo>
                      <a:pt x="308" y="56"/>
                      <a:pt x="308" y="56"/>
                      <a:pt x="308" y="56"/>
                    </a:cubicBezTo>
                    <a:cubicBezTo>
                      <a:pt x="308" y="56"/>
                      <a:pt x="308" y="57"/>
                      <a:pt x="308" y="58"/>
                    </a:cubicBezTo>
                    <a:cubicBezTo>
                      <a:pt x="308" y="59"/>
                      <a:pt x="308" y="60"/>
                      <a:pt x="308" y="61"/>
                    </a:cubicBezTo>
                    <a:close/>
                    <a:moveTo>
                      <a:pt x="126" y="58"/>
                    </a:moveTo>
                    <a:cubicBezTo>
                      <a:pt x="126" y="58"/>
                      <a:pt x="126" y="58"/>
                      <a:pt x="126" y="58"/>
                    </a:cubicBezTo>
                    <a:cubicBezTo>
                      <a:pt x="125" y="58"/>
                      <a:pt x="125" y="58"/>
                      <a:pt x="124" y="58"/>
                    </a:cubicBezTo>
                    <a:cubicBezTo>
                      <a:pt x="123" y="58"/>
                      <a:pt x="122" y="58"/>
                      <a:pt x="121" y="58"/>
                    </a:cubicBezTo>
                    <a:cubicBezTo>
                      <a:pt x="121" y="52"/>
                      <a:pt x="121" y="52"/>
                      <a:pt x="121" y="52"/>
                    </a:cubicBezTo>
                    <a:cubicBezTo>
                      <a:pt x="122" y="52"/>
                      <a:pt x="123" y="52"/>
                      <a:pt x="124" y="52"/>
                    </a:cubicBezTo>
                    <a:cubicBezTo>
                      <a:pt x="125" y="52"/>
                      <a:pt x="126" y="52"/>
                      <a:pt x="126" y="52"/>
                    </a:cubicBezTo>
                    <a:cubicBezTo>
                      <a:pt x="127" y="52"/>
                      <a:pt x="127" y="52"/>
                      <a:pt x="127" y="52"/>
                    </a:cubicBezTo>
                    <a:cubicBezTo>
                      <a:pt x="128" y="53"/>
                      <a:pt x="128" y="53"/>
                      <a:pt x="128" y="53"/>
                    </a:cubicBezTo>
                    <a:cubicBezTo>
                      <a:pt x="124" y="58"/>
                      <a:pt x="124" y="58"/>
                      <a:pt x="124" y="58"/>
                    </a:cubicBezTo>
                    <a:cubicBezTo>
                      <a:pt x="126" y="55"/>
                      <a:pt x="126" y="55"/>
                      <a:pt x="126" y="55"/>
                    </a:cubicBezTo>
                    <a:lnTo>
                      <a:pt x="126" y="58"/>
                    </a:lnTo>
                    <a:close/>
                    <a:moveTo>
                      <a:pt x="91" y="57"/>
                    </a:moveTo>
                    <a:cubicBezTo>
                      <a:pt x="89" y="57"/>
                      <a:pt x="86" y="56"/>
                      <a:pt x="84" y="54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9" y="50"/>
                      <a:pt x="90" y="51"/>
                      <a:pt x="91" y="51"/>
                    </a:cubicBezTo>
                    <a:lnTo>
                      <a:pt x="91" y="57"/>
                    </a:lnTo>
                    <a:close/>
                    <a:moveTo>
                      <a:pt x="109" y="57"/>
                    </a:moveTo>
                    <a:cubicBezTo>
                      <a:pt x="107" y="57"/>
                      <a:pt x="107" y="57"/>
                      <a:pt x="107" y="57"/>
                    </a:cubicBezTo>
                    <a:cubicBezTo>
                      <a:pt x="106" y="57"/>
                      <a:pt x="105" y="57"/>
                      <a:pt x="104" y="57"/>
                    </a:cubicBezTo>
                    <a:cubicBezTo>
                      <a:pt x="103" y="57"/>
                      <a:pt x="103" y="57"/>
                      <a:pt x="103" y="57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4" y="51"/>
                      <a:pt x="104" y="51"/>
                      <a:pt x="104" y="51"/>
                    </a:cubicBezTo>
                    <a:cubicBezTo>
                      <a:pt x="105" y="51"/>
                      <a:pt x="107" y="51"/>
                      <a:pt x="108" y="51"/>
                    </a:cubicBezTo>
                    <a:cubicBezTo>
                      <a:pt x="109" y="51"/>
                      <a:pt x="109" y="51"/>
                      <a:pt x="109" y="51"/>
                    </a:cubicBezTo>
                    <a:lnTo>
                      <a:pt x="109" y="57"/>
                    </a:lnTo>
                    <a:close/>
                    <a:moveTo>
                      <a:pt x="337" y="50"/>
                    </a:moveTo>
                    <a:cubicBezTo>
                      <a:pt x="335" y="48"/>
                      <a:pt x="334" y="47"/>
                      <a:pt x="333" y="46"/>
                    </a:cubicBezTo>
                    <a:cubicBezTo>
                      <a:pt x="336" y="42"/>
                      <a:pt x="336" y="42"/>
                      <a:pt x="336" y="42"/>
                    </a:cubicBezTo>
                    <a:cubicBezTo>
                      <a:pt x="337" y="42"/>
                      <a:pt x="339" y="44"/>
                      <a:pt x="341" y="45"/>
                    </a:cubicBezTo>
                    <a:lnTo>
                      <a:pt x="337" y="50"/>
                    </a:lnTo>
                    <a:close/>
                    <a:moveTo>
                      <a:pt x="91" y="47"/>
                    </a:moveTo>
                    <a:cubicBezTo>
                      <a:pt x="89" y="47"/>
                      <a:pt x="88" y="47"/>
                      <a:pt x="87" y="47"/>
                    </a:cubicBezTo>
                    <a:cubicBezTo>
                      <a:pt x="87" y="47"/>
                      <a:pt x="86" y="47"/>
                      <a:pt x="86" y="47"/>
                    </a:cubicBezTo>
                    <a:cubicBezTo>
                      <a:pt x="87" y="41"/>
                      <a:pt x="87" y="41"/>
                      <a:pt x="87" y="41"/>
                    </a:cubicBezTo>
                    <a:cubicBezTo>
                      <a:pt x="87" y="41"/>
                      <a:pt x="88" y="41"/>
                      <a:pt x="88" y="41"/>
                    </a:cubicBezTo>
                    <a:cubicBezTo>
                      <a:pt x="89" y="41"/>
                      <a:pt x="90" y="41"/>
                      <a:pt x="91" y="41"/>
                    </a:cubicBezTo>
                    <a:cubicBezTo>
                      <a:pt x="91" y="41"/>
                      <a:pt x="91" y="41"/>
                      <a:pt x="91" y="41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47"/>
                      <a:pt x="92" y="47"/>
                      <a:pt x="91" y="47"/>
                    </a:cubicBezTo>
                    <a:cubicBezTo>
                      <a:pt x="91" y="47"/>
                      <a:pt x="91" y="47"/>
                      <a:pt x="91" y="47"/>
                    </a:cubicBezTo>
                    <a:close/>
                    <a:moveTo>
                      <a:pt x="305" y="45"/>
                    </a:moveTo>
                    <a:cubicBezTo>
                      <a:pt x="305" y="44"/>
                      <a:pt x="305" y="44"/>
                      <a:pt x="305" y="44"/>
                    </a:cubicBezTo>
                    <a:cubicBezTo>
                      <a:pt x="304" y="42"/>
                      <a:pt x="304" y="40"/>
                      <a:pt x="304" y="39"/>
                    </a:cubicBezTo>
                    <a:cubicBezTo>
                      <a:pt x="307" y="38"/>
                      <a:pt x="307" y="38"/>
                      <a:pt x="307" y="38"/>
                    </a:cubicBezTo>
                    <a:cubicBezTo>
                      <a:pt x="310" y="39"/>
                      <a:pt x="310" y="39"/>
                      <a:pt x="310" y="39"/>
                    </a:cubicBezTo>
                    <a:cubicBezTo>
                      <a:pt x="310" y="39"/>
                      <a:pt x="310" y="41"/>
                      <a:pt x="310" y="43"/>
                    </a:cubicBezTo>
                    <a:cubicBezTo>
                      <a:pt x="311" y="44"/>
                      <a:pt x="311" y="44"/>
                      <a:pt x="311" y="44"/>
                    </a:cubicBezTo>
                    <a:lnTo>
                      <a:pt x="305" y="45"/>
                    </a:lnTo>
                    <a:close/>
                    <a:moveTo>
                      <a:pt x="323" y="42"/>
                    </a:moveTo>
                    <a:cubicBezTo>
                      <a:pt x="321" y="42"/>
                      <a:pt x="319" y="41"/>
                      <a:pt x="317" y="41"/>
                    </a:cubicBezTo>
                    <a:cubicBezTo>
                      <a:pt x="318" y="35"/>
                      <a:pt x="318" y="35"/>
                      <a:pt x="318" y="35"/>
                    </a:cubicBezTo>
                    <a:cubicBezTo>
                      <a:pt x="320" y="35"/>
                      <a:pt x="322" y="36"/>
                      <a:pt x="324" y="36"/>
                    </a:cubicBezTo>
                    <a:cubicBezTo>
                      <a:pt x="323" y="39"/>
                      <a:pt x="323" y="39"/>
                      <a:pt x="323" y="39"/>
                    </a:cubicBezTo>
                    <a:lnTo>
                      <a:pt x="323" y="42"/>
                    </a:lnTo>
                    <a:close/>
                    <a:moveTo>
                      <a:pt x="85" y="37"/>
                    </a:moveTo>
                    <a:cubicBezTo>
                      <a:pt x="84" y="37"/>
                      <a:pt x="84" y="36"/>
                      <a:pt x="84" y="36"/>
                    </a:cubicBezTo>
                    <a:cubicBezTo>
                      <a:pt x="84" y="36"/>
                      <a:pt x="83" y="36"/>
                      <a:pt x="83" y="36"/>
                    </a:cubicBezTo>
                    <a:cubicBezTo>
                      <a:pt x="83" y="36"/>
                      <a:pt x="82" y="36"/>
                      <a:pt x="82" y="36"/>
                    </a:cubicBezTo>
                    <a:cubicBezTo>
                      <a:pt x="82" y="30"/>
                      <a:pt x="82" y="30"/>
                      <a:pt x="82" y="30"/>
                    </a:cubicBezTo>
                    <a:cubicBezTo>
                      <a:pt x="83" y="31"/>
                      <a:pt x="83" y="31"/>
                      <a:pt x="83" y="31"/>
                    </a:cubicBezTo>
                    <a:cubicBezTo>
                      <a:pt x="85" y="31"/>
                      <a:pt x="87" y="31"/>
                      <a:pt x="89" y="34"/>
                    </a:cubicBezTo>
                    <a:lnTo>
                      <a:pt x="85" y="37"/>
                    </a:lnTo>
                    <a:close/>
                    <a:moveTo>
                      <a:pt x="70" y="35"/>
                    </a:moveTo>
                    <a:cubicBezTo>
                      <a:pt x="68" y="35"/>
                      <a:pt x="66" y="35"/>
                      <a:pt x="64" y="34"/>
                    </a:cubicBezTo>
                    <a:cubicBezTo>
                      <a:pt x="66" y="28"/>
                      <a:pt x="66" y="28"/>
                      <a:pt x="66" y="28"/>
                    </a:cubicBezTo>
                    <a:cubicBezTo>
                      <a:pt x="66" y="28"/>
                      <a:pt x="66" y="28"/>
                      <a:pt x="67" y="29"/>
                    </a:cubicBezTo>
                    <a:cubicBezTo>
                      <a:pt x="67" y="29"/>
                      <a:pt x="68" y="29"/>
                      <a:pt x="70" y="29"/>
                    </a:cubicBezTo>
                    <a:lnTo>
                      <a:pt x="70" y="35"/>
                    </a:lnTo>
                    <a:close/>
                    <a:moveTo>
                      <a:pt x="53" y="32"/>
                    </a:moveTo>
                    <a:cubicBezTo>
                      <a:pt x="52" y="32"/>
                      <a:pt x="52" y="32"/>
                      <a:pt x="52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48" y="32"/>
                      <a:pt x="46" y="29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7" y="25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3" y="26"/>
                      <a:pt x="53" y="26"/>
                      <a:pt x="53" y="26"/>
                    </a:cubicBezTo>
                    <a:lnTo>
                      <a:pt x="53" y="32"/>
                    </a:lnTo>
                    <a:close/>
                    <a:moveTo>
                      <a:pt x="49" y="16"/>
                    </a:moveTo>
                    <a:cubicBezTo>
                      <a:pt x="48" y="16"/>
                      <a:pt x="46" y="15"/>
                      <a:pt x="46" y="12"/>
                    </a:cubicBezTo>
                    <a:cubicBezTo>
                      <a:pt x="46" y="12"/>
                      <a:pt x="46" y="12"/>
                      <a:pt x="46" y="11"/>
                    </a:cubicBezTo>
                    <a:cubicBezTo>
                      <a:pt x="46" y="11"/>
                      <a:pt x="46" y="10"/>
                      <a:pt x="46" y="9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10"/>
                      <a:pt x="52" y="11"/>
                      <a:pt x="52" y="11"/>
                    </a:cubicBezTo>
                    <a:cubicBezTo>
                      <a:pt x="53" y="12"/>
                      <a:pt x="53" y="13"/>
                      <a:pt x="53" y="14"/>
                    </a:cubicBezTo>
                    <a:cubicBezTo>
                      <a:pt x="53" y="14"/>
                      <a:pt x="53" y="15"/>
                      <a:pt x="53" y="15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7" y="15"/>
                      <a:pt x="48" y="16"/>
                      <a:pt x="49" y="16"/>
                    </a:cubicBezTo>
                    <a:close/>
                    <a:moveTo>
                      <a:pt x="40" y="10"/>
                    </a:moveTo>
                    <a:cubicBezTo>
                      <a:pt x="38" y="10"/>
                      <a:pt x="37" y="10"/>
                      <a:pt x="35" y="9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8" y="4"/>
                      <a:pt x="39" y="4"/>
                      <a:pt x="40" y="4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42" y="10"/>
                      <a:pt x="41" y="10"/>
                      <a:pt x="40" y="10"/>
                    </a:cubicBezTo>
                    <a:close/>
                    <a:moveTo>
                      <a:pt x="24" y="8"/>
                    </a:moveTo>
                    <a:cubicBezTo>
                      <a:pt x="22" y="8"/>
                      <a:pt x="20" y="8"/>
                      <a:pt x="18" y="8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20" y="2"/>
                      <a:pt x="22" y="2"/>
                      <a:pt x="24" y="2"/>
                    </a:cubicBezTo>
                    <a:lnTo>
                      <a:pt x="24" y="8"/>
                    </a:lnTo>
                    <a:close/>
                    <a:moveTo>
                      <a:pt x="5" y="8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2"/>
                      <a:pt x="3" y="0"/>
                      <a:pt x="7" y="0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6" y="6"/>
                      <a:pt x="5" y="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íś1íḓè"/>
              <p:cNvSpPr/>
              <p:nvPr/>
            </p:nvSpPr>
            <p:spPr bwMode="auto">
              <a:xfrm>
                <a:off x="5680075" y="3351213"/>
                <a:ext cx="30163" cy="76200"/>
              </a:xfrm>
              <a:custGeom>
                <a:avLst/>
                <a:gdLst>
                  <a:gd name="T0" fmla="*/ 9 w 14"/>
                  <a:gd name="T1" fmla="*/ 36 h 36"/>
                  <a:gd name="T2" fmla="*/ 4 w 14"/>
                  <a:gd name="T3" fmla="*/ 34 h 36"/>
                  <a:gd name="T4" fmla="*/ 4 w 14"/>
                  <a:gd name="T5" fmla="*/ 32 h 36"/>
                  <a:gd name="T6" fmla="*/ 4 w 14"/>
                  <a:gd name="T7" fmla="*/ 29 h 36"/>
                  <a:gd name="T8" fmla="*/ 10 w 14"/>
                  <a:gd name="T9" fmla="*/ 30 h 36"/>
                  <a:gd name="T10" fmla="*/ 10 w 14"/>
                  <a:gd name="T11" fmla="*/ 32 h 36"/>
                  <a:gd name="T12" fmla="*/ 9 w 14"/>
                  <a:gd name="T13" fmla="*/ 36 h 36"/>
                  <a:gd name="T14" fmla="*/ 2 w 14"/>
                  <a:gd name="T15" fmla="*/ 23 h 36"/>
                  <a:gd name="T16" fmla="*/ 0 w 14"/>
                  <a:gd name="T17" fmla="*/ 19 h 36"/>
                  <a:gd name="T18" fmla="*/ 0 w 14"/>
                  <a:gd name="T19" fmla="*/ 18 h 36"/>
                  <a:gd name="T20" fmla="*/ 4 w 14"/>
                  <a:gd name="T21" fmla="*/ 14 h 36"/>
                  <a:gd name="T22" fmla="*/ 7 w 14"/>
                  <a:gd name="T23" fmla="*/ 19 h 36"/>
                  <a:gd name="T24" fmla="*/ 7 w 14"/>
                  <a:gd name="T25" fmla="*/ 19 h 36"/>
                  <a:gd name="T26" fmla="*/ 5 w 14"/>
                  <a:gd name="T27" fmla="*/ 20 h 36"/>
                  <a:gd name="T28" fmla="*/ 5 w 14"/>
                  <a:gd name="T29" fmla="*/ 18 h 36"/>
                  <a:gd name="T30" fmla="*/ 2 w 14"/>
                  <a:gd name="T31" fmla="*/ 23 h 36"/>
                  <a:gd name="T32" fmla="*/ 8 w 14"/>
                  <a:gd name="T33" fmla="*/ 7 h 36"/>
                  <a:gd name="T34" fmla="*/ 6 w 14"/>
                  <a:gd name="T35" fmla="*/ 4 h 36"/>
                  <a:gd name="T36" fmla="*/ 10 w 14"/>
                  <a:gd name="T37" fmla="*/ 0 h 36"/>
                  <a:gd name="T38" fmla="*/ 14 w 14"/>
                  <a:gd name="T39" fmla="*/ 6 h 36"/>
                  <a:gd name="T40" fmla="*/ 8 w 14"/>
                  <a:gd name="T41" fmla="*/ 7 h 36"/>
                  <a:gd name="T42" fmla="*/ 8 w 14"/>
                  <a:gd name="T43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" h="36">
                    <a:moveTo>
                      <a:pt x="9" y="36"/>
                    </a:moveTo>
                    <a:cubicBezTo>
                      <a:pt x="4" y="34"/>
                      <a:pt x="4" y="34"/>
                      <a:pt x="4" y="34"/>
                    </a:cubicBezTo>
                    <a:cubicBezTo>
                      <a:pt x="4" y="33"/>
                      <a:pt x="4" y="33"/>
                      <a:pt x="4" y="32"/>
                    </a:cubicBezTo>
                    <a:cubicBezTo>
                      <a:pt x="4" y="31"/>
                      <a:pt x="4" y="30"/>
                      <a:pt x="4" y="29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1"/>
                      <a:pt x="10" y="31"/>
                      <a:pt x="10" y="32"/>
                    </a:cubicBezTo>
                    <a:cubicBezTo>
                      <a:pt x="10" y="33"/>
                      <a:pt x="10" y="35"/>
                      <a:pt x="9" y="36"/>
                    </a:cubicBezTo>
                    <a:close/>
                    <a:moveTo>
                      <a:pt x="2" y="23"/>
                    </a:moveTo>
                    <a:cubicBezTo>
                      <a:pt x="0" y="22"/>
                      <a:pt x="0" y="21"/>
                      <a:pt x="0" y="19"/>
                    </a:cubicBezTo>
                    <a:cubicBezTo>
                      <a:pt x="0" y="19"/>
                      <a:pt x="0" y="19"/>
                      <a:pt x="0" y="18"/>
                    </a:cubicBezTo>
                    <a:cubicBezTo>
                      <a:pt x="0" y="16"/>
                      <a:pt x="2" y="15"/>
                      <a:pt x="4" y="14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6" y="19"/>
                      <a:pt x="6" y="20"/>
                      <a:pt x="5" y="20"/>
                    </a:cubicBezTo>
                    <a:cubicBezTo>
                      <a:pt x="5" y="19"/>
                      <a:pt x="5" y="18"/>
                      <a:pt x="5" y="18"/>
                    </a:cubicBezTo>
                    <a:lnTo>
                      <a:pt x="2" y="23"/>
                    </a:lnTo>
                    <a:close/>
                    <a:moveTo>
                      <a:pt x="8" y="7"/>
                    </a:moveTo>
                    <a:cubicBezTo>
                      <a:pt x="8" y="7"/>
                      <a:pt x="8" y="6"/>
                      <a:pt x="6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2" y="3"/>
                      <a:pt x="14" y="5"/>
                      <a:pt x="14" y="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îSlîdè"/>
              <p:cNvSpPr/>
              <p:nvPr/>
            </p:nvSpPr>
            <p:spPr bwMode="auto">
              <a:xfrm>
                <a:off x="3690938" y="2660650"/>
                <a:ext cx="450850" cy="520700"/>
              </a:xfrm>
              <a:custGeom>
                <a:avLst/>
                <a:gdLst>
                  <a:gd name="T0" fmla="*/ 89 w 210"/>
                  <a:gd name="T1" fmla="*/ 236 h 243"/>
                  <a:gd name="T2" fmla="*/ 86 w 210"/>
                  <a:gd name="T3" fmla="*/ 243 h 243"/>
                  <a:gd name="T4" fmla="*/ 100 w 210"/>
                  <a:gd name="T5" fmla="*/ 231 h 243"/>
                  <a:gd name="T6" fmla="*/ 103 w 210"/>
                  <a:gd name="T7" fmla="*/ 237 h 243"/>
                  <a:gd name="T8" fmla="*/ 79 w 210"/>
                  <a:gd name="T9" fmla="*/ 229 h 243"/>
                  <a:gd name="T10" fmla="*/ 57 w 210"/>
                  <a:gd name="T11" fmla="*/ 221 h 243"/>
                  <a:gd name="T12" fmla="*/ 61 w 210"/>
                  <a:gd name="T13" fmla="*/ 227 h 243"/>
                  <a:gd name="T14" fmla="*/ 3 w 210"/>
                  <a:gd name="T15" fmla="*/ 217 h 243"/>
                  <a:gd name="T16" fmla="*/ 18 w 210"/>
                  <a:gd name="T17" fmla="*/ 218 h 243"/>
                  <a:gd name="T18" fmla="*/ 26 w 210"/>
                  <a:gd name="T19" fmla="*/ 220 h 243"/>
                  <a:gd name="T20" fmla="*/ 20 w 210"/>
                  <a:gd name="T21" fmla="*/ 218 h 243"/>
                  <a:gd name="T22" fmla="*/ 41 w 210"/>
                  <a:gd name="T23" fmla="*/ 215 h 243"/>
                  <a:gd name="T24" fmla="*/ 104 w 210"/>
                  <a:gd name="T25" fmla="*/ 220 h 243"/>
                  <a:gd name="T26" fmla="*/ 104 w 210"/>
                  <a:gd name="T27" fmla="*/ 220 h 243"/>
                  <a:gd name="T28" fmla="*/ 33 w 210"/>
                  <a:gd name="T29" fmla="*/ 211 h 243"/>
                  <a:gd name="T30" fmla="*/ 37 w 210"/>
                  <a:gd name="T31" fmla="*/ 207 h 243"/>
                  <a:gd name="T32" fmla="*/ 102 w 210"/>
                  <a:gd name="T33" fmla="*/ 201 h 243"/>
                  <a:gd name="T34" fmla="*/ 108 w 210"/>
                  <a:gd name="T35" fmla="*/ 200 h 243"/>
                  <a:gd name="T36" fmla="*/ 92 w 210"/>
                  <a:gd name="T37" fmla="*/ 193 h 243"/>
                  <a:gd name="T38" fmla="*/ 98 w 210"/>
                  <a:gd name="T39" fmla="*/ 191 h 243"/>
                  <a:gd name="T40" fmla="*/ 86 w 210"/>
                  <a:gd name="T41" fmla="*/ 179 h 243"/>
                  <a:gd name="T42" fmla="*/ 95 w 210"/>
                  <a:gd name="T43" fmla="*/ 170 h 243"/>
                  <a:gd name="T44" fmla="*/ 100 w 210"/>
                  <a:gd name="T45" fmla="*/ 166 h 243"/>
                  <a:gd name="T46" fmla="*/ 109 w 210"/>
                  <a:gd name="T47" fmla="*/ 160 h 243"/>
                  <a:gd name="T48" fmla="*/ 111 w 210"/>
                  <a:gd name="T49" fmla="*/ 166 h 243"/>
                  <a:gd name="T50" fmla="*/ 126 w 210"/>
                  <a:gd name="T51" fmla="*/ 152 h 243"/>
                  <a:gd name="T52" fmla="*/ 132 w 210"/>
                  <a:gd name="T53" fmla="*/ 149 h 243"/>
                  <a:gd name="T54" fmla="*/ 132 w 210"/>
                  <a:gd name="T55" fmla="*/ 149 h 243"/>
                  <a:gd name="T56" fmla="*/ 125 w 210"/>
                  <a:gd name="T57" fmla="*/ 133 h 243"/>
                  <a:gd name="T58" fmla="*/ 131 w 210"/>
                  <a:gd name="T59" fmla="*/ 132 h 243"/>
                  <a:gd name="T60" fmla="*/ 122 w 210"/>
                  <a:gd name="T61" fmla="*/ 115 h 243"/>
                  <a:gd name="T62" fmla="*/ 122 w 210"/>
                  <a:gd name="T63" fmla="*/ 116 h 243"/>
                  <a:gd name="T64" fmla="*/ 112 w 210"/>
                  <a:gd name="T65" fmla="*/ 105 h 243"/>
                  <a:gd name="T66" fmla="*/ 117 w 210"/>
                  <a:gd name="T67" fmla="*/ 104 h 243"/>
                  <a:gd name="T68" fmla="*/ 100 w 210"/>
                  <a:gd name="T69" fmla="*/ 91 h 243"/>
                  <a:gd name="T70" fmla="*/ 102 w 210"/>
                  <a:gd name="T71" fmla="*/ 93 h 243"/>
                  <a:gd name="T72" fmla="*/ 90 w 210"/>
                  <a:gd name="T73" fmla="*/ 75 h 243"/>
                  <a:gd name="T74" fmla="*/ 99 w 210"/>
                  <a:gd name="T75" fmla="*/ 65 h 243"/>
                  <a:gd name="T76" fmla="*/ 99 w 210"/>
                  <a:gd name="T77" fmla="*/ 65 h 243"/>
                  <a:gd name="T78" fmla="*/ 104 w 210"/>
                  <a:gd name="T79" fmla="*/ 43 h 243"/>
                  <a:gd name="T80" fmla="*/ 86 w 210"/>
                  <a:gd name="T81" fmla="*/ 33 h 243"/>
                  <a:gd name="T82" fmla="*/ 87 w 210"/>
                  <a:gd name="T83" fmla="*/ 41 h 243"/>
                  <a:gd name="T84" fmla="*/ 103 w 210"/>
                  <a:gd name="T85" fmla="*/ 35 h 243"/>
                  <a:gd name="T86" fmla="*/ 77 w 210"/>
                  <a:gd name="T87" fmla="*/ 17 h 243"/>
                  <a:gd name="T88" fmla="*/ 77 w 210"/>
                  <a:gd name="T89" fmla="*/ 23 h 243"/>
                  <a:gd name="T90" fmla="*/ 90 w 210"/>
                  <a:gd name="T91" fmla="*/ 14 h 243"/>
                  <a:gd name="T92" fmla="*/ 106 w 210"/>
                  <a:gd name="T93" fmla="*/ 17 h 243"/>
                  <a:gd name="T94" fmla="*/ 111 w 210"/>
                  <a:gd name="T95" fmla="*/ 14 h 243"/>
                  <a:gd name="T96" fmla="*/ 136 w 210"/>
                  <a:gd name="T97" fmla="*/ 7 h 243"/>
                  <a:gd name="T98" fmla="*/ 141 w 210"/>
                  <a:gd name="T99" fmla="*/ 13 h 243"/>
                  <a:gd name="T100" fmla="*/ 160 w 210"/>
                  <a:gd name="T101" fmla="*/ 6 h 243"/>
                  <a:gd name="T102" fmla="*/ 171 w 210"/>
                  <a:gd name="T103" fmla="*/ 5 h 243"/>
                  <a:gd name="T104" fmla="*/ 124 w 210"/>
                  <a:gd name="T105" fmla="*/ 10 h 243"/>
                  <a:gd name="T106" fmla="*/ 127 w 210"/>
                  <a:gd name="T107" fmla="*/ 5 h 243"/>
                  <a:gd name="T108" fmla="*/ 208 w 210"/>
                  <a:gd name="T109" fmla="*/ 0 h 243"/>
                  <a:gd name="T110" fmla="*/ 190 w 210"/>
                  <a:gd name="T111" fmla="*/ 6 h 243"/>
                  <a:gd name="T112" fmla="*/ 188 w 210"/>
                  <a:gd name="T113" fmla="*/ 1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10" h="243">
                    <a:moveTo>
                      <a:pt x="86" y="243"/>
                    </a:moveTo>
                    <a:cubicBezTo>
                      <a:pt x="85" y="243"/>
                      <a:pt x="84" y="243"/>
                      <a:pt x="84" y="242"/>
                    </a:cubicBezTo>
                    <a:cubicBezTo>
                      <a:pt x="86" y="237"/>
                      <a:pt x="86" y="237"/>
                      <a:pt x="86" y="237"/>
                    </a:cubicBezTo>
                    <a:cubicBezTo>
                      <a:pt x="86" y="237"/>
                      <a:pt x="86" y="237"/>
                      <a:pt x="89" y="236"/>
                    </a:cubicBezTo>
                    <a:cubicBezTo>
                      <a:pt x="89" y="236"/>
                      <a:pt x="89" y="236"/>
                      <a:pt x="89" y="236"/>
                    </a:cubicBezTo>
                    <a:cubicBezTo>
                      <a:pt x="92" y="241"/>
                      <a:pt x="92" y="241"/>
                      <a:pt x="92" y="241"/>
                    </a:cubicBezTo>
                    <a:cubicBezTo>
                      <a:pt x="91" y="242"/>
                      <a:pt x="91" y="242"/>
                      <a:pt x="91" y="242"/>
                    </a:cubicBezTo>
                    <a:cubicBezTo>
                      <a:pt x="89" y="243"/>
                      <a:pt x="88" y="243"/>
                      <a:pt x="86" y="243"/>
                    </a:cubicBezTo>
                    <a:close/>
                    <a:moveTo>
                      <a:pt x="103" y="237"/>
                    </a:moveTo>
                    <a:cubicBezTo>
                      <a:pt x="100" y="232"/>
                      <a:pt x="100" y="232"/>
                      <a:pt x="100" y="232"/>
                    </a:cubicBezTo>
                    <a:cubicBezTo>
                      <a:pt x="100" y="232"/>
                      <a:pt x="100" y="232"/>
                      <a:pt x="100" y="232"/>
                    </a:cubicBezTo>
                    <a:cubicBezTo>
                      <a:pt x="100" y="232"/>
                      <a:pt x="100" y="231"/>
                      <a:pt x="100" y="231"/>
                    </a:cubicBezTo>
                    <a:cubicBezTo>
                      <a:pt x="106" y="229"/>
                      <a:pt x="106" y="229"/>
                      <a:pt x="106" y="229"/>
                    </a:cubicBezTo>
                    <a:cubicBezTo>
                      <a:pt x="106" y="230"/>
                      <a:pt x="106" y="231"/>
                      <a:pt x="106" y="232"/>
                    </a:cubicBezTo>
                    <a:cubicBezTo>
                      <a:pt x="106" y="235"/>
                      <a:pt x="105" y="237"/>
                      <a:pt x="104" y="237"/>
                    </a:cubicBezTo>
                    <a:cubicBezTo>
                      <a:pt x="103" y="237"/>
                      <a:pt x="103" y="237"/>
                      <a:pt x="103" y="237"/>
                    </a:cubicBezTo>
                    <a:close/>
                    <a:moveTo>
                      <a:pt x="75" y="233"/>
                    </a:moveTo>
                    <a:cubicBezTo>
                      <a:pt x="74" y="232"/>
                      <a:pt x="73" y="231"/>
                      <a:pt x="71" y="230"/>
                    </a:cubicBezTo>
                    <a:cubicBezTo>
                      <a:pt x="74" y="225"/>
                      <a:pt x="74" y="225"/>
                      <a:pt x="74" y="225"/>
                    </a:cubicBezTo>
                    <a:cubicBezTo>
                      <a:pt x="76" y="226"/>
                      <a:pt x="78" y="227"/>
                      <a:pt x="79" y="229"/>
                    </a:cubicBezTo>
                    <a:lnTo>
                      <a:pt x="75" y="233"/>
                    </a:lnTo>
                    <a:close/>
                    <a:moveTo>
                      <a:pt x="58" y="227"/>
                    </a:moveTo>
                    <a:cubicBezTo>
                      <a:pt x="57" y="227"/>
                      <a:pt x="56" y="227"/>
                      <a:pt x="55" y="227"/>
                    </a:cubicBezTo>
                    <a:cubicBezTo>
                      <a:pt x="57" y="221"/>
                      <a:pt x="57" y="221"/>
                      <a:pt x="57" y="221"/>
                    </a:cubicBezTo>
                    <a:cubicBezTo>
                      <a:pt x="58" y="221"/>
                      <a:pt x="59" y="221"/>
                      <a:pt x="60" y="221"/>
                    </a:cubicBezTo>
                    <a:cubicBezTo>
                      <a:pt x="62" y="221"/>
                      <a:pt x="62" y="221"/>
                      <a:pt x="62" y="221"/>
                    </a:cubicBezTo>
                    <a:cubicBezTo>
                      <a:pt x="62" y="227"/>
                      <a:pt x="62" y="227"/>
                      <a:pt x="62" y="227"/>
                    </a:cubicBezTo>
                    <a:cubicBezTo>
                      <a:pt x="61" y="227"/>
                      <a:pt x="61" y="227"/>
                      <a:pt x="61" y="227"/>
                    </a:cubicBezTo>
                    <a:cubicBezTo>
                      <a:pt x="60" y="227"/>
                      <a:pt x="59" y="227"/>
                      <a:pt x="58" y="227"/>
                    </a:cubicBezTo>
                    <a:close/>
                    <a:moveTo>
                      <a:pt x="6" y="224"/>
                    </a:moveTo>
                    <a:cubicBezTo>
                      <a:pt x="3" y="223"/>
                      <a:pt x="1" y="222"/>
                      <a:pt x="0" y="222"/>
                    </a:cubicBezTo>
                    <a:cubicBezTo>
                      <a:pt x="3" y="217"/>
                      <a:pt x="3" y="217"/>
                      <a:pt x="3" y="217"/>
                    </a:cubicBezTo>
                    <a:cubicBezTo>
                      <a:pt x="3" y="217"/>
                      <a:pt x="5" y="217"/>
                      <a:pt x="8" y="218"/>
                    </a:cubicBezTo>
                    <a:lnTo>
                      <a:pt x="6" y="224"/>
                    </a:lnTo>
                    <a:close/>
                    <a:moveTo>
                      <a:pt x="19" y="224"/>
                    </a:moveTo>
                    <a:cubicBezTo>
                      <a:pt x="18" y="218"/>
                      <a:pt x="18" y="218"/>
                      <a:pt x="18" y="218"/>
                    </a:cubicBezTo>
                    <a:cubicBezTo>
                      <a:pt x="19" y="218"/>
                      <a:pt x="20" y="218"/>
                      <a:pt x="20" y="217"/>
                    </a:cubicBezTo>
                    <a:cubicBezTo>
                      <a:pt x="20" y="217"/>
                      <a:pt x="21" y="217"/>
                      <a:pt x="21" y="217"/>
                    </a:cubicBezTo>
                    <a:cubicBezTo>
                      <a:pt x="26" y="219"/>
                      <a:pt x="26" y="219"/>
                      <a:pt x="26" y="219"/>
                    </a:cubicBezTo>
                    <a:cubicBezTo>
                      <a:pt x="26" y="220"/>
                      <a:pt x="26" y="220"/>
                      <a:pt x="26" y="220"/>
                    </a:cubicBezTo>
                    <a:cubicBezTo>
                      <a:pt x="25" y="222"/>
                      <a:pt x="23" y="223"/>
                      <a:pt x="19" y="224"/>
                    </a:cubicBezTo>
                    <a:close/>
                    <a:moveTo>
                      <a:pt x="20" y="218"/>
                    </a:moveTo>
                    <a:cubicBezTo>
                      <a:pt x="20" y="218"/>
                      <a:pt x="20" y="218"/>
                      <a:pt x="20" y="218"/>
                    </a:cubicBezTo>
                    <a:cubicBezTo>
                      <a:pt x="20" y="218"/>
                      <a:pt x="20" y="218"/>
                      <a:pt x="20" y="218"/>
                    </a:cubicBezTo>
                    <a:close/>
                    <a:moveTo>
                      <a:pt x="45" y="221"/>
                    </a:moveTo>
                    <a:cubicBezTo>
                      <a:pt x="44" y="221"/>
                      <a:pt x="44" y="221"/>
                      <a:pt x="43" y="221"/>
                    </a:cubicBezTo>
                    <a:cubicBezTo>
                      <a:pt x="42" y="221"/>
                      <a:pt x="41" y="221"/>
                      <a:pt x="40" y="221"/>
                    </a:cubicBezTo>
                    <a:cubicBezTo>
                      <a:pt x="41" y="215"/>
                      <a:pt x="41" y="215"/>
                      <a:pt x="41" y="215"/>
                    </a:cubicBezTo>
                    <a:cubicBezTo>
                      <a:pt x="41" y="215"/>
                      <a:pt x="42" y="215"/>
                      <a:pt x="43" y="215"/>
                    </a:cubicBezTo>
                    <a:cubicBezTo>
                      <a:pt x="44" y="215"/>
                      <a:pt x="45" y="215"/>
                      <a:pt x="47" y="216"/>
                    </a:cubicBezTo>
                    <a:lnTo>
                      <a:pt x="45" y="221"/>
                    </a:lnTo>
                    <a:close/>
                    <a:moveTo>
                      <a:pt x="104" y="220"/>
                    </a:moveTo>
                    <a:cubicBezTo>
                      <a:pt x="99" y="218"/>
                      <a:pt x="99" y="218"/>
                      <a:pt x="99" y="218"/>
                    </a:cubicBezTo>
                    <a:cubicBezTo>
                      <a:pt x="99" y="218"/>
                      <a:pt x="100" y="216"/>
                      <a:pt x="100" y="213"/>
                    </a:cubicBezTo>
                    <a:cubicBezTo>
                      <a:pt x="106" y="214"/>
                      <a:pt x="106" y="214"/>
                      <a:pt x="106" y="214"/>
                    </a:cubicBezTo>
                    <a:cubicBezTo>
                      <a:pt x="105" y="217"/>
                      <a:pt x="105" y="219"/>
                      <a:pt x="104" y="220"/>
                    </a:cubicBezTo>
                    <a:close/>
                    <a:moveTo>
                      <a:pt x="34" y="212"/>
                    </a:moveTo>
                    <a:cubicBezTo>
                      <a:pt x="34" y="211"/>
                      <a:pt x="34" y="211"/>
                      <a:pt x="34" y="211"/>
                    </a:cubicBezTo>
                    <a:cubicBezTo>
                      <a:pt x="33" y="211"/>
                      <a:pt x="33" y="211"/>
                      <a:pt x="33" y="211"/>
                    </a:cubicBezTo>
                    <a:cubicBezTo>
                      <a:pt x="33" y="211"/>
                      <a:pt x="33" y="211"/>
                      <a:pt x="33" y="211"/>
                    </a:cubicBezTo>
                    <a:cubicBezTo>
                      <a:pt x="28" y="209"/>
                      <a:pt x="28" y="209"/>
                      <a:pt x="28" y="209"/>
                    </a:cubicBezTo>
                    <a:cubicBezTo>
                      <a:pt x="29" y="208"/>
                      <a:pt x="30" y="205"/>
                      <a:pt x="33" y="205"/>
                    </a:cubicBezTo>
                    <a:cubicBezTo>
                      <a:pt x="34" y="205"/>
                      <a:pt x="35" y="205"/>
                      <a:pt x="36" y="206"/>
                    </a:cubicBezTo>
                    <a:cubicBezTo>
                      <a:pt x="37" y="206"/>
                      <a:pt x="37" y="206"/>
                      <a:pt x="37" y="207"/>
                    </a:cubicBezTo>
                    <a:lnTo>
                      <a:pt x="34" y="212"/>
                    </a:lnTo>
                    <a:close/>
                    <a:moveTo>
                      <a:pt x="108" y="203"/>
                    </a:moveTo>
                    <a:cubicBezTo>
                      <a:pt x="102" y="202"/>
                      <a:pt x="102" y="202"/>
                      <a:pt x="102" y="202"/>
                    </a:cubicBezTo>
                    <a:cubicBezTo>
                      <a:pt x="102" y="202"/>
                      <a:pt x="102" y="201"/>
                      <a:pt x="102" y="201"/>
                    </a:cubicBezTo>
                    <a:cubicBezTo>
                      <a:pt x="102" y="200"/>
                      <a:pt x="102" y="200"/>
                      <a:pt x="102" y="200"/>
                    </a:cubicBezTo>
                    <a:cubicBezTo>
                      <a:pt x="102" y="198"/>
                      <a:pt x="102" y="198"/>
                      <a:pt x="102" y="198"/>
                    </a:cubicBezTo>
                    <a:cubicBezTo>
                      <a:pt x="107" y="195"/>
                      <a:pt x="107" y="195"/>
                      <a:pt x="107" y="195"/>
                    </a:cubicBezTo>
                    <a:cubicBezTo>
                      <a:pt x="108" y="197"/>
                      <a:pt x="108" y="198"/>
                      <a:pt x="108" y="200"/>
                    </a:cubicBezTo>
                    <a:cubicBezTo>
                      <a:pt x="108" y="201"/>
                      <a:pt x="108" y="201"/>
                      <a:pt x="108" y="201"/>
                    </a:cubicBezTo>
                    <a:cubicBezTo>
                      <a:pt x="108" y="201"/>
                      <a:pt x="108" y="202"/>
                      <a:pt x="108" y="203"/>
                    </a:cubicBezTo>
                    <a:close/>
                    <a:moveTo>
                      <a:pt x="93" y="194"/>
                    </a:moveTo>
                    <a:cubicBezTo>
                      <a:pt x="92" y="193"/>
                      <a:pt x="92" y="193"/>
                      <a:pt x="92" y="193"/>
                    </a:cubicBezTo>
                    <a:cubicBezTo>
                      <a:pt x="91" y="193"/>
                      <a:pt x="90" y="193"/>
                      <a:pt x="90" y="193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2" y="187"/>
                      <a:pt x="92" y="187"/>
                    </a:cubicBezTo>
                    <a:cubicBezTo>
                      <a:pt x="96" y="188"/>
                      <a:pt x="97" y="190"/>
                      <a:pt x="98" y="191"/>
                    </a:cubicBezTo>
                    <a:lnTo>
                      <a:pt x="93" y="194"/>
                    </a:lnTo>
                    <a:close/>
                    <a:moveTo>
                      <a:pt x="91" y="182"/>
                    </a:moveTo>
                    <a:cubicBezTo>
                      <a:pt x="85" y="180"/>
                      <a:pt x="85" y="180"/>
                      <a:pt x="85" y="180"/>
                    </a:cubicBezTo>
                    <a:cubicBezTo>
                      <a:pt x="86" y="179"/>
                      <a:pt x="86" y="179"/>
                      <a:pt x="86" y="179"/>
                    </a:cubicBezTo>
                    <a:cubicBezTo>
                      <a:pt x="86" y="178"/>
                      <a:pt x="87" y="176"/>
                      <a:pt x="87" y="175"/>
                    </a:cubicBezTo>
                    <a:cubicBezTo>
                      <a:pt x="93" y="176"/>
                      <a:pt x="93" y="176"/>
                      <a:pt x="93" y="176"/>
                    </a:cubicBezTo>
                    <a:cubicBezTo>
                      <a:pt x="93" y="178"/>
                      <a:pt x="92" y="180"/>
                      <a:pt x="91" y="182"/>
                    </a:cubicBezTo>
                    <a:close/>
                    <a:moveTo>
                      <a:pt x="95" y="170"/>
                    </a:moveTo>
                    <a:cubicBezTo>
                      <a:pt x="93" y="164"/>
                      <a:pt x="93" y="164"/>
                      <a:pt x="93" y="164"/>
                    </a:cubicBezTo>
                    <a:cubicBezTo>
                      <a:pt x="94" y="164"/>
                      <a:pt x="95" y="163"/>
                      <a:pt x="95" y="163"/>
                    </a:cubicBezTo>
                    <a:cubicBezTo>
                      <a:pt x="96" y="162"/>
                      <a:pt x="96" y="162"/>
                      <a:pt x="97" y="161"/>
                    </a:cubicBezTo>
                    <a:cubicBezTo>
                      <a:pt x="100" y="166"/>
                      <a:pt x="100" y="166"/>
                      <a:pt x="100" y="166"/>
                    </a:cubicBezTo>
                    <a:cubicBezTo>
                      <a:pt x="100" y="166"/>
                      <a:pt x="100" y="166"/>
                      <a:pt x="100" y="167"/>
                    </a:cubicBezTo>
                    <a:cubicBezTo>
                      <a:pt x="99" y="167"/>
                      <a:pt x="98" y="169"/>
                      <a:pt x="95" y="170"/>
                    </a:cubicBezTo>
                    <a:close/>
                    <a:moveTo>
                      <a:pt x="111" y="166"/>
                    </a:moveTo>
                    <a:cubicBezTo>
                      <a:pt x="109" y="160"/>
                      <a:pt x="109" y="160"/>
                      <a:pt x="109" y="160"/>
                    </a:cubicBezTo>
                    <a:cubicBezTo>
                      <a:pt x="111" y="160"/>
                      <a:pt x="112" y="159"/>
                      <a:pt x="114" y="158"/>
                    </a:cubicBezTo>
                    <a:cubicBezTo>
                      <a:pt x="117" y="163"/>
                      <a:pt x="117" y="163"/>
                      <a:pt x="117" y="163"/>
                    </a:cubicBezTo>
                    <a:cubicBezTo>
                      <a:pt x="116" y="164"/>
                      <a:pt x="116" y="164"/>
                      <a:pt x="116" y="164"/>
                    </a:cubicBezTo>
                    <a:cubicBezTo>
                      <a:pt x="114" y="165"/>
                      <a:pt x="113" y="165"/>
                      <a:pt x="111" y="166"/>
                    </a:cubicBezTo>
                    <a:close/>
                    <a:moveTo>
                      <a:pt x="130" y="161"/>
                    </a:moveTo>
                    <a:cubicBezTo>
                      <a:pt x="129" y="160"/>
                      <a:pt x="128" y="160"/>
                      <a:pt x="126" y="159"/>
                    </a:cubicBezTo>
                    <a:cubicBezTo>
                      <a:pt x="126" y="158"/>
                      <a:pt x="126" y="158"/>
                      <a:pt x="126" y="158"/>
                    </a:cubicBezTo>
                    <a:cubicBezTo>
                      <a:pt x="126" y="152"/>
                      <a:pt x="126" y="152"/>
                      <a:pt x="126" y="152"/>
                    </a:cubicBezTo>
                    <a:cubicBezTo>
                      <a:pt x="127" y="152"/>
                      <a:pt x="129" y="153"/>
                      <a:pt x="130" y="154"/>
                    </a:cubicBezTo>
                    <a:cubicBezTo>
                      <a:pt x="131" y="155"/>
                      <a:pt x="131" y="155"/>
                      <a:pt x="132" y="155"/>
                    </a:cubicBezTo>
                    <a:lnTo>
                      <a:pt x="130" y="161"/>
                    </a:lnTo>
                    <a:close/>
                    <a:moveTo>
                      <a:pt x="132" y="149"/>
                    </a:moveTo>
                    <a:cubicBezTo>
                      <a:pt x="132" y="147"/>
                      <a:pt x="131" y="146"/>
                      <a:pt x="131" y="145"/>
                    </a:cubicBezTo>
                    <a:cubicBezTo>
                      <a:pt x="136" y="142"/>
                      <a:pt x="136" y="142"/>
                      <a:pt x="136" y="142"/>
                    </a:cubicBezTo>
                    <a:cubicBezTo>
                      <a:pt x="137" y="143"/>
                      <a:pt x="137" y="146"/>
                      <a:pt x="138" y="148"/>
                    </a:cubicBezTo>
                    <a:lnTo>
                      <a:pt x="132" y="149"/>
                    </a:lnTo>
                    <a:close/>
                    <a:moveTo>
                      <a:pt x="126" y="134"/>
                    </a:moveTo>
                    <a:cubicBezTo>
                      <a:pt x="129" y="133"/>
                      <a:pt x="129" y="133"/>
                      <a:pt x="129" y="133"/>
                    </a:cubicBezTo>
                    <a:cubicBezTo>
                      <a:pt x="126" y="134"/>
                      <a:pt x="126" y="134"/>
                      <a:pt x="126" y="134"/>
                    </a:cubicBezTo>
                    <a:cubicBezTo>
                      <a:pt x="125" y="133"/>
                      <a:pt x="125" y="133"/>
                      <a:pt x="125" y="133"/>
                    </a:cubicBezTo>
                    <a:cubicBezTo>
                      <a:pt x="125" y="131"/>
                      <a:pt x="124" y="130"/>
                      <a:pt x="124" y="129"/>
                    </a:cubicBezTo>
                    <a:cubicBezTo>
                      <a:pt x="129" y="127"/>
                      <a:pt x="129" y="127"/>
                      <a:pt x="129" y="127"/>
                    </a:cubicBezTo>
                    <a:cubicBezTo>
                      <a:pt x="130" y="128"/>
                      <a:pt x="130" y="129"/>
                      <a:pt x="131" y="130"/>
                    </a:cubicBezTo>
                    <a:cubicBezTo>
                      <a:pt x="131" y="132"/>
                      <a:pt x="131" y="132"/>
                      <a:pt x="131" y="132"/>
                    </a:cubicBezTo>
                    <a:cubicBezTo>
                      <a:pt x="129" y="133"/>
                      <a:pt x="129" y="133"/>
                      <a:pt x="129" y="133"/>
                    </a:cubicBezTo>
                    <a:lnTo>
                      <a:pt x="126" y="134"/>
                    </a:lnTo>
                    <a:close/>
                    <a:moveTo>
                      <a:pt x="122" y="116"/>
                    </a:moveTo>
                    <a:cubicBezTo>
                      <a:pt x="122" y="116"/>
                      <a:pt x="122" y="116"/>
                      <a:pt x="122" y="115"/>
                    </a:cubicBezTo>
                    <a:cubicBezTo>
                      <a:pt x="122" y="115"/>
                      <a:pt x="122" y="115"/>
                      <a:pt x="121" y="115"/>
                    </a:cubicBezTo>
                    <a:cubicBezTo>
                      <a:pt x="122" y="110"/>
                      <a:pt x="122" y="110"/>
                      <a:pt x="122" y="110"/>
                    </a:cubicBezTo>
                    <a:cubicBezTo>
                      <a:pt x="126" y="110"/>
                      <a:pt x="128" y="112"/>
                      <a:pt x="128" y="116"/>
                    </a:cubicBezTo>
                    <a:lnTo>
                      <a:pt x="122" y="116"/>
                    </a:lnTo>
                    <a:close/>
                    <a:moveTo>
                      <a:pt x="112" y="106"/>
                    </a:moveTo>
                    <a:cubicBezTo>
                      <a:pt x="115" y="105"/>
                      <a:pt x="115" y="105"/>
                      <a:pt x="115" y="105"/>
                    </a:cubicBezTo>
                    <a:cubicBezTo>
                      <a:pt x="112" y="106"/>
                      <a:pt x="112" y="106"/>
                      <a:pt x="112" y="106"/>
                    </a:cubicBezTo>
                    <a:cubicBezTo>
                      <a:pt x="112" y="105"/>
                      <a:pt x="112" y="105"/>
                      <a:pt x="112" y="105"/>
                    </a:cubicBezTo>
                    <a:cubicBezTo>
                      <a:pt x="111" y="103"/>
                      <a:pt x="110" y="102"/>
                      <a:pt x="110" y="102"/>
                    </a:cubicBezTo>
                    <a:cubicBezTo>
                      <a:pt x="114" y="98"/>
                      <a:pt x="114" y="98"/>
                      <a:pt x="114" y="98"/>
                    </a:cubicBezTo>
                    <a:cubicBezTo>
                      <a:pt x="116" y="99"/>
                      <a:pt x="116" y="101"/>
                      <a:pt x="117" y="104"/>
                    </a:cubicBezTo>
                    <a:cubicBezTo>
                      <a:pt x="117" y="104"/>
                      <a:pt x="117" y="104"/>
                      <a:pt x="117" y="104"/>
                    </a:cubicBezTo>
                    <a:lnTo>
                      <a:pt x="112" y="106"/>
                    </a:lnTo>
                    <a:close/>
                    <a:moveTo>
                      <a:pt x="102" y="93"/>
                    </a:moveTo>
                    <a:cubicBezTo>
                      <a:pt x="101" y="92"/>
                      <a:pt x="100" y="91"/>
                      <a:pt x="100" y="91"/>
                    </a:cubicBezTo>
                    <a:cubicBezTo>
                      <a:pt x="100" y="91"/>
                      <a:pt x="100" y="91"/>
                      <a:pt x="100" y="91"/>
                    </a:cubicBezTo>
                    <a:cubicBezTo>
                      <a:pt x="99" y="86"/>
                      <a:pt x="99" y="86"/>
                      <a:pt x="99" y="86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03" y="86"/>
                      <a:pt x="105" y="87"/>
                      <a:pt x="107" y="90"/>
                    </a:cubicBezTo>
                    <a:lnTo>
                      <a:pt x="102" y="93"/>
                    </a:lnTo>
                    <a:close/>
                    <a:moveTo>
                      <a:pt x="95" y="82"/>
                    </a:moveTo>
                    <a:cubicBezTo>
                      <a:pt x="89" y="81"/>
                      <a:pt x="89" y="81"/>
                      <a:pt x="89" y="81"/>
                    </a:cubicBezTo>
                    <a:cubicBezTo>
                      <a:pt x="89" y="80"/>
                      <a:pt x="90" y="78"/>
                      <a:pt x="90" y="76"/>
                    </a:cubicBezTo>
                    <a:cubicBezTo>
                      <a:pt x="90" y="75"/>
                      <a:pt x="90" y="75"/>
                      <a:pt x="90" y="75"/>
                    </a:cubicBezTo>
                    <a:cubicBezTo>
                      <a:pt x="96" y="77"/>
                      <a:pt x="96" y="77"/>
                      <a:pt x="96" y="77"/>
                    </a:cubicBezTo>
                    <a:cubicBezTo>
                      <a:pt x="96" y="77"/>
                      <a:pt x="96" y="77"/>
                      <a:pt x="96" y="77"/>
                    </a:cubicBezTo>
                    <a:cubicBezTo>
                      <a:pt x="96" y="79"/>
                      <a:pt x="95" y="81"/>
                      <a:pt x="95" y="82"/>
                    </a:cubicBezTo>
                    <a:close/>
                    <a:moveTo>
                      <a:pt x="99" y="65"/>
                    </a:moveTo>
                    <a:cubicBezTo>
                      <a:pt x="93" y="64"/>
                      <a:pt x="93" y="64"/>
                      <a:pt x="93" y="64"/>
                    </a:cubicBezTo>
                    <a:cubicBezTo>
                      <a:pt x="93" y="62"/>
                      <a:pt x="94" y="60"/>
                      <a:pt x="94" y="58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99" y="61"/>
                      <a:pt x="99" y="63"/>
                      <a:pt x="99" y="65"/>
                    </a:cubicBezTo>
                    <a:close/>
                    <a:moveTo>
                      <a:pt x="102" y="48"/>
                    </a:move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4"/>
                      <a:pt x="99" y="42"/>
                      <a:pt x="99" y="41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5"/>
                      <a:pt x="103" y="47"/>
                      <a:pt x="102" y="48"/>
                    </a:cubicBezTo>
                    <a:close/>
                    <a:moveTo>
                      <a:pt x="87" y="41"/>
                    </a:moveTo>
                    <a:cubicBezTo>
                      <a:pt x="85" y="41"/>
                      <a:pt x="82" y="40"/>
                      <a:pt x="80" y="35"/>
                    </a:cubicBezTo>
                    <a:cubicBezTo>
                      <a:pt x="86" y="33"/>
                      <a:pt x="86" y="33"/>
                      <a:pt x="86" y="33"/>
                    </a:cubicBezTo>
                    <a:cubicBezTo>
                      <a:pt x="86" y="34"/>
                      <a:pt x="86" y="35"/>
                      <a:pt x="87" y="35"/>
                    </a:cubicBezTo>
                    <a:cubicBezTo>
                      <a:pt x="87" y="41"/>
                      <a:pt x="87" y="41"/>
                      <a:pt x="87" y="41"/>
                    </a:cubicBezTo>
                    <a:cubicBezTo>
                      <a:pt x="87" y="41"/>
                      <a:pt x="87" y="41"/>
                      <a:pt x="87" y="41"/>
                    </a:cubicBezTo>
                    <a:cubicBezTo>
                      <a:pt x="87" y="41"/>
                      <a:pt x="87" y="41"/>
                      <a:pt x="87" y="41"/>
                    </a:cubicBezTo>
                    <a:close/>
                    <a:moveTo>
                      <a:pt x="99" y="36"/>
                    </a:moveTo>
                    <a:cubicBezTo>
                      <a:pt x="97" y="30"/>
                      <a:pt x="97" y="30"/>
                      <a:pt x="97" y="30"/>
                    </a:cubicBezTo>
                    <a:cubicBezTo>
                      <a:pt x="99" y="29"/>
                      <a:pt x="102" y="29"/>
                      <a:pt x="104" y="30"/>
                    </a:cubicBezTo>
                    <a:cubicBezTo>
                      <a:pt x="103" y="35"/>
                      <a:pt x="103" y="35"/>
                      <a:pt x="103" y="35"/>
                    </a:cubicBezTo>
                    <a:cubicBezTo>
                      <a:pt x="102" y="35"/>
                      <a:pt x="100" y="35"/>
                      <a:pt x="99" y="36"/>
                    </a:cubicBezTo>
                    <a:close/>
                    <a:moveTo>
                      <a:pt x="77" y="23"/>
                    </a:moveTo>
                    <a:cubicBezTo>
                      <a:pt x="77" y="21"/>
                      <a:pt x="77" y="20"/>
                      <a:pt x="77" y="18"/>
                    </a:cubicBezTo>
                    <a:cubicBezTo>
                      <a:pt x="77" y="18"/>
                      <a:pt x="77" y="17"/>
                      <a:pt x="77" y="17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3" y="19"/>
                      <a:pt x="83" y="21"/>
                      <a:pt x="83" y="22"/>
                    </a:cubicBezTo>
                    <a:lnTo>
                      <a:pt x="77" y="23"/>
                    </a:lnTo>
                    <a:close/>
                    <a:moveTo>
                      <a:pt x="94" y="22"/>
                    </a:moveTo>
                    <a:cubicBezTo>
                      <a:pt x="94" y="22"/>
                      <a:pt x="93" y="21"/>
                      <a:pt x="92" y="21"/>
                    </a:cubicBezTo>
                    <a:cubicBezTo>
                      <a:pt x="91" y="21"/>
                      <a:pt x="89" y="20"/>
                      <a:pt x="88" y="20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5"/>
                      <a:pt x="92" y="15"/>
                      <a:pt x="94" y="16"/>
                    </a:cubicBezTo>
                    <a:cubicBezTo>
                      <a:pt x="94" y="16"/>
                      <a:pt x="95" y="16"/>
                      <a:pt x="95" y="16"/>
                    </a:cubicBezTo>
                    <a:lnTo>
                      <a:pt x="94" y="22"/>
                    </a:lnTo>
                    <a:close/>
                    <a:moveTo>
                      <a:pt x="106" y="17"/>
                    </a:moveTo>
                    <a:cubicBezTo>
                      <a:pt x="103" y="12"/>
                      <a:pt x="103" y="12"/>
                      <a:pt x="103" y="12"/>
                    </a:cubicBezTo>
                    <a:cubicBezTo>
                      <a:pt x="104" y="11"/>
                      <a:pt x="105" y="11"/>
                      <a:pt x="105" y="10"/>
                    </a:cubicBezTo>
                    <a:cubicBezTo>
                      <a:pt x="106" y="10"/>
                      <a:pt x="107" y="9"/>
                      <a:pt x="108" y="9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09" y="14"/>
                      <a:pt x="109" y="15"/>
                      <a:pt x="109" y="15"/>
                    </a:cubicBezTo>
                    <a:cubicBezTo>
                      <a:pt x="108" y="15"/>
                      <a:pt x="107" y="16"/>
                      <a:pt x="106" y="17"/>
                    </a:cubicBezTo>
                    <a:close/>
                    <a:moveTo>
                      <a:pt x="137" y="13"/>
                    </a:moveTo>
                    <a:cubicBezTo>
                      <a:pt x="136" y="7"/>
                      <a:pt x="136" y="7"/>
                      <a:pt x="136" y="7"/>
                    </a:cubicBezTo>
                    <a:cubicBezTo>
                      <a:pt x="137" y="7"/>
                      <a:pt x="139" y="7"/>
                      <a:pt x="141" y="7"/>
                    </a:cubicBezTo>
                    <a:cubicBezTo>
                      <a:pt x="142" y="7"/>
                      <a:pt x="142" y="7"/>
                      <a:pt x="142" y="7"/>
                    </a:cubicBezTo>
                    <a:cubicBezTo>
                      <a:pt x="142" y="13"/>
                      <a:pt x="142" y="13"/>
                      <a:pt x="142" y="13"/>
                    </a:cubicBezTo>
                    <a:cubicBezTo>
                      <a:pt x="141" y="13"/>
                      <a:pt x="141" y="13"/>
                      <a:pt x="141" y="13"/>
                    </a:cubicBezTo>
                    <a:cubicBezTo>
                      <a:pt x="139" y="13"/>
                      <a:pt x="138" y="13"/>
                      <a:pt x="137" y="13"/>
                    </a:cubicBezTo>
                    <a:close/>
                    <a:moveTo>
                      <a:pt x="154" y="12"/>
                    </a:moveTo>
                    <a:cubicBezTo>
                      <a:pt x="154" y="6"/>
                      <a:pt x="154" y="6"/>
                      <a:pt x="154" y="6"/>
                    </a:cubicBezTo>
                    <a:cubicBezTo>
                      <a:pt x="156" y="6"/>
                      <a:pt x="158" y="6"/>
                      <a:pt x="160" y="6"/>
                    </a:cubicBezTo>
                    <a:cubicBezTo>
                      <a:pt x="160" y="11"/>
                      <a:pt x="160" y="11"/>
                      <a:pt x="160" y="11"/>
                    </a:cubicBezTo>
                    <a:cubicBezTo>
                      <a:pt x="159" y="11"/>
                      <a:pt x="157" y="12"/>
                      <a:pt x="154" y="12"/>
                    </a:cubicBezTo>
                    <a:close/>
                    <a:moveTo>
                      <a:pt x="172" y="10"/>
                    </a:moveTo>
                    <a:cubicBezTo>
                      <a:pt x="171" y="5"/>
                      <a:pt x="171" y="5"/>
                      <a:pt x="171" y="5"/>
                    </a:cubicBezTo>
                    <a:cubicBezTo>
                      <a:pt x="173" y="4"/>
                      <a:pt x="175" y="4"/>
                      <a:pt x="177" y="4"/>
                    </a:cubicBezTo>
                    <a:cubicBezTo>
                      <a:pt x="178" y="10"/>
                      <a:pt x="178" y="10"/>
                      <a:pt x="178" y="10"/>
                    </a:cubicBezTo>
                    <a:cubicBezTo>
                      <a:pt x="176" y="10"/>
                      <a:pt x="174" y="10"/>
                      <a:pt x="172" y="10"/>
                    </a:cubicBezTo>
                    <a:close/>
                    <a:moveTo>
                      <a:pt x="124" y="10"/>
                    </a:moveTo>
                    <a:cubicBezTo>
                      <a:pt x="122" y="9"/>
                      <a:pt x="122" y="9"/>
                      <a:pt x="121" y="9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19" y="3"/>
                      <a:pt x="119" y="3"/>
                      <a:pt x="119" y="3"/>
                    </a:cubicBezTo>
                    <a:cubicBezTo>
                      <a:pt x="122" y="3"/>
                      <a:pt x="124" y="3"/>
                      <a:pt x="127" y="5"/>
                    </a:cubicBezTo>
                    <a:lnTo>
                      <a:pt x="124" y="10"/>
                    </a:lnTo>
                    <a:close/>
                    <a:moveTo>
                      <a:pt x="206" y="7"/>
                    </a:moveTo>
                    <a:cubicBezTo>
                      <a:pt x="205" y="1"/>
                      <a:pt x="205" y="1"/>
                      <a:pt x="205" y="1"/>
                    </a:cubicBezTo>
                    <a:cubicBezTo>
                      <a:pt x="206" y="1"/>
                      <a:pt x="207" y="1"/>
                      <a:pt x="208" y="0"/>
                    </a:cubicBezTo>
                    <a:cubicBezTo>
                      <a:pt x="210" y="6"/>
                      <a:pt x="210" y="6"/>
                      <a:pt x="210" y="6"/>
                    </a:cubicBezTo>
                    <a:cubicBezTo>
                      <a:pt x="209" y="6"/>
                      <a:pt x="207" y="7"/>
                      <a:pt x="206" y="7"/>
                    </a:cubicBezTo>
                    <a:close/>
                    <a:moveTo>
                      <a:pt x="194" y="7"/>
                    </a:moveTo>
                    <a:cubicBezTo>
                      <a:pt x="192" y="7"/>
                      <a:pt x="191" y="6"/>
                      <a:pt x="190" y="6"/>
                    </a:cubicBezTo>
                    <a:cubicBezTo>
                      <a:pt x="190" y="6"/>
                      <a:pt x="190" y="6"/>
                      <a:pt x="190" y="6"/>
                    </a:cubicBezTo>
                    <a:cubicBezTo>
                      <a:pt x="189" y="7"/>
                      <a:pt x="189" y="7"/>
                      <a:pt x="189" y="7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90" y="0"/>
                      <a:pt x="191" y="0"/>
                      <a:pt x="192" y="0"/>
                    </a:cubicBezTo>
                    <a:cubicBezTo>
                      <a:pt x="192" y="1"/>
                      <a:pt x="193" y="1"/>
                      <a:pt x="195" y="1"/>
                    </a:cubicBezTo>
                    <a:lnTo>
                      <a:pt x="194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ïṡļîḍé"/>
              <p:cNvSpPr/>
              <p:nvPr/>
            </p:nvSpPr>
            <p:spPr bwMode="auto">
              <a:xfrm>
                <a:off x="4137025" y="2039938"/>
                <a:ext cx="766763" cy="633413"/>
              </a:xfrm>
              <a:custGeom>
                <a:avLst/>
                <a:gdLst>
                  <a:gd name="T0" fmla="*/ 8 w 357"/>
                  <a:gd name="T1" fmla="*/ 294 h 296"/>
                  <a:gd name="T2" fmla="*/ 22 w 357"/>
                  <a:gd name="T3" fmla="*/ 284 h 296"/>
                  <a:gd name="T4" fmla="*/ 18 w 357"/>
                  <a:gd name="T5" fmla="*/ 290 h 296"/>
                  <a:gd name="T6" fmla="*/ 33 w 357"/>
                  <a:gd name="T7" fmla="*/ 280 h 296"/>
                  <a:gd name="T8" fmla="*/ 45 w 357"/>
                  <a:gd name="T9" fmla="*/ 271 h 296"/>
                  <a:gd name="T10" fmla="*/ 43 w 357"/>
                  <a:gd name="T11" fmla="*/ 264 h 296"/>
                  <a:gd name="T12" fmla="*/ 45 w 357"/>
                  <a:gd name="T13" fmla="*/ 271 h 296"/>
                  <a:gd name="T14" fmla="*/ 56 w 357"/>
                  <a:gd name="T15" fmla="*/ 263 h 296"/>
                  <a:gd name="T16" fmla="*/ 61 w 357"/>
                  <a:gd name="T17" fmla="*/ 258 h 296"/>
                  <a:gd name="T18" fmla="*/ 64 w 357"/>
                  <a:gd name="T19" fmla="*/ 240 h 296"/>
                  <a:gd name="T20" fmla="*/ 67 w 357"/>
                  <a:gd name="T21" fmla="*/ 247 h 296"/>
                  <a:gd name="T22" fmla="*/ 76 w 357"/>
                  <a:gd name="T23" fmla="*/ 225 h 296"/>
                  <a:gd name="T24" fmla="*/ 75 w 357"/>
                  <a:gd name="T25" fmla="*/ 210 h 296"/>
                  <a:gd name="T26" fmla="*/ 79 w 357"/>
                  <a:gd name="T27" fmla="*/ 214 h 296"/>
                  <a:gd name="T28" fmla="*/ 87 w 357"/>
                  <a:gd name="T29" fmla="*/ 193 h 296"/>
                  <a:gd name="T30" fmla="*/ 94 w 357"/>
                  <a:gd name="T31" fmla="*/ 178 h 296"/>
                  <a:gd name="T32" fmla="*/ 95 w 357"/>
                  <a:gd name="T33" fmla="*/ 167 h 296"/>
                  <a:gd name="T34" fmla="*/ 146 w 357"/>
                  <a:gd name="T35" fmla="*/ 159 h 296"/>
                  <a:gd name="T36" fmla="*/ 146 w 357"/>
                  <a:gd name="T37" fmla="*/ 159 h 296"/>
                  <a:gd name="T38" fmla="*/ 112 w 357"/>
                  <a:gd name="T39" fmla="*/ 159 h 296"/>
                  <a:gd name="T40" fmla="*/ 129 w 357"/>
                  <a:gd name="T41" fmla="*/ 153 h 296"/>
                  <a:gd name="T42" fmla="*/ 155 w 357"/>
                  <a:gd name="T43" fmla="*/ 154 h 296"/>
                  <a:gd name="T44" fmla="*/ 163 w 357"/>
                  <a:gd name="T45" fmla="*/ 154 h 296"/>
                  <a:gd name="T46" fmla="*/ 162 w 357"/>
                  <a:gd name="T47" fmla="*/ 140 h 296"/>
                  <a:gd name="T48" fmla="*/ 168 w 357"/>
                  <a:gd name="T49" fmla="*/ 139 h 296"/>
                  <a:gd name="T50" fmla="*/ 174 w 357"/>
                  <a:gd name="T51" fmla="*/ 125 h 296"/>
                  <a:gd name="T52" fmla="*/ 178 w 357"/>
                  <a:gd name="T53" fmla="*/ 130 h 296"/>
                  <a:gd name="T54" fmla="*/ 192 w 357"/>
                  <a:gd name="T55" fmla="*/ 111 h 296"/>
                  <a:gd name="T56" fmla="*/ 201 w 357"/>
                  <a:gd name="T57" fmla="*/ 104 h 296"/>
                  <a:gd name="T58" fmla="*/ 277 w 357"/>
                  <a:gd name="T59" fmla="*/ 100 h 296"/>
                  <a:gd name="T60" fmla="*/ 277 w 357"/>
                  <a:gd name="T61" fmla="*/ 89 h 296"/>
                  <a:gd name="T62" fmla="*/ 217 w 357"/>
                  <a:gd name="T63" fmla="*/ 94 h 296"/>
                  <a:gd name="T64" fmla="*/ 221 w 357"/>
                  <a:gd name="T65" fmla="*/ 99 h 296"/>
                  <a:gd name="T66" fmla="*/ 237 w 357"/>
                  <a:gd name="T67" fmla="*/ 86 h 296"/>
                  <a:gd name="T68" fmla="*/ 246 w 357"/>
                  <a:gd name="T69" fmla="*/ 79 h 296"/>
                  <a:gd name="T70" fmla="*/ 288 w 357"/>
                  <a:gd name="T71" fmla="*/ 83 h 296"/>
                  <a:gd name="T72" fmla="*/ 288 w 357"/>
                  <a:gd name="T73" fmla="*/ 83 h 296"/>
                  <a:gd name="T74" fmla="*/ 275 w 357"/>
                  <a:gd name="T75" fmla="*/ 81 h 296"/>
                  <a:gd name="T76" fmla="*/ 303 w 357"/>
                  <a:gd name="T77" fmla="*/ 76 h 296"/>
                  <a:gd name="T78" fmla="*/ 307 w 357"/>
                  <a:gd name="T79" fmla="*/ 76 h 296"/>
                  <a:gd name="T80" fmla="*/ 326 w 357"/>
                  <a:gd name="T81" fmla="*/ 73 h 296"/>
                  <a:gd name="T82" fmla="*/ 264 w 357"/>
                  <a:gd name="T83" fmla="*/ 64 h 296"/>
                  <a:gd name="T84" fmla="*/ 332 w 357"/>
                  <a:gd name="T85" fmla="*/ 63 h 296"/>
                  <a:gd name="T86" fmla="*/ 336 w 357"/>
                  <a:gd name="T87" fmla="*/ 67 h 296"/>
                  <a:gd name="T88" fmla="*/ 339 w 357"/>
                  <a:gd name="T89" fmla="*/ 43 h 296"/>
                  <a:gd name="T90" fmla="*/ 336 w 357"/>
                  <a:gd name="T91" fmla="*/ 40 h 296"/>
                  <a:gd name="T92" fmla="*/ 338 w 357"/>
                  <a:gd name="T93" fmla="*/ 34 h 296"/>
                  <a:gd name="T94" fmla="*/ 327 w 357"/>
                  <a:gd name="T95" fmla="*/ 23 h 296"/>
                  <a:gd name="T96" fmla="*/ 333 w 357"/>
                  <a:gd name="T97" fmla="*/ 23 h 296"/>
                  <a:gd name="T98" fmla="*/ 337 w 357"/>
                  <a:gd name="T99" fmla="*/ 8 h 296"/>
                  <a:gd name="T100" fmla="*/ 340 w 357"/>
                  <a:gd name="T101" fmla="*/ 13 h 296"/>
                  <a:gd name="T102" fmla="*/ 354 w 357"/>
                  <a:gd name="T103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57" h="296">
                    <a:moveTo>
                      <a:pt x="2" y="296"/>
                    </a:moveTo>
                    <a:cubicBezTo>
                      <a:pt x="0" y="290"/>
                      <a:pt x="0" y="290"/>
                      <a:pt x="0" y="290"/>
                    </a:cubicBezTo>
                    <a:cubicBezTo>
                      <a:pt x="2" y="290"/>
                      <a:pt x="3" y="290"/>
                      <a:pt x="5" y="289"/>
                    </a:cubicBezTo>
                    <a:cubicBezTo>
                      <a:pt x="8" y="294"/>
                      <a:pt x="8" y="294"/>
                      <a:pt x="8" y="294"/>
                    </a:cubicBezTo>
                    <a:cubicBezTo>
                      <a:pt x="5" y="295"/>
                      <a:pt x="3" y="296"/>
                      <a:pt x="2" y="296"/>
                    </a:cubicBezTo>
                    <a:close/>
                    <a:moveTo>
                      <a:pt x="18" y="290"/>
                    </a:moveTo>
                    <a:cubicBezTo>
                      <a:pt x="17" y="285"/>
                      <a:pt x="17" y="285"/>
                      <a:pt x="17" y="285"/>
                    </a:cubicBezTo>
                    <a:cubicBezTo>
                      <a:pt x="19" y="284"/>
                      <a:pt x="20" y="284"/>
                      <a:pt x="22" y="284"/>
                    </a:cubicBezTo>
                    <a:cubicBezTo>
                      <a:pt x="23" y="284"/>
                      <a:pt x="23" y="284"/>
                      <a:pt x="23" y="284"/>
                    </a:cubicBezTo>
                    <a:cubicBezTo>
                      <a:pt x="23" y="290"/>
                      <a:pt x="23" y="290"/>
                      <a:pt x="23" y="290"/>
                    </a:cubicBezTo>
                    <a:cubicBezTo>
                      <a:pt x="22" y="290"/>
                      <a:pt x="22" y="290"/>
                      <a:pt x="22" y="290"/>
                    </a:cubicBezTo>
                    <a:cubicBezTo>
                      <a:pt x="21" y="290"/>
                      <a:pt x="19" y="290"/>
                      <a:pt x="18" y="290"/>
                    </a:cubicBezTo>
                    <a:close/>
                    <a:moveTo>
                      <a:pt x="37" y="288"/>
                    </a:moveTo>
                    <a:cubicBezTo>
                      <a:pt x="33" y="283"/>
                      <a:pt x="33" y="283"/>
                      <a:pt x="33" y="283"/>
                    </a:cubicBezTo>
                    <a:cubicBezTo>
                      <a:pt x="33" y="283"/>
                      <a:pt x="33" y="282"/>
                      <a:pt x="33" y="282"/>
                    </a:cubicBezTo>
                    <a:cubicBezTo>
                      <a:pt x="33" y="280"/>
                      <a:pt x="33" y="280"/>
                      <a:pt x="33" y="280"/>
                    </a:cubicBezTo>
                    <a:cubicBezTo>
                      <a:pt x="39" y="280"/>
                      <a:pt x="39" y="280"/>
                      <a:pt x="39" y="280"/>
                    </a:cubicBezTo>
                    <a:cubicBezTo>
                      <a:pt x="39" y="282"/>
                      <a:pt x="39" y="282"/>
                      <a:pt x="39" y="282"/>
                    </a:cubicBezTo>
                    <a:cubicBezTo>
                      <a:pt x="39" y="283"/>
                      <a:pt x="39" y="286"/>
                      <a:pt x="37" y="288"/>
                    </a:cubicBezTo>
                    <a:close/>
                    <a:moveTo>
                      <a:pt x="45" y="271"/>
                    </a:moveTo>
                    <a:cubicBezTo>
                      <a:pt x="39" y="271"/>
                      <a:pt x="39" y="271"/>
                      <a:pt x="39" y="271"/>
                    </a:cubicBezTo>
                    <a:cubicBezTo>
                      <a:pt x="39" y="270"/>
                      <a:pt x="39" y="270"/>
                      <a:pt x="39" y="270"/>
                    </a:cubicBezTo>
                    <a:cubicBezTo>
                      <a:pt x="39" y="269"/>
                      <a:pt x="39" y="267"/>
                      <a:pt x="40" y="266"/>
                    </a:cubicBezTo>
                    <a:cubicBezTo>
                      <a:pt x="41" y="265"/>
                      <a:pt x="42" y="265"/>
                      <a:pt x="43" y="264"/>
                    </a:cubicBezTo>
                    <a:cubicBezTo>
                      <a:pt x="46" y="269"/>
                      <a:pt x="46" y="269"/>
                      <a:pt x="46" y="269"/>
                    </a:cubicBezTo>
                    <a:cubicBezTo>
                      <a:pt x="46" y="269"/>
                      <a:pt x="45" y="269"/>
                      <a:pt x="45" y="270"/>
                    </a:cubicBezTo>
                    <a:cubicBezTo>
                      <a:pt x="45" y="270"/>
                      <a:pt x="45" y="270"/>
                      <a:pt x="45" y="270"/>
                    </a:cubicBezTo>
                    <a:lnTo>
                      <a:pt x="45" y="271"/>
                    </a:lnTo>
                    <a:close/>
                    <a:moveTo>
                      <a:pt x="45" y="270"/>
                    </a:moveTo>
                    <a:cubicBezTo>
                      <a:pt x="45" y="270"/>
                      <a:pt x="45" y="270"/>
                      <a:pt x="45" y="270"/>
                    </a:cubicBezTo>
                    <a:cubicBezTo>
                      <a:pt x="45" y="270"/>
                      <a:pt x="45" y="270"/>
                      <a:pt x="45" y="270"/>
                    </a:cubicBezTo>
                    <a:close/>
                    <a:moveTo>
                      <a:pt x="56" y="263"/>
                    </a:moveTo>
                    <a:cubicBezTo>
                      <a:pt x="53" y="258"/>
                      <a:pt x="53" y="258"/>
                      <a:pt x="53" y="258"/>
                    </a:cubicBezTo>
                    <a:cubicBezTo>
                      <a:pt x="53" y="258"/>
                      <a:pt x="53" y="258"/>
                      <a:pt x="53" y="258"/>
                    </a:cubicBezTo>
                    <a:cubicBezTo>
                      <a:pt x="54" y="257"/>
                      <a:pt x="56" y="256"/>
                      <a:pt x="57" y="255"/>
                    </a:cubicBezTo>
                    <a:cubicBezTo>
                      <a:pt x="61" y="258"/>
                      <a:pt x="61" y="258"/>
                      <a:pt x="61" y="258"/>
                    </a:cubicBezTo>
                    <a:cubicBezTo>
                      <a:pt x="60" y="260"/>
                      <a:pt x="58" y="261"/>
                      <a:pt x="56" y="263"/>
                    </a:cubicBezTo>
                    <a:close/>
                    <a:moveTo>
                      <a:pt x="67" y="247"/>
                    </a:moveTo>
                    <a:cubicBezTo>
                      <a:pt x="62" y="245"/>
                      <a:pt x="62" y="245"/>
                      <a:pt x="62" y="245"/>
                    </a:cubicBezTo>
                    <a:cubicBezTo>
                      <a:pt x="62" y="244"/>
                      <a:pt x="63" y="242"/>
                      <a:pt x="64" y="240"/>
                    </a:cubicBezTo>
                    <a:cubicBezTo>
                      <a:pt x="64" y="240"/>
                      <a:pt x="64" y="240"/>
                      <a:pt x="64" y="240"/>
                    </a:cubicBezTo>
                    <a:cubicBezTo>
                      <a:pt x="70" y="242"/>
                      <a:pt x="70" y="242"/>
                      <a:pt x="70" y="242"/>
                    </a:cubicBezTo>
                    <a:cubicBezTo>
                      <a:pt x="69" y="243"/>
                      <a:pt x="69" y="243"/>
                      <a:pt x="69" y="243"/>
                    </a:cubicBezTo>
                    <a:cubicBezTo>
                      <a:pt x="68" y="245"/>
                      <a:pt x="68" y="246"/>
                      <a:pt x="67" y="247"/>
                    </a:cubicBezTo>
                    <a:close/>
                    <a:moveTo>
                      <a:pt x="74" y="231"/>
                    </a:moveTo>
                    <a:cubicBezTo>
                      <a:pt x="68" y="229"/>
                      <a:pt x="68" y="229"/>
                      <a:pt x="68" y="229"/>
                    </a:cubicBezTo>
                    <a:cubicBezTo>
                      <a:pt x="69" y="227"/>
                      <a:pt x="70" y="226"/>
                      <a:pt x="70" y="224"/>
                    </a:cubicBezTo>
                    <a:cubicBezTo>
                      <a:pt x="76" y="225"/>
                      <a:pt x="76" y="225"/>
                      <a:pt x="76" y="225"/>
                    </a:cubicBezTo>
                    <a:cubicBezTo>
                      <a:pt x="75" y="227"/>
                      <a:pt x="75" y="229"/>
                      <a:pt x="74" y="231"/>
                    </a:cubicBezTo>
                    <a:close/>
                    <a:moveTo>
                      <a:pt x="79" y="214"/>
                    </a:moveTo>
                    <a:cubicBezTo>
                      <a:pt x="74" y="212"/>
                      <a:pt x="74" y="212"/>
                      <a:pt x="74" y="212"/>
                    </a:cubicBezTo>
                    <a:cubicBezTo>
                      <a:pt x="74" y="212"/>
                      <a:pt x="74" y="211"/>
                      <a:pt x="75" y="210"/>
                    </a:cubicBezTo>
                    <a:cubicBezTo>
                      <a:pt x="75" y="209"/>
                      <a:pt x="75" y="208"/>
                      <a:pt x="76" y="207"/>
                    </a:cubicBezTo>
                    <a:cubicBezTo>
                      <a:pt x="81" y="209"/>
                      <a:pt x="81" y="209"/>
                      <a:pt x="81" y="209"/>
                    </a:cubicBezTo>
                    <a:cubicBezTo>
                      <a:pt x="81" y="210"/>
                      <a:pt x="81" y="211"/>
                      <a:pt x="80" y="212"/>
                    </a:cubicBezTo>
                    <a:cubicBezTo>
                      <a:pt x="80" y="213"/>
                      <a:pt x="80" y="214"/>
                      <a:pt x="79" y="214"/>
                    </a:cubicBezTo>
                    <a:close/>
                    <a:moveTo>
                      <a:pt x="85" y="198"/>
                    </a:moveTo>
                    <a:cubicBezTo>
                      <a:pt x="79" y="196"/>
                      <a:pt x="79" y="196"/>
                      <a:pt x="79" y="196"/>
                    </a:cubicBezTo>
                    <a:cubicBezTo>
                      <a:pt x="80" y="194"/>
                      <a:pt x="81" y="192"/>
                      <a:pt x="82" y="190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86" y="194"/>
                      <a:pt x="85" y="196"/>
                      <a:pt x="85" y="198"/>
                    </a:cubicBezTo>
                    <a:close/>
                    <a:moveTo>
                      <a:pt x="94" y="186"/>
                    </a:moveTo>
                    <a:cubicBezTo>
                      <a:pt x="91" y="181"/>
                      <a:pt x="91" y="181"/>
                      <a:pt x="91" y="181"/>
                    </a:cubicBezTo>
                    <a:cubicBezTo>
                      <a:pt x="92" y="180"/>
                      <a:pt x="93" y="179"/>
                      <a:pt x="94" y="178"/>
                    </a:cubicBezTo>
                    <a:cubicBezTo>
                      <a:pt x="99" y="181"/>
                      <a:pt x="99" y="181"/>
                      <a:pt x="99" y="181"/>
                    </a:cubicBezTo>
                    <a:cubicBezTo>
                      <a:pt x="98" y="183"/>
                      <a:pt x="96" y="184"/>
                      <a:pt x="94" y="186"/>
                    </a:cubicBezTo>
                    <a:close/>
                    <a:moveTo>
                      <a:pt x="101" y="168"/>
                    </a:moveTo>
                    <a:cubicBezTo>
                      <a:pt x="95" y="167"/>
                      <a:pt x="95" y="167"/>
                      <a:pt x="95" y="167"/>
                    </a:cubicBezTo>
                    <a:cubicBezTo>
                      <a:pt x="96" y="165"/>
                      <a:pt x="96" y="163"/>
                      <a:pt x="96" y="162"/>
                    </a:cubicBezTo>
                    <a:cubicBezTo>
                      <a:pt x="102" y="162"/>
                      <a:pt x="102" y="162"/>
                      <a:pt x="102" y="162"/>
                    </a:cubicBezTo>
                    <a:cubicBezTo>
                      <a:pt x="102" y="164"/>
                      <a:pt x="102" y="166"/>
                      <a:pt x="101" y="168"/>
                    </a:cubicBezTo>
                    <a:close/>
                    <a:moveTo>
                      <a:pt x="146" y="159"/>
                    </a:moveTo>
                    <a:cubicBezTo>
                      <a:pt x="144" y="159"/>
                      <a:pt x="143" y="159"/>
                      <a:pt x="141" y="158"/>
                    </a:cubicBezTo>
                    <a:cubicBezTo>
                      <a:pt x="141" y="153"/>
                      <a:pt x="141" y="153"/>
                      <a:pt x="141" y="153"/>
                    </a:cubicBezTo>
                    <a:cubicBezTo>
                      <a:pt x="144" y="153"/>
                      <a:pt x="146" y="153"/>
                      <a:pt x="148" y="154"/>
                    </a:cubicBezTo>
                    <a:lnTo>
                      <a:pt x="146" y="159"/>
                    </a:lnTo>
                    <a:close/>
                    <a:moveTo>
                      <a:pt x="106" y="159"/>
                    </a:move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07" y="153"/>
                      <a:pt x="109" y="153"/>
                      <a:pt x="112" y="153"/>
                    </a:cubicBezTo>
                    <a:cubicBezTo>
                      <a:pt x="112" y="159"/>
                      <a:pt x="112" y="159"/>
                      <a:pt x="112" y="159"/>
                    </a:cubicBezTo>
                    <a:cubicBezTo>
                      <a:pt x="110" y="159"/>
                      <a:pt x="108" y="159"/>
                      <a:pt x="106" y="159"/>
                    </a:cubicBezTo>
                    <a:close/>
                    <a:moveTo>
                      <a:pt x="124" y="159"/>
                    </a:moveTo>
                    <a:cubicBezTo>
                      <a:pt x="123" y="153"/>
                      <a:pt x="123" y="153"/>
                      <a:pt x="123" y="153"/>
                    </a:cubicBezTo>
                    <a:cubicBezTo>
                      <a:pt x="125" y="153"/>
                      <a:pt x="127" y="153"/>
                      <a:pt x="129" y="153"/>
                    </a:cubicBezTo>
                    <a:cubicBezTo>
                      <a:pt x="129" y="159"/>
                      <a:pt x="129" y="159"/>
                      <a:pt x="129" y="159"/>
                    </a:cubicBezTo>
                    <a:cubicBezTo>
                      <a:pt x="128" y="159"/>
                      <a:pt x="126" y="159"/>
                      <a:pt x="124" y="159"/>
                    </a:cubicBezTo>
                    <a:close/>
                    <a:moveTo>
                      <a:pt x="160" y="158"/>
                    </a:moveTo>
                    <a:cubicBezTo>
                      <a:pt x="155" y="154"/>
                      <a:pt x="155" y="154"/>
                      <a:pt x="155" y="154"/>
                    </a:cubicBezTo>
                    <a:cubicBezTo>
                      <a:pt x="156" y="154"/>
                      <a:pt x="157" y="153"/>
                      <a:pt x="157" y="152"/>
                    </a:cubicBezTo>
                    <a:cubicBezTo>
                      <a:pt x="159" y="150"/>
                      <a:pt x="159" y="150"/>
                      <a:pt x="159" y="150"/>
                    </a:cubicBezTo>
                    <a:cubicBezTo>
                      <a:pt x="164" y="153"/>
                      <a:pt x="164" y="153"/>
                      <a:pt x="164" y="153"/>
                    </a:cubicBezTo>
                    <a:cubicBezTo>
                      <a:pt x="163" y="154"/>
                      <a:pt x="163" y="154"/>
                      <a:pt x="163" y="154"/>
                    </a:cubicBezTo>
                    <a:cubicBezTo>
                      <a:pt x="162" y="156"/>
                      <a:pt x="162" y="156"/>
                      <a:pt x="162" y="156"/>
                    </a:cubicBezTo>
                    <a:cubicBezTo>
                      <a:pt x="161" y="157"/>
                      <a:pt x="160" y="158"/>
                      <a:pt x="160" y="158"/>
                    </a:cubicBezTo>
                    <a:close/>
                    <a:moveTo>
                      <a:pt x="168" y="141"/>
                    </a:moveTo>
                    <a:cubicBezTo>
                      <a:pt x="162" y="140"/>
                      <a:pt x="162" y="140"/>
                      <a:pt x="162" y="140"/>
                    </a:cubicBezTo>
                    <a:cubicBezTo>
                      <a:pt x="162" y="138"/>
                      <a:pt x="162" y="138"/>
                      <a:pt x="162" y="138"/>
                    </a:cubicBezTo>
                    <a:cubicBezTo>
                      <a:pt x="162" y="137"/>
                      <a:pt x="163" y="135"/>
                      <a:pt x="164" y="134"/>
                    </a:cubicBezTo>
                    <a:cubicBezTo>
                      <a:pt x="169" y="137"/>
                      <a:pt x="169" y="137"/>
                      <a:pt x="169" y="137"/>
                    </a:cubicBezTo>
                    <a:cubicBezTo>
                      <a:pt x="168" y="138"/>
                      <a:pt x="168" y="138"/>
                      <a:pt x="168" y="139"/>
                    </a:cubicBezTo>
                    <a:lnTo>
                      <a:pt x="168" y="141"/>
                    </a:lnTo>
                    <a:close/>
                    <a:moveTo>
                      <a:pt x="178" y="130"/>
                    </a:moveTo>
                    <a:cubicBezTo>
                      <a:pt x="173" y="126"/>
                      <a:pt x="173" y="126"/>
                      <a:pt x="173" y="126"/>
                    </a:cubicBezTo>
                    <a:cubicBezTo>
                      <a:pt x="174" y="125"/>
                      <a:pt x="174" y="125"/>
                      <a:pt x="174" y="125"/>
                    </a:cubicBezTo>
                    <a:cubicBezTo>
                      <a:pt x="175" y="123"/>
                      <a:pt x="176" y="122"/>
                      <a:pt x="177" y="121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0" y="127"/>
                      <a:pt x="179" y="127"/>
                      <a:pt x="179" y="128"/>
                    </a:cubicBezTo>
                    <a:cubicBezTo>
                      <a:pt x="178" y="129"/>
                      <a:pt x="178" y="129"/>
                      <a:pt x="178" y="130"/>
                    </a:cubicBezTo>
                    <a:close/>
                    <a:moveTo>
                      <a:pt x="191" y="119"/>
                    </a:moveTo>
                    <a:cubicBezTo>
                      <a:pt x="187" y="115"/>
                      <a:pt x="187" y="115"/>
                      <a:pt x="187" y="115"/>
                    </a:cubicBezTo>
                    <a:cubicBezTo>
                      <a:pt x="189" y="114"/>
                      <a:pt x="190" y="113"/>
                      <a:pt x="192" y="112"/>
                    </a:cubicBezTo>
                    <a:cubicBezTo>
                      <a:pt x="192" y="111"/>
                      <a:pt x="192" y="111"/>
                      <a:pt x="192" y="111"/>
                    </a:cubicBezTo>
                    <a:cubicBezTo>
                      <a:pt x="196" y="116"/>
                      <a:pt x="196" y="116"/>
                      <a:pt x="196" y="116"/>
                    </a:cubicBezTo>
                    <a:cubicBezTo>
                      <a:pt x="194" y="117"/>
                      <a:pt x="192" y="118"/>
                      <a:pt x="191" y="119"/>
                    </a:cubicBezTo>
                    <a:close/>
                    <a:moveTo>
                      <a:pt x="205" y="109"/>
                    </a:moveTo>
                    <a:cubicBezTo>
                      <a:pt x="201" y="104"/>
                      <a:pt x="201" y="104"/>
                      <a:pt x="201" y="104"/>
                    </a:cubicBezTo>
                    <a:cubicBezTo>
                      <a:pt x="206" y="100"/>
                      <a:pt x="206" y="100"/>
                      <a:pt x="206" y="100"/>
                    </a:cubicBezTo>
                    <a:cubicBezTo>
                      <a:pt x="209" y="105"/>
                      <a:pt x="209" y="105"/>
                      <a:pt x="209" y="105"/>
                    </a:cubicBezTo>
                    <a:lnTo>
                      <a:pt x="205" y="109"/>
                    </a:lnTo>
                    <a:close/>
                    <a:moveTo>
                      <a:pt x="277" y="100"/>
                    </a:moveTo>
                    <a:cubicBezTo>
                      <a:pt x="274" y="94"/>
                      <a:pt x="274" y="94"/>
                      <a:pt x="274" y="94"/>
                    </a:cubicBezTo>
                    <a:cubicBezTo>
                      <a:pt x="276" y="93"/>
                      <a:pt x="276" y="93"/>
                      <a:pt x="276" y="93"/>
                    </a:cubicBezTo>
                    <a:cubicBezTo>
                      <a:pt x="275" y="92"/>
                      <a:pt x="275" y="92"/>
                      <a:pt x="275" y="92"/>
                    </a:cubicBezTo>
                    <a:cubicBezTo>
                      <a:pt x="277" y="89"/>
                      <a:pt x="277" y="89"/>
                      <a:pt x="277" y="89"/>
                    </a:cubicBezTo>
                    <a:cubicBezTo>
                      <a:pt x="282" y="92"/>
                      <a:pt x="282" y="92"/>
                      <a:pt x="282" y="92"/>
                    </a:cubicBezTo>
                    <a:lnTo>
                      <a:pt x="277" y="100"/>
                    </a:lnTo>
                    <a:close/>
                    <a:moveTo>
                      <a:pt x="218" y="99"/>
                    </a:moveTo>
                    <a:cubicBezTo>
                      <a:pt x="217" y="94"/>
                      <a:pt x="217" y="94"/>
                      <a:pt x="217" y="94"/>
                    </a:cubicBezTo>
                    <a:cubicBezTo>
                      <a:pt x="218" y="93"/>
                      <a:pt x="219" y="93"/>
                      <a:pt x="221" y="93"/>
                    </a:cubicBezTo>
                    <a:cubicBezTo>
                      <a:pt x="223" y="93"/>
                      <a:pt x="223" y="93"/>
                      <a:pt x="223" y="93"/>
                    </a:cubicBezTo>
                    <a:cubicBezTo>
                      <a:pt x="223" y="98"/>
                      <a:pt x="223" y="98"/>
                      <a:pt x="223" y="98"/>
                    </a:cubicBezTo>
                    <a:cubicBezTo>
                      <a:pt x="221" y="99"/>
                      <a:pt x="221" y="99"/>
                      <a:pt x="221" y="99"/>
                    </a:cubicBezTo>
                    <a:cubicBezTo>
                      <a:pt x="220" y="99"/>
                      <a:pt x="219" y="99"/>
                      <a:pt x="218" y="99"/>
                    </a:cubicBezTo>
                    <a:close/>
                    <a:moveTo>
                      <a:pt x="236" y="94"/>
                    </a:moveTo>
                    <a:cubicBezTo>
                      <a:pt x="232" y="89"/>
                      <a:pt x="232" y="89"/>
                      <a:pt x="232" y="89"/>
                    </a:cubicBezTo>
                    <a:cubicBezTo>
                      <a:pt x="237" y="86"/>
                      <a:pt x="237" y="86"/>
                      <a:pt x="237" y="86"/>
                    </a:cubicBezTo>
                    <a:cubicBezTo>
                      <a:pt x="240" y="91"/>
                      <a:pt x="240" y="91"/>
                      <a:pt x="240" y="91"/>
                    </a:cubicBezTo>
                    <a:lnTo>
                      <a:pt x="236" y="94"/>
                    </a:lnTo>
                    <a:close/>
                    <a:moveTo>
                      <a:pt x="250" y="84"/>
                    </a:moveTo>
                    <a:cubicBezTo>
                      <a:pt x="246" y="79"/>
                      <a:pt x="246" y="79"/>
                      <a:pt x="246" y="79"/>
                    </a:cubicBezTo>
                    <a:cubicBezTo>
                      <a:pt x="251" y="76"/>
                      <a:pt x="251" y="76"/>
                      <a:pt x="251" y="76"/>
                    </a:cubicBezTo>
                    <a:cubicBezTo>
                      <a:pt x="255" y="80"/>
                      <a:pt x="255" y="80"/>
                      <a:pt x="255" y="80"/>
                    </a:cubicBezTo>
                    <a:lnTo>
                      <a:pt x="250" y="84"/>
                    </a:lnTo>
                    <a:close/>
                    <a:moveTo>
                      <a:pt x="288" y="83"/>
                    </a:moveTo>
                    <a:cubicBezTo>
                      <a:pt x="285" y="78"/>
                      <a:pt x="285" y="78"/>
                      <a:pt x="285" y="78"/>
                    </a:cubicBezTo>
                    <a:cubicBezTo>
                      <a:pt x="290" y="76"/>
                      <a:pt x="290" y="76"/>
                      <a:pt x="290" y="76"/>
                    </a:cubicBezTo>
                    <a:cubicBezTo>
                      <a:pt x="293" y="81"/>
                      <a:pt x="293" y="81"/>
                      <a:pt x="293" y="81"/>
                    </a:cubicBezTo>
                    <a:lnTo>
                      <a:pt x="288" y="83"/>
                    </a:lnTo>
                    <a:close/>
                    <a:moveTo>
                      <a:pt x="270" y="83"/>
                    </a:moveTo>
                    <a:cubicBezTo>
                      <a:pt x="268" y="77"/>
                      <a:pt x="268" y="77"/>
                      <a:pt x="268" y="77"/>
                    </a:cubicBezTo>
                    <a:cubicBezTo>
                      <a:pt x="273" y="75"/>
                      <a:pt x="273" y="75"/>
                      <a:pt x="273" y="75"/>
                    </a:cubicBezTo>
                    <a:cubicBezTo>
                      <a:pt x="275" y="81"/>
                      <a:pt x="275" y="81"/>
                      <a:pt x="275" y="81"/>
                    </a:cubicBezTo>
                    <a:lnTo>
                      <a:pt x="270" y="83"/>
                    </a:lnTo>
                    <a:close/>
                    <a:moveTo>
                      <a:pt x="307" y="76"/>
                    </a:moveTo>
                    <a:cubicBezTo>
                      <a:pt x="305" y="75"/>
                      <a:pt x="304" y="76"/>
                      <a:pt x="304" y="76"/>
                    </a:cubicBezTo>
                    <a:cubicBezTo>
                      <a:pt x="303" y="76"/>
                      <a:pt x="303" y="76"/>
                      <a:pt x="303" y="76"/>
                    </a:cubicBezTo>
                    <a:cubicBezTo>
                      <a:pt x="301" y="71"/>
                      <a:pt x="301" y="71"/>
                      <a:pt x="301" y="71"/>
                    </a:cubicBezTo>
                    <a:cubicBezTo>
                      <a:pt x="301" y="70"/>
                      <a:pt x="301" y="70"/>
                      <a:pt x="301" y="70"/>
                    </a:cubicBezTo>
                    <a:cubicBezTo>
                      <a:pt x="303" y="70"/>
                      <a:pt x="305" y="70"/>
                      <a:pt x="309" y="70"/>
                    </a:cubicBezTo>
                    <a:lnTo>
                      <a:pt x="307" y="76"/>
                    </a:lnTo>
                    <a:close/>
                    <a:moveTo>
                      <a:pt x="320" y="76"/>
                    </a:moveTo>
                    <a:cubicBezTo>
                      <a:pt x="318" y="71"/>
                      <a:pt x="318" y="71"/>
                      <a:pt x="318" y="71"/>
                    </a:cubicBezTo>
                    <a:cubicBezTo>
                      <a:pt x="320" y="70"/>
                      <a:pt x="321" y="69"/>
                      <a:pt x="323" y="68"/>
                    </a:cubicBezTo>
                    <a:cubicBezTo>
                      <a:pt x="326" y="73"/>
                      <a:pt x="326" y="73"/>
                      <a:pt x="326" y="73"/>
                    </a:cubicBezTo>
                    <a:cubicBezTo>
                      <a:pt x="324" y="74"/>
                      <a:pt x="322" y="75"/>
                      <a:pt x="320" y="76"/>
                    </a:cubicBezTo>
                    <a:close/>
                    <a:moveTo>
                      <a:pt x="264" y="73"/>
                    </a:moveTo>
                    <a:cubicBezTo>
                      <a:pt x="260" y="68"/>
                      <a:pt x="260" y="68"/>
                      <a:pt x="260" y="68"/>
                    </a:cubicBezTo>
                    <a:cubicBezTo>
                      <a:pt x="264" y="64"/>
                      <a:pt x="264" y="64"/>
                      <a:pt x="264" y="64"/>
                    </a:cubicBezTo>
                    <a:cubicBezTo>
                      <a:pt x="268" y="69"/>
                      <a:pt x="268" y="69"/>
                      <a:pt x="268" y="69"/>
                    </a:cubicBezTo>
                    <a:lnTo>
                      <a:pt x="264" y="73"/>
                    </a:lnTo>
                    <a:close/>
                    <a:moveTo>
                      <a:pt x="336" y="67"/>
                    </a:moveTo>
                    <a:cubicBezTo>
                      <a:pt x="332" y="63"/>
                      <a:pt x="332" y="63"/>
                      <a:pt x="332" y="63"/>
                    </a:cubicBezTo>
                    <a:cubicBezTo>
                      <a:pt x="333" y="62"/>
                      <a:pt x="334" y="60"/>
                      <a:pt x="334" y="60"/>
                    </a:cubicBezTo>
                    <a:cubicBezTo>
                      <a:pt x="340" y="59"/>
                      <a:pt x="340" y="59"/>
                      <a:pt x="340" y="59"/>
                    </a:cubicBezTo>
                    <a:cubicBezTo>
                      <a:pt x="340" y="60"/>
                      <a:pt x="340" y="60"/>
                      <a:pt x="340" y="60"/>
                    </a:cubicBezTo>
                    <a:cubicBezTo>
                      <a:pt x="340" y="62"/>
                      <a:pt x="339" y="64"/>
                      <a:pt x="336" y="67"/>
                    </a:cubicBezTo>
                    <a:close/>
                    <a:moveTo>
                      <a:pt x="338" y="52"/>
                    </a:moveTo>
                    <a:cubicBezTo>
                      <a:pt x="334" y="47"/>
                      <a:pt x="334" y="47"/>
                      <a:pt x="334" y="47"/>
                    </a:cubicBezTo>
                    <a:cubicBezTo>
                      <a:pt x="335" y="47"/>
                      <a:pt x="335" y="46"/>
                      <a:pt x="335" y="46"/>
                    </a:cubicBezTo>
                    <a:cubicBezTo>
                      <a:pt x="337" y="45"/>
                      <a:pt x="338" y="44"/>
                      <a:pt x="339" y="43"/>
                    </a:cubicBezTo>
                    <a:cubicBezTo>
                      <a:pt x="342" y="49"/>
                      <a:pt x="342" y="49"/>
                      <a:pt x="342" y="49"/>
                    </a:cubicBezTo>
                    <a:cubicBezTo>
                      <a:pt x="341" y="49"/>
                      <a:pt x="340" y="50"/>
                      <a:pt x="339" y="51"/>
                    </a:cubicBezTo>
                    <a:cubicBezTo>
                      <a:pt x="338" y="51"/>
                      <a:pt x="338" y="51"/>
                      <a:pt x="338" y="52"/>
                    </a:cubicBezTo>
                    <a:close/>
                    <a:moveTo>
                      <a:pt x="336" y="40"/>
                    </a:moveTo>
                    <a:cubicBezTo>
                      <a:pt x="335" y="40"/>
                      <a:pt x="335" y="40"/>
                      <a:pt x="334" y="39"/>
                    </a:cubicBezTo>
                    <a:cubicBezTo>
                      <a:pt x="333" y="38"/>
                      <a:pt x="331" y="36"/>
                      <a:pt x="331" y="34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7" y="34"/>
                      <a:pt x="337" y="34"/>
                      <a:pt x="338" y="34"/>
                    </a:cubicBezTo>
                    <a:cubicBezTo>
                      <a:pt x="338" y="35"/>
                      <a:pt x="339" y="35"/>
                      <a:pt x="340" y="36"/>
                    </a:cubicBezTo>
                    <a:lnTo>
                      <a:pt x="336" y="40"/>
                    </a:lnTo>
                    <a:close/>
                    <a:moveTo>
                      <a:pt x="330" y="27"/>
                    </a:moveTo>
                    <a:cubicBezTo>
                      <a:pt x="328" y="26"/>
                      <a:pt x="327" y="24"/>
                      <a:pt x="327" y="23"/>
                    </a:cubicBezTo>
                    <a:cubicBezTo>
                      <a:pt x="327" y="21"/>
                      <a:pt x="329" y="19"/>
                      <a:pt x="331" y="18"/>
                    </a:cubicBezTo>
                    <a:cubicBezTo>
                      <a:pt x="334" y="23"/>
                      <a:pt x="334" y="23"/>
                      <a:pt x="334" y="23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22"/>
                      <a:pt x="333" y="22"/>
                      <a:pt x="333" y="22"/>
                    </a:cubicBezTo>
                    <a:lnTo>
                      <a:pt x="330" y="27"/>
                    </a:lnTo>
                    <a:close/>
                    <a:moveTo>
                      <a:pt x="339" y="13"/>
                    </a:moveTo>
                    <a:cubicBezTo>
                      <a:pt x="337" y="8"/>
                      <a:pt x="337" y="8"/>
                      <a:pt x="337" y="8"/>
                    </a:cubicBezTo>
                    <a:cubicBezTo>
                      <a:pt x="337" y="8"/>
                      <a:pt x="338" y="8"/>
                      <a:pt x="338" y="8"/>
                    </a:cubicBezTo>
                    <a:cubicBezTo>
                      <a:pt x="339" y="7"/>
                      <a:pt x="340" y="7"/>
                      <a:pt x="342" y="6"/>
                    </a:cubicBezTo>
                    <a:cubicBezTo>
                      <a:pt x="345" y="11"/>
                      <a:pt x="345" y="11"/>
                      <a:pt x="345" y="11"/>
                    </a:cubicBezTo>
                    <a:cubicBezTo>
                      <a:pt x="343" y="12"/>
                      <a:pt x="341" y="13"/>
                      <a:pt x="340" y="13"/>
                    </a:cubicBezTo>
                    <a:cubicBezTo>
                      <a:pt x="340" y="13"/>
                      <a:pt x="340" y="13"/>
                      <a:pt x="339" y="13"/>
                    </a:cubicBezTo>
                    <a:close/>
                    <a:moveTo>
                      <a:pt x="355" y="6"/>
                    </a:moveTo>
                    <a:cubicBezTo>
                      <a:pt x="353" y="1"/>
                      <a:pt x="353" y="1"/>
                      <a:pt x="353" y="1"/>
                    </a:cubicBezTo>
                    <a:cubicBezTo>
                      <a:pt x="354" y="0"/>
                      <a:pt x="354" y="0"/>
                      <a:pt x="354" y="0"/>
                    </a:cubicBezTo>
                    <a:cubicBezTo>
                      <a:pt x="357" y="5"/>
                      <a:pt x="357" y="5"/>
                      <a:pt x="357" y="5"/>
                    </a:cubicBezTo>
                    <a:lnTo>
                      <a:pt x="355" y="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iṣḻïdé"/>
              <p:cNvSpPr/>
              <p:nvPr/>
            </p:nvSpPr>
            <p:spPr bwMode="auto">
              <a:xfrm>
                <a:off x="5019675" y="2060575"/>
                <a:ext cx="1303338" cy="1125538"/>
              </a:xfrm>
              <a:custGeom>
                <a:avLst/>
                <a:gdLst>
                  <a:gd name="T0" fmla="*/ 440 w 608"/>
                  <a:gd name="T1" fmla="*/ 521 h 525"/>
                  <a:gd name="T2" fmla="*/ 478 w 608"/>
                  <a:gd name="T3" fmla="*/ 516 h 525"/>
                  <a:gd name="T4" fmla="*/ 416 w 608"/>
                  <a:gd name="T5" fmla="*/ 506 h 525"/>
                  <a:gd name="T6" fmla="*/ 490 w 608"/>
                  <a:gd name="T7" fmla="*/ 512 h 525"/>
                  <a:gd name="T8" fmla="*/ 404 w 608"/>
                  <a:gd name="T9" fmla="*/ 493 h 525"/>
                  <a:gd name="T10" fmla="*/ 522 w 608"/>
                  <a:gd name="T11" fmla="*/ 500 h 525"/>
                  <a:gd name="T12" fmla="*/ 536 w 608"/>
                  <a:gd name="T13" fmla="*/ 495 h 525"/>
                  <a:gd name="T14" fmla="*/ 395 w 608"/>
                  <a:gd name="T15" fmla="*/ 485 h 525"/>
                  <a:gd name="T16" fmla="*/ 382 w 608"/>
                  <a:gd name="T17" fmla="*/ 471 h 525"/>
                  <a:gd name="T18" fmla="*/ 549 w 608"/>
                  <a:gd name="T19" fmla="*/ 471 h 525"/>
                  <a:gd name="T20" fmla="*/ 545 w 608"/>
                  <a:gd name="T21" fmla="*/ 453 h 525"/>
                  <a:gd name="T22" fmla="*/ 392 w 608"/>
                  <a:gd name="T23" fmla="*/ 446 h 525"/>
                  <a:gd name="T24" fmla="*/ 385 w 608"/>
                  <a:gd name="T25" fmla="*/ 431 h 525"/>
                  <a:gd name="T26" fmla="*/ 398 w 608"/>
                  <a:gd name="T27" fmla="*/ 423 h 525"/>
                  <a:gd name="T28" fmla="*/ 411 w 608"/>
                  <a:gd name="T29" fmla="*/ 410 h 525"/>
                  <a:gd name="T30" fmla="*/ 269 w 608"/>
                  <a:gd name="T31" fmla="*/ 396 h 525"/>
                  <a:gd name="T32" fmla="*/ 426 w 608"/>
                  <a:gd name="T33" fmla="*/ 401 h 525"/>
                  <a:gd name="T34" fmla="*/ 258 w 608"/>
                  <a:gd name="T35" fmla="*/ 393 h 525"/>
                  <a:gd name="T36" fmla="*/ 437 w 608"/>
                  <a:gd name="T37" fmla="*/ 382 h 525"/>
                  <a:gd name="T38" fmla="*/ 245 w 608"/>
                  <a:gd name="T39" fmla="*/ 386 h 525"/>
                  <a:gd name="T40" fmla="*/ 289 w 608"/>
                  <a:gd name="T41" fmla="*/ 379 h 525"/>
                  <a:gd name="T42" fmla="*/ 232 w 608"/>
                  <a:gd name="T43" fmla="*/ 371 h 525"/>
                  <a:gd name="T44" fmla="*/ 578 w 608"/>
                  <a:gd name="T45" fmla="*/ 377 h 525"/>
                  <a:gd name="T46" fmla="*/ 228 w 608"/>
                  <a:gd name="T47" fmla="*/ 369 h 525"/>
                  <a:gd name="T48" fmla="*/ 354 w 608"/>
                  <a:gd name="T49" fmla="*/ 366 h 525"/>
                  <a:gd name="T50" fmla="*/ 592 w 608"/>
                  <a:gd name="T51" fmla="*/ 365 h 525"/>
                  <a:gd name="T52" fmla="*/ 211 w 608"/>
                  <a:gd name="T53" fmla="*/ 363 h 525"/>
                  <a:gd name="T54" fmla="*/ 209 w 608"/>
                  <a:gd name="T55" fmla="*/ 358 h 525"/>
                  <a:gd name="T56" fmla="*/ 285 w 608"/>
                  <a:gd name="T57" fmla="*/ 355 h 525"/>
                  <a:gd name="T58" fmla="*/ 337 w 608"/>
                  <a:gd name="T59" fmla="*/ 360 h 525"/>
                  <a:gd name="T60" fmla="*/ 433 w 608"/>
                  <a:gd name="T61" fmla="*/ 352 h 525"/>
                  <a:gd name="T62" fmla="*/ 306 w 608"/>
                  <a:gd name="T63" fmla="*/ 357 h 525"/>
                  <a:gd name="T64" fmla="*/ 318 w 608"/>
                  <a:gd name="T65" fmla="*/ 346 h 525"/>
                  <a:gd name="T66" fmla="*/ 401 w 608"/>
                  <a:gd name="T67" fmla="*/ 344 h 525"/>
                  <a:gd name="T68" fmla="*/ 212 w 608"/>
                  <a:gd name="T69" fmla="*/ 342 h 525"/>
                  <a:gd name="T70" fmla="*/ 418 w 608"/>
                  <a:gd name="T71" fmla="*/ 335 h 525"/>
                  <a:gd name="T72" fmla="*/ 185 w 608"/>
                  <a:gd name="T73" fmla="*/ 320 h 525"/>
                  <a:gd name="T74" fmla="*/ 176 w 608"/>
                  <a:gd name="T75" fmla="*/ 316 h 525"/>
                  <a:gd name="T76" fmla="*/ 158 w 608"/>
                  <a:gd name="T77" fmla="*/ 295 h 525"/>
                  <a:gd name="T78" fmla="*/ 145 w 608"/>
                  <a:gd name="T79" fmla="*/ 284 h 525"/>
                  <a:gd name="T80" fmla="*/ 124 w 608"/>
                  <a:gd name="T81" fmla="*/ 275 h 525"/>
                  <a:gd name="T82" fmla="*/ 130 w 608"/>
                  <a:gd name="T83" fmla="*/ 279 h 525"/>
                  <a:gd name="T84" fmla="*/ 151 w 608"/>
                  <a:gd name="T85" fmla="*/ 253 h 525"/>
                  <a:gd name="T86" fmla="*/ 170 w 608"/>
                  <a:gd name="T87" fmla="*/ 237 h 525"/>
                  <a:gd name="T88" fmla="*/ 176 w 608"/>
                  <a:gd name="T89" fmla="*/ 210 h 525"/>
                  <a:gd name="T90" fmla="*/ 57 w 608"/>
                  <a:gd name="T91" fmla="*/ 205 h 525"/>
                  <a:gd name="T92" fmla="*/ 109 w 608"/>
                  <a:gd name="T93" fmla="*/ 197 h 525"/>
                  <a:gd name="T94" fmla="*/ 86 w 608"/>
                  <a:gd name="T95" fmla="*/ 200 h 525"/>
                  <a:gd name="T96" fmla="*/ 50 w 608"/>
                  <a:gd name="T97" fmla="*/ 189 h 525"/>
                  <a:gd name="T98" fmla="*/ 72 w 608"/>
                  <a:gd name="T99" fmla="*/ 190 h 525"/>
                  <a:gd name="T100" fmla="*/ 97 w 608"/>
                  <a:gd name="T101" fmla="*/ 189 h 525"/>
                  <a:gd name="T102" fmla="*/ 109 w 608"/>
                  <a:gd name="T103" fmla="*/ 187 h 525"/>
                  <a:gd name="T104" fmla="*/ 160 w 608"/>
                  <a:gd name="T105" fmla="*/ 180 h 525"/>
                  <a:gd name="T106" fmla="*/ 148 w 608"/>
                  <a:gd name="T107" fmla="*/ 183 h 525"/>
                  <a:gd name="T108" fmla="*/ 45 w 608"/>
                  <a:gd name="T109" fmla="*/ 167 h 525"/>
                  <a:gd name="T110" fmla="*/ 32 w 608"/>
                  <a:gd name="T111" fmla="*/ 154 h 525"/>
                  <a:gd name="T112" fmla="*/ 13 w 608"/>
                  <a:gd name="T113" fmla="*/ 125 h 525"/>
                  <a:gd name="T114" fmla="*/ 21 w 608"/>
                  <a:gd name="T115" fmla="*/ 107 h 525"/>
                  <a:gd name="T116" fmla="*/ 28 w 608"/>
                  <a:gd name="T117" fmla="*/ 85 h 525"/>
                  <a:gd name="T118" fmla="*/ 13 w 608"/>
                  <a:gd name="T119" fmla="*/ 53 h 525"/>
                  <a:gd name="T120" fmla="*/ 16 w 608"/>
                  <a:gd name="T121" fmla="*/ 40 h 525"/>
                  <a:gd name="T122" fmla="*/ 6 w 608"/>
                  <a:gd name="T123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8" h="525">
                    <a:moveTo>
                      <a:pt x="428" y="525"/>
                    </a:moveTo>
                    <a:cubicBezTo>
                      <a:pt x="428" y="525"/>
                      <a:pt x="428" y="525"/>
                      <a:pt x="428" y="525"/>
                    </a:cubicBezTo>
                    <a:cubicBezTo>
                      <a:pt x="427" y="525"/>
                      <a:pt x="425" y="524"/>
                      <a:pt x="424" y="524"/>
                    </a:cubicBezTo>
                    <a:cubicBezTo>
                      <a:pt x="427" y="519"/>
                      <a:pt x="427" y="519"/>
                      <a:pt x="427" y="519"/>
                    </a:cubicBezTo>
                    <a:cubicBezTo>
                      <a:pt x="427" y="519"/>
                      <a:pt x="428" y="519"/>
                      <a:pt x="428" y="519"/>
                    </a:cubicBezTo>
                    <a:cubicBezTo>
                      <a:pt x="428" y="519"/>
                      <a:pt x="429" y="519"/>
                      <a:pt x="430" y="518"/>
                    </a:cubicBezTo>
                    <a:cubicBezTo>
                      <a:pt x="432" y="524"/>
                      <a:pt x="432" y="524"/>
                      <a:pt x="432" y="524"/>
                    </a:cubicBezTo>
                    <a:cubicBezTo>
                      <a:pt x="431" y="524"/>
                      <a:pt x="429" y="525"/>
                      <a:pt x="428" y="525"/>
                    </a:cubicBezTo>
                    <a:close/>
                    <a:moveTo>
                      <a:pt x="440" y="521"/>
                    </a:moveTo>
                    <a:cubicBezTo>
                      <a:pt x="438" y="516"/>
                      <a:pt x="438" y="516"/>
                      <a:pt x="438" y="516"/>
                    </a:cubicBezTo>
                    <a:cubicBezTo>
                      <a:pt x="439" y="515"/>
                      <a:pt x="440" y="515"/>
                      <a:pt x="443" y="514"/>
                    </a:cubicBezTo>
                    <a:cubicBezTo>
                      <a:pt x="445" y="519"/>
                      <a:pt x="445" y="519"/>
                      <a:pt x="445" y="519"/>
                    </a:cubicBezTo>
                    <a:cubicBezTo>
                      <a:pt x="442" y="520"/>
                      <a:pt x="441" y="521"/>
                      <a:pt x="440" y="521"/>
                    </a:cubicBezTo>
                    <a:close/>
                    <a:moveTo>
                      <a:pt x="476" y="516"/>
                    </a:moveTo>
                    <a:cubicBezTo>
                      <a:pt x="475" y="516"/>
                      <a:pt x="473" y="516"/>
                      <a:pt x="472" y="516"/>
                    </a:cubicBezTo>
                    <a:cubicBezTo>
                      <a:pt x="473" y="510"/>
                      <a:pt x="473" y="510"/>
                      <a:pt x="473" y="510"/>
                    </a:cubicBezTo>
                    <a:cubicBezTo>
                      <a:pt x="475" y="510"/>
                      <a:pt x="476" y="510"/>
                      <a:pt x="478" y="510"/>
                    </a:cubicBezTo>
                    <a:cubicBezTo>
                      <a:pt x="478" y="516"/>
                      <a:pt x="478" y="516"/>
                      <a:pt x="478" y="516"/>
                    </a:cubicBezTo>
                    <a:cubicBezTo>
                      <a:pt x="478" y="516"/>
                      <a:pt x="477" y="516"/>
                      <a:pt x="476" y="516"/>
                    </a:cubicBezTo>
                    <a:close/>
                    <a:moveTo>
                      <a:pt x="456" y="515"/>
                    </a:moveTo>
                    <a:cubicBezTo>
                      <a:pt x="454" y="510"/>
                      <a:pt x="454" y="510"/>
                      <a:pt x="454" y="510"/>
                    </a:cubicBezTo>
                    <a:cubicBezTo>
                      <a:pt x="457" y="509"/>
                      <a:pt x="459" y="508"/>
                      <a:pt x="460" y="508"/>
                    </a:cubicBezTo>
                    <a:cubicBezTo>
                      <a:pt x="461" y="514"/>
                      <a:pt x="461" y="514"/>
                      <a:pt x="461" y="514"/>
                    </a:cubicBezTo>
                    <a:cubicBezTo>
                      <a:pt x="460" y="514"/>
                      <a:pt x="458" y="514"/>
                      <a:pt x="456" y="515"/>
                    </a:cubicBezTo>
                    <a:close/>
                    <a:moveTo>
                      <a:pt x="416" y="514"/>
                    </a:moveTo>
                    <a:cubicBezTo>
                      <a:pt x="415" y="513"/>
                      <a:pt x="413" y="511"/>
                      <a:pt x="412" y="510"/>
                    </a:cubicBezTo>
                    <a:cubicBezTo>
                      <a:pt x="416" y="506"/>
                      <a:pt x="416" y="506"/>
                      <a:pt x="416" y="506"/>
                    </a:cubicBezTo>
                    <a:cubicBezTo>
                      <a:pt x="418" y="508"/>
                      <a:pt x="419" y="509"/>
                      <a:pt x="420" y="511"/>
                    </a:cubicBezTo>
                    <a:lnTo>
                      <a:pt x="416" y="514"/>
                    </a:lnTo>
                    <a:close/>
                    <a:moveTo>
                      <a:pt x="490" y="512"/>
                    </a:moveTo>
                    <a:cubicBezTo>
                      <a:pt x="488" y="507"/>
                      <a:pt x="488" y="507"/>
                      <a:pt x="488" y="507"/>
                    </a:cubicBezTo>
                    <a:cubicBezTo>
                      <a:pt x="488" y="507"/>
                      <a:pt x="488" y="507"/>
                      <a:pt x="488" y="507"/>
                    </a:cubicBezTo>
                    <a:cubicBezTo>
                      <a:pt x="490" y="506"/>
                      <a:pt x="492" y="505"/>
                      <a:pt x="493" y="505"/>
                    </a:cubicBezTo>
                    <a:cubicBezTo>
                      <a:pt x="496" y="510"/>
                      <a:pt x="496" y="510"/>
                      <a:pt x="496" y="510"/>
                    </a:cubicBezTo>
                    <a:cubicBezTo>
                      <a:pt x="494" y="511"/>
                      <a:pt x="492" y="511"/>
                      <a:pt x="491" y="512"/>
                    </a:cubicBezTo>
                    <a:lnTo>
                      <a:pt x="490" y="512"/>
                    </a:lnTo>
                    <a:close/>
                    <a:moveTo>
                      <a:pt x="507" y="507"/>
                    </a:moveTo>
                    <a:cubicBezTo>
                      <a:pt x="505" y="501"/>
                      <a:pt x="505" y="501"/>
                      <a:pt x="505" y="501"/>
                    </a:cubicBezTo>
                    <a:cubicBezTo>
                      <a:pt x="507" y="501"/>
                      <a:pt x="508" y="501"/>
                      <a:pt x="508" y="500"/>
                    </a:cubicBezTo>
                    <a:cubicBezTo>
                      <a:pt x="508" y="501"/>
                      <a:pt x="508" y="501"/>
                      <a:pt x="508" y="501"/>
                    </a:cubicBezTo>
                    <a:cubicBezTo>
                      <a:pt x="514" y="503"/>
                      <a:pt x="514" y="503"/>
                      <a:pt x="514" y="503"/>
                    </a:cubicBezTo>
                    <a:cubicBezTo>
                      <a:pt x="513" y="506"/>
                      <a:pt x="510" y="506"/>
                      <a:pt x="507" y="507"/>
                    </a:cubicBezTo>
                    <a:close/>
                    <a:moveTo>
                      <a:pt x="404" y="501"/>
                    </a:moveTo>
                    <a:cubicBezTo>
                      <a:pt x="400" y="497"/>
                      <a:pt x="400" y="497"/>
                      <a:pt x="400" y="497"/>
                    </a:cubicBezTo>
                    <a:cubicBezTo>
                      <a:pt x="404" y="493"/>
                      <a:pt x="404" y="493"/>
                      <a:pt x="404" y="493"/>
                    </a:cubicBezTo>
                    <a:cubicBezTo>
                      <a:pt x="408" y="497"/>
                      <a:pt x="408" y="497"/>
                      <a:pt x="408" y="497"/>
                    </a:cubicBezTo>
                    <a:lnTo>
                      <a:pt x="404" y="501"/>
                    </a:lnTo>
                    <a:close/>
                    <a:moveTo>
                      <a:pt x="523" y="501"/>
                    </a:moveTo>
                    <a:cubicBezTo>
                      <a:pt x="522" y="500"/>
                      <a:pt x="521" y="500"/>
                      <a:pt x="520" y="500"/>
                    </a:cubicBezTo>
                    <a:cubicBezTo>
                      <a:pt x="519" y="500"/>
                      <a:pt x="519" y="500"/>
                      <a:pt x="519" y="500"/>
                    </a:cubicBezTo>
                    <a:cubicBezTo>
                      <a:pt x="520" y="495"/>
                      <a:pt x="520" y="495"/>
                      <a:pt x="520" y="495"/>
                    </a:cubicBezTo>
                    <a:cubicBezTo>
                      <a:pt x="520" y="495"/>
                      <a:pt x="520" y="495"/>
                      <a:pt x="520" y="495"/>
                    </a:cubicBezTo>
                    <a:cubicBezTo>
                      <a:pt x="523" y="495"/>
                      <a:pt x="526" y="495"/>
                      <a:pt x="527" y="498"/>
                    </a:cubicBezTo>
                    <a:cubicBezTo>
                      <a:pt x="522" y="500"/>
                      <a:pt x="522" y="500"/>
                      <a:pt x="522" y="500"/>
                    </a:cubicBezTo>
                    <a:cubicBezTo>
                      <a:pt x="522" y="500"/>
                      <a:pt x="522" y="501"/>
                      <a:pt x="523" y="501"/>
                    </a:cubicBezTo>
                    <a:close/>
                    <a:moveTo>
                      <a:pt x="537" y="499"/>
                    </a:moveTo>
                    <a:cubicBezTo>
                      <a:pt x="532" y="496"/>
                      <a:pt x="532" y="496"/>
                      <a:pt x="532" y="496"/>
                    </a:cubicBezTo>
                    <a:cubicBezTo>
                      <a:pt x="532" y="496"/>
                      <a:pt x="532" y="496"/>
                      <a:pt x="532" y="496"/>
                    </a:cubicBezTo>
                    <a:cubicBezTo>
                      <a:pt x="532" y="495"/>
                      <a:pt x="532" y="494"/>
                      <a:pt x="532" y="494"/>
                    </a:cubicBezTo>
                    <a:cubicBezTo>
                      <a:pt x="532" y="490"/>
                      <a:pt x="534" y="490"/>
                      <a:pt x="535" y="490"/>
                    </a:cubicBezTo>
                    <a:cubicBezTo>
                      <a:pt x="536" y="495"/>
                      <a:pt x="536" y="495"/>
                      <a:pt x="536" y="495"/>
                    </a:cubicBezTo>
                    <a:cubicBezTo>
                      <a:pt x="536" y="495"/>
                      <a:pt x="536" y="495"/>
                      <a:pt x="536" y="495"/>
                    </a:cubicBezTo>
                    <a:cubicBezTo>
                      <a:pt x="536" y="495"/>
                      <a:pt x="536" y="495"/>
                      <a:pt x="536" y="495"/>
                    </a:cubicBezTo>
                    <a:cubicBezTo>
                      <a:pt x="536" y="495"/>
                      <a:pt x="536" y="495"/>
                      <a:pt x="536" y="495"/>
                    </a:cubicBezTo>
                    <a:cubicBezTo>
                      <a:pt x="537" y="495"/>
                      <a:pt x="537" y="494"/>
                      <a:pt x="537" y="494"/>
                    </a:cubicBezTo>
                    <a:cubicBezTo>
                      <a:pt x="537" y="494"/>
                      <a:pt x="537" y="495"/>
                      <a:pt x="537" y="495"/>
                    </a:cubicBezTo>
                    <a:cubicBezTo>
                      <a:pt x="538" y="495"/>
                      <a:pt x="538" y="496"/>
                      <a:pt x="538" y="496"/>
                    </a:cubicBezTo>
                    <a:cubicBezTo>
                      <a:pt x="538" y="497"/>
                      <a:pt x="537" y="498"/>
                      <a:pt x="537" y="499"/>
                    </a:cubicBezTo>
                    <a:close/>
                    <a:moveTo>
                      <a:pt x="392" y="490"/>
                    </a:moveTo>
                    <a:cubicBezTo>
                      <a:pt x="390" y="489"/>
                      <a:pt x="389" y="488"/>
                      <a:pt x="387" y="487"/>
                    </a:cubicBezTo>
                    <a:cubicBezTo>
                      <a:pt x="390" y="482"/>
                      <a:pt x="390" y="482"/>
                      <a:pt x="390" y="482"/>
                    </a:cubicBezTo>
                    <a:cubicBezTo>
                      <a:pt x="392" y="483"/>
                      <a:pt x="394" y="484"/>
                      <a:pt x="395" y="485"/>
                    </a:cubicBezTo>
                    <a:lnTo>
                      <a:pt x="392" y="490"/>
                    </a:lnTo>
                    <a:close/>
                    <a:moveTo>
                      <a:pt x="546" y="489"/>
                    </a:moveTo>
                    <a:cubicBezTo>
                      <a:pt x="541" y="487"/>
                      <a:pt x="541" y="487"/>
                      <a:pt x="541" y="487"/>
                    </a:cubicBezTo>
                    <a:cubicBezTo>
                      <a:pt x="541" y="486"/>
                      <a:pt x="541" y="484"/>
                      <a:pt x="542" y="482"/>
                    </a:cubicBezTo>
                    <a:cubicBezTo>
                      <a:pt x="548" y="483"/>
                      <a:pt x="548" y="483"/>
                      <a:pt x="548" y="483"/>
                    </a:cubicBezTo>
                    <a:cubicBezTo>
                      <a:pt x="547" y="485"/>
                      <a:pt x="547" y="487"/>
                      <a:pt x="546" y="489"/>
                    </a:cubicBezTo>
                    <a:close/>
                    <a:moveTo>
                      <a:pt x="377" y="478"/>
                    </a:moveTo>
                    <a:cubicBezTo>
                      <a:pt x="376" y="476"/>
                      <a:pt x="376" y="474"/>
                      <a:pt x="376" y="471"/>
                    </a:cubicBezTo>
                    <a:cubicBezTo>
                      <a:pt x="382" y="471"/>
                      <a:pt x="382" y="471"/>
                      <a:pt x="382" y="471"/>
                    </a:cubicBezTo>
                    <a:cubicBezTo>
                      <a:pt x="382" y="474"/>
                      <a:pt x="382" y="475"/>
                      <a:pt x="383" y="476"/>
                    </a:cubicBezTo>
                    <a:lnTo>
                      <a:pt x="377" y="478"/>
                    </a:lnTo>
                    <a:close/>
                    <a:moveTo>
                      <a:pt x="549" y="471"/>
                    </a:moveTo>
                    <a:cubicBezTo>
                      <a:pt x="544" y="470"/>
                      <a:pt x="544" y="470"/>
                      <a:pt x="544" y="470"/>
                    </a:cubicBezTo>
                    <a:cubicBezTo>
                      <a:pt x="544" y="467"/>
                      <a:pt x="544" y="467"/>
                      <a:pt x="544" y="467"/>
                    </a:cubicBezTo>
                    <a:cubicBezTo>
                      <a:pt x="544" y="466"/>
                      <a:pt x="544" y="466"/>
                      <a:pt x="544" y="465"/>
                    </a:cubicBezTo>
                    <a:cubicBezTo>
                      <a:pt x="550" y="465"/>
                      <a:pt x="550" y="465"/>
                      <a:pt x="550" y="465"/>
                    </a:cubicBezTo>
                    <a:cubicBezTo>
                      <a:pt x="550" y="466"/>
                      <a:pt x="550" y="467"/>
                      <a:pt x="550" y="468"/>
                    </a:cubicBezTo>
                    <a:lnTo>
                      <a:pt x="549" y="471"/>
                    </a:lnTo>
                    <a:close/>
                    <a:moveTo>
                      <a:pt x="383" y="461"/>
                    </a:moveTo>
                    <a:cubicBezTo>
                      <a:pt x="377" y="459"/>
                      <a:pt x="377" y="459"/>
                      <a:pt x="377" y="459"/>
                    </a:cubicBezTo>
                    <a:cubicBezTo>
                      <a:pt x="378" y="456"/>
                      <a:pt x="380" y="456"/>
                      <a:pt x="381" y="455"/>
                    </a:cubicBezTo>
                    <a:cubicBezTo>
                      <a:pt x="382" y="455"/>
                      <a:pt x="382" y="454"/>
                      <a:pt x="383" y="454"/>
                    </a:cubicBezTo>
                    <a:cubicBezTo>
                      <a:pt x="386" y="459"/>
                      <a:pt x="386" y="459"/>
                      <a:pt x="386" y="459"/>
                    </a:cubicBezTo>
                    <a:cubicBezTo>
                      <a:pt x="385" y="459"/>
                      <a:pt x="384" y="460"/>
                      <a:pt x="384" y="460"/>
                    </a:cubicBezTo>
                    <a:cubicBezTo>
                      <a:pt x="383" y="460"/>
                      <a:pt x="383" y="461"/>
                      <a:pt x="383" y="461"/>
                    </a:cubicBezTo>
                    <a:close/>
                    <a:moveTo>
                      <a:pt x="551" y="454"/>
                    </a:moveTo>
                    <a:cubicBezTo>
                      <a:pt x="545" y="453"/>
                      <a:pt x="545" y="453"/>
                      <a:pt x="545" y="453"/>
                    </a:cubicBezTo>
                    <a:cubicBezTo>
                      <a:pt x="545" y="451"/>
                      <a:pt x="546" y="448"/>
                      <a:pt x="546" y="447"/>
                    </a:cubicBezTo>
                    <a:cubicBezTo>
                      <a:pt x="552" y="448"/>
                      <a:pt x="552" y="448"/>
                      <a:pt x="552" y="448"/>
                    </a:cubicBezTo>
                    <a:cubicBezTo>
                      <a:pt x="551" y="450"/>
                      <a:pt x="551" y="452"/>
                      <a:pt x="551" y="454"/>
                    </a:cubicBezTo>
                    <a:close/>
                    <a:moveTo>
                      <a:pt x="386" y="447"/>
                    </a:moveTo>
                    <a:cubicBezTo>
                      <a:pt x="386" y="446"/>
                      <a:pt x="386" y="446"/>
                      <a:pt x="386" y="445"/>
                    </a:cubicBezTo>
                    <a:cubicBezTo>
                      <a:pt x="386" y="445"/>
                      <a:pt x="386" y="444"/>
                      <a:pt x="385" y="442"/>
                    </a:cubicBezTo>
                    <a:cubicBezTo>
                      <a:pt x="390" y="440"/>
                      <a:pt x="390" y="440"/>
                      <a:pt x="390" y="440"/>
                    </a:cubicBezTo>
                    <a:cubicBezTo>
                      <a:pt x="391" y="442"/>
                      <a:pt x="392" y="444"/>
                      <a:pt x="392" y="445"/>
                    </a:cubicBezTo>
                    <a:cubicBezTo>
                      <a:pt x="392" y="446"/>
                      <a:pt x="392" y="446"/>
                      <a:pt x="392" y="446"/>
                    </a:cubicBezTo>
                    <a:lnTo>
                      <a:pt x="386" y="447"/>
                    </a:lnTo>
                    <a:close/>
                    <a:moveTo>
                      <a:pt x="556" y="437"/>
                    </a:moveTo>
                    <a:cubicBezTo>
                      <a:pt x="550" y="436"/>
                      <a:pt x="550" y="436"/>
                      <a:pt x="550" y="436"/>
                    </a:cubicBezTo>
                    <a:cubicBezTo>
                      <a:pt x="550" y="435"/>
                      <a:pt x="550" y="433"/>
                      <a:pt x="550" y="432"/>
                    </a:cubicBezTo>
                    <a:cubicBezTo>
                      <a:pt x="550" y="431"/>
                      <a:pt x="550" y="431"/>
                      <a:pt x="550" y="431"/>
                    </a:cubicBezTo>
                    <a:cubicBezTo>
                      <a:pt x="556" y="431"/>
                      <a:pt x="556" y="431"/>
                      <a:pt x="556" y="431"/>
                    </a:cubicBezTo>
                    <a:cubicBezTo>
                      <a:pt x="556" y="432"/>
                      <a:pt x="556" y="432"/>
                      <a:pt x="556" y="432"/>
                    </a:cubicBezTo>
                    <a:cubicBezTo>
                      <a:pt x="556" y="434"/>
                      <a:pt x="556" y="435"/>
                      <a:pt x="556" y="437"/>
                    </a:cubicBezTo>
                    <a:close/>
                    <a:moveTo>
                      <a:pt x="385" y="431"/>
                    </a:moveTo>
                    <a:cubicBezTo>
                      <a:pt x="379" y="430"/>
                      <a:pt x="379" y="430"/>
                      <a:pt x="379" y="430"/>
                    </a:cubicBezTo>
                    <a:cubicBezTo>
                      <a:pt x="380" y="427"/>
                      <a:pt x="382" y="426"/>
                      <a:pt x="385" y="424"/>
                    </a:cubicBezTo>
                    <a:cubicBezTo>
                      <a:pt x="388" y="429"/>
                      <a:pt x="388" y="429"/>
                      <a:pt x="388" y="429"/>
                    </a:cubicBezTo>
                    <a:cubicBezTo>
                      <a:pt x="386" y="430"/>
                      <a:pt x="385" y="431"/>
                      <a:pt x="385" y="431"/>
                    </a:cubicBezTo>
                    <a:close/>
                    <a:moveTo>
                      <a:pt x="398" y="423"/>
                    </a:moveTo>
                    <a:cubicBezTo>
                      <a:pt x="395" y="418"/>
                      <a:pt x="395" y="418"/>
                      <a:pt x="395" y="418"/>
                    </a:cubicBezTo>
                    <a:cubicBezTo>
                      <a:pt x="397" y="417"/>
                      <a:pt x="399" y="416"/>
                      <a:pt x="400" y="415"/>
                    </a:cubicBezTo>
                    <a:cubicBezTo>
                      <a:pt x="403" y="421"/>
                      <a:pt x="403" y="421"/>
                      <a:pt x="403" y="421"/>
                    </a:cubicBezTo>
                    <a:cubicBezTo>
                      <a:pt x="401" y="421"/>
                      <a:pt x="400" y="422"/>
                      <a:pt x="398" y="423"/>
                    </a:cubicBezTo>
                    <a:close/>
                    <a:moveTo>
                      <a:pt x="558" y="420"/>
                    </a:moveTo>
                    <a:cubicBezTo>
                      <a:pt x="552" y="419"/>
                      <a:pt x="552" y="419"/>
                      <a:pt x="552" y="419"/>
                    </a:cubicBezTo>
                    <a:cubicBezTo>
                      <a:pt x="552" y="417"/>
                      <a:pt x="553" y="415"/>
                      <a:pt x="553" y="413"/>
                    </a:cubicBezTo>
                    <a:cubicBezTo>
                      <a:pt x="553" y="413"/>
                      <a:pt x="553" y="413"/>
                      <a:pt x="553" y="413"/>
                    </a:cubicBezTo>
                    <a:cubicBezTo>
                      <a:pt x="559" y="414"/>
                      <a:pt x="559" y="414"/>
                      <a:pt x="559" y="414"/>
                    </a:cubicBezTo>
                    <a:cubicBezTo>
                      <a:pt x="559" y="414"/>
                      <a:pt x="559" y="414"/>
                      <a:pt x="559" y="414"/>
                    </a:cubicBezTo>
                    <a:cubicBezTo>
                      <a:pt x="558" y="416"/>
                      <a:pt x="558" y="418"/>
                      <a:pt x="558" y="420"/>
                    </a:cubicBezTo>
                    <a:close/>
                    <a:moveTo>
                      <a:pt x="414" y="415"/>
                    </a:moveTo>
                    <a:cubicBezTo>
                      <a:pt x="411" y="410"/>
                      <a:pt x="411" y="410"/>
                      <a:pt x="411" y="410"/>
                    </a:cubicBezTo>
                    <a:cubicBezTo>
                      <a:pt x="412" y="409"/>
                      <a:pt x="414" y="408"/>
                      <a:pt x="415" y="407"/>
                    </a:cubicBezTo>
                    <a:cubicBezTo>
                      <a:pt x="419" y="411"/>
                      <a:pt x="419" y="411"/>
                      <a:pt x="419" y="411"/>
                    </a:cubicBezTo>
                    <a:cubicBezTo>
                      <a:pt x="417" y="413"/>
                      <a:pt x="416" y="414"/>
                      <a:pt x="414" y="415"/>
                    </a:cubicBezTo>
                    <a:close/>
                    <a:moveTo>
                      <a:pt x="269" y="404"/>
                    </a:moveTo>
                    <a:cubicBezTo>
                      <a:pt x="268" y="404"/>
                      <a:pt x="267" y="404"/>
                      <a:pt x="267" y="404"/>
                    </a:cubicBezTo>
                    <a:cubicBezTo>
                      <a:pt x="269" y="398"/>
                      <a:pt x="269" y="398"/>
                      <a:pt x="269" y="398"/>
                    </a:cubicBezTo>
                    <a:cubicBezTo>
                      <a:pt x="268" y="398"/>
                      <a:pt x="268" y="398"/>
                      <a:pt x="268" y="398"/>
                    </a:cubicBezTo>
                    <a:cubicBezTo>
                      <a:pt x="268" y="398"/>
                      <a:pt x="269" y="397"/>
                      <a:pt x="269" y="397"/>
                    </a:cubicBezTo>
                    <a:cubicBezTo>
                      <a:pt x="269" y="396"/>
                      <a:pt x="269" y="396"/>
                      <a:pt x="269" y="396"/>
                    </a:cubicBezTo>
                    <a:cubicBezTo>
                      <a:pt x="274" y="399"/>
                      <a:pt x="274" y="399"/>
                      <a:pt x="274" y="399"/>
                    </a:cubicBezTo>
                    <a:cubicBezTo>
                      <a:pt x="274" y="400"/>
                      <a:pt x="274" y="400"/>
                      <a:pt x="274" y="400"/>
                    </a:cubicBezTo>
                    <a:cubicBezTo>
                      <a:pt x="273" y="402"/>
                      <a:pt x="271" y="404"/>
                      <a:pt x="269" y="404"/>
                    </a:cubicBezTo>
                    <a:close/>
                    <a:moveTo>
                      <a:pt x="561" y="403"/>
                    </a:moveTo>
                    <a:cubicBezTo>
                      <a:pt x="555" y="401"/>
                      <a:pt x="555" y="401"/>
                      <a:pt x="555" y="401"/>
                    </a:cubicBezTo>
                    <a:cubicBezTo>
                      <a:pt x="556" y="399"/>
                      <a:pt x="557" y="397"/>
                      <a:pt x="558" y="395"/>
                    </a:cubicBezTo>
                    <a:cubicBezTo>
                      <a:pt x="563" y="398"/>
                      <a:pt x="563" y="398"/>
                      <a:pt x="563" y="398"/>
                    </a:cubicBezTo>
                    <a:cubicBezTo>
                      <a:pt x="562" y="400"/>
                      <a:pt x="562" y="401"/>
                      <a:pt x="561" y="403"/>
                    </a:cubicBezTo>
                    <a:close/>
                    <a:moveTo>
                      <a:pt x="426" y="401"/>
                    </a:moveTo>
                    <a:cubicBezTo>
                      <a:pt x="423" y="400"/>
                      <a:pt x="423" y="400"/>
                      <a:pt x="423" y="400"/>
                    </a:cubicBezTo>
                    <a:cubicBezTo>
                      <a:pt x="421" y="398"/>
                      <a:pt x="421" y="398"/>
                      <a:pt x="421" y="398"/>
                    </a:cubicBezTo>
                    <a:cubicBezTo>
                      <a:pt x="422" y="396"/>
                      <a:pt x="423" y="395"/>
                      <a:pt x="424" y="393"/>
                    </a:cubicBezTo>
                    <a:cubicBezTo>
                      <a:pt x="429" y="396"/>
                      <a:pt x="429" y="396"/>
                      <a:pt x="429" y="396"/>
                    </a:cubicBezTo>
                    <a:cubicBezTo>
                      <a:pt x="428" y="398"/>
                      <a:pt x="427" y="399"/>
                      <a:pt x="426" y="401"/>
                    </a:cubicBezTo>
                    <a:close/>
                    <a:moveTo>
                      <a:pt x="256" y="399"/>
                    </a:moveTo>
                    <a:cubicBezTo>
                      <a:pt x="254" y="398"/>
                      <a:pt x="253" y="397"/>
                      <a:pt x="251" y="396"/>
                    </a:cubicBezTo>
                    <a:cubicBezTo>
                      <a:pt x="253" y="391"/>
                      <a:pt x="253" y="391"/>
                      <a:pt x="253" y="391"/>
                    </a:cubicBezTo>
                    <a:cubicBezTo>
                      <a:pt x="255" y="392"/>
                      <a:pt x="257" y="393"/>
                      <a:pt x="258" y="393"/>
                    </a:cubicBezTo>
                    <a:lnTo>
                      <a:pt x="256" y="399"/>
                    </a:lnTo>
                    <a:close/>
                    <a:moveTo>
                      <a:pt x="281" y="391"/>
                    </a:moveTo>
                    <a:cubicBezTo>
                      <a:pt x="277" y="386"/>
                      <a:pt x="277" y="386"/>
                      <a:pt x="277" y="386"/>
                    </a:cubicBezTo>
                    <a:cubicBezTo>
                      <a:pt x="279" y="385"/>
                      <a:pt x="281" y="383"/>
                      <a:pt x="282" y="382"/>
                    </a:cubicBezTo>
                    <a:cubicBezTo>
                      <a:pt x="285" y="388"/>
                      <a:pt x="285" y="388"/>
                      <a:pt x="285" y="388"/>
                    </a:cubicBezTo>
                    <a:cubicBezTo>
                      <a:pt x="284" y="388"/>
                      <a:pt x="283" y="389"/>
                      <a:pt x="281" y="391"/>
                    </a:cubicBezTo>
                    <a:close/>
                    <a:moveTo>
                      <a:pt x="436" y="390"/>
                    </a:moveTo>
                    <a:cubicBezTo>
                      <a:pt x="434" y="384"/>
                      <a:pt x="434" y="384"/>
                      <a:pt x="434" y="384"/>
                    </a:cubicBezTo>
                    <a:cubicBezTo>
                      <a:pt x="435" y="384"/>
                      <a:pt x="436" y="383"/>
                      <a:pt x="437" y="382"/>
                    </a:cubicBezTo>
                    <a:cubicBezTo>
                      <a:pt x="442" y="385"/>
                      <a:pt x="442" y="385"/>
                      <a:pt x="442" y="385"/>
                    </a:cubicBezTo>
                    <a:cubicBezTo>
                      <a:pt x="440" y="388"/>
                      <a:pt x="438" y="389"/>
                      <a:pt x="436" y="390"/>
                    </a:cubicBezTo>
                    <a:close/>
                    <a:moveTo>
                      <a:pt x="240" y="389"/>
                    </a:moveTo>
                    <a:cubicBezTo>
                      <a:pt x="239" y="388"/>
                      <a:pt x="239" y="387"/>
                      <a:pt x="239" y="386"/>
                    </a:cubicBezTo>
                    <a:cubicBezTo>
                      <a:pt x="239" y="385"/>
                      <a:pt x="240" y="383"/>
                      <a:pt x="241" y="382"/>
                    </a:cubicBezTo>
                    <a:cubicBezTo>
                      <a:pt x="241" y="382"/>
                      <a:pt x="241" y="383"/>
                      <a:pt x="241" y="383"/>
                    </a:cubicBezTo>
                    <a:cubicBezTo>
                      <a:pt x="247" y="382"/>
                      <a:pt x="247" y="382"/>
                      <a:pt x="247" y="382"/>
                    </a:cubicBezTo>
                    <a:cubicBezTo>
                      <a:pt x="247" y="385"/>
                      <a:pt x="246" y="387"/>
                      <a:pt x="244" y="388"/>
                    </a:cubicBezTo>
                    <a:cubicBezTo>
                      <a:pt x="244" y="387"/>
                      <a:pt x="245" y="387"/>
                      <a:pt x="245" y="386"/>
                    </a:cubicBezTo>
                    <a:lnTo>
                      <a:pt x="240" y="389"/>
                    </a:lnTo>
                    <a:close/>
                    <a:moveTo>
                      <a:pt x="569" y="388"/>
                    </a:moveTo>
                    <a:cubicBezTo>
                      <a:pt x="564" y="386"/>
                      <a:pt x="564" y="386"/>
                      <a:pt x="564" y="386"/>
                    </a:cubicBezTo>
                    <a:cubicBezTo>
                      <a:pt x="564" y="385"/>
                      <a:pt x="565" y="384"/>
                      <a:pt x="565" y="383"/>
                    </a:cubicBezTo>
                    <a:cubicBezTo>
                      <a:pt x="565" y="382"/>
                      <a:pt x="566" y="381"/>
                      <a:pt x="566" y="380"/>
                    </a:cubicBezTo>
                    <a:cubicBezTo>
                      <a:pt x="572" y="382"/>
                      <a:pt x="572" y="382"/>
                      <a:pt x="572" y="382"/>
                    </a:cubicBezTo>
                    <a:cubicBezTo>
                      <a:pt x="571" y="383"/>
                      <a:pt x="571" y="384"/>
                      <a:pt x="571" y="385"/>
                    </a:cubicBezTo>
                    <a:cubicBezTo>
                      <a:pt x="570" y="386"/>
                      <a:pt x="570" y="387"/>
                      <a:pt x="569" y="388"/>
                    </a:cubicBezTo>
                    <a:close/>
                    <a:moveTo>
                      <a:pt x="289" y="379"/>
                    </a:moveTo>
                    <a:cubicBezTo>
                      <a:pt x="289" y="379"/>
                      <a:pt x="289" y="379"/>
                      <a:pt x="288" y="378"/>
                    </a:cubicBezTo>
                    <a:cubicBezTo>
                      <a:pt x="287" y="377"/>
                      <a:pt x="287" y="377"/>
                      <a:pt x="286" y="376"/>
                    </a:cubicBezTo>
                    <a:cubicBezTo>
                      <a:pt x="290" y="372"/>
                      <a:pt x="290" y="372"/>
                      <a:pt x="290" y="372"/>
                    </a:cubicBezTo>
                    <a:cubicBezTo>
                      <a:pt x="291" y="372"/>
                      <a:pt x="291" y="373"/>
                      <a:pt x="292" y="373"/>
                    </a:cubicBezTo>
                    <a:cubicBezTo>
                      <a:pt x="293" y="375"/>
                      <a:pt x="294" y="376"/>
                      <a:pt x="295" y="377"/>
                    </a:cubicBezTo>
                    <a:lnTo>
                      <a:pt x="289" y="379"/>
                    </a:lnTo>
                    <a:close/>
                    <a:moveTo>
                      <a:pt x="233" y="377"/>
                    </a:moveTo>
                    <a:cubicBezTo>
                      <a:pt x="232" y="376"/>
                      <a:pt x="232" y="375"/>
                      <a:pt x="232" y="374"/>
                    </a:cubicBezTo>
                    <a:cubicBezTo>
                      <a:pt x="232" y="373"/>
                      <a:pt x="232" y="372"/>
                      <a:pt x="232" y="371"/>
                    </a:cubicBezTo>
                    <a:cubicBezTo>
                      <a:pt x="238" y="370"/>
                      <a:pt x="238" y="370"/>
                      <a:pt x="238" y="370"/>
                    </a:cubicBezTo>
                    <a:cubicBezTo>
                      <a:pt x="238" y="371"/>
                      <a:pt x="238" y="373"/>
                      <a:pt x="238" y="374"/>
                    </a:cubicBezTo>
                    <a:cubicBezTo>
                      <a:pt x="238" y="374"/>
                      <a:pt x="238" y="375"/>
                      <a:pt x="238" y="376"/>
                    </a:cubicBezTo>
                    <a:lnTo>
                      <a:pt x="233" y="377"/>
                    </a:lnTo>
                    <a:close/>
                    <a:moveTo>
                      <a:pt x="578" y="377"/>
                    </a:moveTo>
                    <a:cubicBezTo>
                      <a:pt x="577" y="371"/>
                      <a:pt x="577" y="371"/>
                      <a:pt x="577" y="371"/>
                    </a:cubicBezTo>
                    <a:cubicBezTo>
                      <a:pt x="578" y="371"/>
                      <a:pt x="580" y="371"/>
                      <a:pt x="581" y="370"/>
                    </a:cubicBezTo>
                    <a:cubicBezTo>
                      <a:pt x="585" y="374"/>
                      <a:pt x="585" y="374"/>
                      <a:pt x="585" y="374"/>
                    </a:cubicBezTo>
                    <a:cubicBezTo>
                      <a:pt x="583" y="376"/>
                      <a:pt x="580" y="377"/>
                      <a:pt x="578" y="377"/>
                    </a:cubicBezTo>
                    <a:close/>
                    <a:moveTo>
                      <a:pt x="441" y="373"/>
                    </a:moveTo>
                    <a:cubicBezTo>
                      <a:pt x="440" y="372"/>
                      <a:pt x="440" y="370"/>
                      <a:pt x="439" y="369"/>
                    </a:cubicBezTo>
                    <a:cubicBezTo>
                      <a:pt x="444" y="366"/>
                      <a:pt x="444" y="366"/>
                      <a:pt x="444" y="366"/>
                    </a:cubicBezTo>
                    <a:cubicBezTo>
                      <a:pt x="446" y="368"/>
                      <a:pt x="446" y="370"/>
                      <a:pt x="446" y="373"/>
                    </a:cubicBezTo>
                    <a:lnTo>
                      <a:pt x="441" y="373"/>
                    </a:lnTo>
                    <a:close/>
                    <a:moveTo>
                      <a:pt x="223" y="370"/>
                    </a:moveTo>
                    <a:cubicBezTo>
                      <a:pt x="221" y="365"/>
                      <a:pt x="221" y="365"/>
                      <a:pt x="221" y="365"/>
                    </a:cubicBezTo>
                    <a:cubicBezTo>
                      <a:pt x="223" y="364"/>
                      <a:pt x="225" y="364"/>
                      <a:pt x="227" y="363"/>
                    </a:cubicBezTo>
                    <a:cubicBezTo>
                      <a:pt x="228" y="369"/>
                      <a:pt x="228" y="369"/>
                      <a:pt x="228" y="369"/>
                    </a:cubicBezTo>
                    <a:cubicBezTo>
                      <a:pt x="226" y="369"/>
                      <a:pt x="224" y="370"/>
                      <a:pt x="223" y="370"/>
                    </a:cubicBezTo>
                    <a:close/>
                    <a:moveTo>
                      <a:pt x="278" y="367"/>
                    </a:moveTo>
                    <a:cubicBezTo>
                      <a:pt x="277" y="366"/>
                      <a:pt x="276" y="364"/>
                      <a:pt x="275" y="363"/>
                    </a:cubicBezTo>
                    <a:cubicBezTo>
                      <a:pt x="275" y="363"/>
                      <a:pt x="275" y="363"/>
                      <a:pt x="275" y="363"/>
                    </a:cubicBezTo>
                    <a:cubicBezTo>
                      <a:pt x="279" y="359"/>
                      <a:pt x="279" y="359"/>
                      <a:pt x="279" y="359"/>
                    </a:cubicBezTo>
                    <a:cubicBezTo>
                      <a:pt x="279" y="359"/>
                      <a:pt x="279" y="359"/>
                      <a:pt x="279" y="359"/>
                    </a:cubicBezTo>
                    <a:cubicBezTo>
                      <a:pt x="280" y="360"/>
                      <a:pt x="282" y="362"/>
                      <a:pt x="283" y="364"/>
                    </a:cubicBezTo>
                    <a:lnTo>
                      <a:pt x="278" y="367"/>
                    </a:lnTo>
                    <a:close/>
                    <a:moveTo>
                      <a:pt x="354" y="366"/>
                    </a:moveTo>
                    <a:cubicBezTo>
                      <a:pt x="353" y="366"/>
                      <a:pt x="352" y="366"/>
                      <a:pt x="352" y="365"/>
                    </a:cubicBezTo>
                    <a:cubicBezTo>
                      <a:pt x="350" y="365"/>
                      <a:pt x="350" y="365"/>
                      <a:pt x="350" y="365"/>
                    </a:cubicBezTo>
                    <a:cubicBezTo>
                      <a:pt x="350" y="365"/>
                      <a:pt x="349" y="364"/>
                      <a:pt x="348" y="364"/>
                    </a:cubicBezTo>
                    <a:cubicBezTo>
                      <a:pt x="351" y="359"/>
                      <a:pt x="351" y="359"/>
                      <a:pt x="351" y="359"/>
                    </a:cubicBezTo>
                    <a:cubicBezTo>
                      <a:pt x="351" y="359"/>
                      <a:pt x="352" y="359"/>
                      <a:pt x="353" y="360"/>
                    </a:cubicBezTo>
                    <a:cubicBezTo>
                      <a:pt x="354" y="360"/>
                      <a:pt x="354" y="360"/>
                      <a:pt x="354" y="360"/>
                    </a:cubicBezTo>
                    <a:cubicBezTo>
                      <a:pt x="355" y="360"/>
                      <a:pt x="355" y="361"/>
                      <a:pt x="356" y="361"/>
                    </a:cubicBezTo>
                    <a:lnTo>
                      <a:pt x="354" y="366"/>
                    </a:lnTo>
                    <a:close/>
                    <a:moveTo>
                      <a:pt x="592" y="365"/>
                    </a:moveTo>
                    <a:cubicBezTo>
                      <a:pt x="591" y="365"/>
                      <a:pt x="590" y="365"/>
                      <a:pt x="589" y="365"/>
                    </a:cubicBezTo>
                    <a:cubicBezTo>
                      <a:pt x="588" y="364"/>
                      <a:pt x="588" y="364"/>
                      <a:pt x="587" y="364"/>
                    </a:cubicBezTo>
                    <a:cubicBezTo>
                      <a:pt x="585" y="359"/>
                      <a:pt x="585" y="359"/>
                      <a:pt x="585" y="359"/>
                    </a:cubicBezTo>
                    <a:cubicBezTo>
                      <a:pt x="586" y="359"/>
                      <a:pt x="586" y="358"/>
                      <a:pt x="587" y="359"/>
                    </a:cubicBezTo>
                    <a:cubicBezTo>
                      <a:pt x="588" y="359"/>
                      <a:pt x="589" y="359"/>
                      <a:pt x="590" y="359"/>
                    </a:cubicBezTo>
                    <a:cubicBezTo>
                      <a:pt x="591" y="359"/>
                      <a:pt x="591" y="359"/>
                      <a:pt x="592" y="359"/>
                    </a:cubicBezTo>
                    <a:lnTo>
                      <a:pt x="592" y="365"/>
                    </a:lnTo>
                    <a:close/>
                    <a:moveTo>
                      <a:pt x="212" y="364"/>
                    </a:moveTo>
                    <a:cubicBezTo>
                      <a:pt x="212" y="363"/>
                      <a:pt x="211" y="363"/>
                      <a:pt x="211" y="363"/>
                    </a:cubicBezTo>
                    <a:cubicBezTo>
                      <a:pt x="211" y="363"/>
                      <a:pt x="212" y="363"/>
                      <a:pt x="212" y="363"/>
                    </a:cubicBezTo>
                    <a:cubicBezTo>
                      <a:pt x="209" y="358"/>
                      <a:pt x="209" y="358"/>
                      <a:pt x="209" y="358"/>
                    </a:cubicBezTo>
                    <a:cubicBezTo>
                      <a:pt x="209" y="358"/>
                      <a:pt x="209" y="358"/>
                      <a:pt x="209" y="359"/>
                    </a:cubicBezTo>
                    <a:cubicBezTo>
                      <a:pt x="203" y="357"/>
                      <a:pt x="203" y="357"/>
                      <a:pt x="203" y="357"/>
                    </a:cubicBezTo>
                    <a:cubicBezTo>
                      <a:pt x="204" y="356"/>
                      <a:pt x="205" y="355"/>
                      <a:pt x="205" y="354"/>
                    </a:cubicBezTo>
                    <a:cubicBezTo>
                      <a:pt x="206" y="353"/>
                      <a:pt x="206" y="352"/>
                      <a:pt x="206" y="352"/>
                    </a:cubicBezTo>
                    <a:cubicBezTo>
                      <a:pt x="212" y="353"/>
                      <a:pt x="212" y="353"/>
                      <a:pt x="212" y="353"/>
                    </a:cubicBezTo>
                    <a:cubicBezTo>
                      <a:pt x="211" y="355"/>
                      <a:pt x="211" y="356"/>
                      <a:pt x="210" y="357"/>
                    </a:cubicBezTo>
                    <a:cubicBezTo>
                      <a:pt x="210" y="357"/>
                      <a:pt x="210" y="357"/>
                      <a:pt x="209" y="358"/>
                    </a:cubicBezTo>
                    <a:cubicBezTo>
                      <a:pt x="213" y="356"/>
                      <a:pt x="216" y="358"/>
                      <a:pt x="217" y="362"/>
                    </a:cubicBezTo>
                    <a:lnTo>
                      <a:pt x="212" y="364"/>
                    </a:lnTo>
                    <a:close/>
                    <a:moveTo>
                      <a:pt x="367" y="363"/>
                    </a:moveTo>
                    <a:cubicBezTo>
                      <a:pt x="363" y="359"/>
                      <a:pt x="363" y="359"/>
                      <a:pt x="363" y="359"/>
                    </a:cubicBezTo>
                    <a:cubicBezTo>
                      <a:pt x="364" y="357"/>
                      <a:pt x="366" y="356"/>
                      <a:pt x="368" y="355"/>
                    </a:cubicBezTo>
                    <a:cubicBezTo>
                      <a:pt x="371" y="359"/>
                      <a:pt x="371" y="359"/>
                      <a:pt x="371" y="359"/>
                    </a:cubicBezTo>
                    <a:cubicBezTo>
                      <a:pt x="369" y="361"/>
                      <a:pt x="368" y="362"/>
                      <a:pt x="367" y="363"/>
                    </a:cubicBezTo>
                    <a:close/>
                    <a:moveTo>
                      <a:pt x="286" y="361"/>
                    </a:moveTo>
                    <a:cubicBezTo>
                      <a:pt x="285" y="355"/>
                      <a:pt x="285" y="355"/>
                      <a:pt x="285" y="355"/>
                    </a:cubicBezTo>
                    <a:cubicBezTo>
                      <a:pt x="287" y="355"/>
                      <a:pt x="288" y="355"/>
                      <a:pt x="290" y="354"/>
                    </a:cubicBezTo>
                    <a:cubicBezTo>
                      <a:pt x="291" y="360"/>
                      <a:pt x="291" y="360"/>
                      <a:pt x="291" y="360"/>
                    </a:cubicBezTo>
                    <a:cubicBezTo>
                      <a:pt x="289" y="361"/>
                      <a:pt x="287" y="361"/>
                      <a:pt x="286" y="361"/>
                    </a:cubicBezTo>
                    <a:close/>
                    <a:moveTo>
                      <a:pt x="604" y="360"/>
                    </a:moveTo>
                    <a:cubicBezTo>
                      <a:pt x="602" y="355"/>
                      <a:pt x="602" y="355"/>
                      <a:pt x="602" y="355"/>
                    </a:cubicBezTo>
                    <a:cubicBezTo>
                      <a:pt x="605" y="353"/>
                      <a:pt x="608" y="353"/>
                      <a:pt x="608" y="353"/>
                    </a:cubicBezTo>
                    <a:cubicBezTo>
                      <a:pt x="608" y="359"/>
                      <a:pt x="608" y="359"/>
                      <a:pt x="608" y="359"/>
                    </a:cubicBezTo>
                    <a:cubicBezTo>
                      <a:pt x="608" y="359"/>
                      <a:pt x="606" y="359"/>
                      <a:pt x="604" y="360"/>
                    </a:cubicBezTo>
                    <a:close/>
                    <a:moveTo>
                      <a:pt x="337" y="360"/>
                    </a:moveTo>
                    <a:cubicBezTo>
                      <a:pt x="337" y="360"/>
                      <a:pt x="336" y="359"/>
                      <a:pt x="335" y="359"/>
                    </a:cubicBezTo>
                    <a:cubicBezTo>
                      <a:pt x="334" y="358"/>
                      <a:pt x="333" y="358"/>
                      <a:pt x="332" y="357"/>
                    </a:cubicBezTo>
                    <a:cubicBezTo>
                      <a:pt x="335" y="352"/>
                      <a:pt x="335" y="352"/>
                      <a:pt x="335" y="352"/>
                    </a:cubicBezTo>
                    <a:cubicBezTo>
                      <a:pt x="336" y="353"/>
                      <a:pt x="337" y="353"/>
                      <a:pt x="337" y="353"/>
                    </a:cubicBezTo>
                    <a:cubicBezTo>
                      <a:pt x="338" y="354"/>
                      <a:pt x="339" y="354"/>
                      <a:pt x="340" y="355"/>
                    </a:cubicBezTo>
                    <a:lnTo>
                      <a:pt x="337" y="360"/>
                    </a:lnTo>
                    <a:close/>
                    <a:moveTo>
                      <a:pt x="433" y="359"/>
                    </a:moveTo>
                    <a:cubicBezTo>
                      <a:pt x="432" y="358"/>
                      <a:pt x="430" y="355"/>
                      <a:pt x="430" y="352"/>
                    </a:cubicBezTo>
                    <a:cubicBezTo>
                      <a:pt x="433" y="352"/>
                      <a:pt x="433" y="352"/>
                      <a:pt x="433" y="352"/>
                    </a:cubicBezTo>
                    <a:cubicBezTo>
                      <a:pt x="436" y="352"/>
                      <a:pt x="436" y="352"/>
                      <a:pt x="436" y="352"/>
                    </a:cubicBezTo>
                    <a:cubicBezTo>
                      <a:pt x="436" y="353"/>
                      <a:pt x="437" y="354"/>
                      <a:pt x="438" y="356"/>
                    </a:cubicBezTo>
                    <a:lnTo>
                      <a:pt x="433" y="359"/>
                    </a:lnTo>
                    <a:close/>
                    <a:moveTo>
                      <a:pt x="303" y="358"/>
                    </a:moveTo>
                    <a:cubicBezTo>
                      <a:pt x="302" y="352"/>
                      <a:pt x="302" y="352"/>
                      <a:pt x="302" y="352"/>
                    </a:cubicBezTo>
                    <a:cubicBezTo>
                      <a:pt x="303" y="352"/>
                      <a:pt x="304" y="352"/>
                      <a:pt x="305" y="352"/>
                    </a:cubicBezTo>
                    <a:cubicBezTo>
                      <a:pt x="306" y="351"/>
                      <a:pt x="306" y="351"/>
                      <a:pt x="307" y="351"/>
                    </a:cubicBezTo>
                    <a:cubicBezTo>
                      <a:pt x="309" y="356"/>
                      <a:pt x="309" y="356"/>
                      <a:pt x="309" y="356"/>
                    </a:cubicBezTo>
                    <a:cubicBezTo>
                      <a:pt x="308" y="357"/>
                      <a:pt x="307" y="357"/>
                      <a:pt x="306" y="357"/>
                    </a:cubicBezTo>
                    <a:cubicBezTo>
                      <a:pt x="305" y="357"/>
                      <a:pt x="304" y="358"/>
                      <a:pt x="303" y="358"/>
                    </a:cubicBezTo>
                    <a:close/>
                    <a:moveTo>
                      <a:pt x="381" y="354"/>
                    </a:moveTo>
                    <a:cubicBezTo>
                      <a:pt x="378" y="348"/>
                      <a:pt x="378" y="348"/>
                      <a:pt x="378" y="348"/>
                    </a:cubicBezTo>
                    <a:cubicBezTo>
                      <a:pt x="380" y="348"/>
                      <a:pt x="381" y="347"/>
                      <a:pt x="383" y="346"/>
                    </a:cubicBezTo>
                    <a:cubicBezTo>
                      <a:pt x="386" y="351"/>
                      <a:pt x="386" y="351"/>
                      <a:pt x="386" y="351"/>
                    </a:cubicBezTo>
                    <a:cubicBezTo>
                      <a:pt x="384" y="352"/>
                      <a:pt x="382" y="353"/>
                      <a:pt x="381" y="354"/>
                    </a:cubicBezTo>
                    <a:close/>
                    <a:moveTo>
                      <a:pt x="320" y="352"/>
                    </a:moveTo>
                    <a:cubicBezTo>
                      <a:pt x="318" y="347"/>
                      <a:pt x="318" y="347"/>
                      <a:pt x="318" y="347"/>
                    </a:cubicBezTo>
                    <a:cubicBezTo>
                      <a:pt x="318" y="346"/>
                      <a:pt x="318" y="346"/>
                      <a:pt x="318" y="346"/>
                    </a:cubicBezTo>
                    <a:cubicBezTo>
                      <a:pt x="321" y="345"/>
                      <a:pt x="323" y="345"/>
                      <a:pt x="324" y="345"/>
                    </a:cubicBezTo>
                    <a:cubicBezTo>
                      <a:pt x="324" y="351"/>
                      <a:pt x="324" y="351"/>
                      <a:pt x="324" y="351"/>
                    </a:cubicBezTo>
                    <a:cubicBezTo>
                      <a:pt x="324" y="351"/>
                      <a:pt x="324" y="351"/>
                      <a:pt x="324" y="351"/>
                    </a:cubicBezTo>
                    <a:cubicBezTo>
                      <a:pt x="324" y="351"/>
                      <a:pt x="322" y="351"/>
                      <a:pt x="321" y="351"/>
                    </a:cubicBezTo>
                    <a:lnTo>
                      <a:pt x="320" y="352"/>
                    </a:lnTo>
                    <a:close/>
                    <a:moveTo>
                      <a:pt x="396" y="346"/>
                    </a:moveTo>
                    <a:cubicBezTo>
                      <a:pt x="394" y="341"/>
                      <a:pt x="394" y="341"/>
                      <a:pt x="394" y="341"/>
                    </a:cubicBezTo>
                    <a:cubicBezTo>
                      <a:pt x="396" y="340"/>
                      <a:pt x="398" y="339"/>
                      <a:pt x="400" y="339"/>
                    </a:cubicBezTo>
                    <a:cubicBezTo>
                      <a:pt x="401" y="344"/>
                      <a:pt x="401" y="344"/>
                      <a:pt x="401" y="344"/>
                    </a:cubicBezTo>
                    <a:cubicBezTo>
                      <a:pt x="400" y="345"/>
                      <a:pt x="398" y="345"/>
                      <a:pt x="396" y="346"/>
                    </a:cubicBezTo>
                    <a:close/>
                    <a:moveTo>
                      <a:pt x="432" y="343"/>
                    </a:moveTo>
                    <a:cubicBezTo>
                      <a:pt x="432" y="343"/>
                      <a:pt x="432" y="342"/>
                      <a:pt x="430" y="342"/>
                    </a:cubicBezTo>
                    <a:cubicBezTo>
                      <a:pt x="429" y="342"/>
                      <a:pt x="429" y="342"/>
                      <a:pt x="429" y="342"/>
                    </a:cubicBezTo>
                    <a:cubicBezTo>
                      <a:pt x="430" y="336"/>
                      <a:pt x="430" y="336"/>
                      <a:pt x="430" y="336"/>
                    </a:cubicBezTo>
                    <a:cubicBezTo>
                      <a:pt x="431" y="336"/>
                      <a:pt x="431" y="336"/>
                      <a:pt x="431" y="336"/>
                    </a:cubicBezTo>
                    <a:cubicBezTo>
                      <a:pt x="434" y="337"/>
                      <a:pt x="436" y="338"/>
                      <a:pt x="437" y="339"/>
                    </a:cubicBezTo>
                    <a:lnTo>
                      <a:pt x="432" y="343"/>
                    </a:lnTo>
                    <a:close/>
                    <a:moveTo>
                      <a:pt x="212" y="342"/>
                    </a:moveTo>
                    <a:cubicBezTo>
                      <a:pt x="206" y="340"/>
                      <a:pt x="206" y="340"/>
                      <a:pt x="206" y="340"/>
                    </a:cubicBezTo>
                    <a:cubicBezTo>
                      <a:pt x="206" y="340"/>
                      <a:pt x="207" y="339"/>
                      <a:pt x="207" y="338"/>
                    </a:cubicBezTo>
                    <a:cubicBezTo>
                      <a:pt x="207" y="337"/>
                      <a:pt x="207" y="336"/>
                      <a:pt x="207" y="335"/>
                    </a:cubicBezTo>
                    <a:cubicBezTo>
                      <a:pt x="213" y="336"/>
                      <a:pt x="213" y="336"/>
                      <a:pt x="213" y="336"/>
                    </a:cubicBezTo>
                    <a:cubicBezTo>
                      <a:pt x="213" y="337"/>
                      <a:pt x="213" y="338"/>
                      <a:pt x="212" y="339"/>
                    </a:cubicBezTo>
                    <a:cubicBezTo>
                      <a:pt x="212" y="340"/>
                      <a:pt x="212" y="341"/>
                      <a:pt x="212" y="342"/>
                    </a:cubicBezTo>
                    <a:close/>
                    <a:moveTo>
                      <a:pt x="412" y="341"/>
                    </a:moveTo>
                    <a:cubicBezTo>
                      <a:pt x="411" y="336"/>
                      <a:pt x="411" y="336"/>
                      <a:pt x="411" y="336"/>
                    </a:cubicBezTo>
                    <a:cubicBezTo>
                      <a:pt x="414" y="335"/>
                      <a:pt x="416" y="335"/>
                      <a:pt x="418" y="335"/>
                    </a:cubicBezTo>
                    <a:cubicBezTo>
                      <a:pt x="418" y="341"/>
                      <a:pt x="418" y="341"/>
                      <a:pt x="418" y="341"/>
                    </a:cubicBezTo>
                    <a:cubicBezTo>
                      <a:pt x="416" y="341"/>
                      <a:pt x="414" y="341"/>
                      <a:pt x="412" y="341"/>
                    </a:cubicBezTo>
                    <a:close/>
                    <a:moveTo>
                      <a:pt x="206" y="330"/>
                    </a:moveTo>
                    <a:cubicBezTo>
                      <a:pt x="205" y="329"/>
                      <a:pt x="203" y="329"/>
                      <a:pt x="201" y="329"/>
                    </a:cubicBezTo>
                    <a:cubicBezTo>
                      <a:pt x="202" y="323"/>
                      <a:pt x="202" y="323"/>
                      <a:pt x="202" y="323"/>
                    </a:cubicBezTo>
                    <a:cubicBezTo>
                      <a:pt x="204" y="323"/>
                      <a:pt x="206" y="324"/>
                      <a:pt x="207" y="324"/>
                    </a:cubicBezTo>
                    <a:lnTo>
                      <a:pt x="206" y="330"/>
                    </a:lnTo>
                    <a:close/>
                    <a:moveTo>
                      <a:pt x="188" y="327"/>
                    </a:moveTo>
                    <a:cubicBezTo>
                      <a:pt x="186" y="325"/>
                      <a:pt x="185" y="323"/>
                      <a:pt x="185" y="320"/>
                    </a:cubicBezTo>
                    <a:cubicBezTo>
                      <a:pt x="190" y="318"/>
                      <a:pt x="190" y="318"/>
                      <a:pt x="190" y="318"/>
                    </a:cubicBezTo>
                    <a:cubicBezTo>
                      <a:pt x="190" y="319"/>
                      <a:pt x="190" y="319"/>
                      <a:pt x="190" y="319"/>
                    </a:cubicBezTo>
                    <a:cubicBezTo>
                      <a:pt x="191" y="320"/>
                      <a:pt x="191" y="321"/>
                      <a:pt x="191" y="322"/>
                    </a:cubicBezTo>
                    <a:lnTo>
                      <a:pt x="188" y="327"/>
                    </a:lnTo>
                    <a:close/>
                    <a:moveTo>
                      <a:pt x="176" y="316"/>
                    </a:moveTo>
                    <a:cubicBezTo>
                      <a:pt x="174" y="315"/>
                      <a:pt x="172" y="312"/>
                      <a:pt x="171" y="310"/>
                    </a:cubicBezTo>
                    <a:cubicBezTo>
                      <a:pt x="177" y="309"/>
                      <a:pt x="177" y="309"/>
                      <a:pt x="177" y="309"/>
                    </a:cubicBezTo>
                    <a:cubicBezTo>
                      <a:pt x="177" y="309"/>
                      <a:pt x="178" y="311"/>
                      <a:pt x="179" y="311"/>
                    </a:cubicBezTo>
                    <a:lnTo>
                      <a:pt x="176" y="316"/>
                    </a:lnTo>
                    <a:close/>
                    <a:moveTo>
                      <a:pt x="172" y="300"/>
                    </a:moveTo>
                    <a:cubicBezTo>
                      <a:pt x="172" y="299"/>
                      <a:pt x="172" y="298"/>
                      <a:pt x="171" y="298"/>
                    </a:cubicBezTo>
                    <a:cubicBezTo>
                      <a:pt x="171" y="297"/>
                      <a:pt x="171" y="297"/>
                      <a:pt x="171" y="297"/>
                    </a:cubicBezTo>
                    <a:cubicBezTo>
                      <a:pt x="171" y="297"/>
                      <a:pt x="172" y="298"/>
                      <a:pt x="172" y="298"/>
                    </a:cubicBezTo>
                    <a:cubicBezTo>
                      <a:pt x="171" y="292"/>
                      <a:pt x="171" y="292"/>
                      <a:pt x="171" y="292"/>
                    </a:cubicBezTo>
                    <a:cubicBezTo>
                      <a:pt x="174" y="291"/>
                      <a:pt x="176" y="294"/>
                      <a:pt x="176" y="295"/>
                    </a:cubicBezTo>
                    <a:cubicBezTo>
                      <a:pt x="177" y="295"/>
                      <a:pt x="177" y="296"/>
                      <a:pt x="178" y="297"/>
                    </a:cubicBezTo>
                    <a:lnTo>
                      <a:pt x="172" y="300"/>
                    </a:lnTo>
                    <a:close/>
                    <a:moveTo>
                      <a:pt x="158" y="295"/>
                    </a:moveTo>
                    <a:cubicBezTo>
                      <a:pt x="157" y="294"/>
                      <a:pt x="157" y="294"/>
                      <a:pt x="156" y="293"/>
                    </a:cubicBezTo>
                    <a:cubicBezTo>
                      <a:pt x="155" y="292"/>
                      <a:pt x="155" y="292"/>
                      <a:pt x="154" y="291"/>
                    </a:cubicBezTo>
                    <a:cubicBezTo>
                      <a:pt x="154" y="291"/>
                      <a:pt x="154" y="291"/>
                      <a:pt x="154" y="291"/>
                    </a:cubicBezTo>
                    <a:cubicBezTo>
                      <a:pt x="157" y="287"/>
                      <a:pt x="157" y="287"/>
                      <a:pt x="157" y="287"/>
                    </a:cubicBezTo>
                    <a:cubicBezTo>
                      <a:pt x="158" y="287"/>
                      <a:pt x="158" y="287"/>
                      <a:pt x="158" y="287"/>
                    </a:cubicBezTo>
                    <a:cubicBezTo>
                      <a:pt x="158" y="287"/>
                      <a:pt x="159" y="288"/>
                      <a:pt x="160" y="289"/>
                    </a:cubicBezTo>
                    <a:cubicBezTo>
                      <a:pt x="160" y="289"/>
                      <a:pt x="161" y="290"/>
                      <a:pt x="162" y="290"/>
                    </a:cubicBezTo>
                    <a:lnTo>
                      <a:pt x="158" y="295"/>
                    </a:lnTo>
                    <a:close/>
                    <a:moveTo>
                      <a:pt x="145" y="284"/>
                    </a:moveTo>
                    <a:cubicBezTo>
                      <a:pt x="142" y="282"/>
                      <a:pt x="142" y="282"/>
                      <a:pt x="142" y="282"/>
                    </a:cubicBezTo>
                    <a:cubicBezTo>
                      <a:pt x="141" y="281"/>
                      <a:pt x="141" y="281"/>
                      <a:pt x="140" y="280"/>
                    </a:cubicBezTo>
                    <a:cubicBezTo>
                      <a:pt x="143" y="275"/>
                      <a:pt x="143" y="275"/>
                      <a:pt x="143" y="275"/>
                    </a:cubicBezTo>
                    <a:cubicBezTo>
                      <a:pt x="144" y="276"/>
                      <a:pt x="145" y="276"/>
                      <a:pt x="146" y="277"/>
                    </a:cubicBezTo>
                    <a:cubicBezTo>
                      <a:pt x="148" y="279"/>
                      <a:pt x="148" y="279"/>
                      <a:pt x="148" y="279"/>
                    </a:cubicBezTo>
                    <a:lnTo>
                      <a:pt x="145" y="284"/>
                    </a:lnTo>
                    <a:close/>
                    <a:moveTo>
                      <a:pt x="125" y="279"/>
                    </a:moveTo>
                    <a:cubicBezTo>
                      <a:pt x="125" y="274"/>
                      <a:pt x="125" y="274"/>
                      <a:pt x="125" y="274"/>
                    </a:cubicBezTo>
                    <a:cubicBezTo>
                      <a:pt x="124" y="274"/>
                      <a:pt x="124" y="274"/>
                      <a:pt x="124" y="275"/>
                    </a:cubicBezTo>
                    <a:cubicBezTo>
                      <a:pt x="122" y="269"/>
                      <a:pt x="122" y="269"/>
                      <a:pt x="122" y="269"/>
                    </a:cubicBezTo>
                    <a:cubicBezTo>
                      <a:pt x="123" y="269"/>
                      <a:pt x="124" y="268"/>
                      <a:pt x="125" y="268"/>
                    </a:cubicBezTo>
                    <a:cubicBezTo>
                      <a:pt x="127" y="268"/>
                      <a:pt x="127" y="268"/>
                      <a:pt x="127" y="268"/>
                    </a:cubicBezTo>
                    <a:cubicBezTo>
                      <a:pt x="127" y="268"/>
                      <a:pt x="128" y="268"/>
                      <a:pt x="128" y="268"/>
                    </a:cubicBezTo>
                    <a:cubicBezTo>
                      <a:pt x="129" y="273"/>
                      <a:pt x="129" y="273"/>
                      <a:pt x="129" y="273"/>
                    </a:cubicBezTo>
                    <a:cubicBezTo>
                      <a:pt x="130" y="273"/>
                      <a:pt x="130" y="273"/>
                      <a:pt x="130" y="273"/>
                    </a:cubicBezTo>
                    <a:cubicBezTo>
                      <a:pt x="131" y="276"/>
                      <a:pt x="131" y="276"/>
                      <a:pt x="131" y="276"/>
                    </a:cubicBezTo>
                    <a:cubicBezTo>
                      <a:pt x="131" y="279"/>
                      <a:pt x="131" y="279"/>
                      <a:pt x="131" y="279"/>
                    </a:cubicBezTo>
                    <a:cubicBezTo>
                      <a:pt x="130" y="279"/>
                      <a:pt x="130" y="279"/>
                      <a:pt x="130" y="279"/>
                    </a:cubicBezTo>
                    <a:cubicBezTo>
                      <a:pt x="128" y="279"/>
                      <a:pt x="126" y="279"/>
                      <a:pt x="125" y="279"/>
                    </a:cubicBezTo>
                    <a:close/>
                    <a:moveTo>
                      <a:pt x="140" y="268"/>
                    </a:moveTo>
                    <a:cubicBezTo>
                      <a:pt x="138" y="262"/>
                      <a:pt x="138" y="262"/>
                      <a:pt x="138" y="262"/>
                    </a:cubicBezTo>
                    <a:cubicBezTo>
                      <a:pt x="138" y="262"/>
                      <a:pt x="138" y="262"/>
                      <a:pt x="138" y="262"/>
                    </a:cubicBezTo>
                    <a:cubicBezTo>
                      <a:pt x="140" y="261"/>
                      <a:pt x="142" y="261"/>
                      <a:pt x="143" y="260"/>
                    </a:cubicBezTo>
                    <a:cubicBezTo>
                      <a:pt x="146" y="265"/>
                      <a:pt x="146" y="265"/>
                      <a:pt x="146" y="265"/>
                    </a:cubicBezTo>
                    <a:cubicBezTo>
                      <a:pt x="144" y="266"/>
                      <a:pt x="143" y="267"/>
                      <a:pt x="140" y="268"/>
                    </a:cubicBezTo>
                    <a:close/>
                    <a:moveTo>
                      <a:pt x="155" y="257"/>
                    </a:moveTo>
                    <a:cubicBezTo>
                      <a:pt x="151" y="253"/>
                      <a:pt x="151" y="253"/>
                      <a:pt x="151" y="253"/>
                    </a:cubicBezTo>
                    <a:cubicBezTo>
                      <a:pt x="153" y="252"/>
                      <a:pt x="153" y="251"/>
                      <a:pt x="154" y="250"/>
                    </a:cubicBezTo>
                    <a:cubicBezTo>
                      <a:pt x="155" y="249"/>
                      <a:pt x="155" y="249"/>
                      <a:pt x="155" y="249"/>
                    </a:cubicBezTo>
                    <a:cubicBezTo>
                      <a:pt x="160" y="253"/>
                      <a:pt x="160" y="253"/>
                      <a:pt x="160" y="253"/>
                    </a:cubicBezTo>
                    <a:cubicBezTo>
                      <a:pt x="159" y="254"/>
                      <a:pt x="159" y="254"/>
                      <a:pt x="159" y="254"/>
                    </a:cubicBezTo>
                    <a:cubicBezTo>
                      <a:pt x="158" y="255"/>
                      <a:pt x="157" y="256"/>
                      <a:pt x="155" y="257"/>
                    </a:cubicBezTo>
                    <a:close/>
                    <a:moveTo>
                      <a:pt x="168" y="245"/>
                    </a:moveTo>
                    <a:cubicBezTo>
                      <a:pt x="163" y="241"/>
                      <a:pt x="163" y="241"/>
                      <a:pt x="163" y="241"/>
                    </a:cubicBezTo>
                    <a:cubicBezTo>
                      <a:pt x="164" y="241"/>
                      <a:pt x="164" y="240"/>
                      <a:pt x="164" y="237"/>
                    </a:cubicBezTo>
                    <a:cubicBezTo>
                      <a:pt x="170" y="237"/>
                      <a:pt x="170" y="237"/>
                      <a:pt x="170" y="237"/>
                    </a:cubicBezTo>
                    <a:cubicBezTo>
                      <a:pt x="170" y="240"/>
                      <a:pt x="170" y="243"/>
                      <a:pt x="168" y="245"/>
                    </a:cubicBezTo>
                    <a:close/>
                    <a:moveTo>
                      <a:pt x="172" y="227"/>
                    </a:moveTo>
                    <a:cubicBezTo>
                      <a:pt x="166" y="225"/>
                      <a:pt x="166" y="225"/>
                      <a:pt x="166" y="225"/>
                    </a:cubicBezTo>
                    <a:cubicBezTo>
                      <a:pt x="168" y="222"/>
                      <a:pt x="169" y="221"/>
                      <a:pt x="171" y="219"/>
                    </a:cubicBezTo>
                    <a:cubicBezTo>
                      <a:pt x="174" y="224"/>
                      <a:pt x="174" y="224"/>
                      <a:pt x="174" y="224"/>
                    </a:cubicBezTo>
                    <a:cubicBezTo>
                      <a:pt x="173" y="225"/>
                      <a:pt x="172" y="226"/>
                      <a:pt x="172" y="227"/>
                    </a:cubicBezTo>
                    <a:close/>
                    <a:moveTo>
                      <a:pt x="181" y="213"/>
                    </a:moveTo>
                    <a:cubicBezTo>
                      <a:pt x="176" y="211"/>
                      <a:pt x="176" y="211"/>
                      <a:pt x="176" y="211"/>
                    </a:cubicBezTo>
                    <a:cubicBezTo>
                      <a:pt x="176" y="211"/>
                      <a:pt x="176" y="211"/>
                      <a:pt x="176" y="210"/>
                    </a:cubicBezTo>
                    <a:cubicBezTo>
                      <a:pt x="177" y="209"/>
                      <a:pt x="177" y="208"/>
                      <a:pt x="177" y="206"/>
                    </a:cubicBezTo>
                    <a:cubicBezTo>
                      <a:pt x="183" y="207"/>
                      <a:pt x="183" y="207"/>
                      <a:pt x="183" y="207"/>
                    </a:cubicBezTo>
                    <a:cubicBezTo>
                      <a:pt x="183" y="208"/>
                      <a:pt x="182" y="210"/>
                      <a:pt x="182" y="212"/>
                    </a:cubicBezTo>
                    <a:cubicBezTo>
                      <a:pt x="182" y="212"/>
                      <a:pt x="181" y="213"/>
                      <a:pt x="181" y="213"/>
                    </a:cubicBezTo>
                    <a:close/>
                    <a:moveTo>
                      <a:pt x="57" y="205"/>
                    </a:moveTo>
                    <a:cubicBezTo>
                      <a:pt x="55" y="200"/>
                      <a:pt x="55" y="200"/>
                      <a:pt x="55" y="200"/>
                    </a:cubicBezTo>
                    <a:cubicBezTo>
                      <a:pt x="56" y="199"/>
                      <a:pt x="58" y="199"/>
                      <a:pt x="60" y="198"/>
                    </a:cubicBezTo>
                    <a:cubicBezTo>
                      <a:pt x="62" y="203"/>
                      <a:pt x="62" y="203"/>
                      <a:pt x="62" y="203"/>
                    </a:cubicBezTo>
                    <a:cubicBezTo>
                      <a:pt x="60" y="204"/>
                      <a:pt x="58" y="205"/>
                      <a:pt x="57" y="205"/>
                    </a:cubicBezTo>
                    <a:close/>
                    <a:moveTo>
                      <a:pt x="106" y="200"/>
                    </a:moveTo>
                    <a:cubicBezTo>
                      <a:pt x="105" y="200"/>
                      <a:pt x="105" y="200"/>
                      <a:pt x="105" y="200"/>
                    </a:cubicBezTo>
                    <a:cubicBezTo>
                      <a:pt x="104" y="200"/>
                      <a:pt x="104" y="200"/>
                      <a:pt x="104" y="200"/>
                    </a:cubicBezTo>
                    <a:cubicBezTo>
                      <a:pt x="103" y="200"/>
                      <a:pt x="102" y="200"/>
                      <a:pt x="100" y="199"/>
                    </a:cubicBezTo>
                    <a:cubicBezTo>
                      <a:pt x="103" y="194"/>
                      <a:pt x="103" y="194"/>
                      <a:pt x="103" y="194"/>
                    </a:cubicBezTo>
                    <a:cubicBezTo>
                      <a:pt x="103" y="194"/>
                      <a:pt x="104" y="194"/>
                      <a:pt x="104" y="194"/>
                    </a:cubicBezTo>
                    <a:cubicBezTo>
                      <a:pt x="105" y="194"/>
                      <a:pt x="105" y="194"/>
                      <a:pt x="106" y="194"/>
                    </a:cubicBezTo>
                    <a:cubicBezTo>
                      <a:pt x="105" y="195"/>
                      <a:pt x="104" y="195"/>
                      <a:pt x="104" y="195"/>
                    </a:cubicBezTo>
                    <a:cubicBezTo>
                      <a:pt x="109" y="197"/>
                      <a:pt x="109" y="197"/>
                      <a:pt x="109" y="197"/>
                    </a:cubicBezTo>
                    <a:cubicBezTo>
                      <a:pt x="108" y="200"/>
                      <a:pt x="107" y="200"/>
                      <a:pt x="106" y="200"/>
                    </a:cubicBezTo>
                    <a:close/>
                    <a:moveTo>
                      <a:pt x="81" y="200"/>
                    </a:moveTo>
                    <a:cubicBezTo>
                      <a:pt x="80" y="199"/>
                      <a:pt x="80" y="199"/>
                      <a:pt x="80" y="198"/>
                    </a:cubicBezTo>
                    <a:cubicBezTo>
                      <a:pt x="80" y="197"/>
                      <a:pt x="80" y="196"/>
                      <a:pt x="80" y="195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6" y="194"/>
                      <a:pt x="86" y="194"/>
                      <a:pt x="86" y="194"/>
                    </a:cubicBezTo>
                    <a:cubicBezTo>
                      <a:pt x="86" y="194"/>
                      <a:pt x="86" y="194"/>
                      <a:pt x="86" y="195"/>
                    </a:cubicBezTo>
                    <a:cubicBezTo>
                      <a:pt x="86" y="196"/>
                      <a:pt x="86" y="197"/>
                      <a:pt x="86" y="197"/>
                    </a:cubicBezTo>
                    <a:cubicBezTo>
                      <a:pt x="86" y="198"/>
                      <a:pt x="86" y="199"/>
                      <a:pt x="86" y="200"/>
                    </a:cubicBezTo>
                    <a:lnTo>
                      <a:pt x="81" y="200"/>
                    </a:lnTo>
                    <a:close/>
                    <a:moveTo>
                      <a:pt x="66" y="196"/>
                    </a:moveTo>
                    <a:cubicBezTo>
                      <a:pt x="64" y="191"/>
                      <a:pt x="64" y="191"/>
                      <a:pt x="64" y="191"/>
                    </a:cubicBezTo>
                    <a:cubicBezTo>
                      <a:pt x="69" y="189"/>
                      <a:pt x="69" y="189"/>
                      <a:pt x="69" y="189"/>
                    </a:cubicBezTo>
                    <a:cubicBezTo>
                      <a:pt x="72" y="194"/>
                      <a:pt x="72" y="194"/>
                      <a:pt x="72" y="194"/>
                    </a:cubicBezTo>
                    <a:lnTo>
                      <a:pt x="66" y="196"/>
                    </a:lnTo>
                    <a:close/>
                    <a:moveTo>
                      <a:pt x="56" y="196"/>
                    </a:moveTo>
                    <a:cubicBezTo>
                      <a:pt x="50" y="195"/>
                      <a:pt x="50" y="195"/>
                      <a:pt x="50" y="195"/>
                    </a:cubicBezTo>
                    <a:cubicBezTo>
                      <a:pt x="50" y="193"/>
                      <a:pt x="50" y="191"/>
                      <a:pt x="50" y="189"/>
                    </a:cubicBezTo>
                    <a:cubicBezTo>
                      <a:pt x="56" y="190"/>
                      <a:pt x="56" y="190"/>
                      <a:pt x="56" y="190"/>
                    </a:cubicBezTo>
                    <a:cubicBezTo>
                      <a:pt x="56" y="192"/>
                      <a:pt x="56" y="194"/>
                      <a:pt x="56" y="196"/>
                    </a:cubicBezTo>
                    <a:close/>
                    <a:moveTo>
                      <a:pt x="175" y="196"/>
                    </a:moveTo>
                    <a:cubicBezTo>
                      <a:pt x="175" y="194"/>
                      <a:pt x="174" y="193"/>
                      <a:pt x="173" y="192"/>
                    </a:cubicBezTo>
                    <a:cubicBezTo>
                      <a:pt x="178" y="188"/>
                      <a:pt x="178" y="188"/>
                      <a:pt x="178" y="188"/>
                    </a:cubicBezTo>
                    <a:cubicBezTo>
                      <a:pt x="179" y="190"/>
                      <a:pt x="181" y="192"/>
                      <a:pt x="181" y="195"/>
                    </a:cubicBezTo>
                    <a:lnTo>
                      <a:pt x="175" y="196"/>
                    </a:lnTo>
                    <a:close/>
                    <a:moveTo>
                      <a:pt x="74" y="195"/>
                    </a:moveTo>
                    <a:cubicBezTo>
                      <a:pt x="73" y="194"/>
                      <a:pt x="73" y="191"/>
                      <a:pt x="72" y="190"/>
                    </a:cubicBezTo>
                    <a:cubicBezTo>
                      <a:pt x="78" y="188"/>
                      <a:pt x="78" y="188"/>
                      <a:pt x="78" y="188"/>
                    </a:cubicBezTo>
                    <a:cubicBezTo>
                      <a:pt x="78" y="190"/>
                      <a:pt x="79" y="192"/>
                      <a:pt x="79" y="194"/>
                    </a:cubicBezTo>
                    <a:lnTo>
                      <a:pt x="74" y="195"/>
                    </a:lnTo>
                    <a:close/>
                    <a:moveTo>
                      <a:pt x="92" y="191"/>
                    </a:move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5"/>
                      <a:pt x="93" y="185"/>
                      <a:pt x="95" y="184"/>
                    </a:cubicBezTo>
                    <a:cubicBezTo>
                      <a:pt x="96" y="183"/>
                      <a:pt x="97" y="183"/>
                      <a:pt x="99" y="184"/>
                    </a:cubicBezTo>
                    <a:cubicBezTo>
                      <a:pt x="96" y="189"/>
                      <a:pt x="96" y="189"/>
                      <a:pt x="96" y="189"/>
                    </a:cubicBezTo>
                    <a:cubicBezTo>
                      <a:pt x="97" y="189"/>
                      <a:pt x="97" y="189"/>
                      <a:pt x="97" y="189"/>
                    </a:cubicBezTo>
                    <a:cubicBezTo>
                      <a:pt x="95" y="190"/>
                      <a:pt x="93" y="190"/>
                      <a:pt x="92" y="191"/>
                    </a:cubicBezTo>
                    <a:close/>
                    <a:moveTo>
                      <a:pt x="131" y="189"/>
                    </a:moveTo>
                    <a:cubicBezTo>
                      <a:pt x="129" y="189"/>
                      <a:pt x="127" y="189"/>
                      <a:pt x="126" y="189"/>
                    </a:cubicBezTo>
                    <a:cubicBezTo>
                      <a:pt x="127" y="183"/>
                      <a:pt x="127" y="183"/>
                      <a:pt x="127" y="183"/>
                    </a:cubicBezTo>
                    <a:cubicBezTo>
                      <a:pt x="129" y="183"/>
                      <a:pt x="131" y="183"/>
                      <a:pt x="132" y="183"/>
                    </a:cubicBezTo>
                    <a:cubicBezTo>
                      <a:pt x="133" y="189"/>
                      <a:pt x="133" y="189"/>
                      <a:pt x="133" y="189"/>
                    </a:cubicBezTo>
                    <a:cubicBezTo>
                      <a:pt x="132" y="189"/>
                      <a:pt x="131" y="189"/>
                      <a:pt x="131" y="189"/>
                    </a:cubicBezTo>
                    <a:close/>
                    <a:moveTo>
                      <a:pt x="115" y="188"/>
                    </a:moveTo>
                    <a:cubicBezTo>
                      <a:pt x="109" y="187"/>
                      <a:pt x="109" y="187"/>
                      <a:pt x="109" y="187"/>
                    </a:cubicBezTo>
                    <a:cubicBezTo>
                      <a:pt x="110" y="187"/>
                      <a:pt x="110" y="187"/>
                      <a:pt x="110" y="187"/>
                    </a:cubicBezTo>
                    <a:cubicBezTo>
                      <a:pt x="110" y="184"/>
                      <a:pt x="112" y="181"/>
                      <a:pt x="115" y="180"/>
                    </a:cubicBezTo>
                    <a:cubicBezTo>
                      <a:pt x="116" y="186"/>
                      <a:pt x="116" y="186"/>
                      <a:pt x="116" y="186"/>
                    </a:cubicBezTo>
                    <a:cubicBezTo>
                      <a:pt x="116" y="186"/>
                      <a:pt x="116" y="186"/>
                      <a:pt x="115" y="187"/>
                    </a:cubicBezTo>
                    <a:lnTo>
                      <a:pt x="115" y="188"/>
                    </a:lnTo>
                    <a:close/>
                    <a:moveTo>
                      <a:pt x="164" y="187"/>
                    </a:moveTo>
                    <a:cubicBezTo>
                      <a:pt x="163" y="187"/>
                      <a:pt x="162" y="186"/>
                      <a:pt x="161" y="186"/>
                    </a:cubicBezTo>
                    <a:cubicBezTo>
                      <a:pt x="159" y="186"/>
                      <a:pt x="159" y="186"/>
                      <a:pt x="159" y="186"/>
                    </a:cubicBezTo>
                    <a:cubicBezTo>
                      <a:pt x="160" y="180"/>
                      <a:pt x="160" y="180"/>
                      <a:pt x="160" y="180"/>
                    </a:cubicBezTo>
                    <a:cubicBezTo>
                      <a:pt x="162" y="181"/>
                      <a:pt x="162" y="181"/>
                      <a:pt x="162" y="181"/>
                    </a:cubicBezTo>
                    <a:cubicBezTo>
                      <a:pt x="163" y="181"/>
                      <a:pt x="165" y="181"/>
                      <a:pt x="166" y="182"/>
                    </a:cubicBezTo>
                    <a:lnTo>
                      <a:pt x="164" y="187"/>
                    </a:lnTo>
                    <a:close/>
                    <a:moveTo>
                      <a:pt x="145" y="184"/>
                    </a:moveTo>
                    <a:cubicBezTo>
                      <a:pt x="141" y="180"/>
                      <a:pt x="141" y="180"/>
                      <a:pt x="141" y="180"/>
                    </a:cubicBezTo>
                    <a:cubicBezTo>
                      <a:pt x="141" y="180"/>
                      <a:pt x="142" y="180"/>
                      <a:pt x="142" y="180"/>
                    </a:cubicBezTo>
                    <a:cubicBezTo>
                      <a:pt x="143" y="179"/>
                      <a:pt x="144" y="177"/>
                      <a:pt x="147" y="177"/>
                    </a:cubicBezTo>
                    <a:cubicBezTo>
                      <a:pt x="147" y="177"/>
                      <a:pt x="148" y="177"/>
                      <a:pt x="149" y="178"/>
                    </a:cubicBezTo>
                    <a:cubicBezTo>
                      <a:pt x="148" y="183"/>
                      <a:pt x="148" y="183"/>
                      <a:pt x="148" y="183"/>
                    </a:cubicBezTo>
                    <a:cubicBezTo>
                      <a:pt x="147" y="183"/>
                      <a:pt x="147" y="183"/>
                      <a:pt x="147" y="183"/>
                    </a:cubicBezTo>
                    <a:cubicBezTo>
                      <a:pt x="146" y="183"/>
                      <a:pt x="146" y="184"/>
                      <a:pt x="146" y="184"/>
                    </a:cubicBezTo>
                    <a:cubicBezTo>
                      <a:pt x="146" y="184"/>
                      <a:pt x="146" y="184"/>
                      <a:pt x="145" y="184"/>
                    </a:cubicBezTo>
                    <a:close/>
                    <a:moveTo>
                      <a:pt x="57" y="178"/>
                    </a:moveTo>
                    <a:cubicBezTo>
                      <a:pt x="51" y="178"/>
                      <a:pt x="51" y="178"/>
                      <a:pt x="51" y="178"/>
                    </a:cubicBezTo>
                    <a:cubicBezTo>
                      <a:pt x="52" y="172"/>
                      <a:pt x="52" y="172"/>
                      <a:pt x="52" y="172"/>
                    </a:cubicBezTo>
                    <a:cubicBezTo>
                      <a:pt x="57" y="172"/>
                      <a:pt x="57" y="172"/>
                      <a:pt x="57" y="172"/>
                    </a:cubicBezTo>
                    <a:lnTo>
                      <a:pt x="57" y="178"/>
                    </a:lnTo>
                    <a:close/>
                    <a:moveTo>
                      <a:pt x="45" y="167"/>
                    </a:moveTo>
                    <a:cubicBezTo>
                      <a:pt x="44" y="166"/>
                      <a:pt x="42" y="164"/>
                      <a:pt x="40" y="163"/>
                    </a:cubicBezTo>
                    <a:cubicBezTo>
                      <a:pt x="45" y="159"/>
                      <a:pt x="45" y="159"/>
                      <a:pt x="45" y="159"/>
                    </a:cubicBezTo>
                    <a:cubicBezTo>
                      <a:pt x="46" y="160"/>
                      <a:pt x="47" y="161"/>
                      <a:pt x="49" y="162"/>
                    </a:cubicBezTo>
                    <a:lnTo>
                      <a:pt x="45" y="167"/>
                    </a:lnTo>
                    <a:close/>
                    <a:moveTo>
                      <a:pt x="32" y="154"/>
                    </a:moveTo>
                    <a:cubicBezTo>
                      <a:pt x="28" y="150"/>
                      <a:pt x="28" y="150"/>
                      <a:pt x="28" y="150"/>
                    </a:cubicBezTo>
                    <a:cubicBezTo>
                      <a:pt x="33" y="146"/>
                      <a:pt x="33" y="146"/>
                      <a:pt x="33" y="146"/>
                    </a:cubicBezTo>
                    <a:cubicBezTo>
                      <a:pt x="37" y="150"/>
                      <a:pt x="37" y="150"/>
                      <a:pt x="37" y="150"/>
                    </a:cubicBezTo>
                    <a:lnTo>
                      <a:pt x="32" y="154"/>
                    </a:lnTo>
                    <a:close/>
                    <a:moveTo>
                      <a:pt x="20" y="141"/>
                    </a:moveTo>
                    <a:cubicBezTo>
                      <a:pt x="16" y="137"/>
                      <a:pt x="16" y="137"/>
                      <a:pt x="16" y="137"/>
                    </a:cubicBezTo>
                    <a:cubicBezTo>
                      <a:pt x="21" y="133"/>
                      <a:pt x="21" y="133"/>
                      <a:pt x="21" y="133"/>
                    </a:cubicBezTo>
                    <a:cubicBezTo>
                      <a:pt x="25" y="137"/>
                      <a:pt x="25" y="137"/>
                      <a:pt x="25" y="137"/>
                    </a:cubicBezTo>
                    <a:lnTo>
                      <a:pt x="20" y="141"/>
                    </a:lnTo>
                    <a:close/>
                    <a:moveTo>
                      <a:pt x="8" y="129"/>
                    </a:moveTo>
                    <a:cubicBezTo>
                      <a:pt x="7" y="127"/>
                      <a:pt x="5" y="125"/>
                      <a:pt x="4" y="124"/>
                    </a:cubicBezTo>
                    <a:cubicBezTo>
                      <a:pt x="9" y="120"/>
                      <a:pt x="9" y="120"/>
                      <a:pt x="9" y="120"/>
                    </a:cubicBezTo>
                    <a:cubicBezTo>
                      <a:pt x="10" y="121"/>
                      <a:pt x="11" y="123"/>
                      <a:pt x="13" y="125"/>
                    </a:cubicBezTo>
                    <a:lnTo>
                      <a:pt x="8" y="129"/>
                    </a:lnTo>
                    <a:close/>
                    <a:moveTo>
                      <a:pt x="6" y="116"/>
                    </a:moveTo>
                    <a:cubicBezTo>
                      <a:pt x="3" y="111"/>
                      <a:pt x="3" y="111"/>
                      <a:pt x="3" y="111"/>
                    </a:cubicBezTo>
                    <a:cubicBezTo>
                      <a:pt x="4" y="110"/>
                      <a:pt x="5" y="109"/>
                      <a:pt x="6" y="109"/>
                    </a:cubicBezTo>
                    <a:cubicBezTo>
                      <a:pt x="8" y="108"/>
                      <a:pt x="8" y="108"/>
                      <a:pt x="8" y="108"/>
                    </a:cubicBezTo>
                    <a:cubicBezTo>
                      <a:pt x="11" y="113"/>
                      <a:pt x="11" y="113"/>
                      <a:pt x="11" y="113"/>
                    </a:cubicBezTo>
                    <a:cubicBezTo>
                      <a:pt x="9" y="114"/>
                      <a:pt x="9" y="114"/>
                      <a:pt x="9" y="114"/>
                    </a:cubicBezTo>
                    <a:cubicBezTo>
                      <a:pt x="8" y="114"/>
                      <a:pt x="7" y="115"/>
                      <a:pt x="6" y="116"/>
                    </a:cubicBezTo>
                    <a:close/>
                    <a:moveTo>
                      <a:pt x="21" y="107"/>
                    </a:moveTo>
                    <a:cubicBezTo>
                      <a:pt x="18" y="102"/>
                      <a:pt x="18" y="102"/>
                      <a:pt x="18" y="102"/>
                    </a:cubicBezTo>
                    <a:cubicBezTo>
                      <a:pt x="19" y="101"/>
                      <a:pt x="20" y="100"/>
                      <a:pt x="21" y="100"/>
                    </a:cubicBezTo>
                    <a:cubicBezTo>
                      <a:pt x="23" y="99"/>
                      <a:pt x="23" y="99"/>
                      <a:pt x="23" y="99"/>
                    </a:cubicBezTo>
                    <a:cubicBezTo>
                      <a:pt x="26" y="104"/>
                      <a:pt x="26" y="104"/>
                      <a:pt x="26" y="104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3" y="106"/>
                      <a:pt x="22" y="106"/>
                      <a:pt x="21" y="107"/>
                    </a:cubicBezTo>
                    <a:close/>
                    <a:moveTo>
                      <a:pt x="24" y="92"/>
                    </a:moveTo>
                    <a:cubicBezTo>
                      <a:pt x="23" y="91"/>
                      <a:pt x="23" y="89"/>
                      <a:pt x="22" y="87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28" y="87"/>
                      <a:pt x="29" y="89"/>
                      <a:pt x="29" y="91"/>
                    </a:cubicBezTo>
                    <a:lnTo>
                      <a:pt x="24" y="92"/>
                    </a:lnTo>
                    <a:close/>
                    <a:moveTo>
                      <a:pt x="19" y="75"/>
                    </a:moveTo>
                    <a:cubicBezTo>
                      <a:pt x="18" y="70"/>
                      <a:pt x="18" y="70"/>
                      <a:pt x="18" y="70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5" y="74"/>
                      <a:pt x="25" y="74"/>
                      <a:pt x="25" y="74"/>
                    </a:cubicBezTo>
                    <a:lnTo>
                      <a:pt x="19" y="75"/>
                    </a:lnTo>
                    <a:close/>
                    <a:moveTo>
                      <a:pt x="15" y="58"/>
                    </a:moveTo>
                    <a:cubicBezTo>
                      <a:pt x="13" y="53"/>
                      <a:pt x="13" y="53"/>
                      <a:pt x="13" y="53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20" y="57"/>
                      <a:pt x="20" y="57"/>
                      <a:pt x="20" y="57"/>
                    </a:cubicBezTo>
                    <a:lnTo>
                      <a:pt x="15" y="58"/>
                    </a:lnTo>
                    <a:close/>
                    <a:moveTo>
                      <a:pt x="10" y="41"/>
                    </a:moveTo>
                    <a:cubicBezTo>
                      <a:pt x="10" y="39"/>
                      <a:pt x="9" y="37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6"/>
                      <a:pt x="15" y="38"/>
                      <a:pt x="16" y="40"/>
                    </a:cubicBezTo>
                    <a:lnTo>
                      <a:pt x="10" y="41"/>
                    </a:lnTo>
                    <a:close/>
                    <a:moveTo>
                      <a:pt x="6" y="24"/>
                    </a:moveTo>
                    <a:cubicBezTo>
                      <a:pt x="4" y="19"/>
                      <a:pt x="4" y="19"/>
                      <a:pt x="4" y="19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2" y="23"/>
                      <a:pt x="12" y="23"/>
                      <a:pt x="12" y="23"/>
                    </a:cubicBezTo>
                    <a:lnTo>
                      <a:pt x="6" y="24"/>
                    </a:lnTo>
                    <a:close/>
                    <a:moveTo>
                      <a:pt x="1" y="7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6"/>
                      <a:pt x="7" y="6"/>
                      <a:pt x="7" y="6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5" name="îśļiḑê"/>
              <p:cNvSpPr/>
              <p:nvPr/>
            </p:nvSpPr>
            <p:spPr bwMode="auto">
              <a:xfrm>
                <a:off x="1546225" y="-4763"/>
                <a:ext cx="9094788" cy="6834188"/>
              </a:xfrm>
              <a:custGeom>
                <a:avLst/>
                <a:gdLst>
                  <a:gd name="T0" fmla="*/ 1599 w 4240"/>
                  <a:gd name="T1" fmla="*/ 2824 h 3190"/>
                  <a:gd name="T2" fmla="*/ 1470 w 4240"/>
                  <a:gd name="T3" fmla="*/ 2635 h 3190"/>
                  <a:gd name="T4" fmla="*/ 1556 w 4240"/>
                  <a:gd name="T5" fmla="*/ 2409 h 3190"/>
                  <a:gd name="T6" fmla="*/ 1391 w 4240"/>
                  <a:gd name="T7" fmla="*/ 2250 h 3190"/>
                  <a:gd name="T8" fmla="*/ 960 w 4240"/>
                  <a:gd name="T9" fmla="*/ 2198 h 3190"/>
                  <a:gd name="T10" fmla="*/ 655 w 4240"/>
                  <a:gd name="T11" fmla="*/ 2133 h 3190"/>
                  <a:gd name="T12" fmla="*/ 471 w 4240"/>
                  <a:gd name="T13" fmla="*/ 1967 h 3190"/>
                  <a:gd name="T14" fmla="*/ 219 w 4240"/>
                  <a:gd name="T15" fmla="*/ 1773 h 3190"/>
                  <a:gd name="T16" fmla="*/ 194 w 4240"/>
                  <a:gd name="T17" fmla="*/ 1502 h 3190"/>
                  <a:gd name="T18" fmla="*/ 76 w 4240"/>
                  <a:gd name="T19" fmla="*/ 1241 h 3190"/>
                  <a:gd name="T20" fmla="*/ 92 w 4240"/>
                  <a:gd name="T21" fmla="*/ 1175 h 3190"/>
                  <a:gd name="T22" fmla="*/ 229 w 4240"/>
                  <a:gd name="T23" fmla="*/ 1418 h 3190"/>
                  <a:gd name="T24" fmla="*/ 139 w 4240"/>
                  <a:gd name="T25" fmla="*/ 1667 h 3190"/>
                  <a:gd name="T26" fmla="*/ 383 w 4240"/>
                  <a:gd name="T27" fmla="*/ 1889 h 3190"/>
                  <a:gd name="T28" fmla="*/ 575 w 4240"/>
                  <a:gd name="T29" fmla="*/ 2068 h 3190"/>
                  <a:gd name="T30" fmla="*/ 794 w 4240"/>
                  <a:gd name="T31" fmla="*/ 2144 h 3190"/>
                  <a:gd name="T32" fmla="*/ 1070 w 4240"/>
                  <a:gd name="T33" fmla="*/ 2305 h 3190"/>
                  <a:gd name="T34" fmla="*/ 1496 w 4240"/>
                  <a:gd name="T35" fmla="*/ 2228 h 3190"/>
                  <a:gd name="T36" fmla="*/ 1498 w 4240"/>
                  <a:gd name="T37" fmla="*/ 2513 h 3190"/>
                  <a:gd name="T38" fmla="*/ 1543 w 4240"/>
                  <a:gd name="T39" fmla="*/ 2708 h 3190"/>
                  <a:gd name="T40" fmla="*/ 1717 w 4240"/>
                  <a:gd name="T41" fmla="*/ 2875 h 3190"/>
                  <a:gd name="T42" fmla="*/ 1970 w 4240"/>
                  <a:gd name="T43" fmla="*/ 2778 h 3190"/>
                  <a:gd name="T44" fmla="*/ 2230 w 4240"/>
                  <a:gd name="T45" fmla="*/ 2890 h 3190"/>
                  <a:gd name="T46" fmla="*/ 2030 w 4240"/>
                  <a:gd name="T47" fmla="*/ 2763 h 3190"/>
                  <a:gd name="T48" fmla="*/ 1758 w 4240"/>
                  <a:gd name="T49" fmla="*/ 2841 h 3190"/>
                  <a:gd name="T50" fmla="*/ 406 w 4240"/>
                  <a:gd name="T51" fmla="*/ 1913 h 3190"/>
                  <a:gd name="T52" fmla="*/ 4151 w 4240"/>
                  <a:gd name="T53" fmla="*/ 2572 h 3190"/>
                  <a:gd name="T54" fmla="*/ 3461 w 4240"/>
                  <a:gd name="T55" fmla="*/ 1124 h 3190"/>
                  <a:gd name="T56" fmla="*/ 3625 w 4240"/>
                  <a:gd name="T57" fmla="*/ 984 h 3190"/>
                  <a:gd name="T58" fmla="*/ 3789 w 4240"/>
                  <a:gd name="T59" fmla="*/ 756 h 3190"/>
                  <a:gd name="T60" fmla="*/ 3924 w 4240"/>
                  <a:gd name="T61" fmla="*/ 386 h 3190"/>
                  <a:gd name="T62" fmla="*/ 3679 w 4240"/>
                  <a:gd name="T63" fmla="*/ 391 h 3190"/>
                  <a:gd name="T64" fmla="*/ 3429 w 4240"/>
                  <a:gd name="T65" fmla="*/ 203 h 3190"/>
                  <a:gd name="T66" fmla="*/ 3163 w 4240"/>
                  <a:gd name="T67" fmla="*/ 18 h 3190"/>
                  <a:gd name="T68" fmla="*/ 2984 w 4240"/>
                  <a:gd name="T69" fmla="*/ 303 h 3190"/>
                  <a:gd name="T70" fmla="*/ 2958 w 4240"/>
                  <a:gd name="T71" fmla="*/ 516 h 3190"/>
                  <a:gd name="T72" fmla="*/ 2791 w 4240"/>
                  <a:gd name="T73" fmla="*/ 765 h 3190"/>
                  <a:gd name="T74" fmla="*/ 2387 w 4240"/>
                  <a:gd name="T75" fmla="*/ 1045 h 3190"/>
                  <a:gd name="T76" fmla="*/ 1521 w 4240"/>
                  <a:gd name="T77" fmla="*/ 815 h 3190"/>
                  <a:gd name="T78" fmla="*/ 1244 w 4240"/>
                  <a:gd name="T79" fmla="*/ 445 h 3190"/>
                  <a:gd name="T80" fmla="*/ 991 w 4240"/>
                  <a:gd name="T81" fmla="*/ 357 h 3190"/>
                  <a:gd name="T82" fmla="*/ 586 w 4240"/>
                  <a:gd name="T83" fmla="*/ 534 h 3190"/>
                  <a:gd name="T84" fmla="*/ 462 w 4240"/>
                  <a:gd name="T85" fmla="*/ 797 h 3190"/>
                  <a:gd name="T86" fmla="*/ 115 w 4240"/>
                  <a:gd name="T87" fmla="*/ 828 h 3190"/>
                  <a:gd name="T88" fmla="*/ 94 w 4240"/>
                  <a:gd name="T89" fmla="*/ 828 h 3190"/>
                  <a:gd name="T90" fmla="*/ 422 w 4240"/>
                  <a:gd name="T91" fmla="*/ 800 h 3190"/>
                  <a:gd name="T92" fmla="*/ 589 w 4240"/>
                  <a:gd name="T93" fmla="*/ 552 h 3190"/>
                  <a:gd name="T94" fmla="*/ 936 w 4240"/>
                  <a:gd name="T95" fmla="*/ 443 h 3190"/>
                  <a:gd name="T96" fmla="*/ 1209 w 4240"/>
                  <a:gd name="T97" fmla="*/ 416 h 3190"/>
                  <a:gd name="T98" fmla="*/ 1419 w 4240"/>
                  <a:gd name="T99" fmla="*/ 729 h 3190"/>
                  <a:gd name="T100" fmla="*/ 2254 w 4240"/>
                  <a:gd name="T101" fmla="*/ 1049 h 3190"/>
                  <a:gd name="T102" fmla="*/ 2683 w 4240"/>
                  <a:gd name="T103" fmla="*/ 819 h 3190"/>
                  <a:gd name="T104" fmla="*/ 3036 w 4240"/>
                  <a:gd name="T105" fmla="*/ 593 h 3190"/>
                  <a:gd name="T106" fmla="*/ 2959 w 4240"/>
                  <a:gd name="T107" fmla="*/ 339 h 3190"/>
                  <a:gd name="T108" fmla="*/ 3074 w 4240"/>
                  <a:gd name="T109" fmla="*/ 37 h 3190"/>
                  <a:gd name="T110" fmla="*/ 3406 w 4240"/>
                  <a:gd name="T111" fmla="*/ 150 h 3190"/>
                  <a:gd name="T112" fmla="*/ 3659 w 4240"/>
                  <a:gd name="T113" fmla="*/ 335 h 3190"/>
                  <a:gd name="T114" fmla="*/ 3877 w 4240"/>
                  <a:gd name="T115" fmla="*/ 332 h 3190"/>
                  <a:gd name="T116" fmla="*/ 3800 w 4240"/>
                  <a:gd name="T117" fmla="*/ 648 h 3190"/>
                  <a:gd name="T118" fmla="*/ 3722 w 4240"/>
                  <a:gd name="T119" fmla="*/ 919 h 3190"/>
                  <a:gd name="T120" fmla="*/ 3546 w 4240"/>
                  <a:gd name="T121" fmla="*/ 1049 h 3190"/>
                  <a:gd name="T122" fmla="*/ 3796 w 4240"/>
                  <a:gd name="T123" fmla="*/ 746 h 3190"/>
                  <a:gd name="T124" fmla="*/ 3016 w 4240"/>
                  <a:gd name="T125" fmla="*/ 105 h 3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40" h="3190">
                    <a:moveTo>
                      <a:pt x="3282" y="3190"/>
                    </a:moveTo>
                    <a:cubicBezTo>
                      <a:pt x="3274" y="3189"/>
                      <a:pt x="3274" y="3189"/>
                      <a:pt x="3274" y="3189"/>
                    </a:cubicBezTo>
                    <a:cubicBezTo>
                      <a:pt x="3278" y="3165"/>
                      <a:pt x="3307" y="3096"/>
                      <a:pt x="3308" y="3093"/>
                    </a:cubicBezTo>
                    <a:cubicBezTo>
                      <a:pt x="3315" y="3096"/>
                      <a:pt x="3315" y="3096"/>
                      <a:pt x="3315" y="3096"/>
                    </a:cubicBezTo>
                    <a:cubicBezTo>
                      <a:pt x="3315" y="3097"/>
                      <a:pt x="3286" y="3167"/>
                      <a:pt x="3282" y="3190"/>
                    </a:cubicBezTo>
                    <a:close/>
                    <a:moveTo>
                      <a:pt x="3879" y="3099"/>
                    </a:moveTo>
                    <a:cubicBezTo>
                      <a:pt x="3879" y="3091"/>
                      <a:pt x="3879" y="3091"/>
                      <a:pt x="3879" y="3091"/>
                    </a:cubicBezTo>
                    <a:cubicBezTo>
                      <a:pt x="3879" y="3091"/>
                      <a:pt x="3923" y="3087"/>
                      <a:pt x="3939" y="3075"/>
                    </a:cubicBezTo>
                    <a:cubicBezTo>
                      <a:pt x="3944" y="3081"/>
                      <a:pt x="3944" y="3081"/>
                      <a:pt x="3944" y="3081"/>
                    </a:cubicBezTo>
                    <a:cubicBezTo>
                      <a:pt x="3926" y="3094"/>
                      <a:pt x="3881" y="3099"/>
                      <a:pt x="3879" y="3099"/>
                    </a:cubicBezTo>
                    <a:close/>
                    <a:moveTo>
                      <a:pt x="3755" y="3003"/>
                    </a:moveTo>
                    <a:cubicBezTo>
                      <a:pt x="3748" y="2988"/>
                      <a:pt x="3751" y="2950"/>
                      <a:pt x="3751" y="2949"/>
                    </a:cubicBezTo>
                    <a:cubicBezTo>
                      <a:pt x="3759" y="2949"/>
                      <a:pt x="3759" y="2949"/>
                      <a:pt x="3759" y="2949"/>
                    </a:cubicBezTo>
                    <a:cubicBezTo>
                      <a:pt x="3758" y="2960"/>
                      <a:pt x="3757" y="2989"/>
                      <a:pt x="3762" y="3000"/>
                    </a:cubicBezTo>
                    <a:lnTo>
                      <a:pt x="3755" y="3003"/>
                    </a:lnTo>
                    <a:close/>
                    <a:moveTo>
                      <a:pt x="4019" y="2967"/>
                    </a:moveTo>
                    <a:cubicBezTo>
                      <a:pt x="4013" y="2961"/>
                      <a:pt x="4013" y="2961"/>
                      <a:pt x="4013" y="2961"/>
                    </a:cubicBezTo>
                    <a:cubicBezTo>
                      <a:pt x="4054" y="2919"/>
                      <a:pt x="4054" y="2919"/>
                      <a:pt x="4054" y="2919"/>
                    </a:cubicBezTo>
                    <a:cubicBezTo>
                      <a:pt x="4060" y="2924"/>
                      <a:pt x="4060" y="2924"/>
                      <a:pt x="4060" y="2924"/>
                    </a:cubicBezTo>
                    <a:lnTo>
                      <a:pt x="4019" y="2967"/>
                    </a:lnTo>
                    <a:close/>
                    <a:moveTo>
                      <a:pt x="3409" y="2920"/>
                    </a:moveTo>
                    <a:cubicBezTo>
                      <a:pt x="3402" y="2917"/>
                      <a:pt x="3402" y="2917"/>
                      <a:pt x="3402" y="2917"/>
                    </a:cubicBezTo>
                    <a:cubicBezTo>
                      <a:pt x="3404" y="2913"/>
                      <a:pt x="3449" y="2841"/>
                      <a:pt x="3455" y="2832"/>
                    </a:cubicBezTo>
                    <a:cubicBezTo>
                      <a:pt x="3461" y="2837"/>
                      <a:pt x="3461" y="2837"/>
                      <a:pt x="3461" y="2837"/>
                    </a:cubicBezTo>
                    <a:cubicBezTo>
                      <a:pt x="3441" y="2869"/>
                      <a:pt x="3411" y="2917"/>
                      <a:pt x="3409" y="2920"/>
                    </a:cubicBezTo>
                    <a:close/>
                    <a:moveTo>
                      <a:pt x="1757" y="2920"/>
                    </a:moveTo>
                    <a:cubicBezTo>
                      <a:pt x="1756" y="2920"/>
                      <a:pt x="1755" y="2920"/>
                      <a:pt x="1754" y="2920"/>
                    </a:cubicBezTo>
                    <a:cubicBezTo>
                      <a:pt x="1753" y="2919"/>
                      <a:pt x="1752" y="2918"/>
                      <a:pt x="1751" y="2917"/>
                    </a:cubicBezTo>
                    <a:cubicBezTo>
                      <a:pt x="1750" y="2917"/>
                      <a:pt x="1750" y="2917"/>
                      <a:pt x="1750" y="2917"/>
                    </a:cubicBezTo>
                    <a:cubicBezTo>
                      <a:pt x="1749" y="2917"/>
                      <a:pt x="1747" y="2917"/>
                      <a:pt x="1745" y="2915"/>
                    </a:cubicBezTo>
                    <a:cubicBezTo>
                      <a:pt x="1743" y="2914"/>
                      <a:pt x="1743" y="2912"/>
                      <a:pt x="1743" y="2910"/>
                    </a:cubicBezTo>
                    <a:cubicBezTo>
                      <a:pt x="1742" y="2910"/>
                      <a:pt x="1741" y="2910"/>
                      <a:pt x="1739" y="2910"/>
                    </a:cubicBezTo>
                    <a:cubicBezTo>
                      <a:pt x="1737" y="2911"/>
                      <a:pt x="1735" y="2911"/>
                      <a:pt x="1733" y="2912"/>
                    </a:cubicBezTo>
                    <a:cubicBezTo>
                      <a:pt x="1730" y="2912"/>
                      <a:pt x="1728" y="2913"/>
                      <a:pt x="1725" y="2913"/>
                    </a:cubicBezTo>
                    <a:cubicBezTo>
                      <a:pt x="1722" y="2914"/>
                      <a:pt x="1718" y="2913"/>
                      <a:pt x="1715" y="2911"/>
                    </a:cubicBezTo>
                    <a:cubicBezTo>
                      <a:pt x="1713" y="2908"/>
                      <a:pt x="1712" y="2905"/>
                      <a:pt x="1713" y="2902"/>
                    </a:cubicBezTo>
                    <a:cubicBezTo>
                      <a:pt x="1713" y="2902"/>
                      <a:pt x="1713" y="2902"/>
                      <a:pt x="1713" y="2902"/>
                    </a:cubicBezTo>
                    <a:cubicBezTo>
                      <a:pt x="1713" y="2901"/>
                      <a:pt x="1713" y="2901"/>
                      <a:pt x="1712" y="2901"/>
                    </a:cubicBezTo>
                    <a:cubicBezTo>
                      <a:pt x="1712" y="2901"/>
                      <a:pt x="1710" y="2900"/>
                      <a:pt x="1709" y="2899"/>
                    </a:cubicBezTo>
                    <a:cubicBezTo>
                      <a:pt x="1705" y="2893"/>
                      <a:pt x="1711" y="2886"/>
                      <a:pt x="1714" y="2884"/>
                    </a:cubicBezTo>
                    <a:cubicBezTo>
                      <a:pt x="1714" y="2883"/>
                      <a:pt x="1713" y="2881"/>
                      <a:pt x="1712" y="2881"/>
                    </a:cubicBezTo>
                    <a:cubicBezTo>
                      <a:pt x="1709" y="2878"/>
                      <a:pt x="1708" y="2875"/>
                      <a:pt x="1710" y="2871"/>
                    </a:cubicBezTo>
                    <a:cubicBezTo>
                      <a:pt x="1708" y="2870"/>
                      <a:pt x="1708" y="2868"/>
                      <a:pt x="1707" y="2866"/>
                    </a:cubicBezTo>
                    <a:cubicBezTo>
                      <a:pt x="1707" y="2865"/>
                      <a:pt x="1707" y="2863"/>
                      <a:pt x="1708" y="2862"/>
                    </a:cubicBezTo>
                    <a:cubicBezTo>
                      <a:pt x="1708" y="2862"/>
                      <a:pt x="1707" y="2862"/>
                      <a:pt x="1707" y="2862"/>
                    </a:cubicBezTo>
                    <a:cubicBezTo>
                      <a:pt x="1706" y="2862"/>
                      <a:pt x="1705" y="2863"/>
                      <a:pt x="1703" y="2864"/>
                    </a:cubicBezTo>
                    <a:cubicBezTo>
                      <a:pt x="1702" y="2865"/>
                      <a:pt x="1701" y="2865"/>
                      <a:pt x="1700" y="2866"/>
                    </a:cubicBezTo>
                    <a:cubicBezTo>
                      <a:pt x="1698" y="2867"/>
                      <a:pt x="1695" y="2867"/>
                      <a:pt x="1693" y="2867"/>
                    </a:cubicBezTo>
                    <a:cubicBezTo>
                      <a:pt x="1692" y="2867"/>
                      <a:pt x="1690" y="2867"/>
                      <a:pt x="1689" y="2867"/>
                    </a:cubicBezTo>
                    <a:cubicBezTo>
                      <a:pt x="1688" y="2869"/>
                      <a:pt x="1685" y="2872"/>
                      <a:pt x="1681" y="2875"/>
                    </a:cubicBezTo>
                    <a:cubicBezTo>
                      <a:pt x="1679" y="2877"/>
                      <a:pt x="1677" y="2878"/>
                      <a:pt x="1677" y="2879"/>
                    </a:cubicBezTo>
                    <a:cubicBezTo>
                      <a:pt x="1674" y="2882"/>
                      <a:pt x="1669" y="2886"/>
                      <a:pt x="1663" y="2886"/>
                    </a:cubicBezTo>
                    <a:cubicBezTo>
                      <a:pt x="1659" y="2886"/>
                      <a:pt x="1652" y="2887"/>
                      <a:pt x="1648" y="2878"/>
                    </a:cubicBezTo>
                    <a:cubicBezTo>
                      <a:pt x="1648" y="2877"/>
                      <a:pt x="1647" y="2876"/>
                      <a:pt x="1647" y="2876"/>
                    </a:cubicBezTo>
                    <a:cubicBezTo>
                      <a:pt x="1646" y="2875"/>
                      <a:pt x="1644" y="2876"/>
                      <a:pt x="1641" y="2877"/>
                    </a:cubicBezTo>
                    <a:cubicBezTo>
                      <a:pt x="1636" y="2880"/>
                      <a:pt x="1628" y="2879"/>
                      <a:pt x="1624" y="2876"/>
                    </a:cubicBezTo>
                    <a:cubicBezTo>
                      <a:pt x="1620" y="2872"/>
                      <a:pt x="1619" y="2869"/>
                      <a:pt x="1622" y="2865"/>
                    </a:cubicBezTo>
                    <a:cubicBezTo>
                      <a:pt x="1622" y="2863"/>
                      <a:pt x="1623" y="2862"/>
                      <a:pt x="1623" y="2862"/>
                    </a:cubicBezTo>
                    <a:cubicBezTo>
                      <a:pt x="1624" y="2861"/>
                      <a:pt x="1624" y="2861"/>
                      <a:pt x="1624" y="2860"/>
                    </a:cubicBezTo>
                    <a:cubicBezTo>
                      <a:pt x="1624" y="2860"/>
                      <a:pt x="1623" y="2860"/>
                      <a:pt x="1623" y="2860"/>
                    </a:cubicBezTo>
                    <a:cubicBezTo>
                      <a:pt x="1618" y="2859"/>
                      <a:pt x="1614" y="2857"/>
                      <a:pt x="1610" y="2854"/>
                    </a:cubicBezTo>
                    <a:cubicBezTo>
                      <a:pt x="1608" y="2852"/>
                      <a:pt x="1604" y="2847"/>
                      <a:pt x="1610" y="2837"/>
                    </a:cubicBezTo>
                    <a:cubicBezTo>
                      <a:pt x="1612" y="2833"/>
                      <a:pt x="1613" y="2830"/>
                      <a:pt x="1613" y="2829"/>
                    </a:cubicBezTo>
                    <a:cubicBezTo>
                      <a:pt x="1612" y="2829"/>
                      <a:pt x="1611" y="2828"/>
                      <a:pt x="1610" y="2827"/>
                    </a:cubicBezTo>
                    <a:cubicBezTo>
                      <a:pt x="1609" y="2826"/>
                      <a:pt x="1608" y="2825"/>
                      <a:pt x="1607" y="2824"/>
                    </a:cubicBezTo>
                    <a:cubicBezTo>
                      <a:pt x="1605" y="2823"/>
                      <a:pt x="1602" y="2823"/>
                      <a:pt x="1599" y="2824"/>
                    </a:cubicBezTo>
                    <a:cubicBezTo>
                      <a:pt x="1596" y="2825"/>
                      <a:pt x="1593" y="2825"/>
                      <a:pt x="1591" y="2823"/>
                    </a:cubicBezTo>
                    <a:cubicBezTo>
                      <a:pt x="1591" y="2823"/>
                      <a:pt x="1590" y="2823"/>
                      <a:pt x="1590" y="2822"/>
                    </a:cubicBezTo>
                    <a:cubicBezTo>
                      <a:pt x="1588" y="2821"/>
                      <a:pt x="1586" y="2820"/>
                      <a:pt x="1583" y="2819"/>
                    </a:cubicBezTo>
                    <a:cubicBezTo>
                      <a:pt x="1580" y="2817"/>
                      <a:pt x="1576" y="2816"/>
                      <a:pt x="1569" y="2817"/>
                    </a:cubicBezTo>
                    <a:cubicBezTo>
                      <a:pt x="1559" y="2819"/>
                      <a:pt x="1547" y="2813"/>
                      <a:pt x="1546" y="2812"/>
                    </a:cubicBezTo>
                    <a:cubicBezTo>
                      <a:pt x="1544" y="2812"/>
                      <a:pt x="1544" y="2812"/>
                      <a:pt x="1544" y="2812"/>
                    </a:cubicBezTo>
                    <a:cubicBezTo>
                      <a:pt x="1544" y="2809"/>
                      <a:pt x="1544" y="2809"/>
                      <a:pt x="1544" y="2809"/>
                    </a:cubicBezTo>
                    <a:cubicBezTo>
                      <a:pt x="1543" y="2807"/>
                      <a:pt x="1545" y="2805"/>
                      <a:pt x="1548" y="2801"/>
                    </a:cubicBezTo>
                    <a:cubicBezTo>
                      <a:pt x="1551" y="2799"/>
                      <a:pt x="1554" y="2795"/>
                      <a:pt x="1555" y="2793"/>
                    </a:cubicBezTo>
                    <a:cubicBezTo>
                      <a:pt x="1555" y="2791"/>
                      <a:pt x="1556" y="2790"/>
                      <a:pt x="1556" y="2789"/>
                    </a:cubicBezTo>
                    <a:cubicBezTo>
                      <a:pt x="1556" y="2786"/>
                      <a:pt x="1557" y="2784"/>
                      <a:pt x="1560" y="2781"/>
                    </a:cubicBezTo>
                    <a:cubicBezTo>
                      <a:pt x="1561" y="2780"/>
                      <a:pt x="1561" y="2780"/>
                      <a:pt x="1561" y="2780"/>
                    </a:cubicBezTo>
                    <a:cubicBezTo>
                      <a:pt x="1564" y="2778"/>
                      <a:pt x="1565" y="2777"/>
                      <a:pt x="1565" y="2775"/>
                    </a:cubicBezTo>
                    <a:cubicBezTo>
                      <a:pt x="1566" y="2772"/>
                      <a:pt x="1565" y="2770"/>
                      <a:pt x="1564" y="2768"/>
                    </a:cubicBezTo>
                    <a:cubicBezTo>
                      <a:pt x="1564" y="2767"/>
                      <a:pt x="1564" y="2767"/>
                      <a:pt x="1564" y="2766"/>
                    </a:cubicBezTo>
                    <a:cubicBezTo>
                      <a:pt x="1562" y="2762"/>
                      <a:pt x="1564" y="2756"/>
                      <a:pt x="1569" y="2754"/>
                    </a:cubicBezTo>
                    <a:cubicBezTo>
                      <a:pt x="1569" y="2754"/>
                      <a:pt x="1569" y="2754"/>
                      <a:pt x="1569" y="2754"/>
                    </a:cubicBezTo>
                    <a:cubicBezTo>
                      <a:pt x="1569" y="2754"/>
                      <a:pt x="1569" y="2754"/>
                      <a:pt x="1570" y="2753"/>
                    </a:cubicBezTo>
                    <a:cubicBezTo>
                      <a:pt x="1570" y="2752"/>
                      <a:pt x="1570" y="2752"/>
                      <a:pt x="1570" y="2752"/>
                    </a:cubicBezTo>
                    <a:cubicBezTo>
                      <a:pt x="1570" y="2751"/>
                      <a:pt x="1569" y="2750"/>
                      <a:pt x="1570" y="2748"/>
                    </a:cubicBezTo>
                    <a:cubicBezTo>
                      <a:pt x="1571" y="2745"/>
                      <a:pt x="1575" y="2741"/>
                      <a:pt x="1577" y="2740"/>
                    </a:cubicBezTo>
                    <a:cubicBezTo>
                      <a:pt x="1579" y="2739"/>
                      <a:pt x="1581" y="2739"/>
                      <a:pt x="1583" y="2740"/>
                    </a:cubicBezTo>
                    <a:cubicBezTo>
                      <a:pt x="1583" y="2740"/>
                      <a:pt x="1583" y="2740"/>
                      <a:pt x="1583" y="2739"/>
                    </a:cubicBezTo>
                    <a:cubicBezTo>
                      <a:pt x="1583" y="2737"/>
                      <a:pt x="1583" y="2735"/>
                      <a:pt x="1584" y="2733"/>
                    </a:cubicBezTo>
                    <a:cubicBezTo>
                      <a:pt x="1584" y="2733"/>
                      <a:pt x="1584" y="2732"/>
                      <a:pt x="1584" y="2731"/>
                    </a:cubicBezTo>
                    <a:cubicBezTo>
                      <a:pt x="1579" y="2731"/>
                      <a:pt x="1576" y="2730"/>
                      <a:pt x="1573" y="2727"/>
                    </a:cubicBezTo>
                    <a:cubicBezTo>
                      <a:pt x="1573" y="2727"/>
                      <a:pt x="1573" y="2727"/>
                      <a:pt x="1573" y="2726"/>
                    </a:cubicBezTo>
                    <a:cubicBezTo>
                      <a:pt x="1573" y="2727"/>
                      <a:pt x="1572" y="2727"/>
                      <a:pt x="1572" y="2727"/>
                    </a:cubicBezTo>
                    <a:cubicBezTo>
                      <a:pt x="1567" y="2729"/>
                      <a:pt x="1564" y="2728"/>
                      <a:pt x="1561" y="2726"/>
                    </a:cubicBezTo>
                    <a:cubicBezTo>
                      <a:pt x="1561" y="2726"/>
                      <a:pt x="1561" y="2726"/>
                      <a:pt x="1560" y="2726"/>
                    </a:cubicBezTo>
                    <a:cubicBezTo>
                      <a:pt x="1559" y="2726"/>
                      <a:pt x="1557" y="2726"/>
                      <a:pt x="1554" y="2726"/>
                    </a:cubicBezTo>
                    <a:cubicBezTo>
                      <a:pt x="1549" y="2726"/>
                      <a:pt x="1546" y="2725"/>
                      <a:pt x="1545" y="2720"/>
                    </a:cubicBezTo>
                    <a:cubicBezTo>
                      <a:pt x="1545" y="2720"/>
                      <a:pt x="1544" y="2719"/>
                      <a:pt x="1544" y="2719"/>
                    </a:cubicBezTo>
                    <a:cubicBezTo>
                      <a:pt x="1544" y="2719"/>
                      <a:pt x="1544" y="2719"/>
                      <a:pt x="1544" y="2719"/>
                    </a:cubicBezTo>
                    <a:cubicBezTo>
                      <a:pt x="1544" y="2719"/>
                      <a:pt x="1543" y="2719"/>
                      <a:pt x="1543" y="2719"/>
                    </a:cubicBezTo>
                    <a:cubicBezTo>
                      <a:pt x="1542" y="2719"/>
                      <a:pt x="1541" y="2719"/>
                      <a:pt x="1540" y="2719"/>
                    </a:cubicBezTo>
                    <a:cubicBezTo>
                      <a:pt x="1539" y="2719"/>
                      <a:pt x="1536" y="2718"/>
                      <a:pt x="1535" y="2716"/>
                    </a:cubicBezTo>
                    <a:cubicBezTo>
                      <a:pt x="1533" y="2714"/>
                      <a:pt x="1534" y="2711"/>
                      <a:pt x="1535" y="2711"/>
                    </a:cubicBezTo>
                    <a:cubicBezTo>
                      <a:pt x="1535" y="2710"/>
                      <a:pt x="1535" y="2709"/>
                      <a:pt x="1535" y="2709"/>
                    </a:cubicBezTo>
                    <a:cubicBezTo>
                      <a:pt x="1535" y="2708"/>
                      <a:pt x="1536" y="2708"/>
                      <a:pt x="1536" y="2707"/>
                    </a:cubicBezTo>
                    <a:cubicBezTo>
                      <a:pt x="1536" y="2706"/>
                      <a:pt x="1535" y="2704"/>
                      <a:pt x="1535" y="2703"/>
                    </a:cubicBezTo>
                    <a:cubicBezTo>
                      <a:pt x="1533" y="2699"/>
                      <a:pt x="1532" y="2695"/>
                      <a:pt x="1533" y="2692"/>
                    </a:cubicBezTo>
                    <a:cubicBezTo>
                      <a:pt x="1533" y="2691"/>
                      <a:pt x="1533" y="2690"/>
                      <a:pt x="1533" y="2689"/>
                    </a:cubicBezTo>
                    <a:cubicBezTo>
                      <a:pt x="1532" y="2688"/>
                      <a:pt x="1531" y="2686"/>
                      <a:pt x="1531" y="2684"/>
                    </a:cubicBezTo>
                    <a:cubicBezTo>
                      <a:pt x="1531" y="2682"/>
                      <a:pt x="1532" y="2680"/>
                      <a:pt x="1534" y="2679"/>
                    </a:cubicBezTo>
                    <a:cubicBezTo>
                      <a:pt x="1534" y="2678"/>
                      <a:pt x="1533" y="2675"/>
                      <a:pt x="1533" y="2674"/>
                    </a:cubicBezTo>
                    <a:cubicBezTo>
                      <a:pt x="1533" y="2674"/>
                      <a:pt x="1532" y="2673"/>
                      <a:pt x="1532" y="2673"/>
                    </a:cubicBezTo>
                    <a:cubicBezTo>
                      <a:pt x="1531" y="2671"/>
                      <a:pt x="1530" y="2669"/>
                      <a:pt x="1530" y="2664"/>
                    </a:cubicBezTo>
                    <a:cubicBezTo>
                      <a:pt x="1529" y="2663"/>
                      <a:pt x="1529" y="2662"/>
                      <a:pt x="1529" y="2662"/>
                    </a:cubicBezTo>
                    <a:cubicBezTo>
                      <a:pt x="1529" y="2663"/>
                      <a:pt x="1529" y="2663"/>
                      <a:pt x="1528" y="2663"/>
                    </a:cubicBezTo>
                    <a:cubicBezTo>
                      <a:pt x="1528" y="2663"/>
                      <a:pt x="1527" y="2663"/>
                      <a:pt x="1526" y="2662"/>
                    </a:cubicBezTo>
                    <a:cubicBezTo>
                      <a:pt x="1521" y="2662"/>
                      <a:pt x="1521" y="2657"/>
                      <a:pt x="1521" y="2654"/>
                    </a:cubicBezTo>
                    <a:cubicBezTo>
                      <a:pt x="1521" y="2653"/>
                      <a:pt x="1521" y="2653"/>
                      <a:pt x="1521" y="2653"/>
                    </a:cubicBezTo>
                    <a:cubicBezTo>
                      <a:pt x="1521" y="2651"/>
                      <a:pt x="1521" y="2650"/>
                      <a:pt x="1521" y="2649"/>
                    </a:cubicBezTo>
                    <a:cubicBezTo>
                      <a:pt x="1521" y="2648"/>
                      <a:pt x="1521" y="2647"/>
                      <a:pt x="1521" y="2646"/>
                    </a:cubicBezTo>
                    <a:cubicBezTo>
                      <a:pt x="1521" y="2642"/>
                      <a:pt x="1525" y="2640"/>
                      <a:pt x="1531" y="2637"/>
                    </a:cubicBezTo>
                    <a:cubicBezTo>
                      <a:pt x="1533" y="2636"/>
                      <a:pt x="1534" y="2635"/>
                      <a:pt x="1535" y="2634"/>
                    </a:cubicBezTo>
                    <a:cubicBezTo>
                      <a:pt x="1534" y="2634"/>
                      <a:pt x="1533" y="2634"/>
                      <a:pt x="1533" y="2634"/>
                    </a:cubicBezTo>
                    <a:cubicBezTo>
                      <a:pt x="1529" y="2638"/>
                      <a:pt x="1522" y="2636"/>
                      <a:pt x="1520" y="2635"/>
                    </a:cubicBezTo>
                    <a:cubicBezTo>
                      <a:pt x="1519" y="2634"/>
                      <a:pt x="1519" y="2634"/>
                      <a:pt x="1518" y="2633"/>
                    </a:cubicBezTo>
                    <a:cubicBezTo>
                      <a:pt x="1517" y="2633"/>
                      <a:pt x="1515" y="2633"/>
                      <a:pt x="1514" y="2632"/>
                    </a:cubicBezTo>
                    <a:cubicBezTo>
                      <a:pt x="1512" y="2632"/>
                      <a:pt x="1509" y="2632"/>
                      <a:pt x="1508" y="2632"/>
                    </a:cubicBezTo>
                    <a:cubicBezTo>
                      <a:pt x="1506" y="2632"/>
                      <a:pt x="1503" y="2632"/>
                      <a:pt x="1500" y="2632"/>
                    </a:cubicBezTo>
                    <a:cubicBezTo>
                      <a:pt x="1497" y="2632"/>
                      <a:pt x="1491" y="2632"/>
                      <a:pt x="1489" y="2632"/>
                    </a:cubicBezTo>
                    <a:cubicBezTo>
                      <a:pt x="1485" y="2635"/>
                      <a:pt x="1480" y="2635"/>
                      <a:pt x="1474" y="2635"/>
                    </a:cubicBezTo>
                    <a:cubicBezTo>
                      <a:pt x="1473" y="2635"/>
                      <a:pt x="1471" y="2635"/>
                      <a:pt x="1470" y="2635"/>
                    </a:cubicBezTo>
                    <a:cubicBezTo>
                      <a:pt x="1466" y="2635"/>
                      <a:pt x="1461" y="2638"/>
                      <a:pt x="1455" y="2642"/>
                    </a:cubicBezTo>
                    <a:cubicBezTo>
                      <a:pt x="1452" y="2644"/>
                      <a:pt x="1450" y="2646"/>
                      <a:pt x="1447" y="2648"/>
                    </a:cubicBezTo>
                    <a:cubicBezTo>
                      <a:pt x="1443" y="2650"/>
                      <a:pt x="1439" y="2651"/>
                      <a:pt x="1436" y="2650"/>
                    </a:cubicBezTo>
                    <a:cubicBezTo>
                      <a:pt x="1433" y="2649"/>
                      <a:pt x="1431" y="2645"/>
                      <a:pt x="1431" y="2643"/>
                    </a:cubicBezTo>
                    <a:cubicBezTo>
                      <a:pt x="1431" y="2643"/>
                      <a:pt x="1431" y="2643"/>
                      <a:pt x="1431" y="2643"/>
                    </a:cubicBezTo>
                    <a:cubicBezTo>
                      <a:pt x="1429" y="2642"/>
                      <a:pt x="1427" y="2639"/>
                      <a:pt x="1427" y="2636"/>
                    </a:cubicBezTo>
                    <a:cubicBezTo>
                      <a:pt x="1427" y="2635"/>
                      <a:pt x="1428" y="2633"/>
                      <a:pt x="1429" y="2632"/>
                    </a:cubicBezTo>
                    <a:cubicBezTo>
                      <a:pt x="1430" y="2631"/>
                      <a:pt x="1431" y="2630"/>
                      <a:pt x="1432" y="2629"/>
                    </a:cubicBezTo>
                    <a:cubicBezTo>
                      <a:pt x="1434" y="2626"/>
                      <a:pt x="1437" y="2624"/>
                      <a:pt x="1440" y="2621"/>
                    </a:cubicBezTo>
                    <a:cubicBezTo>
                      <a:pt x="1443" y="2619"/>
                      <a:pt x="1444" y="2617"/>
                      <a:pt x="1446" y="2615"/>
                    </a:cubicBezTo>
                    <a:cubicBezTo>
                      <a:pt x="1446" y="2614"/>
                      <a:pt x="1447" y="2613"/>
                      <a:pt x="1448" y="2612"/>
                    </a:cubicBezTo>
                    <a:cubicBezTo>
                      <a:pt x="1444" y="2610"/>
                      <a:pt x="1443" y="2607"/>
                      <a:pt x="1443" y="2606"/>
                    </a:cubicBezTo>
                    <a:cubicBezTo>
                      <a:pt x="1443" y="2604"/>
                      <a:pt x="1444" y="2602"/>
                      <a:pt x="1446" y="2601"/>
                    </a:cubicBezTo>
                    <a:cubicBezTo>
                      <a:pt x="1446" y="2600"/>
                      <a:pt x="1446" y="2600"/>
                      <a:pt x="1446" y="2599"/>
                    </a:cubicBezTo>
                    <a:cubicBezTo>
                      <a:pt x="1446" y="2598"/>
                      <a:pt x="1446" y="2597"/>
                      <a:pt x="1446" y="2597"/>
                    </a:cubicBezTo>
                    <a:cubicBezTo>
                      <a:pt x="1446" y="2597"/>
                      <a:pt x="1446" y="2597"/>
                      <a:pt x="1445" y="2597"/>
                    </a:cubicBezTo>
                    <a:cubicBezTo>
                      <a:pt x="1443" y="2598"/>
                      <a:pt x="1439" y="2598"/>
                      <a:pt x="1436" y="2592"/>
                    </a:cubicBezTo>
                    <a:cubicBezTo>
                      <a:pt x="1436" y="2592"/>
                      <a:pt x="1436" y="2592"/>
                      <a:pt x="1436" y="2591"/>
                    </a:cubicBezTo>
                    <a:cubicBezTo>
                      <a:pt x="1435" y="2589"/>
                      <a:pt x="1435" y="2586"/>
                      <a:pt x="1436" y="2582"/>
                    </a:cubicBezTo>
                    <a:cubicBezTo>
                      <a:pt x="1437" y="2579"/>
                      <a:pt x="1437" y="2579"/>
                      <a:pt x="1439" y="2574"/>
                    </a:cubicBezTo>
                    <a:cubicBezTo>
                      <a:pt x="1439" y="2570"/>
                      <a:pt x="1439" y="2570"/>
                      <a:pt x="1439" y="2570"/>
                    </a:cubicBezTo>
                    <a:cubicBezTo>
                      <a:pt x="1440" y="2566"/>
                      <a:pt x="1441" y="2563"/>
                      <a:pt x="1441" y="2562"/>
                    </a:cubicBezTo>
                    <a:cubicBezTo>
                      <a:pt x="1441" y="2562"/>
                      <a:pt x="1441" y="2562"/>
                      <a:pt x="1441" y="2561"/>
                    </a:cubicBezTo>
                    <a:cubicBezTo>
                      <a:pt x="1441" y="2561"/>
                      <a:pt x="1441" y="2561"/>
                      <a:pt x="1441" y="2561"/>
                    </a:cubicBezTo>
                    <a:cubicBezTo>
                      <a:pt x="1442" y="2560"/>
                      <a:pt x="1442" y="2558"/>
                      <a:pt x="1444" y="2558"/>
                    </a:cubicBezTo>
                    <a:cubicBezTo>
                      <a:pt x="1447" y="2556"/>
                      <a:pt x="1452" y="2554"/>
                      <a:pt x="1454" y="2553"/>
                    </a:cubicBezTo>
                    <a:cubicBezTo>
                      <a:pt x="1455" y="2553"/>
                      <a:pt x="1457" y="2553"/>
                      <a:pt x="1457" y="2553"/>
                    </a:cubicBezTo>
                    <a:cubicBezTo>
                      <a:pt x="1457" y="2552"/>
                      <a:pt x="1457" y="2550"/>
                      <a:pt x="1456" y="2549"/>
                    </a:cubicBezTo>
                    <a:cubicBezTo>
                      <a:pt x="1454" y="2544"/>
                      <a:pt x="1456" y="2540"/>
                      <a:pt x="1457" y="2538"/>
                    </a:cubicBezTo>
                    <a:cubicBezTo>
                      <a:pt x="1457" y="2537"/>
                      <a:pt x="1458" y="2536"/>
                      <a:pt x="1458" y="2535"/>
                    </a:cubicBezTo>
                    <a:cubicBezTo>
                      <a:pt x="1458" y="2532"/>
                      <a:pt x="1460" y="2529"/>
                      <a:pt x="1461" y="2526"/>
                    </a:cubicBezTo>
                    <a:cubicBezTo>
                      <a:pt x="1462" y="2524"/>
                      <a:pt x="1463" y="2523"/>
                      <a:pt x="1463" y="2522"/>
                    </a:cubicBezTo>
                    <a:cubicBezTo>
                      <a:pt x="1464" y="2519"/>
                      <a:pt x="1466" y="2517"/>
                      <a:pt x="1469" y="2516"/>
                    </a:cubicBezTo>
                    <a:cubicBezTo>
                      <a:pt x="1471" y="2515"/>
                      <a:pt x="1473" y="2515"/>
                      <a:pt x="1475" y="2516"/>
                    </a:cubicBezTo>
                    <a:cubicBezTo>
                      <a:pt x="1476" y="2516"/>
                      <a:pt x="1476" y="2517"/>
                      <a:pt x="1477" y="2517"/>
                    </a:cubicBezTo>
                    <a:cubicBezTo>
                      <a:pt x="1478" y="2518"/>
                      <a:pt x="1479" y="2518"/>
                      <a:pt x="1480" y="2518"/>
                    </a:cubicBezTo>
                    <a:cubicBezTo>
                      <a:pt x="1482" y="2516"/>
                      <a:pt x="1490" y="2509"/>
                      <a:pt x="1493" y="2507"/>
                    </a:cubicBezTo>
                    <a:cubicBezTo>
                      <a:pt x="1494" y="2506"/>
                      <a:pt x="1494" y="2505"/>
                      <a:pt x="1493" y="2505"/>
                    </a:cubicBezTo>
                    <a:cubicBezTo>
                      <a:pt x="1491" y="2501"/>
                      <a:pt x="1491" y="2499"/>
                      <a:pt x="1494" y="2496"/>
                    </a:cubicBezTo>
                    <a:cubicBezTo>
                      <a:pt x="1494" y="2496"/>
                      <a:pt x="1494" y="2496"/>
                      <a:pt x="1494" y="2496"/>
                    </a:cubicBezTo>
                    <a:cubicBezTo>
                      <a:pt x="1494" y="2495"/>
                      <a:pt x="1494" y="2494"/>
                      <a:pt x="1495" y="2493"/>
                    </a:cubicBezTo>
                    <a:cubicBezTo>
                      <a:pt x="1495" y="2492"/>
                      <a:pt x="1495" y="2492"/>
                      <a:pt x="1495" y="2492"/>
                    </a:cubicBezTo>
                    <a:cubicBezTo>
                      <a:pt x="1495" y="2490"/>
                      <a:pt x="1495" y="2487"/>
                      <a:pt x="1497" y="2485"/>
                    </a:cubicBezTo>
                    <a:cubicBezTo>
                      <a:pt x="1500" y="2484"/>
                      <a:pt x="1502" y="2485"/>
                      <a:pt x="1504" y="2486"/>
                    </a:cubicBezTo>
                    <a:cubicBezTo>
                      <a:pt x="1504" y="2486"/>
                      <a:pt x="1505" y="2486"/>
                      <a:pt x="1505" y="2486"/>
                    </a:cubicBezTo>
                    <a:cubicBezTo>
                      <a:pt x="1509" y="2488"/>
                      <a:pt x="1510" y="2490"/>
                      <a:pt x="1511" y="2493"/>
                    </a:cubicBezTo>
                    <a:cubicBezTo>
                      <a:pt x="1511" y="2494"/>
                      <a:pt x="1511" y="2494"/>
                      <a:pt x="1511" y="2494"/>
                    </a:cubicBezTo>
                    <a:cubicBezTo>
                      <a:pt x="1511" y="2494"/>
                      <a:pt x="1513" y="2494"/>
                      <a:pt x="1513" y="2494"/>
                    </a:cubicBezTo>
                    <a:cubicBezTo>
                      <a:pt x="1514" y="2493"/>
                      <a:pt x="1518" y="2487"/>
                      <a:pt x="1520" y="2484"/>
                    </a:cubicBezTo>
                    <a:cubicBezTo>
                      <a:pt x="1522" y="2481"/>
                      <a:pt x="1524" y="2478"/>
                      <a:pt x="1525" y="2476"/>
                    </a:cubicBezTo>
                    <a:cubicBezTo>
                      <a:pt x="1530" y="2471"/>
                      <a:pt x="1536" y="2470"/>
                      <a:pt x="1540" y="2472"/>
                    </a:cubicBezTo>
                    <a:cubicBezTo>
                      <a:pt x="1540" y="2472"/>
                      <a:pt x="1540" y="2471"/>
                      <a:pt x="1540" y="2471"/>
                    </a:cubicBezTo>
                    <a:cubicBezTo>
                      <a:pt x="1540" y="2469"/>
                      <a:pt x="1537" y="2465"/>
                      <a:pt x="1534" y="2462"/>
                    </a:cubicBezTo>
                    <a:cubicBezTo>
                      <a:pt x="1534" y="2462"/>
                      <a:pt x="1534" y="2462"/>
                      <a:pt x="1534" y="2462"/>
                    </a:cubicBezTo>
                    <a:cubicBezTo>
                      <a:pt x="1530" y="2458"/>
                      <a:pt x="1530" y="2456"/>
                      <a:pt x="1532" y="2450"/>
                    </a:cubicBezTo>
                    <a:cubicBezTo>
                      <a:pt x="1532" y="2449"/>
                      <a:pt x="1532" y="2449"/>
                      <a:pt x="1532" y="2449"/>
                    </a:cubicBezTo>
                    <a:cubicBezTo>
                      <a:pt x="1533" y="2447"/>
                      <a:pt x="1534" y="2445"/>
                      <a:pt x="1536" y="2444"/>
                    </a:cubicBezTo>
                    <a:cubicBezTo>
                      <a:pt x="1539" y="2442"/>
                      <a:pt x="1542" y="2443"/>
                      <a:pt x="1544" y="2444"/>
                    </a:cubicBezTo>
                    <a:cubicBezTo>
                      <a:pt x="1545" y="2445"/>
                      <a:pt x="1545" y="2445"/>
                      <a:pt x="1546" y="2445"/>
                    </a:cubicBezTo>
                    <a:cubicBezTo>
                      <a:pt x="1546" y="2445"/>
                      <a:pt x="1546" y="2444"/>
                      <a:pt x="1546" y="2444"/>
                    </a:cubicBezTo>
                    <a:cubicBezTo>
                      <a:pt x="1546" y="2443"/>
                      <a:pt x="1545" y="2441"/>
                      <a:pt x="1544" y="2439"/>
                    </a:cubicBezTo>
                    <a:cubicBezTo>
                      <a:pt x="1540" y="2434"/>
                      <a:pt x="1546" y="2429"/>
                      <a:pt x="1549" y="2427"/>
                    </a:cubicBezTo>
                    <a:cubicBezTo>
                      <a:pt x="1550" y="2426"/>
                      <a:pt x="1550" y="2426"/>
                      <a:pt x="1551" y="2425"/>
                    </a:cubicBezTo>
                    <a:cubicBezTo>
                      <a:pt x="1552" y="2424"/>
                      <a:pt x="1552" y="2420"/>
                      <a:pt x="1552" y="2416"/>
                    </a:cubicBezTo>
                    <a:cubicBezTo>
                      <a:pt x="1552" y="2412"/>
                      <a:pt x="1554" y="2410"/>
                      <a:pt x="1555" y="2409"/>
                    </a:cubicBezTo>
                    <a:cubicBezTo>
                      <a:pt x="1555" y="2409"/>
                      <a:pt x="1556" y="2409"/>
                      <a:pt x="1556" y="2409"/>
                    </a:cubicBezTo>
                    <a:cubicBezTo>
                      <a:pt x="1556" y="2405"/>
                      <a:pt x="1555" y="2385"/>
                      <a:pt x="1555" y="2381"/>
                    </a:cubicBezTo>
                    <a:cubicBezTo>
                      <a:pt x="1555" y="2377"/>
                      <a:pt x="1556" y="2374"/>
                      <a:pt x="1557" y="2372"/>
                    </a:cubicBezTo>
                    <a:cubicBezTo>
                      <a:pt x="1558" y="2371"/>
                      <a:pt x="1558" y="2371"/>
                      <a:pt x="1558" y="2371"/>
                    </a:cubicBezTo>
                    <a:cubicBezTo>
                      <a:pt x="1559" y="2369"/>
                      <a:pt x="1559" y="2369"/>
                      <a:pt x="1555" y="2366"/>
                    </a:cubicBezTo>
                    <a:cubicBezTo>
                      <a:pt x="1550" y="2361"/>
                      <a:pt x="1553" y="2355"/>
                      <a:pt x="1556" y="2351"/>
                    </a:cubicBezTo>
                    <a:cubicBezTo>
                      <a:pt x="1557" y="2349"/>
                      <a:pt x="1558" y="2348"/>
                      <a:pt x="1558" y="2346"/>
                    </a:cubicBezTo>
                    <a:cubicBezTo>
                      <a:pt x="1559" y="2344"/>
                      <a:pt x="1559" y="2343"/>
                      <a:pt x="1559" y="2343"/>
                    </a:cubicBezTo>
                    <a:cubicBezTo>
                      <a:pt x="1559" y="2343"/>
                      <a:pt x="1559" y="2343"/>
                      <a:pt x="1559" y="2343"/>
                    </a:cubicBezTo>
                    <a:cubicBezTo>
                      <a:pt x="1558" y="2342"/>
                      <a:pt x="1558" y="2341"/>
                      <a:pt x="1557" y="2338"/>
                    </a:cubicBezTo>
                    <a:cubicBezTo>
                      <a:pt x="1556" y="2332"/>
                      <a:pt x="1557" y="2330"/>
                      <a:pt x="1558" y="2326"/>
                    </a:cubicBezTo>
                    <a:cubicBezTo>
                      <a:pt x="1558" y="2326"/>
                      <a:pt x="1558" y="2325"/>
                      <a:pt x="1558" y="2324"/>
                    </a:cubicBezTo>
                    <a:cubicBezTo>
                      <a:pt x="1558" y="2324"/>
                      <a:pt x="1558" y="2324"/>
                      <a:pt x="1558" y="2324"/>
                    </a:cubicBezTo>
                    <a:cubicBezTo>
                      <a:pt x="1557" y="2325"/>
                      <a:pt x="1555" y="2326"/>
                      <a:pt x="1553" y="2325"/>
                    </a:cubicBezTo>
                    <a:cubicBezTo>
                      <a:pt x="1552" y="2324"/>
                      <a:pt x="1551" y="2323"/>
                      <a:pt x="1551" y="2321"/>
                    </a:cubicBezTo>
                    <a:cubicBezTo>
                      <a:pt x="1550" y="2320"/>
                      <a:pt x="1549" y="2319"/>
                      <a:pt x="1546" y="2317"/>
                    </a:cubicBezTo>
                    <a:cubicBezTo>
                      <a:pt x="1546" y="2317"/>
                      <a:pt x="1546" y="2317"/>
                      <a:pt x="1546" y="2317"/>
                    </a:cubicBezTo>
                    <a:cubicBezTo>
                      <a:pt x="1546" y="2317"/>
                      <a:pt x="1546" y="2317"/>
                      <a:pt x="1546" y="2317"/>
                    </a:cubicBezTo>
                    <a:cubicBezTo>
                      <a:pt x="1546" y="2321"/>
                      <a:pt x="1544" y="2324"/>
                      <a:pt x="1542" y="2326"/>
                    </a:cubicBezTo>
                    <a:cubicBezTo>
                      <a:pt x="1542" y="2326"/>
                      <a:pt x="1542" y="2326"/>
                      <a:pt x="1542" y="2326"/>
                    </a:cubicBezTo>
                    <a:cubicBezTo>
                      <a:pt x="1541" y="2327"/>
                      <a:pt x="1539" y="2329"/>
                      <a:pt x="1537" y="2329"/>
                    </a:cubicBezTo>
                    <a:cubicBezTo>
                      <a:pt x="1537" y="2329"/>
                      <a:pt x="1537" y="2329"/>
                      <a:pt x="1537" y="2329"/>
                    </a:cubicBezTo>
                    <a:cubicBezTo>
                      <a:pt x="1534" y="2329"/>
                      <a:pt x="1532" y="2327"/>
                      <a:pt x="1530" y="2325"/>
                    </a:cubicBezTo>
                    <a:cubicBezTo>
                      <a:pt x="1527" y="2321"/>
                      <a:pt x="1527" y="2320"/>
                      <a:pt x="1528" y="2316"/>
                    </a:cubicBezTo>
                    <a:cubicBezTo>
                      <a:pt x="1528" y="2316"/>
                      <a:pt x="1528" y="2315"/>
                      <a:pt x="1528" y="2314"/>
                    </a:cubicBezTo>
                    <a:cubicBezTo>
                      <a:pt x="1528" y="2313"/>
                      <a:pt x="1528" y="2311"/>
                      <a:pt x="1528" y="2311"/>
                    </a:cubicBezTo>
                    <a:cubicBezTo>
                      <a:pt x="1527" y="2311"/>
                      <a:pt x="1527" y="2311"/>
                      <a:pt x="1527" y="2310"/>
                    </a:cubicBezTo>
                    <a:cubicBezTo>
                      <a:pt x="1522" y="2307"/>
                      <a:pt x="1523" y="2292"/>
                      <a:pt x="1524" y="2290"/>
                    </a:cubicBezTo>
                    <a:cubicBezTo>
                      <a:pt x="1524" y="2289"/>
                      <a:pt x="1522" y="2286"/>
                      <a:pt x="1521" y="2284"/>
                    </a:cubicBezTo>
                    <a:cubicBezTo>
                      <a:pt x="1518" y="2280"/>
                      <a:pt x="1519" y="2274"/>
                      <a:pt x="1522" y="2267"/>
                    </a:cubicBezTo>
                    <a:cubicBezTo>
                      <a:pt x="1522" y="2266"/>
                      <a:pt x="1522" y="2265"/>
                      <a:pt x="1522" y="2265"/>
                    </a:cubicBezTo>
                    <a:cubicBezTo>
                      <a:pt x="1518" y="2265"/>
                      <a:pt x="1513" y="2264"/>
                      <a:pt x="1511" y="2260"/>
                    </a:cubicBezTo>
                    <a:cubicBezTo>
                      <a:pt x="1510" y="2257"/>
                      <a:pt x="1509" y="2253"/>
                      <a:pt x="1508" y="2250"/>
                    </a:cubicBezTo>
                    <a:cubicBezTo>
                      <a:pt x="1503" y="2253"/>
                      <a:pt x="1498" y="2248"/>
                      <a:pt x="1496" y="2247"/>
                    </a:cubicBezTo>
                    <a:cubicBezTo>
                      <a:pt x="1496" y="2246"/>
                      <a:pt x="1496" y="2246"/>
                      <a:pt x="1496" y="2246"/>
                    </a:cubicBezTo>
                    <a:cubicBezTo>
                      <a:pt x="1492" y="2244"/>
                      <a:pt x="1492" y="2239"/>
                      <a:pt x="1492" y="2235"/>
                    </a:cubicBezTo>
                    <a:cubicBezTo>
                      <a:pt x="1492" y="2234"/>
                      <a:pt x="1492" y="2234"/>
                      <a:pt x="1492" y="2234"/>
                    </a:cubicBezTo>
                    <a:cubicBezTo>
                      <a:pt x="1491" y="2233"/>
                      <a:pt x="1487" y="2231"/>
                      <a:pt x="1484" y="2232"/>
                    </a:cubicBezTo>
                    <a:cubicBezTo>
                      <a:pt x="1484" y="2232"/>
                      <a:pt x="1483" y="2232"/>
                      <a:pt x="1483" y="2232"/>
                    </a:cubicBezTo>
                    <a:cubicBezTo>
                      <a:pt x="1483" y="2232"/>
                      <a:pt x="1483" y="2232"/>
                      <a:pt x="1483" y="2232"/>
                    </a:cubicBezTo>
                    <a:cubicBezTo>
                      <a:pt x="1483" y="2233"/>
                      <a:pt x="1483" y="2233"/>
                      <a:pt x="1483" y="2234"/>
                    </a:cubicBezTo>
                    <a:cubicBezTo>
                      <a:pt x="1482" y="2235"/>
                      <a:pt x="1482" y="2236"/>
                      <a:pt x="1482" y="2237"/>
                    </a:cubicBezTo>
                    <a:cubicBezTo>
                      <a:pt x="1482" y="2239"/>
                      <a:pt x="1481" y="2242"/>
                      <a:pt x="1481" y="2244"/>
                    </a:cubicBezTo>
                    <a:cubicBezTo>
                      <a:pt x="1480" y="2247"/>
                      <a:pt x="1478" y="2250"/>
                      <a:pt x="1472" y="2249"/>
                    </a:cubicBezTo>
                    <a:cubicBezTo>
                      <a:pt x="1470" y="2251"/>
                      <a:pt x="1467" y="2256"/>
                      <a:pt x="1466" y="2257"/>
                    </a:cubicBezTo>
                    <a:cubicBezTo>
                      <a:pt x="1465" y="2259"/>
                      <a:pt x="1465" y="2259"/>
                      <a:pt x="1466" y="2261"/>
                    </a:cubicBezTo>
                    <a:cubicBezTo>
                      <a:pt x="1468" y="2264"/>
                      <a:pt x="1468" y="2268"/>
                      <a:pt x="1467" y="2272"/>
                    </a:cubicBezTo>
                    <a:cubicBezTo>
                      <a:pt x="1467" y="2273"/>
                      <a:pt x="1467" y="2274"/>
                      <a:pt x="1467" y="2275"/>
                    </a:cubicBezTo>
                    <a:cubicBezTo>
                      <a:pt x="1467" y="2279"/>
                      <a:pt x="1466" y="2281"/>
                      <a:pt x="1464" y="2283"/>
                    </a:cubicBezTo>
                    <a:cubicBezTo>
                      <a:pt x="1462" y="2284"/>
                      <a:pt x="1460" y="2284"/>
                      <a:pt x="1458" y="2283"/>
                    </a:cubicBezTo>
                    <a:cubicBezTo>
                      <a:pt x="1458" y="2283"/>
                      <a:pt x="1458" y="2283"/>
                      <a:pt x="1458" y="2283"/>
                    </a:cubicBezTo>
                    <a:cubicBezTo>
                      <a:pt x="1458" y="2283"/>
                      <a:pt x="1458" y="2283"/>
                      <a:pt x="1457" y="2283"/>
                    </a:cubicBezTo>
                    <a:cubicBezTo>
                      <a:pt x="1456" y="2285"/>
                      <a:pt x="1454" y="2286"/>
                      <a:pt x="1451" y="2288"/>
                    </a:cubicBezTo>
                    <a:cubicBezTo>
                      <a:pt x="1450" y="2288"/>
                      <a:pt x="1449" y="2289"/>
                      <a:pt x="1449" y="2289"/>
                    </a:cubicBezTo>
                    <a:cubicBezTo>
                      <a:pt x="1447" y="2290"/>
                      <a:pt x="1445" y="2292"/>
                      <a:pt x="1441" y="2293"/>
                    </a:cubicBezTo>
                    <a:cubicBezTo>
                      <a:pt x="1438" y="2295"/>
                      <a:pt x="1435" y="2294"/>
                      <a:pt x="1434" y="2293"/>
                    </a:cubicBezTo>
                    <a:cubicBezTo>
                      <a:pt x="1430" y="2291"/>
                      <a:pt x="1429" y="2286"/>
                      <a:pt x="1429" y="2283"/>
                    </a:cubicBezTo>
                    <a:cubicBezTo>
                      <a:pt x="1427" y="2282"/>
                      <a:pt x="1424" y="2280"/>
                      <a:pt x="1423" y="2280"/>
                    </a:cubicBezTo>
                    <a:cubicBezTo>
                      <a:pt x="1421" y="2280"/>
                      <a:pt x="1419" y="2280"/>
                      <a:pt x="1417" y="2278"/>
                    </a:cubicBezTo>
                    <a:cubicBezTo>
                      <a:pt x="1415" y="2277"/>
                      <a:pt x="1414" y="2275"/>
                      <a:pt x="1414" y="2272"/>
                    </a:cubicBezTo>
                    <a:cubicBezTo>
                      <a:pt x="1414" y="2271"/>
                      <a:pt x="1412" y="2271"/>
                      <a:pt x="1411" y="2270"/>
                    </a:cubicBezTo>
                    <a:cubicBezTo>
                      <a:pt x="1409" y="2269"/>
                      <a:pt x="1408" y="2268"/>
                      <a:pt x="1405" y="2266"/>
                    </a:cubicBezTo>
                    <a:cubicBezTo>
                      <a:pt x="1404" y="2265"/>
                      <a:pt x="1401" y="2262"/>
                      <a:pt x="1399" y="2261"/>
                    </a:cubicBezTo>
                    <a:cubicBezTo>
                      <a:pt x="1398" y="2261"/>
                      <a:pt x="1398" y="2261"/>
                      <a:pt x="1398" y="2261"/>
                    </a:cubicBezTo>
                    <a:cubicBezTo>
                      <a:pt x="1396" y="2260"/>
                      <a:pt x="1393" y="2259"/>
                      <a:pt x="1394" y="2255"/>
                    </a:cubicBezTo>
                    <a:cubicBezTo>
                      <a:pt x="1394" y="2254"/>
                      <a:pt x="1394" y="2254"/>
                      <a:pt x="1394" y="2254"/>
                    </a:cubicBezTo>
                    <a:cubicBezTo>
                      <a:pt x="1394" y="2253"/>
                      <a:pt x="1394" y="2252"/>
                      <a:pt x="1391" y="2250"/>
                    </a:cubicBezTo>
                    <a:cubicBezTo>
                      <a:pt x="1390" y="2251"/>
                      <a:pt x="1389" y="2251"/>
                      <a:pt x="1388" y="2252"/>
                    </a:cubicBezTo>
                    <a:cubicBezTo>
                      <a:pt x="1386" y="2253"/>
                      <a:pt x="1383" y="2252"/>
                      <a:pt x="1382" y="2251"/>
                    </a:cubicBezTo>
                    <a:cubicBezTo>
                      <a:pt x="1379" y="2249"/>
                      <a:pt x="1378" y="2245"/>
                      <a:pt x="1377" y="2243"/>
                    </a:cubicBezTo>
                    <a:cubicBezTo>
                      <a:pt x="1377" y="2243"/>
                      <a:pt x="1376" y="2242"/>
                      <a:pt x="1375" y="2242"/>
                    </a:cubicBezTo>
                    <a:cubicBezTo>
                      <a:pt x="1375" y="2242"/>
                      <a:pt x="1374" y="2242"/>
                      <a:pt x="1372" y="2242"/>
                    </a:cubicBezTo>
                    <a:cubicBezTo>
                      <a:pt x="1367" y="2243"/>
                      <a:pt x="1365" y="2243"/>
                      <a:pt x="1363" y="2243"/>
                    </a:cubicBezTo>
                    <a:cubicBezTo>
                      <a:pt x="1363" y="2243"/>
                      <a:pt x="1353" y="2242"/>
                      <a:pt x="1348" y="2234"/>
                    </a:cubicBezTo>
                    <a:cubicBezTo>
                      <a:pt x="1345" y="2231"/>
                      <a:pt x="1344" y="2231"/>
                      <a:pt x="1341" y="2233"/>
                    </a:cubicBezTo>
                    <a:cubicBezTo>
                      <a:pt x="1340" y="2233"/>
                      <a:pt x="1340" y="2233"/>
                      <a:pt x="1340" y="2233"/>
                    </a:cubicBezTo>
                    <a:cubicBezTo>
                      <a:pt x="1337" y="2235"/>
                      <a:pt x="1329" y="2236"/>
                      <a:pt x="1321" y="2237"/>
                    </a:cubicBezTo>
                    <a:cubicBezTo>
                      <a:pt x="1319" y="2237"/>
                      <a:pt x="1319" y="2237"/>
                      <a:pt x="1319" y="2237"/>
                    </a:cubicBezTo>
                    <a:cubicBezTo>
                      <a:pt x="1314" y="2238"/>
                      <a:pt x="1313" y="2240"/>
                      <a:pt x="1313" y="2240"/>
                    </a:cubicBezTo>
                    <a:cubicBezTo>
                      <a:pt x="1312" y="2241"/>
                      <a:pt x="1312" y="2242"/>
                      <a:pt x="1311" y="2243"/>
                    </a:cubicBezTo>
                    <a:cubicBezTo>
                      <a:pt x="1309" y="2246"/>
                      <a:pt x="1306" y="2251"/>
                      <a:pt x="1304" y="2253"/>
                    </a:cubicBezTo>
                    <a:cubicBezTo>
                      <a:pt x="1300" y="2258"/>
                      <a:pt x="1297" y="2260"/>
                      <a:pt x="1291" y="2261"/>
                    </a:cubicBezTo>
                    <a:cubicBezTo>
                      <a:pt x="1290" y="2261"/>
                      <a:pt x="1288" y="2262"/>
                      <a:pt x="1286" y="2262"/>
                    </a:cubicBezTo>
                    <a:cubicBezTo>
                      <a:pt x="1281" y="2264"/>
                      <a:pt x="1273" y="2266"/>
                      <a:pt x="1269" y="2268"/>
                    </a:cubicBezTo>
                    <a:cubicBezTo>
                      <a:pt x="1267" y="2268"/>
                      <a:pt x="1267" y="2268"/>
                      <a:pt x="1267" y="2268"/>
                    </a:cubicBezTo>
                    <a:cubicBezTo>
                      <a:pt x="1261" y="2271"/>
                      <a:pt x="1252" y="2275"/>
                      <a:pt x="1244" y="2277"/>
                    </a:cubicBezTo>
                    <a:cubicBezTo>
                      <a:pt x="1237" y="2278"/>
                      <a:pt x="1233" y="2277"/>
                      <a:pt x="1232" y="2277"/>
                    </a:cubicBezTo>
                    <a:cubicBezTo>
                      <a:pt x="1229" y="2277"/>
                      <a:pt x="1218" y="2277"/>
                      <a:pt x="1215" y="2277"/>
                    </a:cubicBezTo>
                    <a:cubicBezTo>
                      <a:pt x="1214" y="2277"/>
                      <a:pt x="1213" y="2278"/>
                      <a:pt x="1212" y="2279"/>
                    </a:cubicBezTo>
                    <a:cubicBezTo>
                      <a:pt x="1211" y="2280"/>
                      <a:pt x="1211" y="2281"/>
                      <a:pt x="1210" y="2282"/>
                    </a:cubicBezTo>
                    <a:cubicBezTo>
                      <a:pt x="1210" y="2282"/>
                      <a:pt x="1209" y="2283"/>
                      <a:pt x="1208" y="2284"/>
                    </a:cubicBezTo>
                    <a:cubicBezTo>
                      <a:pt x="1204" y="2287"/>
                      <a:pt x="1199" y="2292"/>
                      <a:pt x="1194" y="2296"/>
                    </a:cubicBezTo>
                    <a:cubicBezTo>
                      <a:pt x="1189" y="2300"/>
                      <a:pt x="1185" y="2307"/>
                      <a:pt x="1182" y="2313"/>
                    </a:cubicBezTo>
                    <a:cubicBezTo>
                      <a:pt x="1182" y="2314"/>
                      <a:pt x="1181" y="2315"/>
                      <a:pt x="1180" y="2316"/>
                    </a:cubicBezTo>
                    <a:cubicBezTo>
                      <a:pt x="1177" y="2323"/>
                      <a:pt x="1169" y="2326"/>
                      <a:pt x="1163" y="2326"/>
                    </a:cubicBezTo>
                    <a:cubicBezTo>
                      <a:pt x="1160" y="2327"/>
                      <a:pt x="1150" y="2327"/>
                      <a:pt x="1145" y="2327"/>
                    </a:cubicBezTo>
                    <a:cubicBezTo>
                      <a:pt x="1143" y="2327"/>
                      <a:pt x="1143" y="2327"/>
                      <a:pt x="1143" y="2327"/>
                    </a:cubicBezTo>
                    <a:cubicBezTo>
                      <a:pt x="1127" y="2326"/>
                      <a:pt x="1122" y="2326"/>
                      <a:pt x="1121" y="2326"/>
                    </a:cubicBezTo>
                    <a:cubicBezTo>
                      <a:pt x="1117" y="2328"/>
                      <a:pt x="1110" y="2327"/>
                      <a:pt x="1107" y="2325"/>
                    </a:cubicBezTo>
                    <a:cubicBezTo>
                      <a:pt x="1105" y="2324"/>
                      <a:pt x="1098" y="2320"/>
                      <a:pt x="1092" y="2320"/>
                    </a:cubicBezTo>
                    <a:cubicBezTo>
                      <a:pt x="1087" y="2319"/>
                      <a:pt x="1084" y="2316"/>
                      <a:pt x="1081" y="2314"/>
                    </a:cubicBezTo>
                    <a:cubicBezTo>
                      <a:pt x="1080" y="2313"/>
                      <a:pt x="1080" y="2313"/>
                      <a:pt x="1079" y="2312"/>
                    </a:cubicBezTo>
                    <a:cubicBezTo>
                      <a:pt x="1078" y="2311"/>
                      <a:pt x="1075" y="2312"/>
                      <a:pt x="1072" y="2313"/>
                    </a:cubicBezTo>
                    <a:cubicBezTo>
                      <a:pt x="1070" y="2313"/>
                      <a:pt x="1068" y="2314"/>
                      <a:pt x="1066" y="2314"/>
                    </a:cubicBezTo>
                    <a:cubicBezTo>
                      <a:pt x="1063" y="2314"/>
                      <a:pt x="1059" y="2314"/>
                      <a:pt x="1056" y="2314"/>
                    </a:cubicBezTo>
                    <a:cubicBezTo>
                      <a:pt x="1052" y="2314"/>
                      <a:pt x="1049" y="2313"/>
                      <a:pt x="1047" y="2314"/>
                    </a:cubicBezTo>
                    <a:cubicBezTo>
                      <a:pt x="1043" y="2314"/>
                      <a:pt x="1039" y="2312"/>
                      <a:pt x="1036" y="2309"/>
                    </a:cubicBezTo>
                    <a:cubicBezTo>
                      <a:pt x="1035" y="2307"/>
                      <a:pt x="1034" y="2305"/>
                      <a:pt x="1034" y="2303"/>
                    </a:cubicBezTo>
                    <a:cubicBezTo>
                      <a:pt x="1034" y="2302"/>
                      <a:pt x="1034" y="2300"/>
                      <a:pt x="1033" y="2298"/>
                    </a:cubicBezTo>
                    <a:cubicBezTo>
                      <a:pt x="1032" y="2295"/>
                      <a:pt x="1031" y="2290"/>
                      <a:pt x="1031" y="2286"/>
                    </a:cubicBezTo>
                    <a:cubicBezTo>
                      <a:pt x="1031" y="2277"/>
                      <a:pt x="1033" y="2275"/>
                      <a:pt x="1038" y="2271"/>
                    </a:cubicBezTo>
                    <a:cubicBezTo>
                      <a:pt x="1038" y="2270"/>
                      <a:pt x="1038" y="2270"/>
                      <a:pt x="1038" y="2270"/>
                    </a:cubicBezTo>
                    <a:cubicBezTo>
                      <a:pt x="1042" y="2267"/>
                      <a:pt x="1039" y="2263"/>
                      <a:pt x="1039" y="2262"/>
                    </a:cubicBezTo>
                    <a:cubicBezTo>
                      <a:pt x="1037" y="2259"/>
                      <a:pt x="1033" y="2256"/>
                      <a:pt x="1033" y="2256"/>
                    </a:cubicBezTo>
                    <a:cubicBezTo>
                      <a:pt x="1031" y="2255"/>
                      <a:pt x="1024" y="2254"/>
                      <a:pt x="1019" y="2253"/>
                    </a:cubicBezTo>
                    <a:cubicBezTo>
                      <a:pt x="1013" y="2253"/>
                      <a:pt x="1010" y="2252"/>
                      <a:pt x="1007" y="2245"/>
                    </a:cubicBezTo>
                    <a:cubicBezTo>
                      <a:pt x="1006" y="2240"/>
                      <a:pt x="1005" y="2232"/>
                      <a:pt x="1009" y="2226"/>
                    </a:cubicBezTo>
                    <a:cubicBezTo>
                      <a:pt x="1010" y="2224"/>
                      <a:pt x="1008" y="2222"/>
                      <a:pt x="1008" y="2222"/>
                    </a:cubicBezTo>
                    <a:cubicBezTo>
                      <a:pt x="1006" y="2221"/>
                      <a:pt x="1005" y="2220"/>
                      <a:pt x="1005" y="2218"/>
                    </a:cubicBezTo>
                    <a:cubicBezTo>
                      <a:pt x="1005" y="2215"/>
                      <a:pt x="1006" y="2213"/>
                      <a:pt x="1007" y="2211"/>
                    </a:cubicBezTo>
                    <a:cubicBezTo>
                      <a:pt x="1007" y="2211"/>
                      <a:pt x="1006" y="2211"/>
                      <a:pt x="1006" y="2210"/>
                    </a:cubicBezTo>
                    <a:cubicBezTo>
                      <a:pt x="1002" y="2208"/>
                      <a:pt x="1001" y="2205"/>
                      <a:pt x="999" y="2201"/>
                    </a:cubicBezTo>
                    <a:cubicBezTo>
                      <a:pt x="999" y="2200"/>
                      <a:pt x="999" y="2199"/>
                      <a:pt x="998" y="2198"/>
                    </a:cubicBezTo>
                    <a:cubicBezTo>
                      <a:pt x="998" y="2197"/>
                      <a:pt x="997" y="2197"/>
                      <a:pt x="997" y="2197"/>
                    </a:cubicBezTo>
                    <a:cubicBezTo>
                      <a:pt x="996" y="2197"/>
                      <a:pt x="996" y="2197"/>
                      <a:pt x="996" y="2197"/>
                    </a:cubicBezTo>
                    <a:cubicBezTo>
                      <a:pt x="994" y="2203"/>
                      <a:pt x="986" y="2202"/>
                      <a:pt x="983" y="2201"/>
                    </a:cubicBezTo>
                    <a:cubicBezTo>
                      <a:pt x="983" y="2201"/>
                      <a:pt x="983" y="2201"/>
                      <a:pt x="983" y="2201"/>
                    </a:cubicBezTo>
                    <a:cubicBezTo>
                      <a:pt x="982" y="2202"/>
                      <a:pt x="982" y="2203"/>
                      <a:pt x="981" y="2204"/>
                    </a:cubicBezTo>
                    <a:cubicBezTo>
                      <a:pt x="981" y="2204"/>
                      <a:pt x="980" y="2207"/>
                      <a:pt x="977" y="2207"/>
                    </a:cubicBezTo>
                    <a:cubicBezTo>
                      <a:pt x="974" y="2208"/>
                      <a:pt x="972" y="2206"/>
                      <a:pt x="971" y="2205"/>
                    </a:cubicBezTo>
                    <a:cubicBezTo>
                      <a:pt x="970" y="2204"/>
                      <a:pt x="970" y="2204"/>
                      <a:pt x="970" y="2204"/>
                    </a:cubicBezTo>
                    <a:cubicBezTo>
                      <a:pt x="969" y="2203"/>
                      <a:pt x="967" y="2203"/>
                      <a:pt x="966" y="2202"/>
                    </a:cubicBezTo>
                    <a:cubicBezTo>
                      <a:pt x="964" y="2201"/>
                      <a:pt x="962" y="2200"/>
                      <a:pt x="960" y="2198"/>
                    </a:cubicBezTo>
                    <a:cubicBezTo>
                      <a:pt x="958" y="2196"/>
                      <a:pt x="951" y="2189"/>
                      <a:pt x="949" y="2187"/>
                    </a:cubicBezTo>
                    <a:cubicBezTo>
                      <a:pt x="947" y="2186"/>
                      <a:pt x="943" y="2186"/>
                      <a:pt x="941" y="2186"/>
                    </a:cubicBezTo>
                    <a:cubicBezTo>
                      <a:pt x="940" y="2186"/>
                      <a:pt x="939" y="2186"/>
                      <a:pt x="939" y="2186"/>
                    </a:cubicBezTo>
                    <a:cubicBezTo>
                      <a:pt x="935" y="2185"/>
                      <a:pt x="927" y="2181"/>
                      <a:pt x="924" y="2178"/>
                    </a:cubicBezTo>
                    <a:cubicBezTo>
                      <a:pt x="924" y="2178"/>
                      <a:pt x="921" y="2176"/>
                      <a:pt x="920" y="2175"/>
                    </a:cubicBezTo>
                    <a:cubicBezTo>
                      <a:pt x="917" y="2173"/>
                      <a:pt x="914" y="2172"/>
                      <a:pt x="912" y="2170"/>
                    </a:cubicBezTo>
                    <a:cubicBezTo>
                      <a:pt x="910" y="2168"/>
                      <a:pt x="909" y="2168"/>
                      <a:pt x="908" y="2168"/>
                    </a:cubicBezTo>
                    <a:cubicBezTo>
                      <a:pt x="904" y="2169"/>
                      <a:pt x="899" y="2169"/>
                      <a:pt x="897" y="2169"/>
                    </a:cubicBezTo>
                    <a:cubicBezTo>
                      <a:pt x="896" y="2168"/>
                      <a:pt x="895" y="2168"/>
                      <a:pt x="893" y="2165"/>
                    </a:cubicBezTo>
                    <a:cubicBezTo>
                      <a:pt x="890" y="2163"/>
                      <a:pt x="886" y="2160"/>
                      <a:pt x="882" y="2158"/>
                    </a:cubicBezTo>
                    <a:cubicBezTo>
                      <a:pt x="882" y="2158"/>
                      <a:pt x="881" y="2158"/>
                      <a:pt x="880" y="2157"/>
                    </a:cubicBezTo>
                    <a:cubicBezTo>
                      <a:pt x="880" y="2158"/>
                      <a:pt x="880" y="2158"/>
                      <a:pt x="880" y="2158"/>
                    </a:cubicBezTo>
                    <a:cubicBezTo>
                      <a:pt x="877" y="2162"/>
                      <a:pt x="873" y="2161"/>
                      <a:pt x="872" y="2160"/>
                    </a:cubicBezTo>
                    <a:cubicBezTo>
                      <a:pt x="871" y="2160"/>
                      <a:pt x="870" y="2160"/>
                      <a:pt x="869" y="2160"/>
                    </a:cubicBezTo>
                    <a:cubicBezTo>
                      <a:pt x="868" y="2160"/>
                      <a:pt x="865" y="2159"/>
                      <a:pt x="864" y="2161"/>
                    </a:cubicBezTo>
                    <a:cubicBezTo>
                      <a:pt x="861" y="2164"/>
                      <a:pt x="859" y="2164"/>
                      <a:pt x="857" y="2165"/>
                    </a:cubicBezTo>
                    <a:cubicBezTo>
                      <a:pt x="856" y="2165"/>
                      <a:pt x="855" y="2166"/>
                      <a:pt x="854" y="2166"/>
                    </a:cubicBezTo>
                    <a:cubicBezTo>
                      <a:pt x="853" y="2167"/>
                      <a:pt x="853" y="2167"/>
                      <a:pt x="853" y="2167"/>
                    </a:cubicBezTo>
                    <a:cubicBezTo>
                      <a:pt x="853" y="2167"/>
                      <a:pt x="853" y="2168"/>
                      <a:pt x="853" y="2168"/>
                    </a:cubicBezTo>
                    <a:cubicBezTo>
                      <a:pt x="852" y="2169"/>
                      <a:pt x="852" y="2171"/>
                      <a:pt x="850" y="2173"/>
                    </a:cubicBezTo>
                    <a:cubicBezTo>
                      <a:pt x="848" y="2176"/>
                      <a:pt x="843" y="2180"/>
                      <a:pt x="836" y="2184"/>
                    </a:cubicBezTo>
                    <a:cubicBezTo>
                      <a:pt x="834" y="2186"/>
                      <a:pt x="831" y="2187"/>
                      <a:pt x="830" y="2188"/>
                    </a:cubicBezTo>
                    <a:cubicBezTo>
                      <a:pt x="828" y="2190"/>
                      <a:pt x="828" y="2190"/>
                      <a:pt x="828" y="2190"/>
                    </a:cubicBezTo>
                    <a:cubicBezTo>
                      <a:pt x="826" y="2192"/>
                      <a:pt x="825" y="2192"/>
                      <a:pt x="825" y="2193"/>
                    </a:cubicBezTo>
                    <a:cubicBezTo>
                      <a:pt x="825" y="2194"/>
                      <a:pt x="825" y="2194"/>
                      <a:pt x="825" y="2195"/>
                    </a:cubicBezTo>
                    <a:cubicBezTo>
                      <a:pt x="824" y="2198"/>
                      <a:pt x="823" y="2204"/>
                      <a:pt x="820" y="2207"/>
                    </a:cubicBezTo>
                    <a:cubicBezTo>
                      <a:pt x="819" y="2208"/>
                      <a:pt x="819" y="2208"/>
                      <a:pt x="820" y="2211"/>
                    </a:cubicBezTo>
                    <a:cubicBezTo>
                      <a:pt x="820" y="2212"/>
                      <a:pt x="821" y="2214"/>
                      <a:pt x="821" y="2215"/>
                    </a:cubicBezTo>
                    <a:cubicBezTo>
                      <a:pt x="821" y="2219"/>
                      <a:pt x="821" y="2223"/>
                      <a:pt x="819" y="2226"/>
                    </a:cubicBezTo>
                    <a:cubicBezTo>
                      <a:pt x="816" y="2229"/>
                      <a:pt x="812" y="2230"/>
                      <a:pt x="807" y="2231"/>
                    </a:cubicBezTo>
                    <a:cubicBezTo>
                      <a:pt x="798" y="2232"/>
                      <a:pt x="795" y="2226"/>
                      <a:pt x="793" y="2222"/>
                    </a:cubicBezTo>
                    <a:cubicBezTo>
                      <a:pt x="793" y="2220"/>
                      <a:pt x="793" y="2220"/>
                      <a:pt x="793" y="2220"/>
                    </a:cubicBezTo>
                    <a:cubicBezTo>
                      <a:pt x="792" y="2219"/>
                      <a:pt x="792" y="2218"/>
                      <a:pt x="791" y="2216"/>
                    </a:cubicBezTo>
                    <a:cubicBezTo>
                      <a:pt x="788" y="2210"/>
                      <a:pt x="785" y="2204"/>
                      <a:pt x="785" y="2201"/>
                    </a:cubicBezTo>
                    <a:cubicBezTo>
                      <a:pt x="785" y="2196"/>
                      <a:pt x="789" y="2191"/>
                      <a:pt x="792" y="2187"/>
                    </a:cubicBezTo>
                    <a:cubicBezTo>
                      <a:pt x="795" y="2183"/>
                      <a:pt x="798" y="2176"/>
                      <a:pt x="798" y="2173"/>
                    </a:cubicBezTo>
                    <a:cubicBezTo>
                      <a:pt x="798" y="2168"/>
                      <a:pt x="798" y="2157"/>
                      <a:pt x="797" y="2154"/>
                    </a:cubicBezTo>
                    <a:cubicBezTo>
                      <a:pt x="796" y="2153"/>
                      <a:pt x="794" y="2152"/>
                      <a:pt x="793" y="2152"/>
                    </a:cubicBezTo>
                    <a:cubicBezTo>
                      <a:pt x="792" y="2152"/>
                      <a:pt x="791" y="2151"/>
                      <a:pt x="790" y="2151"/>
                    </a:cubicBezTo>
                    <a:cubicBezTo>
                      <a:pt x="789" y="2151"/>
                      <a:pt x="786" y="2150"/>
                      <a:pt x="786" y="2150"/>
                    </a:cubicBezTo>
                    <a:cubicBezTo>
                      <a:pt x="783" y="2152"/>
                      <a:pt x="780" y="2153"/>
                      <a:pt x="777" y="2154"/>
                    </a:cubicBezTo>
                    <a:cubicBezTo>
                      <a:pt x="777" y="2154"/>
                      <a:pt x="776" y="2154"/>
                      <a:pt x="776" y="2154"/>
                    </a:cubicBezTo>
                    <a:cubicBezTo>
                      <a:pt x="775" y="2154"/>
                      <a:pt x="774" y="2155"/>
                      <a:pt x="772" y="2156"/>
                    </a:cubicBezTo>
                    <a:cubicBezTo>
                      <a:pt x="769" y="2157"/>
                      <a:pt x="765" y="2159"/>
                      <a:pt x="763" y="2159"/>
                    </a:cubicBezTo>
                    <a:cubicBezTo>
                      <a:pt x="758" y="2161"/>
                      <a:pt x="755" y="2159"/>
                      <a:pt x="753" y="2157"/>
                    </a:cubicBezTo>
                    <a:cubicBezTo>
                      <a:pt x="752" y="2156"/>
                      <a:pt x="752" y="2156"/>
                      <a:pt x="752" y="2156"/>
                    </a:cubicBezTo>
                    <a:cubicBezTo>
                      <a:pt x="752" y="2156"/>
                      <a:pt x="748" y="2157"/>
                      <a:pt x="746" y="2158"/>
                    </a:cubicBezTo>
                    <a:cubicBezTo>
                      <a:pt x="741" y="2161"/>
                      <a:pt x="732" y="2156"/>
                      <a:pt x="726" y="2153"/>
                    </a:cubicBezTo>
                    <a:cubicBezTo>
                      <a:pt x="725" y="2152"/>
                      <a:pt x="724" y="2152"/>
                      <a:pt x="723" y="2151"/>
                    </a:cubicBezTo>
                    <a:cubicBezTo>
                      <a:pt x="723" y="2151"/>
                      <a:pt x="722" y="2151"/>
                      <a:pt x="719" y="2154"/>
                    </a:cubicBezTo>
                    <a:cubicBezTo>
                      <a:pt x="719" y="2155"/>
                      <a:pt x="719" y="2155"/>
                      <a:pt x="718" y="2156"/>
                    </a:cubicBezTo>
                    <a:cubicBezTo>
                      <a:pt x="716" y="2159"/>
                      <a:pt x="713" y="2162"/>
                      <a:pt x="707" y="2158"/>
                    </a:cubicBezTo>
                    <a:cubicBezTo>
                      <a:pt x="705" y="2157"/>
                      <a:pt x="702" y="2155"/>
                      <a:pt x="700" y="2154"/>
                    </a:cubicBezTo>
                    <a:cubicBezTo>
                      <a:pt x="700" y="2153"/>
                      <a:pt x="699" y="2153"/>
                      <a:pt x="699" y="2154"/>
                    </a:cubicBezTo>
                    <a:cubicBezTo>
                      <a:pt x="698" y="2154"/>
                      <a:pt x="696" y="2155"/>
                      <a:pt x="694" y="2155"/>
                    </a:cubicBezTo>
                    <a:cubicBezTo>
                      <a:pt x="692" y="2154"/>
                      <a:pt x="690" y="2153"/>
                      <a:pt x="689" y="2152"/>
                    </a:cubicBezTo>
                    <a:cubicBezTo>
                      <a:pt x="689" y="2152"/>
                      <a:pt x="688" y="2151"/>
                      <a:pt x="688" y="2151"/>
                    </a:cubicBezTo>
                    <a:cubicBezTo>
                      <a:pt x="685" y="2152"/>
                      <a:pt x="682" y="2153"/>
                      <a:pt x="679" y="2152"/>
                    </a:cubicBezTo>
                    <a:cubicBezTo>
                      <a:pt x="679" y="2152"/>
                      <a:pt x="678" y="2152"/>
                      <a:pt x="678" y="2152"/>
                    </a:cubicBezTo>
                    <a:cubicBezTo>
                      <a:pt x="676" y="2151"/>
                      <a:pt x="673" y="2150"/>
                      <a:pt x="671" y="2148"/>
                    </a:cubicBezTo>
                    <a:cubicBezTo>
                      <a:pt x="670" y="2148"/>
                      <a:pt x="670" y="2147"/>
                      <a:pt x="670" y="2147"/>
                    </a:cubicBezTo>
                    <a:cubicBezTo>
                      <a:pt x="667" y="2145"/>
                      <a:pt x="664" y="2143"/>
                      <a:pt x="664" y="2139"/>
                    </a:cubicBezTo>
                    <a:cubicBezTo>
                      <a:pt x="664" y="2138"/>
                      <a:pt x="664" y="2138"/>
                      <a:pt x="664" y="2137"/>
                    </a:cubicBezTo>
                    <a:cubicBezTo>
                      <a:pt x="664" y="2137"/>
                      <a:pt x="664" y="2137"/>
                      <a:pt x="664" y="2137"/>
                    </a:cubicBezTo>
                    <a:cubicBezTo>
                      <a:pt x="664" y="2137"/>
                      <a:pt x="664" y="2137"/>
                      <a:pt x="664" y="2137"/>
                    </a:cubicBezTo>
                    <a:cubicBezTo>
                      <a:pt x="659" y="2136"/>
                      <a:pt x="656" y="2136"/>
                      <a:pt x="655" y="2133"/>
                    </a:cubicBezTo>
                    <a:cubicBezTo>
                      <a:pt x="654" y="2132"/>
                      <a:pt x="652" y="2130"/>
                      <a:pt x="651" y="2129"/>
                    </a:cubicBezTo>
                    <a:cubicBezTo>
                      <a:pt x="651" y="2129"/>
                      <a:pt x="651" y="2129"/>
                      <a:pt x="651" y="2129"/>
                    </a:cubicBezTo>
                    <a:cubicBezTo>
                      <a:pt x="649" y="2129"/>
                      <a:pt x="644" y="2127"/>
                      <a:pt x="644" y="2122"/>
                    </a:cubicBezTo>
                    <a:cubicBezTo>
                      <a:pt x="644" y="2120"/>
                      <a:pt x="642" y="2119"/>
                      <a:pt x="641" y="2118"/>
                    </a:cubicBezTo>
                    <a:cubicBezTo>
                      <a:pt x="639" y="2117"/>
                      <a:pt x="636" y="2117"/>
                      <a:pt x="633" y="2115"/>
                    </a:cubicBezTo>
                    <a:cubicBezTo>
                      <a:pt x="632" y="2115"/>
                      <a:pt x="632" y="2115"/>
                      <a:pt x="632" y="2115"/>
                    </a:cubicBezTo>
                    <a:cubicBezTo>
                      <a:pt x="631" y="2115"/>
                      <a:pt x="630" y="2116"/>
                      <a:pt x="630" y="2116"/>
                    </a:cubicBezTo>
                    <a:cubicBezTo>
                      <a:pt x="629" y="2119"/>
                      <a:pt x="628" y="2120"/>
                      <a:pt x="625" y="2124"/>
                    </a:cubicBezTo>
                    <a:cubicBezTo>
                      <a:pt x="624" y="2127"/>
                      <a:pt x="621" y="2128"/>
                      <a:pt x="620" y="2128"/>
                    </a:cubicBezTo>
                    <a:cubicBezTo>
                      <a:pt x="616" y="2129"/>
                      <a:pt x="613" y="2126"/>
                      <a:pt x="611" y="2124"/>
                    </a:cubicBezTo>
                    <a:cubicBezTo>
                      <a:pt x="611" y="2124"/>
                      <a:pt x="609" y="2123"/>
                      <a:pt x="608" y="2122"/>
                    </a:cubicBezTo>
                    <a:cubicBezTo>
                      <a:pt x="607" y="2121"/>
                      <a:pt x="605" y="2120"/>
                      <a:pt x="603" y="2119"/>
                    </a:cubicBezTo>
                    <a:cubicBezTo>
                      <a:pt x="600" y="2117"/>
                      <a:pt x="598" y="2114"/>
                      <a:pt x="599" y="2109"/>
                    </a:cubicBezTo>
                    <a:cubicBezTo>
                      <a:pt x="600" y="2105"/>
                      <a:pt x="601" y="2103"/>
                      <a:pt x="604" y="2101"/>
                    </a:cubicBezTo>
                    <a:cubicBezTo>
                      <a:pt x="599" y="2104"/>
                      <a:pt x="598" y="2106"/>
                      <a:pt x="598" y="2107"/>
                    </a:cubicBezTo>
                    <a:cubicBezTo>
                      <a:pt x="598" y="2107"/>
                      <a:pt x="597" y="2108"/>
                      <a:pt x="597" y="2109"/>
                    </a:cubicBezTo>
                    <a:cubicBezTo>
                      <a:pt x="597" y="2112"/>
                      <a:pt x="596" y="2116"/>
                      <a:pt x="593" y="2118"/>
                    </a:cubicBezTo>
                    <a:cubicBezTo>
                      <a:pt x="593" y="2118"/>
                      <a:pt x="593" y="2118"/>
                      <a:pt x="593" y="2118"/>
                    </a:cubicBezTo>
                    <a:cubicBezTo>
                      <a:pt x="592" y="2122"/>
                      <a:pt x="589" y="2123"/>
                      <a:pt x="588" y="2123"/>
                    </a:cubicBezTo>
                    <a:cubicBezTo>
                      <a:pt x="584" y="2124"/>
                      <a:pt x="580" y="2121"/>
                      <a:pt x="579" y="2119"/>
                    </a:cubicBezTo>
                    <a:cubicBezTo>
                      <a:pt x="575" y="2116"/>
                      <a:pt x="575" y="2112"/>
                      <a:pt x="577" y="2108"/>
                    </a:cubicBezTo>
                    <a:cubicBezTo>
                      <a:pt x="577" y="2108"/>
                      <a:pt x="577" y="2108"/>
                      <a:pt x="577" y="2108"/>
                    </a:cubicBezTo>
                    <a:cubicBezTo>
                      <a:pt x="576" y="2108"/>
                      <a:pt x="576" y="2107"/>
                      <a:pt x="575" y="2106"/>
                    </a:cubicBezTo>
                    <a:cubicBezTo>
                      <a:pt x="574" y="2103"/>
                      <a:pt x="575" y="2099"/>
                      <a:pt x="575" y="2095"/>
                    </a:cubicBezTo>
                    <a:cubicBezTo>
                      <a:pt x="575" y="2094"/>
                      <a:pt x="575" y="2094"/>
                      <a:pt x="576" y="2093"/>
                    </a:cubicBezTo>
                    <a:cubicBezTo>
                      <a:pt x="575" y="2093"/>
                      <a:pt x="573" y="2092"/>
                      <a:pt x="573" y="2091"/>
                    </a:cubicBezTo>
                    <a:cubicBezTo>
                      <a:pt x="571" y="2090"/>
                      <a:pt x="571" y="2090"/>
                      <a:pt x="571" y="2090"/>
                    </a:cubicBezTo>
                    <a:cubicBezTo>
                      <a:pt x="568" y="2088"/>
                      <a:pt x="568" y="2084"/>
                      <a:pt x="568" y="2080"/>
                    </a:cubicBezTo>
                    <a:cubicBezTo>
                      <a:pt x="568" y="2080"/>
                      <a:pt x="567" y="2080"/>
                      <a:pt x="566" y="2081"/>
                    </a:cubicBezTo>
                    <a:cubicBezTo>
                      <a:pt x="566" y="2081"/>
                      <a:pt x="565" y="2081"/>
                      <a:pt x="565" y="2081"/>
                    </a:cubicBezTo>
                    <a:cubicBezTo>
                      <a:pt x="564" y="2082"/>
                      <a:pt x="562" y="2084"/>
                      <a:pt x="559" y="2083"/>
                    </a:cubicBezTo>
                    <a:cubicBezTo>
                      <a:pt x="557" y="2082"/>
                      <a:pt x="556" y="2080"/>
                      <a:pt x="556" y="2078"/>
                    </a:cubicBezTo>
                    <a:cubicBezTo>
                      <a:pt x="555" y="2077"/>
                      <a:pt x="555" y="2075"/>
                      <a:pt x="554" y="2073"/>
                    </a:cubicBezTo>
                    <a:cubicBezTo>
                      <a:pt x="554" y="2071"/>
                      <a:pt x="549" y="2073"/>
                      <a:pt x="545" y="2074"/>
                    </a:cubicBezTo>
                    <a:cubicBezTo>
                      <a:pt x="544" y="2074"/>
                      <a:pt x="544" y="2074"/>
                      <a:pt x="544" y="2074"/>
                    </a:cubicBezTo>
                    <a:cubicBezTo>
                      <a:pt x="542" y="2075"/>
                      <a:pt x="540" y="2074"/>
                      <a:pt x="538" y="2073"/>
                    </a:cubicBezTo>
                    <a:cubicBezTo>
                      <a:pt x="536" y="2072"/>
                      <a:pt x="535" y="2070"/>
                      <a:pt x="535" y="2067"/>
                    </a:cubicBezTo>
                    <a:cubicBezTo>
                      <a:pt x="534" y="2068"/>
                      <a:pt x="533" y="2068"/>
                      <a:pt x="532" y="2068"/>
                    </a:cubicBezTo>
                    <a:cubicBezTo>
                      <a:pt x="529" y="2069"/>
                      <a:pt x="527" y="2069"/>
                      <a:pt x="525" y="2067"/>
                    </a:cubicBezTo>
                    <a:cubicBezTo>
                      <a:pt x="523" y="2065"/>
                      <a:pt x="521" y="2062"/>
                      <a:pt x="522" y="2056"/>
                    </a:cubicBezTo>
                    <a:cubicBezTo>
                      <a:pt x="522" y="2050"/>
                      <a:pt x="524" y="2048"/>
                      <a:pt x="527" y="2046"/>
                    </a:cubicBezTo>
                    <a:cubicBezTo>
                      <a:pt x="527" y="2045"/>
                      <a:pt x="528" y="2044"/>
                      <a:pt x="529" y="2043"/>
                    </a:cubicBezTo>
                    <a:cubicBezTo>
                      <a:pt x="530" y="2042"/>
                      <a:pt x="532" y="2040"/>
                      <a:pt x="534" y="2039"/>
                    </a:cubicBezTo>
                    <a:cubicBezTo>
                      <a:pt x="534" y="2039"/>
                      <a:pt x="534" y="2039"/>
                      <a:pt x="534" y="2039"/>
                    </a:cubicBezTo>
                    <a:cubicBezTo>
                      <a:pt x="534" y="2038"/>
                      <a:pt x="533" y="2037"/>
                      <a:pt x="533" y="2037"/>
                    </a:cubicBezTo>
                    <a:cubicBezTo>
                      <a:pt x="532" y="2036"/>
                      <a:pt x="529" y="2035"/>
                      <a:pt x="528" y="2036"/>
                    </a:cubicBezTo>
                    <a:cubicBezTo>
                      <a:pt x="527" y="2036"/>
                      <a:pt x="526" y="2037"/>
                      <a:pt x="525" y="2037"/>
                    </a:cubicBezTo>
                    <a:cubicBezTo>
                      <a:pt x="524" y="2038"/>
                      <a:pt x="523" y="2039"/>
                      <a:pt x="521" y="2040"/>
                    </a:cubicBezTo>
                    <a:cubicBezTo>
                      <a:pt x="514" y="2044"/>
                      <a:pt x="506" y="2039"/>
                      <a:pt x="502" y="2034"/>
                    </a:cubicBezTo>
                    <a:cubicBezTo>
                      <a:pt x="501" y="2034"/>
                      <a:pt x="501" y="2033"/>
                      <a:pt x="500" y="2032"/>
                    </a:cubicBezTo>
                    <a:cubicBezTo>
                      <a:pt x="498" y="2031"/>
                      <a:pt x="495" y="2028"/>
                      <a:pt x="496" y="2023"/>
                    </a:cubicBezTo>
                    <a:cubicBezTo>
                      <a:pt x="496" y="2022"/>
                      <a:pt x="493" y="2022"/>
                      <a:pt x="493" y="2022"/>
                    </a:cubicBezTo>
                    <a:cubicBezTo>
                      <a:pt x="490" y="2022"/>
                      <a:pt x="487" y="2019"/>
                      <a:pt x="484" y="2017"/>
                    </a:cubicBezTo>
                    <a:cubicBezTo>
                      <a:pt x="481" y="2015"/>
                      <a:pt x="480" y="2013"/>
                      <a:pt x="480" y="2010"/>
                    </a:cubicBezTo>
                    <a:cubicBezTo>
                      <a:pt x="480" y="2009"/>
                      <a:pt x="480" y="2008"/>
                      <a:pt x="480" y="2007"/>
                    </a:cubicBezTo>
                    <a:cubicBezTo>
                      <a:pt x="480" y="2006"/>
                      <a:pt x="480" y="2006"/>
                      <a:pt x="478" y="2005"/>
                    </a:cubicBezTo>
                    <a:cubicBezTo>
                      <a:pt x="477" y="2005"/>
                      <a:pt x="476" y="2005"/>
                      <a:pt x="476" y="2004"/>
                    </a:cubicBezTo>
                    <a:cubicBezTo>
                      <a:pt x="475" y="2004"/>
                      <a:pt x="475" y="2004"/>
                      <a:pt x="474" y="2003"/>
                    </a:cubicBezTo>
                    <a:cubicBezTo>
                      <a:pt x="472" y="2002"/>
                      <a:pt x="470" y="2001"/>
                      <a:pt x="468" y="1999"/>
                    </a:cubicBezTo>
                    <a:cubicBezTo>
                      <a:pt x="467" y="1998"/>
                      <a:pt x="466" y="1997"/>
                      <a:pt x="466" y="1995"/>
                    </a:cubicBezTo>
                    <a:cubicBezTo>
                      <a:pt x="466" y="1992"/>
                      <a:pt x="468" y="1988"/>
                      <a:pt x="470" y="1986"/>
                    </a:cubicBezTo>
                    <a:cubicBezTo>
                      <a:pt x="470" y="1986"/>
                      <a:pt x="470" y="1985"/>
                      <a:pt x="469" y="1985"/>
                    </a:cubicBezTo>
                    <a:cubicBezTo>
                      <a:pt x="467" y="1983"/>
                      <a:pt x="467" y="1980"/>
                      <a:pt x="467" y="1978"/>
                    </a:cubicBezTo>
                    <a:cubicBezTo>
                      <a:pt x="467" y="1976"/>
                      <a:pt x="467" y="1976"/>
                      <a:pt x="467" y="1976"/>
                    </a:cubicBezTo>
                    <a:cubicBezTo>
                      <a:pt x="467" y="1972"/>
                      <a:pt x="467" y="1969"/>
                      <a:pt x="471" y="1967"/>
                    </a:cubicBezTo>
                    <a:cubicBezTo>
                      <a:pt x="471" y="1967"/>
                      <a:pt x="471" y="1967"/>
                      <a:pt x="471" y="1967"/>
                    </a:cubicBezTo>
                    <a:cubicBezTo>
                      <a:pt x="468" y="1965"/>
                      <a:pt x="465" y="1963"/>
                      <a:pt x="464" y="1962"/>
                    </a:cubicBezTo>
                    <a:cubicBezTo>
                      <a:pt x="464" y="1961"/>
                      <a:pt x="464" y="1961"/>
                      <a:pt x="463" y="1961"/>
                    </a:cubicBezTo>
                    <a:cubicBezTo>
                      <a:pt x="462" y="1960"/>
                      <a:pt x="460" y="1959"/>
                      <a:pt x="459" y="1957"/>
                    </a:cubicBezTo>
                    <a:cubicBezTo>
                      <a:pt x="458" y="1957"/>
                      <a:pt x="456" y="1957"/>
                      <a:pt x="456" y="1957"/>
                    </a:cubicBezTo>
                    <a:cubicBezTo>
                      <a:pt x="456" y="1957"/>
                      <a:pt x="456" y="1957"/>
                      <a:pt x="456" y="1957"/>
                    </a:cubicBezTo>
                    <a:cubicBezTo>
                      <a:pt x="455" y="1957"/>
                      <a:pt x="455" y="1957"/>
                      <a:pt x="454" y="1957"/>
                    </a:cubicBezTo>
                    <a:cubicBezTo>
                      <a:pt x="453" y="1957"/>
                      <a:pt x="453" y="1957"/>
                      <a:pt x="452" y="1957"/>
                    </a:cubicBezTo>
                    <a:cubicBezTo>
                      <a:pt x="450" y="1960"/>
                      <a:pt x="447" y="1960"/>
                      <a:pt x="444" y="1959"/>
                    </a:cubicBezTo>
                    <a:cubicBezTo>
                      <a:pt x="444" y="1959"/>
                      <a:pt x="443" y="1959"/>
                      <a:pt x="442" y="1959"/>
                    </a:cubicBezTo>
                    <a:cubicBezTo>
                      <a:pt x="442" y="1959"/>
                      <a:pt x="441" y="1959"/>
                      <a:pt x="441" y="1959"/>
                    </a:cubicBezTo>
                    <a:cubicBezTo>
                      <a:pt x="441" y="1959"/>
                      <a:pt x="441" y="1960"/>
                      <a:pt x="440" y="1961"/>
                    </a:cubicBezTo>
                    <a:cubicBezTo>
                      <a:pt x="440" y="1962"/>
                      <a:pt x="440" y="1962"/>
                      <a:pt x="439" y="1963"/>
                    </a:cubicBezTo>
                    <a:cubicBezTo>
                      <a:pt x="438" y="1965"/>
                      <a:pt x="436" y="1966"/>
                      <a:pt x="434" y="1966"/>
                    </a:cubicBezTo>
                    <a:cubicBezTo>
                      <a:pt x="434" y="1966"/>
                      <a:pt x="434" y="1966"/>
                      <a:pt x="434" y="1966"/>
                    </a:cubicBezTo>
                    <a:cubicBezTo>
                      <a:pt x="433" y="1966"/>
                      <a:pt x="428" y="1966"/>
                      <a:pt x="421" y="1956"/>
                    </a:cubicBezTo>
                    <a:cubicBezTo>
                      <a:pt x="418" y="1952"/>
                      <a:pt x="416" y="1947"/>
                      <a:pt x="416" y="1938"/>
                    </a:cubicBezTo>
                    <a:cubicBezTo>
                      <a:pt x="416" y="1930"/>
                      <a:pt x="416" y="1929"/>
                      <a:pt x="414" y="1927"/>
                    </a:cubicBezTo>
                    <a:cubicBezTo>
                      <a:pt x="410" y="1923"/>
                      <a:pt x="410" y="1922"/>
                      <a:pt x="410" y="1919"/>
                    </a:cubicBezTo>
                    <a:cubicBezTo>
                      <a:pt x="410" y="1918"/>
                      <a:pt x="410" y="1918"/>
                      <a:pt x="409" y="1917"/>
                    </a:cubicBezTo>
                    <a:cubicBezTo>
                      <a:pt x="409" y="1916"/>
                      <a:pt x="409" y="1916"/>
                      <a:pt x="408" y="1915"/>
                    </a:cubicBezTo>
                    <a:cubicBezTo>
                      <a:pt x="408" y="1915"/>
                      <a:pt x="407" y="1914"/>
                      <a:pt x="406" y="1914"/>
                    </a:cubicBezTo>
                    <a:cubicBezTo>
                      <a:pt x="406" y="1914"/>
                      <a:pt x="405" y="1914"/>
                      <a:pt x="405" y="1914"/>
                    </a:cubicBezTo>
                    <a:cubicBezTo>
                      <a:pt x="403" y="1914"/>
                      <a:pt x="399" y="1914"/>
                      <a:pt x="397" y="1911"/>
                    </a:cubicBezTo>
                    <a:cubicBezTo>
                      <a:pt x="397" y="1911"/>
                      <a:pt x="396" y="1910"/>
                      <a:pt x="396" y="1909"/>
                    </a:cubicBezTo>
                    <a:cubicBezTo>
                      <a:pt x="394" y="1908"/>
                      <a:pt x="392" y="1904"/>
                      <a:pt x="390" y="1903"/>
                    </a:cubicBezTo>
                    <a:cubicBezTo>
                      <a:pt x="388" y="1903"/>
                      <a:pt x="387" y="1902"/>
                      <a:pt x="386" y="1902"/>
                    </a:cubicBezTo>
                    <a:cubicBezTo>
                      <a:pt x="383" y="1901"/>
                      <a:pt x="381" y="1899"/>
                      <a:pt x="378" y="1896"/>
                    </a:cubicBezTo>
                    <a:cubicBezTo>
                      <a:pt x="378" y="1895"/>
                      <a:pt x="378" y="1895"/>
                      <a:pt x="378" y="1895"/>
                    </a:cubicBezTo>
                    <a:cubicBezTo>
                      <a:pt x="376" y="1894"/>
                      <a:pt x="374" y="1891"/>
                      <a:pt x="374" y="1886"/>
                    </a:cubicBezTo>
                    <a:cubicBezTo>
                      <a:pt x="374" y="1886"/>
                      <a:pt x="374" y="1886"/>
                      <a:pt x="374" y="1886"/>
                    </a:cubicBezTo>
                    <a:cubicBezTo>
                      <a:pt x="374" y="1886"/>
                      <a:pt x="373" y="1886"/>
                      <a:pt x="373" y="1886"/>
                    </a:cubicBezTo>
                    <a:cubicBezTo>
                      <a:pt x="369" y="1883"/>
                      <a:pt x="369" y="1880"/>
                      <a:pt x="369" y="1877"/>
                    </a:cubicBezTo>
                    <a:cubicBezTo>
                      <a:pt x="369" y="1875"/>
                      <a:pt x="368" y="1874"/>
                      <a:pt x="368" y="1874"/>
                    </a:cubicBezTo>
                    <a:cubicBezTo>
                      <a:pt x="361" y="1868"/>
                      <a:pt x="349" y="1858"/>
                      <a:pt x="348" y="1857"/>
                    </a:cubicBezTo>
                    <a:cubicBezTo>
                      <a:pt x="345" y="1854"/>
                      <a:pt x="343" y="1848"/>
                      <a:pt x="344" y="1843"/>
                    </a:cubicBezTo>
                    <a:cubicBezTo>
                      <a:pt x="345" y="1843"/>
                      <a:pt x="344" y="1843"/>
                      <a:pt x="344" y="1843"/>
                    </a:cubicBezTo>
                    <a:cubicBezTo>
                      <a:pt x="344" y="1843"/>
                      <a:pt x="344" y="1842"/>
                      <a:pt x="344" y="1842"/>
                    </a:cubicBezTo>
                    <a:cubicBezTo>
                      <a:pt x="344" y="1842"/>
                      <a:pt x="343" y="1841"/>
                      <a:pt x="343" y="1841"/>
                    </a:cubicBezTo>
                    <a:cubicBezTo>
                      <a:pt x="340" y="1837"/>
                      <a:pt x="341" y="1834"/>
                      <a:pt x="343" y="1830"/>
                    </a:cubicBezTo>
                    <a:cubicBezTo>
                      <a:pt x="343" y="1830"/>
                      <a:pt x="343" y="1830"/>
                      <a:pt x="343" y="1829"/>
                    </a:cubicBezTo>
                    <a:cubicBezTo>
                      <a:pt x="342" y="1829"/>
                      <a:pt x="341" y="1829"/>
                      <a:pt x="339" y="1829"/>
                    </a:cubicBezTo>
                    <a:cubicBezTo>
                      <a:pt x="337" y="1828"/>
                      <a:pt x="337" y="1828"/>
                      <a:pt x="337" y="1828"/>
                    </a:cubicBezTo>
                    <a:cubicBezTo>
                      <a:pt x="333" y="1827"/>
                      <a:pt x="327" y="1823"/>
                      <a:pt x="321" y="1817"/>
                    </a:cubicBezTo>
                    <a:cubicBezTo>
                      <a:pt x="320" y="1816"/>
                      <a:pt x="320" y="1816"/>
                      <a:pt x="320" y="1816"/>
                    </a:cubicBezTo>
                    <a:cubicBezTo>
                      <a:pt x="318" y="1814"/>
                      <a:pt x="316" y="1813"/>
                      <a:pt x="314" y="1812"/>
                    </a:cubicBezTo>
                    <a:cubicBezTo>
                      <a:pt x="312" y="1814"/>
                      <a:pt x="310" y="1815"/>
                      <a:pt x="307" y="1815"/>
                    </a:cubicBezTo>
                    <a:cubicBezTo>
                      <a:pt x="303" y="1815"/>
                      <a:pt x="302" y="1812"/>
                      <a:pt x="301" y="1810"/>
                    </a:cubicBezTo>
                    <a:cubicBezTo>
                      <a:pt x="301" y="1810"/>
                      <a:pt x="300" y="1811"/>
                      <a:pt x="299" y="1813"/>
                    </a:cubicBezTo>
                    <a:cubicBezTo>
                      <a:pt x="298" y="1815"/>
                      <a:pt x="296" y="1819"/>
                      <a:pt x="296" y="1820"/>
                    </a:cubicBezTo>
                    <a:cubicBezTo>
                      <a:pt x="296" y="1823"/>
                      <a:pt x="295" y="1825"/>
                      <a:pt x="293" y="1826"/>
                    </a:cubicBezTo>
                    <a:cubicBezTo>
                      <a:pt x="291" y="1828"/>
                      <a:pt x="288" y="1829"/>
                      <a:pt x="283" y="1828"/>
                    </a:cubicBezTo>
                    <a:cubicBezTo>
                      <a:pt x="283" y="1828"/>
                      <a:pt x="283" y="1828"/>
                      <a:pt x="282" y="1828"/>
                    </a:cubicBezTo>
                    <a:cubicBezTo>
                      <a:pt x="282" y="1829"/>
                      <a:pt x="282" y="1830"/>
                      <a:pt x="282" y="1830"/>
                    </a:cubicBezTo>
                    <a:cubicBezTo>
                      <a:pt x="281" y="1833"/>
                      <a:pt x="280" y="1835"/>
                      <a:pt x="277" y="1836"/>
                    </a:cubicBezTo>
                    <a:cubicBezTo>
                      <a:pt x="274" y="1837"/>
                      <a:pt x="268" y="1836"/>
                      <a:pt x="265" y="1834"/>
                    </a:cubicBezTo>
                    <a:cubicBezTo>
                      <a:pt x="260" y="1831"/>
                      <a:pt x="261" y="1828"/>
                      <a:pt x="261" y="1823"/>
                    </a:cubicBezTo>
                    <a:cubicBezTo>
                      <a:pt x="261" y="1822"/>
                      <a:pt x="261" y="1821"/>
                      <a:pt x="261" y="1819"/>
                    </a:cubicBezTo>
                    <a:cubicBezTo>
                      <a:pt x="262" y="1815"/>
                      <a:pt x="261" y="1814"/>
                      <a:pt x="259" y="1813"/>
                    </a:cubicBezTo>
                    <a:cubicBezTo>
                      <a:pt x="258" y="1812"/>
                      <a:pt x="257" y="1811"/>
                      <a:pt x="256" y="1810"/>
                    </a:cubicBezTo>
                    <a:cubicBezTo>
                      <a:pt x="254" y="1808"/>
                      <a:pt x="253" y="1807"/>
                      <a:pt x="251" y="1806"/>
                    </a:cubicBezTo>
                    <a:cubicBezTo>
                      <a:pt x="249" y="1803"/>
                      <a:pt x="246" y="1801"/>
                      <a:pt x="246" y="1799"/>
                    </a:cubicBezTo>
                    <a:cubicBezTo>
                      <a:pt x="246" y="1798"/>
                      <a:pt x="245" y="1797"/>
                      <a:pt x="244" y="1796"/>
                    </a:cubicBezTo>
                    <a:cubicBezTo>
                      <a:pt x="243" y="1795"/>
                      <a:pt x="242" y="1794"/>
                      <a:pt x="241" y="1792"/>
                    </a:cubicBezTo>
                    <a:cubicBezTo>
                      <a:pt x="239" y="1790"/>
                      <a:pt x="236" y="1788"/>
                      <a:pt x="233" y="1787"/>
                    </a:cubicBezTo>
                    <a:cubicBezTo>
                      <a:pt x="230" y="1785"/>
                      <a:pt x="228" y="1782"/>
                      <a:pt x="224" y="1778"/>
                    </a:cubicBezTo>
                    <a:cubicBezTo>
                      <a:pt x="222" y="1776"/>
                      <a:pt x="220" y="1774"/>
                      <a:pt x="219" y="1773"/>
                    </a:cubicBezTo>
                    <a:cubicBezTo>
                      <a:pt x="218" y="1772"/>
                      <a:pt x="216" y="1771"/>
                      <a:pt x="213" y="1770"/>
                    </a:cubicBezTo>
                    <a:cubicBezTo>
                      <a:pt x="209" y="1768"/>
                      <a:pt x="204" y="1765"/>
                      <a:pt x="200" y="1761"/>
                    </a:cubicBezTo>
                    <a:cubicBezTo>
                      <a:pt x="194" y="1755"/>
                      <a:pt x="194" y="1753"/>
                      <a:pt x="195" y="1747"/>
                    </a:cubicBezTo>
                    <a:cubicBezTo>
                      <a:pt x="195" y="1746"/>
                      <a:pt x="195" y="1745"/>
                      <a:pt x="195" y="1744"/>
                    </a:cubicBezTo>
                    <a:cubicBezTo>
                      <a:pt x="196" y="1740"/>
                      <a:pt x="194" y="1738"/>
                      <a:pt x="193" y="1736"/>
                    </a:cubicBezTo>
                    <a:cubicBezTo>
                      <a:pt x="192" y="1735"/>
                      <a:pt x="192" y="1734"/>
                      <a:pt x="191" y="1734"/>
                    </a:cubicBezTo>
                    <a:cubicBezTo>
                      <a:pt x="191" y="1733"/>
                      <a:pt x="190" y="1732"/>
                      <a:pt x="190" y="1732"/>
                    </a:cubicBezTo>
                    <a:cubicBezTo>
                      <a:pt x="189" y="1730"/>
                      <a:pt x="187" y="1728"/>
                      <a:pt x="187" y="1724"/>
                    </a:cubicBezTo>
                    <a:cubicBezTo>
                      <a:pt x="187" y="1724"/>
                      <a:pt x="187" y="1724"/>
                      <a:pt x="187" y="1724"/>
                    </a:cubicBezTo>
                    <a:cubicBezTo>
                      <a:pt x="186" y="1724"/>
                      <a:pt x="185" y="1723"/>
                      <a:pt x="184" y="1723"/>
                    </a:cubicBezTo>
                    <a:cubicBezTo>
                      <a:pt x="183" y="1723"/>
                      <a:pt x="182" y="1723"/>
                      <a:pt x="181" y="1723"/>
                    </a:cubicBezTo>
                    <a:cubicBezTo>
                      <a:pt x="180" y="1723"/>
                      <a:pt x="180" y="1723"/>
                      <a:pt x="180" y="1723"/>
                    </a:cubicBezTo>
                    <a:cubicBezTo>
                      <a:pt x="178" y="1723"/>
                      <a:pt x="173" y="1722"/>
                      <a:pt x="172" y="1718"/>
                    </a:cubicBezTo>
                    <a:cubicBezTo>
                      <a:pt x="172" y="1718"/>
                      <a:pt x="172" y="1718"/>
                      <a:pt x="172" y="1718"/>
                    </a:cubicBezTo>
                    <a:cubicBezTo>
                      <a:pt x="172" y="1716"/>
                      <a:pt x="171" y="1715"/>
                      <a:pt x="171" y="1714"/>
                    </a:cubicBezTo>
                    <a:cubicBezTo>
                      <a:pt x="168" y="1713"/>
                      <a:pt x="167" y="1712"/>
                      <a:pt x="166" y="1709"/>
                    </a:cubicBezTo>
                    <a:cubicBezTo>
                      <a:pt x="166" y="1709"/>
                      <a:pt x="166" y="1709"/>
                      <a:pt x="166" y="1710"/>
                    </a:cubicBezTo>
                    <a:cubicBezTo>
                      <a:pt x="164" y="1712"/>
                      <a:pt x="161" y="1713"/>
                      <a:pt x="157" y="1713"/>
                    </a:cubicBezTo>
                    <a:cubicBezTo>
                      <a:pt x="150" y="1713"/>
                      <a:pt x="149" y="1709"/>
                      <a:pt x="148" y="1707"/>
                    </a:cubicBezTo>
                    <a:cubicBezTo>
                      <a:pt x="148" y="1707"/>
                      <a:pt x="148" y="1707"/>
                      <a:pt x="147" y="1707"/>
                    </a:cubicBezTo>
                    <a:cubicBezTo>
                      <a:pt x="143" y="1707"/>
                      <a:pt x="137" y="1700"/>
                      <a:pt x="136" y="1696"/>
                    </a:cubicBezTo>
                    <a:cubicBezTo>
                      <a:pt x="134" y="1690"/>
                      <a:pt x="135" y="1679"/>
                      <a:pt x="135" y="1678"/>
                    </a:cubicBezTo>
                    <a:cubicBezTo>
                      <a:pt x="135" y="1676"/>
                      <a:pt x="135" y="1674"/>
                      <a:pt x="135" y="1674"/>
                    </a:cubicBezTo>
                    <a:cubicBezTo>
                      <a:pt x="133" y="1673"/>
                      <a:pt x="130" y="1670"/>
                      <a:pt x="128" y="1668"/>
                    </a:cubicBezTo>
                    <a:cubicBezTo>
                      <a:pt x="126" y="1666"/>
                      <a:pt x="126" y="1664"/>
                      <a:pt x="126" y="1663"/>
                    </a:cubicBezTo>
                    <a:cubicBezTo>
                      <a:pt x="126" y="1660"/>
                      <a:pt x="128" y="1659"/>
                      <a:pt x="130" y="1658"/>
                    </a:cubicBezTo>
                    <a:cubicBezTo>
                      <a:pt x="130" y="1658"/>
                      <a:pt x="130" y="1658"/>
                      <a:pt x="130" y="1658"/>
                    </a:cubicBezTo>
                    <a:cubicBezTo>
                      <a:pt x="130" y="1658"/>
                      <a:pt x="130" y="1658"/>
                      <a:pt x="130" y="1658"/>
                    </a:cubicBezTo>
                    <a:cubicBezTo>
                      <a:pt x="129" y="1656"/>
                      <a:pt x="129" y="1654"/>
                      <a:pt x="129" y="1652"/>
                    </a:cubicBezTo>
                    <a:cubicBezTo>
                      <a:pt x="130" y="1647"/>
                      <a:pt x="134" y="1643"/>
                      <a:pt x="138" y="1642"/>
                    </a:cubicBezTo>
                    <a:cubicBezTo>
                      <a:pt x="138" y="1641"/>
                      <a:pt x="138" y="1640"/>
                      <a:pt x="137" y="1639"/>
                    </a:cubicBezTo>
                    <a:cubicBezTo>
                      <a:pt x="137" y="1638"/>
                      <a:pt x="137" y="1638"/>
                      <a:pt x="137" y="1638"/>
                    </a:cubicBezTo>
                    <a:cubicBezTo>
                      <a:pt x="136" y="1636"/>
                      <a:pt x="135" y="1632"/>
                      <a:pt x="134" y="1626"/>
                    </a:cubicBezTo>
                    <a:cubicBezTo>
                      <a:pt x="133" y="1619"/>
                      <a:pt x="138" y="1616"/>
                      <a:pt x="142" y="1614"/>
                    </a:cubicBezTo>
                    <a:cubicBezTo>
                      <a:pt x="140" y="1613"/>
                      <a:pt x="135" y="1610"/>
                      <a:pt x="134" y="1606"/>
                    </a:cubicBezTo>
                    <a:cubicBezTo>
                      <a:pt x="130" y="1598"/>
                      <a:pt x="133" y="1593"/>
                      <a:pt x="136" y="1591"/>
                    </a:cubicBezTo>
                    <a:cubicBezTo>
                      <a:pt x="139" y="1590"/>
                      <a:pt x="139" y="1587"/>
                      <a:pt x="139" y="1586"/>
                    </a:cubicBezTo>
                    <a:cubicBezTo>
                      <a:pt x="139" y="1585"/>
                      <a:pt x="139" y="1585"/>
                      <a:pt x="138" y="1584"/>
                    </a:cubicBezTo>
                    <a:cubicBezTo>
                      <a:pt x="138" y="1583"/>
                      <a:pt x="137" y="1581"/>
                      <a:pt x="137" y="1577"/>
                    </a:cubicBezTo>
                    <a:cubicBezTo>
                      <a:pt x="137" y="1573"/>
                      <a:pt x="137" y="1569"/>
                      <a:pt x="142" y="1566"/>
                    </a:cubicBezTo>
                    <a:cubicBezTo>
                      <a:pt x="146" y="1563"/>
                      <a:pt x="160" y="1559"/>
                      <a:pt x="166" y="1558"/>
                    </a:cubicBezTo>
                    <a:cubicBezTo>
                      <a:pt x="170" y="1558"/>
                      <a:pt x="172" y="1559"/>
                      <a:pt x="174" y="1561"/>
                    </a:cubicBezTo>
                    <a:cubicBezTo>
                      <a:pt x="176" y="1563"/>
                      <a:pt x="176" y="1566"/>
                      <a:pt x="175" y="1568"/>
                    </a:cubicBezTo>
                    <a:cubicBezTo>
                      <a:pt x="175" y="1572"/>
                      <a:pt x="174" y="1579"/>
                      <a:pt x="173" y="1584"/>
                    </a:cubicBezTo>
                    <a:cubicBezTo>
                      <a:pt x="172" y="1588"/>
                      <a:pt x="176" y="1594"/>
                      <a:pt x="180" y="1599"/>
                    </a:cubicBezTo>
                    <a:cubicBezTo>
                      <a:pt x="181" y="1600"/>
                      <a:pt x="181" y="1600"/>
                      <a:pt x="182" y="1601"/>
                    </a:cubicBezTo>
                    <a:cubicBezTo>
                      <a:pt x="182" y="1601"/>
                      <a:pt x="182" y="1600"/>
                      <a:pt x="182" y="1600"/>
                    </a:cubicBezTo>
                    <a:cubicBezTo>
                      <a:pt x="184" y="1597"/>
                      <a:pt x="186" y="1595"/>
                      <a:pt x="187" y="1594"/>
                    </a:cubicBezTo>
                    <a:cubicBezTo>
                      <a:pt x="188" y="1593"/>
                      <a:pt x="188" y="1592"/>
                      <a:pt x="189" y="1591"/>
                    </a:cubicBezTo>
                    <a:cubicBezTo>
                      <a:pt x="191" y="1587"/>
                      <a:pt x="193" y="1586"/>
                      <a:pt x="198" y="1586"/>
                    </a:cubicBezTo>
                    <a:cubicBezTo>
                      <a:pt x="198" y="1585"/>
                      <a:pt x="200" y="1582"/>
                      <a:pt x="201" y="1581"/>
                    </a:cubicBezTo>
                    <a:cubicBezTo>
                      <a:pt x="202" y="1578"/>
                      <a:pt x="203" y="1576"/>
                      <a:pt x="204" y="1574"/>
                    </a:cubicBezTo>
                    <a:cubicBezTo>
                      <a:pt x="206" y="1573"/>
                      <a:pt x="205" y="1572"/>
                      <a:pt x="205" y="1570"/>
                    </a:cubicBezTo>
                    <a:cubicBezTo>
                      <a:pt x="204" y="1569"/>
                      <a:pt x="204" y="1567"/>
                      <a:pt x="203" y="1565"/>
                    </a:cubicBezTo>
                    <a:cubicBezTo>
                      <a:pt x="203" y="1561"/>
                      <a:pt x="204" y="1557"/>
                      <a:pt x="208" y="1553"/>
                    </a:cubicBezTo>
                    <a:cubicBezTo>
                      <a:pt x="208" y="1553"/>
                      <a:pt x="208" y="1553"/>
                      <a:pt x="207" y="1553"/>
                    </a:cubicBezTo>
                    <a:cubicBezTo>
                      <a:pt x="207" y="1553"/>
                      <a:pt x="202" y="1549"/>
                      <a:pt x="200" y="1545"/>
                    </a:cubicBezTo>
                    <a:cubicBezTo>
                      <a:pt x="198" y="1541"/>
                      <a:pt x="200" y="1535"/>
                      <a:pt x="205" y="1532"/>
                    </a:cubicBezTo>
                    <a:cubicBezTo>
                      <a:pt x="205" y="1532"/>
                      <a:pt x="205" y="1530"/>
                      <a:pt x="205" y="1530"/>
                    </a:cubicBezTo>
                    <a:cubicBezTo>
                      <a:pt x="204" y="1529"/>
                      <a:pt x="204" y="1527"/>
                      <a:pt x="203" y="1524"/>
                    </a:cubicBezTo>
                    <a:cubicBezTo>
                      <a:pt x="203" y="1522"/>
                      <a:pt x="203" y="1519"/>
                      <a:pt x="202" y="1517"/>
                    </a:cubicBezTo>
                    <a:cubicBezTo>
                      <a:pt x="201" y="1514"/>
                      <a:pt x="200" y="1513"/>
                      <a:pt x="199" y="1511"/>
                    </a:cubicBezTo>
                    <a:cubicBezTo>
                      <a:pt x="198" y="1511"/>
                      <a:pt x="198" y="1511"/>
                      <a:pt x="198" y="1511"/>
                    </a:cubicBezTo>
                    <a:cubicBezTo>
                      <a:pt x="197" y="1509"/>
                      <a:pt x="196" y="1507"/>
                      <a:pt x="195" y="1505"/>
                    </a:cubicBezTo>
                    <a:cubicBezTo>
                      <a:pt x="195" y="1504"/>
                      <a:pt x="194" y="1503"/>
                      <a:pt x="194" y="1503"/>
                    </a:cubicBezTo>
                    <a:cubicBezTo>
                      <a:pt x="194" y="1502"/>
                      <a:pt x="194" y="1502"/>
                      <a:pt x="194" y="1502"/>
                    </a:cubicBezTo>
                    <a:cubicBezTo>
                      <a:pt x="193" y="1501"/>
                      <a:pt x="191" y="1498"/>
                      <a:pt x="189" y="1486"/>
                    </a:cubicBezTo>
                    <a:cubicBezTo>
                      <a:pt x="188" y="1481"/>
                      <a:pt x="188" y="1478"/>
                      <a:pt x="190" y="1475"/>
                    </a:cubicBezTo>
                    <a:cubicBezTo>
                      <a:pt x="192" y="1473"/>
                      <a:pt x="194" y="1472"/>
                      <a:pt x="196" y="1472"/>
                    </a:cubicBezTo>
                    <a:cubicBezTo>
                      <a:pt x="196" y="1472"/>
                      <a:pt x="196" y="1472"/>
                      <a:pt x="196" y="1472"/>
                    </a:cubicBezTo>
                    <a:cubicBezTo>
                      <a:pt x="197" y="1471"/>
                      <a:pt x="199" y="1466"/>
                      <a:pt x="199" y="1464"/>
                    </a:cubicBezTo>
                    <a:cubicBezTo>
                      <a:pt x="200" y="1462"/>
                      <a:pt x="200" y="1460"/>
                      <a:pt x="201" y="1459"/>
                    </a:cubicBezTo>
                    <a:cubicBezTo>
                      <a:pt x="202" y="1455"/>
                      <a:pt x="202" y="1454"/>
                      <a:pt x="201" y="1453"/>
                    </a:cubicBezTo>
                    <a:cubicBezTo>
                      <a:pt x="201" y="1452"/>
                      <a:pt x="200" y="1450"/>
                      <a:pt x="199" y="1449"/>
                    </a:cubicBezTo>
                    <a:cubicBezTo>
                      <a:pt x="199" y="1448"/>
                      <a:pt x="199" y="1447"/>
                      <a:pt x="198" y="1446"/>
                    </a:cubicBezTo>
                    <a:cubicBezTo>
                      <a:pt x="197" y="1445"/>
                      <a:pt x="197" y="1443"/>
                      <a:pt x="199" y="1441"/>
                    </a:cubicBezTo>
                    <a:cubicBezTo>
                      <a:pt x="201" y="1438"/>
                      <a:pt x="206" y="1437"/>
                      <a:pt x="210" y="1438"/>
                    </a:cubicBezTo>
                    <a:cubicBezTo>
                      <a:pt x="210" y="1438"/>
                      <a:pt x="211" y="1438"/>
                      <a:pt x="212" y="1438"/>
                    </a:cubicBezTo>
                    <a:cubicBezTo>
                      <a:pt x="214" y="1437"/>
                      <a:pt x="216" y="1436"/>
                      <a:pt x="218" y="1437"/>
                    </a:cubicBezTo>
                    <a:cubicBezTo>
                      <a:pt x="219" y="1437"/>
                      <a:pt x="222" y="1436"/>
                      <a:pt x="223" y="1435"/>
                    </a:cubicBezTo>
                    <a:cubicBezTo>
                      <a:pt x="223" y="1434"/>
                      <a:pt x="224" y="1434"/>
                      <a:pt x="224" y="1433"/>
                    </a:cubicBezTo>
                    <a:cubicBezTo>
                      <a:pt x="225" y="1432"/>
                      <a:pt x="225" y="1432"/>
                      <a:pt x="225" y="1431"/>
                    </a:cubicBezTo>
                    <a:cubicBezTo>
                      <a:pt x="225" y="1428"/>
                      <a:pt x="228" y="1427"/>
                      <a:pt x="229" y="1426"/>
                    </a:cubicBezTo>
                    <a:cubicBezTo>
                      <a:pt x="229" y="1426"/>
                      <a:pt x="229" y="1426"/>
                      <a:pt x="229" y="1426"/>
                    </a:cubicBezTo>
                    <a:cubicBezTo>
                      <a:pt x="227" y="1426"/>
                      <a:pt x="225" y="1425"/>
                      <a:pt x="223" y="1423"/>
                    </a:cubicBezTo>
                    <a:cubicBezTo>
                      <a:pt x="223" y="1423"/>
                      <a:pt x="223" y="1423"/>
                      <a:pt x="223" y="1423"/>
                    </a:cubicBezTo>
                    <a:cubicBezTo>
                      <a:pt x="221" y="1421"/>
                      <a:pt x="219" y="1419"/>
                      <a:pt x="218" y="1416"/>
                    </a:cubicBezTo>
                    <a:cubicBezTo>
                      <a:pt x="218" y="1415"/>
                      <a:pt x="217" y="1414"/>
                      <a:pt x="217" y="1413"/>
                    </a:cubicBezTo>
                    <a:cubicBezTo>
                      <a:pt x="216" y="1412"/>
                      <a:pt x="215" y="1410"/>
                      <a:pt x="215" y="1409"/>
                    </a:cubicBezTo>
                    <a:cubicBezTo>
                      <a:pt x="214" y="1408"/>
                      <a:pt x="214" y="1408"/>
                      <a:pt x="213" y="1407"/>
                    </a:cubicBezTo>
                    <a:cubicBezTo>
                      <a:pt x="210" y="1407"/>
                      <a:pt x="204" y="1403"/>
                      <a:pt x="203" y="1399"/>
                    </a:cubicBezTo>
                    <a:cubicBezTo>
                      <a:pt x="202" y="1399"/>
                      <a:pt x="202" y="1399"/>
                      <a:pt x="202" y="1399"/>
                    </a:cubicBezTo>
                    <a:cubicBezTo>
                      <a:pt x="201" y="1399"/>
                      <a:pt x="199" y="1399"/>
                      <a:pt x="198" y="1399"/>
                    </a:cubicBezTo>
                    <a:cubicBezTo>
                      <a:pt x="195" y="1398"/>
                      <a:pt x="193" y="1396"/>
                      <a:pt x="192" y="1394"/>
                    </a:cubicBezTo>
                    <a:cubicBezTo>
                      <a:pt x="191" y="1393"/>
                      <a:pt x="191" y="1393"/>
                      <a:pt x="190" y="1392"/>
                    </a:cubicBezTo>
                    <a:cubicBezTo>
                      <a:pt x="188" y="1390"/>
                      <a:pt x="186" y="1386"/>
                      <a:pt x="185" y="1378"/>
                    </a:cubicBezTo>
                    <a:cubicBezTo>
                      <a:pt x="185" y="1377"/>
                      <a:pt x="185" y="1377"/>
                      <a:pt x="185" y="1377"/>
                    </a:cubicBezTo>
                    <a:cubicBezTo>
                      <a:pt x="185" y="1373"/>
                      <a:pt x="185" y="1372"/>
                      <a:pt x="187" y="1369"/>
                    </a:cubicBezTo>
                    <a:cubicBezTo>
                      <a:pt x="188" y="1367"/>
                      <a:pt x="189" y="1367"/>
                      <a:pt x="189" y="1366"/>
                    </a:cubicBezTo>
                    <a:cubicBezTo>
                      <a:pt x="189" y="1365"/>
                      <a:pt x="189" y="1364"/>
                      <a:pt x="189" y="1364"/>
                    </a:cubicBezTo>
                    <a:cubicBezTo>
                      <a:pt x="188" y="1363"/>
                      <a:pt x="188" y="1362"/>
                      <a:pt x="188" y="1360"/>
                    </a:cubicBezTo>
                    <a:cubicBezTo>
                      <a:pt x="188" y="1358"/>
                      <a:pt x="188" y="1356"/>
                      <a:pt x="188" y="1353"/>
                    </a:cubicBezTo>
                    <a:cubicBezTo>
                      <a:pt x="188" y="1352"/>
                      <a:pt x="189" y="1350"/>
                      <a:pt x="189" y="1349"/>
                    </a:cubicBezTo>
                    <a:cubicBezTo>
                      <a:pt x="189" y="1345"/>
                      <a:pt x="189" y="1345"/>
                      <a:pt x="188" y="1343"/>
                    </a:cubicBezTo>
                    <a:cubicBezTo>
                      <a:pt x="186" y="1341"/>
                      <a:pt x="186" y="1338"/>
                      <a:pt x="186" y="1335"/>
                    </a:cubicBezTo>
                    <a:cubicBezTo>
                      <a:pt x="186" y="1333"/>
                      <a:pt x="186" y="1331"/>
                      <a:pt x="186" y="1330"/>
                    </a:cubicBezTo>
                    <a:cubicBezTo>
                      <a:pt x="185" y="1324"/>
                      <a:pt x="187" y="1321"/>
                      <a:pt x="189" y="1319"/>
                    </a:cubicBezTo>
                    <a:cubicBezTo>
                      <a:pt x="189" y="1318"/>
                      <a:pt x="190" y="1317"/>
                      <a:pt x="190" y="1317"/>
                    </a:cubicBezTo>
                    <a:cubicBezTo>
                      <a:pt x="192" y="1314"/>
                      <a:pt x="194" y="1313"/>
                      <a:pt x="196" y="1312"/>
                    </a:cubicBezTo>
                    <a:cubicBezTo>
                      <a:pt x="195" y="1312"/>
                      <a:pt x="194" y="1311"/>
                      <a:pt x="194" y="1311"/>
                    </a:cubicBezTo>
                    <a:cubicBezTo>
                      <a:pt x="193" y="1311"/>
                      <a:pt x="192" y="1310"/>
                      <a:pt x="192" y="1310"/>
                    </a:cubicBezTo>
                    <a:cubicBezTo>
                      <a:pt x="188" y="1311"/>
                      <a:pt x="183" y="1310"/>
                      <a:pt x="180" y="1308"/>
                    </a:cubicBezTo>
                    <a:cubicBezTo>
                      <a:pt x="178" y="1306"/>
                      <a:pt x="177" y="1306"/>
                      <a:pt x="177" y="1306"/>
                    </a:cubicBezTo>
                    <a:cubicBezTo>
                      <a:pt x="173" y="1308"/>
                      <a:pt x="169" y="1306"/>
                      <a:pt x="167" y="1304"/>
                    </a:cubicBezTo>
                    <a:cubicBezTo>
                      <a:pt x="166" y="1304"/>
                      <a:pt x="165" y="1304"/>
                      <a:pt x="164" y="1304"/>
                    </a:cubicBezTo>
                    <a:cubicBezTo>
                      <a:pt x="164" y="1304"/>
                      <a:pt x="163" y="1304"/>
                      <a:pt x="163" y="1304"/>
                    </a:cubicBezTo>
                    <a:cubicBezTo>
                      <a:pt x="159" y="1304"/>
                      <a:pt x="156" y="1301"/>
                      <a:pt x="152" y="1298"/>
                    </a:cubicBezTo>
                    <a:cubicBezTo>
                      <a:pt x="151" y="1296"/>
                      <a:pt x="151" y="1296"/>
                      <a:pt x="151" y="1296"/>
                    </a:cubicBezTo>
                    <a:cubicBezTo>
                      <a:pt x="147" y="1293"/>
                      <a:pt x="145" y="1291"/>
                      <a:pt x="144" y="1291"/>
                    </a:cubicBezTo>
                    <a:cubicBezTo>
                      <a:pt x="140" y="1291"/>
                      <a:pt x="136" y="1291"/>
                      <a:pt x="134" y="1284"/>
                    </a:cubicBezTo>
                    <a:cubicBezTo>
                      <a:pt x="134" y="1283"/>
                      <a:pt x="134" y="1282"/>
                      <a:pt x="130" y="1282"/>
                    </a:cubicBezTo>
                    <a:cubicBezTo>
                      <a:pt x="126" y="1281"/>
                      <a:pt x="122" y="1279"/>
                      <a:pt x="118" y="1274"/>
                    </a:cubicBezTo>
                    <a:cubicBezTo>
                      <a:pt x="117" y="1273"/>
                      <a:pt x="116" y="1273"/>
                      <a:pt x="116" y="1273"/>
                    </a:cubicBezTo>
                    <a:cubicBezTo>
                      <a:pt x="114" y="1271"/>
                      <a:pt x="113" y="1270"/>
                      <a:pt x="112" y="1266"/>
                    </a:cubicBezTo>
                    <a:cubicBezTo>
                      <a:pt x="111" y="1262"/>
                      <a:pt x="108" y="1259"/>
                      <a:pt x="106" y="1258"/>
                    </a:cubicBezTo>
                    <a:cubicBezTo>
                      <a:pt x="105" y="1257"/>
                      <a:pt x="103" y="1255"/>
                      <a:pt x="103" y="1253"/>
                    </a:cubicBezTo>
                    <a:cubicBezTo>
                      <a:pt x="103" y="1251"/>
                      <a:pt x="104" y="1249"/>
                      <a:pt x="106" y="1246"/>
                    </a:cubicBezTo>
                    <a:cubicBezTo>
                      <a:pt x="106" y="1246"/>
                      <a:pt x="107" y="1245"/>
                      <a:pt x="107" y="1245"/>
                    </a:cubicBezTo>
                    <a:cubicBezTo>
                      <a:pt x="105" y="1245"/>
                      <a:pt x="104" y="1246"/>
                      <a:pt x="102" y="1248"/>
                    </a:cubicBezTo>
                    <a:cubicBezTo>
                      <a:pt x="96" y="1253"/>
                      <a:pt x="83" y="1248"/>
                      <a:pt x="81" y="1246"/>
                    </a:cubicBezTo>
                    <a:cubicBezTo>
                      <a:pt x="81" y="1246"/>
                      <a:pt x="81" y="1246"/>
                      <a:pt x="81" y="1246"/>
                    </a:cubicBezTo>
                    <a:cubicBezTo>
                      <a:pt x="79" y="1245"/>
                      <a:pt x="77" y="1243"/>
                      <a:pt x="76" y="1241"/>
                    </a:cubicBezTo>
                    <a:cubicBezTo>
                      <a:pt x="76" y="1240"/>
                      <a:pt x="76" y="1238"/>
                      <a:pt x="77" y="1236"/>
                    </a:cubicBezTo>
                    <a:cubicBezTo>
                      <a:pt x="78" y="1235"/>
                      <a:pt x="78" y="1233"/>
                      <a:pt x="79" y="1231"/>
                    </a:cubicBezTo>
                    <a:cubicBezTo>
                      <a:pt x="80" y="1230"/>
                      <a:pt x="80" y="1229"/>
                      <a:pt x="80" y="1229"/>
                    </a:cubicBezTo>
                    <a:cubicBezTo>
                      <a:pt x="78" y="1228"/>
                      <a:pt x="75" y="1226"/>
                      <a:pt x="73" y="1223"/>
                    </a:cubicBezTo>
                    <a:cubicBezTo>
                      <a:pt x="70" y="1220"/>
                      <a:pt x="69" y="1218"/>
                      <a:pt x="70" y="1215"/>
                    </a:cubicBezTo>
                    <a:cubicBezTo>
                      <a:pt x="70" y="1211"/>
                      <a:pt x="74" y="1208"/>
                      <a:pt x="77" y="1206"/>
                    </a:cubicBezTo>
                    <a:cubicBezTo>
                      <a:pt x="78" y="1205"/>
                      <a:pt x="78" y="1205"/>
                      <a:pt x="78" y="1205"/>
                    </a:cubicBezTo>
                    <a:cubicBezTo>
                      <a:pt x="81" y="1203"/>
                      <a:pt x="82" y="1200"/>
                      <a:pt x="82" y="1196"/>
                    </a:cubicBezTo>
                    <a:cubicBezTo>
                      <a:pt x="82" y="1191"/>
                      <a:pt x="86" y="1186"/>
                      <a:pt x="87" y="1184"/>
                    </a:cubicBezTo>
                    <a:cubicBezTo>
                      <a:pt x="87" y="1183"/>
                      <a:pt x="87" y="1183"/>
                      <a:pt x="87" y="1181"/>
                    </a:cubicBezTo>
                    <a:cubicBezTo>
                      <a:pt x="85" y="1178"/>
                      <a:pt x="83" y="1175"/>
                      <a:pt x="86" y="1171"/>
                    </a:cubicBezTo>
                    <a:cubicBezTo>
                      <a:pt x="86" y="1171"/>
                      <a:pt x="85" y="1169"/>
                      <a:pt x="85" y="1169"/>
                    </a:cubicBezTo>
                    <a:cubicBezTo>
                      <a:pt x="84" y="1167"/>
                      <a:pt x="79" y="1162"/>
                      <a:pt x="78" y="1161"/>
                    </a:cubicBezTo>
                    <a:cubicBezTo>
                      <a:pt x="76" y="1159"/>
                      <a:pt x="75" y="1157"/>
                      <a:pt x="75" y="1154"/>
                    </a:cubicBezTo>
                    <a:cubicBezTo>
                      <a:pt x="74" y="1154"/>
                      <a:pt x="73" y="1153"/>
                      <a:pt x="72" y="1153"/>
                    </a:cubicBezTo>
                    <a:cubicBezTo>
                      <a:pt x="72" y="1153"/>
                      <a:pt x="71" y="1153"/>
                      <a:pt x="71" y="1153"/>
                    </a:cubicBezTo>
                    <a:cubicBezTo>
                      <a:pt x="68" y="1154"/>
                      <a:pt x="63" y="1155"/>
                      <a:pt x="61" y="1151"/>
                    </a:cubicBezTo>
                    <a:cubicBezTo>
                      <a:pt x="59" y="1147"/>
                      <a:pt x="62" y="1130"/>
                      <a:pt x="62" y="1129"/>
                    </a:cubicBezTo>
                    <a:cubicBezTo>
                      <a:pt x="62" y="1129"/>
                      <a:pt x="62" y="1129"/>
                      <a:pt x="62" y="1129"/>
                    </a:cubicBezTo>
                    <a:cubicBezTo>
                      <a:pt x="62" y="1129"/>
                      <a:pt x="61" y="1128"/>
                      <a:pt x="61" y="1129"/>
                    </a:cubicBezTo>
                    <a:cubicBezTo>
                      <a:pt x="58" y="1129"/>
                      <a:pt x="52" y="1127"/>
                      <a:pt x="49" y="1121"/>
                    </a:cubicBezTo>
                    <a:cubicBezTo>
                      <a:pt x="49" y="1119"/>
                      <a:pt x="42" y="1117"/>
                      <a:pt x="40" y="1118"/>
                    </a:cubicBezTo>
                    <a:cubicBezTo>
                      <a:pt x="36" y="1119"/>
                      <a:pt x="32" y="1117"/>
                      <a:pt x="30" y="1114"/>
                    </a:cubicBezTo>
                    <a:cubicBezTo>
                      <a:pt x="29" y="1113"/>
                      <a:pt x="28" y="1111"/>
                      <a:pt x="28" y="1110"/>
                    </a:cubicBezTo>
                    <a:cubicBezTo>
                      <a:pt x="27" y="1109"/>
                      <a:pt x="26" y="1108"/>
                      <a:pt x="24" y="1107"/>
                    </a:cubicBezTo>
                    <a:cubicBezTo>
                      <a:pt x="24" y="1106"/>
                      <a:pt x="24" y="1106"/>
                      <a:pt x="24" y="1106"/>
                    </a:cubicBezTo>
                    <a:cubicBezTo>
                      <a:pt x="22" y="1105"/>
                      <a:pt x="21" y="1104"/>
                      <a:pt x="20" y="1103"/>
                    </a:cubicBezTo>
                    <a:cubicBezTo>
                      <a:pt x="18" y="1106"/>
                      <a:pt x="16" y="1106"/>
                      <a:pt x="14" y="1105"/>
                    </a:cubicBezTo>
                    <a:cubicBezTo>
                      <a:pt x="13" y="1105"/>
                      <a:pt x="11" y="1104"/>
                      <a:pt x="10" y="1100"/>
                    </a:cubicBezTo>
                    <a:cubicBezTo>
                      <a:pt x="10" y="1100"/>
                      <a:pt x="10" y="1100"/>
                      <a:pt x="10" y="1100"/>
                    </a:cubicBezTo>
                    <a:cubicBezTo>
                      <a:pt x="9" y="1098"/>
                      <a:pt x="8" y="1096"/>
                      <a:pt x="8" y="1092"/>
                    </a:cubicBezTo>
                    <a:cubicBezTo>
                      <a:pt x="9" y="1090"/>
                      <a:pt x="9" y="1089"/>
                      <a:pt x="9" y="1089"/>
                    </a:cubicBezTo>
                    <a:cubicBezTo>
                      <a:pt x="9" y="1086"/>
                      <a:pt x="10" y="1083"/>
                      <a:pt x="14" y="1080"/>
                    </a:cubicBezTo>
                    <a:cubicBezTo>
                      <a:pt x="18" y="1076"/>
                      <a:pt x="22" y="1078"/>
                      <a:pt x="25" y="1079"/>
                    </a:cubicBezTo>
                    <a:cubicBezTo>
                      <a:pt x="26" y="1079"/>
                      <a:pt x="26" y="1079"/>
                      <a:pt x="26" y="1079"/>
                    </a:cubicBezTo>
                    <a:cubicBezTo>
                      <a:pt x="26" y="1079"/>
                      <a:pt x="27" y="1079"/>
                      <a:pt x="28" y="1079"/>
                    </a:cubicBezTo>
                    <a:cubicBezTo>
                      <a:pt x="29" y="1079"/>
                      <a:pt x="31" y="1079"/>
                      <a:pt x="32" y="1079"/>
                    </a:cubicBezTo>
                    <a:cubicBezTo>
                      <a:pt x="32" y="1087"/>
                      <a:pt x="32" y="1087"/>
                      <a:pt x="32" y="1087"/>
                    </a:cubicBezTo>
                    <a:cubicBezTo>
                      <a:pt x="31" y="1086"/>
                      <a:pt x="29" y="1086"/>
                      <a:pt x="28" y="1087"/>
                    </a:cubicBezTo>
                    <a:cubicBezTo>
                      <a:pt x="27" y="1087"/>
                      <a:pt x="25" y="1087"/>
                      <a:pt x="24" y="1086"/>
                    </a:cubicBezTo>
                    <a:cubicBezTo>
                      <a:pt x="23" y="1086"/>
                      <a:pt x="23" y="1086"/>
                      <a:pt x="23" y="1086"/>
                    </a:cubicBezTo>
                    <a:cubicBezTo>
                      <a:pt x="20" y="1085"/>
                      <a:pt x="20" y="1085"/>
                      <a:pt x="18" y="1086"/>
                    </a:cubicBezTo>
                    <a:cubicBezTo>
                      <a:pt x="17" y="1087"/>
                      <a:pt x="17" y="1087"/>
                      <a:pt x="17" y="1090"/>
                    </a:cubicBezTo>
                    <a:cubicBezTo>
                      <a:pt x="16" y="1091"/>
                      <a:pt x="16" y="1092"/>
                      <a:pt x="16" y="1093"/>
                    </a:cubicBezTo>
                    <a:cubicBezTo>
                      <a:pt x="16" y="1095"/>
                      <a:pt x="16" y="1095"/>
                      <a:pt x="16" y="1095"/>
                    </a:cubicBezTo>
                    <a:cubicBezTo>
                      <a:pt x="16" y="1096"/>
                      <a:pt x="17" y="1096"/>
                      <a:pt x="17" y="1096"/>
                    </a:cubicBezTo>
                    <a:cubicBezTo>
                      <a:pt x="17" y="1096"/>
                      <a:pt x="18" y="1095"/>
                      <a:pt x="18" y="1095"/>
                    </a:cubicBezTo>
                    <a:cubicBezTo>
                      <a:pt x="19" y="1095"/>
                      <a:pt x="23" y="1095"/>
                      <a:pt x="29" y="1101"/>
                    </a:cubicBezTo>
                    <a:cubicBezTo>
                      <a:pt x="30" y="1101"/>
                      <a:pt x="30" y="1101"/>
                      <a:pt x="30" y="1101"/>
                    </a:cubicBezTo>
                    <a:cubicBezTo>
                      <a:pt x="30" y="1102"/>
                      <a:pt x="31" y="1103"/>
                      <a:pt x="32" y="1103"/>
                    </a:cubicBezTo>
                    <a:cubicBezTo>
                      <a:pt x="34" y="1103"/>
                      <a:pt x="35" y="1106"/>
                      <a:pt x="35" y="1108"/>
                    </a:cubicBezTo>
                    <a:cubicBezTo>
                      <a:pt x="36" y="1108"/>
                      <a:pt x="36" y="1109"/>
                      <a:pt x="36" y="1109"/>
                    </a:cubicBezTo>
                    <a:cubicBezTo>
                      <a:pt x="36" y="1110"/>
                      <a:pt x="37" y="1110"/>
                      <a:pt x="38" y="1110"/>
                    </a:cubicBezTo>
                    <a:cubicBezTo>
                      <a:pt x="41" y="1109"/>
                      <a:pt x="54" y="1110"/>
                      <a:pt x="56" y="1118"/>
                    </a:cubicBezTo>
                    <a:cubicBezTo>
                      <a:pt x="57" y="1121"/>
                      <a:pt x="59" y="1121"/>
                      <a:pt x="60" y="1121"/>
                    </a:cubicBezTo>
                    <a:cubicBezTo>
                      <a:pt x="60" y="1121"/>
                      <a:pt x="60" y="1121"/>
                      <a:pt x="60" y="1121"/>
                    </a:cubicBezTo>
                    <a:cubicBezTo>
                      <a:pt x="61" y="1120"/>
                      <a:pt x="65" y="1121"/>
                      <a:pt x="68" y="1123"/>
                    </a:cubicBezTo>
                    <a:cubicBezTo>
                      <a:pt x="69" y="1124"/>
                      <a:pt x="70" y="1127"/>
                      <a:pt x="70" y="1131"/>
                    </a:cubicBezTo>
                    <a:cubicBezTo>
                      <a:pt x="69" y="1135"/>
                      <a:pt x="68" y="1142"/>
                      <a:pt x="68" y="1146"/>
                    </a:cubicBezTo>
                    <a:cubicBezTo>
                      <a:pt x="68" y="1146"/>
                      <a:pt x="69" y="1146"/>
                      <a:pt x="69" y="1146"/>
                    </a:cubicBezTo>
                    <a:cubicBezTo>
                      <a:pt x="69" y="1145"/>
                      <a:pt x="70" y="1145"/>
                      <a:pt x="70" y="1145"/>
                    </a:cubicBezTo>
                    <a:cubicBezTo>
                      <a:pt x="75" y="1144"/>
                      <a:pt x="80" y="1148"/>
                      <a:pt x="82" y="1151"/>
                    </a:cubicBezTo>
                    <a:cubicBezTo>
                      <a:pt x="85" y="1157"/>
                      <a:pt x="85" y="1157"/>
                      <a:pt x="85" y="1157"/>
                    </a:cubicBezTo>
                    <a:cubicBezTo>
                      <a:pt x="85" y="1157"/>
                      <a:pt x="85" y="1157"/>
                      <a:pt x="85" y="1157"/>
                    </a:cubicBezTo>
                    <a:cubicBezTo>
                      <a:pt x="87" y="1159"/>
                      <a:pt x="91" y="1163"/>
                      <a:pt x="91" y="1164"/>
                    </a:cubicBezTo>
                    <a:cubicBezTo>
                      <a:pt x="93" y="1167"/>
                      <a:pt x="95" y="1172"/>
                      <a:pt x="92" y="1175"/>
                    </a:cubicBezTo>
                    <a:cubicBezTo>
                      <a:pt x="92" y="1175"/>
                      <a:pt x="92" y="1175"/>
                      <a:pt x="92" y="1175"/>
                    </a:cubicBezTo>
                    <a:cubicBezTo>
                      <a:pt x="92" y="1176"/>
                      <a:pt x="93" y="1177"/>
                      <a:pt x="93" y="1178"/>
                    </a:cubicBezTo>
                    <a:cubicBezTo>
                      <a:pt x="96" y="1183"/>
                      <a:pt x="95" y="1186"/>
                      <a:pt x="94" y="1187"/>
                    </a:cubicBezTo>
                    <a:cubicBezTo>
                      <a:pt x="94" y="1188"/>
                      <a:pt x="94" y="1188"/>
                      <a:pt x="94" y="1188"/>
                    </a:cubicBezTo>
                    <a:cubicBezTo>
                      <a:pt x="92" y="1190"/>
                      <a:pt x="90" y="1194"/>
                      <a:pt x="90" y="1196"/>
                    </a:cubicBezTo>
                    <a:cubicBezTo>
                      <a:pt x="90" y="1203"/>
                      <a:pt x="87" y="1208"/>
                      <a:pt x="83" y="1212"/>
                    </a:cubicBezTo>
                    <a:cubicBezTo>
                      <a:pt x="81" y="1212"/>
                      <a:pt x="81" y="1212"/>
                      <a:pt x="81" y="1212"/>
                    </a:cubicBezTo>
                    <a:cubicBezTo>
                      <a:pt x="80" y="1213"/>
                      <a:pt x="78" y="1215"/>
                      <a:pt x="78" y="1216"/>
                    </a:cubicBezTo>
                    <a:cubicBezTo>
                      <a:pt x="77" y="1216"/>
                      <a:pt x="78" y="1217"/>
                      <a:pt x="79" y="1218"/>
                    </a:cubicBezTo>
                    <a:cubicBezTo>
                      <a:pt x="80" y="1220"/>
                      <a:pt x="82" y="1221"/>
                      <a:pt x="84" y="1222"/>
                    </a:cubicBezTo>
                    <a:cubicBezTo>
                      <a:pt x="86" y="1222"/>
                      <a:pt x="91" y="1225"/>
                      <a:pt x="88" y="1231"/>
                    </a:cubicBezTo>
                    <a:cubicBezTo>
                      <a:pt x="87" y="1232"/>
                      <a:pt x="87" y="1233"/>
                      <a:pt x="87" y="1234"/>
                    </a:cubicBezTo>
                    <a:cubicBezTo>
                      <a:pt x="86" y="1236"/>
                      <a:pt x="85" y="1238"/>
                      <a:pt x="84" y="1239"/>
                    </a:cubicBezTo>
                    <a:cubicBezTo>
                      <a:pt x="84" y="1239"/>
                      <a:pt x="85" y="1239"/>
                      <a:pt x="85" y="1239"/>
                    </a:cubicBezTo>
                    <a:cubicBezTo>
                      <a:pt x="85" y="1240"/>
                      <a:pt x="85" y="1240"/>
                      <a:pt x="85" y="1240"/>
                    </a:cubicBezTo>
                    <a:cubicBezTo>
                      <a:pt x="87" y="1241"/>
                      <a:pt x="95" y="1243"/>
                      <a:pt x="97" y="1242"/>
                    </a:cubicBezTo>
                    <a:cubicBezTo>
                      <a:pt x="100" y="1239"/>
                      <a:pt x="107" y="1235"/>
                      <a:pt x="111" y="1237"/>
                    </a:cubicBezTo>
                    <a:cubicBezTo>
                      <a:pt x="113" y="1238"/>
                      <a:pt x="114" y="1239"/>
                      <a:pt x="115" y="1241"/>
                    </a:cubicBezTo>
                    <a:cubicBezTo>
                      <a:pt x="115" y="1244"/>
                      <a:pt x="115" y="1248"/>
                      <a:pt x="112" y="1251"/>
                    </a:cubicBezTo>
                    <a:cubicBezTo>
                      <a:pt x="112" y="1252"/>
                      <a:pt x="111" y="1252"/>
                      <a:pt x="111" y="1252"/>
                    </a:cubicBezTo>
                    <a:cubicBezTo>
                      <a:pt x="113" y="1253"/>
                      <a:pt x="118" y="1258"/>
                      <a:pt x="120" y="1264"/>
                    </a:cubicBezTo>
                    <a:cubicBezTo>
                      <a:pt x="120" y="1266"/>
                      <a:pt x="120" y="1266"/>
                      <a:pt x="121" y="1267"/>
                    </a:cubicBezTo>
                    <a:cubicBezTo>
                      <a:pt x="122" y="1267"/>
                      <a:pt x="123" y="1268"/>
                      <a:pt x="124" y="1269"/>
                    </a:cubicBezTo>
                    <a:cubicBezTo>
                      <a:pt x="126" y="1272"/>
                      <a:pt x="130" y="1274"/>
                      <a:pt x="131" y="1274"/>
                    </a:cubicBezTo>
                    <a:cubicBezTo>
                      <a:pt x="134" y="1275"/>
                      <a:pt x="140" y="1275"/>
                      <a:pt x="142" y="1282"/>
                    </a:cubicBezTo>
                    <a:cubicBezTo>
                      <a:pt x="142" y="1283"/>
                      <a:pt x="142" y="1284"/>
                      <a:pt x="142" y="1284"/>
                    </a:cubicBezTo>
                    <a:cubicBezTo>
                      <a:pt x="142" y="1283"/>
                      <a:pt x="143" y="1284"/>
                      <a:pt x="144" y="1284"/>
                    </a:cubicBezTo>
                    <a:cubicBezTo>
                      <a:pt x="148" y="1284"/>
                      <a:pt x="152" y="1287"/>
                      <a:pt x="156" y="1291"/>
                    </a:cubicBezTo>
                    <a:cubicBezTo>
                      <a:pt x="158" y="1292"/>
                      <a:pt x="158" y="1292"/>
                      <a:pt x="158" y="1292"/>
                    </a:cubicBezTo>
                    <a:cubicBezTo>
                      <a:pt x="159" y="1293"/>
                      <a:pt x="162" y="1296"/>
                      <a:pt x="163" y="1296"/>
                    </a:cubicBezTo>
                    <a:cubicBezTo>
                      <a:pt x="163" y="1296"/>
                      <a:pt x="164" y="1296"/>
                      <a:pt x="164" y="1296"/>
                    </a:cubicBezTo>
                    <a:cubicBezTo>
                      <a:pt x="166" y="1296"/>
                      <a:pt x="168" y="1296"/>
                      <a:pt x="171" y="1298"/>
                    </a:cubicBezTo>
                    <a:cubicBezTo>
                      <a:pt x="173" y="1299"/>
                      <a:pt x="174" y="1299"/>
                      <a:pt x="174" y="1299"/>
                    </a:cubicBezTo>
                    <a:cubicBezTo>
                      <a:pt x="178" y="1297"/>
                      <a:pt x="182" y="1299"/>
                      <a:pt x="185" y="1302"/>
                    </a:cubicBezTo>
                    <a:cubicBezTo>
                      <a:pt x="187" y="1303"/>
                      <a:pt x="189" y="1303"/>
                      <a:pt x="190" y="1303"/>
                    </a:cubicBezTo>
                    <a:cubicBezTo>
                      <a:pt x="193" y="1302"/>
                      <a:pt x="195" y="1303"/>
                      <a:pt x="196" y="1304"/>
                    </a:cubicBezTo>
                    <a:cubicBezTo>
                      <a:pt x="197" y="1304"/>
                      <a:pt x="197" y="1304"/>
                      <a:pt x="198" y="1304"/>
                    </a:cubicBezTo>
                    <a:cubicBezTo>
                      <a:pt x="198" y="1304"/>
                      <a:pt x="205" y="1304"/>
                      <a:pt x="207" y="1309"/>
                    </a:cubicBezTo>
                    <a:cubicBezTo>
                      <a:pt x="208" y="1310"/>
                      <a:pt x="208" y="1312"/>
                      <a:pt x="206" y="1315"/>
                    </a:cubicBezTo>
                    <a:cubicBezTo>
                      <a:pt x="204" y="1317"/>
                      <a:pt x="202" y="1318"/>
                      <a:pt x="200" y="1318"/>
                    </a:cubicBezTo>
                    <a:cubicBezTo>
                      <a:pt x="198" y="1319"/>
                      <a:pt x="197" y="1320"/>
                      <a:pt x="197" y="1321"/>
                    </a:cubicBezTo>
                    <a:cubicBezTo>
                      <a:pt x="196" y="1322"/>
                      <a:pt x="196" y="1322"/>
                      <a:pt x="195" y="1323"/>
                    </a:cubicBezTo>
                    <a:cubicBezTo>
                      <a:pt x="193" y="1325"/>
                      <a:pt x="193" y="1326"/>
                      <a:pt x="193" y="1329"/>
                    </a:cubicBezTo>
                    <a:cubicBezTo>
                      <a:pt x="194" y="1331"/>
                      <a:pt x="194" y="1333"/>
                      <a:pt x="194" y="1335"/>
                    </a:cubicBezTo>
                    <a:cubicBezTo>
                      <a:pt x="194" y="1336"/>
                      <a:pt x="194" y="1338"/>
                      <a:pt x="194" y="1339"/>
                    </a:cubicBezTo>
                    <a:cubicBezTo>
                      <a:pt x="197" y="1342"/>
                      <a:pt x="197" y="1343"/>
                      <a:pt x="196" y="1349"/>
                    </a:cubicBezTo>
                    <a:cubicBezTo>
                      <a:pt x="196" y="1351"/>
                      <a:pt x="196" y="1353"/>
                      <a:pt x="196" y="1354"/>
                    </a:cubicBezTo>
                    <a:cubicBezTo>
                      <a:pt x="196" y="1356"/>
                      <a:pt x="196" y="1358"/>
                      <a:pt x="196" y="1359"/>
                    </a:cubicBezTo>
                    <a:cubicBezTo>
                      <a:pt x="196" y="1361"/>
                      <a:pt x="196" y="1362"/>
                      <a:pt x="196" y="1362"/>
                    </a:cubicBezTo>
                    <a:cubicBezTo>
                      <a:pt x="197" y="1365"/>
                      <a:pt x="197" y="1366"/>
                      <a:pt x="196" y="1368"/>
                    </a:cubicBezTo>
                    <a:cubicBezTo>
                      <a:pt x="196" y="1369"/>
                      <a:pt x="195" y="1371"/>
                      <a:pt x="193" y="1374"/>
                    </a:cubicBezTo>
                    <a:cubicBezTo>
                      <a:pt x="193" y="1374"/>
                      <a:pt x="193" y="1374"/>
                      <a:pt x="193" y="1374"/>
                    </a:cubicBezTo>
                    <a:cubicBezTo>
                      <a:pt x="193" y="1375"/>
                      <a:pt x="193" y="1375"/>
                      <a:pt x="193" y="1376"/>
                    </a:cubicBezTo>
                    <a:cubicBezTo>
                      <a:pt x="193" y="1377"/>
                      <a:pt x="193" y="1377"/>
                      <a:pt x="193" y="1377"/>
                    </a:cubicBezTo>
                    <a:cubicBezTo>
                      <a:pt x="194" y="1385"/>
                      <a:pt x="195" y="1386"/>
                      <a:pt x="195" y="1387"/>
                    </a:cubicBezTo>
                    <a:cubicBezTo>
                      <a:pt x="196" y="1387"/>
                      <a:pt x="197" y="1388"/>
                      <a:pt x="198" y="1389"/>
                    </a:cubicBezTo>
                    <a:cubicBezTo>
                      <a:pt x="198" y="1390"/>
                      <a:pt x="199" y="1391"/>
                      <a:pt x="200" y="1391"/>
                    </a:cubicBezTo>
                    <a:cubicBezTo>
                      <a:pt x="200" y="1391"/>
                      <a:pt x="201" y="1391"/>
                      <a:pt x="202" y="1391"/>
                    </a:cubicBezTo>
                    <a:cubicBezTo>
                      <a:pt x="204" y="1391"/>
                      <a:pt x="209" y="1391"/>
                      <a:pt x="210" y="1397"/>
                    </a:cubicBezTo>
                    <a:cubicBezTo>
                      <a:pt x="210" y="1397"/>
                      <a:pt x="213" y="1399"/>
                      <a:pt x="214" y="1400"/>
                    </a:cubicBezTo>
                    <a:cubicBezTo>
                      <a:pt x="214" y="1400"/>
                      <a:pt x="214" y="1400"/>
                      <a:pt x="214" y="1400"/>
                    </a:cubicBezTo>
                    <a:cubicBezTo>
                      <a:pt x="217" y="1400"/>
                      <a:pt x="221" y="1403"/>
                      <a:pt x="222" y="1407"/>
                    </a:cubicBezTo>
                    <a:cubicBezTo>
                      <a:pt x="222" y="1407"/>
                      <a:pt x="223" y="1409"/>
                      <a:pt x="223" y="1410"/>
                    </a:cubicBezTo>
                    <a:cubicBezTo>
                      <a:pt x="224" y="1411"/>
                      <a:pt x="225" y="1412"/>
                      <a:pt x="225" y="1414"/>
                    </a:cubicBezTo>
                    <a:cubicBezTo>
                      <a:pt x="226" y="1415"/>
                      <a:pt x="227" y="1416"/>
                      <a:pt x="228" y="1417"/>
                    </a:cubicBezTo>
                    <a:cubicBezTo>
                      <a:pt x="229" y="1418"/>
                      <a:pt x="229" y="1418"/>
                      <a:pt x="229" y="1418"/>
                    </a:cubicBezTo>
                    <a:cubicBezTo>
                      <a:pt x="229" y="1418"/>
                      <a:pt x="229" y="1418"/>
                      <a:pt x="229" y="1418"/>
                    </a:cubicBezTo>
                    <a:cubicBezTo>
                      <a:pt x="229" y="1418"/>
                      <a:pt x="229" y="1418"/>
                      <a:pt x="229" y="1418"/>
                    </a:cubicBezTo>
                    <a:cubicBezTo>
                      <a:pt x="230" y="1418"/>
                      <a:pt x="230" y="1418"/>
                      <a:pt x="230" y="1418"/>
                    </a:cubicBezTo>
                    <a:cubicBezTo>
                      <a:pt x="233" y="1418"/>
                      <a:pt x="239" y="1422"/>
                      <a:pt x="240" y="1426"/>
                    </a:cubicBezTo>
                    <a:cubicBezTo>
                      <a:pt x="240" y="1428"/>
                      <a:pt x="239" y="1430"/>
                      <a:pt x="237" y="1431"/>
                    </a:cubicBezTo>
                    <a:cubicBezTo>
                      <a:pt x="236" y="1432"/>
                      <a:pt x="234" y="1433"/>
                      <a:pt x="233" y="1433"/>
                    </a:cubicBezTo>
                    <a:cubicBezTo>
                      <a:pt x="233" y="1433"/>
                      <a:pt x="233" y="1433"/>
                      <a:pt x="233" y="1433"/>
                    </a:cubicBezTo>
                    <a:cubicBezTo>
                      <a:pt x="233" y="1436"/>
                      <a:pt x="231" y="1437"/>
                      <a:pt x="230" y="1439"/>
                    </a:cubicBezTo>
                    <a:cubicBezTo>
                      <a:pt x="230" y="1439"/>
                      <a:pt x="229" y="1440"/>
                      <a:pt x="229" y="1440"/>
                    </a:cubicBezTo>
                    <a:cubicBezTo>
                      <a:pt x="225" y="1444"/>
                      <a:pt x="220" y="1445"/>
                      <a:pt x="217" y="1444"/>
                    </a:cubicBezTo>
                    <a:cubicBezTo>
                      <a:pt x="216" y="1444"/>
                      <a:pt x="215" y="1445"/>
                      <a:pt x="215" y="1445"/>
                    </a:cubicBezTo>
                    <a:cubicBezTo>
                      <a:pt x="213" y="1446"/>
                      <a:pt x="210" y="1446"/>
                      <a:pt x="208" y="1446"/>
                    </a:cubicBezTo>
                    <a:cubicBezTo>
                      <a:pt x="207" y="1446"/>
                      <a:pt x="207" y="1446"/>
                      <a:pt x="207" y="1446"/>
                    </a:cubicBezTo>
                    <a:cubicBezTo>
                      <a:pt x="207" y="1446"/>
                      <a:pt x="207" y="1446"/>
                      <a:pt x="207" y="1446"/>
                    </a:cubicBezTo>
                    <a:cubicBezTo>
                      <a:pt x="207" y="1447"/>
                      <a:pt x="208" y="1448"/>
                      <a:pt x="208" y="1449"/>
                    </a:cubicBezTo>
                    <a:cubicBezTo>
                      <a:pt x="210" y="1453"/>
                      <a:pt x="210" y="1456"/>
                      <a:pt x="208" y="1462"/>
                    </a:cubicBezTo>
                    <a:cubicBezTo>
                      <a:pt x="208" y="1463"/>
                      <a:pt x="207" y="1464"/>
                      <a:pt x="207" y="1466"/>
                    </a:cubicBezTo>
                    <a:cubicBezTo>
                      <a:pt x="204" y="1473"/>
                      <a:pt x="203" y="1477"/>
                      <a:pt x="201" y="1479"/>
                    </a:cubicBezTo>
                    <a:cubicBezTo>
                      <a:pt x="199" y="1480"/>
                      <a:pt x="198" y="1480"/>
                      <a:pt x="197" y="1480"/>
                    </a:cubicBezTo>
                    <a:cubicBezTo>
                      <a:pt x="196" y="1480"/>
                      <a:pt x="196" y="1480"/>
                      <a:pt x="196" y="1480"/>
                    </a:cubicBezTo>
                    <a:cubicBezTo>
                      <a:pt x="196" y="1481"/>
                      <a:pt x="196" y="1482"/>
                      <a:pt x="196" y="1485"/>
                    </a:cubicBezTo>
                    <a:cubicBezTo>
                      <a:pt x="199" y="1495"/>
                      <a:pt x="200" y="1497"/>
                      <a:pt x="200" y="1499"/>
                    </a:cubicBezTo>
                    <a:cubicBezTo>
                      <a:pt x="201" y="1499"/>
                      <a:pt x="201" y="1499"/>
                      <a:pt x="201" y="1499"/>
                    </a:cubicBezTo>
                    <a:cubicBezTo>
                      <a:pt x="201" y="1500"/>
                      <a:pt x="201" y="1500"/>
                      <a:pt x="202" y="1501"/>
                    </a:cubicBezTo>
                    <a:cubicBezTo>
                      <a:pt x="203" y="1503"/>
                      <a:pt x="204" y="1505"/>
                      <a:pt x="205" y="1506"/>
                    </a:cubicBezTo>
                    <a:cubicBezTo>
                      <a:pt x="206" y="1509"/>
                      <a:pt x="208" y="1511"/>
                      <a:pt x="209" y="1515"/>
                    </a:cubicBezTo>
                    <a:cubicBezTo>
                      <a:pt x="210" y="1517"/>
                      <a:pt x="211" y="1520"/>
                      <a:pt x="211" y="1523"/>
                    </a:cubicBezTo>
                    <a:cubicBezTo>
                      <a:pt x="211" y="1524"/>
                      <a:pt x="212" y="1526"/>
                      <a:pt x="212" y="1527"/>
                    </a:cubicBezTo>
                    <a:cubicBezTo>
                      <a:pt x="215" y="1534"/>
                      <a:pt x="211" y="1538"/>
                      <a:pt x="209" y="1539"/>
                    </a:cubicBezTo>
                    <a:cubicBezTo>
                      <a:pt x="207" y="1540"/>
                      <a:pt x="207" y="1542"/>
                      <a:pt x="207" y="1542"/>
                    </a:cubicBezTo>
                    <a:cubicBezTo>
                      <a:pt x="208" y="1543"/>
                      <a:pt x="210" y="1546"/>
                      <a:pt x="212" y="1547"/>
                    </a:cubicBezTo>
                    <a:cubicBezTo>
                      <a:pt x="214" y="1549"/>
                      <a:pt x="216" y="1551"/>
                      <a:pt x="216" y="1553"/>
                    </a:cubicBezTo>
                    <a:cubicBezTo>
                      <a:pt x="216" y="1555"/>
                      <a:pt x="216" y="1557"/>
                      <a:pt x="214" y="1559"/>
                    </a:cubicBezTo>
                    <a:cubicBezTo>
                      <a:pt x="212" y="1561"/>
                      <a:pt x="211" y="1562"/>
                      <a:pt x="211" y="1565"/>
                    </a:cubicBezTo>
                    <a:cubicBezTo>
                      <a:pt x="211" y="1565"/>
                      <a:pt x="212" y="1566"/>
                      <a:pt x="212" y="1567"/>
                    </a:cubicBezTo>
                    <a:cubicBezTo>
                      <a:pt x="213" y="1570"/>
                      <a:pt x="214" y="1574"/>
                      <a:pt x="211" y="1579"/>
                    </a:cubicBezTo>
                    <a:cubicBezTo>
                      <a:pt x="210" y="1580"/>
                      <a:pt x="209" y="1582"/>
                      <a:pt x="208" y="1584"/>
                    </a:cubicBezTo>
                    <a:cubicBezTo>
                      <a:pt x="205" y="1589"/>
                      <a:pt x="203" y="1593"/>
                      <a:pt x="198" y="1593"/>
                    </a:cubicBezTo>
                    <a:cubicBezTo>
                      <a:pt x="196" y="1593"/>
                      <a:pt x="196" y="1593"/>
                      <a:pt x="196" y="1595"/>
                    </a:cubicBezTo>
                    <a:cubicBezTo>
                      <a:pt x="195" y="1597"/>
                      <a:pt x="194" y="1598"/>
                      <a:pt x="193" y="1599"/>
                    </a:cubicBezTo>
                    <a:cubicBezTo>
                      <a:pt x="192" y="1600"/>
                      <a:pt x="190" y="1601"/>
                      <a:pt x="189" y="1604"/>
                    </a:cubicBezTo>
                    <a:cubicBezTo>
                      <a:pt x="188" y="1606"/>
                      <a:pt x="186" y="1609"/>
                      <a:pt x="183" y="1610"/>
                    </a:cubicBezTo>
                    <a:cubicBezTo>
                      <a:pt x="179" y="1610"/>
                      <a:pt x="176" y="1607"/>
                      <a:pt x="174" y="1604"/>
                    </a:cubicBezTo>
                    <a:cubicBezTo>
                      <a:pt x="169" y="1597"/>
                      <a:pt x="164" y="1590"/>
                      <a:pt x="165" y="1583"/>
                    </a:cubicBezTo>
                    <a:cubicBezTo>
                      <a:pt x="166" y="1577"/>
                      <a:pt x="167" y="1570"/>
                      <a:pt x="168" y="1567"/>
                    </a:cubicBezTo>
                    <a:cubicBezTo>
                      <a:pt x="168" y="1567"/>
                      <a:pt x="168" y="1566"/>
                      <a:pt x="168" y="1566"/>
                    </a:cubicBezTo>
                    <a:cubicBezTo>
                      <a:pt x="168" y="1566"/>
                      <a:pt x="167" y="1566"/>
                      <a:pt x="167" y="1566"/>
                    </a:cubicBezTo>
                    <a:cubicBezTo>
                      <a:pt x="161" y="1566"/>
                      <a:pt x="148" y="1571"/>
                      <a:pt x="146" y="1572"/>
                    </a:cubicBezTo>
                    <a:cubicBezTo>
                      <a:pt x="145" y="1573"/>
                      <a:pt x="145" y="1574"/>
                      <a:pt x="145" y="1577"/>
                    </a:cubicBezTo>
                    <a:cubicBezTo>
                      <a:pt x="145" y="1579"/>
                      <a:pt x="145" y="1580"/>
                      <a:pt x="146" y="1581"/>
                    </a:cubicBezTo>
                    <a:cubicBezTo>
                      <a:pt x="146" y="1582"/>
                      <a:pt x="146" y="1583"/>
                      <a:pt x="147" y="1585"/>
                    </a:cubicBezTo>
                    <a:cubicBezTo>
                      <a:pt x="147" y="1590"/>
                      <a:pt x="145" y="1595"/>
                      <a:pt x="140" y="1598"/>
                    </a:cubicBezTo>
                    <a:cubicBezTo>
                      <a:pt x="140" y="1598"/>
                      <a:pt x="139" y="1599"/>
                      <a:pt x="141" y="1603"/>
                    </a:cubicBezTo>
                    <a:cubicBezTo>
                      <a:pt x="141" y="1605"/>
                      <a:pt x="143" y="1606"/>
                      <a:pt x="144" y="1606"/>
                    </a:cubicBezTo>
                    <a:cubicBezTo>
                      <a:pt x="146" y="1607"/>
                      <a:pt x="151" y="1610"/>
                      <a:pt x="152" y="1614"/>
                    </a:cubicBezTo>
                    <a:cubicBezTo>
                      <a:pt x="152" y="1615"/>
                      <a:pt x="152" y="1618"/>
                      <a:pt x="148" y="1620"/>
                    </a:cubicBezTo>
                    <a:cubicBezTo>
                      <a:pt x="142" y="1623"/>
                      <a:pt x="142" y="1623"/>
                      <a:pt x="142" y="1625"/>
                    </a:cubicBezTo>
                    <a:cubicBezTo>
                      <a:pt x="142" y="1630"/>
                      <a:pt x="143" y="1633"/>
                      <a:pt x="144" y="1635"/>
                    </a:cubicBezTo>
                    <a:cubicBezTo>
                      <a:pt x="145" y="1636"/>
                      <a:pt x="145" y="1636"/>
                      <a:pt x="145" y="1636"/>
                    </a:cubicBezTo>
                    <a:cubicBezTo>
                      <a:pt x="145" y="1638"/>
                      <a:pt x="146" y="1642"/>
                      <a:pt x="145" y="1645"/>
                    </a:cubicBezTo>
                    <a:cubicBezTo>
                      <a:pt x="144" y="1647"/>
                      <a:pt x="143" y="1648"/>
                      <a:pt x="141" y="1649"/>
                    </a:cubicBezTo>
                    <a:cubicBezTo>
                      <a:pt x="140" y="1650"/>
                      <a:pt x="137" y="1652"/>
                      <a:pt x="137" y="1653"/>
                    </a:cubicBezTo>
                    <a:cubicBezTo>
                      <a:pt x="137" y="1654"/>
                      <a:pt x="137" y="1655"/>
                      <a:pt x="137" y="1656"/>
                    </a:cubicBezTo>
                    <a:cubicBezTo>
                      <a:pt x="138" y="1657"/>
                      <a:pt x="138" y="1659"/>
                      <a:pt x="137" y="1662"/>
                    </a:cubicBezTo>
                    <a:cubicBezTo>
                      <a:pt x="137" y="1663"/>
                      <a:pt x="136" y="1664"/>
                      <a:pt x="135" y="1664"/>
                    </a:cubicBezTo>
                    <a:cubicBezTo>
                      <a:pt x="137" y="1666"/>
                      <a:pt x="139" y="1667"/>
                      <a:pt x="139" y="1667"/>
                    </a:cubicBezTo>
                    <a:cubicBezTo>
                      <a:pt x="144" y="1668"/>
                      <a:pt x="143" y="1674"/>
                      <a:pt x="143" y="1678"/>
                    </a:cubicBezTo>
                    <a:cubicBezTo>
                      <a:pt x="143" y="1684"/>
                      <a:pt x="142" y="1691"/>
                      <a:pt x="143" y="1694"/>
                    </a:cubicBezTo>
                    <a:cubicBezTo>
                      <a:pt x="144" y="1696"/>
                      <a:pt x="147" y="1699"/>
                      <a:pt x="148" y="1699"/>
                    </a:cubicBezTo>
                    <a:cubicBezTo>
                      <a:pt x="154" y="1700"/>
                      <a:pt x="156" y="1703"/>
                      <a:pt x="156" y="1706"/>
                    </a:cubicBezTo>
                    <a:cubicBezTo>
                      <a:pt x="157" y="1706"/>
                      <a:pt x="159" y="1706"/>
                      <a:pt x="159" y="1705"/>
                    </a:cubicBezTo>
                    <a:cubicBezTo>
                      <a:pt x="161" y="1703"/>
                      <a:pt x="164" y="1701"/>
                      <a:pt x="167" y="1702"/>
                    </a:cubicBezTo>
                    <a:cubicBezTo>
                      <a:pt x="170" y="1702"/>
                      <a:pt x="172" y="1703"/>
                      <a:pt x="173" y="1706"/>
                    </a:cubicBezTo>
                    <a:cubicBezTo>
                      <a:pt x="173" y="1706"/>
                      <a:pt x="173" y="1706"/>
                      <a:pt x="174" y="1707"/>
                    </a:cubicBezTo>
                    <a:cubicBezTo>
                      <a:pt x="174" y="1707"/>
                      <a:pt x="174" y="1707"/>
                      <a:pt x="174" y="1707"/>
                    </a:cubicBezTo>
                    <a:cubicBezTo>
                      <a:pt x="177" y="1708"/>
                      <a:pt x="179" y="1712"/>
                      <a:pt x="180" y="1715"/>
                    </a:cubicBezTo>
                    <a:cubicBezTo>
                      <a:pt x="180" y="1715"/>
                      <a:pt x="180" y="1715"/>
                      <a:pt x="181" y="1715"/>
                    </a:cubicBezTo>
                    <a:cubicBezTo>
                      <a:pt x="182" y="1715"/>
                      <a:pt x="182" y="1715"/>
                      <a:pt x="182" y="1715"/>
                    </a:cubicBezTo>
                    <a:cubicBezTo>
                      <a:pt x="183" y="1715"/>
                      <a:pt x="184" y="1715"/>
                      <a:pt x="185" y="1716"/>
                    </a:cubicBezTo>
                    <a:cubicBezTo>
                      <a:pt x="186" y="1716"/>
                      <a:pt x="187" y="1716"/>
                      <a:pt x="188" y="1716"/>
                    </a:cubicBezTo>
                    <a:cubicBezTo>
                      <a:pt x="190" y="1716"/>
                      <a:pt x="194" y="1717"/>
                      <a:pt x="195" y="1724"/>
                    </a:cubicBezTo>
                    <a:cubicBezTo>
                      <a:pt x="195" y="1725"/>
                      <a:pt x="195" y="1726"/>
                      <a:pt x="196" y="1727"/>
                    </a:cubicBezTo>
                    <a:cubicBezTo>
                      <a:pt x="197" y="1728"/>
                      <a:pt x="197" y="1729"/>
                      <a:pt x="198" y="1730"/>
                    </a:cubicBezTo>
                    <a:cubicBezTo>
                      <a:pt x="198" y="1730"/>
                      <a:pt x="199" y="1731"/>
                      <a:pt x="199" y="1731"/>
                    </a:cubicBezTo>
                    <a:cubicBezTo>
                      <a:pt x="201" y="1734"/>
                      <a:pt x="204" y="1738"/>
                      <a:pt x="203" y="1745"/>
                    </a:cubicBezTo>
                    <a:cubicBezTo>
                      <a:pt x="203" y="1746"/>
                      <a:pt x="203" y="1747"/>
                      <a:pt x="202" y="1748"/>
                    </a:cubicBezTo>
                    <a:cubicBezTo>
                      <a:pt x="202" y="1752"/>
                      <a:pt x="202" y="1752"/>
                      <a:pt x="206" y="1756"/>
                    </a:cubicBezTo>
                    <a:cubicBezTo>
                      <a:pt x="209" y="1759"/>
                      <a:pt x="213" y="1761"/>
                      <a:pt x="217" y="1763"/>
                    </a:cubicBezTo>
                    <a:cubicBezTo>
                      <a:pt x="220" y="1764"/>
                      <a:pt x="222" y="1765"/>
                      <a:pt x="224" y="1767"/>
                    </a:cubicBezTo>
                    <a:cubicBezTo>
                      <a:pt x="225" y="1768"/>
                      <a:pt x="227" y="1770"/>
                      <a:pt x="229" y="1772"/>
                    </a:cubicBezTo>
                    <a:cubicBezTo>
                      <a:pt x="232" y="1775"/>
                      <a:pt x="235" y="1779"/>
                      <a:pt x="237" y="1780"/>
                    </a:cubicBezTo>
                    <a:cubicBezTo>
                      <a:pt x="240" y="1782"/>
                      <a:pt x="245" y="1784"/>
                      <a:pt x="247" y="1788"/>
                    </a:cubicBezTo>
                    <a:cubicBezTo>
                      <a:pt x="248" y="1789"/>
                      <a:pt x="249" y="1790"/>
                      <a:pt x="250" y="1791"/>
                    </a:cubicBezTo>
                    <a:cubicBezTo>
                      <a:pt x="251" y="1793"/>
                      <a:pt x="253" y="1795"/>
                      <a:pt x="254" y="1797"/>
                    </a:cubicBezTo>
                    <a:cubicBezTo>
                      <a:pt x="254" y="1798"/>
                      <a:pt x="256" y="1799"/>
                      <a:pt x="256" y="1800"/>
                    </a:cubicBezTo>
                    <a:cubicBezTo>
                      <a:pt x="258" y="1801"/>
                      <a:pt x="260" y="1803"/>
                      <a:pt x="262" y="1805"/>
                    </a:cubicBezTo>
                    <a:cubicBezTo>
                      <a:pt x="262" y="1806"/>
                      <a:pt x="263" y="1806"/>
                      <a:pt x="264" y="1807"/>
                    </a:cubicBezTo>
                    <a:cubicBezTo>
                      <a:pt x="266" y="1809"/>
                      <a:pt x="270" y="1812"/>
                      <a:pt x="269" y="1819"/>
                    </a:cubicBezTo>
                    <a:cubicBezTo>
                      <a:pt x="269" y="1821"/>
                      <a:pt x="269" y="1823"/>
                      <a:pt x="269" y="1824"/>
                    </a:cubicBezTo>
                    <a:cubicBezTo>
                      <a:pt x="269" y="1825"/>
                      <a:pt x="269" y="1826"/>
                      <a:pt x="269" y="1827"/>
                    </a:cubicBezTo>
                    <a:cubicBezTo>
                      <a:pt x="269" y="1827"/>
                      <a:pt x="269" y="1827"/>
                      <a:pt x="269" y="1827"/>
                    </a:cubicBezTo>
                    <a:cubicBezTo>
                      <a:pt x="271" y="1828"/>
                      <a:pt x="274" y="1829"/>
                      <a:pt x="275" y="1828"/>
                    </a:cubicBezTo>
                    <a:cubicBezTo>
                      <a:pt x="275" y="1828"/>
                      <a:pt x="275" y="1827"/>
                      <a:pt x="275" y="1827"/>
                    </a:cubicBezTo>
                    <a:cubicBezTo>
                      <a:pt x="275" y="1825"/>
                      <a:pt x="275" y="1823"/>
                      <a:pt x="277" y="1821"/>
                    </a:cubicBezTo>
                    <a:cubicBezTo>
                      <a:pt x="279" y="1820"/>
                      <a:pt x="282" y="1820"/>
                      <a:pt x="284" y="1820"/>
                    </a:cubicBezTo>
                    <a:cubicBezTo>
                      <a:pt x="287" y="1821"/>
                      <a:pt x="288" y="1820"/>
                      <a:pt x="288" y="1820"/>
                    </a:cubicBezTo>
                    <a:cubicBezTo>
                      <a:pt x="288" y="1817"/>
                      <a:pt x="290" y="1814"/>
                      <a:pt x="293" y="1809"/>
                    </a:cubicBezTo>
                    <a:cubicBezTo>
                      <a:pt x="293" y="1808"/>
                      <a:pt x="294" y="1806"/>
                      <a:pt x="294" y="1806"/>
                    </a:cubicBezTo>
                    <a:cubicBezTo>
                      <a:pt x="295" y="1804"/>
                      <a:pt x="297" y="1802"/>
                      <a:pt x="299" y="1801"/>
                    </a:cubicBezTo>
                    <a:cubicBezTo>
                      <a:pt x="302" y="1801"/>
                      <a:pt x="304" y="1802"/>
                      <a:pt x="306" y="1803"/>
                    </a:cubicBezTo>
                    <a:cubicBezTo>
                      <a:pt x="307" y="1804"/>
                      <a:pt x="307" y="1805"/>
                      <a:pt x="308" y="1806"/>
                    </a:cubicBezTo>
                    <a:cubicBezTo>
                      <a:pt x="308" y="1806"/>
                      <a:pt x="308" y="1807"/>
                      <a:pt x="308" y="1807"/>
                    </a:cubicBezTo>
                    <a:cubicBezTo>
                      <a:pt x="309" y="1807"/>
                      <a:pt x="309" y="1807"/>
                      <a:pt x="310" y="1806"/>
                    </a:cubicBezTo>
                    <a:cubicBezTo>
                      <a:pt x="311" y="1805"/>
                      <a:pt x="312" y="1805"/>
                      <a:pt x="313" y="1805"/>
                    </a:cubicBezTo>
                    <a:cubicBezTo>
                      <a:pt x="317" y="1804"/>
                      <a:pt x="323" y="1808"/>
                      <a:pt x="325" y="1810"/>
                    </a:cubicBezTo>
                    <a:cubicBezTo>
                      <a:pt x="326" y="1811"/>
                      <a:pt x="326" y="1811"/>
                      <a:pt x="326" y="1811"/>
                    </a:cubicBezTo>
                    <a:cubicBezTo>
                      <a:pt x="333" y="1817"/>
                      <a:pt x="337" y="1820"/>
                      <a:pt x="339" y="1821"/>
                    </a:cubicBezTo>
                    <a:cubicBezTo>
                      <a:pt x="341" y="1821"/>
                      <a:pt x="341" y="1821"/>
                      <a:pt x="341" y="1821"/>
                    </a:cubicBezTo>
                    <a:cubicBezTo>
                      <a:pt x="343" y="1822"/>
                      <a:pt x="343" y="1822"/>
                      <a:pt x="344" y="1822"/>
                    </a:cubicBezTo>
                    <a:cubicBezTo>
                      <a:pt x="346" y="1822"/>
                      <a:pt x="348" y="1823"/>
                      <a:pt x="350" y="1825"/>
                    </a:cubicBezTo>
                    <a:cubicBezTo>
                      <a:pt x="351" y="1828"/>
                      <a:pt x="351" y="1831"/>
                      <a:pt x="350" y="1834"/>
                    </a:cubicBezTo>
                    <a:cubicBezTo>
                      <a:pt x="349" y="1835"/>
                      <a:pt x="349" y="1836"/>
                      <a:pt x="349" y="1836"/>
                    </a:cubicBezTo>
                    <a:cubicBezTo>
                      <a:pt x="349" y="1836"/>
                      <a:pt x="349" y="1836"/>
                      <a:pt x="349" y="1836"/>
                    </a:cubicBezTo>
                    <a:cubicBezTo>
                      <a:pt x="349" y="1836"/>
                      <a:pt x="349" y="1836"/>
                      <a:pt x="350" y="1837"/>
                    </a:cubicBezTo>
                    <a:cubicBezTo>
                      <a:pt x="351" y="1838"/>
                      <a:pt x="353" y="1840"/>
                      <a:pt x="352" y="1845"/>
                    </a:cubicBezTo>
                    <a:cubicBezTo>
                      <a:pt x="351" y="1847"/>
                      <a:pt x="352" y="1850"/>
                      <a:pt x="353" y="1851"/>
                    </a:cubicBezTo>
                    <a:cubicBezTo>
                      <a:pt x="354" y="1852"/>
                      <a:pt x="370" y="1865"/>
                      <a:pt x="373" y="1868"/>
                    </a:cubicBezTo>
                    <a:cubicBezTo>
                      <a:pt x="373" y="1868"/>
                      <a:pt x="377" y="1871"/>
                      <a:pt x="377" y="1877"/>
                    </a:cubicBezTo>
                    <a:cubicBezTo>
                      <a:pt x="377" y="1878"/>
                      <a:pt x="377" y="1879"/>
                      <a:pt x="377" y="1879"/>
                    </a:cubicBezTo>
                    <a:cubicBezTo>
                      <a:pt x="377" y="1879"/>
                      <a:pt x="377" y="1879"/>
                      <a:pt x="377" y="1879"/>
                    </a:cubicBezTo>
                    <a:cubicBezTo>
                      <a:pt x="379" y="1880"/>
                      <a:pt x="382" y="1881"/>
                      <a:pt x="382" y="1886"/>
                    </a:cubicBezTo>
                    <a:cubicBezTo>
                      <a:pt x="382" y="1888"/>
                      <a:pt x="383" y="1889"/>
                      <a:pt x="383" y="1889"/>
                    </a:cubicBezTo>
                    <a:cubicBezTo>
                      <a:pt x="383" y="1889"/>
                      <a:pt x="384" y="1890"/>
                      <a:pt x="384" y="1891"/>
                    </a:cubicBezTo>
                    <a:cubicBezTo>
                      <a:pt x="385" y="1891"/>
                      <a:pt x="387" y="1893"/>
                      <a:pt x="387" y="1894"/>
                    </a:cubicBezTo>
                    <a:cubicBezTo>
                      <a:pt x="388" y="1894"/>
                      <a:pt x="389" y="1894"/>
                      <a:pt x="389" y="1895"/>
                    </a:cubicBezTo>
                    <a:cubicBezTo>
                      <a:pt x="393" y="1894"/>
                      <a:pt x="397" y="1898"/>
                      <a:pt x="402" y="1904"/>
                    </a:cubicBezTo>
                    <a:cubicBezTo>
                      <a:pt x="402" y="1905"/>
                      <a:pt x="403" y="1905"/>
                      <a:pt x="403" y="1906"/>
                    </a:cubicBezTo>
                    <a:cubicBezTo>
                      <a:pt x="403" y="1906"/>
                      <a:pt x="404" y="1906"/>
                      <a:pt x="405" y="1906"/>
                    </a:cubicBezTo>
                    <a:cubicBezTo>
                      <a:pt x="408" y="1906"/>
                      <a:pt x="411" y="1906"/>
                      <a:pt x="412" y="1909"/>
                    </a:cubicBezTo>
                    <a:cubicBezTo>
                      <a:pt x="413" y="1909"/>
                      <a:pt x="413" y="1909"/>
                      <a:pt x="413" y="1909"/>
                    </a:cubicBezTo>
                    <a:cubicBezTo>
                      <a:pt x="414" y="1910"/>
                      <a:pt x="416" y="1912"/>
                      <a:pt x="417" y="1916"/>
                    </a:cubicBezTo>
                    <a:cubicBezTo>
                      <a:pt x="417" y="1917"/>
                      <a:pt x="417" y="1917"/>
                      <a:pt x="417" y="1918"/>
                    </a:cubicBezTo>
                    <a:cubicBezTo>
                      <a:pt x="417" y="1919"/>
                      <a:pt x="417" y="1919"/>
                      <a:pt x="419" y="1921"/>
                    </a:cubicBezTo>
                    <a:cubicBezTo>
                      <a:pt x="424" y="1926"/>
                      <a:pt x="424" y="1930"/>
                      <a:pt x="424" y="1938"/>
                    </a:cubicBezTo>
                    <a:cubicBezTo>
                      <a:pt x="424" y="1945"/>
                      <a:pt x="425" y="1948"/>
                      <a:pt x="427" y="1951"/>
                    </a:cubicBezTo>
                    <a:cubicBezTo>
                      <a:pt x="430" y="1955"/>
                      <a:pt x="432" y="1957"/>
                      <a:pt x="433" y="1958"/>
                    </a:cubicBezTo>
                    <a:cubicBezTo>
                      <a:pt x="433" y="1957"/>
                      <a:pt x="434" y="1957"/>
                      <a:pt x="434" y="1957"/>
                    </a:cubicBezTo>
                    <a:cubicBezTo>
                      <a:pt x="435" y="1954"/>
                      <a:pt x="437" y="1951"/>
                      <a:pt x="443" y="1952"/>
                    </a:cubicBezTo>
                    <a:cubicBezTo>
                      <a:pt x="444" y="1952"/>
                      <a:pt x="444" y="1952"/>
                      <a:pt x="445" y="1952"/>
                    </a:cubicBezTo>
                    <a:cubicBezTo>
                      <a:pt x="445" y="1952"/>
                      <a:pt x="446" y="1952"/>
                      <a:pt x="446" y="1952"/>
                    </a:cubicBezTo>
                    <a:cubicBezTo>
                      <a:pt x="449" y="1948"/>
                      <a:pt x="453" y="1949"/>
                      <a:pt x="455" y="1949"/>
                    </a:cubicBezTo>
                    <a:cubicBezTo>
                      <a:pt x="455" y="1949"/>
                      <a:pt x="456" y="1949"/>
                      <a:pt x="456" y="1949"/>
                    </a:cubicBezTo>
                    <a:cubicBezTo>
                      <a:pt x="459" y="1949"/>
                      <a:pt x="464" y="1949"/>
                      <a:pt x="465" y="1953"/>
                    </a:cubicBezTo>
                    <a:cubicBezTo>
                      <a:pt x="466" y="1953"/>
                      <a:pt x="466" y="1954"/>
                      <a:pt x="467" y="1954"/>
                    </a:cubicBezTo>
                    <a:cubicBezTo>
                      <a:pt x="468" y="1955"/>
                      <a:pt x="469" y="1956"/>
                      <a:pt x="470" y="1957"/>
                    </a:cubicBezTo>
                    <a:cubicBezTo>
                      <a:pt x="471" y="1957"/>
                      <a:pt x="475" y="1960"/>
                      <a:pt x="478" y="1961"/>
                    </a:cubicBezTo>
                    <a:cubicBezTo>
                      <a:pt x="480" y="1963"/>
                      <a:pt x="480" y="1963"/>
                      <a:pt x="480" y="1963"/>
                    </a:cubicBezTo>
                    <a:cubicBezTo>
                      <a:pt x="479" y="1965"/>
                      <a:pt x="479" y="1965"/>
                      <a:pt x="479" y="1965"/>
                    </a:cubicBezTo>
                    <a:cubicBezTo>
                      <a:pt x="479" y="1966"/>
                      <a:pt x="479" y="1971"/>
                      <a:pt x="475" y="1973"/>
                    </a:cubicBezTo>
                    <a:cubicBezTo>
                      <a:pt x="475" y="1973"/>
                      <a:pt x="475" y="1973"/>
                      <a:pt x="475" y="1973"/>
                    </a:cubicBezTo>
                    <a:cubicBezTo>
                      <a:pt x="475" y="1974"/>
                      <a:pt x="475" y="1975"/>
                      <a:pt x="475" y="1976"/>
                    </a:cubicBezTo>
                    <a:cubicBezTo>
                      <a:pt x="475" y="1978"/>
                      <a:pt x="475" y="1978"/>
                      <a:pt x="475" y="1978"/>
                    </a:cubicBezTo>
                    <a:cubicBezTo>
                      <a:pt x="475" y="1978"/>
                      <a:pt x="475" y="1978"/>
                      <a:pt x="475" y="1979"/>
                    </a:cubicBezTo>
                    <a:cubicBezTo>
                      <a:pt x="475" y="1979"/>
                      <a:pt x="475" y="1979"/>
                      <a:pt x="475" y="1979"/>
                    </a:cubicBezTo>
                    <a:cubicBezTo>
                      <a:pt x="477" y="1979"/>
                      <a:pt x="479" y="1981"/>
                      <a:pt x="479" y="1983"/>
                    </a:cubicBezTo>
                    <a:cubicBezTo>
                      <a:pt x="480" y="1986"/>
                      <a:pt x="479" y="1989"/>
                      <a:pt x="477" y="1990"/>
                    </a:cubicBezTo>
                    <a:cubicBezTo>
                      <a:pt x="476" y="1991"/>
                      <a:pt x="474" y="1993"/>
                      <a:pt x="474" y="1994"/>
                    </a:cubicBezTo>
                    <a:cubicBezTo>
                      <a:pt x="475" y="1995"/>
                      <a:pt x="476" y="1996"/>
                      <a:pt x="478" y="1996"/>
                    </a:cubicBezTo>
                    <a:cubicBezTo>
                      <a:pt x="478" y="1997"/>
                      <a:pt x="479" y="1997"/>
                      <a:pt x="480" y="1997"/>
                    </a:cubicBezTo>
                    <a:cubicBezTo>
                      <a:pt x="480" y="1998"/>
                      <a:pt x="480" y="1998"/>
                      <a:pt x="481" y="1998"/>
                    </a:cubicBezTo>
                    <a:cubicBezTo>
                      <a:pt x="483" y="1999"/>
                      <a:pt x="488" y="2001"/>
                      <a:pt x="488" y="2007"/>
                    </a:cubicBezTo>
                    <a:cubicBezTo>
                      <a:pt x="488" y="2008"/>
                      <a:pt x="488" y="2009"/>
                      <a:pt x="488" y="2010"/>
                    </a:cubicBezTo>
                    <a:cubicBezTo>
                      <a:pt x="488" y="2010"/>
                      <a:pt x="488" y="2010"/>
                      <a:pt x="488" y="2011"/>
                    </a:cubicBezTo>
                    <a:cubicBezTo>
                      <a:pt x="488" y="2011"/>
                      <a:pt x="488" y="2011"/>
                      <a:pt x="489" y="2011"/>
                    </a:cubicBezTo>
                    <a:cubicBezTo>
                      <a:pt x="491" y="2013"/>
                      <a:pt x="493" y="2014"/>
                      <a:pt x="494" y="2014"/>
                    </a:cubicBezTo>
                    <a:cubicBezTo>
                      <a:pt x="499" y="2015"/>
                      <a:pt x="504" y="2018"/>
                      <a:pt x="503" y="2024"/>
                    </a:cubicBezTo>
                    <a:cubicBezTo>
                      <a:pt x="503" y="2025"/>
                      <a:pt x="504" y="2025"/>
                      <a:pt x="505" y="2027"/>
                    </a:cubicBezTo>
                    <a:cubicBezTo>
                      <a:pt x="506" y="2028"/>
                      <a:pt x="507" y="2028"/>
                      <a:pt x="508" y="2029"/>
                    </a:cubicBezTo>
                    <a:cubicBezTo>
                      <a:pt x="510" y="2032"/>
                      <a:pt x="515" y="2034"/>
                      <a:pt x="517" y="2033"/>
                    </a:cubicBezTo>
                    <a:cubicBezTo>
                      <a:pt x="519" y="2032"/>
                      <a:pt x="520" y="2031"/>
                      <a:pt x="521" y="2031"/>
                    </a:cubicBezTo>
                    <a:cubicBezTo>
                      <a:pt x="522" y="2030"/>
                      <a:pt x="523" y="2030"/>
                      <a:pt x="524" y="2029"/>
                    </a:cubicBezTo>
                    <a:cubicBezTo>
                      <a:pt x="528" y="2027"/>
                      <a:pt x="535" y="2028"/>
                      <a:pt x="538" y="2031"/>
                    </a:cubicBezTo>
                    <a:cubicBezTo>
                      <a:pt x="540" y="2032"/>
                      <a:pt x="542" y="2036"/>
                      <a:pt x="542" y="2038"/>
                    </a:cubicBezTo>
                    <a:cubicBezTo>
                      <a:pt x="542" y="2041"/>
                      <a:pt x="541" y="2043"/>
                      <a:pt x="539" y="2045"/>
                    </a:cubicBezTo>
                    <a:cubicBezTo>
                      <a:pt x="537" y="2046"/>
                      <a:pt x="536" y="2047"/>
                      <a:pt x="535" y="2049"/>
                    </a:cubicBezTo>
                    <a:cubicBezTo>
                      <a:pt x="534" y="2050"/>
                      <a:pt x="533" y="2051"/>
                      <a:pt x="531" y="2052"/>
                    </a:cubicBezTo>
                    <a:cubicBezTo>
                      <a:pt x="530" y="2053"/>
                      <a:pt x="530" y="2053"/>
                      <a:pt x="529" y="2056"/>
                    </a:cubicBezTo>
                    <a:cubicBezTo>
                      <a:pt x="529" y="2059"/>
                      <a:pt x="530" y="2060"/>
                      <a:pt x="530" y="2061"/>
                    </a:cubicBezTo>
                    <a:cubicBezTo>
                      <a:pt x="531" y="2060"/>
                      <a:pt x="531" y="2060"/>
                      <a:pt x="532" y="2060"/>
                    </a:cubicBezTo>
                    <a:cubicBezTo>
                      <a:pt x="534" y="2059"/>
                      <a:pt x="537" y="2058"/>
                      <a:pt x="539" y="2059"/>
                    </a:cubicBezTo>
                    <a:cubicBezTo>
                      <a:pt x="542" y="2061"/>
                      <a:pt x="542" y="2063"/>
                      <a:pt x="542" y="2064"/>
                    </a:cubicBezTo>
                    <a:cubicBezTo>
                      <a:pt x="542" y="2065"/>
                      <a:pt x="542" y="2066"/>
                      <a:pt x="542" y="2066"/>
                    </a:cubicBezTo>
                    <a:cubicBezTo>
                      <a:pt x="547" y="2065"/>
                      <a:pt x="558" y="2061"/>
                      <a:pt x="562" y="2071"/>
                    </a:cubicBezTo>
                    <a:cubicBezTo>
                      <a:pt x="562" y="2072"/>
                      <a:pt x="562" y="2073"/>
                      <a:pt x="563" y="2074"/>
                    </a:cubicBezTo>
                    <a:cubicBezTo>
                      <a:pt x="563" y="2074"/>
                      <a:pt x="563" y="2073"/>
                      <a:pt x="564" y="2073"/>
                    </a:cubicBezTo>
                    <a:cubicBezTo>
                      <a:pt x="564" y="2073"/>
                      <a:pt x="564" y="2073"/>
                      <a:pt x="564" y="2073"/>
                    </a:cubicBezTo>
                    <a:cubicBezTo>
                      <a:pt x="564" y="2071"/>
                      <a:pt x="566" y="2068"/>
                      <a:pt x="569" y="2067"/>
                    </a:cubicBezTo>
                    <a:cubicBezTo>
                      <a:pt x="571" y="2066"/>
                      <a:pt x="573" y="2067"/>
                      <a:pt x="575" y="2068"/>
                    </a:cubicBezTo>
                    <a:cubicBezTo>
                      <a:pt x="576" y="2069"/>
                      <a:pt x="578" y="2071"/>
                      <a:pt x="577" y="2075"/>
                    </a:cubicBezTo>
                    <a:cubicBezTo>
                      <a:pt x="575" y="2082"/>
                      <a:pt x="576" y="2084"/>
                      <a:pt x="576" y="2084"/>
                    </a:cubicBezTo>
                    <a:cubicBezTo>
                      <a:pt x="577" y="2085"/>
                      <a:pt x="577" y="2085"/>
                      <a:pt x="577" y="2085"/>
                    </a:cubicBezTo>
                    <a:cubicBezTo>
                      <a:pt x="580" y="2087"/>
                      <a:pt x="583" y="2089"/>
                      <a:pt x="583" y="2093"/>
                    </a:cubicBezTo>
                    <a:cubicBezTo>
                      <a:pt x="583" y="2094"/>
                      <a:pt x="583" y="2095"/>
                      <a:pt x="583" y="2096"/>
                    </a:cubicBezTo>
                    <a:cubicBezTo>
                      <a:pt x="583" y="2098"/>
                      <a:pt x="582" y="2102"/>
                      <a:pt x="582" y="2103"/>
                    </a:cubicBezTo>
                    <a:cubicBezTo>
                      <a:pt x="583" y="2104"/>
                      <a:pt x="583" y="2104"/>
                      <a:pt x="583" y="2105"/>
                    </a:cubicBezTo>
                    <a:cubicBezTo>
                      <a:pt x="584" y="2106"/>
                      <a:pt x="586" y="2109"/>
                      <a:pt x="583" y="2113"/>
                    </a:cubicBezTo>
                    <a:cubicBezTo>
                      <a:pt x="583" y="2113"/>
                      <a:pt x="584" y="2113"/>
                      <a:pt x="584" y="2114"/>
                    </a:cubicBezTo>
                    <a:cubicBezTo>
                      <a:pt x="585" y="2114"/>
                      <a:pt x="585" y="2115"/>
                      <a:pt x="586" y="2115"/>
                    </a:cubicBezTo>
                    <a:cubicBezTo>
                      <a:pt x="586" y="2114"/>
                      <a:pt x="586" y="2114"/>
                      <a:pt x="586" y="2114"/>
                    </a:cubicBezTo>
                    <a:cubicBezTo>
                      <a:pt x="586" y="2112"/>
                      <a:pt x="588" y="2111"/>
                      <a:pt x="589" y="2111"/>
                    </a:cubicBezTo>
                    <a:cubicBezTo>
                      <a:pt x="589" y="2110"/>
                      <a:pt x="589" y="2109"/>
                      <a:pt x="590" y="2108"/>
                    </a:cubicBezTo>
                    <a:cubicBezTo>
                      <a:pt x="590" y="2107"/>
                      <a:pt x="590" y="2106"/>
                      <a:pt x="590" y="2105"/>
                    </a:cubicBezTo>
                    <a:cubicBezTo>
                      <a:pt x="591" y="2101"/>
                      <a:pt x="595" y="2097"/>
                      <a:pt x="600" y="2094"/>
                    </a:cubicBezTo>
                    <a:cubicBezTo>
                      <a:pt x="600" y="2093"/>
                      <a:pt x="601" y="2093"/>
                      <a:pt x="601" y="2093"/>
                    </a:cubicBezTo>
                    <a:cubicBezTo>
                      <a:pt x="602" y="2092"/>
                      <a:pt x="604" y="2091"/>
                      <a:pt x="606" y="2092"/>
                    </a:cubicBezTo>
                    <a:cubicBezTo>
                      <a:pt x="609" y="2093"/>
                      <a:pt x="611" y="2096"/>
                      <a:pt x="612" y="2100"/>
                    </a:cubicBezTo>
                    <a:cubicBezTo>
                      <a:pt x="612" y="2102"/>
                      <a:pt x="612" y="2104"/>
                      <a:pt x="610" y="2105"/>
                    </a:cubicBezTo>
                    <a:cubicBezTo>
                      <a:pt x="608" y="2107"/>
                      <a:pt x="608" y="2108"/>
                      <a:pt x="607" y="2111"/>
                    </a:cubicBezTo>
                    <a:cubicBezTo>
                      <a:pt x="607" y="2112"/>
                      <a:pt x="607" y="2112"/>
                      <a:pt x="607" y="2112"/>
                    </a:cubicBezTo>
                    <a:cubicBezTo>
                      <a:pt x="607" y="2112"/>
                      <a:pt x="607" y="2112"/>
                      <a:pt x="607" y="2112"/>
                    </a:cubicBezTo>
                    <a:cubicBezTo>
                      <a:pt x="607" y="2112"/>
                      <a:pt x="607" y="2112"/>
                      <a:pt x="608" y="2113"/>
                    </a:cubicBezTo>
                    <a:cubicBezTo>
                      <a:pt x="609" y="2114"/>
                      <a:pt x="611" y="2115"/>
                      <a:pt x="612" y="2115"/>
                    </a:cubicBezTo>
                    <a:cubicBezTo>
                      <a:pt x="614" y="2117"/>
                      <a:pt x="616" y="2118"/>
                      <a:pt x="617" y="2119"/>
                    </a:cubicBezTo>
                    <a:cubicBezTo>
                      <a:pt x="618" y="2120"/>
                      <a:pt x="618" y="2120"/>
                      <a:pt x="619" y="2120"/>
                    </a:cubicBezTo>
                    <a:cubicBezTo>
                      <a:pt x="619" y="2120"/>
                      <a:pt x="619" y="2120"/>
                      <a:pt x="619" y="2120"/>
                    </a:cubicBezTo>
                    <a:cubicBezTo>
                      <a:pt x="621" y="2116"/>
                      <a:pt x="622" y="2115"/>
                      <a:pt x="622" y="2113"/>
                    </a:cubicBezTo>
                    <a:cubicBezTo>
                      <a:pt x="624" y="2111"/>
                      <a:pt x="626" y="2108"/>
                      <a:pt x="629" y="2107"/>
                    </a:cubicBezTo>
                    <a:cubicBezTo>
                      <a:pt x="632" y="2107"/>
                      <a:pt x="634" y="2107"/>
                      <a:pt x="637" y="2108"/>
                    </a:cubicBezTo>
                    <a:cubicBezTo>
                      <a:pt x="639" y="2109"/>
                      <a:pt x="642" y="2110"/>
                      <a:pt x="643" y="2110"/>
                    </a:cubicBezTo>
                    <a:cubicBezTo>
                      <a:pt x="644" y="2110"/>
                      <a:pt x="644" y="2110"/>
                      <a:pt x="644" y="2110"/>
                    </a:cubicBezTo>
                    <a:cubicBezTo>
                      <a:pt x="645" y="2111"/>
                      <a:pt x="645" y="2111"/>
                      <a:pt x="645" y="2111"/>
                    </a:cubicBezTo>
                    <a:cubicBezTo>
                      <a:pt x="646" y="2111"/>
                      <a:pt x="651" y="2115"/>
                      <a:pt x="652" y="2121"/>
                    </a:cubicBezTo>
                    <a:cubicBezTo>
                      <a:pt x="652" y="2121"/>
                      <a:pt x="653" y="2122"/>
                      <a:pt x="653" y="2122"/>
                    </a:cubicBezTo>
                    <a:cubicBezTo>
                      <a:pt x="654" y="2122"/>
                      <a:pt x="654" y="2122"/>
                      <a:pt x="655" y="2122"/>
                    </a:cubicBezTo>
                    <a:cubicBezTo>
                      <a:pt x="656" y="2123"/>
                      <a:pt x="660" y="2126"/>
                      <a:pt x="661" y="2129"/>
                    </a:cubicBezTo>
                    <a:cubicBezTo>
                      <a:pt x="662" y="2129"/>
                      <a:pt x="664" y="2129"/>
                      <a:pt x="665" y="2129"/>
                    </a:cubicBezTo>
                    <a:cubicBezTo>
                      <a:pt x="672" y="2131"/>
                      <a:pt x="672" y="2135"/>
                      <a:pt x="672" y="2137"/>
                    </a:cubicBezTo>
                    <a:cubicBezTo>
                      <a:pt x="672" y="2138"/>
                      <a:pt x="672" y="2138"/>
                      <a:pt x="672" y="2138"/>
                    </a:cubicBezTo>
                    <a:cubicBezTo>
                      <a:pt x="672" y="2139"/>
                      <a:pt x="674" y="2140"/>
                      <a:pt x="675" y="2141"/>
                    </a:cubicBezTo>
                    <a:cubicBezTo>
                      <a:pt x="675" y="2141"/>
                      <a:pt x="676" y="2142"/>
                      <a:pt x="676" y="2142"/>
                    </a:cubicBezTo>
                    <a:cubicBezTo>
                      <a:pt x="677" y="2143"/>
                      <a:pt x="679" y="2144"/>
                      <a:pt x="680" y="2144"/>
                    </a:cubicBezTo>
                    <a:cubicBezTo>
                      <a:pt x="681" y="2144"/>
                      <a:pt x="681" y="2144"/>
                      <a:pt x="682" y="2145"/>
                    </a:cubicBezTo>
                    <a:cubicBezTo>
                      <a:pt x="682" y="2145"/>
                      <a:pt x="685" y="2144"/>
                      <a:pt x="687" y="2143"/>
                    </a:cubicBezTo>
                    <a:cubicBezTo>
                      <a:pt x="688" y="2143"/>
                      <a:pt x="688" y="2143"/>
                      <a:pt x="688" y="2143"/>
                    </a:cubicBezTo>
                    <a:cubicBezTo>
                      <a:pt x="689" y="2143"/>
                      <a:pt x="689" y="2143"/>
                      <a:pt x="689" y="2143"/>
                    </a:cubicBezTo>
                    <a:cubicBezTo>
                      <a:pt x="689" y="2143"/>
                      <a:pt x="693" y="2144"/>
                      <a:pt x="695" y="2147"/>
                    </a:cubicBezTo>
                    <a:cubicBezTo>
                      <a:pt x="697" y="2145"/>
                      <a:pt x="701" y="2145"/>
                      <a:pt x="705" y="2147"/>
                    </a:cubicBezTo>
                    <a:cubicBezTo>
                      <a:pt x="707" y="2149"/>
                      <a:pt x="709" y="2150"/>
                      <a:pt x="712" y="2152"/>
                    </a:cubicBezTo>
                    <a:cubicBezTo>
                      <a:pt x="712" y="2152"/>
                      <a:pt x="712" y="2152"/>
                      <a:pt x="712" y="2152"/>
                    </a:cubicBezTo>
                    <a:cubicBezTo>
                      <a:pt x="712" y="2152"/>
                      <a:pt x="712" y="2151"/>
                      <a:pt x="712" y="2151"/>
                    </a:cubicBezTo>
                    <a:cubicBezTo>
                      <a:pt x="712" y="2151"/>
                      <a:pt x="713" y="2150"/>
                      <a:pt x="713" y="2150"/>
                    </a:cubicBezTo>
                    <a:cubicBezTo>
                      <a:pt x="715" y="2147"/>
                      <a:pt x="720" y="2141"/>
                      <a:pt x="727" y="2144"/>
                    </a:cubicBezTo>
                    <a:cubicBezTo>
                      <a:pt x="728" y="2145"/>
                      <a:pt x="729" y="2145"/>
                      <a:pt x="730" y="2146"/>
                    </a:cubicBezTo>
                    <a:cubicBezTo>
                      <a:pt x="737" y="2150"/>
                      <a:pt x="741" y="2152"/>
                      <a:pt x="742" y="2151"/>
                    </a:cubicBezTo>
                    <a:cubicBezTo>
                      <a:pt x="745" y="2150"/>
                      <a:pt x="753" y="2146"/>
                      <a:pt x="757" y="2150"/>
                    </a:cubicBezTo>
                    <a:cubicBezTo>
                      <a:pt x="758" y="2151"/>
                      <a:pt x="758" y="2151"/>
                      <a:pt x="758" y="2151"/>
                    </a:cubicBezTo>
                    <a:cubicBezTo>
                      <a:pt x="758" y="2151"/>
                      <a:pt x="759" y="2152"/>
                      <a:pt x="760" y="2152"/>
                    </a:cubicBezTo>
                    <a:cubicBezTo>
                      <a:pt x="760" y="2152"/>
                      <a:pt x="760" y="2152"/>
                      <a:pt x="761" y="2152"/>
                    </a:cubicBezTo>
                    <a:cubicBezTo>
                      <a:pt x="762" y="2151"/>
                      <a:pt x="766" y="2150"/>
                      <a:pt x="769" y="2148"/>
                    </a:cubicBezTo>
                    <a:cubicBezTo>
                      <a:pt x="771" y="2148"/>
                      <a:pt x="773" y="2147"/>
                      <a:pt x="773" y="2147"/>
                    </a:cubicBezTo>
                    <a:cubicBezTo>
                      <a:pt x="774" y="2147"/>
                      <a:pt x="774" y="2146"/>
                      <a:pt x="775" y="2146"/>
                    </a:cubicBezTo>
                    <a:cubicBezTo>
                      <a:pt x="777" y="2146"/>
                      <a:pt x="780" y="2145"/>
                      <a:pt x="781" y="2144"/>
                    </a:cubicBezTo>
                    <a:cubicBezTo>
                      <a:pt x="784" y="2141"/>
                      <a:pt x="789" y="2143"/>
                      <a:pt x="792" y="2144"/>
                    </a:cubicBezTo>
                    <a:cubicBezTo>
                      <a:pt x="793" y="2144"/>
                      <a:pt x="793" y="2144"/>
                      <a:pt x="794" y="2144"/>
                    </a:cubicBezTo>
                    <a:cubicBezTo>
                      <a:pt x="798" y="2145"/>
                      <a:pt x="801" y="2147"/>
                      <a:pt x="803" y="2149"/>
                    </a:cubicBezTo>
                    <a:cubicBezTo>
                      <a:pt x="806" y="2152"/>
                      <a:pt x="806" y="2173"/>
                      <a:pt x="806" y="2173"/>
                    </a:cubicBezTo>
                    <a:cubicBezTo>
                      <a:pt x="806" y="2179"/>
                      <a:pt x="802" y="2187"/>
                      <a:pt x="798" y="2192"/>
                    </a:cubicBezTo>
                    <a:cubicBezTo>
                      <a:pt x="794" y="2196"/>
                      <a:pt x="793" y="2199"/>
                      <a:pt x="793" y="2201"/>
                    </a:cubicBezTo>
                    <a:cubicBezTo>
                      <a:pt x="793" y="2203"/>
                      <a:pt x="796" y="2210"/>
                      <a:pt x="798" y="2213"/>
                    </a:cubicBezTo>
                    <a:cubicBezTo>
                      <a:pt x="799" y="2215"/>
                      <a:pt x="799" y="2216"/>
                      <a:pt x="800" y="2217"/>
                    </a:cubicBezTo>
                    <a:cubicBezTo>
                      <a:pt x="801" y="2218"/>
                      <a:pt x="801" y="2218"/>
                      <a:pt x="801" y="2218"/>
                    </a:cubicBezTo>
                    <a:cubicBezTo>
                      <a:pt x="802" y="2223"/>
                      <a:pt x="803" y="2223"/>
                      <a:pt x="807" y="2223"/>
                    </a:cubicBezTo>
                    <a:cubicBezTo>
                      <a:pt x="809" y="2223"/>
                      <a:pt x="812" y="2222"/>
                      <a:pt x="812" y="2221"/>
                    </a:cubicBezTo>
                    <a:cubicBezTo>
                      <a:pt x="813" y="2220"/>
                      <a:pt x="813" y="2218"/>
                      <a:pt x="813" y="2216"/>
                    </a:cubicBezTo>
                    <a:cubicBezTo>
                      <a:pt x="813" y="2215"/>
                      <a:pt x="813" y="2214"/>
                      <a:pt x="812" y="2213"/>
                    </a:cubicBezTo>
                    <a:cubicBezTo>
                      <a:pt x="812" y="2209"/>
                      <a:pt x="811" y="2206"/>
                      <a:pt x="814" y="2202"/>
                    </a:cubicBezTo>
                    <a:cubicBezTo>
                      <a:pt x="816" y="2200"/>
                      <a:pt x="817" y="2196"/>
                      <a:pt x="817" y="2193"/>
                    </a:cubicBezTo>
                    <a:cubicBezTo>
                      <a:pt x="817" y="2193"/>
                      <a:pt x="817" y="2192"/>
                      <a:pt x="818" y="2191"/>
                    </a:cubicBezTo>
                    <a:cubicBezTo>
                      <a:pt x="818" y="2188"/>
                      <a:pt x="820" y="2186"/>
                      <a:pt x="823" y="2184"/>
                    </a:cubicBezTo>
                    <a:cubicBezTo>
                      <a:pt x="825" y="2183"/>
                      <a:pt x="825" y="2183"/>
                      <a:pt x="825" y="2183"/>
                    </a:cubicBezTo>
                    <a:cubicBezTo>
                      <a:pt x="826" y="2181"/>
                      <a:pt x="829" y="2180"/>
                      <a:pt x="832" y="2178"/>
                    </a:cubicBezTo>
                    <a:cubicBezTo>
                      <a:pt x="836" y="2175"/>
                      <a:pt x="842" y="2171"/>
                      <a:pt x="844" y="2169"/>
                    </a:cubicBezTo>
                    <a:cubicBezTo>
                      <a:pt x="845" y="2167"/>
                      <a:pt x="845" y="2166"/>
                      <a:pt x="845" y="2165"/>
                    </a:cubicBezTo>
                    <a:cubicBezTo>
                      <a:pt x="846" y="2163"/>
                      <a:pt x="847" y="2161"/>
                      <a:pt x="851" y="2160"/>
                    </a:cubicBezTo>
                    <a:cubicBezTo>
                      <a:pt x="852" y="2159"/>
                      <a:pt x="854" y="2158"/>
                      <a:pt x="855" y="2158"/>
                    </a:cubicBezTo>
                    <a:cubicBezTo>
                      <a:pt x="856" y="2157"/>
                      <a:pt x="857" y="2157"/>
                      <a:pt x="858" y="2156"/>
                    </a:cubicBezTo>
                    <a:cubicBezTo>
                      <a:pt x="861" y="2153"/>
                      <a:pt x="865" y="2151"/>
                      <a:pt x="871" y="2152"/>
                    </a:cubicBezTo>
                    <a:cubicBezTo>
                      <a:pt x="872" y="2152"/>
                      <a:pt x="873" y="2153"/>
                      <a:pt x="874" y="2153"/>
                    </a:cubicBezTo>
                    <a:cubicBezTo>
                      <a:pt x="874" y="2153"/>
                      <a:pt x="874" y="2153"/>
                      <a:pt x="874" y="2153"/>
                    </a:cubicBezTo>
                    <a:cubicBezTo>
                      <a:pt x="874" y="2153"/>
                      <a:pt x="874" y="2153"/>
                      <a:pt x="874" y="2153"/>
                    </a:cubicBezTo>
                    <a:cubicBezTo>
                      <a:pt x="877" y="2148"/>
                      <a:pt x="881" y="2149"/>
                      <a:pt x="886" y="2152"/>
                    </a:cubicBezTo>
                    <a:cubicBezTo>
                      <a:pt x="890" y="2154"/>
                      <a:pt x="895" y="2157"/>
                      <a:pt x="897" y="2159"/>
                    </a:cubicBezTo>
                    <a:cubicBezTo>
                      <a:pt x="898" y="2160"/>
                      <a:pt x="899" y="2161"/>
                      <a:pt x="900" y="2161"/>
                    </a:cubicBezTo>
                    <a:cubicBezTo>
                      <a:pt x="901" y="2161"/>
                      <a:pt x="904" y="2161"/>
                      <a:pt x="906" y="2161"/>
                    </a:cubicBezTo>
                    <a:cubicBezTo>
                      <a:pt x="910" y="2160"/>
                      <a:pt x="914" y="2161"/>
                      <a:pt x="918" y="2164"/>
                    </a:cubicBezTo>
                    <a:cubicBezTo>
                      <a:pt x="919" y="2166"/>
                      <a:pt x="921" y="2167"/>
                      <a:pt x="924" y="2168"/>
                    </a:cubicBezTo>
                    <a:cubicBezTo>
                      <a:pt x="926" y="2170"/>
                      <a:pt x="929" y="2172"/>
                      <a:pt x="930" y="2173"/>
                    </a:cubicBezTo>
                    <a:cubicBezTo>
                      <a:pt x="931" y="2174"/>
                      <a:pt x="938" y="2178"/>
                      <a:pt x="939" y="2178"/>
                    </a:cubicBezTo>
                    <a:cubicBezTo>
                      <a:pt x="940" y="2178"/>
                      <a:pt x="940" y="2178"/>
                      <a:pt x="941" y="2178"/>
                    </a:cubicBezTo>
                    <a:cubicBezTo>
                      <a:pt x="948" y="2178"/>
                      <a:pt x="952" y="2179"/>
                      <a:pt x="954" y="2181"/>
                    </a:cubicBezTo>
                    <a:cubicBezTo>
                      <a:pt x="956" y="2183"/>
                      <a:pt x="963" y="2190"/>
                      <a:pt x="965" y="2192"/>
                    </a:cubicBezTo>
                    <a:cubicBezTo>
                      <a:pt x="966" y="2193"/>
                      <a:pt x="968" y="2194"/>
                      <a:pt x="970" y="2195"/>
                    </a:cubicBezTo>
                    <a:cubicBezTo>
                      <a:pt x="971" y="2196"/>
                      <a:pt x="973" y="2197"/>
                      <a:pt x="975" y="2198"/>
                    </a:cubicBezTo>
                    <a:cubicBezTo>
                      <a:pt x="975" y="2199"/>
                      <a:pt x="975" y="2199"/>
                      <a:pt x="975" y="2199"/>
                    </a:cubicBezTo>
                    <a:cubicBezTo>
                      <a:pt x="975" y="2198"/>
                      <a:pt x="975" y="2198"/>
                      <a:pt x="976" y="2198"/>
                    </a:cubicBezTo>
                    <a:cubicBezTo>
                      <a:pt x="976" y="2196"/>
                      <a:pt x="978" y="2192"/>
                      <a:pt x="983" y="2193"/>
                    </a:cubicBezTo>
                    <a:cubicBezTo>
                      <a:pt x="985" y="2194"/>
                      <a:pt x="985" y="2194"/>
                      <a:pt x="985" y="2194"/>
                    </a:cubicBezTo>
                    <a:cubicBezTo>
                      <a:pt x="986" y="2194"/>
                      <a:pt x="988" y="2194"/>
                      <a:pt x="989" y="2194"/>
                    </a:cubicBezTo>
                    <a:cubicBezTo>
                      <a:pt x="990" y="2191"/>
                      <a:pt x="993" y="2189"/>
                      <a:pt x="996" y="2189"/>
                    </a:cubicBezTo>
                    <a:cubicBezTo>
                      <a:pt x="1000" y="2189"/>
                      <a:pt x="1004" y="2191"/>
                      <a:pt x="1005" y="2195"/>
                    </a:cubicBezTo>
                    <a:cubicBezTo>
                      <a:pt x="1006" y="2196"/>
                      <a:pt x="1006" y="2197"/>
                      <a:pt x="1007" y="2198"/>
                    </a:cubicBezTo>
                    <a:cubicBezTo>
                      <a:pt x="1008" y="2201"/>
                      <a:pt x="1009" y="2203"/>
                      <a:pt x="1010" y="2204"/>
                    </a:cubicBezTo>
                    <a:cubicBezTo>
                      <a:pt x="1010" y="2204"/>
                      <a:pt x="1011" y="2204"/>
                      <a:pt x="1012" y="2205"/>
                    </a:cubicBezTo>
                    <a:cubicBezTo>
                      <a:pt x="1014" y="2205"/>
                      <a:pt x="1016" y="2206"/>
                      <a:pt x="1017" y="2209"/>
                    </a:cubicBezTo>
                    <a:cubicBezTo>
                      <a:pt x="1017" y="2210"/>
                      <a:pt x="1017" y="2212"/>
                      <a:pt x="1015" y="2214"/>
                    </a:cubicBezTo>
                    <a:cubicBezTo>
                      <a:pt x="1014" y="2215"/>
                      <a:pt x="1014" y="2216"/>
                      <a:pt x="1013" y="2216"/>
                    </a:cubicBezTo>
                    <a:cubicBezTo>
                      <a:pt x="1017" y="2219"/>
                      <a:pt x="1018" y="2225"/>
                      <a:pt x="1015" y="2230"/>
                    </a:cubicBezTo>
                    <a:cubicBezTo>
                      <a:pt x="1013" y="2233"/>
                      <a:pt x="1014" y="2239"/>
                      <a:pt x="1015" y="2243"/>
                    </a:cubicBezTo>
                    <a:cubicBezTo>
                      <a:pt x="1016" y="2245"/>
                      <a:pt x="1016" y="2245"/>
                      <a:pt x="1020" y="2246"/>
                    </a:cubicBezTo>
                    <a:cubicBezTo>
                      <a:pt x="1025" y="2246"/>
                      <a:pt x="1033" y="2248"/>
                      <a:pt x="1035" y="2249"/>
                    </a:cubicBezTo>
                    <a:cubicBezTo>
                      <a:pt x="1038" y="2250"/>
                      <a:pt x="1043" y="2254"/>
                      <a:pt x="1046" y="2259"/>
                    </a:cubicBezTo>
                    <a:cubicBezTo>
                      <a:pt x="1049" y="2264"/>
                      <a:pt x="1049" y="2271"/>
                      <a:pt x="1043" y="2276"/>
                    </a:cubicBezTo>
                    <a:cubicBezTo>
                      <a:pt x="1043" y="2277"/>
                      <a:pt x="1043" y="2277"/>
                      <a:pt x="1043" y="2277"/>
                    </a:cubicBezTo>
                    <a:cubicBezTo>
                      <a:pt x="1039" y="2280"/>
                      <a:pt x="1039" y="2280"/>
                      <a:pt x="1039" y="2286"/>
                    </a:cubicBezTo>
                    <a:cubicBezTo>
                      <a:pt x="1039" y="2290"/>
                      <a:pt x="1040" y="2293"/>
                      <a:pt x="1041" y="2296"/>
                    </a:cubicBezTo>
                    <a:cubicBezTo>
                      <a:pt x="1041" y="2299"/>
                      <a:pt x="1042" y="2302"/>
                      <a:pt x="1042" y="2304"/>
                    </a:cubicBezTo>
                    <a:cubicBezTo>
                      <a:pt x="1042" y="2304"/>
                      <a:pt x="1044" y="2306"/>
                      <a:pt x="1046" y="2306"/>
                    </a:cubicBezTo>
                    <a:cubicBezTo>
                      <a:pt x="1049" y="2306"/>
                      <a:pt x="1052" y="2306"/>
                      <a:pt x="1056" y="2306"/>
                    </a:cubicBezTo>
                    <a:cubicBezTo>
                      <a:pt x="1059" y="2306"/>
                      <a:pt x="1063" y="2306"/>
                      <a:pt x="1065" y="2306"/>
                    </a:cubicBezTo>
                    <a:cubicBezTo>
                      <a:pt x="1067" y="2306"/>
                      <a:pt x="1068" y="2305"/>
                      <a:pt x="1070" y="2305"/>
                    </a:cubicBezTo>
                    <a:cubicBezTo>
                      <a:pt x="1074" y="2304"/>
                      <a:pt x="1079" y="2303"/>
                      <a:pt x="1083" y="2305"/>
                    </a:cubicBezTo>
                    <a:cubicBezTo>
                      <a:pt x="1085" y="2307"/>
                      <a:pt x="1086" y="2308"/>
                      <a:pt x="1087" y="2309"/>
                    </a:cubicBezTo>
                    <a:cubicBezTo>
                      <a:pt x="1089" y="2310"/>
                      <a:pt x="1090" y="2312"/>
                      <a:pt x="1093" y="2312"/>
                    </a:cubicBezTo>
                    <a:cubicBezTo>
                      <a:pt x="1101" y="2313"/>
                      <a:pt x="1110" y="2317"/>
                      <a:pt x="1111" y="2318"/>
                    </a:cubicBezTo>
                    <a:cubicBezTo>
                      <a:pt x="1112" y="2319"/>
                      <a:pt x="1116" y="2320"/>
                      <a:pt x="1119" y="2319"/>
                    </a:cubicBezTo>
                    <a:cubicBezTo>
                      <a:pt x="1122" y="2318"/>
                      <a:pt x="1129" y="2318"/>
                      <a:pt x="1144" y="2319"/>
                    </a:cubicBezTo>
                    <a:cubicBezTo>
                      <a:pt x="1146" y="2319"/>
                      <a:pt x="1146" y="2319"/>
                      <a:pt x="1146" y="2319"/>
                    </a:cubicBezTo>
                    <a:cubicBezTo>
                      <a:pt x="1149" y="2319"/>
                      <a:pt x="1159" y="2319"/>
                      <a:pt x="1163" y="2319"/>
                    </a:cubicBezTo>
                    <a:cubicBezTo>
                      <a:pt x="1166" y="2318"/>
                      <a:pt x="1171" y="2316"/>
                      <a:pt x="1173" y="2313"/>
                    </a:cubicBezTo>
                    <a:cubicBezTo>
                      <a:pt x="1174" y="2311"/>
                      <a:pt x="1175" y="2310"/>
                      <a:pt x="1175" y="2309"/>
                    </a:cubicBezTo>
                    <a:cubicBezTo>
                      <a:pt x="1178" y="2303"/>
                      <a:pt x="1183" y="2295"/>
                      <a:pt x="1189" y="2290"/>
                    </a:cubicBezTo>
                    <a:cubicBezTo>
                      <a:pt x="1194" y="2286"/>
                      <a:pt x="1199" y="2281"/>
                      <a:pt x="1202" y="2278"/>
                    </a:cubicBezTo>
                    <a:cubicBezTo>
                      <a:pt x="1204" y="2276"/>
                      <a:pt x="1205" y="2276"/>
                      <a:pt x="1205" y="2275"/>
                    </a:cubicBezTo>
                    <a:cubicBezTo>
                      <a:pt x="1206" y="2275"/>
                      <a:pt x="1206" y="2275"/>
                      <a:pt x="1206" y="2275"/>
                    </a:cubicBezTo>
                    <a:cubicBezTo>
                      <a:pt x="1207" y="2273"/>
                      <a:pt x="1210" y="2269"/>
                      <a:pt x="1215" y="2269"/>
                    </a:cubicBezTo>
                    <a:cubicBezTo>
                      <a:pt x="1219" y="2269"/>
                      <a:pt x="1232" y="2269"/>
                      <a:pt x="1232" y="2269"/>
                    </a:cubicBezTo>
                    <a:cubicBezTo>
                      <a:pt x="1233" y="2269"/>
                      <a:pt x="1233" y="2269"/>
                      <a:pt x="1233" y="2269"/>
                    </a:cubicBezTo>
                    <a:cubicBezTo>
                      <a:pt x="1234" y="2269"/>
                      <a:pt x="1234" y="2269"/>
                      <a:pt x="1234" y="2269"/>
                    </a:cubicBezTo>
                    <a:cubicBezTo>
                      <a:pt x="1234" y="2269"/>
                      <a:pt x="1234" y="2269"/>
                      <a:pt x="1234" y="2269"/>
                    </a:cubicBezTo>
                    <a:cubicBezTo>
                      <a:pt x="1234" y="2269"/>
                      <a:pt x="1236" y="2270"/>
                      <a:pt x="1243" y="2269"/>
                    </a:cubicBezTo>
                    <a:cubicBezTo>
                      <a:pt x="1250" y="2268"/>
                      <a:pt x="1258" y="2264"/>
                      <a:pt x="1264" y="2261"/>
                    </a:cubicBezTo>
                    <a:cubicBezTo>
                      <a:pt x="1265" y="2261"/>
                      <a:pt x="1265" y="2261"/>
                      <a:pt x="1265" y="2261"/>
                    </a:cubicBezTo>
                    <a:cubicBezTo>
                      <a:pt x="1271" y="2258"/>
                      <a:pt x="1279" y="2256"/>
                      <a:pt x="1285" y="2255"/>
                    </a:cubicBezTo>
                    <a:cubicBezTo>
                      <a:pt x="1286" y="2254"/>
                      <a:pt x="1288" y="2254"/>
                      <a:pt x="1289" y="2254"/>
                    </a:cubicBezTo>
                    <a:cubicBezTo>
                      <a:pt x="1294" y="2252"/>
                      <a:pt x="1295" y="2252"/>
                      <a:pt x="1297" y="2249"/>
                    </a:cubicBezTo>
                    <a:cubicBezTo>
                      <a:pt x="1299" y="2246"/>
                      <a:pt x="1302" y="2241"/>
                      <a:pt x="1305" y="2238"/>
                    </a:cubicBezTo>
                    <a:cubicBezTo>
                      <a:pt x="1305" y="2237"/>
                      <a:pt x="1306" y="2236"/>
                      <a:pt x="1306" y="2236"/>
                    </a:cubicBezTo>
                    <a:cubicBezTo>
                      <a:pt x="1309" y="2232"/>
                      <a:pt x="1312" y="2230"/>
                      <a:pt x="1318" y="2230"/>
                    </a:cubicBezTo>
                    <a:cubicBezTo>
                      <a:pt x="1320" y="2230"/>
                      <a:pt x="1320" y="2230"/>
                      <a:pt x="1320" y="2230"/>
                    </a:cubicBezTo>
                    <a:cubicBezTo>
                      <a:pt x="1324" y="2229"/>
                      <a:pt x="1334" y="2228"/>
                      <a:pt x="1337" y="2226"/>
                    </a:cubicBezTo>
                    <a:cubicBezTo>
                      <a:pt x="1338" y="2226"/>
                      <a:pt x="1338" y="2226"/>
                      <a:pt x="1338" y="2226"/>
                    </a:cubicBezTo>
                    <a:cubicBezTo>
                      <a:pt x="1341" y="2224"/>
                      <a:pt x="1348" y="2221"/>
                      <a:pt x="1354" y="2229"/>
                    </a:cubicBezTo>
                    <a:cubicBezTo>
                      <a:pt x="1358" y="2234"/>
                      <a:pt x="1364" y="2235"/>
                      <a:pt x="1364" y="2235"/>
                    </a:cubicBezTo>
                    <a:cubicBezTo>
                      <a:pt x="1365" y="2235"/>
                      <a:pt x="1369" y="2235"/>
                      <a:pt x="1371" y="2234"/>
                    </a:cubicBezTo>
                    <a:cubicBezTo>
                      <a:pt x="1373" y="2234"/>
                      <a:pt x="1375" y="2234"/>
                      <a:pt x="1375" y="2234"/>
                    </a:cubicBezTo>
                    <a:cubicBezTo>
                      <a:pt x="1378" y="2234"/>
                      <a:pt x="1385" y="2237"/>
                      <a:pt x="1385" y="2242"/>
                    </a:cubicBezTo>
                    <a:cubicBezTo>
                      <a:pt x="1385" y="2243"/>
                      <a:pt x="1385" y="2244"/>
                      <a:pt x="1386" y="2244"/>
                    </a:cubicBezTo>
                    <a:cubicBezTo>
                      <a:pt x="1386" y="2244"/>
                      <a:pt x="1386" y="2244"/>
                      <a:pt x="1386" y="2244"/>
                    </a:cubicBezTo>
                    <a:cubicBezTo>
                      <a:pt x="1387" y="2243"/>
                      <a:pt x="1391" y="2240"/>
                      <a:pt x="1395" y="2243"/>
                    </a:cubicBezTo>
                    <a:cubicBezTo>
                      <a:pt x="1397" y="2245"/>
                      <a:pt x="1402" y="2248"/>
                      <a:pt x="1402" y="2254"/>
                    </a:cubicBezTo>
                    <a:cubicBezTo>
                      <a:pt x="1402" y="2254"/>
                      <a:pt x="1402" y="2254"/>
                      <a:pt x="1402" y="2254"/>
                    </a:cubicBezTo>
                    <a:cubicBezTo>
                      <a:pt x="1405" y="2255"/>
                      <a:pt x="1407" y="2257"/>
                      <a:pt x="1411" y="2260"/>
                    </a:cubicBezTo>
                    <a:cubicBezTo>
                      <a:pt x="1412" y="2261"/>
                      <a:pt x="1413" y="2263"/>
                      <a:pt x="1414" y="2263"/>
                    </a:cubicBezTo>
                    <a:cubicBezTo>
                      <a:pt x="1416" y="2264"/>
                      <a:pt x="1421" y="2266"/>
                      <a:pt x="1421" y="2271"/>
                    </a:cubicBezTo>
                    <a:cubicBezTo>
                      <a:pt x="1421" y="2272"/>
                      <a:pt x="1422" y="2272"/>
                      <a:pt x="1422" y="2272"/>
                    </a:cubicBezTo>
                    <a:cubicBezTo>
                      <a:pt x="1422" y="2272"/>
                      <a:pt x="1422" y="2272"/>
                      <a:pt x="1423" y="2272"/>
                    </a:cubicBezTo>
                    <a:cubicBezTo>
                      <a:pt x="1424" y="2272"/>
                      <a:pt x="1427" y="2272"/>
                      <a:pt x="1435" y="2278"/>
                    </a:cubicBezTo>
                    <a:cubicBezTo>
                      <a:pt x="1437" y="2280"/>
                      <a:pt x="1437" y="2280"/>
                      <a:pt x="1437" y="2280"/>
                    </a:cubicBezTo>
                    <a:cubicBezTo>
                      <a:pt x="1437" y="2281"/>
                      <a:pt x="1437" y="2281"/>
                      <a:pt x="1437" y="2281"/>
                    </a:cubicBezTo>
                    <a:cubicBezTo>
                      <a:pt x="1437" y="2283"/>
                      <a:pt x="1437" y="2285"/>
                      <a:pt x="1438" y="2286"/>
                    </a:cubicBezTo>
                    <a:cubicBezTo>
                      <a:pt x="1442" y="2285"/>
                      <a:pt x="1443" y="2284"/>
                      <a:pt x="1445" y="2283"/>
                    </a:cubicBezTo>
                    <a:cubicBezTo>
                      <a:pt x="1446" y="2282"/>
                      <a:pt x="1447" y="2282"/>
                      <a:pt x="1448" y="2281"/>
                    </a:cubicBezTo>
                    <a:cubicBezTo>
                      <a:pt x="1450" y="2280"/>
                      <a:pt x="1451" y="2279"/>
                      <a:pt x="1452" y="2278"/>
                    </a:cubicBezTo>
                    <a:cubicBezTo>
                      <a:pt x="1453" y="2277"/>
                      <a:pt x="1453" y="2277"/>
                      <a:pt x="1454" y="2276"/>
                    </a:cubicBezTo>
                    <a:cubicBezTo>
                      <a:pt x="1456" y="2275"/>
                      <a:pt x="1458" y="2275"/>
                      <a:pt x="1459" y="2275"/>
                    </a:cubicBezTo>
                    <a:cubicBezTo>
                      <a:pt x="1459" y="2274"/>
                      <a:pt x="1459" y="2272"/>
                      <a:pt x="1460" y="2270"/>
                    </a:cubicBezTo>
                    <a:cubicBezTo>
                      <a:pt x="1460" y="2268"/>
                      <a:pt x="1460" y="2266"/>
                      <a:pt x="1460" y="2265"/>
                    </a:cubicBezTo>
                    <a:cubicBezTo>
                      <a:pt x="1457" y="2261"/>
                      <a:pt x="1457" y="2258"/>
                      <a:pt x="1459" y="2254"/>
                    </a:cubicBezTo>
                    <a:cubicBezTo>
                      <a:pt x="1460" y="2251"/>
                      <a:pt x="1466" y="2243"/>
                      <a:pt x="1467" y="2242"/>
                    </a:cubicBezTo>
                    <a:cubicBezTo>
                      <a:pt x="1469" y="2240"/>
                      <a:pt x="1471" y="2241"/>
                      <a:pt x="1473" y="2241"/>
                    </a:cubicBezTo>
                    <a:cubicBezTo>
                      <a:pt x="1473" y="2241"/>
                      <a:pt x="1473" y="2241"/>
                      <a:pt x="1473" y="2241"/>
                    </a:cubicBezTo>
                    <a:cubicBezTo>
                      <a:pt x="1474" y="2239"/>
                      <a:pt x="1474" y="2238"/>
                      <a:pt x="1474" y="2236"/>
                    </a:cubicBezTo>
                    <a:cubicBezTo>
                      <a:pt x="1475" y="2235"/>
                      <a:pt x="1475" y="2233"/>
                      <a:pt x="1475" y="2232"/>
                    </a:cubicBezTo>
                    <a:cubicBezTo>
                      <a:pt x="1475" y="2232"/>
                      <a:pt x="1475" y="2232"/>
                      <a:pt x="1475" y="2231"/>
                    </a:cubicBezTo>
                    <a:cubicBezTo>
                      <a:pt x="1476" y="2228"/>
                      <a:pt x="1477" y="2225"/>
                      <a:pt x="1483" y="2224"/>
                    </a:cubicBezTo>
                    <a:cubicBezTo>
                      <a:pt x="1487" y="2223"/>
                      <a:pt x="1493" y="2225"/>
                      <a:pt x="1496" y="2228"/>
                    </a:cubicBezTo>
                    <a:cubicBezTo>
                      <a:pt x="1499" y="2230"/>
                      <a:pt x="1500" y="2232"/>
                      <a:pt x="1500" y="2233"/>
                    </a:cubicBezTo>
                    <a:cubicBezTo>
                      <a:pt x="1500" y="2235"/>
                      <a:pt x="1500" y="2235"/>
                      <a:pt x="1500" y="2235"/>
                    </a:cubicBezTo>
                    <a:cubicBezTo>
                      <a:pt x="1500" y="2236"/>
                      <a:pt x="1500" y="2239"/>
                      <a:pt x="1501" y="2240"/>
                    </a:cubicBezTo>
                    <a:cubicBezTo>
                      <a:pt x="1501" y="2241"/>
                      <a:pt x="1501" y="2241"/>
                      <a:pt x="1501" y="2241"/>
                    </a:cubicBezTo>
                    <a:cubicBezTo>
                      <a:pt x="1502" y="2241"/>
                      <a:pt x="1503" y="2242"/>
                      <a:pt x="1504" y="2243"/>
                    </a:cubicBezTo>
                    <a:cubicBezTo>
                      <a:pt x="1507" y="2241"/>
                      <a:pt x="1509" y="2241"/>
                      <a:pt x="1510" y="2241"/>
                    </a:cubicBezTo>
                    <a:cubicBezTo>
                      <a:pt x="1512" y="2242"/>
                      <a:pt x="1514" y="2244"/>
                      <a:pt x="1515" y="2247"/>
                    </a:cubicBezTo>
                    <a:cubicBezTo>
                      <a:pt x="1516" y="2251"/>
                      <a:pt x="1518" y="2254"/>
                      <a:pt x="1519" y="2257"/>
                    </a:cubicBezTo>
                    <a:cubicBezTo>
                      <a:pt x="1519" y="2257"/>
                      <a:pt x="1520" y="2257"/>
                      <a:pt x="1521" y="2257"/>
                    </a:cubicBezTo>
                    <a:cubicBezTo>
                      <a:pt x="1523" y="2257"/>
                      <a:pt x="1526" y="2258"/>
                      <a:pt x="1528" y="2260"/>
                    </a:cubicBezTo>
                    <a:cubicBezTo>
                      <a:pt x="1529" y="2262"/>
                      <a:pt x="1531" y="2265"/>
                      <a:pt x="1529" y="2269"/>
                    </a:cubicBezTo>
                    <a:cubicBezTo>
                      <a:pt x="1527" y="2277"/>
                      <a:pt x="1527" y="2279"/>
                      <a:pt x="1527" y="2280"/>
                    </a:cubicBezTo>
                    <a:cubicBezTo>
                      <a:pt x="1529" y="2283"/>
                      <a:pt x="1532" y="2287"/>
                      <a:pt x="1531" y="2291"/>
                    </a:cubicBezTo>
                    <a:cubicBezTo>
                      <a:pt x="1531" y="2295"/>
                      <a:pt x="1531" y="2302"/>
                      <a:pt x="1532" y="2304"/>
                    </a:cubicBezTo>
                    <a:cubicBezTo>
                      <a:pt x="1535" y="2307"/>
                      <a:pt x="1535" y="2309"/>
                      <a:pt x="1535" y="2314"/>
                    </a:cubicBezTo>
                    <a:cubicBezTo>
                      <a:pt x="1535" y="2315"/>
                      <a:pt x="1535" y="2316"/>
                      <a:pt x="1535" y="2317"/>
                    </a:cubicBezTo>
                    <a:cubicBezTo>
                      <a:pt x="1535" y="2318"/>
                      <a:pt x="1535" y="2318"/>
                      <a:pt x="1536" y="2320"/>
                    </a:cubicBezTo>
                    <a:cubicBezTo>
                      <a:pt x="1536" y="2320"/>
                      <a:pt x="1537" y="2320"/>
                      <a:pt x="1537" y="2320"/>
                    </a:cubicBezTo>
                    <a:cubicBezTo>
                      <a:pt x="1538" y="2319"/>
                      <a:pt x="1538" y="2318"/>
                      <a:pt x="1538" y="2318"/>
                    </a:cubicBezTo>
                    <a:cubicBezTo>
                      <a:pt x="1538" y="2315"/>
                      <a:pt x="1539" y="2311"/>
                      <a:pt x="1543" y="2309"/>
                    </a:cubicBezTo>
                    <a:cubicBezTo>
                      <a:pt x="1544" y="2309"/>
                      <a:pt x="1547" y="2308"/>
                      <a:pt x="1551" y="2311"/>
                    </a:cubicBezTo>
                    <a:cubicBezTo>
                      <a:pt x="1554" y="2313"/>
                      <a:pt x="1555" y="2315"/>
                      <a:pt x="1557" y="2316"/>
                    </a:cubicBezTo>
                    <a:cubicBezTo>
                      <a:pt x="1558" y="2316"/>
                      <a:pt x="1560" y="2316"/>
                      <a:pt x="1562" y="2317"/>
                    </a:cubicBezTo>
                    <a:cubicBezTo>
                      <a:pt x="1565" y="2319"/>
                      <a:pt x="1567" y="2323"/>
                      <a:pt x="1566" y="2327"/>
                    </a:cubicBezTo>
                    <a:cubicBezTo>
                      <a:pt x="1566" y="2327"/>
                      <a:pt x="1565" y="2328"/>
                      <a:pt x="1565" y="2329"/>
                    </a:cubicBezTo>
                    <a:cubicBezTo>
                      <a:pt x="1564" y="2331"/>
                      <a:pt x="1564" y="2333"/>
                      <a:pt x="1565" y="2336"/>
                    </a:cubicBezTo>
                    <a:cubicBezTo>
                      <a:pt x="1565" y="2338"/>
                      <a:pt x="1565" y="2338"/>
                      <a:pt x="1566" y="2339"/>
                    </a:cubicBezTo>
                    <a:cubicBezTo>
                      <a:pt x="1567" y="2342"/>
                      <a:pt x="1567" y="2344"/>
                      <a:pt x="1565" y="2349"/>
                    </a:cubicBezTo>
                    <a:cubicBezTo>
                      <a:pt x="1565" y="2351"/>
                      <a:pt x="1563" y="2353"/>
                      <a:pt x="1562" y="2355"/>
                    </a:cubicBezTo>
                    <a:cubicBezTo>
                      <a:pt x="1560" y="2359"/>
                      <a:pt x="1560" y="2359"/>
                      <a:pt x="1561" y="2360"/>
                    </a:cubicBezTo>
                    <a:cubicBezTo>
                      <a:pt x="1566" y="2365"/>
                      <a:pt x="1568" y="2368"/>
                      <a:pt x="1565" y="2374"/>
                    </a:cubicBezTo>
                    <a:cubicBezTo>
                      <a:pt x="1564" y="2375"/>
                      <a:pt x="1564" y="2375"/>
                      <a:pt x="1564" y="2375"/>
                    </a:cubicBezTo>
                    <a:cubicBezTo>
                      <a:pt x="1563" y="2377"/>
                      <a:pt x="1563" y="2378"/>
                      <a:pt x="1563" y="2380"/>
                    </a:cubicBezTo>
                    <a:cubicBezTo>
                      <a:pt x="1563" y="2384"/>
                      <a:pt x="1564" y="2404"/>
                      <a:pt x="1563" y="2409"/>
                    </a:cubicBezTo>
                    <a:cubicBezTo>
                      <a:pt x="1563" y="2412"/>
                      <a:pt x="1562" y="2414"/>
                      <a:pt x="1561" y="2415"/>
                    </a:cubicBezTo>
                    <a:cubicBezTo>
                      <a:pt x="1560" y="2415"/>
                      <a:pt x="1560" y="2415"/>
                      <a:pt x="1560" y="2416"/>
                    </a:cubicBezTo>
                    <a:cubicBezTo>
                      <a:pt x="1560" y="2422"/>
                      <a:pt x="1560" y="2427"/>
                      <a:pt x="1556" y="2431"/>
                    </a:cubicBezTo>
                    <a:cubicBezTo>
                      <a:pt x="1555" y="2431"/>
                      <a:pt x="1555" y="2432"/>
                      <a:pt x="1554" y="2433"/>
                    </a:cubicBezTo>
                    <a:cubicBezTo>
                      <a:pt x="1553" y="2433"/>
                      <a:pt x="1552" y="2435"/>
                      <a:pt x="1551" y="2436"/>
                    </a:cubicBezTo>
                    <a:cubicBezTo>
                      <a:pt x="1553" y="2439"/>
                      <a:pt x="1554" y="2442"/>
                      <a:pt x="1554" y="2443"/>
                    </a:cubicBezTo>
                    <a:cubicBezTo>
                      <a:pt x="1554" y="2444"/>
                      <a:pt x="1554" y="2444"/>
                      <a:pt x="1554" y="2444"/>
                    </a:cubicBezTo>
                    <a:cubicBezTo>
                      <a:pt x="1554" y="2444"/>
                      <a:pt x="1554" y="2444"/>
                      <a:pt x="1554" y="2444"/>
                    </a:cubicBezTo>
                    <a:cubicBezTo>
                      <a:pt x="1554" y="2445"/>
                      <a:pt x="1553" y="2450"/>
                      <a:pt x="1550" y="2452"/>
                    </a:cubicBezTo>
                    <a:cubicBezTo>
                      <a:pt x="1548" y="2453"/>
                      <a:pt x="1546" y="2453"/>
                      <a:pt x="1544" y="2453"/>
                    </a:cubicBezTo>
                    <a:cubicBezTo>
                      <a:pt x="1543" y="2452"/>
                      <a:pt x="1542" y="2452"/>
                      <a:pt x="1541" y="2452"/>
                    </a:cubicBezTo>
                    <a:cubicBezTo>
                      <a:pt x="1541" y="2451"/>
                      <a:pt x="1540" y="2451"/>
                      <a:pt x="1539" y="2451"/>
                    </a:cubicBezTo>
                    <a:cubicBezTo>
                      <a:pt x="1539" y="2451"/>
                      <a:pt x="1539" y="2451"/>
                      <a:pt x="1539" y="2451"/>
                    </a:cubicBezTo>
                    <a:cubicBezTo>
                      <a:pt x="1539" y="2452"/>
                      <a:pt x="1539" y="2452"/>
                      <a:pt x="1539" y="2452"/>
                    </a:cubicBezTo>
                    <a:cubicBezTo>
                      <a:pt x="1539" y="2453"/>
                      <a:pt x="1538" y="2455"/>
                      <a:pt x="1538" y="2455"/>
                    </a:cubicBezTo>
                    <a:cubicBezTo>
                      <a:pt x="1539" y="2456"/>
                      <a:pt x="1539" y="2456"/>
                      <a:pt x="1539" y="2456"/>
                    </a:cubicBezTo>
                    <a:cubicBezTo>
                      <a:pt x="1540" y="2457"/>
                      <a:pt x="1540" y="2457"/>
                      <a:pt x="1540" y="2457"/>
                    </a:cubicBezTo>
                    <a:cubicBezTo>
                      <a:pt x="1543" y="2460"/>
                      <a:pt x="1547" y="2465"/>
                      <a:pt x="1548" y="2470"/>
                    </a:cubicBezTo>
                    <a:cubicBezTo>
                      <a:pt x="1549" y="2473"/>
                      <a:pt x="1547" y="2476"/>
                      <a:pt x="1545" y="2478"/>
                    </a:cubicBezTo>
                    <a:cubicBezTo>
                      <a:pt x="1542" y="2480"/>
                      <a:pt x="1539" y="2480"/>
                      <a:pt x="1537" y="2479"/>
                    </a:cubicBezTo>
                    <a:cubicBezTo>
                      <a:pt x="1536" y="2478"/>
                      <a:pt x="1534" y="2478"/>
                      <a:pt x="1532" y="2481"/>
                    </a:cubicBezTo>
                    <a:cubicBezTo>
                      <a:pt x="1530" y="2482"/>
                      <a:pt x="1528" y="2485"/>
                      <a:pt x="1526" y="2488"/>
                    </a:cubicBezTo>
                    <a:cubicBezTo>
                      <a:pt x="1522" y="2495"/>
                      <a:pt x="1520" y="2499"/>
                      <a:pt x="1518" y="2500"/>
                    </a:cubicBezTo>
                    <a:cubicBezTo>
                      <a:pt x="1515" y="2502"/>
                      <a:pt x="1512" y="2503"/>
                      <a:pt x="1508" y="2501"/>
                    </a:cubicBezTo>
                    <a:cubicBezTo>
                      <a:pt x="1506" y="2500"/>
                      <a:pt x="1504" y="2498"/>
                      <a:pt x="1503" y="2496"/>
                    </a:cubicBezTo>
                    <a:cubicBezTo>
                      <a:pt x="1503" y="2495"/>
                      <a:pt x="1503" y="2495"/>
                      <a:pt x="1503" y="2495"/>
                    </a:cubicBezTo>
                    <a:cubicBezTo>
                      <a:pt x="1503" y="2494"/>
                      <a:pt x="1503" y="2494"/>
                      <a:pt x="1503" y="2494"/>
                    </a:cubicBezTo>
                    <a:cubicBezTo>
                      <a:pt x="1503" y="2494"/>
                      <a:pt x="1503" y="2494"/>
                      <a:pt x="1503" y="2494"/>
                    </a:cubicBezTo>
                    <a:cubicBezTo>
                      <a:pt x="1503" y="2494"/>
                      <a:pt x="1502" y="2494"/>
                      <a:pt x="1502" y="2494"/>
                    </a:cubicBezTo>
                    <a:cubicBezTo>
                      <a:pt x="1502" y="2498"/>
                      <a:pt x="1502" y="2499"/>
                      <a:pt x="1500" y="2501"/>
                    </a:cubicBezTo>
                    <a:cubicBezTo>
                      <a:pt x="1500" y="2501"/>
                      <a:pt x="1500" y="2501"/>
                      <a:pt x="1500" y="2501"/>
                    </a:cubicBezTo>
                    <a:cubicBezTo>
                      <a:pt x="1502" y="2505"/>
                      <a:pt x="1502" y="2510"/>
                      <a:pt x="1498" y="2513"/>
                    </a:cubicBezTo>
                    <a:cubicBezTo>
                      <a:pt x="1495" y="2515"/>
                      <a:pt x="1488" y="2522"/>
                      <a:pt x="1485" y="2524"/>
                    </a:cubicBezTo>
                    <a:cubicBezTo>
                      <a:pt x="1482" y="2528"/>
                      <a:pt x="1476" y="2525"/>
                      <a:pt x="1474" y="2524"/>
                    </a:cubicBezTo>
                    <a:cubicBezTo>
                      <a:pt x="1473" y="2524"/>
                      <a:pt x="1472" y="2523"/>
                      <a:pt x="1472" y="2523"/>
                    </a:cubicBezTo>
                    <a:cubicBezTo>
                      <a:pt x="1471" y="2523"/>
                      <a:pt x="1471" y="2524"/>
                      <a:pt x="1470" y="2525"/>
                    </a:cubicBezTo>
                    <a:cubicBezTo>
                      <a:pt x="1470" y="2526"/>
                      <a:pt x="1469" y="2528"/>
                      <a:pt x="1468" y="2529"/>
                    </a:cubicBezTo>
                    <a:cubicBezTo>
                      <a:pt x="1467" y="2532"/>
                      <a:pt x="1466" y="2535"/>
                      <a:pt x="1465" y="2537"/>
                    </a:cubicBezTo>
                    <a:cubicBezTo>
                      <a:pt x="1465" y="2538"/>
                      <a:pt x="1464" y="2539"/>
                      <a:pt x="1464" y="2541"/>
                    </a:cubicBezTo>
                    <a:cubicBezTo>
                      <a:pt x="1463" y="2543"/>
                      <a:pt x="1462" y="2544"/>
                      <a:pt x="1463" y="2546"/>
                    </a:cubicBezTo>
                    <a:cubicBezTo>
                      <a:pt x="1465" y="2550"/>
                      <a:pt x="1467" y="2556"/>
                      <a:pt x="1465" y="2559"/>
                    </a:cubicBezTo>
                    <a:cubicBezTo>
                      <a:pt x="1465" y="2561"/>
                      <a:pt x="1464" y="2562"/>
                      <a:pt x="1462" y="2562"/>
                    </a:cubicBezTo>
                    <a:cubicBezTo>
                      <a:pt x="1460" y="2563"/>
                      <a:pt x="1458" y="2562"/>
                      <a:pt x="1457" y="2561"/>
                    </a:cubicBezTo>
                    <a:cubicBezTo>
                      <a:pt x="1457" y="2561"/>
                      <a:pt x="1456" y="2561"/>
                      <a:pt x="1456" y="2561"/>
                    </a:cubicBezTo>
                    <a:cubicBezTo>
                      <a:pt x="1455" y="2561"/>
                      <a:pt x="1451" y="2563"/>
                      <a:pt x="1449" y="2564"/>
                    </a:cubicBezTo>
                    <a:cubicBezTo>
                      <a:pt x="1448" y="2566"/>
                      <a:pt x="1448" y="2568"/>
                      <a:pt x="1447" y="2571"/>
                    </a:cubicBezTo>
                    <a:cubicBezTo>
                      <a:pt x="1446" y="2575"/>
                      <a:pt x="1446" y="2575"/>
                      <a:pt x="1446" y="2575"/>
                    </a:cubicBezTo>
                    <a:cubicBezTo>
                      <a:pt x="1445" y="2581"/>
                      <a:pt x="1445" y="2581"/>
                      <a:pt x="1444" y="2585"/>
                    </a:cubicBezTo>
                    <a:cubicBezTo>
                      <a:pt x="1443" y="2586"/>
                      <a:pt x="1443" y="2587"/>
                      <a:pt x="1443" y="2588"/>
                    </a:cubicBezTo>
                    <a:cubicBezTo>
                      <a:pt x="1443" y="2589"/>
                      <a:pt x="1443" y="2589"/>
                      <a:pt x="1443" y="2589"/>
                    </a:cubicBezTo>
                    <a:cubicBezTo>
                      <a:pt x="1443" y="2589"/>
                      <a:pt x="1444" y="2589"/>
                      <a:pt x="1444" y="2589"/>
                    </a:cubicBezTo>
                    <a:cubicBezTo>
                      <a:pt x="1447" y="2588"/>
                      <a:pt x="1449" y="2589"/>
                      <a:pt x="1450" y="2589"/>
                    </a:cubicBezTo>
                    <a:cubicBezTo>
                      <a:pt x="1451" y="2589"/>
                      <a:pt x="1451" y="2589"/>
                      <a:pt x="1451" y="2589"/>
                    </a:cubicBezTo>
                    <a:cubicBezTo>
                      <a:pt x="1452" y="2590"/>
                      <a:pt x="1452" y="2590"/>
                      <a:pt x="1452" y="2590"/>
                    </a:cubicBezTo>
                    <a:cubicBezTo>
                      <a:pt x="1453" y="2591"/>
                      <a:pt x="1454" y="2593"/>
                      <a:pt x="1454" y="2598"/>
                    </a:cubicBezTo>
                    <a:cubicBezTo>
                      <a:pt x="1454" y="2601"/>
                      <a:pt x="1454" y="2604"/>
                      <a:pt x="1453" y="2606"/>
                    </a:cubicBezTo>
                    <a:cubicBezTo>
                      <a:pt x="1455" y="2606"/>
                      <a:pt x="1456" y="2608"/>
                      <a:pt x="1456" y="2610"/>
                    </a:cubicBezTo>
                    <a:cubicBezTo>
                      <a:pt x="1457" y="2612"/>
                      <a:pt x="1456" y="2615"/>
                      <a:pt x="1454" y="2617"/>
                    </a:cubicBezTo>
                    <a:cubicBezTo>
                      <a:pt x="1453" y="2618"/>
                      <a:pt x="1453" y="2619"/>
                      <a:pt x="1452" y="2620"/>
                    </a:cubicBezTo>
                    <a:cubicBezTo>
                      <a:pt x="1450" y="2622"/>
                      <a:pt x="1449" y="2624"/>
                      <a:pt x="1445" y="2627"/>
                    </a:cubicBezTo>
                    <a:cubicBezTo>
                      <a:pt x="1442" y="2629"/>
                      <a:pt x="1440" y="2632"/>
                      <a:pt x="1438" y="2634"/>
                    </a:cubicBezTo>
                    <a:cubicBezTo>
                      <a:pt x="1437" y="2635"/>
                      <a:pt x="1436" y="2636"/>
                      <a:pt x="1435" y="2637"/>
                    </a:cubicBezTo>
                    <a:cubicBezTo>
                      <a:pt x="1436" y="2637"/>
                      <a:pt x="1436" y="2637"/>
                      <a:pt x="1436" y="2638"/>
                    </a:cubicBezTo>
                    <a:cubicBezTo>
                      <a:pt x="1437" y="2639"/>
                      <a:pt x="1438" y="2640"/>
                      <a:pt x="1438" y="2641"/>
                    </a:cubicBezTo>
                    <a:cubicBezTo>
                      <a:pt x="1438" y="2641"/>
                      <a:pt x="1439" y="2642"/>
                      <a:pt x="1439" y="2643"/>
                    </a:cubicBezTo>
                    <a:cubicBezTo>
                      <a:pt x="1439" y="2643"/>
                      <a:pt x="1440" y="2643"/>
                      <a:pt x="1443" y="2641"/>
                    </a:cubicBezTo>
                    <a:cubicBezTo>
                      <a:pt x="1445" y="2639"/>
                      <a:pt x="1448" y="2637"/>
                      <a:pt x="1450" y="2636"/>
                    </a:cubicBezTo>
                    <a:cubicBezTo>
                      <a:pt x="1457" y="2631"/>
                      <a:pt x="1463" y="2627"/>
                      <a:pt x="1470" y="2627"/>
                    </a:cubicBezTo>
                    <a:cubicBezTo>
                      <a:pt x="1471" y="2627"/>
                      <a:pt x="1473" y="2627"/>
                      <a:pt x="1474" y="2627"/>
                    </a:cubicBezTo>
                    <a:cubicBezTo>
                      <a:pt x="1479" y="2627"/>
                      <a:pt x="1483" y="2627"/>
                      <a:pt x="1485" y="2626"/>
                    </a:cubicBezTo>
                    <a:cubicBezTo>
                      <a:pt x="1488" y="2624"/>
                      <a:pt x="1493" y="2624"/>
                      <a:pt x="1500" y="2624"/>
                    </a:cubicBezTo>
                    <a:cubicBezTo>
                      <a:pt x="1503" y="2624"/>
                      <a:pt x="1506" y="2624"/>
                      <a:pt x="1507" y="2624"/>
                    </a:cubicBezTo>
                    <a:cubicBezTo>
                      <a:pt x="1509" y="2624"/>
                      <a:pt x="1512" y="2624"/>
                      <a:pt x="1515" y="2625"/>
                    </a:cubicBezTo>
                    <a:cubicBezTo>
                      <a:pt x="1516" y="2625"/>
                      <a:pt x="1517" y="2625"/>
                      <a:pt x="1519" y="2625"/>
                    </a:cubicBezTo>
                    <a:cubicBezTo>
                      <a:pt x="1519" y="2624"/>
                      <a:pt x="1519" y="2624"/>
                      <a:pt x="1519" y="2624"/>
                    </a:cubicBezTo>
                    <a:cubicBezTo>
                      <a:pt x="1522" y="2625"/>
                      <a:pt x="1522" y="2625"/>
                      <a:pt x="1522" y="2625"/>
                    </a:cubicBezTo>
                    <a:cubicBezTo>
                      <a:pt x="1523" y="2631"/>
                      <a:pt x="1523" y="2631"/>
                      <a:pt x="1523" y="2631"/>
                    </a:cubicBezTo>
                    <a:cubicBezTo>
                      <a:pt x="1524" y="2632"/>
                      <a:pt x="1524" y="2632"/>
                      <a:pt x="1524" y="2632"/>
                    </a:cubicBezTo>
                    <a:cubicBezTo>
                      <a:pt x="1525" y="2631"/>
                      <a:pt x="1525" y="2630"/>
                      <a:pt x="1525" y="2629"/>
                    </a:cubicBezTo>
                    <a:cubicBezTo>
                      <a:pt x="1525" y="2629"/>
                      <a:pt x="1525" y="2629"/>
                      <a:pt x="1524" y="2628"/>
                    </a:cubicBezTo>
                    <a:cubicBezTo>
                      <a:pt x="1525" y="2629"/>
                      <a:pt x="1527" y="2629"/>
                      <a:pt x="1528" y="2628"/>
                    </a:cubicBezTo>
                    <a:cubicBezTo>
                      <a:pt x="1532" y="2625"/>
                      <a:pt x="1540" y="2627"/>
                      <a:pt x="1544" y="2629"/>
                    </a:cubicBezTo>
                    <a:cubicBezTo>
                      <a:pt x="1549" y="2631"/>
                      <a:pt x="1549" y="2631"/>
                      <a:pt x="1549" y="2631"/>
                    </a:cubicBezTo>
                    <a:cubicBezTo>
                      <a:pt x="1546" y="2635"/>
                      <a:pt x="1546" y="2635"/>
                      <a:pt x="1546" y="2635"/>
                    </a:cubicBezTo>
                    <a:cubicBezTo>
                      <a:pt x="1546" y="2635"/>
                      <a:pt x="1541" y="2640"/>
                      <a:pt x="1535" y="2644"/>
                    </a:cubicBezTo>
                    <a:cubicBezTo>
                      <a:pt x="1533" y="2644"/>
                      <a:pt x="1530" y="2646"/>
                      <a:pt x="1528" y="2647"/>
                    </a:cubicBezTo>
                    <a:cubicBezTo>
                      <a:pt x="1529" y="2647"/>
                      <a:pt x="1529" y="2647"/>
                      <a:pt x="1529" y="2648"/>
                    </a:cubicBezTo>
                    <a:cubicBezTo>
                      <a:pt x="1529" y="2649"/>
                      <a:pt x="1529" y="2650"/>
                      <a:pt x="1529" y="2653"/>
                    </a:cubicBezTo>
                    <a:cubicBezTo>
                      <a:pt x="1529" y="2655"/>
                      <a:pt x="1529" y="2655"/>
                      <a:pt x="1529" y="2655"/>
                    </a:cubicBezTo>
                    <a:cubicBezTo>
                      <a:pt x="1529" y="2655"/>
                      <a:pt x="1529" y="2655"/>
                      <a:pt x="1529" y="2655"/>
                    </a:cubicBezTo>
                    <a:cubicBezTo>
                      <a:pt x="1531" y="2655"/>
                      <a:pt x="1536" y="2655"/>
                      <a:pt x="1537" y="2663"/>
                    </a:cubicBezTo>
                    <a:cubicBezTo>
                      <a:pt x="1538" y="2667"/>
                      <a:pt x="1539" y="2668"/>
                      <a:pt x="1539" y="2670"/>
                    </a:cubicBezTo>
                    <a:cubicBezTo>
                      <a:pt x="1540" y="2670"/>
                      <a:pt x="1540" y="2671"/>
                      <a:pt x="1540" y="2672"/>
                    </a:cubicBezTo>
                    <a:cubicBezTo>
                      <a:pt x="1541" y="2674"/>
                      <a:pt x="1543" y="2680"/>
                      <a:pt x="1540" y="2684"/>
                    </a:cubicBezTo>
                    <a:cubicBezTo>
                      <a:pt x="1542" y="2686"/>
                      <a:pt x="1541" y="2688"/>
                      <a:pt x="1541" y="2690"/>
                    </a:cubicBezTo>
                    <a:cubicBezTo>
                      <a:pt x="1541" y="2691"/>
                      <a:pt x="1541" y="2692"/>
                      <a:pt x="1540" y="2693"/>
                    </a:cubicBezTo>
                    <a:cubicBezTo>
                      <a:pt x="1540" y="2695"/>
                      <a:pt x="1541" y="2698"/>
                      <a:pt x="1542" y="2701"/>
                    </a:cubicBezTo>
                    <a:cubicBezTo>
                      <a:pt x="1543" y="2704"/>
                      <a:pt x="1544" y="2706"/>
                      <a:pt x="1543" y="2708"/>
                    </a:cubicBezTo>
                    <a:cubicBezTo>
                      <a:pt x="1543" y="2709"/>
                      <a:pt x="1543" y="2710"/>
                      <a:pt x="1543" y="2711"/>
                    </a:cubicBezTo>
                    <a:cubicBezTo>
                      <a:pt x="1545" y="2711"/>
                      <a:pt x="1549" y="2711"/>
                      <a:pt x="1551" y="2716"/>
                    </a:cubicBezTo>
                    <a:cubicBezTo>
                      <a:pt x="1552" y="2717"/>
                      <a:pt x="1552" y="2718"/>
                      <a:pt x="1552" y="2718"/>
                    </a:cubicBezTo>
                    <a:cubicBezTo>
                      <a:pt x="1552" y="2718"/>
                      <a:pt x="1552" y="2718"/>
                      <a:pt x="1552" y="2718"/>
                    </a:cubicBezTo>
                    <a:cubicBezTo>
                      <a:pt x="1553" y="2718"/>
                      <a:pt x="1553" y="2718"/>
                      <a:pt x="1555" y="2718"/>
                    </a:cubicBezTo>
                    <a:cubicBezTo>
                      <a:pt x="1557" y="2718"/>
                      <a:pt x="1558" y="2718"/>
                      <a:pt x="1560" y="2718"/>
                    </a:cubicBezTo>
                    <a:cubicBezTo>
                      <a:pt x="1561" y="2718"/>
                      <a:pt x="1563" y="2718"/>
                      <a:pt x="1565" y="2719"/>
                    </a:cubicBezTo>
                    <a:cubicBezTo>
                      <a:pt x="1567" y="2720"/>
                      <a:pt x="1567" y="2720"/>
                      <a:pt x="1569" y="2720"/>
                    </a:cubicBezTo>
                    <a:cubicBezTo>
                      <a:pt x="1573" y="2718"/>
                      <a:pt x="1575" y="2718"/>
                      <a:pt x="1579" y="2722"/>
                    </a:cubicBezTo>
                    <a:cubicBezTo>
                      <a:pt x="1581" y="2723"/>
                      <a:pt x="1581" y="2724"/>
                      <a:pt x="1585" y="2723"/>
                    </a:cubicBezTo>
                    <a:cubicBezTo>
                      <a:pt x="1588" y="2723"/>
                      <a:pt x="1590" y="2724"/>
                      <a:pt x="1591" y="2725"/>
                    </a:cubicBezTo>
                    <a:cubicBezTo>
                      <a:pt x="1593" y="2728"/>
                      <a:pt x="1592" y="2732"/>
                      <a:pt x="1591" y="2735"/>
                    </a:cubicBezTo>
                    <a:cubicBezTo>
                      <a:pt x="1591" y="2737"/>
                      <a:pt x="1591" y="2738"/>
                      <a:pt x="1591" y="2739"/>
                    </a:cubicBezTo>
                    <a:cubicBezTo>
                      <a:pt x="1591" y="2740"/>
                      <a:pt x="1591" y="2740"/>
                      <a:pt x="1591" y="2741"/>
                    </a:cubicBezTo>
                    <a:cubicBezTo>
                      <a:pt x="1591" y="2742"/>
                      <a:pt x="1591" y="2744"/>
                      <a:pt x="1590" y="2746"/>
                    </a:cubicBezTo>
                    <a:cubicBezTo>
                      <a:pt x="1590" y="2750"/>
                      <a:pt x="1590" y="2750"/>
                      <a:pt x="1590" y="2750"/>
                    </a:cubicBezTo>
                    <a:cubicBezTo>
                      <a:pt x="1586" y="2750"/>
                      <a:pt x="1586" y="2750"/>
                      <a:pt x="1586" y="2750"/>
                    </a:cubicBezTo>
                    <a:cubicBezTo>
                      <a:pt x="1584" y="2750"/>
                      <a:pt x="1582" y="2749"/>
                      <a:pt x="1580" y="2748"/>
                    </a:cubicBezTo>
                    <a:cubicBezTo>
                      <a:pt x="1580" y="2748"/>
                      <a:pt x="1580" y="2748"/>
                      <a:pt x="1580" y="2747"/>
                    </a:cubicBezTo>
                    <a:cubicBezTo>
                      <a:pt x="1579" y="2748"/>
                      <a:pt x="1578" y="2750"/>
                      <a:pt x="1577" y="2750"/>
                    </a:cubicBezTo>
                    <a:cubicBezTo>
                      <a:pt x="1578" y="2752"/>
                      <a:pt x="1578" y="2753"/>
                      <a:pt x="1577" y="2756"/>
                    </a:cubicBezTo>
                    <a:cubicBezTo>
                      <a:pt x="1575" y="2760"/>
                      <a:pt x="1573" y="2761"/>
                      <a:pt x="1572" y="2761"/>
                    </a:cubicBezTo>
                    <a:cubicBezTo>
                      <a:pt x="1571" y="2762"/>
                      <a:pt x="1571" y="2763"/>
                      <a:pt x="1571" y="2764"/>
                    </a:cubicBezTo>
                    <a:cubicBezTo>
                      <a:pt x="1571" y="2764"/>
                      <a:pt x="1571" y="2764"/>
                      <a:pt x="1571" y="2765"/>
                    </a:cubicBezTo>
                    <a:cubicBezTo>
                      <a:pt x="1572" y="2767"/>
                      <a:pt x="1574" y="2771"/>
                      <a:pt x="1573" y="2776"/>
                    </a:cubicBezTo>
                    <a:cubicBezTo>
                      <a:pt x="1572" y="2782"/>
                      <a:pt x="1569" y="2784"/>
                      <a:pt x="1566" y="2786"/>
                    </a:cubicBezTo>
                    <a:cubicBezTo>
                      <a:pt x="1565" y="2787"/>
                      <a:pt x="1565" y="2787"/>
                      <a:pt x="1565" y="2787"/>
                    </a:cubicBezTo>
                    <a:cubicBezTo>
                      <a:pt x="1564" y="2788"/>
                      <a:pt x="1564" y="2788"/>
                      <a:pt x="1563" y="2790"/>
                    </a:cubicBezTo>
                    <a:cubicBezTo>
                      <a:pt x="1563" y="2792"/>
                      <a:pt x="1563" y="2793"/>
                      <a:pt x="1562" y="2795"/>
                    </a:cubicBezTo>
                    <a:cubicBezTo>
                      <a:pt x="1561" y="2799"/>
                      <a:pt x="1557" y="2803"/>
                      <a:pt x="1554" y="2806"/>
                    </a:cubicBezTo>
                    <a:cubicBezTo>
                      <a:pt x="1554" y="2806"/>
                      <a:pt x="1554" y="2807"/>
                      <a:pt x="1553" y="2807"/>
                    </a:cubicBezTo>
                    <a:cubicBezTo>
                      <a:pt x="1558" y="2809"/>
                      <a:pt x="1563" y="2810"/>
                      <a:pt x="1567" y="2810"/>
                    </a:cubicBezTo>
                    <a:cubicBezTo>
                      <a:pt x="1576" y="2808"/>
                      <a:pt x="1582" y="2810"/>
                      <a:pt x="1586" y="2812"/>
                    </a:cubicBezTo>
                    <a:cubicBezTo>
                      <a:pt x="1590" y="2813"/>
                      <a:pt x="1592" y="2814"/>
                      <a:pt x="1594" y="2816"/>
                    </a:cubicBezTo>
                    <a:cubicBezTo>
                      <a:pt x="1595" y="2816"/>
                      <a:pt x="1595" y="2817"/>
                      <a:pt x="1595" y="2817"/>
                    </a:cubicBezTo>
                    <a:cubicBezTo>
                      <a:pt x="1596" y="2817"/>
                      <a:pt x="1596" y="2817"/>
                      <a:pt x="1596" y="2817"/>
                    </a:cubicBezTo>
                    <a:cubicBezTo>
                      <a:pt x="1601" y="2814"/>
                      <a:pt x="1608" y="2815"/>
                      <a:pt x="1612" y="2819"/>
                    </a:cubicBezTo>
                    <a:cubicBezTo>
                      <a:pt x="1613" y="2819"/>
                      <a:pt x="1614" y="2820"/>
                      <a:pt x="1615" y="2821"/>
                    </a:cubicBezTo>
                    <a:cubicBezTo>
                      <a:pt x="1617" y="2823"/>
                      <a:pt x="1620" y="2825"/>
                      <a:pt x="1620" y="2827"/>
                    </a:cubicBezTo>
                    <a:cubicBezTo>
                      <a:pt x="1621" y="2830"/>
                      <a:pt x="1620" y="2835"/>
                      <a:pt x="1617" y="2841"/>
                    </a:cubicBezTo>
                    <a:cubicBezTo>
                      <a:pt x="1614" y="2845"/>
                      <a:pt x="1614" y="2847"/>
                      <a:pt x="1615" y="2848"/>
                    </a:cubicBezTo>
                    <a:cubicBezTo>
                      <a:pt x="1617" y="2849"/>
                      <a:pt x="1620" y="2851"/>
                      <a:pt x="1624" y="2852"/>
                    </a:cubicBezTo>
                    <a:cubicBezTo>
                      <a:pt x="1627" y="2853"/>
                      <a:pt x="1630" y="2853"/>
                      <a:pt x="1632" y="2856"/>
                    </a:cubicBezTo>
                    <a:cubicBezTo>
                      <a:pt x="1633" y="2858"/>
                      <a:pt x="1632" y="2861"/>
                      <a:pt x="1632" y="2862"/>
                    </a:cubicBezTo>
                    <a:cubicBezTo>
                      <a:pt x="1631" y="2864"/>
                      <a:pt x="1631" y="2865"/>
                      <a:pt x="1630" y="2866"/>
                    </a:cubicBezTo>
                    <a:cubicBezTo>
                      <a:pt x="1630" y="2866"/>
                      <a:pt x="1629" y="2867"/>
                      <a:pt x="1629" y="2868"/>
                    </a:cubicBezTo>
                    <a:cubicBezTo>
                      <a:pt x="1628" y="2869"/>
                      <a:pt x="1628" y="2869"/>
                      <a:pt x="1628" y="2869"/>
                    </a:cubicBezTo>
                    <a:cubicBezTo>
                      <a:pt x="1628" y="2869"/>
                      <a:pt x="1629" y="2869"/>
                      <a:pt x="1629" y="2870"/>
                    </a:cubicBezTo>
                    <a:cubicBezTo>
                      <a:pt x="1631" y="2871"/>
                      <a:pt x="1635" y="2872"/>
                      <a:pt x="1638" y="2870"/>
                    </a:cubicBezTo>
                    <a:cubicBezTo>
                      <a:pt x="1641" y="2869"/>
                      <a:pt x="1645" y="2867"/>
                      <a:pt x="1649" y="2868"/>
                    </a:cubicBezTo>
                    <a:cubicBezTo>
                      <a:pt x="1652" y="2869"/>
                      <a:pt x="1654" y="2871"/>
                      <a:pt x="1655" y="2874"/>
                    </a:cubicBezTo>
                    <a:cubicBezTo>
                      <a:pt x="1657" y="2878"/>
                      <a:pt x="1659" y="2878"/>
                      <a:pt x="1663" y="2878"/>
                    </a:cubicBezTo>
                    <a:cubicBezTo>
                      <a:pt x="1666" y="2878"/>
                      <a:pt x="1669" y="2876"/>
                      <a:pt x="1671" y="2873"/>
                    </a:cubicBezTo>
                    <a:cubicBezTo>
                      <a:pt x="1672" y="2872"/>
                      <a:pt x="1674" y="2871"/>
                      <a:pt x="1676" y="2869"/>
                    </a:cubicBezTo>
                    <a:cubicBezTo>
                      <a:pt x="1678" y="2867"/>
                      <a:pt x="1682" y="2864"/>
                      <a:pt x="1683" y="2863"/>
                    </a:cubicBezTo>
                    <a:cubicBezTo>
                      <a:pt x="1685" y="2859"/>
                      <a:pt x="1690" y="2859"/>
                      <a:pt x="1693" y="2859"/>
                    </a:cubicBezTo>
                    <a:cubicBezTo>
                      <a:pt x="1694" y="2859"/>
                      <a:pt x="1696" y="2859"/>
                      <a:pt x="1696" y="2859"/>
                    </a:cubicBezTo>
                    <a:cubicBezTo>
                      <a:pt x="1697" y="2859"/>
                      <a:pt x="1698" y="2858"/>
                      <a:pt x="1699" y="2857"/>
                    </a:cubicBezTo>
                    <a:cubicBezTo>
                      <a:pt x="1701" y="2857"/>
                      <a:pt x="1702" y="2856"/>
                      <a:pt x="1703" y="2855"/>
                    </a:cubicBezTo>
                    <a:cubicBezTo>
                      <a:pt x="1706" y="2852"/>
                      <a:pt x="1715" y="2856"/>
                      <a:pt x="1715" y="2856"/>
                    </a:cubicBezTo>
                    <a:cubicBezTo>
                      <a:pt x="1714" y="2863"/>
                      <a:pt x="1714" y="2863"/>
                      <a:pt x="1714" y="2863"/>
                    </a:cubicBezTo>
                    <a:cubicBezTo>
                      <a:pt x="1716" y="2863"/>
                      <a:pt x="1717" y="2861"/>
                      <a:pt x="1717" y="2861"/>
                    </a:cubicBezTo>
                    <a:cubicBezTo>
                      <a:pt x="1717" y="2862"/>
                      <a:pt x="1716" y="2863"/>
                      <a:pt x="1715" y="2865"/>
                    </a:cubicBezTo>
                    <a:cubicBezTo>
                      <a:pt x="1715" y="2865"/>
                      <a:pt x="1715" y="2865"/>
                      <a:pt x="1715" y="2866"/>
                    </a:cubicBezTo>
                    <a:cubicBezTo>
                      <a:pt x="1716" y="2866"/>
                      <a:pt x="1717" y="2867"/>
                      <a:pt x="1717" y="2869"/>
                    </a:cubicBezTo>
                    <a:cubicBezTo>
                      <a:pt x="1718" y="2870"/>
                      <a:pt x="1718" y="2873"/>
                      <a:pt x="1717" y="2875"/>
                    </a:cubicBezTo>
                    <a:cubicBezTo>
                      <a:pt x="1717" y="2875"/>
                      <a:pt x="1717" y="2875"/>
                      <a:pt x="1717" y="2875"/>
                    </a:cubicBezTo>
                    <a:cubicBezTo>
                      <a:pt x="1718" y="2876"/>
                      <a:pt x="1721" y="2879"/>
                      <a:pt x="1722" y="2883"/>
                    </a:cubicBezTo>
                    <a:cubicBezTo>
                      <a:pt x="1722" y="2885"/>
                      <a:pt x="1721" y="2887"/>
                      <a:pt x="1719" y="2889"/>
                    </a:cubicBezTo>
                    <a:cubicBezTo>
                      <a:pt x="1717" y="2892"/>
                      <a:pt x="1716" y="2893"/>
                      <a:pt x="1716" y="2894"/>
                    </a:cubicBezTo>
                    <a:cubicBezTo>
                      <a:pt x="1716" y="2894"/>
                      <a:pt x="1716" y="2894"/>
                      <a:pt x="1717" y="2895"/>
                    </a:cubicBezTo>
                    <a:cubicBezTo>
                      <a:pt x="1718" y="2896"/>
                      <a:pt x="1722" y="2898"/>
                      <a:pt x="1720" y="2904"/>
                    </a:cubicBezTo>
                    <a:cubicBezTo>
                      <a:pt x="1720" y="2904"/>
                      <a:pt x="1720" y="2904"/>
                      <a:pt x="1721" y="2905"/>
                    </a:cubicBezTo>
                    <a:cubicBezTo>
                      <a:pt x="1721" y="2906"/>
                      <a:pt x="1722" y="2906"/>
                      <a:pt x="1723" y="2906"/>
                    </a:cubicBezTo>
                    <a:cubicBezTo>
                      <a:pt x="1726" y="2905"/>
                      <a:pt x="1729" y="2904"/>
                      <a:pt x="1732" y="2904"/>
                    </a:cubicBezTo>
                    <a:cubicBezTo>
                      <a:pt x="1734" y="2904"/>
                      <a:pt x="1736" y="2903"/>
                      <a:pt x="1738" y="2903"/>
                    </a:cubicBezTo>
                    <a:cubicBezTo>
                      <a:pt x="1743" y="2902"/>
                      <a:pt x="1746" y="2903"/>
                      <a:pt x="1748" y="2904"/>
                    </a:cubicBezTo>
                    <a:cubicBezTo>
                      <a:pt x="1749" y="2906"/>
                      <a:pt x="1750" y="2907"/>
                      <a:pt x="1751" y="2909"/>
                    </a:cubicBezTo>
                    <a:cubicBezTo>
                      <a:pt x="1754" y="2908"/>
                      <a:pt x="1756" y="2909"/>
                      <a:pt x="1757" y="2912"/>
                    </a:cubicBezTo>
                    <a:cubicBezTo>
                      <a:pt x="1758" y="2912"/>
                      <a:pt x="1759" y="2912"/>
                      <a:pt x="1761" y="2911"/>
                    </a:cubicBezTo>
                    <a:cubicBezTo>
                      <a:pt x="1762" y="2910"/>
                      <a:pt x="1763" y="2910"/>
                      <a:pt x="1763" y="2910"/>
                    </a:cubicBezTo>
                    <a:cubicBezTo>
                      <a:pt x="1756" y="2906"/>
                      <a:pt x="1753" y="2901"/>
                      <a:pt x="1754" y="2895"/>
                    </a:cubicBezTo>
                    <a:cubicBezTo>
                      <a:pt x="1756" y="2888"/>
                      <a:pt x="1756" y="2888"/>
                      <a:pt x="1756" y="2885"/>
                    </a:cubicBezTo>
                    <a:cubicBezTo>
                      <a:pt x="1756" y="2882"/>
                      <a:pt x="1756" y="2879"/>
                      <a:pt x="1761" y="2877"/>
                    </a:cubicBezTo>
                    <a:cubicBezTo>
                      <a:pt x="1762" y="2876"/>
                      <a:pt x="1762" y="2876"/>
                      <a:pt x="1762" y="2875"/>
                    </a:cubicBezTo>
                    <a:cubicBezTo>
                      <a:pt x="1761" y="2874"/>
                      <a:pt x="1758" y="2871"/>
                      <a:pt x="1759" y="2865"/>
                    </a:cubicBezTo>
                    <a:cubicBezTo>
                      <a:pt x="1760" y="2860"/>
                      <a:pt x="1760" y="2857"/>
                      <a:pt x="1760" y="2856"/>
                    </a:cubicBezTo>
                    <a:cubicBezTo>
                      <a:pt x="1759" y="2855"/>
                      <a:pt x="1758" y="2853"/>
                      <a:pt x="1757" y="2852"/>
                    </a:cubicBezTo>
                    <a:cubicBezTo>
                      <a:pt x="1756" y="2850"/>
                      <a:pt x="1754" y="2848"/>
                      <a:pt x="1753" y="2847"/>
                    </a:cubicBezTo>
                    <a:cubicBezTo>
                      <a:pt x="1749" y="2844"/>
                      <a:pt x="1750" y="2840"/>
                      <a:pt x="1750" y="2838"/>
                    </a:cubicBezTo>
                    <a:cubicBezTo>
                      <a:pt x="1750" y="2837"/>
                      <a:pt x="1750" y="2837"/>
                      <a:pt x="1750" y="2837"/>
                    </a:cubicBezTo>
                    <a:cubicBezTo>
                      <a:pt x="1749" y="2836"/>
                      <a:pt x="1748" y="2835"/>
                      <a:pt x="1748" y="2832"/>
                    </a:cubicBezTo>
                    <a:cubicBezTo>
                      <a:pt x="1748" y="2831"/>
                      <a:pt x="1748" y="2831"/>
                      <a:pt x="1748" y="2831"/>
                    </a:cubicBezTo>
                    <a:cubicBezTo>
                      <a:pt x="1748" y="2829"/>
                      <a:pt x="1748" y="2827"/>
                      <a:pt x="1749" y="2825"/>
                    </a:cubicBezTo>
                    <a:cubicBezTo>
                      <a:pt x="1749" y="2824"/>
                      <a:pt x="1749" y="2824"/>
                      <a:pt x="1748" y="2822"/>
                    </a:cubicBezTo>
                    <a:cubicBezTo>
                      <a:pt x="1746" y="2821"/>
                      <a:pt x="1746" y="2819"/>
                      <a:pt x="1746" y="2818"/>
                    </a:cubicBezTo>
                    <a:cubicBezTo>
                      <a:pt x="1747" y="2815"/>
                      <a:pt x="1749" y="2814"/>
                      <a:pt x="1752" y="2811"/>
                    </a:cubicBezTo>
                    <a:cubicBezTo>
                      <a:pt x="1754" y="2810"/>
                      <a:pt x="1755" y="2807"/>
                      <a:pt x="1756" y="2803"/>
                    </a:cubicBezTo>
                    <a:cubicBezTo>
                      <a:pt x="1756" y="2798"/>
                      <a:pt x="1761" y="2794"/>
                      <a:pt x="1766" y="2793"/>
                    </a:cubicBezTo>
                    <a:cubicBezTo>
                      <a:pt x="1769" y="2792"/>
                      <a:pt x="1773" y="2794"/>
                      <a:pt x="1774" y="2798"/>
                    </a:cubicBezTo>
                    <a:cubicBezTo>
                      <a:pt x="1775" y="2800"/>
                      <a:pt x="1776" y="2802"/>
                      <a:pt x="1777" y="2802"/>
                    </a:cubicBezTo>
                    <a:cubicBezTo>
                      <a:pt x="1780" y="2800"/>
                      <a:pt x="1782" y="2799"/>
                      <a:pt x="1785" y="2799"/>
                    </a:cubicBezTo>
                    <a:cubicBezTo>
                      <a:pt x="1788" y="2799"/>
                      <a:pt x="1796" y="2801"/>
                      <a:pt x="1798" y="2801"/>
                    </a:cubicBezTo>
                    <a:cubicBezTo>
                      <a:pt x="1799" y="2801"/>
                      <a:pt x="1799" y="2801"/>
                      <a:pt x="1799" y="2801"/>
                    </a:cubicBezTo>
                    <a:cubicBezTo>
                      <a:pt x="1799" y="2802"/>
                      <a:pt x="1799" y="2802"/>
                      <a:pt x="1799" y="2802"/>
                    </a:cubicBezTo>
                    <a:cubicBezTo>
                      <a:pt x="1799" y="2802"/>
                      <a:pt x="1804" y="2805"/>
                      <a:pt x="1806" y="2803"/>
                    </a:cubicBezTo>
                    <a:cubicBezTo>
                      <a:pt x="1808" y="2800"/>
                      <a:pt x="1808" y="2800"/>
                      <a:pt x="1808" y="2800"/>
                    </a:cubicBezTo>
                    <a:cubicBezTo>
                      <a:pt x="1811" y="2796"/>
                      <a:pt x="1813" y="2794"/>
                      <a:pt x="1814" y="2791"/>
                    </a:cubicBezTo>
                    <a:cubicBezTo>
                      <a:pt x="1816" y="2787"/>
                      <a:pt x="1817" y="2786"/>
                      <a:pt x="1819" y="2783"/>
                    </a:cubicBezTo>
                    <a:cubicBezTo>
                      <a:pt x="1820" y="2781"/>
                      <a:pt x="1824" y="2779"/>
                      <a:pt x="1829" y="2776"/>
                    </a:cubicBezTo>
                    <a:cubicBezTo>
                      <a:pt x="1834" y="2773"/>
                      <a:pt x="1837" y="2778"/>
                      <a:pt x="1838" y="2780"/>
                    </a:cubicBezTo>
                    <a:cubicBezTo>
                      <a:pt x="1839" y="2780"/>
                      <a:pt x="1839" y="2781"/>
                      <a:pt x="1839" y="2781"/>
                    </a:cubicBezTo>
                    <a:cubicBezTo>
                      <a:pt x="1840" y="2781"/>
                      <a:pt x="1842" y="2782"/>
                      <a:pt x="1844" y="2782"/>
                    </a:cubicBezTo>
                    <a:cubicBezTo>
                      <a:pt x="1847" y="2782"/>
                      <a:pt x="1853" y="2784"/>
                      <a:pt x="1855" y="2788"/>
                    </a:cubicBezTo>
                    <a:cubicBezTo>
                      <a:pt x="1856" y="2790"/>
                      <a:pt x="1859" y="2791"/>
                      <a:pt x="1861" y="2792"/>
                    </a:cubicBezTo>
                    <a:cubicBezTo>
                      <a:pt x="1862" y="2792"/>
                      <a:pt x="1862" y="2792"/>
                      <a:pt x="1862" y="2792"/>
                    </a:cubicBezTo>
                    <a:cubicBezTo>
                      <a:pt x="1862" y="2793"/>
                      <a:pt x="1865" y="2796"/>
                      <a:pt x="1867" y="2802"/>
                    </a:cubicBezTo>
                    <a:cubicBezTo>
                      <a:pt x="1867" y="2805"/>
                      <a:pt x="1870" y="2807"/>
                      <a:pt x="1870" y="2807"/>
                    </a:cubicBezTo>
                    <a:cubicBezTo>
                      <a:pt x="1870" y="2807"/>
                      <a:pt x="1870" y="2807"/>
                      <a:pt x="1870" y="2807"/>
                    </a:cubicBezTo>
                    <a:cubicBezTo>
                      <a:pt x="1870" y="2807"/>
                      <a:pt x="1872" y="2807"/>
                      <a:pt x="1875" y="2805"/>
                    </a:cubicBezTo>
                    <a:cubicBezTo>
                      <a:pt x="1880" y="2802"/>
                      <a:pt x="1890" y="2788"/>
                      <a:pt x="1892" y="2784"/>
                    </a:cubicBezTo>
                    <a:cubicBezTo>
                      <a:pt x="1894" y="2781"/>
                      <a:pt x="1897" y="2778"/>
                      <a:pt x="1903" y="2778"/>
                    </a:cubicBezTo>
                    <a:cubicBezTo>
                      <a:pt x="1904" y="2778"/>
                      <a:pt x="1904" y="2778"/>
                      <a:pt x="1904" y="2778"/>
                    </a:cubicBezTo>
                    <a:cubicBezTo>
                      <a:pt x="1910" y="2778"/>
                      <a:pt x="1910" y="2783"/>
                      <a:pt x="1911" y="2788"/>
                    </a:cubicBezTo>
                    <a:cubicBezTo>
                      <a:pt x="1911" y="2791"/>
                      <a:pt x="1913" y="2794"/>
                      <a:pt x="1914" y="2795"/>
                    </a:cubicBezTo>
                    <a:cubicBezTo>
                      <a:pt x="1915" y="2791"/>
                      <a:pt x="1915" y="2786"/>
                      <a:pt x="1920" y="2782"/>
                    </a:cubicBezTo>
                    <a:cubicBezTo>
                      <a:pt x="1920" y="2781"/>
                      <a:pt x="1922" y="2780"/>
                      <a:pt x="1922" y="2779"/>
                    </a:cubicBezTo>
                    <a:cubicBezTo>
                      <a:pt x="1927" y="2776"/>
                      <a:pt x="1931" y="2781"/>
                      <a:pt x="1937" y="2789"/>
                    </a:cubicBezTo>
                    <a:cubicBezTo>
                      <a:pt x="1938" y="2790"/>
                      <a:pt x="1940" y="2792"/>
                      <a:pt x="1941" y="2793"/>
                    </a:cubicBezTo>
                    <a:cubicBezTo>
                      <a:pt x="1945" y="2796"/>
                      <a:pt x="1948" y="2799"/>
                      <a:pt x="1950" y="2801"/>
                    </a:cubicBezTo>
                    <a:cubicBezTo>
                      <a:pt x="1953" y="2794"/>
                      <a:pt x="1957" y="2784"/>
                      <a:pt x="1960" y="2781"/>
                    </a:cubicBezTo>
                    <a:cubicBezTo>
                      <a:pt x="1965" y="2778"/>
                      <a:pt x="1967" y="2778"/>
                      <a:pt x="1970" y="2778"/>
                    </a:cubicBezTo>
                    <a:cubicBezTo>
                      <a:pt x="1971" y="2778"/>
                      <a:pt x="1972" y="2778"/>
                      <a:pt x="1973" y="2778"/>
                    </a:cubicBezTo>
                    <a:cubicBezTo>
                      <a:pt x="1976" y="2778"/>
                      <a:pt x="1978" y="2778"/>
                      <a:pt x="1979" y="2779"/>
                    </a:cubicBezTo>
                    <a:cubicBezTo>
                      <a:pt x="1979" y="2779"/>
                      <a:pt x="1979" y="2779"/>
                      <a:pt x="1979" y="2779"/>
                    </a:cubicBezTo>
                    <a:cubicBezTo>
                      <a:pt x="1980" y="2779"/>
                      <a:pt x="1981" y="2780"/>
                      <a:pt x="1981" y="2780"/>
                    </a:cubicBezTo>
                    <a:cubicBezTo>
                      <a:pt x="1982" y="2782"/>
                      <a:pt x="1982" y="2784"/>
                      <a:pt x="1982" y="2785"/>
                    </a:cubicBezTo>
                    <a:cubicBezTo>
                      <a:pt x="1982" y="2786"/>
                      <a:pt x="1982" y="2786"/>
                      <a:pt x="1982" y="2786"/>
                    </a:cubicBezTo>
                    <a:cubicBezTo>
                      <a:pt x="1981" y="2788"/>
                      <a:pt x="1981" y="2790"/>
                      <a:pt x="1981" y="2791"/>
                    </a:cubicBezTo>
                    <a:cubicBezTo>
                      <a:pt x="1985" y="2790"/>
                      <a:pt x="1990" y="2789"/>
                      <a:pt x="1993" y="2786"/>
                    </a:cubicBezTo>
                    <a:cubicBezTo>
                      <a:pt x="1994" y="2785"/>
                      <a:pt x="1995" y="2784"/>
                      <a:pt x="1996" y="2783"/>
                    </a:cubicBezTo>
                    <a:cubicBezTo>
                      <a:pt x="1997" y="2781"/>
                      <a:pt x="2000" y="2777"/>
                      <a:pt x="2006" y="2779"/>
                    </a:cubicBezTo>
                    <a:cubicBezTo>
                      <a:pt x="2008" y="2780"/>
                      <a:pt x="2008" y="2780"/>
                      <a:pt x="2008" y="2780"/>
                    </a:cubicBezTo>
                    <a:cubicBezTo>
                      <a:pt x="2010" y="2780"/>
                      <a:pt x="2011" y="2781"/>
                      <a:pt x="2012" y="2780"/>
                    </a:cubicBezTo>
                    <a:cubicBezTo>
                      <a:pt x="2012" y="2780"/>
                      <a:pt x="2012" y="2780"/>
                      <a:pt x="2013" y="2779"/>
                    </a:cubicBezTo>
                    <a:cubicBezTo>
                      <a:pt x="2014" y="2778"/>
                      <a:pt x="2014" y="2778"/>
                      <a:pt x="2014" y="2778"/>
                    </a:cubicBezTo>
                    <a:cubicBezTo>
                      <a:pt x="2016" y="2775"/>
                      <a:pt x="2018" y="2774"/>
                      <a:pt x="2022" y="2773"/>
                    </a:cubicBezTo>
                    <a:cubicBezTo>
                      <a:pt x="2022" y="2773"/>
                      <a:pt x="2023" y="2773"/>
                      <a:pt x="2023" y="2772"/>
                    </a:cubicBezTo>
                    <a:cubicBezTo>
                      <a:pt x="2023" y="2772"/>
                      <a:pt x="2023" y="2772"/>
                      <a:pt x="2023" y="2772"/>
                    </a:cubicBezTo>
                    <a:cubicBezTo>
                      <a:pt x="2020" y="2769"/>
                      <a:pt x="2019" y="2766"/>
                      <a:pt x="2020" y="2763"/>
                    </a:cubicBezTo>
                    <a:cubicBezTo>
                      <a:pt x="2021" y="2760"/>
                      <a:pt x="2023" y="2757"/>
                      <a:pt x="2026" y="2756"/>
                    </a:cubicBezTo>
                    <a:cubicBezTo>
                      <a:pt x="2030" y="2754"/>
                      <a:pt x="2031" y="2754"/>
                      <a:pt x="2033" y="2753"/>
                    </a:cubicBezTo>
                    <a:cubicBezTo>
                      <a:pt x="2034" y="2753"/>
                      <a:pt x="2035" y="2752"/>
                      <a:pt x="2037" y="2751"/>
                    </a:cubicBezTo>
                    <a:cubicBezTo>
                      <a:pt x="2039" y="2751"/>
                      <a:pt x="2040" y="2750"/>
                      <a:pt x="2041" y="2749"/>
                    </a:cubicBezTo>
                    <a:cubicBezTo>
                      <a:pt x="2043" y="2747"/>
                      <a:pt x="2045" y="2746"/>
                      <a:pt x="2047" y="2745"/>
                    </a:cubicBezTo>
                    <a:cubicBezTo>
                      <a:pt x="2049" y="2744"/>
                      <a:pt x="2051" y="2744"/>
                      <a:pt x="2053" y="2744"/>
                    </a:cubicBezTo>
                    <a:cubicBezTo>
                      <a:pt x="2055" y="2744"/>
                      <a:pt x="2057" y="2744"/>
                      <a:pt x="2058" y="2743"/>
                    </a:cubicBezTo>
                    <a:cubicBezTo>
                      <a:pt x="2062" y="2738"/>
                      <a:pt x="2070" y="2734"/>
                      <a:pt x="2075" y="2738"/>
                    </a:cubicBezTo>
                    <a:cubicBezTo>
                      <a:pt x="2079" y="2741"/>
                      <a:pt x="2082" y="2745"/>
                      <a:pt x="2083" y="2749"/>
                    </a:cubicBezTo>
                    <a:cubicBezTo>
                      <a:pt x="2084" y="2751"/>
                      <a:pt x="2084" y="2751"/>
                      <a:pt x="2086" y="2753"/>
                    </a:cubicBezTo>
                    <a:cubicBezTo>
                      <a:pt x="2086" y="2753"/>
                      <a:pt x="2086" y="2753"/>
                      <a:pt x="2086" y="2754"/>
                    </a:cubicBezTo>
                    <a:cubicBezTo>
                      <a:pt x="2089" y="2755"/>
                      <a:pt x="2091" y="2758"/>
                      <a:pt x="2090" y="2763"/>
                    </a:cubicBezTo>
                    <a:cubicBezTo>
                      <a:pt x="2090" y="2763"/>
                      <a:pt x="2090" y="2764"/>
                      <a:pt x="2090" y="2764"/>
                    </a:cubicBezTo>
                    <a:cubicBezTo>
                      <a:pt x="2090" y="2764"/>
                      <a:pt x="2091" y="2764"/>
                      <a:pt x="2091" y="2764"/>
                    </a:cubicBezTo>
                    <a:cubicBezTo>
                      <a:pt x="2098" y="2765"/>
                      <a:pt x="2107" y="2770"/>
                      <a:pt x="2111" y="2774"/>
                    </a:cubicBezTo>
                    <a:cubicBezTo>
                      <a:pt x="2115" y="2777"/>
                      <a:pt x="2115" y="2777"/>
                      <a:pt x="2116" y="2776"/>
                    </a:cubicBezTo>
                    <a:cubicBezTo>
                      <a:pt x="2117" y="2775"/>
                      <a:pt x="2117" y="2775"/>
                      <a:pt x="2117" y="2775"/>
                    </a:cubicBezTo>
                    <a:cubicBezTo>
                      <a:pt x="2121" y="2773"/>
                      <a:pt x="2124" y="2771"/>
                      <a:pt x="2130" y="2772"/>
                    </a:cubicBezTo>
                    <a:cubicBezTo>
                      <a:pt x="2140" y="2773"/>
                      <a:pt x="2142" y="2779"/>
                      <a:pt x="2143" y="2782"/>
                    </a:cubicBezTo>
                    <a:cubicBezTo>
                      <a:pt x="2143" y="2783"/>
                      <a:pt x="2143" y="2784"/>
                      <a:pt x="2147" y="2784"/>
                    </a:cubicBezTo>
                    <a:cubicBezTo>
                      <a:pt x="2150" y="2784"/>
                      <a:pt x="2150" y="2784"/>
                      <a:pt x="2153" y="2782"/>
                    </a:cubicBezTo>
                    <a:cubicBezTo>
                      <a:pt x="2154" y="2781"/>
                      <a:pt x="2154" y="2780"/>
                      <a:pt x="2155" y="2780"/>
                    </a:cubicBezTo>
                    <a:cubicBezTo>
                      <a:pt x="2158" y="2777"/>
                      <a:pt x="2161" y="2776"/>
                      <a:pt x="2166" y="2779"/>
                    </a:cubicBezTo>
                    <a:cubicBezTo>
                      <a:pt x="2167" y="2779"/>
                      <a:pt x="2169" y="2780"/>
                      <a:pt x="2170" y="2781"/>
                    </a:cubicBezTo>
                    <a:cubicBezTo>
                      <a:pt x="2189" y="2790"/>
                      <a:pt x="2190" y="2790"/>
                      <a:pt x="2190" y="2793"/>
                    </a:cubicBezTo>
                    <a:cubicBezTo>
                      <a:pt x="2190" y="2796"/>
                      <a:pt x="2186" y="2803"/>
                      <a:pt x="2183" y="2807"/>
                    </a:cubicBezTo>
                    <a:cubicBezTo>
                      <a:pt x="2182" y="2809"/>
                      <a:pt x="2182" y="2809"/>
                      <a:pt x="2182" y="2809"/>
                    </a:cubicBezTo>
                    <a:cubicBezTo>
                      <a:pt x="2179" y="2814"/>
                      <a:pt x="2176" y="2817"/>
                      <a:pt x="2172" y="2818"/>
                    </a:cubicBezTo>
                    <a:cubicBezTo>
                      <a:pt x="2172" y="2818"/>
                      <a:pt x="2172" y="2818"/>
                      <a:pt x="2171" y="2818"/>
                    </a:cubicBezTo>
                    <a:cubicBezTo>
                      <a:pt x="2171" y="2818"/>
                      <a:pt x="2171" y="2818"/>
                      <a:pt x="2171" y="2818"/>
                    </a:cubicBezTo>
                    <a:cubicBezTo>
                      <a:pt x="2171" y="2818"/>
                      <a:pt x="2170" y="2818"/>
                      <a:pt x="2169" y="2820"/>
                    </a:cubicBezTo>
                    <a:cubicBezTo>
                      <a:pt x="2166" y="2824"/>
                      <a:pt x="2166" y="2828"/>
                      <a:pt x="2167" y="2829"/>
                    </a:cubicBezTo>
                    <a:cubicBezTo>
                      <a:pt x="2170" y="2832"/>
                      <a:pt x="2175" y="2837"/>
                      <a:pt x="2175" y="2845"/>
                    </a:cubicBezTo>
                    <a:cubicBezTo>
                      <a:pt x="2175" y="2851"/>
                      <a:pt x="2175" y="2856"/>
                      <a:pt x="2174" y="2862"/>
                    </a:cubicBezTo>
                    <a:cubicBezTo>
                      <a:pt x="2174" y="2863"/>
                      <a:pt x="2174" y="2864"/>
                      <a:pt x="2174" y="2864"/>
                    </a:cubicBezTo>
                    <a:cubicBezTo>
                      <a:pt x="2177" y="2861"/>
                      <a:pt x="2182" y="2860"/>
                      <a:pt x="2187" y="2864"/>
                    </a:cubicBezTo>
                    <a:cubicBezTo>
                      <a:pt x="2189" y="2865"/>
                      <a:pt x="2190" y="2865"/>
                      <a:pt x="2192" y="2865"/>
                    </a:cubicBezTo>
                    <a:cubicBezTo>
                      <a:pt x="2193" y="2866"/>
                      <a:pt x="2194" y="2866"/>
                      <a:pt x="2195" y="2866"/>
                    </a:cubicBezTo>
                    <a:cubicBezTo>
                      <a:pt x="2196" y="2866"/>
                      <a:pt x="2197" y="2866"/>
                      <a:pt x="2197" y="2866"/>
                    </a:cubicBezTo>
                    <a:cubicBezTo>
                      <a:pt x="2197" y="2866"/>
                      <a:pt x="2197" y="2866"/>
                      <a:pt x="2197" y="2866"/>
                    </a:cubicBezTo>
                    <a:cubicBezTo>
                      <a:pt x="2199" y="2866"/>
                      <a:pt x="2201" y="2865"/>
                      <a:pt x="2203" y="2866"/>
                    </a:cubicBezTo>
                    <a:cubicBezTo>
                      <a:pt x="2205" y="2868"/>
                      <a:pt x="2205" y="2871"/>
                      <a:pt x="2205" y="2872"/>
                    </a:cubicBezTo>
                    <a:cubicBezTo>
                      <a:pt x="2205" y="2873"/>
                      <a:pt x="2205" y="2874"/>
                      <a:pt x="2205" y="2875"/>
                    </a:cubicBezTo>
                    <a:cubicBezTo>
                      <a:pt x="2205" y="2875"/>
                      <a:pt x="2205" y="2876"/>
                      <a:pt x="2205" y="2877"/>
                    </a:cubicBezTo>
                    <a:cubicBezTo>
                      <a:pt x="2209" y="2879"/>
                      <a:pt x="2213" y="2881"/>
                      <a:pt x="2215" y="2884"/>
                    </a:cubicBezTo>
                    <a:cubicBezTo>
                      <a:pt x="2216" y="2885"/>
                      <a:pt x="2217" y="2887"/>
                      <a:pt x="2218" y="2888"/>
                    </a:cubicBezTo>
                    <a:cubicBezTo>
                      <a:pt x="2223" y="2885"/>
                      <a:pt x="2227" y="2886"/>
                      <a:pt x="2230" y="2890"/>
                    </a:cubicBezTo>
                    <a:cubicBezTo>
                      <a:pt x="2230" y="2890"/>
                      <a:pt x="2230" y="2890"/>
                      <a:pt x="2230" y="2890"/>
                    </a:cubicBezTo>
                    <a:cubicBezTo>
                      <a:pt x="2231" y="2892"/>
                      <a:pt x="2232" y="2893"/>
                      <a:pt x="2232" y="2895"/>
                    </a:cubicBezTo>
                    <a:cubicBezTo>
                      <a:pt x="2235" y="2894"/>
                      <a:pt x="2238" y="2894"/>
                      <a:pt x="2241" y="2896"/>
                    </a:cubicBezTo>
                    <a:cubicBezTo>
                      <a:pt x="2242" y="2897"/>
                      <a:pt x="2244" y="2898"/>
                      <a:pt x="2244" y="2900"/>
                    </a:cubicBezTo>
                    <a:cubicBezTo>
                      <a:pt x="2245" y="2900"/>
                      <a:pt x="2246" y="2900"/>
                      <a:pt x="2247" y="2900"/>
                    </a:cubicBezTo>
                    <a:cubicBezTo>
                      <a:pt x="2248" y="2900"/>
                      <a:pt x="2249" y="2899"/>
                      <a:pt x="2252" y="2899"/>
                    </a:cubicBezTo>
                    <a:cubicBezTo>
                      <a:pt x="2256" y="2898"/>
                      <a:pt x="2261" y="2897"/>
                      <a:pt x="2264" y="2896"/>
                    </a:cubicBezTo>
                    <a:cubicBezTo>
                      <a:pt x="2266" y="2896"/>
                      <a:pt x="2266" y="2896"/>
                      <a:pt x="2267" y="2896"/>
                    </a:cubicBezTo>
                    <a:cubicBezTo>
                      <a:pt x="2267" y="2904"/>
                      <a:pt x="2267" y="2904"/>
                      <a:pt x="2267" y="2904"/>
                    </a:cubicBezTo>
                    <a:cubicBezTo>
                      <a:pt x="2267" y="2904"/>
                      <a:pt x="2266" y="2904"/>
                      <a:pt x="2266" y="2904"/>
                    </a:cubicBezTo>
                    <a:cubicBezTo>
                      <a:pt x="2263" y="2904"/>
                      <a:pt x="2257" y="2905"/>
                      <a:pt x="2253" y="2906"/>
                    </a:cubicBezTo>
                    <a:cubicBezTo>
                      <a:pt x="2251" y="2907"/>
                      <a:pt x="2249" y="2907"/>
                      <a:pt x="2248" y="2908"/>
                    </a:cubicBezTo>
                    <a:cubicBezTo>
                      <a:pt x="2242" y="2909"/>
                      <a:pt x="2240" y="2908"/>
                      <a:pt x="2239" y="2907"/>
                    </a:cubicBezTo>
                    <a:cubicBezTo>
                      <a:pt x="2238" y="2906"/>
                      <a:pt x="2237" y="2904"/>
                      <a:pt x="2237" y="2903"/>
                    </a:cubicBezTo>
                    <a:cubicBezTo>
                      <a:pt x="2237" y="2903"/>
                      <a:pt x="2237" y="2903"/>
                      <a:pt x="2237" y="2902"/>
                    </a:cubicBezTo>
                    <a:cubicBezTo>
                      <a:pt x="2235" y="2901"/>
                      <a:pt x="2234" y="2902"/>
                      <a:pt x="2234" y="2902"/>
                    </a:cubicBezTo>
                    <a:cubicBezTo>
                      <a:pt x="2231" y="2905"/>
                      <a:pt x="2228" y="2905"/>
                      <a:pt x="2227" y="2904"/>
                    </a:cubicBezTo>
                    <a:cubicBezTo>
                      <a:pt x="2225" y="2903"/>
                      <a:pt x="2223" y="2901"/>
                      <a:pt x="2224" y="2897"/>
                    </a:cubicBezTo>
                    <a:cubicBezTo>
                      <a:pt x="2224" y="2896"/>
                      <a:pt x="2224" y="2895"/>
                      <a:pt x="2224" y="2895"/>
                    </a:cubicBezTo>
                    <a:cubicBezTo>
                      <a:pt x="2224" y="2895"/>
                      <a:pt x="2224" y="2895"/>
                      <a:pt x="2224" y="2895"/>
                    </a:cubicBezTo>
                    <a:cubicBezTo>
                      <a:pt x="2223" y="2894"/>
                      <a:pt x="2223" y="2894"/>
                      <a:pt x="2223" y="2894"/>
                    </a:cubicBezTo>
                    <a:cubicBezTo>
                      <a:pt x="2223" y="2894"/>
                      <a:pt x="2223" y="2894"/>
                      <a:pt x="2222" y="2895"/>
                    </a:cubicBezTo>
                    <a:cubicBezTo>
                      <a:pt x="2216" y="2898"/>
                      <a:pt x="2211" y="2892"/>
                      <a:pt x="2209" y="2889"/>
                    </a:cubicBezTo>
                    <a:cubicBezTo>
                      <a:pt x="2207" y="2887"/>
                      <a:pt x="2203" y="2885"/>
                      <a:pt x="2201" y="2884"/>
                    </a:cubicBezTo>
                    <a:cubicBezTo>
                      <a:pt x="2200" y="2884"/>
                      <a:pt x="2200" y="2884"/>
                      <a:pt x="2200" y="2884"/>
                    </a:cubicBezTo>
                    <a:cubicBezTo>
                      <a:pt x="2196" y="2882"/>
                      <a:pt x="2197" y="2877"/>
                      <a:pt x="2197" y="2874"/>
                    </a:cubicBezTo>
                    <a:cubicBezTo>
                      <a:pt x="2196" y="2874"/>
                      <a:pt x="2195" y="2874"/>
                      <a:pt x="2194" y="2874"/>
                    </a:cubicBezTo>
                    <a:cubicBezTo>
                      <a:pt x="2193" y="2873"/>
                      <a:pt x="2192" y="2873"/>
                      <a:pt x="2191" y="2873"/>
                    </a:cubicBezTo>
                    <a:cubicBezTo>
                      <a:pt x="2188" y="2873"/>
                      <a:pt x="2185" y="2872"/>
                      <a:pt x="2182" y="2870"/>
                    </a:cubicBezTo>
                    <a:cubicBezTo>
                      <a:pt x="2181" y="2869"/>
                      <a:pt x="2181" y="2869"/>
                      <a:pt x="2180" y="2869"/>
                    </a:cubicBezTo>
                    <a:cubicBezTo>
                      <a:pt x="2179" y="2871"/>
                      <a:pt x="2177" y="2874"/>
                      <a:pt x="2174" y="2874"/>
                    </a:cubicBezTo>
                    <a:cubicBezTo>
                      <a:pt x="2172" y="2874"/>
                      <a:pt x="2171" y="2873"/>
                      <a:pt x="2169" y="2872"/>
                    </a:cubicBezTo>
                    <a:cubicBezTo>
                      <a:pt x="2167" y="2869"/>
                      <a:pt x="2166" y="2867"/>
                      <a:pt x="2167" y="2860"/>
                    </a:cubicBezTo>
                    <a:cubicBezTo>
                      <a:pt x="2168" y="2855"/>
                      <a:pt x="2168" y="2851"/>
                      <a:pt x="2167" y="2845"/>
                    </a:cubicBezTo>
                    <a:cubicBezTo>
                      <a:pt x="2167" y="2840"/>
                      <a:pt x="2164" y="2837"/>
                      <a:pt x="2162" y="2835"/>
                    </a:cubicBezTo>
                    <a:cubicBezTo>
                      <a:pt x="2157" y="2830"/>
                      <a:pt x="2159" y="2822"/>
                      <a:pt x="2162" y="2816"/>
                    </a:cubicBezTo>
                    <a:cubicBezTo>
                      <a:pt x="2165" y="2811"/>
                      <a:pt x="2167" y="2810"/>
                      <a:pt x="2171" y="2810"/>
                    </a:cubicBezTo>
                    <a:cubicBezTo>
                      <a:pt x="2171" y="2810"/>
                      <a:pt x="2171" y="2810"/>
                      <a:pt x="2171" y="2810"/>
                    </a:cubicBezTo>
                    <a:cubicBezTo>
                      <a:pt x="2172" y="2810"/>
                      <a:pt x="2174" y="2807"/>
                      <a:pt x="2175" y="2805"/>
                    </a:cubicBezTo>
                    <a:cubicBezTo>
                      <a:pt x="2177" y="2803"/>
                      <a:pt x="2177" y="2803"/>
                      <a:pt x="2177" y="2803"/>
                    </a:cubicBezTo>
                    <a:cubicBezTo>
                      <a:pt x="2179" y="2800"/>
                      <a:pt x="2180" y="2797"/>
                      <a:pt x="2181" y="2795"/>
                    </a:cubicBezTo>
                    <a:cubicBezTo>
                      <a:pt x="2178" y="2793"/>
                      <a:pt x="2171" y="2790"/>
                      <a:pt x="2167" y="2788"/>
                    </a:cubicBezTo>
                    <a:cubicBezTo>
                      <a:pt x="2165" y="2787"/>
                      <a:pt x="2163" y="2786"/>
                      <a:pt x="2162" y="2785"/>
                    </a:cubicBezTo>
                    <a:cubicBezTo>
                      <a:pt x="2162" y="2785"/>
                      <a:pt x="2161" y="2785"/>
                      <a:pt x="2161" y="2785"/>
                    </a:cubicBezTo>
                    <a:cubicBezTo>
                      <a:pt x="2161" y="2785"/>
                      <a:pt x="2161" y="2785"/>
                      <a:pt x="2160" y="2785"/>
                    </a:cubicBezTo>
                    <a:cubicBezTo>
                      <a:pt x="2160" y="2786"/>
                      <a:pt x="2159" y="2787"/>
                      <a:pt x="2158" y="2787"/>
                    </a:cubicBezTo>
                    <a:cubicBezTo>
                      <a:pt x="2154" y="2791"/>
                      <a:pt x="2153" y="2792"/>
                      <a:pt x="2146" y="2792"/>
                    </a:cubicBezTo>
                    <a:cubicBezTo>
                      <a:pt x="2143" y="2792"/>
                      <a:pt x="2137" y="2791"/>
                      <a:pt x="2135" y="2784"/>
                    </a:cubicBezTo>
                    <a:cubicBezTo>
                      <a:pt x="2135" y="2781"/>
                      <a:pt x="2132" y="2780"/>
                      <a:pt x="2129" y="2780"/>
                    </a:cubicBezTo>
                    <a:cubicBezTo>
                      <a:pt x="2125" y="2779"/>
                      <a:pt x="2124" y="2780"/>
                      <a:pt x="2121" y="2782"/>
                    </a:cubicBezTo>
                    <a:cubicBezTo>
                      <a:pt x="2120" y="2783"/>
                      <a:pt x="2120" y="2783"/>
                      <a:pt x="2120" y="2783"/>
                    </a:cubicBezTo>
                    <a:cubicBezTo>
                      <a:pt x="2113" y="2787"/>
                      <a:pt x="2109" y="2782"/>
                      <a:pt x="2106" y="2779"/>
                    </a:cubicBezTo>
                    <a:cubicBezTo>
                      <a:pt x="2103" y="2776"/>
                      <a:pt x="2095" y="2772"/>
                      <a:pt x="2090" y="2772"/>
                    </a:cubicBezTo>
                    <a:cubicBezTo>
                      <a:pt x="2087" y="2772"/>
                      <a:pt x="2085" y="2772"/>
                      <a:pt x="2083" y="2770"/>
                    </a:cubicBezTo>
                    <a:cubicBezTo>
                      <a:pt x="2082" y="2768"/>
                      <a:pt x="2082" y="2766"/>
                      <a:pt x="2082" y="2765"/>
                    </a:cubicBezTo>
                    <a:cubicBezTo>
                      <a:pt x="2082" y="2764"/>
                      <a:pt x="2082" y="2763"/>
                      <a:pt x="2082" y="2762"/>
                    </a:cubicBezTo>
                    <a:cubicBezTo>
                      <a:pt x="2083" y="2761"/>
                      <a:pt x="2082" y="2760"/>
                      <a:pt x="2082" y="2760"/>
                    </a:cubicBezTo>
                    <a:cubicBezTo>
                      <a:pt x="2081" y="2759"/>
                      <a:pt x="2081" y="2759"/>
                      <a:pt x="2080" y="2758"/>
                    </a:cubicBezTo>
                    <a:cubicBezTo>
                      <a:pt x="2078" y="2756"/>
                      <a:pt x="2077" y="2755"/>
                      <a:pt x="2076" y="2751"/>
                    </a:cubicBezTo>
                    <a:cubicBezTo>
                      <a:pt x="2075" y="2749"/>
                      <a:pt x="2074" y="2747"/>
                      <a:pt x="2071" y="2744"/>
                    </a:cubicBezTo>
                    <a:cubicBezTo>
                      <a:pt x="2070" y="2744"/>
                      <a:pt x="2066" y="2745"/>
                      <a:pt x="2063" y="2748"/>
                    </a:cubicBezTo>
                    <a:cubicBezTo>
                      <a:pt x="2060" y="2752"/>
                      <a:pt x="2056" y="2752"/>
                      <a:pt x="2053" y="2752"/>
                    </a:cubicBezTo>
                    <a:cubicBezTo>
                      <a:pt x="2051" y="2752"/>
                      <a:pt x="2050" y="2752"/>
                      <a:pt x="2050" y="2752"/>
                    </a:cubicBezTo>
                    <a:cubicBezTo>
                      <a:pt x="2048" y="2753"/>
                      <a:pt x="2048" y="2753"/>
                      <a:pt x="2046" y="2754"/>
                    </a:cubicBezTo>
                    <a:cubicBezTo>
                      <a:pt x="2045" y="2756"/>
                      <a:pt x="2043" y="2757"/>
                      <a:pt x="2041" y="2758"/>
                    </a:cubicBezTo>
                    <a:cubicBezTo>
                      <a:pt x="2038" y="2760"/>
                      <a:pt x="2037" y="2760"/>
                      <a:pt x="2035" y="2761"/>
                    </a:cubicBezTo>
                    <a:cubicBezTo>
                      <a:pt x="2034" y="2761"/>
                      <a:pt x="2033" y="2761"/>
                      <a:pt x="2030" y="2763"/>
                    </a:cubicBezTo>
                    <a:cubicBezTo>
                      <a:pt x="2029" y="2763"/>
                      <a:pt x="2028" y="2764"/>
                      <a:pt x="2028" y="2764"/>
                    </a:cubicBezTo>
                    <a:cubicBezTo>
                      <a:pt x="2028" y="2765"/>
                      <a:pt x="2028" y="2766"/>
                      <a:pt x="2029" y="2768"/>
                    </a:cubicBezTo>
                    <a:cubicBezTo>
                      <a:pt x="2031" y="2771"/>
                      <a:pt x="2031" y="2773"/>
                      <a:pt x="2031" y="2775"/>
                    </a:cubicBezTo>
                    <a:cubicBezTo>
                      <a:pt x="2030" y="2777"/>
                      <a:pt x="2028" y="2779"/>
                      <a:pt x="2024" y="2780"/>
                    </a:cubicBezTo>
                    <a:cubicBezTo>
                      <a:pt x="2022" y="2781"/>
                      <a:pt x="2022" y="2781"/>
                      <a:pt x="2020" y="2783"/>
                    </a:cubicBezTo>
                    <a:cubicBezTo>
                      <a:pt x="2019" y="2784"/>
                      <a:pt x="2019" y="2784"/>
                      <a:pt x="2019" y="2784"/>
                    </a:cubicBezTo>
                    <a:cubicBezTo>
                      <a:pt x="2015" y="2789"/>
                      <a:pt x="2011" y="2788"/>
                      <a:pt x="2006" y="2787"/>
                    </a:cubicBezTo>
                    <a:cubicBezTo>
                      <a:pt x="2004" y="2787"/>
                      <a:pt x="2004" y="2787"/>
                      <a:pt x="2004" y="2787"/>
                    </a:cubicBezTo>
                    <a:cubicBezTo>
                      <a:pt x="2003" y="2786"/>
                      <a:pt x="2003" y="2787"/>
                      <a:pt x="2003" y="2787"/>
                    </a:cubicBezTo>
                    <a:cubicBezTo>
                      <a:pt x="2003" y="2787"/>
                      <a:pt x="2002" y="2787"/>
                      <a:pt x="2002" y="2788"/>
                    </a:cubicBezTo>
                    <a:cubicBezTo>
                      <a:pt x="2001" y="2789"/>
                      <a:pt x="2000" y="2791"/>
                      <a:pt x="1998" y="2792"/>
                    </a:cubicBezTo>
                    <a:cubicBezTo>
                      <a:pt x="1993" y="2797"/>
                      <a:pt x="1984" y="2799"/>
                      <a:pt x="1979" y="2798"/>
                    </a:cubicBezTo>
                    <a:cubicBezTo>
                      <a:pt x="1977" y="2798"/>
                      <a:pt x="1976" y="2798"/>
                      <a:pt x="1975" y="2796"/>
                    </a:cubicBezTo>
                    <a:cubicBezTo>
                      <a:pt x="1973" y="2793"/>
                      <a:pt x="1973" y="2790"/>
                      <a:pt x="1974" y="2786"/>
                    </a:cubicBezTo>
                    <a:cubicBezTo>
                      <a:pt x="1974" y="2786"/>
                      <a:pt x="1973" y="2786"/>
                      <a:pt x="1973" y="2786"/>
                    </a:cubicBezTo>
                    <a:cubicBezTo>
                      <a:pt x="1972" y="2786"/>
                      <a:pt x="1971" y="2786"/>
                      <a:pt x="1970" y="2786"/>
                    </a:cubicBezTo>
                    <a:cubicBezTo>
                      <a:pt x="1968" y="2785"/>
                      <a:pt x="1967" y="2785"/>
                      <a:pt x="1965" y="2787"/>
                    </a:cubicBezTo>
                    <a:cubicBezTo>
                      <a:pt x="1963" y="2789"/>
                      <a:pt x="1959" y="2800"/>
                      <a:pt x="1956" y="2810"/>
                    </a:cubicBezTo>
                    <a:cubicBezTo>
                      <a:pt x="1955" y="2812"/>
                      <a:pt x="1955" y="2812"/>
                      <a:pt x="1955" y="2812"/>
                    </a:cubicBezTo>
                    <a:cubicBezTo>
                      <a:pt x="1953" y="2812"/>
                      <a:pt x="1953" y="2812"/>
                      <a:pt x="1953" y="2812"/>
                    </a:cubicBezTo>
                    <a:cubicBezTo>
                      <a:pt x="1950" y="2813"/>
                      <a:pt x="1947" y="2810"/>
                      <a:pt x="1945" y="2807"/>
                    </a:cubicBezTo>
                    <a:cubicBezTo>
                      <a:pt x="1943" y="2804"/>
                      <a:pt x="1939" y="2801"/>
                      <a:pt x="1936" y="2799"/>
                    </a:cubicBezTo>
                    <a:cubicBezTo>
                      <a:pt x="1934" y="2797"/>
                      <a:pt x="1932" y="2795"/>
                      <a:pt x="1931" y="2794"/>
                    </a:cubicBezTo>
                    <a:cubicBezTo>
                      <a:pt x="1926" y="2787"/>
                      <a:pt x="1924" y="2786"/>
                      <a:pt x="1924" y="2786"/>
                    </a:cubicBezTo>
                    <a:cubicBezTo>
                      <a:pt x="1924" y="2786"/>
                      <a:pt x="1926" y="2786"/>
                      <a:pt x="1927" y="2786"/>
                    </a:cubicBezTo>
                    <a:cubicBezTo>
                      <a:pt x="1927" y="2785"/>
                      <a:pt x="1927" y="2783"/>
                      <a:pt x="1926" y="2782"/>
                    </a:cubicBezTo>
                    <a:cubicBezTo>
                      <a:pt x="1923" y="2785"/>
                      <a:pt x="1923" y="2785"/>
                      <a:pt x="1923" y="2785"/>
                    </a:cubicBezTo>
                    <a:cubicBezTo>
                      <a:pt x="1925" y="2788"/>
                      <a:pt x="1925" y="2788"/>
                      <a:pt x="1925" y="2788"/>
                    </a:cubicBezTo>
                    <a:cubicBezTo>
                      <a:pt x="1924" y="2789"/>
                      <a:pt x="1924" y="2789"/>
                      <a:pt x="1924" y="2789"/>
                    </a:cubicBezTo>
                    <a:cubicBezTo>
                      <a:pt x="1923" y="2790"/>
                      <a:pt x="1922" y="2792"/>
                      <a:pt x="1921" y="2796"/>
                    </a:cubicBezTo>
                    <a:cubicBezTo>
                      <a:pt x="1921" y="2797"/>
                      <a:pt x="1921" y="2797"/>
                      <a:pt x="1921" y="2797"/>
                    </a:cubicBezTo>
                    <a:cubicBezTo>
                      <a:pt x="1921" y="2802"/>
                      <a:pt x="1918" y="2803"/>
                      <a:pt x="1917" y="2804"/>
                    </a:cubicBezTo>
                    <a:cubicBezTo>
                      <a:pt x="1914" y="2805"/>
                      <a:pt x="1912" y="2804"/>
                      <a:pt x="1910" y="2803"/>
                    </a:cubicBezTo>
                    <a:cubicBezTo>
                      <a:pt x="1909" y="2802"/>
                      <a:pt x="1904" y="2798"/>
                      <a:pt x="1903" y="2789"/>
                    </a:cubicBezTo>
                    <a:cubicBezTo>
                      <a:pt x="1903" y="2787"/>
                      <a:pt x="1903" y="2786"/>
                      <a:pt x="1903" y="2786"/>
                    </a:cubicBezTo>
                    <a:cubicBezTo>
                      <a:pt x="1903" y="2786"/>
                      <a:pt x="1903" y="2786"/>
                      <a:pt x="1903" y="2786"/>
                    </a:cubicBezTo>
                    <a:cubicBezTo>
                      <a:pt x="1901" y="2786"/>
                      <a:pt x="1900" y="2786"/>
                      <a:pt x="1899" y="2788"/>
                    </a:cubicBezTo>
                    <a:cubicBezTo>
                      <a:pt x="1897" y="2791"/>
                      <a:pt x="1886" y="2807"/>
                      <a:pt x="1880" y="2812"/>
                    </a:cubicBezTo>
                    <a:cubicBezTo>
                      <a:pt x="1872" y="2816"/>
                      <a:pt x="1868" y="2814"/>
                      <a:pt x="1867" y="2814"/>
                    </a:cubicBezTo>
                    <a:cubicBezTo>
                      <a:pt x="1865" y="2813"/>
                      <a:pt x="1860" y="2809"/>
                      <a:pt x="1859" y="2804"/>
                    </a:cubicBezTo>
                    <a:cubicBezTo>
                      <a:pt x="1859" y="2801"/>
                      <a:pt x="1858" y="2799"/>
                      <a:pt x="1857" y="2799"/>
                    </a:cubicBezTo>
                    <a:cubicBezTo>
                      <a:pt x="1855" y="2798"/>
                      <a:pt x="1851" y="2796"/>
                      <a:pt x="1849" y="2793"/>
                    </a:cubicBezTo>
                    <a:cubicBezTo>
                      <a:pt x="1848" y="2791"/>
                      <a:pt x="1845" y="2790"/>
                      <a:pt x="1844" y="2789"/>
                    </a:cubicBezTo>
                    <a:cubicBezTo>
                      <a:pt x="1841" y="2789"/>
                      <a:pt x="1836" y="2789"/>
                      <a:pt x="1833" y="2786"/>
                    </a:cubicBezTo>
                    <a:cubicBezTo>
                      <a:pt x="1833" y="2786"/>
                      <a:pt x="1832" y="2785"/>
                      <a:pt x="1832" y="2784"/>
                    </a:cubicBezTo>
                    <a:cubicBezTo>
                      <a:pt x="1832" y="2784"/>
                      <a:pt x="1832" y="2784"/>
                      <a:pt x="1831" y="2784"/>
                    </a:cubicBezTo>
                    <a:cubicBezTo>
                      <a:pt x="1826" y="2786"/>
                      <a:pt x="1825" y="2788"/>
                      <a:pt x="1825" y="2788"/>
                    </a:cubicBezTo>
                    <a:cubicBezTo>
                      <a:pt x="1824" y="2790"/>
                      <a:pt x="1823" y="2791"/>
                      <a:pt x="1821" y="2794"/>
                    </a:cubicBezTo>
                    <a:cubicBezTo>
                      <a:pt x="1819" y="2798"/>
                      <a:pt x="1817" y="2801"/>
                      <a:pt x="1814" y="2805"/>
                    </a:cubicBezTo>
                    <a:cubicBezTo>
                      <a:pt x="1812" y="2808"/>
                      <a:pt x="1812" y="2808"/>
                      <a:pt x="1812" y="2808"/>
                    </a:cubicBezTo>
                    <a:cubicBezTo>
                      <a:pt x="1810" y="2810"/>
                      <a:pt x="1808" y="2811"/>
                      <a:pt x="1805" y="2811"/>
                    </a:cubicBezTo>
                    <a:cubicBezTo>
                      <a:pt x="1801" y="2812"/>
                      <a:pt x="1797" y="2810"/>
                      <a:pt x="1795" y="2808"/>
                    </a:cubicBezTo>
                    <a:cubicBezTo>
                      <a:pt x="1791" y="2808"/>
                      <a:pt x="1787" y="2807"/>
                      <a:pt x="1786" y="2807"/>
                    </a:cubicBezTo>
                    <a:cubicBezTo>
                      <a:pt x="1783" y="2807"/>
                      <a:pt x="1783" y="2807"/>
                      <a:pt x="1782" y="2808"/>
                    </a:cubicBezTo>
                    <a:cubicBezTo>
                      <a:pt x="1781" y="2810"/>
                      <a:pt x="1779" y="2811"/>
                      <a:pt x="1777" y="2811"/>
                    </a:cubicBezTo>
                    <a:cubicBezTo>
                      <a:pt x="1773" y="2811"/>
                      <a:pt x="1770" y="2807"/>
                      <a:pt x="1767" y="2801"/>
                    </a:cubicBezTo>
                    <a:cubicBezTo>
                      <a:pt x="1766" y="2801"/>
                      <a:pt x="1764" y="2802"/>
                      <a:pt x="1763" y="2803"/>
                    </a:cubicBezTo>
                    <a:cubicBezTo>
                      <a:pt x="1763" y="2807"/>
                      <a:pt x="1762" y="2814"/>
                      <a:pt x="1757" y="2818"/>
                    </a:cubicBezTo>
                    <a:cubicBezTo>
                      <a:pt x="1756" y="2818"/>
                      <a:pt x="1755" y="2819"/>
                      <a:pt x="1755" y="2819"/>
                    </a:cubicBezTo>
                    <a:cubicBezTo>
                      <a:pt x="1758" y="2824"/>
                      <a:pt x="1758" y="2827"/>
                      <a:pt x="1756" y="2830"/>
                    </a:cubicBezTo>
                    <a:cubicBezTo>
                      <a:pt x="1756" y="2830"/>
                      <a:pt x="1755" y="2830"/>
                      <a:pt x="1755" y="2830"/>
                    </a:cubicBezTo>
                    <a:cubicBezTo>
                      <a:pt x="1755" y="2830"/>
                      <a:pt x="1755" y="2830"/>
                      <a:pt x="1755" y="2830"/>
                    </a:cubicBezTo>
                    <a:cubicBezTo>
                      <a:pt x="1756" y="2832"/>
                      <a:pt x="1756" y="2832"/>
                      <a:pt x="1756" y="2832"/>
                    </a:cubicBezTo>
                    <a:cubicBezTo>
                      <a:pt x="1757" y="2832"/>
                      <a:pt x="1757" y="2834"/>
                      <a:pt x="1757" y="2836"/>
                    </a:cubicBezTo>
                    <a:cubicBezTo>
                      <a:pt x="1757" y="2837"/>
                      <a:pt x="1757" y="2838"/>
                      <a:pt x="1757" y="2838"/>
                    </a:cubicBezTo>
                    <a:cubicBezTo>
                      <a:pt x="1757" y="2840"/>
                      <a:pt x="1757" y="2840"/>
                      <a:pt x="1758" y="2841"/>
                    </a:cubicBezTo>
                    <a:cubicBezTo>
                      <a:pt x="1760" y="2842"/>
                      <a:pt x="1762" y="2845"/>
                      <a:pt x="1763" y="2848"/>
                    </a:cubicBezTo>
                    <a:cubicBezTo>
                      <a:pt x="1764" y="2849"/>
                      <a:pt x="1765" y="2850"/>
                      <a:pt x="1766" y="2851"/>
                    </a:cubicBezTo>
                    <a:cubicBezTo>
                      <a:pt x="1769" y="2855"/>
                      <a:pt x="1768" y="2860"/>
                      <a:pt x="1767" y="2867"/>
                    </a:cubicBezTo>
                    <a:cubicBezTo>
                      <a:pt x="1766" y="2869"/>
                      <a:pt x="1767" y="2869"/>
                      <a:pt x="1768" y="2870"/>
                    </a:cubicBezTo>
                    <a:cubicBezTo>
                      <a:pt x="1769" y="2870"/>
                      <a:pt x="1770" y="2872"/>
                      <a:pt x="1770" y="2875"/>
                    </a:cubicBezTo>
                    <a:cubicBezTo>
                      <a:pt x="1770" y="2880"/>
                      <a:pt x="1767" y="2882"/>
                      <a:pt x="1765" y="2883"/>
                    </a:cubicBezTo>
                    <a:cubicBezTo>
                      <a:pt x="1764" y="2884"/>
                      <a:pt x="1764" y="2884"/>
                      <a:pt x="1764" y="2884"/>
                    </a:cubicBezTo>
                    <a:cubicBezTo>
                      <a:pt x="1764" y="2884"/>
                      <a:pt x="1764" y="2885"/>
                      <a:pt x="1764" y="2885"/>
                    </a:cubicBezTo>
                    <a:cubicBezTo>
                      <a:pt x="1764" y="2889"/>
                      <a:pt x="1764" y="2890"/>
                      <a:pt x="1762" y="2897"/>
                    </a:cubicBezTo>
                    <a:cubicBezTo>
                      <a:pt x="1761" y="2900"/>
                      <a:pt x="1765" y="2902"/>
                      <a:pt x="1767" y="2903"/>
                    </a:cubicBezTo>
                    <a:cubicBezTo>
                      <a:pt x="1770" y="2904"/>
                      <a:pt x="1772" y="2906"/>
                      <a:pt x="1772" y="2908"/>
                    </a:cubicBezTo>
                    <a:cubicBezTo>
                      <a:pt x="1772" y="2911"/>
                      <a:pt x="1771" y="2914"/>
                      <a:pt x="1765" y="2917"/>
                    </a:cubicBezTo>
                    <a:cubicBezTo>
                      <a:pt x="1762" y="2919"/>
                      <a:pt x="1759" y="2920"/>
                      <a:pt x="1757" y="2920"/>
                    </a:cubicBezTo>
                    <a:close/>
                    <a:moveTo>
                      <a:pt x="2232" y="2899"/>
                    </a:moveTo>
                    <a:cubicBezTo>
                      <a:pt x="2232" y="2899"/>
                      <a:pt x="2232" y="2899"/>
                      <a:pt x="2232" y="2899"/>
                    </a:cubicBezTo>
                    <a:close/>
                    <a:moveTo>
                      <a:pt x="2228" y="2897"/>
                    </a:moveTo>
                    <a:cubicBezTo>
                      <a:pt x="2228" y="2897"/>
                      <a:pt x="2228" y="2897"/>
                      <a:pt x="2228" y="2897"/>
                    </a:cubicBezTo>
                    <a:close/>
                    <a:moveTo>
                      <a:pt x="1710" y="2871"/>
                    </a:moveTo>
                    <a:cubicBezTo>
                      <a:pt x="1710" y="2871"/>
                      <a:pt x="1710" y="2871"/>
                      <a:pt x="1710" y="2871"/>
                    </a:cubicBezTo>
                    <a:close/>
                    <a:moveTo>
                      <a:pt x="1715" y="2865"/>
                    </a:moveTo>
                    <a:cubicBezTo>
                      <a:pt x="1715" y="2865"/>
                      <a:pt x="1715" y="2865"/>
                      <a:pt x="1715" y="2865"/>
                    </a:cubicBezTo>
                    <a:cubicBezTo>
                      <a:pt x="1715" y="2865"/>
                      <a:pt x="1715" y="2865"/>
                      <a:pt x="1715" y="2865"/>
                    </a:cubicBezTo>
                    <a:close/>
                    <a:moveTo>
                      <a:pt x="1714" y="2865"/>
                    </a:moveTo>
                    <a:cubicBezTo>
                      <a:pt x="1714" y="2865"/>
                      <a:pt x="1715" y="2865"/>
                      <a:pt x="1715" y="2865"/>
                    </a:cubicBezTo>
                    <a:cubicBezTo>
                      <a:pt x="1715" y="2865"/>
                      <a:pt x="1715" y="2865"/>
                      <a:pt x="1715" y="2865"/>
                    </a:cubicBezTo>
                    <a:cubicBezTo>
                      <a:pt x="1715" y="2865"/>
                      <a:pt x="1714" y="2865"/>
                      <a:pt x="1714" y="2865"/>
                    </a:cubicBezTo>
                    <a:close/>
                    <a:moveTo>
                      <a:pt x="1976" y="2786"/>
                    </a:moveTo>
                    <a:cubicBezTo>
                      <a:pt x="1976" y="2786"/>
                      <a:pt x="1976" y="2786"/>
                      <a:pt x="1976" y="2786"/>
                    </a:cubicBezTo>
                    <a:cubicBezTo>
                      <a:pt x="1976" y="2784"/>
                      <a:pt x="1976" y="2784"/>
                      <a:pt x="1976" y="2784"/>
                    </a:cubicBezTo>
                    <a:cubicBezTo>
                      <a:pt x="1976" y="2786"/>
                      <a:pt x="1976" y="2786"/>
                      <a:pt x="1976" y="2786"/>
                    </a:cubicBezTo>
                    <a:cubicBezTo>
                      <a:pt x="1976" y="2786"/>
                      <a:pt x="1976" y="2786"/>
                      <a:pt x="1976" y="2786"/>
                    </a:cubicBezTo>
                    <a:cubicBezTo>
                      <a:pt x="1976" y="2786"/>
                      <a:pt x="1976" y="2786"/>
                      <a:pt x="1976" y="2786"/>
                    </a:cubicBezTo>
                    <a:close/>
                    <a:moveTo>
                      <a:pt x="2023" y="2772"/>
                    </a:moveTo>
                    <a:cubicBezTo>
                      <a:pt x="2023" y="2772"/>
                      <a:pt x="2023" y="2772"/>
                      <a:pt x="2023" y="2772"/>
                    </a:cubicBezTo>
                    <a:close/>
                    <a:moveTo>
                      <a:pt x="1450" y="2608"/>
                    </a:moveTo>
                    <a:cubicBezTo>
                      <a:pt x="1450" y="2608"/>
                      <a:pt x="1450" y="2608"/>
                      <a:pt x="1450" y="2608"/>
                    </a:cubicBezTo>
                    <a:cubicBezTo>
                      <a:pt x="1450" y="2608"/>
                      <a:pt x="1450" y="2608"/>
                      <a:pt x="1450" y="2608"/>
                    </a:cubicBezTo>
                    <a:close/>
                    <a:moveTo>
                      <a:pt x="1443" y="2588"/>
                    </a:moveTo>
                    <a:cubicBezTo>
                      <a:pt x="1443" y="2588"/>
                      <a:pt x="1443" y="2588"/>
                      <a:pt x="1443" y="2588"/>
                    </a:cubicBezTo>
                    <a:close/>
                    <a:moveTo>
                      <a:pt x="1551" y="2320"/>
                    </a:moveTo>
                    <a:cubicBezTo>
                      <a:pt x="1551" y="2320"/>
                      <a:pt x="1551" y="2320"/>
                      <a:pt x="1551" y="2320"/>
                    </a:cubicBezTo>
                    <a:cubicBezTo>
                      <a:pt x="1551" y="2320"/>
                      <a:pt x="1551" y="2320"/>
                      <a:pt x="1551" y="2320"/>
                    </a:cubicBezTo>
                    <a:close/>
                    <a:moveTo>
                      <a:pt x="1554" y="2318"/>
                    </a:moveTo>
                    <a:cubicBezTo>
                      <a:pt x="1554" y="2318"/>
                      <a:pt x="1554" y="2318"/>
                      <a:pt x="1554" y="2318"/>
                    </a:cubicBezTo>
                    <a:close/>
                    <a:moveTo>
                      <a:pt x="1546" y="2317"/>
                    </a:moveTo>
                    <a:cubicBezTo>
                      <a:pt x="1546" y="2317"/>
                      <a:pt x="1546" y="2317"/>
                      <a:pt x="1546" y="2317"/>
                    </a:cubicBezTo>
                    <a:close/>
                    <a:moveTo>
                      <a:pt x="1532" y="2305"/>
                    </a:moveTo>
                    <a:cubicBezTo>
                      <a:pt x="1532" y="2305"/>
                      <a:pt x="1532" y="2305"/>
                      <a:pt x="1532" y="2305"/>
                    </a:cubicBezTo>
                    <a:close/>
                    <a:moveTo>
                      <a:pt x="1424" y="2280"/>
                    </a:moveTo>
                    <a:cubicBezTo>
                      <a:pt x="1424" y="2280"/>
                      <a:pt x="1424" y="2280"/>
                      <a:pt x="1424" y="2280"/>
                    </a:cubicBezTo>
                    <a:cubicBezTo>
                      <a:pt x="1424" y="2280"/>
                      <a:pt x="1424" y="2280"/>
                      <a:pt x="1424" y="2280"/>
                    </a:cubicBezTo>
                    <a:close/>
                    <a:moveTo>
                      <a:pt x="1459" y="2277"/>
                    </a:moveTo>
                    <a:cubicBezTo>
                      <a:pt x="1459" y="2277"/>
                      <a:pt x="1459" y="2277"/>
                      <a:pt x="1459" y="2277"/>
                    </a:cubicBezTo>
                    <a:close/>
                    <a:moveTo>
                      <a:pt x="1483" y="2232"/>
                    </a:moveTo>
                    <a:cubicBezTo>
                      <a:pt x="1483" y="2232"/>
                      <a:pt x="1483" y="2232"/>
                      <a:pt x="1483" y="2232"/>
                    </a:cubicBezTo>
                    <a:close/>
                    <a:moveTo>
                      <a:pt x="948" y="2186"/>
                    </a:moveTo>
                    <a:cubicBezTo>
                      <a:pt x="948" y="2186"/>
                      <a:pt x="948" y="2186"/>
                      <a:pt x="948" y="2186"/>
                    </a:cubicBezTo>
                    <a:cubicBezTo>
                      <a:pt x="948" y="2186"/>
                      <a:pt x="948" y="2186"/>
                      <a:pt x="948" y="2186"/>
                    </a:cubicBezTo>
                    <a:close/>
                    <a:moveTo>
                      <a:pt x="662" y="2129"/>
                    </a:moveTo>
                    <a:cubicBezTo>
                      <a:pt x="662" y="2129"/>
                      <a:pt x="662" y="2129"/>
                      <a:pt x="662" y="2129"/>
                    </a:cubicBezTo>
                    <a:cubicBezTo>
                      <a:pt x="662" y="2129"/>
                      <a:pt x="662" y="2129"/>
                      <a:pt x="662" y="2129"/>
                    </a:cubicBezTo>
                    <a:close/>
                    <a:moveTo>
                      <a:pt x="606" y="2099"/>
                    </a:moveTo>
                    <a:cubicBezTo>
                      <a:pt x="606" y="2099"/>
                      <a:pt x="606" y="2099"/>
                      <a:pt x="606" y="2099"/>
                    </a:cubicBezTo>
                    <a:cubicBezTo>
                      <a:pt x="606" y="2099"/>
                      <a:pt x="606" y="2099"/>
                      <a:pt x="606" y="2099"/>
                    </a:cubicBezTo>
                    <a:close/>
                    <a:moveTo>
                      <a:pt x="406" y="1913"/>
                    </a:moveTo>
                    <a:cubicBezTo>
                      <a:pt x="406" y="1913"/>
                      <a:pt x="406" y="1913"/>
                      <a:pt x="406" y="1913"/>
                    </a:cubicBezTo>
                    <a:cubicBezTo>
                      <a:pt x="406" y="1913"/>
                      <a:pt x="406" y="1913"/>
                      <a:pt x="406" y="1913"/>
                    </a:cubicBezTo>
                    <a:close/>
                    <a:moveTo>
                      <a:pt x="403" y="1906"/>
                    </a:moveTo>
                    <a:cubicBezTo>
                      <a:pt x="403" y="1906"/>
                      <a:pt x="403" y="1906"/>
                      <a:pt x="403" y="1906"/>
                    </a:cubicBezTo>
                    <a:close/>
                    <a:moveTo>
                      <a:pt x="392" y="1902"/>
                    </a:moveTo>
                    <a:cubicBezTo>
                      <a:pt x="392" y="1902"/>
                      <a:pt x="392" y="1902"/>
                      <a:pt x="392" y="1902"/>
                    </a:cubicBezTo>
                    <a:cubicBezTo>
                      <a:pt x="392" y="1902"/>
                      <a:pt x="392" y="1902"/>
                      <a:pt x="392" y="1902"/>
                    </a:cubicBezTo>
                    <a:close/>
                    <a:moveTo>
                      <a:pt x="388" y="1894"/>
                    </a:moveTo>
                    <a:cubicBezTo>
                      <a:pt x="388" y="1894"/>
                      <a:pt x="388" y="1894"/>
                      <a:pt x="388" y="1894"/>
                    </a:cubicBezTo>
                    <a:close/>
                    <a:moveTo>
                      <a:pt x="316" y="1811"/>
                    </a:moveTo>
                    <a:cubicBezTo>
                      <a:pt x="316" y="1811"/>
                      <a:pt x="316" y="1811"/>
                      <a:pt x="316" y="1811"/>
                    </a:cubicBezTo>
                    <a:cubicBezTo>
                      <a:pt x="316" y="1811"/>
                      <a:pt x="316" y="1811"/>
                      <a:pt x="316" y="1811"/>
                    </a:cubicBezTo>
                    <a:close/>
                    <a:moveTo>
                      <a:pt x="254" y="1797"/>
                    </a:moveTo>
                    <a:cubicBezTo>
                      <a:pt x="254" y="1797"/>
                      <a:pt x="254" y="1797"/>
                      <a:pt x="254" y="1797"/>
                    </a:cubicBezTo>
                    <a:cubicBezTo>
                      <a:pt x="254" y="1797"/>
                      <a:pt x="254" y="1797"/>
                      <a:pt x="254" y="1797"/>
                    </a:cubicBezTo>
                    <a:close/>
                    <a:moveTo>
                      <a:pt x="254" y="1797"/>
                    </a:moveTo>
                    <a:cubicBezTo>
                      <a:pt x="254" y="1797"/>
                      <a:pt x="254" y="1797"/>
                      <a:pt x="254" y="1797"/>
                    </a:cubicBezTo>
                    <a:close/>
                    <a:moveTo>
                      <a:pt x="172" y="1714"/>
                    </a:moveTo>
                    <a:cubicBezTo>
                      <a:pt x="172" y="1714"/>
                      <a:pt x="172" y="1714"/>
                      <a:pt x="172" y="1714"/>
                    </a:cubicBezTo>
                    <a:cubicBezTo>
                      <a:pt x="172" y="1714"/>
                      <a:pt x="172" y="1714"/>
                      <a:pt x="172" y="1714"/>
                    </a:cubicBezTo>
                    <a:close/>
                    <a:moveTo>
                      <a:pt x="137" y="1674"/>
                    </a:moveTo>
                    <a:cubicBezTo>
                      <a:pt x="137" y="1674"/>
                      <a:pt x="137" y="1674"/>
                      <a:pt x="137" y="1674"/>
                    </a:cubicBezTo>
                    <a:cubicBezTo>
                      <a:pt x="137" y="1674"/>
                      <a:pt x="137" y="1674"/>
                      <a:pt x="137" y="1674"/>
                    </a:cubicBezTo>
                    <a:close/>
                    <a:moveTo>
                      <a:pt x="130" y="1658"/>
                    </a:moveTo>
                    <a:cubicBezTo>
                      <a:pt x="130" y="1658"/>
                      <a:pt x="130" y="1658"/>
                      <a:pt x="130" y="1658"/>
                    </a:cubicBezTo>
                    <a:close/>
                    <a:moveTo>
                      <a:pt x="142" y="1614"/>
                    </a:moveTo>
                    <a:cubicBezTo>
                      <a:pt x="142" y="1614"/>
                      <a:pt x="142" y="1614"/>
                      <a:pt x="142" y="1614"/>
                    </a:cubicBezTo>
                    <a:close/>
                    <a:moveTo>
                      <a:pt x="197" y="1472"/>
                    </a:moveTo>
                    <a:cubicBezTo>
                      <a:pt x="197" y="1472"/>
                      <a:pt x="197" y="1472"/>
                      <a:pt x="197" y="1472"/>
                    </a:cubicBezTo>
                    <a:cubicBezTo>
                      <a:pt x="197" y="1472"/>
                      <a:pt x="197" y="1472"/>
                      <a:pt x="197" y="1472"/>
                    </a:cubicBezTo>
                    <a:close/>
                    <a:moveTo>
                      <a:pt x="213" y="1407"/>
                    </a:moveTo>
                    <a:cubicBezTo>
                      <a:pt x="213" y="1407"/>
                      <a:pt x="213" y="1407"/>
                      <a:pt x="213" y="1407"/>
                    </a:cubicBezTo>
                    <a:close/>
                    <a:moveTo>
                      <a:pt x="31" y="1103"/>
                    </a:moveTo>
                    <a:cubicBezTo>
                      <a:pt x="31" y="1103"/>
                      <a:pt x="31" y="1103"/>
                      <a:pt x="31" y="1103"/>
                    </a:cubicBezTo>
                    <a:cubicBezTo>
                      <a:pt x="31" y="1103"/>
                      <a:pt x="31" y="1103"/>
                      <a:pt x="31" y="1103"/>
                    </a:cubicBezTo>
                    <a:close/>
                    <a:moveTo>
                      <a:pt x="4127" y="2832"/>
                    </a:moveTo>
                    <a:cubicBezTo>
                      <a:pt x="4120" y="2829"/>
                      <a:pt x="4120" y="2829"/>
                      <a:pt x="4120" y="2829"/>
                    </a:cubicBezTo>
                    <a:cubicBezTo>
                      <a:pt x="4122" y="2824"/>
                      <a:pt x="4122" y="2824"/>
                      <a:pt x="4122" y="2824"/>
                    </a:cubicBezTo>
                    <a:cubicBezTo>
                      <a:pt x="4127" y="2811"/>
                      <a:pt x="4132" y="2799"/>
                      <a:pt x="4135" y="2785"/>
                    </a:cubicBezTo>
                    <a:cubicBezTo>
                      <a:pt x="4136" y="2782"/>
                      <a:pt x="4137" y="2773"/>
                      <a:pt x="4138" y="2767"/>
                    </a:cubicBezTo>
                    <a:cubicBezTo>
                      <a:pt x="4146" y="2768"/>
                      <a:pt x="4146" y="2768"/>
                      <a:pt x="4146" y="2768"/>
                    </a:cubicBezTo>
                    <a:cubicBezTo>
                      <a:pt x="4145" y="2774"/>
                      <a:pt x="4144" y="2781"/>
                      <a:pt x="4143" y="2787"/>
                    </a:cubicBezTo>
                    <a:cubicBezTo>
                      <a:pt x="4139" y="2801"/>
                      <a:pt x="4134" y="2813"/>
                      <a:pt x="4129" y="2826"/>
                    </a:cubicBezTo>
                    <a:lnTo>
                      <a:pt x="4127" y="2832"/>
                    </a:lnTo>
                    <a:close/>
                    <a:moveTo>
                      <a:pt x="3823" y="2825"/>
                    </a:moveTo>
                    <a:cubicBezTo>
                      <a:pt x="3816" y="2822"/>
                      <a:pt x="3816" y="2822"/>
                      <a:pt x="3816" y="2822"/>
                    </a:cubicBezTo>
                    <a:cubicBezTo>
                      <a:pt x="3819" y="2816"/>
                      <a:pt x="3825" y="2801"/>
                      <a:pt x="3827" y="2795"/>
                    </a:cubicBezTo>
                    <a:cubicBezTo>
                      <a:pt x="3828" y="2789"/>
                      <a:pt x="3828" y="2774"/>
                      <a:pt x="3828" y="2768"/>
                    </a:cubicBezTo>
                    <a:cubicBezTo>
                      <a:pt x="3836" y="2768"/>
                      <a:pt x="3836" y="2768"/>
                      <a:pt x="3836" y="2768"/>
                    </a:cubicBezTo>
                    <a:cubicBezTo>
                      <a:pt x="3836" y="2769"/>
                      <a:pt x="3836" y="2789"/>
                      <a:pt x="3834" y="2797"/>
                    </a:cubicBezTo>
                    <a:cubicBezTo>
                      <a:pt x="3833" y="2805"/>
                      <a:pt x="3823" y="2824"/>
                      <a:pt x="3823" y="2825"/>
                    </a:cubicBezTo>
                    <a:close/>
                    <a:moveTo>
                      <a:pt x="4138" y="2687"/>
                    </a:moveTo>
                    <a:cubicBezTo>
                      <a:pt x="4134" y="2634"/>
                      <a:pt x="4134" y="2634"/>
                      <a:pt x="4134" y="2634"/>
                    </a:cubicBezTo>
                    <a:cubicBezTo>
                      <a:pt x="4142" y="2633"/>
                      <a:pt x="4142" y="2633"/>
                      <a:pt x="4142" y="2633"/>
                    </a:cubicBezTo>
                    <a:cubicBezTo>
                      <a:pt x="4146" y="2687"/>
                      <a:pt x="4146" y="2687"/>
                      <a:pt x="4146" y="2687"/>
                    </a:cubicBezTo>
                    <a:lnTo>
                      <a:pt x="4138" y="2687"/>
                    </a:lnTo>
                    <a:close/>
                    <a:moveTo>
                      <a:pt x="3815" y="2675"/>
                    </a:moveTo>
                    <a:cubicBezTo>
                      <a:pt x="3811" y="2662"/>
                      <a:pt x="3789" y="2630"/>
                      <a:pt x="3788" y="2630"/>
                    </a:cubicBezTo>
                    <a:cubicBezTo>
                      <a:pt x="3795" y="2626"/>
                      <a:pt x="3795" y="2626"/>
                      <a:pt x="3795" y="2626"/>
                    </a:cubicBezTo>
                    <a:cubicBezTo>
                      <a:pt x="3796" y="2627"/>
                      <a:pt x="3818" y="2658"/>
                      <a:pt x="3822" y="2672"/>
                    </a:cubicBezTo>
                    <a:lnTo>
                      <a:pt x="3815" y="2675"/>
                    </a:lnTo>
                    <a:close/>
                    <a:moveTo>
                      <a:pt x="3496" y="2670"/>
                    </a:moveTo>
                    <a:cubicBezTo>
                      <a:pt x="3488" y="2669"/>
                      <a:pt x="3488" y="2669"/>
                      <a:pt x="3488" y="2669"/>
                    </a:cubicBezTo>
                    <a:cubicBezTo>
                      <a:pt x="3501" y="2574"/>
                      <a:pt x="3501" y="2574"/>
                      <a:pt x="3501" y="2574"/>
                    </a:cubicBezTo>
                    <a:cubicBezTo>
                      <a:pt x="3509" y="2575"/>
                      <a:pt x="3509" y="2575"/>
                      <a:pt x="3509" y="2575"/>
                    </a:cubicBezTo>
                    <a:lnTo>
                      <a:pt x="3496" y="2670"/>
                    </a:lnTo>
                    <a:close/>
                    <a:moveTo>
                      <a:pt x="4151" y="2572"/>
                    </a:moveTo>
                    <a:cubicBezTo>
                      <a:pt x="4144" y="2569"/>
                      <a:pt x="4144" y="2569"/>
                      <a:pt x="4144" y="2569"/>
                    </a:cubicBezTo>
                    <a:cubicBezTo>
                      <a:pt x="4144" y="2568"/>
                      <a:pt x="4156" y="2536"/>
                      <a:pt x="4165" y="2520"/>
                    </a:cubicBezTo>
                    <a:cubicBezTo>
                      <a:pt x="4171" y="2524"/>
                      <a:pt x="4171" y="2524"/>
                      <a:pt x="4171" y="2524"/>
                    </a:cubicBezTo>
                    <a:cubicBezTo>
                      <a:pt x="4163" y="2539"/>
                      <a:pt x="4151" y="2571"/>
                      <a:pt x="4151" y="2572"/>
                    </a:cubicBezTo>
                    <a:close/>
                    <a:moveTo>
                      <a:pt x="4207" y="2466"/>
                    </a:moveTo>
                    <a:cubicBezTo>
                      <a:pt x="4201" y="2461"/>
                      <a:pt x="4201" y="2461"/>
                      <a:pt x="4201" y="2461"/>
                    </a:cubicBezTo>
                    <a:cubicBezTo>
                      <a:pt x="4234" y="2416"/>
                      <a:pt x="4234" y="2416"/>
                      <a:pt x="4234" y="2416"/>
                    </a:cubicBezTo>
                    <a:cubicBezTo>
                      <a:pt x="4240" y="2421"/>
                      <a:pt x="4240" y="2421"/>
                      <a:pt x="4240" y="2421"/>
                    </a:cubicBezTo>
                    <a:lnTo>
                      <a:pt x="4207" y="2466"/>
                    </a:lnTo>
                    <a:close/>
                    <a:moveTo>
                      <a:pt x="3749" y="2436"/>
                    </a:moveTo>
                    <a:cubicBezTo>
                      <a:pt x="3748" y="2435"/>
                      <a:pt x="3748" y="2434"/>
                      <a:pt x="3742" y="2434"/>
                    </a:cubicBezTo>
                    <a:cubicBezTo>
                      <a:pt x="3739" y="2434"/>
                      <a:pt x="3735" y="2433"/>
                      <a:pt x="3732" y="2432"/>
                    </a:cubicBezTo>
                    <a:cubicBezTo>
                      <a:pt x="3730" y="2432"/>
                      <a:pt x="3729" y="2432"/>
                      <a:pt x="3728" y="2431"/>
                    </a:cubicBezTo>
                    <a:cubicBezTo>
                      <a:pt x="3724" y="2431"/>
                      <a:pt x="3717" y="2425"/>
                      <a:pt x="3715" y="2421"/>
                    </a:cubicBezTo>
                    <a:cubicBezTo>
                      <a:pt x="3714" y="2420"/>
                      <a:pt x="3713" y="2419"/>
                      <a:pt x="3711" y="2418"/>
                    </a:cubicBezTo>
                    <a:cubicBezTo>
                      <a:pt x="3711" y="2418"/>
                      <a:pt x="3710" y="2418"/>
                      <a:pt x="3710" y="2418"/>
                    </a:cubicBezTo>
                    <a:cubicBezTo>
                      <a:pt x="3707" y="2416"/>
                      <a:pt x="3702" y="2411"/>
                      <a:pt x="3701" y="2408"/>
                    </a:cubicBezTo>
                    <a:cubicBezTo>
                      <a:pt x="3701" y="2407"/>
                      <a:pt x="3701" y="2407"/>
                      <a:pt x="3701" y="2406"/>
                    </a:cubicBezTo>
                    <a:cubicBezTo>
                      <a:pt x="3701" y="2405"/>
                      <a:pt x="3701" y="2402"/>
                      <a:pt x="3700" y="2401"/>
                    </a:cubicBezTo>
                    <a:cubicBezTo>
                      <a:pt x="3697" y="2397"/>
                      <a:pt x="3700" y="2393"/>
                      <a:pt x="3702" y="2390"/>
                    </a:cubicBezTo>
                    <a:cubicBezTo>
                      <a:pt x="3702" y="2389"/>
                      <a:pt x="3703" y="2389"/>
                      <a:pt x="3703" y="2389"/>
                    </a:cubicBezTo>
                    <a:cubicBezTo>
                      <a:pt x="3703" y="2388"/>
                      <a:pt x="3703" y="2388"/>
                      <a:pt x="3703" y="2388"/>
                    </a:cubicBezTo>
                    <a:cubicBezTo>
                      <a:pt x="3703" y="2388"/>
                      <a:pt x="3703" y="2388"/>
                      <a:pt x="3703" y="2388"/>
                    </a:cubicBezTo>
                    <a:cubicBezTo>
                      <a:pt x="3702" y="2387"/>
                      <a:pt x="3698" y="2385"/>
                      <a:pt x="3696" y="2385"/>
                    </a:cubicBezTo>
                    <a:cubicBezTo>
                      <a:pt x="3693" y="2385"/>
                      <a:pt x="3687" y="2382"/>
                      <a:pt x="3685" y="2381"/>
                    </a:cubicBezTo>
                    <a:cubicBezTo>
                      <a:pt x="3684" y="2380"/>
                      <a:pt x="3684" y="2380"/>
                      <a:pt x="3684" y="2380"/>
                    </a:cubicBezTo>
                    <a:cubicBezTo>
                      <a:pt x="3684" y="2379"/>
                      <a:pt x="3684" y="2379"/>
                      <a:pt x="3684" y="2379"/>
                    </a:cubicBezTo>
                    <a:cubicBezTo>
                      <a:pt x="3684" y="2379"/>
                      <a:pt x="3680" y="2373"/>
                      <a:pt x="3679" y="2368"/>
                    </a:cubicBezTo>
                    <a:cubicBezTo>
                      <a:pt x="3678" y="2367"/>
                      <a:pt x="3672" y="2361"/>
                      <a:pt x="3668" y="2357"/>
                    </a:cubicBezTo>
                    <a:cubicBezTo>
                      <a:pt x="3673" y="2351"/>
                      <a:pt x="3673" y="2351"/>
                      <a:pt x="3673" y="2351"/>
                    </a:cubicBezTo>
                    <a:cubicBezTo>
                      <a:pt x="3673" y="2351"/>
                      <a:pt x="3684" y="2361"/>
                      <a:pt x="3686" y="2366"/>
                    </a:cubicBezTo>
                    <a:cubicBezTo>
                      <a:pt x="3687" y="2369"/>
                      <a:pt x="3689" y="2373"/>
                      <a:pt x="3690" y="2375"/>
                    </a:cubicBezTo>
                    <a:cubicBezTo>
                      <a:pt x="3693" y="2376"/>
                      <a:pt x="3695" y="2378"/>
                      <a:pt x="3696" y="2378"/>
                    </a:cubicBezTo>
                    <a:cubicBezTo>
                      <a:pt x="3700" y="2378"/>
                      <a:pt x="3705" y="2379"/>
                      <a:pt x="3708" y="2382"/>
                    </a:cubicBezTo>
                    <a:cubicBezTo>
                      <a:pt x="3711" y="2384"/>
                      <a:pt x="3713" y="2387"/>
                      <a:pt x="3710" y="2393"/>
                    </a:cubicBezTo>
                    <a:cubicBezTo>
                      <a:pt x="3709" y="2393"/>
                      <a:pt x="3709" y="2394"/>
                      <a:pt x="3709" y="2394"/>
                    </a:cubicBezTo>
                    <a:cubicBezTo>
                      <a:pt x="3708" y="2395"/>
                      <a:pt x="3707" y="2396"/>
                      <a:pt x="3707" y="2397"/>
                    </a:cubicBezTo>
                    <a:cubicBezTo>
                      <a:pt x="3709" y="2400"/>
                      <a:pt x="3709" y="2403"/>
                      <a:pt x="3709" y="2405"/>
                    </a:cubicBezTo>
                    <a:cubicBezTo>
                      <a:pt x="3709" y="2406"/>
                      <a:pt x="3709" y="2406"/>
                      <a:pt x="3709" y="2407"/>
                    </a:cubicBezTo>
                    <a:cubicBezTo>
                      <a:pt x="3709" y="2407"/>
                      <a:pt x="3712" y="2410"/>
                      <a:pt x="3713" y="2411"/>
                    </a:cubicBezTo>
                    <a:cubicBezTo>
                      <a:pt x="3714" y="2411"/>
                      <a:pt x="3714" y="2411"/>
                      <a:pt x="3714" y="2411"/>
                    </a:cubicBezTo>
                    <a:cubicBezTo>
                      <a:pt x="3717" y="2412"/>
                      <a:pt x="3720" y="2414"/>
                      <a:pt x="3722" y="2418"/>
                    </a:cubicBezTo>
                    <a:cubicBezTo>
                      <a:pt x="3723" y="2420"/>
                      <a:pt x="3727" y="2423"/>
                      <a:pt x="3729" y="2424"/>
                    </a:cubicBezTo>
                    <a:cubicBezTo>
                      <a:pt x="3730" y="2424"/>
                      <a:pt x="3732" y="2424"/>
                      <a:pt x="3734" y="2425"/>
                    </a:cubicBezTo>
                    <a:cubicBezTo>
                      <a:pt x="3736" y="2425"/>
                      <a:pt x="3740" y="2426"/>
                      <a:pt x="3742" y="2426"/>
                    </a:cubicBezTo>
                    <a:cubicBezTo>
                      <a:pt x="3745" y="2426"/>
                      <a:pt x="3753" y="2426"/>
                      <a:pt x="3756" y="2434"/>
                    </a:cubicBezTo>
                    <a:lnTo>
                      <a:pt x="3749" y="2436"/>
                    </a:lnTo>
                    <a:close/>
                    <a:moveTo>
                      <a:pt x="3704" y="2388"/>
                    </a:moveTo>
                    <a:cubicBezTo>
                      <a:pt x="3704" y="2388"/>
                      <a:pt x="3704" y="2388"/>
                      <a:pt x="3704" y="2388"/>
                    </a:cubicBezTo>
                    <a:close/>
                    <a:moveTo>
                      <a:pt x="3418" y="1193"/>
                    </a:moveTo>
                    <a:cubicBezTo>
                      <a:pt x="3411" y="1190"/>
                      <a:pt x="3411" y="1190"/>
                      <a:pt x="3411" y="1190"/>
                    </a:cubicBezTo>
                    <a:cubicBezTo>
                      <a:pt x="3411" y="1190"/>
                      <a:pt x="3411" y="1190"/>
                      <a:pt x="3411" y="1189"/>
                    </a:cubicBezTo>
                    <a:cubicBezTo>
                      <a:pt x="3411" y="1189"/>
                      <a:pt x="3411" y="1188"/>
                      <a:pt x="3411" y="1186"/>
                    </a:cubicBezTo>
                    <a:cubicBezTo>
                      <a:pt x="3412" y="1183"/>
                      <a:pt x="3413" y="1181"/>
                      <a:pt x="3414" y="1180"/>
                    </a:cubicBezTo>
                    <a:cubicBezTo>
                      <a:pt x="3414" y="1179"/>
                      <a:pt x="3415" y="1179"/>
                      <a:pt x="3415" y="1178"/>
                    </a:cubicBezTo>
                    <a:cubicBezTo>
                      <a:pt x="3415" y="1177"/>
                      <a:pt x="3416" y="1176"/>
                      <a:pt x="3416" y="1175"/>
                    </a:cubicBezTo>
                    <a:cubicBezTo>
                      <a:pt x="3418" y="1172"/>
                      <a:pt x="3420" y="1167"/>
                      <a:pt x="3423" y="1164"/>
                    </a:cubicBezTo>
                    <a:cubicBezTo>
                      <a:pt x="3425" y="1162"/>
                      <a:pt x="3431" y="1155"/>
                      <a:pt x="3434" y="1151"/>
                    </a:cubicBezTo>
                    <a:cubicBezTo>
                      <a:pt x="3436" y="1149"/>
                      <a:pt x="3437" y="1148"/>
                      <a:pt x="3438" y="1147"/>
                    </a:cubicBezTo>
                    <a:cubicBezTo>
                      <a:pt x="3438" y="1147"/>
                      <a:pt x="3438" y="1146"/>
                      <a:pt x="3439" y="1146"/>
                    </a:cubicBezTo>
                    <a:cubicBezTo>
                      <a:pt x="3440" y="1144"/>
                      <a:pt x="3442" y="1142"/>
                      <a:pt x="3446" y="1141"/>
                    </a:cubicBezTo>
                    <a:cubicBezTo>
                      <a:pt x="3447" y="1140"/>
                      <a:pt x="3448" y="1140"/>
                      <a:pt x="3449" y="1139"/>
                    </a:cubicBezTo>
                    <a:cubicBezTo>
                      <a:pt x="3449" y="1137"/>
                      <a:pt x="3449" y="1132"/>
                      <a:pt x="3456" y="1130"/>
                    </a:cubicBezTo>
                    <a:cubicBezTo>
                      <a:pt x="3458" y="1129"/>
                      <a:pt x="3458" y="1129"/>
                      <a:pt x="3459" y="1128"/>
                    </a:cubicBezTo>
                    <a:cubicBezTo>
                      <a:pt x="3460" y="1126"/>
                      <a:pt x="3460" y="1126"/>
                      <a:pt x="3460" y="1126"/>
                    </a:cubicBezTo>
                    <a:cubicBezTo>
                      <a:pt x="3461" y="1125"/>
                      <a:pt x="3461" y="1125"/>
                      <a:pt x="3461" y="1124"/>
                    </a:cubicBezTo>
                    <a:cubicBezTo>
                      <a:pt x="3464" y="1120"/>
                      <a:pt x="3466" y="1118"/>
                      <a:pt x="3472" y="1120"/>
                    </a:cubicBezTo>
                    <a:cubicBezTo>
                      <a:pt x="3472" y="1118"/>
                      <a:pt x="3474" y="1116"/>
                      <a:pt x="3477" y="1115"/>
                    </a:cubicBezTo>
                    <a:cubicBezTo>
                      <a:pt x="3477" y="1115"/>
                      <a:pt x="3477" y="1115"/>
                      <a:pt x="3477" y="1115"/>
                    </a:cubicBezTo>
                    <a:cubicBezTo>
                      <a:pt x="3478" y="1115"/>
                      <a:pt x="3478" y="1114"/>
                      <a:pt x="3478" y="1114"/>
                    </a:cubicBezTo>
                    <a:cubicBezTo>
                      <a:pt x="3479" y="1110"/>
                      <a:pt x="3482" y="1109"/>
                      <a:pt x="3486" y="1109"/>
                    </a:cubicBezTo>
                    <a:cubicBezTo>
                      <a:pt x="3486" y="1104"/>
                      <a:pt x="3490" y="1099"/>
                      <a:pt x="3493" y="1098"/>
                    </a:cubicBezTo>
                    <a:cubicBezTo>
                      <a:pt x="3493" y="1097"/>
                      <a:pt x="3493" y="1097"/>
                      <a:pt x="3493" y="1097"/>
                    </a:cubicBezTo>
                    <a:cubicBezTo>
                      <a:pt x="3495" y="1095"/>
                      <a:pt x="3499" y="1092"/>
                      <a:pt x="3506" y="1092"/>
                    </a:cubicBezTo>
                    <a:cubicBezTo>
                      <a:pt x="3507" y="1092"/>
                      <a:pt x="3508" y="1092"/>
                      <a:pt x="3508" y="1092"/>
                    </a:cubicBezTo>
                    <a:cubicBezTo>
                      <a:pt x="3508" y="1092"/>
                      <a:pt x="3508" y="1092"/>
                      <a:pt x="3508" y="1091"/>
                    </a:cubicBezTo>
                    <a:cubicBezTo>
                      <a:pt x="3508" y="1091"/>
                      <a:pt x="3509" y="1090"/>
                      <a:pt x="3509" y="1089"/>
                    </a:cubicBezTo>
                    <a:cubicBezTo>
                      <a:pt x="3509" y="1088"/>
                      <a:pt x="3509" y="1087"/>
                      <a:pt x="3509" y="1087"/>
                    </a:cubicBezTo>
                    <a:cubicBezTo>
                      <a:pt x="3509" y="1086"/>
                      <a:pt x="3509" y="1085"/>
                      <a:pt x="3510" y="1084"/>
                    </a:cubicBezTo>
                    <a:cubicBezTo>
                      <a:pt x="3510" y="1084"/>
                      <a:pt x="3511" y="1084"/>
                      <a:pt x="3511" y="1083"/>
                    </a:cubicBezTo>
                    <a:cubicBezTo>
                      <a:pt x="3512" y="1082"/>
                      <a:pt x="3512" y="1082"/>
                      <a:pt x="3513" y="1081"/>
                    </a:cubicBezTo>
                    <a:cubicBezTo>
                      <a:pt x="3513" y="1081"/>
                      <a:pt x="3513" y="1081"/>
                      <a:pt x="3514" y="1080"/>
                    </a:cubicBezTo>
                    <a:cubicBezTo>
                      <a:pt x="3514" y="1079"/>
                      <a:pt x="3514" y="1079"/>
                      <a:pt x="3514" y="1079"/>
                    </a:cubicBezTo>
                    <a:cubicBezTo>
                      <a:pt x="3514" y="1078"/>
                      <a:pt x="3514" y="1077"/>
                      <a:pt x="3515" y="1075"/>
                    </a:cubicBezTo>
                    <a:cubicBezTo>
                      <a:pt x="3516" y="1074"/>
                      <a:pt x="3518" y="1072"/>
                      <a:pt x="3519" y="1070"/>
                    </a:cubicBezTo>
                    <a:cubicBezTo>
                      <a:pt x="3521" y="1068"/>
                      <a:pt x="3523" y="1066"/>
                      <a:pt x="3523" y="1065"/>
                    </a:cubicBezTo>
                    <a:cubicBezTo>
                      <a:pt x="3524" y="1064"/>
                      <a:pt x="3524" y="1063"/>
                      <a:pt x="3525" y="1063"/>
                    </a:cubicBezTo>
                    <a:cubicBezTo>
                      <a:pt x="3525" y="1062"/>
                      <a:pt x="3525" y="1062"/>
                      <a:pt x="3525" y="1061"/>
                    </a:cubicBezTo>
                    <a:cubicBezTo>
                      <a:pt x="3525" y="1058"/>
                      <a:pt x="3526" y="1057"/>
                      <a:pt x="3527" y="1055"/>
                    </a:cubicBezTo>
                    <a:cubicBezTo>
                      <a:pt x="3527" y="1054"/>
                      <a:pt x="3527" y="1054"/>
                      <a:pt x="3528" y="1052"/>
                    </a:cubicBezTo>
                    <a:cubicBezTo>
                      <a:pt x="3530" y="1049"/>
                      <a:pt x="3532" y="1046"/>
                      <a:pt x="3534" y="1045"/>
                    </a:cubicBezTo>
                    <a:cubicBezTo>
                      <a:pt x="3534" y="1044"/>
                      <a:pt x="3533" y="1043"/>
                      <a:pt x="3534" y="1041"/>
                    </a:cubicBezTo>
                    <a:cubicBezTo>
                      <a:pt x="3534" y="1041"/>
                      <a:pt x="3534" y="1040"/>
                      <a:pt x="3534" y="1039"/>
                    </a:cubicBezTo>
                    <a:cubicBezTo>
                      <a:pt x="3534" y="1038"/>
                      <a:pt x="3534" y="1038"/>
                      <a:pt x="3534" y="1037"/>
                    </a:cubicBezTo>
                    <a:cubicBezTo>
                      <a:pt x="3535" y="1035"/>
                      <a:pt x="3535" y="1034"/>
                      <a:pt x="3534" y="1031"/>
                    </a:cubicBezTo>
                    <a:cubicBezTo>
                      <a:pt x="3532" y="1027"/>
                      <a:pt x="3533" y="1023"/>
                      <a:pt x="3536" y="1019"/>
                    </a:cubicBezTo>
                    <a:cubicBezTo>
                      <a:pt x="3537" y="1017"/>
                      <a:pt x="3538" y="1016"/>
                      <a:pt x="3539" y="1015"/>
                    </a:cubicBezTo>
                    <a:cubicBezTo>
                      <a:pt x="3540" y="1015"/>
                      <a:pt x="3540" y="1014"/>
                      <a:pt x="3541" y="1014"/>
                    </a:cubicBezTo>
                    <a:cubicBezTo>
                      <a:pt x="3541" y="1012"/>
                      <a:pt x="3541" y="1010"/>
                      <a:pt x="3542" y="1009"/>
                    </a:cubicBezTo>
                    <a:cubicBezTo>
                      <a:pt x="3545" y="1007"/>
                      <a:pt x="3548" y="1008"/>
                      <a:pt x="3550" y="1008"/>
                    </a:cubicBezTo>
                    <a:cubicBezTo>
                      <a:pt x="3550" y="1008"/>
                      <a:pt x="3550" y="1008"/>
                      <a:pt x="3550" y="1008"/>
                    </a:cubicBezTo>
                    <a:cubicBezTo>
                      <a:pt x="3550" y="1008"/>
                      <a:pt x="3551" y="1008"/>
                      <a:pt x="3551" y="1007"/>
                    </a:cubicBezTo>
                    <a:cubicBezTo>
                      <a:pt x="3553" y="1004"/>
                      <a:pt x="3556" y="1001"/>
                      <a:pt x="3562" y="1003"/>
                    </a:cubicBezTo>
                    <a:cubicBezTo>
                      <a:pt x="3562" y="1004"/>
                      <a:pt x="3562" y="1004"/>
                      <a:pt x="3563" y="1004"/>
                    </a:cubicBezTo>
                    <a:cubicBezTo>
                      <a:pt x="3566" y="1005"/>
                      <a:pt x="3572" y="1008"/>
                      <a:pt x="3571" y="1013"/>
                    </a:cubicBezTo>
                    <a:cubicBezTo>
                      <a:pt x="3572" y="1013"/>
                      <a:pt x="3573" y="1014"/>
                      <a:pt x="3573" y="1014"/>
                    </a:cubicBezTo>
                    <a:cubicBezTo>
                      <a:pt x="3574" y="1015"/>
                      <a:pt x="3575" y="1015"/>
                      <a:pt x="3575" y="1015"/>
                    </a:cubicBezTo>
                    <a:cubicBezTo>
                      <a:pt x="3575" y="1016"/>
                      <a:pt x="3575" y="1016"/>
                      <a:pt x="3575" y="1016"/>
                    </a:cubicBezTo>
                    <a:cubicBezTo>
                      <a:pt x="3577" y="1017"/>
                      <a:pt x="3579" y="1019"/>
                      <a:pt x="3578" y="1021"/>
                    </a:cubicBezTo>
                    <a:cubicBezTo>
                      <a:pt x="3581" y="1021"/>
                      <a:pt x="3583" y="1021"/>
                      <a:pt x="3584" y="1022"/>
                    </a:cubicBezTo>
                    <a:cubicBezTo>
                      <a:pt x="3586" y="1023"/>
                      <a:pt x="3586" y="1024"/>
                      <a:pt x="3586" y="1025"/>
                    </a:cubicBezTo>
                    <a:cubicBezTo>
                      <a:pt x="3587" y="1025"/>
                      <a:pt x="3588" y="1025"/>
                      <a:pt x="3591" y="1024"/>
                    </a:cubicBezTo>
                    <a:cubicBezTo>
                      <a:pt x="3592" y="1024"/>
                      <a:pt x="3593" y="1024"/>
                      <a:pt x="3594" y="1023"/>
                    </a:cubicBezTo>
                    <a:cubicBezTo>
                      <a:pt x="3598" y="1022"/>
                      <a:pt x="3601" y="1021"/>
                      <a:pt x="3604" y="1023"/>
                    </a:cubicBezTo>
                    <a:cubicBezTo>
                      <a:pt x="3605" y="1024"/>
                      <a:pt x="3605" y="1024"/>
                      <a:pt x="3606" y="1024"/>
                    </a:cubicBezTo>
                    <a:cubicBezTo>
                      <a:pt x="3607" y="1025"/>
                      <a:pt x="3608" y="1026"/>
                      <a:pt x="3610" y="1025"/>
                    </a:cubicBezTo>
                    <a:cubicBezTo>
                      <a:pt x="3613" y="1024"/>
                      <a:pt x="3616" y="1024"/>
                      <a:pt x="3618" y="1025"/>
                    </a:cubicBezTo>
                    <a:cubicBezTo>
                      <a:pt x="3620" y="1025"/>
                      <a:pt x="3620" y="1025"/>
                      <a:pt x="3620" y="1025"/>
                    </a:cubicBezTo>
                    <a:cubicBezTo>
                      <a:pt x="3621" y="1023"/>
                      <a:pt x="3621" y="1023"/>
                      <a:pt x="3621" y="1023"/>
                    </a:cubicBezTo>
                    <a:cubicBezTo>
                      <a:pt x="3623" y="1022"/>
                      <a:pt x="3624" y="1021"/>
                      <a:pt x="3627" y="1020"/>
                    </a:cubicBezTo>
                    <a:cubicBezTo>
                      <a:pt x="3630" y="1019"/>
                      <a:pt x="3636" y="1020"/>
                      <a:pt x="3640" y="1024"/>
                    </a:cubicBezTo>
                    <a:cubicBezTo>
                      <a:pt x="3640" y="1024"/>
                      <a:pt x="3640" y="1024"/>
                      <a:pt x="3640" y="1024"/>
                    </a:cubicBezTo>
                    <a:cubicBezTo>
                      <a:pt x="3641" y="1023"/>
                      <a:pt x="3641" y="1022"/>
                      <a:pt x="3642" y="1021"/>
                    </a:cubicBezTo>
                    <a:cubicBezTo>
                      <a:pt x="3642" y="1021"/>
                      <a:pt x="3642" y="1021"/>
                      <a:pt x="3643" y="1019"/>
                    </a:cubicBezTo>
                    <a:cubicBezTo>
                      <a:pt x="3643" y="1017"/>
                      <a:pt x="3643" y="1017"/>
                      <a:pt x="3644" y="1015"/>
                    </a:cubicBezTo>
                    <a:cubicBezTo>
                      <a:pt x="3644" y="1014"/>
                      <a:pt x="3644" y="1014"/>
                      <a:pt x="3644" y="1012"/>
                    </a:cubicBezTo>
                    <a:cubicBezTo>
                      <a:pt x="3645" y="1009"/>
                      <a:pt x="3645" y="1006"/>
                      <a:pt x="3644" y="1005"/>
                    </a:cubicBezTo>
                    <a:cubicBezTo>
                      <a:pt x="3644" y="1005"/>
                      <a:pt x="3642" y="1004"/>
                      <a:pt x="3641" y="1003"/>
                    </a:cubicBezTo>
                    <a:cubicBezTo>
                      <a:pt x="3639" y="1002"/>
                      <a:pt x="3637" y="1001"/>
                      <a:pt x="3635" y="1000"/>
                    </a:cubicBezTo>
                    <a:cubicBezTo>
                      <a:pt x="3633" y="998"/>
                      <a:pt x="3632" y="996"/>
                      <a:pt x="3630" y="993"/>
                    </a:cubicBezTo>
                    <a:cubicBezTo>
                      <a:pt x="3629" y="991"/>
                      <a:pt x="3628" y="989"/>
                      <a:pt x="3627" y="987"/>
                    </a:cubicBezTo>
                    <a:cubicBezTo>
                      <a:pt x="3626" y="985"/>
                      <a:pt x="3625" y="984"/>
                      <a:pt x="3625" y="984"/>
                    </a:cubicBezTo>
                    <a:cubicBezTo>
                      <a:pt x="3623" y="983"/>
                      <a:pt x="3621" y="982"/>
                      <a:pt x="3620" y="980"/>
                    </a:cubicBezTo>
                    <a:cubicBezTo>
                      <a:pt x="3618" y="978"/>
                      <a:pt x="3617" y="975"/>
                      <a:pt x="3618" y="972"/>
                    </a:cubicBezTo>
                    <a:cubicBezTo>
                      <a:pt x="3619" y="969"/>
                      <a:pt x="3622" y="966"/>
                      <a:pt x="3625" y="966"/>
                    </a:cubicBezTo>
                    <a:cubicBezTo>
                      <a:pt x="3637" y="965"/>
                      <a:pt x="3642" y="965"/>
                      <a:pt x="3644" y="966"/>
                    </a:cubicBezTo>
                    <a:cubicBezTo>
                      <a:pt x="3645" y="965"/>
                      <a:pt x="3647" y="965"/>
                      <a:pt x="3648" y="965"/>
                    </a:cubicBezTo>
                    <a:cubicBezTo>
                      <a:pt x="3650" y="965"/>
                      <a:pt x="3652" y="965"/>
                      <a:pt x="3653" y="965"/>
                    </a:cubicBezTo>
                    <a:cubicBezTo>
                      <a:pt x="3656" y="965"/>
                      <a:pt x="3657" y="965"/>
                      <a:pt x="3659" y="963"/>
                    </a:cubicBezTo>
                    <a:cubicBezTo>
                      <a:pt x="3663" y="959"/>
                      <a:pt x="3673" y="956"/>
                      <a:pt x="3679" y="958"/>
                    </a:cubicBezTo>
                    <a:cubicBezTo>
                      <a:pt x="3679" y="958"/>
                      <a:pt x="3680" y="956"/>
                      <a:pt x="3681" y="954"/>
                    </a:cubicBezTo>
                    <a:cubicBezTo>
                      <a:pt x="3682" y="951"/>
                      <a:pt x="3685" y="948"/>
                      <a:pt x="3687" y="945"/>
                    </a:cubicBezTo>
                    <a:cubicBezTo>
                      <a:pt x="3689" y="944"/>
                      <a:pt x="3690" y="942"/>
                      <a:pt x="3691" y="941"/>
                    </a:cubicBezTo>
                    <a:cubicBezTo>
                      <a:pt x="3692" y="939"/>
                      <a:pt x="3691" y="936"/>
                      <a:pt x="3691" y="933"/>
                    </a:cubicBezTo>
                    <a:cubicBezTo>
                      <a:pt x="3691" y="926"/>
                      <a:pt x="3693" y="923"/>
                      <a:pt x="3698" y="918"/>
                    </a:cubicBezTo>
                    <a:cubicBezTo>
                      <a:pt x="3703" y="914"/>
                      <a:pt x="3707" y="914"/>
                      <a:pt x="3709" y="914"/>
                    </a:cubicBezTo>
                    <a:cubicBezTo>
                      <a:pt x="3711" y="914"/>
                      <a:pt x="3713" y="916"/>
                      <a:pt x="3715" y="917"/>
                    </a:cubicBezTo>
                    <a:cubicBezTo>
                      <a:pt x="3716" y="914"/>
                      <a:pt x="3718" y="911"/>
                      <a:pt x="3721" y="911"/>
                    </a:cubicBezTo>
                    <a:cubicBezTo>
                      <a:pt x="3721" y="911"/>
                      <a:pt x="3721" y="911"/>
                      <a:pt x="3721" y="911"/>
                    </a:cubicBezTo>
                    <a:cubicBezTo>
                      <a:pt x="3721" y="909"/>
                      <a:pt x="3722" y="907"/>
                      <a:pt x="3722" y="904"/>
                    </a:cubicBezTo>
                    <a:cubicBezTo>
                      <a:pt x="3722" y="899"/>
                      <a:pt x="3722" y="885"/>
                      <a:pt x="3722" y="876"/>
                    </a:cubicBezTo>
                    <a:cubicBezTo>
                      <a:pt x="3722" y="873"/>
                      <a:pt x="3722" y="873"/>
                      <a:pt x="3722" y="873"/>
                    </a:cubicBezTo>
                    <a:cubicBezTo>
                      <a:pt x="3721" y="864"/>
                      <a:pt x="3726" y="857"/>
                      <a:pt x="3729" y="856"/>
                    </a:cubicBezTo>
                    <a:cubicBezTo>
                      <a:pt x="3732" y="855"/>
                      <a:pt x="3734" y="856"/>
                      <a:pt x="3735" y="858"/>
                    </a:cubicBezTo>
                    <a:cubicBezTo>
                      <a:pt x="3735" y="858"/>
                      <a:pt x="3736" y="859"/>
                      <a:pt x="3736" y="859"/>
                    </a:cubicBezTo>
                    <a:cubicBezTo>
                      <a:pt x="3736" y="859"/>
                      <a:pt x="3736" y="859"/>
                      <a:pt x="3737" y="859"/>
                    </a:cubicBezTo>
                    <a:cubicBezTo>
                      <a:pt x="3737" y="859"/>
                      <a:pt x="3737" y="859"/>
                      <a:pt x="3737" y="858"/>
                    </a:cubicBezTo>
                    <a:cubicBezTo>
                      <a:pt x="3739" y="857"/>
                      <a:pt x="3741" y="855"/>
                      <a:pt x="3744" y="856"/>
                    </a:cubicBezTo>
                    <a:cubicBezTo>
                      <a:pt x="3747" y="857"/>
                      <a:pt x="3747" y="860"/>
                      <a:pt x="3747" y="862"/>
                    </a:cubicBezTo>
                    <a:cubicBezTo>
                      <a:pt x="3747" y="862"/>
                      <a:pt x="3747" y="862"/>
                      <a:pt x="3747" y="862"/>
                    </a:cubicBezTo>
                    <a:cubicBezTo>
                      <a:pt x="3748" y="862"/>
                      <a:pt x="3750" y="862"/>
                      <a:pt x="3751" y="862"/>
                    </a:cubicBezTo>
                    <a:cubicBezTo>
                      <a:pt x="3753" y="862"/>
                      <a:pt x="3755" y="863"/>
                      <a:pt x="3755" y="864"/>
                    </a:cubicBezTo>
                    <a:cubicBezTo>
                      <a:pt x="3757" y="867"/>
                      <a:pt x="3756" y="870"/>
                      <a:pt x="3755" y="873"/>
                    </a:cubicBezTo>
                    <a:cubicBezTo>
                      <a:pt x="3755" y="874"/>
                      <a:pt x="3755" y="874"/>
                      <a:pt x="3755" y="875"/>
                    </a:cubicBezTo>
                    <a:cubicBezTo>
                      <a:pt x="3756" y="877"/>
                      <a:pt x="3761" y="882"/>
                      <a:pt x="3767" y="886"/>
                    </a:cubicBezTo>
                    <a:cubicBezTo>
                      <a:pt x="3767" y="886"/>
                      <a:pt x="3767" y="886"/>
                      <a:pt x="3767" y="886"/>
                    </a:cubicBezTo>
                    <a:cubicBezTo>
                      <a:pt x="3768" y="887"/>
                      <a:pt x="3769" y="888"/>
                      <a:pt x="3770" y="888"/>
                    </a:cubicBezTo>
                    <a:cubicBezTo>
                      <a:pt x="3770" y="888"/>
                      <a:pt x="3771" y="887"/>
                      <a:pt x="3771" y="886"/>
                    </a:cubicBezTo>
                    <a:cubicBezTo>
                      <a:pt x="3773" y="885"/>
                      <a:pt x="3774" y="885"/>
                      <a:pt x="3776" y="885"/>
                    </a:cubicBezTo>
                    <a:cubicBezTo>
                      <a:pt x="3776" y="886"/>
                      <a:pt x="3777" y="886"/>
                      <a:pt x="3777" y="886"/>
                    </a:cubicBezTo>
                    <a:cubicBezTo>
                      <a:pt x="3777" y="886"/>
                      <a:pt x="3777" y="886"/>
                      <a:pt x="3777" y="885"/>
                    </a:cubicBezTo>
                    <a:cubicBezTo>
                      <a:pt x="3776" y="884"/>
                      <a:pt x="3775" y="883"/>
                      <a:pt x="3774" y="881"/>
                    </a:cubicBezTo>
                    <a:cubicBezTo>
                      <a:pt x="3770" y="883"/>
                      <a:pt x="3766" y="883"/>
                      <a:pt x="3763" y="880"/>
                    </a:cubicBezTo>
                    <a:cubicBezTo>
                      <a:pt x="3761" y="879"/>
                      <a:pt x="3761" y="877"/>
                      <a:pt x="3761" y="876"/>
                    </a:cubicBezTo>
                    <a:cubicBezTo>
                      <a:pt x="3761" y="873"/>
                      <a:pt x="3763" y="871"/>
                      <a:pt x="3765" y="870"/>
                    </a:cubicBezTo>
                    <a:cubicBezTo>
                      <a:pt x="3766" y="870"/>
                      <a:pt x="3766" y="869"/>
                      <a:pt x="3767" y="869"/>
                    </a:cubicBezTo>
                    <a:cubicBezTo>
                      <a:pt x="3768" y="868"/>
                      <a:pt x="3768" y="868"/>
                      <a:pt x="3768" y="867"/>
                    </a:cubicBezTo>
                    <a:cubicBezTo>
                      <a:pt x="3770" y="866"/>
                      <a:pt x="3771" y="864"/>
                      <a:pt x="3775" y="863"/>
                    </a:cubicBezTo>
                    <a:cubicBezTo>
                      <a:pt x="3778" y="863"/>
                      <a:pt x="3781" y="861"/>
                      <a:pt x="3783" y="859"/>
                    </a:cubicBezTo>
                    <a:cubicBezTo>
                      <a:pt x="3787" y="855"/>
                      <a:pt x="3792" y="855"/>
                      <a:pt x="3794" y="854"/>
                    </a:cubicBezTo>
                    <a:cubicBezTo>
                      <a:pt x="3795" y="854"/>
                      <a:pt x="3798" y="852"/>
                      <a:pt x="3799" y="850"/>
                    </a:cubicBezTo>
                    <a:cubicBezTo>
                      <a:pt x="3801" y="848"/>
                      <a:pt x="3800" y="848"/>
                      <a:pt x="3800" y="847"/>
                    </a:cubicBezTo>
                    <a:cubicBezTo>
                      <a:pt x="3798" y="843"/>
                      <a:pt x="3800" y="835"/>
                      <a:pt x="3802" y="833"/>
                    </a:cubicBezTo>
                    <a:cubicBezTo>
                      <a:pt x="3803" y="831"/>
                      <a:pt x="3803" y="831"/>
                      <a:pt x="3803" y="829"/>
                    </a:cubicBezTo>
                    <a:cubicBezTo>
                      <a:pt x="3803" y="829"/>
                      <a:pt x="3803" y="829"/>
                      <a:pt x="3803" y="829"/>
                    </a:cubicBezTo>
                    <a:cubicBezTo>
                      <a:pt x="3803" y="825"/>
                      <a:pt x="3802" y="824"/>
                      <a:pt x="3802" y="824"/>
                    </a:cubicBezTo>
                    <a:cubicBezTo>
                      <a:pt x="3799" y="821"/>
                      <a:pt x="3802" y="816"/>
                      <a:pt x="3803" y="812"/>
                    </a:cubicBezTo>
                    <a:cubicBezTo>
                      <a:pt x="3804" y="810"/>
                      <a:pt x="3804" y="805"/>
                      <a:pt x="3804" y="802"/>
                    </a:cubicBezTo>
                    <a:cubicBezTo>
                      <a:pt x="3804" y="802"/>
                      <a:pt x="3803" y="800"/>
                      <a:pt x="3801" y="800"/>
                    </a:cubicBezTo>
                    <a:cubicBezTo>
                      <a:pt x="3799" y="800"/>
                      <a:pt x="3797" y="800"/>
                      <a:pt x="3795" y="798"/>
                    </a:cubicBezTo>
                    <a:cubicBezTo>
                      <a:pt x="3793" y="796"/>
                      <a:pt x="3794" y="793"/>
                      <a:pt x="3794" y="790"/>
                    </a:cubicBezTo>
                    <a:cubicBezTo>
                      <a:pt x="3794" y="790"/>
                      <a:pt x="3794" y="789"/>
                      <a:pt x="3794" y="788"/>
                    </a:cubicBezTo>
                    <a:cubicBezTo>
                      <a:pt x="3794" y="782"/>
                      <a:pt x="3793" y="780"/>
                      <a:pt x="3792" y="777"/>
                    </a:cubicBezTo>
                    <a:cubicBezTo>
                      <a:pt x="3791" y="776"/>
                      <a:pt x="3791" y="776"/>
                      <a:pt x="3791" y="776"/>
                    </a:cubicBezTo>
                    <a:cubicBezTo>
                      <a:pt x="3789" y="773"/>
                      <a:pt x="3788" y="770"/>
                      <a:pt x="3789" y="764"/>
                    </a:cubicBezTo>
                    <a:cubicBezTo>
                      <a:pt x="3790" y="762"/>
                      <a:pt x="3790" y="761"/>
                      <a:pt x="3789" y="760"/>
                    </a:cubicBezTo>
                    <a:cubicBezTo>
                      <a:pt x="3789" y="760"/>
                      <a:pt x="3789" y="759"/>
                      <a:pt x="3789" y="757"/>
                    </a:cubicBezTo>
                    <a:cubicBezTo>
                      <a:pt x="3789" y="757"/>
                      <a:pt x="3789" y="757"/>
                      <a:pt x="3789" y="756"/>
                    </a:cubicBezTo>
                    <a:cubicBezTo>
                      <a:pt x="3788" y="755"/>
                      <a:pt x="3788" y="751"/>
                      <a:pt x="3792" y="747"/>
                    </a:cubicBezTo>
                    <a:cubicBezTo>
                      <a:pt x="3792" y="747"/>
                      <a:pt x="3792" y="745"/>
                      <a:pt x="3792" y="744"/>
                    </a:cubicBezTo>
                    <a:cubicBezTo>
                      <a:pt x="3783" y="725"/>
                      <a:pt x="3783" y="725"/>
                      <a:pt x="3783" y="725"/>
                    </a:cubicBezTo>
                    <a:cubicBezTo>
                      <a:pt x="3783" y="725"/>
                      <a:pt x="3783" y="725"/>
                      <a:pt x="3783" y="725"/>
                    </a:cubicBezTo>
                    <a:cubicBezTo>
                      <a:pt x="3783" y="725"/>
                      <a:pt x="3766" y="695"/>
                      <a:pt x="3763" y="691"/>
                    </a:cubicBezTo>
                    <a:cubicBezTo>
                      <a:pt x="3763" y="691"/>
                      <a:pt x="3763" y="690"/>
                      <a:pt x="3763" y="690"/>
                    </a:cubicBezTo>
                    <a:cubicBezTo>
                      <a:pt x="3763" y="690"/>
                      <a:pt x="3763" y="690"/>
                      <a:pt x="3762" y="690"/>
                    </a:cubicBezTo>
                    <a:cubicBezTo>
                      <a:pt x="3762" y="691"/>
                      <a:pt x="3761" y="691"/>
                      <a:pt x="3760" y="691"/>
                    </a:cubicBezTo>
                    <a:cubicBezTo>
                      <a:pt x="3758" y="691"/>
                      <a:pt x="3756" y="690"/>
                      <a:pt x="3756" y="688"/>
                    </a:cubicBezTo>
                    <a:cubicBezTo>
                      <a:pt x="3754" y="686"/>
                      <a:pt x="3755" y="682"/>
                      <a:pt x="3761" y="673"/>
                    </a:cubicBezTo>
                    <a:cubicBezTo>
                      <a:pt x="3764" y="668"/>
                      <a:pt x="3767" y="667"/>
                      <a:pt x="3771" y="668"/>
                    </a:cubicBezTo>
                    <a:cubicBezTo>
                      <a:pt x="3771" y="668"/>
                      <a:pt x="3771" y="668"/>
                      <a:pt x="3771" y="668"/>
                    </a:cubicBezTo>
                    <a:cubicBezTo>
                      <a:pt x="3771" y="668"/>
                      <a:pt x="3772" y="668"/>
                      <a:pt x="3772" y="668"/>
                    </a:cubicBezTo>
                    <a:cubicBezTo>
                      <a:pt x="3774" y="666"/>
                      <a:pt x="3776" y="666"/>
                      <a:pt x="3778" y="666"/>
                    </a:cubicBezTo>
                    <a:cubicBezTo>
                      <a:pt x="3779" y="666"/>
                      <a:pt x="3780" y="666"/>
                      <a:pt x="3782" y="666"/>
                    </a:cubicBezTo>
                    <a:cubicBezTo>
                      <a:pt x="3786" y="664"/>
                      <a:pt x="3786" y="664"/>
                      <a:pt x="3786" y="663"/>
                    </a:cubicBezTo>
                    <a:cubicBezTo>
                      <a:pt x="3786" y="659"/>
                      <a:pt x="3786" y="658"/>
                      <a:pt x="3789" y="654"/>
                    </a:cubicBezTo>
                    <a:cubicBezTo>
                      <a:pt x="3791" y="652"/>
                      <a:pt x="3792" y="650"/>
                      <a:pt x="3792" y="648"/>
                    </a:cubicBezTo>
                    <a:cubicBezTo>
                      <a:pt x="3792" y="648"/>
                      <a:pt x="3792" y="647"/>
                      <a:pt x="3792" y="647"/>
                    </a:cubicBezTo>
                    <a:cubicBezTo>
                      <a:pt x="3793" y="644"/>
                      <a:pt x="3793" y="640"/>
                      <a:pt x="3796" y="637"/>
                    </a:cubicBezTo>
                    <a:cubicBezTo>
                      <a:pt x="3799" y="633"/>
                      <a:pt x="3800" y="631"/>
                      <a:pt x="3800" y="631"/>
                    </a:cubicBezTo>
                    <a:cubicBezTo>
                      <a:pt x="3800" y="629"/>
                      <a:pt x="3801" y="625"/>
                      <a:pt x="3805" y="624"/>
                    </a:cubicBezTo>
                    <a:cubicBezTo>
                      <a:pt x="3807" y="623"/>
                      <a:pt x="3809" y="624"/>
                      <a:pt x="3811" y="626"/>
                    </a:cubicBezTo>
                    <a:cubicBezTo>
                      <a:pt x="3812" y="627"/>
                      <a:pt x="3813" y="628"/>
                      <a:pt x="3817" y="630"/>
                    </a:cubicBezTo>
                    <a:cubicBezTo>
                      <a:pt x="3820" y="631"/>
                      <a:pt x="3825" y="631"/>
                      <a:pt x="3830" y="632"/>
                    </a:cubicBezTo>
                    <a:cubicBezTo>
                      <a:pt x="3834" y="632"/>
                      <a:pt x="3834" y="632"/>
                      <a:pt x="3834" y="632"/>
                    </a:cubicBezTo>
                    <a:cubicBezTo>
                      <a:pt x="3836" y="632"/>
                      <a:pt x="3842" y="633"/>
                      <a:pt x="3848" y="633"/>
                    </a:cubicBezTo>
                    <a:cubicBezTo>
                      <a:pt x="3855" y="634"/>
                      <a:pt x="3863" y="635"/>
                      <a:pt x="3868" y="635"/>
                    </a:cubicBezTo>
                    <a:cubicBezTo>
                      <a:pt x="3871" y="636"/>
                      <a:pt x="3873" y="636"/>
                      <a:pt x="3875" y="636"/>
                    </a:cubicBezTo>
                    <a:cubicBezTo>
                      <a:pt x="3878" y="635"/>
                      <a:pt x="3880" y="634"/>
                      <a:pt x="3881" y="633"/>
                    </a:cubicBezTo>
                    <a:cubicBezTo>
                      <a:pt x="3884" y="628"/>
                      <a:pt x="3884" y="624"/>
                      <a:pt x="3884" y="623"/>
                    </a:cubicBezTo>
                    <a:cubicBezTo>
                      <a:pt x="3876" y="618"/>
                      <a:pt x="3877" y="609"/>
                      <a:pt x="3878" y="606"/>
                    </a:cubicBezTo>
                    <a:cubicBezTo>
                      <a:pt x="3878" y="605"/>
                      <a:pt x="3878" y="604"/>
                      <a:pt x="3878" y="602"/>
                    </a:cubicBezTo>
                    <a:cubicBezTo>
                      <a:pt x="3879" y="597"/>
                      <a:pt x="3879" y="591"/>
                      <a:pt x="3884" y="587"/>
                    </a:cubicBezTo>
                    <a:cubicBezTo>
                      <a:pt x="3886" y="585"/>
                      <a:pt x="3886" y="585"/>
                      <a:pt x="3886" y="585"/>
                    </a:cubicBezTo>
                    <a:cubicBezTo>
                      <a:pt x="3889" y="582"/>
                      <a:pt x="3890" y="582"/>
                      <a:pt x="3891" y="578"/>
                    </a:cubicBezTo>
                    <a:cubicBezTo>
                      <a:pt x="3891" y="578"/>
                      <a:pt x="3891" y="578"/>
                      <a:pt x="3891" y="577"/>
                    </a:cubicBezTo>
                    <a:cubicBezTo>
                      <a:pt x="3891" y="576"/>
                      <a:pt x="3891" y="575"/>
                      <a:pt x="3891" y="574"/>
                    </a:cubicBezTo>
                    <a:cubicBezTo>
                      <a:pt x="3890" y="572"/>
                      <a:pt x="3890" y="570"/>
                      <a:pt x="3891" y="568"/>
                    </a:cubicBezTo>
                    <a:cubicBezTo>
                      <a:pt x="3891" y="567"/>
                      <a:pt x="3891" y="567"/>
                      <a:pt x="3891" y="567"/>
                    </a:cubicBezTo>
                    <a:cubicBezTo>
                      <a:pt x="3891" y="567"/>
                      <a:pt x="3891" y="566"/>
                      <a:pt x="3891" y="566"/>
                    </a:cubicBezTo>
                    <a:cubicBezTo>
                      <a:pt x="3888" y="563"/>
                      <a:pt x="3888" y="559"/>
                      <a:pt x="3890" y="556"/>
                    </a:cubicBezTo>
                    <a:cubicBezTo>
                      <a:pt x="3891" y="554"/>
                      <a:pt x="3893" y="554"/>
                      <a:pt x="3894" y="554"/>
                    </a:cubicBezTo>
                    <a:cubicBezTo>
                      <a:pt x="3894" y="554"/>
                      <a:pt x="3895" y="553"/>
                      <a:pt x="3895" y="553"/>
                    </a:cubicBezTo>
                    <a:cubicBezTo>
                      <a:pt x="3895" y="552"/>
                      <a:pt x="3896" y="549"/>
                      <a:pt x="3898" y="546"/>
                    </a:cubicBezTo>
                    <a:cubicBezTo>
                      <a:pt x="3899" y="544"/>
                      <a:pt x="3900" y="541"/>
                      <a:pt x="3899" y="538"/>
                    </a:cubicBezTo>
                    <a:cubicBezTo>
                      <a:pt x="3895" y="533"/>
                      <a:pt x="3897" y="527"/>
                      <a:pt x="3902" y="523"/>
                    </a:cubicBezTo>
                    <a:cubicBezTo>
                      <a:pt x="3904" y="521"/>
                      <a:pt x="3904" y="517"/>
                      <a:pt x="3903" y="516"/>
                    </a:cubicBezTo>
                    <a:cubicBezTo>
                      <a:pt x="3903" y="515"/>
                      <a:pt x="3903" y="515"/>
                      <a:pt x="3903" y="515"/>
                    </a:cubicBezTo>
                    <a:cubicBezTo>
                      <a:pt x="3903" y="513"/>
                      <a:pt x="3903" y="511"/>
                      <a:pt x="3902" y="509"/>
                    </a:cubicBezTo>
                    <a:cubicBezTo>
                      <a:pt x="3900" y="507"/>
                      <a:pt x="3899" y="504"/>
                      <a:pt x="3898" y="501"/>
                    </a:cubicBezTo>
                    <a:cubicBezTo>
                      <a:pt x="3897" y="497"/>
                      <a:pt x="3899" y="489"/>
                      <a:pt x="3901" y="485"/>
                    </a:cubicBezTo>
                    <a:cubicBezTo>
                      <a:pt x="3903" y="481"/>
                      <a:pt x="3903" y="480"/>
                      <a:pt x="3902" y="478"/>
                    </a:cubicBezTo>
                    <a:cubicBezTo>
                      <a:pt x="3902" y="476"/>
                      <a:pt x="3902" y="475"/>
                      <a:pt x="3901" y="472"/>
                    </a:cubicBezTo>
                    <a:cubicBezTo>
                      <a:pt x="3901" y="469"/>
                      <a:pt x="3900" y="466"/>
                      <a:pt x="3900" y="462"/>
                    </a:cubicBezTo>
                    <a:cubicBezTo>
                      <a:pt x="3898" y="452"/>
                      <a:pt x="3900" y="444"/>
                      <a:pt x="3905" y="440"/>
                    </a:cubicBezTo>
                    <a:cubicBezTo>
                      <a:pt x="3906" y="439"/>
                      <a:pt x="3904" y="435"/>
                      <a:pt x="3902" y="433"/>
                    </a:cubicBezTo>
                    <a:cubicBezTo>
                      <a:pt x="3898" y="429"/>
                      <a:pt x="3901" y="421"/>
                      <a:pt x="3903" y="416"/>
                    </a:cubicBezTo>
                    <a:cubicBezTo>
                      <a:pt x="3907" y="410"/>
                      <a:pt x="3914" y="405"/>
                      <a:pt x="3917" y="405"/>
                    </a:cubicBezTo>
                    <a:cubicBezTo>
                      <a:pt x="3918" y="404"/>
                      <a:pt x="3918" y="404"/>
                      <a:pt x="3918" y="404"/>
                    </a:cubicBezTo>
                    <a:cubicBezTo>
                      <a:pt x="3918" y="404"/>
                      <a:pt x="3918" y="404"/>
                      <a:pt x="3919" y="404"/>
                    </a:cubicBezTo>
                    <a:cubicBezTo>
                      <a:pt x="3919" y="404"/>
                      <a:pt x="3919" y="404"/>
                      <a:pt x="3919" y="403"/>
                    </a:cubicBezTo>
                    <a:cubicBezTo>
                      <a:pt x="3919" y="402"/>
                      <a:pt x="3919" y="401"/>
                      <a:pt x="3919" y="401"/>
                    </a:cubicBezTo>
                    <a:cubicBezTo>
                      <a:pt x="3919" y="399"/>
                      <a:pt x="3919" y="398"/>
                      <a:pt x="3920" y="396"/>
                    </a:cubicBezTo>
                    <a:cubicBezTo>
                      <a:pt x="3920" y="395"/>
                      <a:pt x="3921" y="394"/>
                      <a:pt x="3922" y="393"/>
                    </a:cubicBezTo>
                    <a:cubicBezTo>
                      <a:pt x="3922" y="391"/>
                      <a:pt x="3923" y="390"/>
                      <a:pt x="3924" y="386"/>
                    </a:cubicBezTo>
                    <a:cubicBezTo>
                      <a:pt x="3924" y="381"/>
                      <a:pt x="3924" y="380"/>
                      <a:pt x="3923" y="379"/>
                    </a:cubicBezTo>
                    <a:cubicBezTo>
                      <a:pt x="3922" y="379"/>
                      <a:pt x="3922" y="379"/>
                      <a:pt x="3921" y="378"/>
                    </a:cubicBezTo>
                    <a:cubicBezTo>
                      <a:pt x="3920" y="378"/>
                      <a:pt x="3918" y="377"/>
                      <a:pt x="3917" y="374"/>
                    </a:cubicBezTo>
                    <a:cubicBezTo>
                      <a:pt x="3917" y="374"/>
                      <a:pt x="3917" y="373"/>
                      <a:pt x="3917" y="372"/>
                    </a:cubicBezTo>
                    <a:cubicBezTo>
                      <a:pt x="3917" y="372"/>
                      <a:pt x="3917" y="372"/>
                      <a:pt x="3917" y="372"/>
                    </a:cubicBezTo>
                    <a:cubicBezTo>
                      <a:pt x="3911" y="371"/>
                      <a:pt x="3909" y="366"/>
                      <a:pt x="3908" y="363"/>
                    </a:cubicBezTo>
                    <a:cubicBezTo>
                      <a:pt x="3907" y="359"/>
                      <a:pt x="3907" y="356"/>
                      <a:pt x="3910" y="352"/>
                    </a:cubicBezTo>
                    <a:cubicBezTo>
                      <a:pt x="3910" y="350"/>
                      <a:pt x="3910" y="348"/>
                      <a:pt x="3910" y="345"/>
                    </a:cubicBezTo>
                    <a:cubicBezTo>
                      <a:pt x="3910" y="345"/>
                      <a:pt x="3910" y="344"/>
                      <a:pt x="3909" y="343"/>
                    </a:cubicBezTo>
                    <a:cubicBezTo>
                      <a:pt x="3909" y="339"/>
                      <a:pt x="3910" y="336"/>
                      <a:pt x="3912" y="332"/>
                    </a:cubicBezTo>
                    <a:cubicBezTo>
                      <a:pt x="3913" y="331"/>
                      <a:pt x="3914" y="329"/>
                      <a:pt x="3916" y="327"/>
                    </a:cubicBezTo>
                    <a:cubicBezTo>
                      <a:pt x="3914" y="328"/>
                      <a:pt x="3911" y="328"/>
                      <a:pt x="3906" y="328"/>
                    </a:cubicBezTo>
                    <a:cubicBezTo>
                      <a:pt x="3904" y="327"/>
                      <a:pt x="3904" y="327"/>
                      <a:pt x="3903" y="328"/>
                    </a:cubicBezTo>
                    <a:cubicBezTo>
                      <a:pt x="3902" y="329"/>
                      <a:pt x="3900" y="330"/>
                      <a:pt x="3897" y="331"/>
                    </a:cubicBezTo>
                    <a:cubicBezTo>
                      <a:pt x="3895" y="332"/>
                      <a:pt x="3894" y="332"/>
                      <a:pt x="3893" y="332"/>
                    </a:cubicBezTo>
                    <a:cubicBezTo>
                      <a:pt x="3891" y="333"/>
                      <a:pt x="3891" y="333"/>
                      <a:pt x="3888" y="333"/>
                    </a:cubicBezTo>
                    <a:cubicBezTo>
                      <a:pt x="3887" y="334"/>
                      <a:pt x="3886" y="334"/>
                      <a:pt x="3885" y="336"/>
                    </a:cubicBezTo>
                    <a:cubicBezTo>
                      <a:pt x="3884" y="337"/>
                      <a:pt x="3883" y="338"/>
                      <a:pt x="3881" y="338"/>
                    </a:cubicBezTo>
                    <a:cubicBezTo>
                      <a:pt x="3881" y="339"/>
                      <a:pt x="3880" y="339"/>
                      <a:pt x="3880" y="340"/>
                    </a:cubicBezTo>
                    <a:cubicBezTo>
                      <a:pt x="3878" y="341"/>
                      <a:pt x="3877" y="341"/>
                      <a:pt x="3875" y="342"/>
                    </a:cubicBezTo>
                    <a:cubicBezTo>
                      <a:pt x="3875" y="342"/>
                      <a:pt x="3875" y="343"/>
                      <a:pt x="3874" y="344"/>
                    </a:cubicBezTo>
                    <a:cubicBezTo>
                      <a:pt x="3873" y="349"/>
                      <a:pt x="3871" y="350"/>
                      <a:pt x="3866" y="351"/>
                    </a:cubicBezTo>
                    <a:cubicBezTo>
                      <a:pt x="3863" y="351"/>
                      <a:pt x="3861" y="354"/>
                      <a:pt x="3861" y="355"/>
                    </a:cubicBezTo>
                    <a:cubicBezTo>
                      <a:pt x="3860" y="358"/>
                      <a:pt x="3859" y="360"/>
                      <a:pt x="3855" y="361"/>
                    </a:cubicBezTo>
                    <a:cubicBezTo>
                      <a:pt x="3855" y="361"/>
                      <a:pt x="3855" y="362"/>
                      <a:pt x="3854" y="364"/>
                    </a:cubicBezTo>
                    <a:cubicBezTo>
                      <a:pt x="3853" y="371"/>
                      <a:pt x="3846" y="371"/>
                      <a:pt x="3843" y="370"/>
                    </a:cubicBezTo>
                    <a:cubicBezTo>
                      <a:pt x="3843" y="370"/>
                      <a:pt x="3842" y="370"/>
                      <a:pt x="3842" y="370"/>
                    </a:cubicBezTo>
                    <a:cubicBezTo>
                      <a:pt x="3841" y="371"/>
                      <a:pt x="3841" y="371"/>
                      <a:pt x="3840" y="372"/>
                    </a:cubicBezTo>
                    <a:cubicBezTo>
                      <a:pt x="3837" y="375"/>
                      <a:pt x="3832" y="374"/>
                      <a:pt x="3829" y="374"/>
                    </a:cubicBezTo>
                    <a:cubicBezTo>
                      <a:pt x="3828" y="374"/>
                      <a:pt x="3827" y="374"/>
                      <a:pt x="3827" y="374"/>
                    </a:cubicBezTo>
                    <a:cubicBezTo>
                      <a:pt x="3826" y="374"/>
                      <a:pt x="3823" y="377"/>
                      <a:pt x="3823" y="379"/>
                    </a:cubicBezTo>
                    <a:cubicBezTo>
                      <a:pt x="3821" y="385"/>
                      <a:pt x="3818" y="386"/>
                      <a:pt x="3815" y="387"/>
                    </a:cubicBezTo>
                    <a:cubicBezTo>
                      <a:pt x="3815" y="387"/>
                      <a:pt x="3815" y="387"/>
                      <a:pt x="3814" y="387"/>
                    </a:cubicBezTo>
                    <a:cubicBezTo>
                      <a:pt x="3814" y="387"/>
                      <a:pt x="3814" y="388"/>
                      <a:pt x="3814" y="388"/>
                    </a:cubicBezTo>
                    <a:cubicBezTo>
                      <a:pt x="3814" y="390"/>
                      <a:pt x="3814" y="390"/>
                      <a:pt x="3814" y="390"/>
                    </a:cubicBezTo>
                    <a:cubicBezTo>
                      <a:pt x="3814" y="392"/>
                      <a:pt x="3813" y="394"/>
                      <a:pt x="3812" y="395"/>
                    </a:cubicBezTo>
                    <a:cubicBezTo>
                      <a:pt x="3810" y="396"/>
                      <a:pt x="3807" y="396"/>
                      <a:pt x="3806" y="395"/>
                    </a:cubicBezTo>
                    <a:cubicBezTo>
                      <a:pt x="3805" y="395"/>
                      <a:pt x="3805" y="395"/>
                      <a:pt x="3805" y="395"/>
                    </a:cubicBezTo>
                    <a:cubicBezTo>
                      <a:pt x="3805" y="395"/>
                      <a:pt x="3805" y="396"/>
                      <a:pt x="3805" y="396"/>
                    </a:cubicBezTo>
                    <a:cubicBezTo>
                      <a:pt x="3805" y="397"/>
                      <a:pt x="3805" y="398"/>
                      <a:pt x="3805" y="399"/>
                    </a:cubicBezTo>
                    <a:cubicBezTo>
                      <a:pt x="3804" y="401"/>
                      <a:pt x="3804" y="404"/>
                      <a:pt x="3804" y="406"/>
                    </a:cubicBezTo>
                    <a:cubicBezTo>
                      <a:pt x="3805" y="411"/>
                      <a:pt x="3805" y="413"/>
                      <a:pt x="3802" y="416"/>
                    </a:cubicBezTo>
                    <a:cubicBezTo>
                      <a:pt x="3800" y="419"/>
                      <a:pt x="3795" y="420"/>
                      <a:pt x="3789" y="418"/>
                    </a:cubicBezTo>
                    <a:cubicBezTo>
                      <a:pt x="3788" y="417"/>
                      <a:pt x="3788" y="417"/>
                      <a:pt x="3788" y="417"/>
                    </a:cubicBezTo>
                    <a:cubicBezTo>
                      <a:pt x="3787" y="418"/>
                      <a:pt x="3787" y="418"/>
                      <a:pt x="3787" y="419"/>
                    </a:cubicBezTo>
                    <a:cubicBezTo>
                      <a:pt x="3786" y="419"/>
                      <a:pt x="3786" y="419"/>
                      <a:pt x="3786" y="419"/>
                    </a:cubicBezTo>
                    <a:cubicBezTo>
                      <a:pt x="3785" y="422"/>
                      <a:pt x="3783" y="423"/>
                      <a:pt x="3780" y="424"/>
                    </a:cubicBezTo>
                    <a:cubicBezTo>
                      <a:pt x="3779" y="424"/>
                      <a:pt x="3778" y="424"/>
                      <a:pt x="3778" y="424"/>
                    </a:cubicBezTo>
                    <a:cubicBezTo>
                      <a:pt x="3776" y="424"/>
                      <a:pt x="3773" y="424"/>
                      <a:pt x="3773" y="425"/>
                    </a:cubicBezTo>
                    <a:cubicBezTo>
                      <a:pt x="3771" y="426"/>
                      <a:pt x="3770" y="426"/>
                      <a:pt x="3768" y="427"/>
                    </a:cubicBezTo>
                    <a:cubicBezTo>
                      <a:pt x="3767" y="427"/>
                      <a:pt x="3767" y="428"/>
                      <a:pt x="3766" y="428"/>
                    </a:cubicBezTo>
                    <a:cubicBezTo>
                      <a:pt x="3764" y="429"/>
                      <a:pt x="3760" y="429"/>
                      <a:pt x="3756" y="429"/>
                    </a:cubicBezTo>
                    <a:cubicBezTo>
                      <a:pt x="3755" y="429"/>
                      <a:pt x="3755" y="429"/>
                      <a:pt x="3754" y="429"/>
                    </a:cubicBezTo>
                    <a:cubicBezTo>
                      <a:pt x="3753" y="429"/>
                      <a:pt x="3753" y="429"/>
                      <a:pt x="3751" y="431"/>
                    </a:cubicBezTo>
                    <a:cubicBezTo>
                      <a:pt x="3751" y="432"/>
                      <a:pt x="3751" y="432"/>
                      <a:pt x="3751" y="432"/>
                    </a:cubicBezTo>
                    <a:cubicBezTo>
                      <a:pt x="3747" y="436"/>
                      <a:pt x="3740" y="433"/>
                      <a:pt x="3737" y="431"/>
                    </a:cubicBezTo>
                    <a:cubicBezTo>
                      <a:pt x="3736" y="430"/>
                      <a:pt x="3735" y="429"/>
                      <a:pt x="3729" y="430"/>
                    </a:cubicBezTo>
                    <a:cubicBezTo>
                      <a:pt x="3723" y="431"/>
                      <a:pt x="3723" y="432"/>
                      <a:pt x="3722" y="435"/>
                    </a:cubicBezTo>
                    <a:cubicBezTo>
                      <a:pt x="3722" y="435"/>
                      <a:pt x="3722" y="435"/>
                      <a:pt x="3722" y="435"/>
                    </a:cubicBezTo>
                    <a:cubicBezTo>
                      <a:pt x="3719" y="440"/>
                      <a:pt x="3712" y="442"/>
                      <a:pt x="3708" y="441"/>
                    </a:cubicBezTo>
                    <a:cubicBezTo>
                      <a:pt x="3707" y="440"/>
                      <a:pt x="3700" y="437"/>
                      <a:pt x="3699" y="433"/>
                    </a:cubicBezTo>
                    <a:cubicBezTo>
                      <a:pt x="3698" y="431"/>
                      <a:pt x="3697" y="427"/>
                      <a:pt x="3696" y="425"/>
                    </a:cubicBezTo>
                    <a:cubicBezTo>
                      <a:pt x="3694" y="423"/>
                      <a:pt x="3683" y="414"/>
                      <a:pt x="3680" y="412"/>
                    </a:cubicBezTo>
                    <a:cubicBezTo>
                      <a:pt x="3678" y="411"/>
                      <a:pt x="3676" y="409"/>
                      <a:pt x="3675" y="406"/>
                    </a:cubicBezTo>
                    <a:cubicBezTo>
                      <a:pt x="3675" y="402"/>
                      <a:pt x="3675" y="399"/>
                      <a:pt x="3677" y="397"/>
                    </a:cubicBezTo>
                    <a:cubicBezTo>
                      <a:pt x="3678" y="396"/>
                      <a:pt x="3678" y="393"/>
                      <a:pt x="3679" y="391"/>
                    </a:cubicBezTo>
                    <a:cubicBezTo>
                      <a:pt x="3679" y="390"/>
                      <a:pt x="3679" y="389"/>
                      <a:pt x="3679" y="387"/>
                    </a:cubicBezTo>
                    <a:cubicBezTo>
                      <a:pt x="3679" y="387"/>
                      <a:pt x="3679" y="385"/>
                      <a:pt x="3677" y="383"/>
                    </a:cubicBezTo>
                    <a:cubicBezTo>
                      <a:pt x="3676" y="382"/>
                      <a:pt x="3676" y="382"/>
                      <a:pt x="3676" y="382"/>
                    </a:cubicBezTo>
                    <a:cubicBezTo>
                      <a:pt x="3674" y="380"/>
                      <a:pt x="3674" y="378"/>
                      <a:pt x="3674" y="373"/>
                    </a:cubicBezTo>
                    <a:cubicBezTo>
                      <a:pt x="3672" y="376"/>
                      <a:pt x="3669" y="376"/>
                      <a:pt x="3668" y="375"/>
                    </a:cubicBezTo>
                    <a:cubicBezTo>
                      <a:pt x="3665" y="374"/>
                      <a:pt x="3663" y="371"/>
                      <a:pt x="3663" y="367"/>
                    </a:cubicBezTo>
                    <a:cubicBezTo>
                      <a:pt x="3663" y="366"/>
                      <a:pt x="3662" y="364"/>
                      <a:pt x="3662" y="364"/>
                    </a:cubicBezTo>
                    <a:cubicBezTo>
                      <a:pt x="3656" y="362"/>
                      <a:pt x="3657" y="357"/>
                      <a:pt x="3657" y="355"/>
                    </a:cubicBezTo>
                    <a:cubicBezTo>
                      <a:pt x="3657" y="352"/>
                      <a:pt x="3658" y="349"/>
                      <a:pt x="3659" y="346"/>
                    </a:cubicBezTo>
                    <a:cubicBezTo>
                      <a:pt x="3659" y="345"/>
                      <a:pt x="3659" y="344"/>
                      <a:pt x="3660" y="343"/>
                    </a:cubicBezTo>
                    <a:cubicBezTo>
                      <a:pt x="3658" y="343"/>
                      <a:pt x="3656" y="342"/>
                      <a:pt x="3654" y="342"/>
                    </a:cubicBezTo>
                    <a:cubicBezTo>
                      <a:pt x="3653" y="341"/>
                      <a:pt x="3652" y="341"/>
                      <a:pt x="3651" y="340"/>
                    </a:cubicBezTo>
                    <a:cubicBezTo>
                      <a:pt x="3649" y="339"/>
                      <a:pt x="3648" y="339"/>
                      <a:pt x="3647" y="339"/>
                    </a:cubicBezTo>
                    <a:cubicBezTo>
                      <a:pt x="3647" y="339"/>
                      <a:pt x="3647" y="339"/>
                      <a:pt x="3647" y="339"/>
                    </a:cubicBezTo>
                    <a:cubicBezTo>
                      <a:pt x="3643" y="344"/>
                      <a:pt x="3636" y="341"/>
                      <a:pt x="3633" y="340"/>
                    </a:cubicBezTo>
                    <a:cubicBezTo>
                      <a:pt x="3629" y="339"/>
                      <a:pt x="3625" y="335"/>
                      <a:pt x="3621" y="333"/>
                    </a:cubicBezTo>
                    <a:cubicBezTo>
                      <a:pt x="3621" y="332"/>
                      <a:pt x="3621" y="332"/>
                      <a:pt x="3621" y="332"/>
                    </a:cubicBezTo>
                    <a:cubicBezTo>
                      <a:pt x="3620" y="331"/>
                      <a:pt x="3619" y="330"/>
                      <a:pt x="3617" y="329"/>
                    </a:cubicBezTo>
                    <a:cubicBezTo>
                      <a:pt x="3616" y="327"/>
                      <a:pt x="3613" y="324"/>
                      <a:pt x="3611" y="323"/>
                    </a:cubicBezTo>
                    <a:cubicBezTo>
                      <a:pt x="3610" y="322"/>
                      <a:pt x="3609" y="322"/>
                      <a:pt x="3608" y="322"/>
                    </a:cubicBezTo>
                    <a:cubicBezTo>
                      <a:pt x="3604" y="322"/>
                      <a:pt x="3602" y="319"/>
                      <a:pt x="3601" y="317"/>
                    </a:cubicBezTo>
                    <a:cubicBezTo>
                      <a:pt x="3601" y="317"/>
                      <a:pt x="3600" y="316"/>
                      <a:pt x="3600" y="316"/>
                    </a:cubicBezTo>
                    <a:cubicBezTo>
                      <a:pt x="3600" y="315"/>
                      <a:pt x="3599" y="315"/>
                      <a:pt x="3599" y="315"/>
                    </a:cubicBezTo>
                    <a:cubicBezTo>
                      <a:pt x="3597" y="316"/>
                      <a:pt x="3595" y="316"/>
                      <a:pt x="3593" y="315"/>
                    </a:cubicBezTo>
                    <a:cubicBezTo>
                      <a:pt x="3590" y="313"/>
                      <a:pt x="3589" y="310"/>
                      <a:pt x="3589" y="306"/>
                    </a:cubicBezTo>
                    <a:cubicBezTo>
                      <a:pt x="3588" y="306"/>
                      <a:pt x="3585" y="305"/>
                      <a:pt x="3584" y="305"/>
                    </a:cubicBezTo>
                    <a:cubicBezTo>
                      <a:pt x="3584" y="305"/>
                      <a:pt x="3584" y="305"/>
                      <a:pt x="3584" y="305"/>
                    </a:cubicBezTo>
                    <a:cubicBezTo>
                      <a:pt x="3584" y="308"/>
                      <a:pt x="3583" y="310"/>
                      <a:pt x="3581" y="311"/>
                    </a:cubicBezTo>
                    <a:cubicBezTo>
                      <a:pt x="3579" y="312"/>
                      <a:pt x="3576" y="312"/>
                      <a:pt x="3574" y="311"/>
                    </a:cubicBezTo>
                    <a:cubicBezTo>
                      <a:pt x="3574" y="311"/>
                      <a:pt x="3574" y="311"/>
                      <a:pt x="3574" y="311"/>
                    </a:cubicBezTo>
                    <a:cubicBezTo>
                      <a:pt x="3574" y="311"/>
                      <a:pt x="3573" y="311"/>
                      <a:pt x="3573" y="311"/>
                    </a:cubicBezTo>
                    <a:cubicBezTo>
                      <a:pt x="3571" y="313"/>
                      <a:pt x="3571" y="313"/>
                      <a:pt x="3571" y="313"/>
                    </a:cubicBezTo>
                    <a:cubicBezTo>
                      <a:pt x="3569" y="314"/>
                      <a:pt x="3566" y="316"/>
                      <a:pt x="3563" y="315"/>
                    </a:cubicBezTo>
                    <a:cubicBezTo>
                      <a:pt x="3559" y="314"/>
                      <a:pt x="3558" y="310"/>
                      <a:pt x="3557" y="308"/>
                    </a:cubicBezTo>
                    <a:cubicBezTo>
                      <a:pt x="3557" y="306"/>
                      <a:pt x="3556" y="306"/>
                      <a:pt x="3549" y="307"/>
                    </a:cubicBezTo>
                    <a:cubicBezTo>
                      <a:pt x="3548" y="308"/>
                      <a:pt x="3548" y="308"/>
                      <a:pt x="3548" y="308"/>
                    </a:cubicBezTo>
                    <a:cubicBezTo>
                      <a:pt x="3544" y="309"/>
                      <a:pt x="3542" y="307"/>
                      <a:pt x="3541" y="306"/>
                    </a:cubicBezTo>
                    <a:cubicBezTo>
                      <a:pt x="3539" y="305"/>
                      <a:pt x="3539" y="303"/>
                      <a:pt x="3539" y="301"/>
                    </a:cubicBezTo>
                    <a:cubicBezTo>
                      <a:pt x="3537" y="302"/>
                      <a:pt x="3535" y="301"/>
                      <a:pt x="3534" y="301"/>
                    </a:cubicBezTo>
                    <a:cubicBezTo>
                      <a:pt x="3532" y="300"/>
                      <a:pt x="3532" y="300"/>
                      <a:pt x="3531" y="300"/>
                    </a:cubicBezTo>
                    <a:cubicBezTo>
                      <a:pt x="3527" y="303"/>
                      <a:pt x="3523" y="304"/>
                      <a:pt x="3519" y="306"/>
                    </a:cubicBezTo>
                    <a:cubicBezTo>
                      <a:pt x="3516" y="307"/>
                      <a:pt x="3513" y="308"/>
                      <a:pt x="3510" y="310"/>
                    </a:cubicBezTo>
                    <a:cubicBezTo>
                      <a:pt x="3506" y="312"/>
                      <a:pt x="3499" y="312"/>
                      <a:pt x="3495" y="306"/>
                    </a:cubicBezTo>
                    <a:cubicBezTo>
                      <a:pt x="3495" y="306"/>
                      <a:pt x="3495" y="306"/>
                      <a:pt x="3495" y="306"/>
                    </a:cubicBezTo>
                    <a:cubicBezTo>
                      <a:pt x="3494" y="307"/>
                      <a:pt x="3493" y="308"/>
                      <a:pt x="3491" y="308"/>
                    </a:cubicBezTo>
                    <a:cubicBezTo>
                      <a:pt x="3488" y="309"/>
                      <a:pt x="3485" y="308"/>
                      <a:pt x="3483" y="306"/>
                    </a:cubicBezTo>
                    <a:cubicBezTo>
                      <a:pt x="3481" y="305"/>
                      <a:pt x="3474" y="300"/>
                      <a:pt x="3474" y="293"/>
                    </a:cubicBezTo>
                    <a:cubicBezTo>
                      <a:pt x="3473" y="293"/>
                      <a:pt x="3471" y="294"/>
                      <a:pt x="3470" y="293"/>
                    </a:cubicBezTo>
                    <a:cubicBezTo>
                      <a:pt x="3466" y="293"/>
                      <a:pt x="3462" y="291"/>
                      <a:pt x="3463" y="281"/>
                    </a:cubicBezTo>
                    <a:cubicBezTo>
                      <a:pt x="3463" y="280"/>
                      <a:pt x="3463" y="280"/>
                      <a:pt x="3463" y="280"/>
                    </a:cubicBezTo>
                    <a:cubicBezTo>
                      <a:pt x="3463" y="279"/>
                      <a:pt x="3463" y="278"/>
                      <a:pt x="3463" y="277"/>
                    </a:cubicBezTo>
                    <a:cubicBezTo>
                      <a:pt x="3463" y="277"/>
                      <a:pt x="3463" y="277"/>
                      <a:pt x="3463" y="277"/>
                    </a:cubicBezTo>
                    <a:cubicBezTo>
                      <a:pt x="3463" y="277"/>
                      <a:pt x="3462" y="277"/>
                      <a:pt x="3462" y="277"/>
                    </a:cubicBezTo>
                    <a:cubicBezTo>
                      <a:pt x="3462" y="276"/>
                      <a:pt x="3462" y="276"/>
                      <a:pt x="3462" y="276"/>
                    </a:cubicBezTo>
                    <a:cubicBezTo>
                      <a:pt x="3458" y="272"/>
                      <a:pt x="3460" y="267"/>
                      <a:pt x="3462" y="258"/>
                    </a:cubicBezTo>
                    <a:cubicBezTo>
                      <a:pt x="3463" y="255"/>
                      <a:pt x="3462" y="253"/>
                      <a:pt x="3462" y="253"/>
                    </a:cubicBezTo>
                    <a:cubicBezTo>
                      <a:pt x="3460" y="253"/>
                      <a:pt x="3458" y="252"/>
                      <a:pt x="3456" y="252"/>
                    </a:cubicBezTo>
                    <a:cubicBezTo>
                      <a:pt x="3454" y="251"/>
                      <a:pt x="3452" y="249"/>
                      <a:pt x="3450" y="248"/>
                    </a:cubicBezTo>
                    <a:cubicBezTo>
                      <a:pt x="3447" y="246"/>
                      <a:pt x="3446" y="243"/>
                      <a:pt x="3445" y="240"/>
                    </a:cubicBezTo>
                    <a:cubicBezTo>
                      <a:pt x="3445" y="238"/>
                      <a:pt x="3444" y="237"/>
                      <a:pt x="3443" y="236"/>
                    </a:cubicBezTo>
                    <a:cubicBezTo>
                      <a:pt x="3439" y="232"/>
                      <a:pt x="3441" y="227"/>
                      <a:pt x="3443" y="223"/>
                    </a:cubicBezTo>
                    <a:cubicBezTo>
                      <a:pt x="3443" y="223"/>
                      <a:pt x="3443" y="223"/>
                      <a:pt x="3443" y="223"/>
                    </a:cubicBezTo>
                    <a:cubicBezTo>
                      <a:pt x="3443" y="223"/>
                      <a:pt x="3443" y="220"/>
                      <a:pt x="3441" y="217"/>
                    </a:cubicBezTo>
                    <a:cubicBezTo>
                      <a:pt x="3440" y="215"/>
                      <a:pt x="3437" y="213"/>
                      <a:pt x="3436" y="211"/>
                    </a:cubicBezTo>
                    <a:cubicBezTo>
                      <a:pt x="3435" y="210"/>
                      <a:pt x="3434" y="210"/>
                      <a:pt x="3433" y="209"/>
                    </a:cubicBezTo>
                    <a:cubicBezTo>
                      <a:pt x="3432" y="208"/>
                      <a:pt x="3430" y="205"/>
                      <a:pt x="3429" y="203"/>
                    </a:cubicBezTo>
                    <a:cubicBezTo>
                      <a:pt x="3428" y="202"/>
                      <a:pt x="3428" y="201"/>
                      <a:pt x="3428" y="201"/>
                    </a:cubicBezTo>
                    <a:cubicBezTo>
                      <a:pt x="3427" y="199"/>
                      <a:pt x="3427" y="198"/>
                      <a:pt x="3426" y="197"/>
                    </a:cubicBezTo>
                    <a:cubicBezTo>
                      <a:pt x="3425" y="196"/>
                      <a:pt x="3422" y="194"/>
                      <a:pt x="3420" y="193"/>
                    </a:cubicBezTo>
                    <a:cubicBezTo>
                      <a:pt x="3417" y="192"/>
                      <a:pt x="3415" y="191"/>
                      <a:pt x="3413" y="190"/>
                    </a:cubicBezTo>
                    <a:cubicBezTo>
                      <a:pt x="3409" y="186"/>
                      <a:pt x="3408" y="181"/>
                      <a:pt x="3408" y="180"/>
                    </a:cubicBezTo>
                    <a:cubicBezTo>
                      <a:pt x="3408" y="179"/>
                      <a:pt x="3408" y="176"/>
                      <a:pt x="3409" y="173"/>
                    </a:cubicBezTo>
                    <a:cubicBezTo>
                      <a:pt x="3406" y="173"/>
                      <a:pt x="3403" y="173"/>
                      <a:pt x="3402" y="172"/>
                    </a:cubicBezTo>
                    <a:cubicBezTo>
                      <a:pt x="3400" y="171"/>
                      <a:pt x="3399" y="169"/>
                      <a:pt x="3399" y="168"/>
                    </a:cubicBezTo>
                    <a:cubicBezTo>
                      <a:pt x="3399" y="165"/>
                      <a:pt x="3399" y="162"/>
                      <a:pt x="3403" y="158"/>
                    </a:cubicBezTo>
                    <a:cubicBezTo>
                      <a:pt x="3402" y="157"/>
                      <a:pt x="3402" y="157"/>
                      <a:pt x="3402" y="157"/>
                    </a:cubicBezTo>
                    <a:cubicBezTo>
                      <a:pt x="3398" y="155"/>
                      <a:pt x="3398" y="151"/>
                      <a:pt x="3398" y="149"/>
                    </a:cubicBezTo>
                    <a:cubicBezTo>
                      <a:pt x="3394" y="149"/>
                      <a:pt x="3390" y="145"/>
                      <a:pt x="3390" y="138"/>
                    </a:cubicBezTo>
                    <a:cubicBezTo>
                      <a:pt x="3389" y="134"/>
                      <a:pt x="3388" y="132"/>
                      <a:pt x="3388" y="131"/>
                    </a:cubicBezTo>
                    <a:cubicBezTo>
                      <a:pt x="3386" y="130"/>
                      <a:pt x="3381" y="127"/>
                      <a:pt x="3379" y="124"/>
                    </a:cubicBezTo>
                    <a:cubicBezTo>
                      <a:pt x="3379" y="123"/>
                      <a:pt x="3377" y="121"/>
                      <a:pt x="3376" y="119"/>
                    </a:cubicBezTo>
                    <a:cubicBezTo>
                      <a:pt x="3374" y="118"/>
                      <a:pt x="3373" y="116"/>
                      <a:pt x="3372" y="115"/>
                    </a:cubicBezTo>
                    <a:cubicBezTo>
                      <a:pt x="3369" y="111"/>
                      <a:pt x="3369" y="105"/>
                      <a:pt x="3373" y="102"/>
                    </a:cubicBezTo>
                    <a:cubicBezTo>
                      <a:pt x="3373" y="101"/>
                      <a:pt x="3373" y="100"/>
                      <a:pt x="3373" y="99"/>
                    </a:cubicBezTo>
                    <a:cubicBezTo>
                      <a:pt x="3372" y="99"/>
                      <a:pt x="3371" y="99"/>
                      <a:pt x="3370" y="99"/>
                    </a:cubicBezTo>
                    <a:cubicBezTo>
                      <a:pt x="3365" y="98"/>
                      <a:pt x="3361" y="98"/>
                      <a:pt x="3361" y="94"/>
                    </a:cubicBezTo>
                    <a:cubicBezTo>
                      <a:pt x="3361" y="93"/>
                      <a:pt x="3361" y="93"/>
                      <a:pt x="3361" y="93"/>
                    </a:cubicBezTo>
                    <a:cubicBezTo>
                      <a:pt x="3360" y="92"/>
                      <a:pt x="3359" y="88"/>
                      <a:pt x="3363" y="85"/>
                    </a:cubicBezTo>
                    <a:cubicBezTo>
                      <a:pt x="3363" y="84"/>
                      <a:pt x="3363" y="84"/>
                      <a:pt x="3363" y="83"/>
                    </a:cubicBezTo>
                    <a:cubicBezTo>
                      <a:pt x="3363" y="83"/>
                      <a:pt x="3361" y="81"/>
                      <a:pt x="3358" y="80"/>
                    </a:cubicBezTo>
                    <a:cubicBezTo>
                      <a:pt x="3357" y="80"/>
                      <a:pt x="3357" y="80"/>
                      <a:pt x="3357" y="80"/>
                    </a:cubicBezTo>
                    <a:cubicBezTo>
                      <a:pt x="3356" y="79"/>
                      <a:pt x="3350" y="76"/>
                      <a:pt x="3347" y="70"/>
                    </a:cubicBezTo>
                    <a:cubicBezTo>
                      <a:pt x="3346" y="69"/>
                      <a:pt x="3346" y="69"/>
                      <a:pt x="3346" y="69"/>
                    </a:cubicBezTo>
                    <a:cubicBezTo>
                      <a:pt x="3346" y="69"/>
                      <a:pt x="3345" y="69"/>
                      <a:pt x="3345" y="69"/>
                    </a:cubicBezTo>
                    <a:cubicBezTo>
                      <a:pt x="3344" y="70"/>
                      <a:pt x="3341" y="71"/>
                      <a:pt x="3339" y="70"/>
                    </a:cubicBezTo>
                    <a:cubicBezTo>
                      <a:pt x="3337" y="69"/>
                      <a:pt x="3335" y="67"/>
                      <a:pt x="3334" y="64"/>
                    </a:cubicBezTo>
                    <a:cubicBezTo>
                      <a:pt x="3332" y="60"/>
                      <a:pt x="3335" y="57"/>
                      <a:pt x="3336" y="55"/>
                    </a:cubicBezTo>
                    <a:cubicBezTo>
                      <a:pt x="3336" y="55"/>
                      <a:pt x="3336" y="55"/>
                      <a:pt x="3337" y="54"/>
                    </a:cubicBezTo>
                    <a:cubicBezTo>
                      <a:pt x="3337" y="54"/>
                      <a:pt x="3338" y="53"/>
                      <a:pt x="3338" y="52"/>
                    </a:cubicBezTo>
                    <a:cubicBezTo>
                      <a:pt x="3338" y="53"/>
                      <a:pt x="3337" y="53"/>
                      <a:pt x="3337" y="53"/>
                    </a:cubicBezTo>
                    <a:cubicBezTo>
                      <a:pt x="3336" y="53"/>
                      <a:pt x="3336" y="53"/>
                      <a:pt x="3336" y="53"/>
                    </a:cubicBezTo>
                    <a:cubicBezTo>
                      <a:pt x="3331" y="53"/>
                      <a:pt x="3328" y="49"/>
                      <a:pt x="3326" y="46"/>
                    </a:cubicBezTo>
                    <a:cubicBezTo>
                      <a:pt x="3326" y="45"/>
                      <a:pt x="3325" y="45"/>
                      <a:pt x="3325" y="45"/>
                    </a:cubicBezTo>
                    <a:cubicBezTo>
                      <a:pt x="3325" y="45"/>
                      <a:pt x="3324" y="45"/>
                      <a:pt x="3324" y="46"/>
                    </a:cubicBezTo>
                    <a:cubicBezTo>
                      <a:pt x="3323" y="46"/>
                      <a:pt x="3323" y="47"/>
                      <a:pt x="3322" y="47"/>
                    </a:cubicBezTo>
                    <a:cubicBezTo>
                      <a:pt x="3320" y="49"/>
                      <a:pt x="3316" y="48"/>
                      <a:pt x="3314" y="46"/>
                    </a:cubicBezTo>
                    <a:cubicBezTo>
                      <a:pt x="3311" y="43"/>
                      <a:pt x="3311" y="40"/>
                      <a:pt x="3314" y="37"/>
                    </a:cubicBezTo>
                    <a:cubicBezTo>
                      <a:pt x="3314" y="37"/>
                      <a:pt x="3314" y="37"/>
                      <a:pt x="3314" y="37"/>
                    </a:cubicBezTo>
                    <a:cubicBezTo>
                      <a:pt x="3314" y="37"/>
                      <a:pt x="3314" y="36"/>
                      <a:pt x="3313" y="34"/>
                    </a:cubicBezTo>
                    <a:cubicBezTo>
                      <a:pt x="3313" y="34"/>
                      <a:pt x="3313" y="33"/>
                      <a:pt x="3313" y="33"/>
                    </a:cubicBezTo>
                    <a:cubicBezTo>
                      <a:pt x="3312" y="33"/>
                      <a:pt x="3308" y="33"/>
                      <a:pt x="3306" y="33"/>
                    </a:cubicBezTo>
                    <a:cubicBezTo>
                      <a:pt x="3302" y="33"/>
                      <a:pt x="3300" y="33"/>
                      <a:pt x="3293" y="29"/>
                    </a:cubicBezTo>
                    <a:cubicBezTo>
                      <a:pt x="3285" y="25"/>
                      <a:pt x="3283" y="25"/>
                      <a:pt x="3278" y="25"/>
                    </a:cubicBezTo>
                    <a:cubicBezTo>
                      <a:pt x="3276" y="25"/>
                      <a:pt x="3276" y="25"/>
                      <a:pt x="3275" y="27"/>
                    </a:cubicBezTo>
                    <a:cubicBezTo>
                      <a:pt x="3275" y="28"/>
                      <a:pt x="3275" y="29"/>
                      <a:pt x="3274" y="30"/>
                    </a:cubicBezTo>
                    <a:cubicBezTo>
                      <a:pt x="3273" y="32"/>
                      <a:pt x="3271" y="33"/>
                      <a:pt x="3269" y="33"/>
                    </a:cubicBezTo>
                    <a:cubicBezTo>
                      <a:pt x="3267" y="34"/>
                      <a:pt x="3264" y="33"/>
                      <a:pt x="3260" y="30"/>
                    </a:cubicBezTo>
                    <a:cubicBezTo>
                      <a:pt x="3258" y="28"/>
                      <a:pt x="3257" y="28"/>
                      <a:pt x="3253" y="30"/>
                    </a:cubicBezTo>
                    <a:cubicBezTo>
                      <a:pt x="3246" y="33"/>
                      <a:pt x="3241" y="25"/>
                      <a:pt x="3237" y="20"/>
                    </a:cubicBezTo>
                    <a:cubicBezTo>
                      <a:pt x="3236" y="19"/>
                      <a:pt x="3236" y="19"/>
                      <a:pt x="3235" y="18"/>
                    </a:cubicBezTo>
                    <a:cubicBezTo>
                      <a:pt x="3234" y="17"/>
                      <a:pt x="3231" y="18"/>
                      <a:pt x="3231" y="18"/>
                    </a:cubicBezTo>
                    <a:cubicBezTo>
                      <a:pt x="3227" y="21"/>
                      <a:pt x="3222" y="20"/>
                      <a:pt x="3219" y="17"/>
                    </a:cubicBezTo>
                    <a:cubicBezTo>
                      <a:pt x="3218" y="17"/>
                      <a:pt x="3217" y="16"/>
                      <a:pt x="3216" y="15"/>
                    </a:cubicBezTo>
                    <a:cubicBezTo>
                      <a:pt x="3213" y="14"/>
                      <a:pt x="3209" y="12"/>
                      <a:pt x="3207" y="10"/>
                    </a:cubicBezTo>
                    <a:cubicBezTo>
                      <a:pt x="3204" y="8"/>
                      <a:pt x="3200" y="9"/>
                      <a:pt x="3199" y="10"/>
                    </a:cubicBezTo>
                    <a:cubicBezTo>
                      <a:pt x="3197" y="12"/>
                      <a:pt x="3194" y="13"/>
                      <a:pt x="3192" y="11"/>
                    </a:cubicBezTo>
                    <a:cubicBezTo>
                      <a:pt x="3189" y="14"/>
                      <a:pt x="3184" y="13"/>
                      <a:pt x="3181" y="12"/>
                    </a:cubicBezTo>
                    <a:cubicBezTo>
                      <a:pt x="3180" y="11"/>
                      <a:pt x="3179" y="11"/>
                      <a:pt x="3179" y="11"/>
                    </a:cubicBezTo>
                    <a:cubicBezTo>
                      <a:pt x="3177" y="12"/>
                      <a:pt x="3176" y="13"/>
                      <a:pt x="3174" y="15"/>
                    </a:cubicBezTo>
                    <a:cubicBezTo>
                      <a:pt x="3172" y="16"/>
                      <a:pt x="3172" y="16"/>
                      <a:pt x="3172" y="16"/>
                    </a:cubicBezTo>
                    <a:cubicBezTo>
                      <a:pt x="3169" y="18"/>
                      <a:pt x="3166" y="18"/>
                      <a:pt x="3164" y="18"/>
                    </a:cubicBezTo>
                    <a:cubicBezTo>
                      <a:pt x="3164" y="18"/>
                      <a:pt x="3163" y="18"/>
                      <a:pt x="3163" y="18"/>
                    </a:cubicBezTo>
                    <a:cubicBezTo>
                      <a:pt x="3159" y="22"/>
                      <a:pt x="3152" y="23"/>
                      <a:pt x="3150" y="23"/>
                    </a:cubicBezTo>
                    <a:cubicBezTo>
                      <a:pt x="3149" y="23"/>
                      <a:pt x="3148" y="23"/>
                      <a:pt x="3147" y="23"/>
                    </a:cubicBezTo>
                    <a:cubicBezTo>
                      <a:pt x="3145" y="24"/>
                      <a:pt x="3144" y="24"/>
                      <a:pt x="3141" y="24"/>
                    </a:cubicBezTo>
                    <a:cubicBezTo>
                      <a:pt x="3137" y="25"/>
                      <a:pt x="3134" y="25"/>
                      <a:pt x="3126" y="23"/>
                    </a:cubicBezTo>
                    <a:cubicBezTo>
                      <a:pt x="3122" y="22"/>
                      <a:pt x="3120" y="23"/>
                      <a:pt x="3118" y="26"/>
                    </a:cubicBezTo>
                    <a:cubicBezTo>
                      <a:pt x="3117" y="26"/>
                      <a:pt x="3117" y="26"/>
                      <a:pt x="3117" y="26"/>
                    </a:cubicBezTo>
                    <a:cubicBezTo>
                      <a:pt x="3115" y="29"/>
                      <a:pt x="3113" y="31"/>
                      <a:pt x="3106" y="31"/>
                    </a:cubicBezTo>
                    <a:cubicBezTo>
                      <a:pt x="3102" y="32"/>
                      <a:pt x="3101" y="32"/>
                      <a:pt x="3099" y="33"/>
                    </a:cubicBezTo>
                    <a:cubicBezTo>
                      <a:pt x="3098" y="34"/>
                      <a:pt x="3097" y="34"/>
                      <a:pt x="3095" y="35"/>
                    </a:cubicBezTo>
                    <a:cubicBezTo>
                      <a:pt x="3091" y="37"/>
                      <a:pt x="3087" y="39"/>
                      <a:pt x="3083" y="41"/>
                    </a:cubicBezTo>
                    <a:cubicBezTo>
                      <a:pt x="3081" y="42"/>
                      <a:pt x="3079" y="43"/>
                      <a:pt x="3077" y="44"/>
                    </a:cubicBezTo>
                    <a:cubicBezTo>
                      <a:pt x="3072" y="47"/>
                      <a:pt x="3064" y="48"/>
                      <a:pt x="3051" y="48"/>
                    </a:cubicBezTo>
                    <a:cubicBezTo>
                      <a:pt x="3047" y="48"/>
                      <a:pt x="3046" y="49"/>
                      <a:pt x="3046" y="49"/>
                    </a:cubicBezTo>
                    <a:cubicBezTo>
                      <a:pt x="3046" y="49"/>
                      <a:pt x="3046" y="49"/>
                      <a:pt x="3046" y="49"/>
                    </a:cubicBezTo>
                    <a:cubicBezTo>
                      <a:pt x="3046" y="49"/>
                      <a:pt x="3046" y="50"/>
                      <a:pt x="3046" y="50"/>
                    </a:cubicBezTo>
                    <a:cubicBezTo>
                      <a:pt x="3046" y="51"/>
                      <a:pt x="3046" y="51"/>
                      <a:pt x="3045" y="52"/>
                    </a:cubicBezTo>
                    <a:cubicBezTo>
                      <a:pt x="3045" y="55"/>
                      <a:pt x="3044" y="56"/>
                      <a:pt x="3042" y="59"/>
                    </a:cubicBezTo>
                    <a:cubicBezTo>
                      <a:pt x="3042" y="59"/>
                      <a:pt x="3041" y="60"/>
                      <a:pt x="3040" y="62"/>
                    </a:cubicBezTo>
                    <a:cubicBezTo>
                      <a:pt x="3038" y="64"/>
                      <a:pt x="3036" y="67"/>
                      <a:pt x="3034" y="69"/>
                    </a:cubicBezTo>
                    <a:cubicBezTo>
                      <a:pt x="3030" y="72"/>
                      <a:pt x="3027" y="76"/>
                      <a:pt x="3026" y="79"/>
                    </a:cubicBezTo>
                    <a:cubicBezTo>
                      <a:pt x="3022" y="85"/>
                      <a:pt x="3021" y="86"/>
                      <a:pt x="3018" y="89"/>
                    </a:cubicBezTo>
                    <a:cubicBezTo>
                      <a:pt x="3017" y="90"/>
                      <a:pt x="3017" y="90"/>
                      <a:pt x="3017" y="90"/>
                    </a:cubicBezTo>
                    <a:cubicBezTo>
                      <a:pt x="3016" y="90"/>
                      <a:pt x="3016" y="90"/>
                      <a:pt x="3016" y="91"/>
                    </a:cubicBezTo>
                    <a:cubicBezTo>
                      <a:pt x="3019" y="94"/>
                      <a:pt x="3019" y="96"/>
                      <a:pt x="3017" y="99"/>
                    </a:cubicBezTo>
                    <a:cubicBezTo>
                      <a:pt x="3017" y="100"/>
                      <a:pt x="3016" y="100"/>
                      <a:pt x="3016" y="101"/>
                    </a:cubicBezTo>
                    <a:cubicBezTo>
                      <a:pt x="3016" y="101"/>
                      <a:pt x="3015" y="103"/>
                      <a:pt x="3015" y="103"/>
                    </a:cubicBezTo>
                    <a:cubicBezTo>
                      <a:pt x="3015" y="103"/>
                      <a:pt x="3016" y="103"/>
                      <a:pt x="3016" y="103"/>
                    </a:cubicBezTo>
                    <a:cubicBezTo>
                      <a:pt x="3016" y="104"/>
                      <a:pt x="3016" y="104"/>
                      <a:pt x="3016" y="104"/>
                    </a:cubicBezTo>
                    <a:cubicBezTo>
                      <a:pt x="3017" y="103"/>
                      <a:pt x="3020" y="103"/>
                      <a:pt x="3024" y="100"/>
                    </a:cubicBezTo>
                    <a:cubicBezTo>
                      <a:pt x="3032" y="95"/>
                      <a:pt x="3039" y="99"/>
                      <a:pt x="3043" y="102"/>
                    </a:cubicBezTo>
                    <a:cubicBezTo>
                      <a:pt x="3044" y="102"/>
                      <a:pt x="3044" y="103"/>
                      <a:pt x="3045" y="103"/>
                    </a:cubicBezTo>
                    <a:cubicBezTo>
                      <a:pt x="3049" y="105"/>
                      <a:pt x="3051" y="108"/>
                      <a:pt x="3051" y="111"/>
                    </a:cubicBezTo>
                    <a:cubicBezTo>
                      <a:pt x="3051" y="112"/>
                      <a:pt x="3051" y="112"/>
                      <a:pt x="3051" y="112"/>
                    </a:cubicBezTo>
                    <a:cubicBezTo>
                      <a:pt x="3051" y="115"/>
                      <a:pt x="3051" y="117"/>
                      <a:pt x="3049" y="123"/>
                    </a:cubicBezTo>
                    <a:cubicBezTo>
                      <a:pt x="3048" y="127"/>
                      <a:pt x="3048" y="127"/>
                      <a:pt x="3048" y="127"/>
                    </a:cubicBezTo>
                    <a:cubicBezTo>
                      <a:pt x="3049" y="128"/>
                      <a:pt x="3050" y="128"/>
                      <a:pt x="3051" y="129"/>
                    </a:cubicBezTo>
                    <a:cubicBezTo>
                      <a:pt x="3057" y="131"/>
                      <a:pt x="3056" y="139"/>
                      <a:pt x="3056" y="144"/>
                    </a:cubicBezTo>
                    <a:cubicBezTo>
                      <a:pt x="3056" y="146"/>
                      <a:pt x="3056" y="147"/>
                      <a:pt x="3056" y="148"/>
                    </a:cubicBezTo>
                    <a:cubicBezTo>
                      <a:pt x="3057" y="153"/>
                      <a:pt x="3057" y="155"/>
                      <a:pt x="3055" y="158"/>
                    </a:cubicBezTo>
                    <a:cubicBezTo>
                      <a:pt x="3054" y="160"/>
                      <a:pt x="3051" y="163"/>
                      <a:pt x="3044" y="169"/>
                    </a:cubicBezTo>
                    <a:cubicBezTo>
                      <a:pt x="3042" y="171"/>
                      <a:pt x="3039" y="173"/>
                      <a:pt x="3038" y="174"/>
                    </a:cubicBezTo>
                    <a:cubicBezTo>
                      <a:pt x="3037" y="175"/>
                      <a:pt x="3037" y="175"/>
                      <a:pt x="3037" y="175"/>
                    </a:cubicBezTo>
                    <a:cubicBezTo>
                      <a:pt x="3033" y="180"/>
                      <a:pt x="3029" y="185"/>
                      <a:pt x="3027" y="187"/>
                    </a:cubicBezTo>
                    <a:cubicBezTo>
                      <a:pt x="3026" y="187"/>
                      <a:pt x="3026" y="187"/>
                      <a:pt x="3025" y="188"/>
                    </a:cubicBezTo>
                    <a:cubicBezTo>
                      <a:pt x="3024" y="189"/>
                      <a:pt x="3023" y="190"/>
                      <a:pt x="3023" y="190"/>
                    </a:cubicBezTo>
                    <a:cubicBezTo>
                      <a:pt x="3023" y="191"/>
                      <a:pt x="3023" y="192"/>
                      <a:pt x="3023" y="193"/>
                    </a:cubicBezTo>
                    <a:cubicBezTo>
                      <a:pt x="3023" y="194"/>
                      <a:pt x="3023" y="196"/>
                      <a:pt x="3023" y="198"/>
                    </a:cubicBezTo>
                    <a:cubicBezTo>
                      <a:pt x="3022" y="200"/>
                      <a:pt x="3022" y="202"/>
                      <a:pt x="3021" y="203"/>
                    </a:cubicBezTo>
                    <a:cubicBezTo>
                      <a:pt x="3021" y="204"/>
                      <a:pt x="3021" y="205"/>
                      <a:pt x="3021" y="205"/>
                    </a:cubicBezTo>
                    <a:cubicBezTo>
                      <a:pt x="3021" y="208"/>
                      <a:pt x="3021" y="212"/>
                      <a:pt x="3018" y="214"/>
                    </a:cubicBezTo>
                    <a:cubicBezTo>
                      <a:pt x="3018" y="215"/>
                      <a:pt x="3018" y="215"/>
                      <a:pt x="3018" y="216"/>
                    </a:cubicBezTo>
                    <a:cubicBezTo>
                      <a:pt x="3018" y="219"/>
                      <a:pt x="3017" y="220"/>
                      <a:pt x="3015" y="222"/>
                    </a:cubicBezTo>
                    <a:cubicBezTo>
                      <a:pt x="3015" y="222"/>
                      <a:pt x="3014" y="222"/>
                      <a:pt x="3014" y="223"/>
                    </a:cubicBezTo>
                    <a:cubicBezTo>
                      <a:pt x="3014" y="223"/>
                      <a:pt x="3014" y="223"/>
                      <a:pt x="3014" y="223"/>
                    </a:cubicBezTo>
                    <a:cubicBezTo>
                      <a:pt x="3014" y="224"/>
                      <a:pt x="3014" y="224"/>
                      <a:pt x="3014" y="224"/>
                    </a:cubicBezTo>
                    <a:cubicBezTo>
                      <a:pt x="3014" y="228"/>
                      <a:pt x="3012" y="229"/>
                      <a:pt x="3010" y="231"/>
                    </a:cubicBezTo>
                    <a:cubicBezTo>
                      <a:pt x="3010" y="232"/>
                      <a:pt x="3010" y="234"/>
                      <a:pt x="3011" y="235"/>
                    </a:cubicBezTo>
                    <a:cubicBezTo>
                      <a:pt x="3012" y="243"/>
                      <a:pt x="3005" y="250"/>
                      <a:pt x="3001" y="254"/>
                    </a:cubicBezTo>
                    <a:cubicBezTo>
                      <a:pt x="3001" y="254"/>
                      <a:pt x="3001" y="254"/>
                      <a:pt x="3001" y="254"/>
                    </a:cubicBezTo>
                    <a:cubicBezTo>
                      <a:pt x="2999" y="256"/>
                      <a:pt x="2998" y="258"/>
                      <a:pt x="2998" y="262"/>
                    </a:cubicBezTo>
                    <a:cubicBezTo>
                      <a:pt x="2999" y="265"/>
                      <a:pt x="2999" y="269"/>
                      <a:pt x="2997" y="273"/>
                    </a:cubicBezTo>
                    <a:cubicBezTo>
                      <a:pt x="2996" y="276"/>
                      <a:pt x="2994" y="278"/>
                      <a:pt x="2992" y="280"/>
                    </a:cubicBezTo>
                    <a:cubicBezTo>
                      <a:pt x="2991" y="282"/>
                      <a:pt x="2989" y="284"/>
                      <a:pt x="2989" y="285"/>
                    </a:cubicBezTo>
                    <a:cubicBezTo>
                      <a:pt x="2987" y="288"/>
                      <a:pt x="2987" y="290"/>
                      <a:pt x="2987" y="292"/>
                    </a:cubicBezTo>
                    <a:cubicBezTo>
                      <a:pt x="2988" y="298"/>
                      <a:pt x="2984" y="302"/>
                      <a:pt x="2982" y="303"/>
                    </a:cubicBezTo>
                    <a:cubicBezTo>
                      <a:pt x="2983" y="303"/>
                      <a:pt x="2983" y="303"/>
                      <a:pt x="2984" y="303"/>
                    </a:cubicBezTo>
                    <a:cubicBezTo>
                      <a:pt x="2985" y="303"/>
                      <a:pt x="2986" y="303"/>
                      <a:pt x="2987" y="303"/>
                    </a:cubicBezTo>
                    <a:cubicBezTo>
                      <a:pt x="2988" y="303"/>
                      <a:pt x="2992" y="302"/>
                      <a:pt x="2994" y="305"/>
                    </a:cubicBezTo>
                    <a:cubicBezTo>
                      <a:pt x="2995" y="307"/>
                      <a:pt x="2994" y="310"/>
                      <a:pt x="2994" y="311"/>
                    </a:cubicBezTo>
                    <a:cubicBezTo>
                      <a:pt x="2993" y="312"/>
                      <a:pt x="2993" y="312"/>
                      <a:pt x="2993" y="312"/>
                    </a:cubicBezTo>
                    <a:cubicBezTo>
                      <a:pt x="2993" y="314"/>
                      <a:pt x="2993" y="314"/>
                      <a:pt x="2993" y="317"/>
                    </a:cubicBezTo>
                    <a:cubicBezTo>
                      <a:pt x="2995" y="323"/>
                      <a:pt x="2991" y="328"/>
                      <a:pt x="2989" y="331"/>
                    </a:cubicBezTo>
                    <a:cubicBezTo>
                      <a:pt x="2988" y="332"/>
                      <a:pt x="2986" y="333"/>
                      <a:pt x="2985" y="334"/>
                    </a:cubicBezTo>
                    <a:cubicBezTo>
                      <a:pt x="2983" y="336"/>
                      <a:pt x="2981" y="337"/>
                      <a:pt x="2981" y="339"/>
                    </a:cubicBezTo>
                    <a:cubicBezTo>
                      <a:pt x="2978" y="345"/>
                      <a:pt x="2974" y="345"/>
                      <a:pt x="2970" y="345"/>
                    </a:cubicBezTo>
                    <a:cubicBezTo>
                      <a:pt x="2968" y="344"/>
                      <a:pt x="2968" y="344"/>
                      <a:pt x="2968" y="344"/>
                    </a:cubicBezTo>
                    <a:cubicBezTo>
                      <a:pt x="2967" y="344"/>
                      <a:pt x="2965" y="344"/>
                      <a:pt x="2964" y="345"/>
                    </a:cubicBezTo>
                    <a:cubicBezTo>
                      <a:pt x="2963" y="347"/>
                      <a:pt x="2961" y="347"/>
                      <a:pt x="2958" y="347"/>
                    </a:cubicBezTo>
                    <a:cubicBezTo>
                      <a:pt x="2956" y="348"/>
                      <a:pt x="2954" y="348"/>
                      <a:pt x="2952" y="349"/>
                    </a:cubicBezTo>
                    <a:cubicBezTo>
                      <a:pt x="2948" y="350"/>
                      <a:pt x="2948" y="350"/>
                      <a:pt x="2947" y="352"/>
                    </a:cubicBezTo>
                    <a:cubicBezTo>
                      <a:pt x="2946" y="354"/>
                      <a:pt x="2946" y="355"/>
                      <a:pt x="2944" y="356"/>
                    </a:cubicBezTo>
                    <a:cubicBezTo>
                      <a:pt x="2944" y="357"/>
                      <a:pt x="2944" y="357"/>
                      <a:pt x="2944" y="357"/>
                    </a:cubicBezTo>
                    <a:cubicBezTo>
                      <a:pt x="2941" y="361"/>
                      <a:pt x="2935" y="368"/>
                      <a:pt x="2933" y="371"/>
                    </a:cubicBezTo>
                    <a:cubicBezTo>
                      <a:pt x="2933" y="372"/>
                      <a:pt x="2931" y="376"/>
                      <a:pt x="2919" y="380"/>
                    </a:cubicBezTo>
                    <a:cubicBezTo>
                      <a:pt x="2917" y="381"/>
                      <a:pt x="2917" y="381"/>
                      <a:pt x="2917" y="381"/>
                    </a:cubicBezTo>
                    <a:cubicBezTo>
                      <a:pt x="2917" y="380"/>
                      <a:pt x="2917" y="380"/>
                      <a:pt x="2917" y="380"/>
                    </a:cubicBezTo>
                    <a:cubicBezTo>
                      <a:pt x="2914" y="381"/>
                      <a:pt x="2911" y="382"/>
                      <a:pt x="2909" y="383"/>
                    </a:cubicBezTo>
                    <a:cubicBezTo>
                      <a:pt x="2904" y="387"/>
                      <a:pt x="2898" y="386"/>
                      <a:pt x="2893" y="380"/>
                    </a:cubicBezTo>
                    <a:cubicBezTo>
                      <a:pt x="2891" y="379"/>
                      <a:pt x="2885" y="379"/>
                      <a:pt x="2881" y="380"/>
                    </a:cubicBezTo>
                    <a:cubicBezTo>
                      <a:pt x="2879" y="380"/>
                      <a:pt x="2877" y="380"/>
                      <a:pt x="2876" y="380"/>
                    </a:cubicBezTo>
                    <a:cubicBezTo>
                      <a:pt x="2870" y="380"/>
                      <a:pt x="2859" y="375"/>
                      <a:pt x="2849" y="367"/>
                    </a:cubicBezTo>
                    <a:cubicBezTo>
                      <a:pt x="2846" y="365"/>
                      <a:pt x="2845" y="364"/>
                      <a:pt x="2845" y="364"/>
                    </a:cubicBezTo>
                    <a:cubicBezTo>
                      <a:pt x="2845" y="364"/>
                      <a:pt x="2845" y="365"/>
                      <a:pt x="2845" y="365"/>
                    </a:cubicBezTo>
                    <a:cubicBezTo>
                      <a:pt x="2844" y="365"/>
                      <a:pt x="2844" y="365"/>
                      <a:pt x="2844" y="365"/>
                    </a:cubicBezTo>
                    <a:cubicBezTo>
                      <a:pt x="2839" y="380"/>
                      <a:pt x="2824" y="419"/>
                      <a:pt x="2823" y="422"/>
                    </a:cubicBezTo>
                    <a:cubicBezTo>
                      <a:pt x="2822" y="427"/>
                      <a:pt x="2815" y="443"/>
                      <a:pt x="2813" y="448"/>
                    </a:cubicBezTo>
                    <a:cubicBezTo>
                      <a:pt x="2812" y="449"/>
                      <a:pt x="2812" y="449"/>
                      <a:pt x="2813" y="451"/>
                    </a:cubicBezTo>
                    <a:cubicBezTo>
                      <a:pt x="2813" y="453"/>
                      <a:pt x="2814" y="455"/>
                      <a:pt x="2814" y="457"/>
                    </a:cubicBezTo>
                    <a:cubicBezTo>
                      <a:pt x="2813" y="463"/>
                      <a:pt x="2803" y="474"/>
                      <a:pt x="2802" y="476"/>
                    </a:cubicBezTo>
                    <a:cubicBezTo>
                      <a:pt x="2801" y="476"/>
                      <a:pt x="2800" y="479"/>
                      <a:pt x="2800" y="481"/>
                    </a:cubicBezTo>
                    <a:cubicBezTo>
                      <a:pt x="2800" y="484"/>
                      <a:pt x="2801" y="495"/>
                      <a:pt x="2801" y="498"/>
                    </a:cubicBezTo>
                    <a:cubicBezTo>
                      <a:pt x="2801" y="504"/>
                      <a:pt x="2797" y="508"/>
                      <a:pt x="2791" y="511"/>
                    </a:cubicBezTo>
                    <a:cubicBezTo>
                      <a:pt x="2789" y="512"/>
                      <a:pt x="2788" y="513"/>
                      <a:pt x="2788" y="514"/>
                    </a:cubicBezTo>
                    <a:cubicBezTo>
                      <a:pt x="2787" y="517"/>
                      <a:pt x="2787" y="525"/>
                      <a:pt x="2787" y="530"/>
                    </a:cubicBezTo>
                    <a:cubicBezTo>
                      <a:pt x="2787" y="532"/>
                      <a:pt x="2787" y="534"/>
                      <a:pt x="2787" y="534"/>
                    </a:cubicBezTo>
                    <a:cubicBezTo>
                      <a:pt x="2788" y="534"/>
                      <a:pt x="2788" y="534"/>
                      <a:pt x="2788" y="534"/>
                    </a:cubicBezTo>
                    <a:cubicBezTo>
                      <a:pt x="2788" y="535"/>
                      <a:pt x="2788" y="535"/>
                      <a:pt x="2788" y="535"/>
                    </a:cubicBezTo>
                    <a:cubicBezTo>
                      <a:pt x="2791" y="538"/>
                      <a:pt x="2800" y="547"/>
                      <a:pt x="2802" y="549"/>
                    </a:cubicBezTo>
                    <a:cubicBezTo>
                      <a:pt x="2803" y="550"/>
                      <a:pt x="2803" y="550"/>
                      <a:pt x="2803" y="550"/>
                    </a:cubicBezTo>
                    <a:cubicBezTo>
                      <a:pt x="2804" y="551"/>
                      <a:pt x="2806" y="552"/>
                      <a:pt x="2807" y="553"/>
                    </a:cubicBezTo>
                    <a:cubicBezTo>
                      <a:pt x="2808" y="551"/>
                      <a:pt x="2811" y="547"/>
                      <a:pt x="2812" y="545"/>
                    </a:cubicBezTo>
                    <a:cubicBezTo>
                      <a:pt x="2813" y="543"/>
                      <a:pt x="2815" y="541"/>
                      <a:pt x="2816" y="539"/>
                    </a:cubicBezTo>
                    <a:cubicBezTo>
                      <a:pt x="2819" y="534"/>
                      <a:pt x="2825" y="535"/>
                      <a:pt x="2830" y="536"/>
                    </a:cubicBezTo>
                    <a:cubicBezTo>
                      <a:pt x="2832" y="536"/>
                      <a:pt x="2834" y="536"/>
                      <a:pt x="2836" y="536"/>
                    </a:cubicBezTo>
                    <a:cubicBezTo>
                      <a:pt x="2843" y="536"/>
                      <a:pt x="2843" y="536"/>
                      <a:pt x="2845" y="535"/>
                    </a:cubicBezTo>
                    <a:cubicBezTo>
                      <a:pt x="2845" y="534"/>
                      <a:pt x="2845" y="534"/>
                      <a:pt x="2845" y="534"/>
                    </a:cubicBezTo>
                    <a:cubicBezTo>
                      <a:pt x="2849" y="531"/>
                      <a:pt x="2855" y="531"/>
                      <a:pt x="2855" y="531"/>
                    </a:cubicBezTo>
                    <a:cubicBezTo>
                      <a:pt x="2856" y="531"/>
                      <a:pt x="2856" y="531"/>
                      <a:pt x="2856" y="531"/>
                    </a:cubicBezTo>
                    <a:cubicBezTo>
                      <a:pt x="2858" y="532"/>
                      <a:pt x="2862" y="533"/>
                      <a:pt x="2865" y="533"/>
                    </a:cubicBezTo>
                    <a:cubicBezTo>
                      <a:pt x="2870" y="532"/>
                      <a:pt x="2872" y="534"/>
                      <a:pt x="2874" y="536"/>
                    </a:cubicBezTo>
                    <a:cubicBezTo>
                      <a:pt x="2875" y="537"/>
                      <a:pt x="2875" y="537"/>
                      <a:pt x="2875" y="537"/>
                    </a:cubicBezTo>
                    <a:cubicBezTo>
                      <a:pt x="2876" y="537"/>
                      <a:pt x="2877" y="538"/>
                      <a:pt x="2879" y="539"/>
                    </a:cubicBezTo>
                    <a:cubicBezTo>
                      <a:pt x="2882" y="541"/>
                      <a:pt x="2887" y="543"/>
                      <a:pt x="2889" y="546"/>
                    </a:cubicBezTo>
                    <a:cubicBezTo>
                      <a:pt x="2891" y="549"/>
                      <a:pt x="2893" y="550"/>
                      <a:pt x="2894" y="550"/>
                    </a:cubicBezTo>
                    <a:cubicBezTo>
                      <a:pt x="2896" y="549"/>
                      <a:pt x="2899" y="545"/>
                      <a:pt x="2901" y="541"/>
                    </a:cubicBezTo>
                    <a:cubicBezTo>
                      <a:pt x="2904" y="537"/>
                      <a:pt x="2912" y="524"/>
                      <a:pt x="2915" y="519"/>
                    </a:cubicBezTo>
                    <a:cubicBezTo>
                      <a:pt x="2919" y="514"/>
                      <a:pt x="2923" y="516"/>
                      <a:pt x="2925" y="516"/>
                    </a:cubicBezTo>
                    <a:cubicBezTo>
                      <a:pt x="2926" y="517"/>
                      <a:pt x="2927" y="517"/>
                      <a:pt x="2928" y="516"/>
                    </a:cubicBezTo>
                    <a:cubicBezTo>
                      <a:pt x="2932" y="514"/>
                      <a:pt x="2938" y="512"/>
                      <a:pt x="2943" y="514"/>
                    </a:cubicBezTo>
                    <a:cubicBezTo>
                      <a:pt x="2944" y="515"/>
                      <a:pt x="2946" y="515"/>
                      <a:pt x="2954" y="515"/>
                    </a:cubicBezTo>
                    <a:cubicBezTo>
                      <a:pt x="2955" y="515"/>
                      <a:pt x="2956" y="516"/>
                      <a:pt x="2957" y="516"/>
                    </a:cubicBezTo>
                    <a:cubicBezTo>
                      <a:pt x="2957" y="516"/>
                      <a:pt x="2958" y="516"/>
                      <a:pt x="2958" y="516"/>
                    </a:cubicBezTo>
                    <a:cubicBezTo>
                      <a:pt x="2961" y="516"/>
                      <a:pt x="2963" y="516"/>
                      <a:pt x="2965" y="518"/>
                    </a:cubicBezTo>
                    <a:cubicBezTo>
                      <a:pt x="2967" y="520"/>
                      <a:pt x="2969" y="523"/>
                      <a:pt x="2969" y="526"/>
                    </a:cubicBezTo>
                    <a:cubicBezTo>
                      <a:pt x="2970" y="527"/>
                      <a:pt x="2975" y="534"/>
                      <a:pt x="2978" y="536"/>
                    </a:cubicBezTo>
                    <a:cubicBezTo>
                      <a:pt x="2979" y="537"/>
                      <a:pt x="2985" y="539"/>
                      <a:pt x="2988" y="540"/>
                    </a:cubicBezTo>
                    <a:cubicBezTo>
                      <a:pt x="2993" y="541"/>
                      <a:pt x="2996" y="542"/>
                      <a:pt x="2998" y="543"/>
                    </a:cubicBezTo>
                    <a:cubicBezTo>
                      <a:pt x="3002" y="545"/>
                      <a:pt x="3003" y="549"/>
                      <a:pt x="3004" y="551"/>
                    </a:cubicBezTo>
                    <a:cubicBezTo>
                      <a:pt x="3004" y="551"/>
                      <a:pt x="3004" y="552"/>
                      <a:pt x="3004" y="552"/>
                    </a:cubicBezTo>
                    <a:cubicBezTo>
                      <a:pt x="3004" y="552"/>
                      <a:pt x="3006" y="554"/>
                      <a:pt x="3007" y="555"/>
                    </a:cubicBezTo>
                    <a:cubicBezTo>
                      <a:pt x="3010" y="558"/>
                      <a:pt x="3012" y="559"/>
                      <a:pt x="3013" y="561"/>
                    </a:cubicBezTo>
                    <a:cubicBezTo>
                      <a:pt x="3014" y="562"/>
                      <a:pt x="3014" y="562"/>
                      <a:pt x="3015" y="562"/>
                    </a:cubicBezTo>
                    <a:cubicBezTo>
                      <a:pt x="3016" y="562"/>
                      <a:pt x="3018" y="563"/>
                      <a:pt x="3033" y="576"/>
                    </a:cubicBezTo>
                    <a:cubicBezTo>
                      <a:pt x="3041" y="583"/>
                      <a:pt x="3043" y="587"/>
                      <a:pt x="3044" y="592"/>
                    </a:cubicBezTo>
                    <a:cubicBezTo>
                      <a:pt x="3044" y="594"/>
                      <a:pt x="3044" y="596"/>
                      <a:pt x="3048" y="600"/>
                    </a:cubicBezTo>
                    <a:cubicBezTo>
                      <a:pt x="3048" y="600"/>
                      <a:pt x="3048" y="601"/>
                      <a:pt x="3049" y="601"/>
                    </a:cubicBezTo>
                    <a:cubicBezTo>
                      <a:pt x="3051" y="603"/>
                      <a:pt x="3055" y="608"/>
                      <a:pt x="3056" y="615"/>
                    </a:cubicBezTo>
                    <a:cubicBezTo>
                      <a:pt x="3056" y="622"/>
                      <a:pt x="3055" y="625"/>
                      <a:pt x="3051" y="627"/>
                    </a:cubicBezTo>
                    <a:cubicBezTo>
                      <a:pt x="3050" y="627"/>
                      <a:pt x="3050" y="627"/>
                      <a:pt x="3050" y="627"/>
                    </a:cubicBezTo>
                    <a:cubicBezTo>
                      <a:pt x="3049" y="628"/>
                      <a:pt x="3049" y="628"/>
                      <a:pt x="3049" y="628"/>
                    </a:cubicBezTo>
                    <a:cubicBezTo>
                      <a:pt x="3048" y="628"/>
                      <a:pt x="3048" y="628"/>
                      <a:pt x="3048" y="628"/>
                    </a:cubicBezTo>
                    <a:cubicBezTo>
                      <a:pt x="3048" y="628"/>
                      <a:pt x="3048" y="628"/>
                      <a:pt x="3048" y="629"/>
                    </a:cubicBezTo>
                    <a:cubicBezTo>
                      <a:pt x="3046" y="632"/>
                      <a:pt x="3044" y="634"/>
                      <a:pt x="3041" y="636"/>
                    </a:cubicBezTo>
                    <a:cubicBezTo>
                      <a:pt x="3041" y="636"/>
                      <a:pt x="3040" y="636"/>
                      <a:pt x="3040" y="637"/>
                    </a:cubicBezTo>
                    <a:cubicBezTo>
                      <a:pt x="3037" y="639"/>
                      <a:pt x="3034" y="641"/>
                      <a:pt x="3028" y="640"/>
                    </a:cubicBezTo>
                    <a:cubicBezTo>
                      <a:pt x="3022" y="639"/>
                      <a:pt x="3021" y="640"/>
                      <a:pt x="3020" y="641"/>
                    </a:cubicBezTo>
                    <a:cubicBezTo>
                      <a:pt x="3017" y="642"/>
                      <a:pt x="3014" y="642"/>
                      <a:pt x="3009" y="641"/>
                    </a:cubicBezTo>
                    <a:cubicBezTo>
                      <a:pt x="3008" y="641"/>
                      <a:pt x="3008" y="641"/>
                      <a:pt x="3008" y="641"/>
                    </a:cubicBezTo>
                    <a:cubicBezTo>
                      <a:pt x="3005" y="640"/>
                      <a:pt x="3001" y="638"/>
                      <a:pt x="2999" y="634"/>
                    </a:cubicBezTo>
                    <a:cubicBezTo>
                      <a:pt x="2999" y="634"/>
                      <a:pt x="2999" y="634"/>
                      <a:pt x="2999" y="634"/>
                    </a:cubicBezTo>
                    <a:cubicBezTo>
                      <a:pt x="2995" y="635"/>
                      <a:pt x="2993" y="634"/>
                      <a:pt x="2991" y="631"/>
                    </a:cubicBezTo>
                    <a:cubicBezTo>
                      <a:pt x="2991" y="632"/>
                      <a:pt x="2990" y="633"/>
                      <a:pt x="2990" y="633"/>
                    </a:cubicBezTo>
                    <a:cubicBezTo>
                      <a:pt x="2989" y="637"/>
                      <a:pt x="2986" y="639"/>
                      <a:pt x="2982" y="637"/>
                    </a:cubicBezTo>
                    <a:cubicBezTo>
                      <a:pt x="2982" y="637"/>
                      <a:pt x="2982" y="637"/>
                      <a:pt x="2981" y="637"/>
                    </a:cubicBezTo>
                    <a:cubicBezTo>
                      <a:pt x="2980" y="637"/>
                      <a:pt x="2976" y="637"/>
                      <a:pt x="2975" y="638"/>
                    </a:cubicBezTo>
                    <a:cubicBezTo>
                      <a:pt x="2971" y="639"/>
                      <a:pt x="2968" y="638"/>
                      <a:pt x="2964" y="636"/>
                    </a:cubicBezTo>
                    <a:cubicBezTo>
                      <a:pt x="2962" y="635"/>
                      <a:pt x="2962" y="636"/>
                      <a:pt x="2961" y="636"/>
                    </a:cubicBezTo>
                    <a:cubicBezTo>
                      <a:pt x="2959" y="638"/>
                      <a:pt x="2956" y="639"/>
                      <a:pt x="2955" y="639"/>
                    </a:cubicBezTo>
                    <a:cubicBezTo>
                      <a:pt x="2954" y="639"/>
                      <a:pt x="2953" y="639"/>
                      <a:pt x="2953" y="639"/>
                    </a:cubicBezTo>
                    <a:cubicBezTo>
                      <a:pt x="2952" y="640"/>
                      <a:pt x="2952" y="640"/>
                      <a:pt x="2952" y="640"/>
                    </a:cubicBezTo>
                    <a:cubicBezTo>
                      <a:pt x="2950" y="641"/>
                      <a:pt x="2949" y="643"/>
                      <a:pt x="2946" y="644"/>
                    </a:cubicBezTo>
                    <a:cubicBezTo>
                      <a:pt x="2944" y="644"/>
                      <a:pt x="2940" y="647"/>
                      <a:pt x="2936" y="651"/>
                    </a:cubicBezTo>
                    <a:cubicBezTo>
                      <a:pt x="2931" y="658"/>
                      <a:pt x="2926" y="658"/>
                      <a:pt x="2923" y="656"/>
                    </a:cubicBezTo>
                    <a:cubicBezTo>
                      <a:pt x="2922" y="656"/>
                      <a:pt x="2921" y="655"/>
                      <a:pt x="2919" y="654"/>
                    </a:cubicBezTo>
                    <a:cubicBezTo>
                      <a:pt x="2918" y="653"/>
                      <a:pt x="2916" y="652"/>
                      <a:pt x="2913" y="651"/>
                    </a:cubicBezTo>
                    <a:cubicBezTo>
                      <a:pt x="2913" y="651"/>
                      <a:pt x="2913" y="650"/>
                      <a:pt x="2912" y="651"/>
                    </a:cubicBezTo>
                    <a:cubicBezTo>
                      <a:pt x="2912" y="651"/>
                      <a:pt x="2911" y="652"/>
                      <a:pt x="2910" y="655"/>
                    </a:cubicBezTo>
                    <a:cubicBezTo>
                      <a:pt x="2909" y="657"/>
                      <a:pt x="2909" y="658"/>
                      <a:pt x="2909" y="661"/>
                    </a:cubicBezTo>
                    <a:cubicBezTo>
                      <a:pt x="2909" y="662"/>
                      <a:pt x="2909" y="663"/>
                      <a:pt x="2909" y="664"/>
                    </a:cubicBezTo>
                    <a:cubicBezTo>
                      <a:pt x="2908" y="670"/>
                      <a:pt x="2905" y="672"/>
                      <a:pt x="2902" y="672"/>
                    </a:cubicBezTo>
                    <a:cubicBezTo>
                      <a:pt x="2901" y="673"/>
                      <a:pt x="2901" y="673"/>
                      <a:pt x="2900" y="673"/>
                    </a:cubicBezTo>
                    <a:cubicBezTo>
                      <a:pt x="2896" y="675"/>
                      <a:pt x="2891" y="674"/>
                      <a:pt x="2885" y="674"/>
                    </a:cubicBezTo>
                    <a:cubicBezTo>
                      <a:pt x="2884" y="674"/>
                      <a:pt x="2883" y="674"/>
                      <a:pt x="2883" y="674"/>
                    </a:cubicBezTo>
                    <a:cubicBezTo>
                      <a:pt x="2881" y="674"/>
                      <a:pt x="2880" y="673"/>
                      <a:pt x="2879" y="673"/>
                    </a:cubicBezTo>
                    <a:cubicBezTo>
                      <a:pt x="2878" y="673"/>
                      <a:pt x="2877" y="672"/>
                      <a:pt x="2876" y="673"/>
                    </a:cubicBezTo>
                    <a:cubicBezTo>
                      <a:pt x="2876" y="673"/>
                      <a:pt x="2875" y="673"/>
                      <a:pt x="2875" y="673"/>
                    </a:cubicBezTo>
                    <a:cubicBezTo>
                      <a:pt x="2873" y="674"/>
                      <a:pt x="2870" y="676"/>
                      <a:pt x="2866" y="677"/>
                    </a:cubicBezTo>
                    <a:cubicBezTo>
                      <a:pt x="2860" y="679"/>
                      <a:pt x="2859" y="681"/>
                      <a:pt x="2857" y="684"/>
                    </a:cubicBezTo>
                    <a:cubicBezTo>
                      <a:pt x="2855" y="688"/>
                      <a:pt x="2848" y="702"/>
                      <a:pt x="2844" y="707"/>
                    </a:cubicBezTo>
                    <a:cubicBezTo>
                      <a:pt x="2841" y="711"/>
                      <a:pt x="2842" y="712"/>
                      <a:pt x="2842" y="715"/>
                    </a:cubicBezTo>
                    <a:cubicBezTo>
                      <a:pt x="2843" y="718"/>
                      <a:pt x="2844" y="722"/>
                      <a:pt x="2843" y="727"/>
                    </a:cubicBezTo>
                    <a:cubicBezTo>
                      <a:pt x="2842" y="731"/>
                      <a:pt x="2839" y="737"/>
                      <a:pt x="2828" y="739"/>
                    </a:cubicBezTo>
                    <a:cubicBezTo>
                      <a:pt x="2826" y="739"/>
                      <a:pt x="2825" y="739"/>
                      <a:pt x="2825" y="739"/>
                    </a:cubicBezTo>
                    <a:cubicBezTo>
                      <a:pt x="2825" y="740"/>
                      <a:pt x="2825" y="740"/>
                      <a:pt x="2824" y="740"/>
                    </a:cubicBezTo>
                    <a:cubicBezTo>
                      <a:pt x="2824" y="742"/>
                      <a:pt x="2823" y="743"/>
                      <a:pt x="2820" y="746"/>
                    </a:cubicBezTo>
                    <a:cubicBezTo>
                      <a:pt x="2814" y="753"/>
                      <a:pt x="2805" y="759"/>
                      <a:pt x="2802" y="761"/>
                    </a:cubicBezTo>
                    <a:cubicBezTo>
                      <a:pt x="2800" y="762"/>
                      <a:pt x="2798" y="763"/>
                      <a:pt x="2795" y="763"/>
                    </a:cubicBezTo>
                    <a:cubicBezTo>
                      <a:pt x="2794" y="764"/>
                      <a:pt x="2793" y="765"/>
                      <a:pt x="2791" y="765"/>
                    </a:cubicBezTo>
                    <a:cubicBezTo>
                      <a:pt x="2787" y="767"/>
                      <a:pt x="2780" y="767"/>
                      <a:pt x="2775" y="767"/>
                    </a:cubicBezTo>
                    <a:cubicBezTo>
                      <a:pt x="2768" y="767"/>
                      <a:pt x="2766" y="768"/>
                      <a:pt x="2766" y="768"/>
                    </a:cubicBezTo>
                    <a:cubicBezTo>
                      <a:pt x="2763" y="770"/>
                      <a:pt x="2760" y="769"/>
                      <a:pt x="2756" y="768"/>
                    </a:cubicBezTo>
                    <a:cubicBezTo>
                      <a:pt x="2754" y="768"/>
                      <a:pt x="2752" y="767"/>
                      <a:pt x="2751" y="767"/>
                    </a:cubicBezTo>
                    <a:cubicBezTo>
                      <a:pt x="2748" y="766"/>
                      <a:pt x="2745" y="765"/>
                      <a:pt x="2743" y="765"/>
                    </a:cubicBezTo>
                    <a:cubicBezTo>
                      <a:pt x="2740" y="766"/>
                      <a:pt x="2738" y="769"/>
                      <a:pt x="2737" y="773"/>
                    </a:cubicBezTo>
                    <a:cubicBezTo>
                      <a:pt x="2737" y="779"/>
                      <a:pt x="2734" y="785"/>
                      <a:pt x="2731" y="788"/>
                    </a:cubicBezTo>
                    <a:cubicBezTo>
                      <a:pt x="2729" y="789"/>
                      <a:pt x="2718" y="801"/>
                      <a:pt x="2715" y="805"/>
                    </a:cubicBezTo>
                    <a:cubicBezTo>
                      <a:pt x="2712" y="810"/>
                      <a:pt x="2706" y="811"/>
                      <a:pt x="2702" y="812"/>
                    </a:cubicBezTo>
                    <a:cubicBezTo>
                      <a:pt x="2701" y="812"/>
                      <a:pt x="2700" y="813"/>
                      <a:pt x="2700" y="813"/>
                    </a:cubicBezTo>
                    <a:cubicBezTo>
                      <a:pt x="2698" y="813"/>
                      <a:pt x="2692" y="818"/>
                      <a:pt x="2690" y="822"/>
                    </a:cubicBezTo>
                    <a:cubicBezTo>
                      <a:pt x="2686" y="829"/>
                      <a:pt x="2678" y="830"/>
                      <a:pt x="2673" y="828"/>
                    </a:cubicBezTo>
                    <a:cubicBezTo>
                      <a:pt x="2672" y="828"/>
                      <a:pt x="2671" y="827"/>
                      <a:pt x="2670" y="827"/>
                    </a:cubicBezTo>
                    <a:cubicBezTo>
                      <a:pt x="2669" y="826"/>
                      <a:pt x="2668" y="825"/>
                      <a:pt x="2664" y="825"/>
                    </a:cubicBezTo>
                    <a:cubicBezTo>
                      <a:pt x="2660" y="825"/>
                      <a:pt x="2657" y="825"/>
                      <a:pt x="2654" y="825"/>
                    </a:cubicBezTo>
                    <a:cubicBezTo>
                      <a:pt x="2651" y="825"/>
                      <a:pt x="2648" y="826"/>
                      <a:pt x="2643" y="825"/>
                    </a:cubicBezTo>
                    <a:cubicBezTo>
                      <a:pt x="2635" y="825"/>
                      <a:pt x="2627" y="823"/>
                      <a:pt x="2621" y="821"/>
                    </a:cubicBezTo>
                    <a:cubicBezTo>
                      <a:pt x="2618" y="820"/>
                      <a:pt x="2613" y="816"/>
                      <a:pt x="2606" y="810"/>
                    </a:cubicBezTo>
                    <a:cubicBezTo>
                      <a:pt x="2603" y="808"/>
                      <a:pt x="2600" y="806"/>
                      <a:pt x="2598" y="805"/>
                    </a:cubicBezTo>
                    <a:cubicBezTo>
                      <a:pt x="2597" y="804"/>
                      <a:pt x="2596" y="804"/>
                      <a:pt x="2592" y="804"/>
                    </a:cubicBezTo>
                    <a:cubicBezTo>
                      <a:pt x="2590" y="804"/>
                      <a:pt x="2588" y="805"/>
                      <a:pt x="2586" y="805"/>
                    </a:cubicBezTo>
                    <a:cubicBezTo>
                      <a:pt x="2583" y="805"/>
                      <a:pt x="2580" y="804"/>
                      <a:pt x="2578" y="804"/>
                    </a:cubicBezTo>
                    <a:cubicBezTo>
                      <a:pt x="2576" y="804"/>
                      <a:pt x="2574" y="804"/>
                      <a:pt x="2573" y="804"/>
                    </a:cubicBezTo>
                    <a:cubicBezTo>
                      <a:pt x="2572" y="805"/>
                      <a:pt x="2565" y="810"/>
                      <a:pt x="2561" y="814"/>
                    </a:cubicBezTo>
                    <a:cubicBezTo>
                      <a:pt x="2559" y="816"/>
                      <a:pt x="2558" y="819"/>
                      <a:pt x="2557" y="825"/>
                    </a:cubicBezTo>
                    <a:cubicBezTo>
                      <a:pt x="2556" y="826"/>
                      <a:pt x="2556" y="828"/>
                      <a:pt x="2555" y="830"/>
                    </a:cubicBezTo>
                    <a:cubicBezTo>
                      <a:pt x="2553" y="837"/>
                      <a:pt x="2553" y="843"/>
                      <a:pt x="2552" y="846"/>
                    </a:cubicBezTo>
                    <a:cubicBezTo>
                      <a:pt x="2552" y="847"/>
                      <a:pt x="2552" y="847"/>
                      <a:pt x="2552" y="847"/>
                    </a:cubicBezTo>
                    <a:cubicBezTo>
                      <a:pt x="2552" y="851"/>
                      <a:pt x="2549" y="859"/>
                      <a:pt x="2545" y="864"/>
                    </a:cubicBezTo>
                    <a:cubicBezTo>
                      <a:pt x="2545" y="864"/>
                      <a:pt x="2545" y="865"/>
                      <a:pt x="2547" y="867"/>
                    </a:cubicBezTo>
                    <a:cubicBezTo>
                      <a:pt x="2548" y="868"/>
                      <a:pt x="2548" y="869"/>
                      <a:pt x="2549" y="870"/>
                    </a:cubicBezTo>
                    <a:cubicBezTo>
                      <a:pt x="2552" y="874"/>
                      <a:pt x="2552" y="876"/>
                      <a:pt x="2552" y="880"/>
                    </a:cubicBezTo>
                    <a:cubicBezTo>
                      <a:pt x="2552" y="880"/>
                      <a:pt x="2552" y="880"/>
                      <a:pt x="2552" y="880"/>
                    </a:cubicBezTo>
                    <a:cubicBezTo>
                      <a:pt x="2552" y="880"/>
                      <a:pt x="2552" y="880"/>
                      <a:pt x="2552" y="881"/>
                    </a:cubicBezTo>
                    <a:cubicBezTo>
                      <a:pt x="2553" y="881"/>
                      <a:pt x="2555" y="883"/>
                      <a:pt x="2555" y="886"/>
                    </a:cubicBezTo>
                    <a:cubicBezTo>
                      <a:pt x="2555" y="887"/>
                      <a:pt x="2557" y="889"/>
                      <a:pt x="2560" y="891"/>
                    </a:cubicBezTo>
                    <a:cubicBezTo>
                      <a:pt x="2566" y="895"/>
                      <a:pt x="2570" y="900"/>
                      <a:pt x="2572" y="902"/>
                    </a:cubicBezTo>
                    <a:cubicBezTo>
                      <a:pt x="2576" y="906"/>
                      <a:pt x="2578" y="910"/>
                      <a:pt x="2578" y="917"/>
                    </a:cubicBezTo>
                    <a:cubicBezTo>
                      <a:pt x="2578" y="924"/>
                      <a:pt x="2576" y="926"/>
                      <a:pt x="2574" y="927"/>
                    </a:cubicBezTo>
                    <a:cubicBezTo>
                      <a:pt x="2573" y="928"/>
                      <a:pt x="2573" y="928"/>
                      <a:pt x="2573" y="928"/>
                    </a:cubicBezTo>
                    <a:cubicBezTo>
                      <a:pt x="2573" y="928"/>
                      <a:pt x="2572" y="929"/>
                      <a:pt x="2571" y="929"/>
                    </a:cubicBezTo>
                    <a:cubicBezTo>
                      <a:pt x="2570" y="930"/>
                      <a:pt x="2570" y="930"/>
                      <a:pt x="2568" y="932"/>
                    </a:cubicBezTo>
                    <a:cubicBezTo>
                      <a:pt x="2567" y="933"/>
                      <a:pt x="2567" y="934"/>
                      <a:pt x="2566" y="934"/>
                    </a:cubicBezTo>
                    <a:cubicBezTo>
                      <a:pt x="2565" y="936"/>
                      <a:pt x="2564" y="936"/>
                      <a:pt x="2562" y="941"/>
                    </a:cubicBezTo>
                    <a:cubicBezTo>
                      <a:pt x="2558" y="949"/>
                      <a:pt x="2551" y="947"/>
                      <a:pt x="2547" y="947"/>
                    </a:cubicBezTo>
                    <a:cubicBezTo>
                      <a:pt x="2546" y="947"/>
                      <a:pt x="2545" y="946"/>
                      <a:pt x="2545" y="946"/>
                    </a:cubicBezTo>
                    <a:cubicBezTo>
                      <a:pt x="2544" y="947"/>
                      <a:pt x="2544" y="947"/>
                      <a:pt x="2543" y="947"/>
                    </a:cubicBezTo>
                    <a:cubicBezTo>
                      <a:pt x="2542" y="948"/>
                      <a:pt x="2541" y="949"/>
                      <a:pt x="2539" y="950"/>
                    </a:cubicBezTo>
                    <a:cubicBezTo>
                      <a:pt x="2535" y="953"/>
                      <a:pt x="2531" y="956"/>
                      <a:pt x="2523" y="958"/>
                    </a:cubicBezTo>
                    <a:cubicBezTo>
                      <a:pt x="2518" y="958"/>
                      <a:pt x="2515" y="963"/>
                      <a:pt x="2513" y="966"/>
                    </a:cubicBezTo>
                    <a:cubicBezTo>
                      <a:pt x="2512" y="968"/>
                      <a:pt x="2511" y="969"/>
                      <a:pt x="2509" y="971"/>
                    </a:cubicBezTo>
                    <a:cubicBezTo>
                      <a:pt x="2507" y="974"/>
                      <a:pt x="2503" y="977"/>
                      <a:pt x="2501" y="984"/>
                    </a:cubicBezTo>
                    <a:cubicBezTo>
                      <a:pt x="2496" y="995"/>
                      <a:pt x="2485" y="1006"/>
                      <a:pt x="2482" y="1009"/>
                    </a:cubicBezTo>
                    <a:cubicBezTo>
                      <a:pt x="2481" y="1010"/>
                      <a:pt x="2480" y="1011"/>
                      <a:pt x="2480" y="1012"/>
                    </a:cubicBezTo>
                    <a:cubicBezTo>
                      <a:pt x="2478" y="1013"/>
                      <a:pt x="2477" y="1015"/>
                      <a:pt x="2474" y="1016"/>
                    </a:cubicBezTo>
                    <a:cubicBezTo>
                      <a:pt x="2473" y="1016"/>
                      <a:pt x="2473" y="1016"/>
                      <a:pt x="2472" y="1017"/>
                    </a:cubicBezTo>
                    <a:cubicBezTo>
                      <a:pt x="2471" y="1017"/>
                      <a:pt x="2471" y="1017"/>
                      <a:pt x="2468" y="1019"/>
                    </a:cubicBezTo>
                    <a:cubicBezTo>
                      <a:pt x="2464" y="1024"/>
                      <a:pt x="2455" y="1026"/>
                      <a:pt x="2444" y="1026"/>
                    </a:cubicBezTo>
                    <a:cubicBezTo>
                      <a:pt x="2438" y="1026"/>
                      <a:pt x="2438" y="1026"/>
                      <a:pt x="2436" y="1030"/>
                    </a:cubicBezTo>
                    <a:cubicBezTo>
                      <a:pt x="2435" y="1031"/>
                      <a:pt x="2434" y="1033"/>
                      <a:pt x="2432" y="1035"/>
                    </a:cubicBezTo>
                    <a:cubicBezTo>
                      <a:pt x="2425" y="1043"/>
                      <a:pt x="2419" y="1044"/>
                      <a:pt x="2415" y="1045"/>
                    </a:cubicBezTo>
                    <a:cubicBezTo>
                      <a:pt x="2414" y="1045"/>
                      <a:pt x="2413" y="1045"/>
                      <a:pt x="2413" y="1045"/>
                    </a:cubicBezTo>
                    <a:cubicBezTo>
                      <a:pt x="2410" y="1046"/>
                      <a:pt x="2405" y="1046"/>
                      <a:pt x="2399" y="1046"/>
                    </a:cubicBezTo>
                    <a:cubicBezTo>
                      <a:pt x="2398" y="1046"/>
                      <a:pt x="2397" y="1046"/>
                      <a:pt x="2396" y="1046"/>
                    </a:cubicBezTo>
                    <a:cubicBezTo>
                      <a:pt x="2394" y="1046"/>
                      <a:pt x="2392" y="1046"/>
                      <a:pt x="2391" y="1045"/>
                    </a:cubicBezTo>
                    <a:cubicBezTo>
                      <a:pt x="2390" y="1045"/>
                      <a:pt x="2387" y="1045"/>
                      <a:pt x="2387" y="1045"/>
                    </a:cubicBezTo>
                    <a:cubicBezTo>
                      <a:pt x="2383" y="1048"/>
                      <a:pt x="2375" y="1050"/>
                      <a:pt x="2372" y="1048"/>
                    </a:cubicBezTo>
                    <a:cubicBezTo>
                      <a:pt x="2370" y="1047"/>
                      <a:pt x="2362" y="1045"/>
                      <a:pt x="2359" y="1045"/>
                    </a:cubicBezTo>
                    <a:cubicBezTo>
                      <a:pt x="2358" y="1045"/>
                      <a:pt x="2353" y="1044"/>
                      <a:pt x="2348" y="1044"/>
                    </a:cubicBezTo>
                    <a:cubicBezTo>
                      <a:pt x="2343" y="1044"/>
                      <a:pt x="2338" y="1044"/>
                      <a:pt x="2337" y="1044"/>
                    </a:cubicBezTo>
                    <a:cubicBezTo>
                      <a:pt x="2333" y="1043"/>
                      <a:pt x="2328" y="1044"/>
                      <a:pt x="2326" y="1046"/>
                    </a:cubicBezTo>
                    <a:cubicBezTo>
                      <a:pt x="2322" y="1050"/>
                      <a:pt x="2317" y="1050"/>
                      <a:pt x="2312" y="1050"/>
                    </a:cubicBezTo>
                    <a:cubicBezTo>
                      <a:pt x="2311" y="1050"/>
                      <a:pt x="2309" y="1050"/>
                      <a:pt x="2308" y="1050"/>
                    </a:cubicBezTo>
                    <a:cubicBezTo>
                      <a:pt x="2303" y="1052"/>
                      <a:pt x="2291" y="1050"/>
                      <a:pt x="2287" y="1046"/>
                    </a:cubicBezTo>
                    <a:cubicBezTo>
                      <a:pt x="2287" y="1046"/>
                      <a:pt x="2284" y="1045"/>
                      <a:pt x="2280" y="1045"/>
                    </a:cubicBezTo>
                    <a:cubicBezTo>
                      <a:pt x="2279" y="1045"/>
                      <a:pt x="2276" y="1047"/>
                      <a:pt x="2273" y="1051"/>
                    </a:cubicBezTo>
                    <a:cubicBezTo>
                      <a:pt x="2270" y="1056"/>
                      <a:pt x="2264" y="1056"/>
                      <a:pt x="2259" y="1056"/>
                    </a:cubicBezTo>
                    <a:cubicBezTo>
                      <a:pt x="2258" y="1056"/>
                      <a:pt x="2256" y="1056"/>
                      <a:pt x="2255" y="1056"/>
                    </a:cubicBezTo>
                    <a:cubicBezTo>
                      <a:pt x="2251" y="1057"/>
                      <a:pt x="2235" y="1062"/>
                      <a:pt x="2226" y="1064"/>
                    </a:cubicBezTo>
                    <a:cubicBezTo>
                      <a:pt x="2226" y="1065"/>
                      <a:pt x="2183" y="1083"/>
                      <a:pt x="2174" y="1087"/>
                    </a:cubicBezTo>
                    <a:cubicBezTo>
                      <a:pt x="2165" y="1091"/>
                      <a:pt x="2141" y="1104"/>
                      <a:pt x="2135" y="1107"/>
                    </a:cubicBezTo>
                    <a:cubicBezTo>
                      <a:pt x="2128" y="1111"/>
                      <a:pt x="2123" y="1113"/>
                      <a:pt x="2119" y="1112"/>
                    </a:cubicBezTo>
                    <a:cubicBezTo>
                      <a:pt x="2117" y="1112"/>
                      <a:pt x="2105" y="1112"/>
                      <a:pt x="2093" y="1113"/>
                    </a:cubicBezTo>
                    <a:cubicBezTo>
                      <a:pt x="2089" y="1113"/>
                      <a:pt x="2089" y="1113"/>
                      <a:pt x="2089" y="1113"/>
                    </a:cubicBezTo>
                    <a:cubicBezTo>
                      <a:pt x="2089" y="1096"/>
                      <a:pt x="2089" y="1096"/>
                      <a:pt x="2089" y="1096"/>
                    </a:cubicBezTo>
                    <a:cubicBezTo>
                      <a:pt x="2083" y="1096"/>
                      <a:pt x="2070" y="1097"/>
                      <a:pt x="2066" y="1097"/>
                    </a:cubicBezTo>
                    <a:cubicBezTo>
                      <a:pt x="2065" y="1097"/>
                      <a:pt x="2065" y="1097"/>
                      <a:pt x="2065" y="1097"/>
                    </a:cubicBezTo>
                    <a:cubicBezTo>
                      <a:pt x="2058" y="1098"/>
                      <a:pt x="2047" y="1098"/>
                      <a:pt x="2037" y="1096"/>
                    </a:cubicBezTo>
                    <a:cubicBezTo>
                      <a:pt x="2029" y="1095"/>
                      <a:pt x="2015" y="1086"/>
                      <a:pt x="1996" y="1074"/>
                    </a:cubicBezTo>
                    <a:cubicBezTo>
                      <a:pt x="1989" y="1069"/>
                      <a:pt x="1984" y="1065"/>
                      <a:pt x="1981" y="1064"/>
                    </a:cubicBezTo>
                    <a:cubicBezTo>
                      <a:pt x="1972" y="1059"/>
                      <a:pt x="1962" y="1058"/>
                      <a:pt x="1948" y="1057"/>
                    </a:cubicBezTo>
                    <a:cubicBezTo>
                      <a:pt x="1931" y="1055"/>
                      <a:pt x="1926" y="1039"/>
                      <a:pt x="1924" y="1030"/>
                    </a:cubicBezTo>
                    <a:cubicBezTo>
                      <a:pt x="1922" y="1023"/>
                      <a:pt x="1916" y="1023"/>
                      <a:pt x="1915" y="1023"/>
                    </a:cubicBezTo>
                    <a:cubicBezTo>
                      <a:pt x="1914" y="1023"/>
                      <a:pt x="1914" y="1023"/>
                      <a:pt x="1914" y="1023"/>
                    </a:cubicBezTo>
                    <a:cubicBezTo>
                      <a:pt x="1914" y="1023"/>
                      <a:pt x="1914" y="1023"/>
                      <a:pt x="1914" y="1023"/>
                    </a:cubicBezTo>
                    <a:cubicBezTo>
                      <a:pt x="1912" y="1022"/>
                      <a:pt x="1879" y="1012"/>
                      <a:pt x="1873" y="1010"/>
                    </a:cubicBezTo>
                    <a:cubicBezTo>
                      <a:pt x="1871" y="1009"/>
                      <a:pt x="1871" y="1009"/>
                      <a:pt x="1871" y="1009"/>
                    </a:cubicBezTo>
                    <a:cubicBezTo>
                      <a:pt x="1867" y="1007"/>
                      <a:pt x="1858" y="1003"/>
                      <a:pt x="1855" y="1003"/>
                    </a:cubicBezTo>
                    <a:cubicBezTo>
                      <a:pt x="1852" y="1003"/>
                      <a:pt x="1846" y="1002"/>
                      <a:pt x="1839" y="1001"/>
                    </a:cubicBezTo>
                    <a:cubicBezTo>
                      <a:pt x="1837" y="1000"/>
                      <a:pt x="1835" y="1000"/>
                      <a:pt x="1834" y="1000"/>
                    </a:cubicBezTo>
                    <a:cubicBezTo>
                      <a:pt x="1829" y="999"/>
                      <a:pt x="1824" y="1000"/>
                      <a:pt x="1823" y="1002"/>
                    </a:cubicBezTo>
                    <a:cubicBezTo>
                      <a:pt x="1819" y="1004"/>
                      <a:pt x="1817" y="1004"/>
                      <a:pt x="1815" y="1003"/>
                    </a:cubicBezTo>
                    <a:cubicBezTo>
                      <a:pt x="1815" y="1003"/>
                      <a:pt x="1814" y="1003"/>
                      <a:pt x="1814" y="1003"/>
                    </a:cubicBezTo>
                    <a:cubicBezTo>
                      <a:pt x="1813" y="1003"/>
                      <a:pt x="1811" y="1003"/>
                      <a:pt x="1809" y="1002"/>
                    </a:cubicBezTo>
                    <a:cubicBezTo>
                      <a:pt x="1806" y="1002"/>
                      <a:pt x="1803" y="1001"/>
                      <a:pt x="1801" y="1001"/>
                    </a:cubicBezTo>
                    <a:cubicBezTo>
                      <a:pt x="1796" y="1002"/>
                      <a:pt x="1763" y="1002"/>
                      <a:pt x="1758" y="1002"/>
                    </a:cubicBezTo>
                    <a:cubicBezTo>
                      <a:pt x="1753" y="1002"/>
                      <a:pt x="1745" y="1000"/>
                      <a:pt x="1739" y="998"/>
                    </a:cubicBezTo>
                    <a:cubicBezTo>
                      <a:pt x="1737" y="998"/>
                      <a:pt x="1732" y="997"/>
                      <a:pt x="1727" y="996"/>
                    </a:cubicBezTo>
                    <a:cubicBezTo>
                      <a:pt x="1719" y="995"/>
                      <a:pt x="1711" y="993"/>
                      <a:pt x="1707" y="992"/>
                    </a:cubicBezTo>
                    <a:cubicBezTo>
                      <a:pt x="1698" y="990"/>
                      <a:pt x="1638" y="971"/>
                      <a:pt x="1631" y="968"/>
                    </a:cubicBezTo>
                    <a:cubicBezTo>
                      <a:pt x="1627" y="967"/>
                      <a:pt x="1626" y="967"/>
                      <a:pt x="1624" y="967"/>
                    </a:cubicBezTo>
                    <a:cubicBezTo>
                      <a:pt x="1622" y="967"/>
                      <a:pt x="1621" y="968"/>
                      <a:pt x="1618" y="968"/>
                    </a:cubicBezTo>
                    <a:cubicBezTo>
                      <a:pt x="1614" y="968"/>
                      <a:pt x="1608" y="967"/>
                      <a:pt x="1601" y="966"/>
                    </a:cubicBezTo>
                    <a:cubicBezTo>
                      <a:pt x="1594" y="966"/>
                      <a:pt x="1585" y="965"/>
                      <a:pt x="1582" y="965"/>
                    </a:cubicBezTo>
                    <a:cubicBezTo>
                      <a:pt x="1576" y="966"/>
                      <a:pt x="1569" y="962"/>
                      <a:pt x="1565" y="957"/>
                    </a:cubicBezTo>
                    <a:cubicBezTo>
                      <a:pt x="1564" y="955"/>
                      <a:pt x="1563" y="953"/>
                      <a:pt x="1563" y="951"/>
                    </a:cubicBezTo>
                    <a:cubicBezTo>
                      <a:pt x="1563" y="947"/>
                      <a:pt x="1561" y="943"/>
                      <a:pt x="1560" y="939"/>
                    </a:cubicBezTo>
                    <a:cubicBezTo>
                      <a:pt x="1560" y="939"/>
                      <a:pt x="1560" y="939"/>
                      <a:pt x="1560" y="939"/>
                    </a:cubicBezTo>
                    <a:cubicBezTo>
                      <a:pt x="1559" y="936"/>
                      <a:pt x="1546" y="917"/>
                      <a:pt x="1543" y="915"/>
                    </a:cubicBezTo>
                    <a:cubicBezTo>
                      <a:pt x="1540" y="912"/>
                      <a:pt x="1540" y="906"/>
                      <a:pt x="1540" y="898"/>
                    </a:cubicBezTo>
                    <a:cubicBezTo>
                      <a:pt x="1540" y="896"/>
                      <a:pt x="1540" y="896"/>
                      <a:pt x="1540" y="896"/>
                    </a:cubicBezTo>
                    <a:cubicBezTo>
                      <a:pt x="1540" y="892"/>
                      <a:pt x="1537" y="882"/>
                      <a:pt x="1536" y="879"/>
                    </a:cubicBezTo>
                    <a:cubicBezTo>
                      <a:pt x="1534" y="876"/>
                      <a:pt x="1533" y="869"/>
                      <a:pt x="1532" y="859"/>
                    </a:cubicBezTo>
                    <a:cubicBezTo>
                      <a:pt x="1531" y="854"/>
                      <a:pt x="1531" y="850"/>
                      <a:pt x="1530" y="848"/>
                    </a:cubicBezTo>
                    <a:cubicBezTo>
                      <a:pt x="1529" y="844"/>
                      <a:pt x="1529" y="843"/>
                      <a:pt x="1529" y="842"/>
                    </a:cubicBezTo>
                    <a:cubicBezTo>
                      <a:pt x="1529" y="842"/>
                      <a:pt x="1528" y="842"/>
                      <a:pt x="1528" y="842"/>
                    </a:cubicBezTo>
                    <a:cubicBezTo>
                      <a:pt x="1528" y="842"/>
                      <a:pt x="1527" y="842"/>
                      <a:pt x="1526" y="842"/>
                    </a:cubicBezTo>
                    <a:cubicBezTo>
                      <a:pt x="1523" y="841"/>
                      <a:pt x="1520" y="841"/>
                      <a:pt x="1518" y="839"/>
                    </a:cubicBezTo>
                    <a:cubicBezTo>
                      <a:pt x="1514" y="836"/>
                      <a:pt x="1515" y="832"/>
                      <a:pt x="1517" y="828"/>
                    </a:cubicBezTo>
                    <a:cubicBezTo>
                      <a:pt x="1517" y="827"/>
                      <a:pt x="1517" y="826"/>
                      <a:pt x="1518" y="825"/>
                    </a:cubicBezTo>
                    <a:cubicBezTo>
                      <a:pt x="1518" y="824"/>
                      <a:pt x="1518" y="824"/>
                      <a:pt x="1518" y="824"/>
                    </a:cubicBezTo>
                    <a:cubicBezTo>
                      <a:pt x="1519" y="820"/>
                      <a:pt x="1520" y="817"/>
                      <a:pt x="1521" y="815"/>
                    </a:cubicBezTo>
                    <a:cubicBezTo>
                      <a:pt x="1517" y="815"/>
                      <a:pt x="1508" y="814"/>
                      <a:pt x="1505" y="814"/>
                    </a:cubicBezTo>
                    <a:cubicBezTo>
                      <a:pt x="1504" y="814"/>
                      <a:pt x="1504" y="814"/>
                      <a:pt x="1504" y="814"/>
                    </a:cubicBezTo>
                    <a:cubicBezTo>
                      <a:pt x="1499" y="814"/>
                      <a:pt x="1498" y="814"/>
                      <a:pt x="1494" y="811"/>
                    </a:cubicBezTo>
                    <a:cubicBezTo>
                      <a:pt x="1489" y="808"/>
                      <a:pt x="1478" y="798"/>
                      <a:pt x="1475" y="793"/>
                    </a:cubicBezTo>
                    <a:cubicBezTo>
                      <a:pt x="1474" y="792"/>
                      <a:pt x="1471" y="790"/>
                      <a:pt x="1469" y="788"/>
                    </a:cubicBezTo>
                    <a:cubicBezTo>
                      <a:pt x="1465" y="786"/>
                      <a:pt x="1462" y="784"/>
                      <a:pt x="1461" y="781"/>
                    </a:cubicBezTo>
                    <a:cubicBezTo>
                      <a:pt x="1460" y="779"/>
                      <a:pt x="1453" y="768"/>
                      <a:pt x="1451" y="766"/>
                    </a:cubicBezTo>
                    <a:cubicBezTo>
                      <a:pt x="1450" y="764"/>
                      <a:pt x="1444" y="760"/>
                      <a:pt x="1441" y="758"/>
                    </a:cubicBezTo>
                    <a:cubicBezTo>
                      <a:pt x="1435" y="754"/>
                      <a:pt x="1432" y="751"/>
                      <a:pt x="1430" y="750"/>
                    </a:cubicBezTo>
                    <a:cubicBezTo>
                      <a:pt x="1429" y="749"/>
                      <a:pt x="1426" y="746"/>
                      <a:pt x="1423" y="743"/>
                    </a:cubicBezTo>
                    <a:cubicBezTo>
                      <a:pt x="1417" y="737"/>
                      <a:pt x="1414" y="735"/>
                      <a:pt x="1413" y="734"/>
                    </a:cubicBezTo>
                    <a:cubicBezTo>
                      <a:pt x="1412" y="733"/>
                      <a:pt x="1407" y="731"/>
                      <a:pt x="1405" y="731"/>
                    </a:cubicBezTo>
                    <a:cubicBezTo>
                      <a:pt x="1402" y="731"/>
                      <a:pt x="1398" y="731"/>
                      <a:pt x="1395" y="727"/>
                    </a:cubicBezTo>
                    <a:cubicBezTo>
                      <a:pt x="1395" y="726"/>
                      <a:pt x="1390" y="725"/>
                      <a:pt x="1388" y="725"/>
                    </a:cubicBezTo>
                    <a:cubicBezTo>
                      <a:pt x="1384" y="725"/>
                      <a:pt x="1377" y="722"/>
                      <a:pt x="1375" y="721"/>
                    </a:cubicBezTo>
                    <a:cubicBezTo>
                      <a:pt x="1373" y="720"/>
                      <a:pt x="1368" y="718"/>
                      <a:pt x="1367" y="718"/>
                    </a:cubicBezTo>
                    <a:cubicBezTo>
                      <a:pt x="1362" y="721"/>
                      <a:pt x="1354" y="719"/>
                      <a:pt x="1353" y="719"/>
                    </a:cubicBezTo>
                    <a:cubicBezTo>
                      <a:pt x="1352" y="719"/>
                      <a:pt x="1351" y="719"/>
                      <a:pt x="1350" y="719"/>
                    </a:cubicBezTo>
                    <a:cubicBezTo>
                      <a:pt x="1348" y="718"/>
                      <a:pt x="1346" y="717"/>
                      <a:pt x="1344" y="718"/>
                    </a:cubicBezTo>
                    <a:cubicBezTo>
                      <a:pt x="1338" y="718"/>
                      <a:pt x="1335" y="716"/>
                      <a:pt x="1331" y="713"/>
                    </a:cubicBezTo>
                    <a:cubicBezTo>
                      <a:pt x="1329" y="712"/>
                      <a:pt x="1329" y="712"/>
                      <a:pt x="1329" y="712"/>
                    </a:cubicBezTo>
                    <a:cubicBezTo>
                      <a:pt x="1326" y="710"/>
                      <a:pt x="1314" y="709"/>
                      <a:pt x="1309" y="710"/>
                    </a:cubicBezTo>
                    <a:cubicBezTo>
                      <a:pt x="1303" y="710"/>
                      <a:pt x="1294" y="706"/>
                      <a:pt x="1293" y="701"/>
                    </a:cubicBezTo>
                    <a:cubicBezTo>
                      <a:pt x="1293" y="701"/>
                      <a:pt x="1292" y="699"/>
                      <a:pt x="1288" y="698"/>
                    </a:cubicBezTo>
                    <a:cubicBezTo>
                      <a:pt x="1287" y="698"/>
                      <a:pt x="1285" y="698"/>
                      <a:pt x="1284" y="697"/>
                    </a:cubicBezTo>
                    <a:cubicBezTo>
                      <a:pt x="1281" y="697"/>
                      <a:pt x="1279" y="697"/>
                      <a:pt x="1277" y="696"/>
                    </a:cubicBezTo>
                    <a:cubicBezTo>
                      <a:pt x="1274" y="695"/>
                      <a:pt x="1271" y="692"/>
                      <a:pt x="1269" y="688"/>
                    </a:cubicBezTo>
                    <a:cubicBezTo>
                      <a:pt x="1268" y="687"/>
                      <a:pt x="1268" y="687"/>
                      <a:pt x="1268" y="687"/>
                    </a:cubicBezTo>
                    <a:cubicBezTo>
                      <a:pt x="1267" y="687"/>
                      <a:pt x="1265" y="688"/>
                      <a:pt x="1264" y="689"/>
                    </a:cubicBezTo>
                    <a:cubicBezTo>
                      <a:pt x="1263" y="689"/>
                      <a:pt x="1262" y="689"/>
                      <a:pt x="1261" y="690"/>
                    </a:cubicBezTo>
                    <a:cubicBezTo>
                      <a:pt x="1259" y="690"/>
                      <a:pt x="1257" y="690"/>
                      <a:pt x="1256" y="689"/>
                    </a:cubicBezTo>
                    <a:cubicBezTo>
                      <a:pt x="1253" y="687"/>
                      <a:pt x="1252" y="682"/>
                      <a:pt x="1252" y="674"/>
                    </a:cubicBezTo>
                    <a:cubicBezTo>
                      <a:pt x="1252" y="668"/>
                      <a:pt x="1249" y="663"/>
                      <a:pt x="1248" y="661"/>
                    </a:cubicBezTo>
                    <a:cubicBezTo>
                      <a:pt x="1248" y="661"/>
                      <a:pt x="1248" y="660"/>
                      <a:pt x="1248" y="660"/>
                    </a:cubicBezTo>
                    <a:cubicBezTo>
                      <a:pt x="1247" y="658"/>
                      <a:pt x="1244" y="652"/>
                      <a:pt x="1246" y="648"/>
                    </a:cubicBezTo>
                    <a:cubicBezTo>
                      <a:pt x="1247" y="647"/>
                      <a:pt x="1247" y="647"/>
                      <a:pt x="1248" y="645"/>
                    </a:cubicBezTo>
                    <a:cubicBezTo>
                      <a:pt x="1249" y="643"/>
                      <a:pt x="1250" y="639"/>
                      <a:pt x="1253" y="634"/>
                    </a:cubicBezTo>
                    <a:cubicBezTo>
                      <a:pt x="1257" y="627"/>
                      <a:pt x="1263" y="621"/>
                      <a:pt x="1266" y="618"/>
                    </a:cubicBezTo>
                    <a:cubicBezTo>
                      <a:pt x="1268" y="617"/>
                      <a:pt x="1268" y="617"/>
                      <a:pt x="1268" y="617"/>
                    </a:cubicBezTo>
                    <a:cubicBezTo>
                      <a:pt x="1269" y="616"/>
                      <a:pt x="1270" y="615"/>
                      <a:pt x="1272" y="614"/>
                    </a:cubicBezTo>
                    <a:cubicBezTo>
                      <a:pt x="1273" y="613"/>
                      <a:pt x="1275" y="612"/>
                      <a:pt x="1276" y="611"/>
                    </a:cubicBezTo>
                    <a:cubicBezTo>
                      <a:pt x="1276" y="609"/>
                      <a:pt x="1276" y="600"/>
                      <a:pt x="1275" y="596"/>
                    </a:cubicBezTo>
                    <a:cubicBezTo>
                      <a:pt x="1275" y="595"/>
                      <a:pt x="1275" y="593"/>
                      <a:pt x="1275" y="592"/>
                    </a:cubicBezTo>
                    <a:cubicBezTo>
                      <a:pt x="1275" y="591"/>
                      <a:pt x="1275" y="591"/>
                      <a:pt x="1275" y="591"/>
                    </a:cubicBezTo>
                    <a:cubicBezTo>
                      <a:pt x="1275" y="588"/>
                      <a:pt x="1275" y="586"/>
                      <a:pt x="1276" y="584"/>
                    </a:cubicBezTo>
                    <a:cubicBezTo>
                      <a:pt x="1276" y="583"/>
                      <a:pt x="1277" y="581"/>
                      <a:pt x="1281" y="577"/>
                    </a:cubicBezTo>
                    <a:cubicBezTo>
                      <a:pt x="1282" y="575"/>
                      <a:pt x="1284" y="573"/>
                      <a:pt x="1285" y="572"/>
                    </a:cubicBezTo>
                    <a:cubicBezTo>
                      <a:pt x="1287" y="569"/>
                      <a:pt x="1288" y="567"/>
                      <a:pt x="1288" y="566"/>
                    </a:cubicBezTo>
                    <a:cubicBezTo>
                      <a:pt x="1285" y="562"/>
                      <a:pt x="1288" y="559"/>
                      <a:pt x="1290" y="554"/>
                    </a:cubicBezTo>
                    <a:cubicBezTo>
                      <a:pt x="1291" y="553"/>
                      <a:pt x="1289" y="551"/>
                      <a:pt x="1288" y="550"/>
                    </a:cubicBezTo>
                    <a:cubicBezTo>
                      <a:pt x="1287" y="549"/>
                      <a:pt x="1287" y="549"/>
                      <a:pt x="1287" y="549"/>
                    </a:cubicBezTo>
                    <a:cubicBezTo>
                      <a:pt x="1285" y="546"/>
                      <a:pt x="1284" y="543"/>
                      <a:pt x="1285" y="537"/>
                    </a:cubicBezTo>
                    <a:cubicBezTo>
                      <a:pt x="1286" y="534"/>
                      <a:pt x="1283" y="530"/>
                      <a:pt x="1281" y="527"/>
                    </a:cubicBezTo>
                    <a:cubicBezTo>
                      <a:pt x="1281" y="527"/>
                      <a:pt x="1281" y="527"/>
                      <a:pt x="1281" y="527"/>
                    </a:cubicBezTo>
                    <a:cubicBezTo>
                      <a:pt x="1280" y="526"/>
                      <a:pt x="1279" y="525"/>
                      <a:pt x="1278" y="524"/>
                    </a:cubicBezTo>
                    <a:cubicBezTo>
                      <a:pt x="1276" y="521"/>
                      <a:pt x="1273" y="518"/>
                      <a:pt x="1273" y="513"/>
                    </a:cubicBezTo>
                    <a:cubicBezTo>
                      <a:pt x="1272" y="510"/>
                      <a:pt x="1270" y="507"/>
                      <a:pt x="1269" y="504"/>
                    </a:cubicBezTo>
                    <a:cubicBezTo>
                      <a:pt x="1266" y="500"/>
                      <a:pt x="1267" y="493"/>
                      <a:pt x="1269" y="485"/>
                    </a:cubicBezTo>
                    <a:cubicBezTo>
                      <a:pt x="1270" y="480"/>
                      <a:pt x="1267" y="476"/>
                      <a:pt x="1266" y="475"/>
                    </a:cubicBezTo>
                    <a:cubicBezTo>
                      <a:pt x="1264" y="472"/>
                      <a:pt x="1264" y="467"/>
                      <a:pt x="1265" y="463"/>
                    </a:cubicBezTo>
                    <a:cubicBezTo>
                      <a:pt x="1265" y="462"/>
                      <a:pt x="1263" y="460"/>
                      <a:pt x="1260" y="459"/>
                    </a:cubicBezTo>
                    <a:cubicBezTo>
                      <a:pt x="1257" y="457"/>
                      <a:pt x="1253" y="455"/>
                      <a:pt x="1251" y="454"/>
                    </a:cubicBezTo>
                    <a:cubicBezTo>
                      <a:pt x="1248" y="451"/>
                      <a:pt x="1249" y="447"/>
                      <a:pt x="1250" y="443"/>
                    </a:cubicBezTo>
                    <a:cubicBezTo>
                      <a:pt x="1250" y="442"/>
                      <a:pt x="1250" y="441"/>
                      <a:pt x="1250" y="440"/>
                    </a:cubicBezTo>
                    <a:cubicBezTo>
                      <a:pt x="1250" y="440"/>
                      <a:pt x="1250" y="440"/>
                      <a:pt x="1250" y="440"/>
                    </a:cubicBezTo>
                    <a:cubicBezTo>
                      <a:pt x="1249" y="443"/>
                      <a:pt x="1247" y="444"/>
                      <a:pt x="1244" y="445"/>
                    </a:cubicBezTo>
                    <a:cubicBezTo>
                      <a:pt x="1241" y="447"/>
                      <a:pt x="1238" y="444"/>
                      <a:pt x="1236" y="442"/>
                    </a:cubicBezTo>
                    <a:cubicBezTo>
                      <a:pt x="1235" y="442"/>
                      <a:pt x="1235" y="442"/>
                      <a:pt x="1235" y="441"/>
                    </a:cubicBezTo>
                    <a:cubicBezTo>
                      <a:pt x="1233" y="440"/>
                      <a:pt x="1230" y="437"/>
                      <a:pt x="1229" y="435"/>
                    </a:cubicBezTo>
                    <a:cubicBezTo>
                      <a:pt x="1226" y="433"/>
                      <a:pt x="1225" y="426"/>
                      <a:pt x="1225" y="424"/>
                    </a:cubicBezTo>
                    <a:cubicBezTo>
                      <a:pt x="1225" y="423"/>
                      <a:pt x="1225" y="423"/>
                      <a:pt x="1225" y="423"/>
                    </a:cubicBezTo>
                    <a:cubicBezTo>
                      <a:pt x="1223" y="424"/>
                      <a:pt x="1220" y="425"/>
                      <a:pt x="1217" y="422"/>
                    </a:cubicBezTo>
                    <a:cubicBezTo>
                      <a:pt x="1217" y="422"/>
                      <a:pt x="1215" y="421"/>
                      <a:pt x="1215" y="421"/>
                    </a:cubicBezTo>
                    <a:cubicBezTo>
                      <a:pt x="1213" y="422"/>
                      <a:pt x="1211" y="425"/>
                      <a:pt x="1207" y="424"/>
                    </a:cubicBezTo>
                    <a:cubicBezTo>
                      <a:pt x="1203" y="423"/>
                      <a:pt x="1199" y="422"/>
                      <a:pt x="1196" y="420"/>
                    </a:cubicBezTo>
                    <a:cubicBezTo>
                      <a:pt x="1193" y="418"/>
                      <a:pt x="1193" y="415"/>
                      <a:pt x="1192" y="414"/>
                    </a:cubicBezTo>
                    <a:cubicBezTo>
                      <a:pt x="1192" y="413"/>
                      <a:pt x="1192" y="413"/>
                      <a:pt x="1192" y="413"/>
                    </a:cubicBezTo>
                    <a:cubicBezTo>
                      <a:pt x="1191" y="412"/>
                      <a:pt x="1189" y="412"/>
                      <a:pt x="1188" y="411"/>
                    </a:cubicBezTo>
                    <a:cubicBezTo>
                      <a:pt x="1186" y="410"/>
                      <a:pt x="1184" y="409"/>
                      <a:pt x="1183" y="408"/>
                    </a:cubicBezTo>
                    <a:cubicBezTo>
                      <a:pt x="1182" y="408"/>
                      <a:pt x="1182" y="406"/>
                      <a:pt x="1180" y="404"/>
                    </a:cubicBezTo>
                    <a:cubicBezTo>
                      <a:pt x="1180" y="403"/>
                      <a:pt x="1179" y="401"/>
                      <a:pt x="1179" y="401"/>
                    </a:cubicBezTo>
                    <a:cubicBezTo>
                      <a:pt x="1178" y="400"/>
                      <a:pt x="1177" y="399"/>
                      <a:pt x="1175" y="398"/>
                    </a:cubicBezTo>
                    <a:cubicBezTo>
                      <a:pt x="1173" y="396"/>
                      <a:pt x="1171" y="394"/>
                      <a:pt x="1170" y="393"/>
                    </a:cubicBezTo>
                    <a:cubicBezTo>
                      <a:pt x="1168" y="390"/>
                      <a:pt x="1168" y="387"/>
                      <a:pt x="1169" y="385"/>
                    </a:cubicBezTo>
                    <a:cubicBezTo>
                      <a:pt x="1169" y="383"/>
                      <a:pt x="1169" y="380"/>
                      <a:pt x="1169" y="379"/>
                    </a:cubicBezTo>
                    <a:cubicBezTo>
                      <a:pt x="1168" y="380"/>
                      <a:pt x="1166" y="380"/>
                      <a:pt x="1165" y="380"/>
                    </a:cubicBezTo>
                    <a:cubicBezTo>
                      <a:pt x="1163" y="379"/>
                      <a:pt x="1161" y="378"/>
                      <a:pt x="1160" y="373"/>
                    </a:cubicBezTo>
                    <a:cubicBezTo>
                      <a:pt x="1159" y="372"/>
                      <a:pt x="1159" y="371"/>
                      <a:pt x="1159" y="370"/>
                    </a:cubicBezTo>
                    <a:cubicBezTo>
                      <a:pt x="1158" y="366"/>
                      <a:pt x="1158" y="365"/>
                      <a:pt x="1157" y="365"/>
                    </a:cubicBezTo>
                    <a:cubicBezTo>
                      <a:pt x="1153" y="364"/>
                      <a:pt x="1150" y="362"/>
                      <a:pt x="1149" y="361"/>
                    </a:cubicBezTo>
                    <a:cubicBezTo>
                      <a:pt x="1148" y="360"/>
                      <a:pt x="1148" y="359"/>
                      <a:pt x="1147" y="359"/>
                    </a:cubicBezTo>
                    <a:cubicBezTo>
                      <a:pt x="1146" y="359"/>
                      <a:pt x="1146" y="359"/>
                      <a:pt x="1146" y="359"/>
                    </a:cubicBezTo>
                    <a:cubicBezTo>
                      <a:pt x="1144" y="358"/>
                      <a:pt x="1141" y="356"/>
                      <a:pt x="1141" y="353"/>
                    </a:cubicBezTo>
                    <a:cubicBezTo>
                      <a:pt x="1140" y="350"/>
                      <a:pt x="1142" y="347"/>
                      <a:pt x="1142" y="346"/>
                    </a:cubicBezTo>
                    <a:cubicBezTo>
                      <a:pt x="1145" y="343"/>
                      <a:pt x="1145" y="340"/>
                      <a:pt x="1144" y="340"/>
                    </a:cubicBezTo>
                    <a:cubicBezTo>
                      <a:pt x="1142" y="338"/>
                      <a:pt x="1140" y="335"/>
                      <a:pt x="1138" y="331"/>
                    </a:cubicBezTo>
                    <a:cubicBezTo>
                      <a:pt x="1137" y="330"/>
                      <a:pt x="1136" y="328"/>
                      <a:pt x="1136" y="327"/>
                    </a:cubicBezTo>
                    <a:cubicBezTo>
                      <a:pt x="1135" y="326"/>
                      <a:pt x="1134" y="325"/>
                      <a:pt x="1133" y="324"/>
                    </a:cubicBezTo>
                    <a:cubicBezTo>
                      <a:pt x="1132" y="323"/>
                      <a:pt x="1132" y="321"/>
                      <a:pt x="1131" y="321"/>
                    </a:cubicBezTo>
                    <a:cubicBezTo>
                      <a:pt x="1129" y="320"/>
                      <a:pt x="1129" y="318"/>
                      <a:pt x="1129" y="316"/>
                    </a:cubicBezTo>
                    <a:cubicBezTo>
                      <a:pt x="1129" y="314"/>
                      <a:pt x="1129" y="311"/>
                      <a:pt x="1132" y="309"/>
                    </a:cubicBezTo>
                    <a:cubicBezTo>
                      <a:pt x="1136" y="306"/>
                      <a:pt x="1137" y="304"/>
                      <a:pt x="1137" y="303"/>
                    </a:cubicBezTo>
                    <a:cubicBezTo>
                      <a:pt x="1137" y="302"/>
                      <a:pt x="1137" y="302"/>
                      <a:pt x="1137" y="302"/>
                    </a:cubicBezTo>
                    <a:cubicBezTo>
                      <a:pt x="1137" y="302"/>
                      <a:pt x="1136" y="300"/>
                      <a:pt x="1136" y="299"/>
                    </a:cubicBezTo>
                    <a:cubicBezTo>
                      <a:pt x="1136" y="297"/>
                      <a:pt x="1138" y="296"/>
                      <a:pt x="1139" y="295"/>
                    </a:cubicBezTo>
                    <a:cubicBezTo>
                      <a:pt x="1138" y="295"/>
                      <a:pt x="1138" y="294"/>
                      <a:pt x="1138" y="294"/>
                    </a:cubicBezTo>
                    <a:cubicBezTo>
                      <a:pt x="1137" y="293"/>
                      <a:pt x="1134" y="293"/>
                      <a:pt x="1132" y="294"/>
                    </a:cubicBezTo>
                    <a:cubicBezTo>
                      <a:pt x="1131" y="294"/>
                      <a:pt x="1131" y="294"/>
                      <a:pt x="1131" y="294"/>
                    </a:cubicBezTo>
                    <a:cubicBezTo>
                      <a:pt x="1129" y="294"/>
                      <a:pt x="1125" y="295"/>
                      <a:pt x="1122" y="296"/>
                    </a:cubicBezTo>
                    <a:cubicBezTo>
                      <a:pt x="1117" y="297"/>
                      <a:pt x="1111" y="294"/>
                      <a:pt x="1107" y="291"/>
                    </a:cubicBezTo>
                    <a:cubicBezTo>
                      <a:pt x="1106" y="291"/>
                      <a:pt x="1106" y="291"/>
                      <a:pt x="1106" y="291"/>
                    </a:cubicBezTo>
                    <a:cubicBezTo>
                      <a:pt x="1103" y="288"/>
                      <a:pt x="1099" y="285"/>
                      <a:pt x="1093" y="285"/>
                    </a:cubicBezTo>
                    <a:cubicBezTo>
                      <a:pt x="1088" y="285"/>
                      <a:pt x="1086" y="286"/>
                      <a:pt x="1084" y="288"/>
                    </a:cubicBezTo>
                    <a:cubicBezTo>
                      <a:pt x="1083" y="289"/>
                      <a:pt x="1082" y="289"/>
                      <a:pt x="1082" y="290"/>
                    </a:cubicBezTo>
                    <a:cubicBezTo>
                      <a:pt x="1080" y="292"/>
                      <a:pt x="1078" y="294"/>
                      <a:pt x="1075" y="293"/>
                    </a:cubicBezTo>
                    <a:cubicBezTo>
                      <a:pt x="1074" y="293"/>
                      <a:pt x="1074" y="293"/>
                      <a:pt x="1074" y="293"/>
                    </a:cubicBezTo>
                    <a:cubicBezTo>
                      <a:pt x="1074" y="294"/>
                      <a:pt x="1074" y="294"/>
                      <a:pt x="1074" y="294"/>
                    </a:cubicBezTo>
                    <a:cubicBezTo>
                      <a:pt x="1074" y="296"/>
                      <a:pt x="1075" y="297"/>
                      <a:pt x="1077" y="299"/>
                    </a:cubicBezTo>
                    <a:cubicBezTo>
                      <a:pt x="1079" y="300"/>
                      <a:pt x="1080" y="302"/>
                      <a:pt x="1080" y="304"/>
                    </a:cubicBezTo>
                    <a:cubicBezTo>
                      <a:pt x="1080" y="306"/>
                      <a:pt x="1079" y="308"/>
                      <a:pt x="1077" y="310"/>
                    </a:cubicBezTo>
                    <a:cubicBezTo>
                      <a:pt x="1076" y="311"/>
                      <a:pt x="1075" y="311"/>
                      <a:pt x="1075" y="313"/>
                    </a:cubicBezTo>
                    <a:cubicBezTo>
                      <a:pt x="1075" y="314"/>
                      <a:pt x="1075" y="315"/>
                      <a:pt x="1074" y="317"/>
                    </a:cubicBezTo>
                    <a:cubicBezTo>
                      <a:pt x="1073" y="321"/>
                      <a:pt x="1071" y="322"/>
                      <a:pt x="1068" y="325"/>
                    </a:cubicBezTo>
                    <a:cubicBezTo>
                      <a:pt x="1067" y="325"/>
                      <a:pt x="1066" y="326"/>
                      <a:pt x="1064" y="328"/>
                    </a:cubicBezTo>
                    <a:cubicBezTo>
                      <a:pt x="1058" y="333"/>
                      <a:pt x="1053" y="336"/>
                      <a:pt x="1047" y="336"/>
                    </a:cubicBezTo>
                    <a:cubicBezTo>
                      <a:pt x="1045" y="336"/>
                      <a:pt x="1044" y="336"/>
                      <a:pt x="1043" y="337"/>
                    </a:cubicBezTo>
                    <a:cubicBezTo>
                      <a:pt x="1039" y="337"/>
                      <a:pt x="1033" y="338"/>
                      <a:pt x="1026" y="336"/>
                    </a:cubicBezTo>
                    <a:cubicBezTo>
                      <a:pt x="1018" y="333"/>
                      <a:pt x="1017" y="333"/>
                      <a:pt x="1015" y="333"/>
                    </a:cubicBezTo>
                    <a:cubicBezTo>
                      <a:pt x="1014" y="333"/>
                      <a:pt x="1013" y="333"/>
                      <a:pt x="1012" y="333"/>
                    </a:cubicBezTo>
                    <a:cubicBezTo>
                      <a:pt x="1010" y="333"/>
                      <a:pt x="1006" y="332"/>
                      <a:pt x="1005" y="334"/>
                    </a:cubicBezTo>
                    <a:cubicBezTo>
                      <a:pt x="1004" y="335"/>
                      <a:pt x="1001" y="341"/>
                      <a:pt x="998" y="346"/>
                    </a:cubicBezTo>
                    <a:cubicBezTo>
                      <a:pt x="995" y="350"/>
                      <a:pt x="993" y="355"/>
                      <a:pt x="991" y="357"/>
                    </a:cubicBezTo>
                    <a:cubicBezTo>
                      <a:pt x="989" y="360"/>
                      <a:pt x="989" y="361"/>
                      <a:pt x="990" y="363"/>
                    </a:cubicBezTo>
                    <a:cubicBezTo>
                      <a:pt x="992" y="367"/>
                      <a:pt x="991" y="374"/>
                      <a:pt x="990" y="379"/>
                    </a:cubicBezTo>
                    <a:cubicBezTo>
                      <a:pt x="989" y="382"/>
                      <a:pt x="987" y="389"/>
                      <a:pt x="985" y="396"/>
                    </a:cubicBezTo>
                    <a:cubicBezTo>
                      <a:pt x="984" y="401"/>
                      <a:pt x="984" y="403"/>
                      <a:pt x="984" y="408"/>
                    </a:cubicBezTo>
                    <a:cubicBezTo>
                      <a:pt x="984" y="410"/>
                      <a:pt x="984" y="410"/>
                      <a:pt x="984" y="410"/>
                    </a:cubicBezTo>
                    <a:cubicBezTo>
                      <a:pt x="984" y="416"/>
                      <a:pt x="983" y="426"/>
                      <a:pt x="980" y="432"/>
                    </a:cubicBezTo>
                    <a:cubicBezTo>
                      <a:pt x="980" y="432"/>
                      <a:pt x="980" y="433"/>
                      <a:pt x="980" y="434"/>
                    </a:cubicBezTo>
                    <a:cubicBezTo>
                      <a:pt x="978" y="439"/>
                      <a:pt x="975" y="447"/>
                      <a:pt x="963" y="447"/>
                    </a:cubicBezTo>
                    <a:cubicBezTo>
                      <a:pt x="958" y="447"/>
                      <a:pt x="952" y="448"/>
                      <a:pt x="943" y="449"/>
                    </a:cubicBezTo>
                    <a:cubicBezTo>
                      <a:pt x="942" y="449"/>
                      <a:pt x="940" y="450"/>
                      <a:pt x="939" y="451"/>
                    </a:cubicBezTo>
                    <a:cubicBezTo>
                      <a:pt x="933" y="453"/>
                      <a:pt x="927" y="455"/>
                      <a:pt x="924" y="450"/>
                    </a:cubicBezTo>
                    <a:cubicBezTo>
                      <a:pt x="921" y="444"/>
                      <a:pt x="919" y="441"/>
                      <a:pt x="904" y="439"/>
                    </a:cubicBezTo>
                    <a:cubicBezTo>
                      <a:pt x="903" y="439"/>
                      <a:pt x="900" y="439"/>
                      <a:pt x="899" y="436"/>
                    </a:cubicBezTo>
                    <a:cubicBezTo>
                      <a:pt x="898" y="435"/>
                      <a:pt x="893" y="434"/>
                      <a:pt x="889" y="434"/>
                    </a:cubicBezTo>
                    <a:cubicBezTo>
                      <a:pt x="888" y="435"/>
                      <a:pt x="888" y="435"/>
                      <a:pt x="888" y="435"/>
                    </a:cubicBezTo>
                    <a:cubicBezTo>
                      <a:pt x="883" y="435"/>
                      <a:pt x="877" y="435"/>
                      <a:pt x="872" y="431"/>
                    </a:cubicBezTo>
                    <a:cubicBezTo>
                      <a:pt x="871" y="430"/>
                      <a:pt x="870" y="430"/>
                      <a:pt x="869" y="430"/>
                    </a:cubicBezTo>
                    <a:cubicBezTo>
                      <a:pt x="868" y="430"/>
                      <a:pt x="868" y="430"/>
                      <a:pt x="867" y="429"/>
                    </a:cubicBezTo>
                    <a:cubicBezTo>
                      <a:pt x="864" y="429"/>
                      <a:pt x="861" y="427"/>
                      <a:pt x="854" y="422"/>
                    </a:cubicBezTo>
                    <a:cubicBezTo>
                      <a:pt x="853" y="421"/>
                      <a:pt x="853" y="421"/>
                      <a:pt x="853" y="421"/>
                    </a:cubicBezTo>
                    <a:cubicBezTo>
                      <a:pt x="850" y="419"/>
                      <a:pt x="847" y="416"/>
                      <a:pt x="844" y="413"/>
                    </a:cubicBezTo>
                    <a:cubicBezTo>
                      <a:pt x="842" y="411"/>
                      <a:pt x="840" y="408"/>
                      <a:pt x="839" y="407"/>
                    </a:cubicBezTo>
                    <a:cubicBezTo>
                      <a:pt x="835" y="404"/>
                      <a:pt x="829" y="399"/>
                      <a:pt x="827" y="397"/>
                    </a:cubicBezTo>
                    <a:cubicBezTo>
                      <a:pt x="826" y="397"/>
                      <a:pt x="826" y="396"/>
                      <a:pt x="825" y="396"/>
                    </a:cubicBezTo>
                    <a:cubicBezTo>
                      <a:pt x="822" y="400"/>
                      <a:pt x="818" y="407"/>
                      <a:pt x="816" y="409"/>
                    </a:cubicBezTo>
                    <a:cubicBezTo>
                      <a:pt x="814" y="410"/>
                      <a:pt x="814" y="410"/>
                      <a:pt x="814" y="410"/>
                    </a:cubicBezTo>
                    <a:cubicBezTo>
                      <a:pt x="811" y="414"/>
                      <a:pt x="808" y="417"/>
                      <a:pt x="806" y="418"/>
                    </a:cubicBezTo>
                    <a:cubicBezTo>
                      <a:pt x="806" y="419"/>
                      <a:pt x="805" y="420"/>
                      <a:pt x="805" y="421"/>
                    </a:cubicBezTo>
                    <a:cubicBezTo>
                      <a:pt x="805" y="422"/>
                      <a:pt x="804" y="423"/>
                      <a:pt x="804" y="423"/>
                    </a:cubicBezTo>
                    <a:cubicBezTo>
                      <a:pt x="803" y="426"/>
                      <a:pt x="802" y="427"/>
                      <a:pt x="799" y="430"/>
                    </a:cubicBezTo>
                    <a:cubicBezTo>
                      <a:pt x="797" y="432"/>
                      <a:pt x="795" y="434"/>
                      <a:pt x="794" y="436"/>
                    </a:cubicBezTo>
                    <a:cubicBezTo>
                      <a:pt x="794" y="436"/>
                      <a:pt x="794" y="438"/>
                      <a:pt x="793" y="440"/>
                    </a:cubicBezTo>
                    <a:cubicBezTo>
                      <a:pt x="792" y="443"/>
                      <a:pt x="791" y="448"/>
                      <a:pt x="789" y="451"/>
                    </a:cubicBezTo>
                    <a:cubicBezTo>
                      <a:pt x="789" y="451"/>
                      <a:pt x="779" y="466"/>
                      <a:pt x="774" y="469"/>
                    </a:cubicBezTo>
                    <a:cubicBezTo>
                      <a:pt x="772" y="471"/>
                      <a:pt x="767" y="478"/>
                      <a:pt x="765" y="482"/>
                    </a:cubicBezTo>
                    <a:cubicBezTo>
                      <a:pt x="764" y="483"/>
                      <a:pt x="764" y="484"/>
                      <a:pt x="763" y="484"/>
                    </a:cubicBezTo>
                    <a:cubicBezTo>
                      <a:pt x="761" y="488"/>
                      <a:pt x="759" y="491"/>
                      <a:pt x="757" y="493"/>
                    </a:cubicBezTo>
                    <a:cubicBezTo>
                      <a:pt x="755" y="494"/>
                      <a:pt x="754" y="496"/>
                      <a:pt x="754" y="498"/>
                    </a:cubicBezTo>
                    <a:cubicBezTo>
                      <a:pt x="754" y="503"/>
                      <a:pt x="752" y="505"/>
                      <a:pt x="751" y="506"/>
                    </a:cubicBezTo>
                    <a:cubicBezTo>
                      <a:pt x="750" y="507"/>
                      <a:pt x="750" y="507"/>
                      <a:pt x="750" y="507"/>
                    </a:cubicBezTo>
                    <a:cubicBezTo>
                      <a:pt x="745" y="513"/>
                      <a:pt x="743" y="518"/>
                      <a:pt x="742" y="520"/>
                    </a:cubicBezTo>
                    <a:cubicBezTo>
                      <a:pt x="742" y="522"/>
                      <a:pt x="744" y="527"/>
                      <a:pt x="746" y="529"/>
                    </a:cubicBezTo>
                    <a:cubicBezTo>
                      <a:pt x="749" y="534"/>
                      <a:pt x="752" y="544"/>
                      <a:pt x="751" y="549"/>
                    </a:cubicBezTo>
                    <a:cubicBezTo>
                      <a:pt x="751" y="552"/>
                      <a:pt x="750" y="554"/>
                      <a:pt x="749" y="555"/>
                    </a:cubicBezTo>
                    <a:cubicBezTo>
                      <a:pt x="747" y="557"/>
                      <a:pt x="744" y="556"/>
                      <a:pt x="743" y="556"/>
                    </a:cubicBezTo>
                    <a:cubicBezTo>
                      <a:pt x="743" y="556"/>
                      <a:pt x="743" y="556"/>
                      <a:pt x="742" y="556"/>
                    </a:cubicBezTo>
                    <a:cubicBezTo>
                      <a:pt x="740" y="556"/>
                      <a:pt x="738" y="556"/>
                      <a:pt x="735" y="555"/>
                    </a:cubicBezTo>
                    <a:cubicBezTo>
                      <a:pt x="733" y="554"/>
                      <a:pt x="731" y="553"/>
                      <a:pt x="729" y="553"/>
                    </a:cubicBezTo>
                    <a:cubicBezTo>
                      <a:pt x="728" y="553"/>
                      <a:pt x="728" y="553"/>
                      <a:pt x="728" y="553"/>
                    </a:cubicBezTo>
                    <a:cubicBezTo>
                      <a:pt x="721" y="551"/>
                      <a:pt x="715" y="550"/>
                      <a:pt x="712" y="546"/>
                    </a:cubicBezTo>
                    <a:cubicBezTo>
                      <a:pt x="711" y="545"/>
                      <a:pt x="711" y="544"/>
                      <a:pt x="710" y="543"/>
                    </a:cubicBezTo>
                    <a:cubicBezTo>
                      <a:pt x="709" y="541"/>
                      <a:pt x="705" y="535"/>
                      <a:pt x="703" y="535"/>
                    </a:cubicBezTo>
                    <a:cubicBezTo>
                      <a:pt x="696" y="532"/>
                      <a:pt x="691" y="532"/>
                      <a:pt x="689" y="534"/>
                    </a:cubicBezTo>
                    <a:cubicBezTo>
                      <a:pt x="682" y="540"/>
                      <a:pt x="676" y="538"/>
                      <a:pt x="673" y="537"/>
                    </a:cubicBezTo>
                    <a:cubicBezTo>
                      <a:pt x="669" y="536"/>
                      <a:pt x="660" y="535"/>
                      <a:pt x="657" y="536"/>
                    </a:cubicBezTo>
                    <a:cubicBezTo>
                      <a:pt x="651" y="540"/>
                      <a:pt x="646" y="538"/>
                      <a:pt x="644" y="538"/>
                    </a:cubicBezTo>
                    <a:cubicBezTo>
                      <a:pt x="643" y="537"/>
                      <a:pt x="638" y="535"/>
                      <a:pt x="635" y="533"/>
                    </a:cubicBezTo>
                    <a:cubicBezTo>
                      <a:pt x="635" y="533"/>
                      <a:pt x="635" y="533"/>
                      <a:pt x="635" y="534"/>
                    </a:cubicBezTo>
                    <a:cubicBezTo>
                      <a:pt x="633" y="536"/>
                      <a:pt x="629" y="538"/>
                      <a:pt x="624" y="536"/>
                    </a:cubicBezTo>
                    <a:cubicBezTo>
                      <a:pt x="623" y="536"/>
                      <a:pt x="622" y="534"/>
                      <a:pt x="621" y="533"/>
                    </a:cubicBezTo>
                    <a:cubicBezTo>
                      <a:pt x="621" y="533"/>
                      <a:pt x="620" y="532"/>
                      <a:pt x="620" y="532"/>
                    </a:cubicBezTo>
                    <a:cubicBezTo>
                      <a:pt x="620" y="532"/>
                      <a:pt x="619" y="532"/>
                      <a:pt x="618" y="532"/>
                    </a:cubicBezTo>
                    <a:cubicBezTo>
                      <a:pt x="617" y="533"/>
                      <a:pt x="615" y="535"/>
                      <a:pt x="611" y="534"/>
                    </a:cubicBezTo>
                    <a:cubicBezTo>
                      <a:pt x="606" y="533"/>
                      <a:pt x="601" y="533"/>
                      <a:pt x="598" y="533"/>
                    </a:cubicBezTo>
                    <a:cubicBezTo>
                      <a:pt x="593" y="535"/>
                      <a:pt x="591" y="535"/>
                      <a:pt x="587" y="534"/>
                    </a:cubicBezTo>
                    <a:cubicBezTo>
                      <a:pt x="586" y="534"/>
                      <a:pt x="586" y="534"/>
                      <a:pt x="586" y="534"/>
                    </a:cubicBezTo>
                    <a:cubicBezTo>
                      <a:pt x="584" y="534"/>
                      <a:pt x="583" y="535"/>
                      <a:pt x="581" y="536"/>
                    </a:cubicBezTo>
                    <a:cubicBezTo>
                      <a:pt x="581" y="536"/>
                      <a:pt x="581" y="536"/>
                      <a:pt x="581" y="536"/>
                    </a:cubicBezTo>
                    <a:cubicBezTo>
                      <a:pt x="584" y="538"/>
                      <a:pt x="584" y="541"/>
                      <a:pt x="584" y="543"/>
                    </a:cubicBezTo>
                    <a:cubicBezTo>
                      <a:pt x="584" y="543"/>
                      <a:pt x="584" y="544"/>
                      <a:pt x="584" y="544"/>
                    </a:cubicBezTo>
                    <a:cubicBezTo>
                      <a:pt x="584" y="544"/>
                      <a:pt x="584" y="544"/>
                      <a:pt x="585" y="544"/>
                    </a:cubicBezTo>
                    <a:cubicBezTo>
                      <a:pt x="586" y="545"/>
                      <a:pt x="586" y="545"/>
                      <a:pt x="586" y="545"/>
                    </a:cubicBezTo>
                    <a:cubicBezTo>
                      <a:pt x="586" y="545"/>
                      <a:pt x="586" y="545"/>
                      <a:pt x="586" y="545"/>
                    </a:cubicBezTo>
                    <a:cubicBezTo>
                      <a:pt x="586" y="545"/>
                      <a:pt x="586" y="545"/>
                      <a:pt x="586" y="545"/>
                    </a:cubicBezTo>
                    <a:cubicBezTo>
                      <a:pt x="587" y="544"/>
                      <a:pt x="587" y="544"/>
                      <a:pt x="587" y="544"/>
                    </a:cubicBezTo>
                    <a:cubicBezTo>
                      <a:pt x="591" y="543"/>
                      <a:pt x="593" y="545"/>
                      <a:pt x="594" y="546"/>
                    </a:cubicBezTo>
                    <a:cubicBezTo>
                      <a:pt x="596" y="548"/>
                      <a:pt x="597" y="550"/>
                      <a:pt x="597" y="551"/>
                    </a:cubicBezTo>
                    <a:cubicBezTo>
                      <a:pt x="597" y="551"/>
                      <a:pt x="597" y="552"/>
                      <a:pt x="597" y="552"/>
                    </a:cubicBezTo>
                    <a:cubicBezTo>
                      <a:pt x="600" y="555"/>
                      <a:pt x="600" y="556"/>
                      <a:pt x="601" y="566"/>
                    </a:cubicBezTo>
                    <a:cubicBezTo>
                      <a:pt x="602" y="577"/>
                      <a:pt x="597" y="593"/>
                      <a:pt x="594" y="600"/>
                    </a:cubicBezTo>
                    <a:cubicBezTo>
                      <a:pt x="592" y="604"/>
                      <a:pt x="593" y="611"/>
                      <a:pt x="594" y="618"/>
                    </a:cubicBezTo>
                    <a:cubicBezTo>
                      <a:pt x="594" y="622"/>
                      <a:pt x="594" y="625"/>
                      <a:pt x="594" y="628"/>
                    </a:cubicBezTo>
                    <a:cubicBezTo>
                      <a:pt x="595" y="637"/>
                      <a:pt x="593" y="644"/>
                      <a:pt x="592" y="646"/>
                    </a:cubicBezTo>
                    <a:cubicBezTo>
                      <a:pt x="592" y="647"/>
                      <a:pt x="593" y="650"/>
                      <a:pt x="594" y="654"/>
                    </a:cubicBezTo>
                    <a:cubicBezTo>
                      <a:pt x="595" y="660"/>
                      <a:pt x="596" y="665"/>
                      <a:pt x="595" y="669"/>
                    </a:cubicBezTo>
                    <a:cubicBezTo>
                      <a:pt x="595" y="669"/>
                      <a:pt x="595" y="670"/>
                      <a:pt x="595" y="671"/>
                    </a:cubicBezTo>
                    <a:cubicBezTo>
                      <a:pt x="596" y="673"/>
                      <a:pt x="596" y="675"/>
                      <a:pt x="595" y="679"/>
                    </a:cubicBezTo>
                    <a:cubicBezTo>
                      <a:pt x="594" y="683"/>
                      <a:pt x="592" y="685"/>
                      <a:pt x="591" y="686"/>
                    </a:cubicBezTo>
                    <a:cubicBezTo>
                      <a:pt x="591" y="687"/>
                      <a:pt x="591" y="687"/>
                      <a:pt x="591" y="688"/>
                    </a:cubicBezTo>
                    <a:cubicBezTo>
                      <a:pt x="591" y="688"/>
                      <a:pt x="591" y="688"/>
                      <a:pt x="591" y="688"/>
                    </a:cubicBezTo>
                    <a:cubicBezTo>
                      <a:pt x="591" y="688"/>
                      <a:pt x="591" y="688"/>
                      <a:pt x="591" y="689"/>
                    </a:cubicBezTo>
                    <a:cubicBezTo>
                      <a:pt x="593" y="693"/>
                      <a:pt x="593" y="699"/>
                      <a:pt x="592" y="702"/>
                    </a:cubicBezTo>
                    <a:cubicBezTo>
                      <a:pt x="591" y="706"/>
                      <a:pt x="585" y="709"/>
                      <a:pt x="580" y="707"/>
                    </a:cubicBezTo>
                    <a:cubicBezTo>
                      <a:pt x="578" y="706"/>
                      <a:pt x="576" y="707"/>
                      <a:pt x="574" y="708"/>
                    </a:cubicBezTo>
                    <a:cubicBezTo>
                      <a:pt x="573" y="708"/>
                      <a:pt x="573" y="709"/>
                      <a:pt x="572" y="709"/>
                    </a:cubicBezTo>
                    <a:cubicBezTo>
                      <a:pt x="570" y="710"/>
                      <a:pt x="568" y="710"/>
                      <a:pt x="566" y="710"/>
                    </a:cubicBezTo>
                    <a:cubicBezTo>
                      <a:pt x="566" y="710"/>
                      <a:pt x="566" y="710"/>
                      <a:pt x="566" y="710"/>
                    </a:cubicBezTo>
                    <a:cubicBezTo>
                      <a:pt x="566" y="710"/>
                      <a:pt x="566" y="710"/>
                      <a:pt x="566" y="710"/>
                    </a:cubicBezTo>
                    <a:cubicBezTo>
                      <a:pt x="566" y="712"/>
                      <a:pt x="565" y="713"/>
                      <a:pt x="564" y="715"/>
                    </a:cubicBezTo>
                    <a:cubicBezTo>
                      <a:pt x="566" y="717"/>
                      <a:pt x="567" y="722"/>
                      <a:pt x="565" y="725"/>
                    </a:cubicBezTo>
                    <a:cubicBezTo>
                      <a:pt x="564" y="727"/>
                      <a:pt x="561" y="727"/>
                      <a:pt x="557" y="727"/>
                    </a:cubicBezTo>
                    <a:cubicBezTo>
                      <a:pt x="557" y="727"/>
                      <a:pt x="557" y="727"/>
                      <a:pt x="556" y="727"/>
                    </a:cubicBezTo>
                    <a:cubicBezTo>
                      <a:pt x="556" y="728"/>
                      <a:pt x="555" y="728"/>
                      <a:pt x="553" y="728"/>
                    </a:cubicBezTo>
                    <a:cubicBezTo>
                      <a:pt x="552" y="728"/>
                      <a:pt x="549" y="728"/>
                      <a:pt x="547" y="727"/>
                    </a:cubicBezTo>
                    <a:cubicBezTo>
                      <a:pt x="547" y="727"/>
                      <a:pt x="547" y="727"/>
                      <a:pt x="547" y="727"/>
                    </a:cubicBezTo>
                    <a:cubicBezTo>
                      <a:pt x="546" y="729"/>
                      <a:pt x="544" y="731"/>
                      <a:pt x="542" y="733"/>
                    </a:cubicBezTo>
                    <a:cubicBezTo>
                      <a:pt x="541" y="734"/>
                      <a:pt x="540" y="734"/>
                      <a:pt x="540" y="735"/>
                    </a:cubicBezTo>
                    <a:cubicBezTo>
                      <a:pt x="540" y="735"/>
                      <a:pt x="539" y="735"/>
                      <a:pt x="539" y="736"/>
                    </a:cubicBezTo>
                    <a:cubicBezTo>
                      <a:pt x="539" y="736"/>
                      <a:pt x="539" y="737"/>
                      <a:pt x="539" y="738"/>
                    </a:cubicBezTo>
                    <a:cubicBezTo>
                      <a:pt x="539" y="740"/>
                      <a:pt x="540" y="741"/>
                      <a:pt x="540" y="743"/>
                    </a:cubicBezTo>
                    <a:cubicBezTo>
                      <a:pt x="540" y="744"/>
                      <a:pt x="540" y="745"/>
                      <a:pt x="540" y="746"/>
                    </a:cubicBezTo>
                    <a:cubicBezTo>
                      <a:pt x="543" y="747"/>
                      <a:pt x="543" y="747"/>
                      <a:pt x="543" y="747"/>
                    </a:cubicBezTo>
                    <a:cubicBezTo>
                      <a:pt x="541" y="751"/>
                      <a:pt x="541" y="751"/>
                      <a:pt x="541" y="751"/>
                    </a:cubicBezTo>
                    <a:cubicBezTo>
                      <a:pt x="540" y="751"/>
                      <a:pt x="538" y="755"/>
                      <a:pt x="536" y="759"/>
                    </a:cubicBezTo>
                    <a:cubicBezTo>
                      <a:pt x="535" y="760"/>
                      <a:pt x="535" y="762"/>
                      <a:pt x="535" y="764"/>
                    </a:cubicBezTo>
                    <a:cubicBezTo>
                      <a:pt x="535" y="765"/>
                      <a:pt x="535" y="767"/>
                      <a:pt x="534" y="768"/>
                    </a:cubicBezTo>
                    <a:cubicBezTo>
                      <a:pt x="534" y="770"/>
                      <a:pt x="533" y="771"/>
                      <a:pt x="531" y="772"/>
                    </a:cubicBezTo>
                    <a:cubicBezTo>
                      <a:pt x="531" y="772"/>
                      <a:pt x="531" y="772"/>
                      <a:pt x="531" y="773"/>
                    </a:cubicBezTo>
                    <a:cubicBezTo>
                      <a:pt x="530" y="773"/>
                      <a:pt x="530" y="774"/>
                      <a:pt x="530" y="774"/>
                    </a:cubicBezTo>
                    <a:cubicBezTo>
                      <a:pt x="528" y="777"/>
                      <a:pt x="526" y="779"/>
                      <a:pt x="520" y="779"/>
                    </a:cubicBezTo>
                    <a:cubicBezTo>
                      <a:pt x="517" y="779"/>
                      <a:pt x="514" y="781"/>
                      <a:pt x="511" y="784"/>
                    </a:cubicBezTo>
                    <a:cubicBezTo>
                      <a:pt x="510" y="785"/>
                      <a:pt x="509" y="786"/>
                      <a:pt x="508" y="786"/>
                    </a:cubicBezTo>
                    <a:cubicBezTo>
                      <a:pt x="506" y="788"/>
                      <a:pt x="505" y="789"/>
                      <a:pt x="504" y="789"/>
                    </a:cubicBezTo>
                    <a:cubicBezTo>
                      <a:pt x="502" y="790"/>
                      <a:pt x="501" y="791"/>
                      <a:pt x="500" y="793"/>
                    </a:cubicBezTo>
                    <a:cubicBezTo>
                      <a:pt x="496" y="797"/>
                      <a:pt x="494" y="798"/>
                      <a:pt x="489" y="797"/>
                    </a:cubicBezTo>
                    <a:cubicBezTo>
                      <a:pt x="489" y="797"/>
                      <a:pt x="488" y="797"/>
                      <a:pt x="487" y="796"/>
                    </a:cubicBezTo>
                    <a:cubicBezTo>
                      <a:pt x="486" y="796"/>
                      <a:pt x="485" y="796"/>
                      <a:pt x="484" y="796"/>
                    </a:cubicBezTo>
                    <a:cubicBezTo>
                      <a:pt x="482" y="797"/>
                      <a:pt x="477" y="799"/>
                      <a:pt x="474" y="798"/>
                    </a:cubicBezTo>
                    <a:cubicBezTo>
                      <a:pt x="473" y="798"/>
                      <a:pt x="473" y="798"/>
                      <a:pt x="472" y="797"/>
                    </a:cubicBezTo>
                    <a:cubicBezTo>
                      <a:pt x="470" y="796"/>
                      <a:pt x="469" y="796"/>
                      <a:pt x="468" y="796"/>
                    </a:cubicBezTo>
                    <a:cubicBezTo>
                      <a:pt x="467" y="797"/>
                      <a:pt x="465" y="797"/>
                      <a:pt x="464" y="797"/>
                    </a:cubicBezTo>
                    <a:cubicBezTo>
                      <a:pt x="463" y="797"/>
                      <a:pt x="462" y="797"/>
                      <a:pt x="462" y="797"/>
                    </a:cubicBezTo>
                    <a:cubicBezTo>
                      <a:pt x="460" y="801"/>
                      <a:pt x="454" y="801"/>
                      <a:pt x="449" y="802"/>
                    </a:cubicBezTo>
                    <a:cubicBezTo>
                      <a:pt x="448" y="802"/>
                      <a:pt x="447" y="802"/>
                      <a:pt x="446" y="802"/>
                    </a:cubicBezTo>
                    <a:cubicBezTo>
                      <a:pt x="445" y="802"/>
                      <a:pt x="445" y="802"/>
                      <a:pt x="445" y="802"/>
                    </a:cubicBezTo>
                    <a:cubicBezTo>
                      <a:pt x="442" y="802"/>
                      <a:pt x="435" y="803"/>
                      <a:pt x="434" y="804"/>
                    </a:cubicBezTo>
                    <a:cubicBezTo>
                      <a:pt x="432" y="805"/>
                      <a:pt x="426" y="809"/>
                      <a:pt x="420" y="807"/>
                    </a:cubicBezTo>
                    <a:cubicBezTo>
                      <a:pt x="419" y="807"/>
                      <a:pt x="419" y="807"/>
                      <a:pt x="418" y="808"/>
                    </a:cubicBezTo>
                    <a:cubicBezTo>
                      <a:pt x="417" y="809"/>
                      <a:pt x="416" y="810"/>
                      <a:pt x="415" y="810"/>
                    </a:cubicBezTo>
                    <a:cubicBezTo>
                      <a:pt x="413" y="812"/>
                      <a:pt x="409" y="812"/>
                      <a:pt x="405" y="813"/>
                    </a:cubicBezTo>
                    <a:cubicBezTo>
                      <a:pt x="404" y="813"/>
                      <a:pt x="403" y="813"/>
                      <a:pt x="402" y="813"/>
                    </a:cubicBezTo>
                    <a:cubicBezTo>
                      <a:pt x="396" y="814"/>
                      <a:pt x="385" y="815"/>
                      <a:pt x="381" y="812"/>
                    </a:cubicBezTo>
                    <a:cubicBezTo>
                      <a:pt x="379" y="811"/>
                      <a:pt x="369" y="810"/>
                      <a:pt x="327" y="822"/>
                    </a:cubicBezTo>
                    <a:cubicBezTo>
                      <a:pt x="325" y="823"/>
                      <a:pt x="324" y="823"/>
                      <a:pt x="323" y="824"/>
                    </a:cubicBezTo>
                    <a:cubicBezTo>
                      <a:pt x="315" y="826"/>
                      <a:pt x="308" y="824"/>
                      <a:pt x="306" y="824"/>
                    </a:cubicBezTo>
                    <a:cubicBezTo>
                      <a:pt x="305" y="823"/>
                      <a:pt x="304" y="823"/>
                      <a:pt x="303" y="822"/>
                    </a:cubicBezTo>
                    <a:cubicBezTo>
                      <a:pt x="301" y="822"/>
                      <a:pt x="298" y="821"/>
                      <a:pt x="296" y="820"/>
                    </a:cubicBezTo>
                    <a:cubicBezTo>
                      <a:pt x="294" y="818"/>
                      <a:pt x="292" y="816"/>
                      <a:pt x="292" y="814"/>
                    </a:cubicBezTo>
                    <a:cubicBezTo>
                      <a:pt x="291" y="813"/>
                      <a:pt x="290" y="813"/>
                      <a:pt x="290" y="813"/>
                    </a:cubicBezTo>
                    <a:cubicBezTo>
                      <a:pt x="287" y="816"/>
                      <a:pt x="285" y="816"/>
                      <a:pt x="283" y="816"/>
                    </a:cubicBezTo>
                    <a:cubicBezTo>
                      <a:pt x="283" y="817"/>
                      <a:pt x="282" y="818"/>
                      <a:pt x="281" y="818"/>
                    </a:cubicBezTo>
                    <a:cubicBezTo>
                      <a:pt x="279" y="820"/>
                      <a:pt x="277" y="820"/>
                      <a:pt x="275" y="819"/>
                    </a:cubicBezTo>
                    <a:cubicBezTo>
                      <a:pt x="275" y="820"/>
                      <a:pt x="275" y="820"/>
                      <a:pt x="275" y="820"/>
                    </a:cubicBezTo>
                    <a:cubicBezTo>
                      <a:pt x="274" y="821"/>
                      <a:pt x="274" y="822"/>
                      <a:pt x="273" y="822"/>
                    </a:cubicBezTo>
                    <a:cubicBezTo>
                      <a:pt x="274" y="822"/>
                      <a:pt x="273" y="823"/>
                      <a:pt x="273" y="823"/>
                    </a:cubicBezTo>
                    <a:cubicBezTo>
                      <a:pt x="273" y="825"/>
                      <a:pt x="271" y="828"/>
                      <a:pt x="268" y="830"/>
                    </a:cubicBezTo>
                    <a:cubicBezTo>
                      <a:pt x="268" y="831"/>
                      <a:pt x="267" y="831"/>
                      <a:pt x="266" y="831"/>
                    </a:cubicBezTo>
                    <a:cubicBezTo>
                      <a:pt x="264" y="833"/>
                      <a:pt x="263" y="834"/>
                      <a:pt x="262" y="835"/>
                    </a:cubicBezTo>
                    <a:cubicBezTo>
                      <a:pt x="261" y="839"/>
                      <a:pt x="256" y="847"/>
                      <a:pt x="252" y="851"/>
                    </a:cubicBezTo>
                    <a:cubicBezTo>
                      <a:pt x="250" y="853"/>
                      <a:pt x="250" y="853"/>
                      <a:pt x="250" y="853"/>
                    </a:cubicBezTo>
                    <a:cubicBezTo>
                      <a:pt x="248" y="856"/>
                      <a:pt x="246" y="858"/>
                      <a:pt x="243" y="859"/>
                    </a:cubicBezTo>
                    <a:cubicBezTo>
                      <a:pt x="239" y="861"/>
                      <a:pt x="232" y="861"/>
                      <a:pt x="229" y="860"/>
                    </a:cubicBezTo>
                    <a:cubicBezTo>
                      <a:pt x="226" y="858"/>
                      <a:pt x="226" y="856"/>
                      <a:pt x="226" y="855"/>
                    </a:cubicBezTo>
                    <a:cubicBezTo>
                      <a:pt x="226" y="855"/>
                      <a:pt x="225" y="855"/>
                      <a:pt x="225" y="855"/>
                    </a:cubicBezTo>
                    <a:cubicBezTo>
                      <a:pt x="225" y="855"/>
                      <a:pt x="225" y="855"/>
                      <a:pt x="225" y="855"/>
                    </a:cubicBezTo>
                    <a:cubicBezTo>
                      <a:pt x="224" y="855"/>
                      <a:pt x="223" y="855"/>
                      <a:pt x="223" y="855"/>
                    </a:cubicBezTo>
                    <a:cubicBezTo>
                      <a:pt x="220" y="856"/>
                      <a:pt x="217" y="855"/>
                      <a:pt x="216" y="854"/>
                    </a:cubicBezTo>
                    <a:cubicBezTo>
                      <a:pt x="215" y="854"/>
                      <a:pt x="213" y="854"/>
                      <a:pt x="213" y="854"/>
                    </a:cubicBezTo>
                    <a:cubicBezTo>
                      <a:pt x="211" y="855"/>
                      <a:pt x="209" y="855"/>
                      <a:pt x="207" y="854"/>
                    </a:cubicBezTo>
                    <a:cubicBezTo>
                      <a:pt x="207" y="854"/>
                      <a:pt x="206" y="854"/>
                      <a:pt x="206" y="855"/>
                    </a:cubicBezTo>
                    <a:cubicBezTo>
                      <a:pt x="201" y="858"/>
                      <a:pt x="195" y="856"/>
                      <a:pt x="193" y="853"/>
                    </a:cubicBezTo>
                    <a:cubicBezTo>
                      <a:pt x="193" y="853"/>
                      <a:pt x="192" y="853"/>
                      <a:pt x="189" y="853"/>
                    </a:cubicBezTo>
                    <a:cubicBezTo>
                      <a:pt x="183" y="852"/>
                      <a:pt x="183" y="847"/>
                      <a:pt x="184" y="844"/>
                    </a:cubicBezTo>
                    <a:cubicBezTo>
                      <a:pt x="184" y="843"/>
                      <a:pt x="184" y="843"/>
                      <a:pt x="183" y="843"/>
                    </a:cubicBezTo>
                    <a:cubicBezTo>
                      <a:pt x="183" y="840"/>
                      <a:pt x="184" y="838"/>
                      <a:pt x="186" y="836"/>
                    </a:cubicBezTo>
                    <a:cubicBezTo>
                      <a:pt x="187" y="836"/>
                      <a:pt x="187" y="835"/>
                      <a:pt x="188" y="835"/>
                    </a:cubicBezTo>
                    <a:cubicBezTo>
                      <a:pt x="188" y="834"/>
                      <a:pt x="188" y="834"/>
                      <a:pt x="188" y="834"/>
                    </a:cubicBezTo>
                    <a:cubicBezTo>
                      <a:pt x="186" y="832"/>
                      <a:pt x="186" y="829"/>
                      <a:pt x="187" y="828"/>
                    </a:cubicBezTo>
                    <a:cubicBezTo>
                      <a:pt x="187" y="827"/>
                      <a:pt x="187" y="827"/>
                      <a:pt x="187" y="826"/>
                    </a:cubicBezTo>
                    <a:cubicBezTo>
                      <a:pt x="187" y="825"/>
                      <a:pt x="187" y="823"/>
                      <a:pt x="188" y="821"/>
                    </a:cubicBezTo>
                    <a:cubicBezTo>
                      <a:pt x="188" y="820"/>
                      <a:pt x="188" y="819"/>
                      <a:pt x="188" y="819"/>
                    </a:cubicBezTo>
                    <a:cubicBezTo>
                      <a:pt x="187" y="819"/>
                      <a:pt x="181" y="822"/>
                      <a:pt x="175" y="825"/>
                    </a:cubicBezTo>
                    <a:cubicBezTo>
                      <a:pt x="171" y="827"/>
                      <a:pt x="164" y="827"/>
                      <a:pt x="159" y="827"/>
                    </a:cubicBezTo>
                    <a:cubicBezTo>
                      <a:pt x="157" y="827"/>
                      <a:pt x="157" y="827"/>
                      <a:pt x="157" y="827"/>
                    </a:cubicBezTo>
                    <a:cubicBezTo>
                      <a:pt x="152" y="827"/>
                      <a:pt x="143" y="823"/>
                      <a:pt x="141" y="817"/>
                    </a:cubicBezTo>
                    <a:cubicBezTo>
                      <a:pt x="141" y="817"/>
                      <a:pt x="141" y="817"/>
                      <a:pt x="141" y="817"/>
                    </a:cubicBezTo>
                    <a:cubicBezTo>
                      <a:pt x="140" y="816"/>
                      <a:pt x="140" y="816"/>
                      <a:pt x="140" y="815"/>
                    </a:cubicBezTo>
                    <a:cubicBezTo>
                      <a:pt x="139" y="815"/>
                      <a:pt x="139" y="816"/>
                      <a:pt x="139" y="816"/>
                    </a:cubicBezTo>
                    <a:cubicBezTo>
                      <a:pt x="139" y="816"/>
                      <a:pt x="139" y="817"/>
                      <a:pt x="139" y="817"/>
                    </a:cubicBezTo>
                    <a:cubicBezTo>
                      <a:pt x="139" y="818"/>
                      <a:pt x="139" y="818"/>
                      <a:pt x="140" y="819"/>
                    </a:cubicBezTo>
                    <a:cubicBezTo>
                      <a:pt x="140" y="819"/>
                      <a:pt x="141" y="820"/>
                      <a:pt x="142" y="822"/>
                    </a:cubicBezTo>
                    <a:cubicBezTo>
                      <a:pt x="142" y="822"/>
                      <a:pt x="142" y="823"/>
                      <a:pt x="143" y="823"/>
                    </a:cubicBezTo>
                    <a:cubicBezTo>
                      <a:pt x="145" y="826"/>
                      <a:pt x="143" y="828"/>
                      <a:pt x="142" y="830"/>
                    </a:cubicBezTo>
                    <a:cubicBezTo>
                      <a:pt x="140" y="831"/>
                      <a:pt x="138" y="832"/>
                      <a:pt x="136" y="831"/>
                    </a:cubicBezTo>
                    <a:cubicBezTo>
                      <a:pt x="134" y="831"/>
                      <a:pt x="131" y="829"/>
                      <a:pt x="129" y="826"/>
                    </a:cubicBezTo>
                    <a:cubicBezTo>
                      <a:pt x="129" y="826"/>
                      <a:pt x="128" y="825"/>
                      <a:pt x="125" y="826"/>
                    </a:cubicBezTo>
                    <a:cubicBezTo>
                      <a:pt x="123" y="827"/>
                      <a:pt x="121" y="827"/>
                      <a:pt x="119" y="828"/>
                    </a:cubicBezTo>
                    <a:cubicBezTo>
                      <a:pt x="117" y="828"/>
                      <a:pt x="115" y="828"/>
                      <a:pt x="115" y="828"/>
                    </a:cubicBezTo>
                    <a:cubicBezTo>
                      <a:pt x="114" y="829"/>
                      <a:pt x="113" y="830"/>
                      <a:pt x="112" y="831"/>
                    </a:cubicBezTo>
                    <a:cubicBezTo>
                      <a:pt x="110" y="833"/>
                      <a:pt x="107" y="835"/>
                      <a:pt x="104" y="836"/>
                    </a:cubicBezTo>
                    <a:cubicBezTo>
                      <a:pt x="98" y="839"/>
                      <a:pt x="92" y="838"/>
                      <a:pt x="89" y="834"/>
                    </a:cubicBezTo>
                    <a:cubicBezTo>
                      <a:pt x="88" y="834"/>
                      <a:pt x="87" y="833"/>
                      <a:pt x="87" y="832"/>
                    </a:cubicBezTo>
                    <a:cubicBezTo>
                      <a:pt x="83" y="832"/>
                      <a:pt x="76" y="832"/>
                      <a:pt x="72" y="831"/>
                    </a:cubicBezTo>
                    <a:cubicBezTo>
                      <a:pt x="72" y="831"/>
                      <a:pt x="71" y="831"/>
                      <a:pt x="70" y="830"/>
                    </a:cubicBezTo>
                    <a:cubicBezTo>
                      <a:pt x="70" y="830"/>
                      <a:pt x="70" y="830"/>
                      <a:pt x="70" y="830"/>
                    </a:cubicBezTo>
                    <a:cubicBezTo>
                      <a:pt x="70" y="832"/>
                      <a:pt x="70" y="833"/>
                      <a:pt x="69" y="833"/>
                    </a:cubicBezTo>
                    <a:cubicBezTo>
                      <a:pt x="68" y="838"/>
                      <a:pt x="66" y="842"/>
                      <a:pt x="61" y="845"/>
                    </a:cubicBezTo>
                    <a:cubicBezTo>
                      <a:pt x="57" y="847"/>
                      <a:pt x="55" y="849"/>
                      <a:pt x="55" y="850"/>
                    </a:cubicBezTo>
                    <a:cubicBezTo>
                      <a:pt x="56" y="851"/>
                      <a:pt x="56" y="852"/>
                      <a:pt x="56" y="852"/>
                    </a:cubicBezTo>
                    <a:cubicBezTo>
                      <a:pt x="57" y="855"/>
                      <a:pt x="57" y="856"/>
                      <a:pt x="55" y="860"/>
                    </a:cubicBezTo>
                    <a:cubicBezTo>
                      <a:pt x="54" y="864"/>
                      <a:pt x="51" y="866"/>
                      <a:pt x="48" y="869"/>
                    </a:cubicBezTo>
                    <a:cubicBezTo>
                      <a:pt x="46" y="870"/>
                      <a:pt x="46" y="870"/>
                      <a:pt x="46" y="870"/>
                    </a:cubicBezTo>
                    <a:cubicBezTo>
                      <a:pt x="42" y="873"/>
                      <a:pt x="36" y="875"/>
                      <a:pt x="32" y="874"/>
                    </a:cubicBezTo>
                    <a:cubicBezTo>
                      <a:pt x="30" y="874"/>
                      <a:pt x="30" y="874"/>
                      <a:pt x="28" y="875"/>
                    </a:cubicBezTo>
                    <a:cubicBezTo>
                      <a:pt x="27" y="875"/>
                      <a:pt x="26" y="876"/>
                      <a:pt x="26" y="876"/>
                    </a:cubicBezTo>
                    <a:cubicBezTo>
                      <a:pt x="22" y="877"/>
                      <a:pt x="19" y="879"/>
                      <a:pt x="18" y="881"/>
                    </a:cubicBezTo>
                    <a:cubicBezTo>
                      <a:pt x="17" y="882"/>
                      <a:pt x="17" y="882"/>
                      <a:pt x="18" y="883"/>
                    </a:cubicBezTo>
                    <a:cubicBezTo>
                      <a:pt x="21" y="884"/>
                      <a:pt x="27" y="891"/>
                      <a:pt x="26" y="898"/>
                    </a:cubicBezTo>
                    <a:cubicBezTo>
                      <a:pt x="26" y="901"/>
                      <a:pt x="26" y="905"/>
                      <a:pt x="27" y="907"/>
                    </a:cubicBezTo>
                    <a:cubicBezTo>
                      <a:pt x="27" y="908"/>
                      <a:pt x="27" y="908"/>
                      <a:pt x="27" y="908"/>
                    </a:cubicBezTo>
                    <a:cubicBezTo>
                      <a:pt x="29" y="910"/>
                      <a:pt x="33" y="913"/>
                      <a:pt x="31" y="918"/>
                    </a:cubicBezTo>
                    <a:cubicBezTo>
                      <a:pt x="30" y="923"/>
                      <a:pt x="27" y="926"/>
                      <a:pt x="22" y="926"/>
                    </a:cubicBezTo>
                    <a:cubicBezTo>
                      <a:pt x="21" y="926"/>
                      <a:pt x="20" y="926"/>
                      <a:pt x="19" y="926"/>
                    </a:cubicBezTo>
                    <a:cubicBezTo>
                      <a:pt x="17" y="925"/>
                      <a:pt x="15" y="925"/>
                      <a:pt x="13" y="926"/>
                    </a:cubicBezTo>
                    <a:cubicBezTo>
                      <a:pt x="10" y="928"/>
                      <a:pt x="9" y="929"/>
                      <a:pt x="8" y="929"/>
                    </a:cubicBezTo>
                    <a:cubicBezTo>
                      <a:pt x="10" y="932"/>
                      <a:pt x="15" y="938"/>
                      <a:pt x="16" y="942"/>
                    </a:cubicBezTo>
                    <a:cubicBezTo>
                      <a:pt x="16" y="943"/>
                      <a:pt x="16" y="944"/>
                      <a:pt x="16" y="945"/>
                    </a:cubicBezTo>
                    <a:cubicBezTo>
                      <a:pt x="16" y="946"/>
                      <a:pt x="16" y="946"/>
                      <a:pt x="17" y="946"/>
                    </a:cubicBezTo>
                    <a:cubicBezTo>
                      <a:pt x="17" y="947"/>
                      <a:pt x="17" y="948"/>
                      <a:pt x="17" y="948"/>
                    </a:cubicBezTo>
                    <a:cubicBezTo>
                      <a:pt x="10" y="951"/>
                      <a:pt x="10" y="951"/>
                      <a:pt x="10" y="951"/>
                    </a:cubicBezTo>
                    <a:cubicBezTo>
                      <a:pt x="9" y="950"/>
                      <a:pt x="9" y="948"/>
                      <a:pt x="9" y="947"/>
                    </a:cubicBezTo>
                    <a:cubicBezTo>
                      <a:pt x="9" y="947"/>
                      <a:pt x="9" y="946"/>
                      <a:pt x="9" y="946"/>
                    </a:cubicBezTo>
                    <a:cubicBezTo>
                      <a:pt x="9" y="945"/>
                      <a:pt x="9" y="944"/>
                      <a:pt x="8" y="944"/>
                    </a:cubicBezTo>
                    <a:cubicBezTo>
                      <a:pt x="8" y="942"/>
                      <a:pt x="4" y="936"/>
                      <a:pt x="2" y="933"/>
                    </a:cubicBezTo>
                    <a:cubicBezTo>
                      <a:pt x="0" y="932"/>
                      <a:pt x="0" y="930"/>
                      <a:pt x="0" y="928"/>
                    </a:cubicBezTo>
                    <a:cubicBezTo>
                      <a:pt x="1" y="925"/>
                      <a:pt x="4" y="922"/>
                      <a:pt x="9" y="919"/>
                    </a:cubicBezTo>
                    <a:cubicBezTo>
                      <a:pt x="14" y="917"/>
                      <a:pt x="18" y="918"/>
                      <a:pt x="20" y="918"/>
                    </a:cubicBezTo>
                    <a:cubicBezTo>
                      <a:pt x="21" y="918"/>
                      <a:pt x="22" y="918"/>
                      <a:pt x="22" y="918"/>
                    </a:cubicBezTo>
                    <a:cubicBezTo>
                      <a:pt x="23" y="918"/>
                      <a:pt x="23" y="917"/>
                      <a:pt x="24" y="916"/>
                    </a:cubicBezTo>
                    <a:cubicBezTo>
                      <a:pt x="23" y="915"/>
                      <a:pt x="22" y="914"/>
                      <a:pt x="21" y="913"/>
                    </a:cubicBezTo>
                    <a:cubicBezTo>
                      <a:pt x="20" y="912"/>
                      <a:pt x="19" y="911"/>
                      <a:pt x="19" y="910"/>
                    </a:cubicBezTo>
                    <a:cubicBezTo>
                      <a:pt x="19" y="909"/>
                      <a:pt x="18" y="901"/>
                      <a:pt x="18" y="897"/>
                    </a:cubicBezTo>
                    <a:cubicBezTo>
                      <a:pt x="19" y="895"/>
                      <a:pt x="16" y="890"/>
                      <a:pt x="14" y="889"/>
                    </a:cubicBezTo>
                    <a:cubicBezTo>
                      <a:pt x="9" y="885"/>
                      <a:pt x="9" y="881"/>
                      <a:pt x="12" y="876"/>
                    </a:cubicBezTo>
                    <a:cubicBezTo>
                      <a:pt x="14" y="873"/>
                      <a:pt x="17" y="871"/>
                      <a:pt x="23" y="869"/>
                    </a:cubicBezTo>
                    <a:cubicBezTo>
                      <a:pt x="24" y="868"/>
                      <a:pt x="24" y="868"/>
                      <a:pt x="25" y="868"/>
                    </a:cubicBezTo>
                    <a:cubicBezTo>
                      <a:pt x="27" y="867"/>
                      <a:pt x="29" y="866"/>
                      <a:pt x="33" y="867"/>
                    </a:cubicBezTo>
                    <a:cubicBezTo>
                      <a:pt x="34" y="867"/>
                      <a:pt x="39" y="866"/>
                      <a:pt x="41" y="864"/>
                    </a:cubicBezTo>
                    <a:cubicBezTo>
                      <a:pt x="42" y="863"/>
                      <a:pt x="43" y="863"/>
                      <a:pt x="43" y="862"/>
                    </a:cubicBezTo>
                    <a:cubicBezTo>
                      <a:pt x="46" y="861"/>
                      <a:pt x="47" y="859"/>
                      <a:pt x="48" y="857"/>
                    </a:cubicBezTo>
                    <a:cubicBezTo>
                      <a:pt x="49" y="856"/>
                      <a:pt x="49" y="856"/>
                      <a:pt x="49" y="855"/>
                    </a:cubicBezTo>
                    <a:cubicBezTo>
                      <a:pt x="49" y="855"/>
                      <a:pt x="49" y="855"/>
                      <a:pt x="49" y="855"/>
                    </a:cubicBezTo>
                    <a:cubicBezTo>
                      <a:pt x="49" y="854"/>
                      <a:pt x="48" y="854"/>
                      <a:pt x="48" y="852"/>
                    </a:cubicBezTo>
                    <a:cubicBezTo>
                      <a:pt x="46" y="847"/>
                      <a:pt x="50" y="842"/>
                      <a:pt x="57" y="838"/>
                    </a:cubicBezTo>
                    <a:cubicBezTo>
                      <a:pt x="59" y="837"/>
                      <a:pt x="61" y="834"/>
                      <a:pt x="62" y="831"/>
                    </a:cubicBezTo>
                    <a:cubicBezTo>
                      <a:pt x="62" y="831"/>
                      <a:pt x="62" y="830"/>
                      <a:pt x="62" y="828"/>
                    </a:cubicBezTo>
                    <a:cubicBezTo>
                      <a:pt x="62" y="827"/>
                      <a:pt x="62" y="826"/>
                      <a:pt x="61" y="826"/>
                    </a:cubicBezTo>
                    <a:cubicBezTo>
                      <a:pt x="60" y="822"/>
                      <a:pt x="62" y="821"/>
                      <a:pt x="63" y="820"/>
                    </a:cubicBezTo>
                    <a:cubicBezTo>
                      <a:pt x="64" y="820"/>
                      <a:pt x="66" y="819"/>
                      <a:pt x="68" y="822"/>
                    </a:cubicBezTo>
                    <a:cubicBezTo>
                      <a:pt x="68" y="822"/>
                      <a:pt x="69" y="822"/>
                      <a:pt x="69" y="822"/>
                    </a:cubicBezTo>
                    <a:cubicBezTo>
                      <a:pt x="70" y="822"/>
                      <a:pt x="71" y="823"/>
                      <a:pt x="72" y="823"/>
                    </a:cubicBezTo>
                    <a:cubicBezTo>
                      <a:pt x="73" y="823"/>
                      <a:pt x="74" y="823"/>
                      <a:pt x="75" y="824"/>
                    </a:cubicBezTo>
                    <a:cubicBezTo>
                      <a:pt x="77" y="824"/>
                      <a:pt x="85" y="824"/>
                      <a:pt x="86" y="824"/>
                    </a:cubicBezTo>
                    <a:cubicBezTo>
                      <a:pt x="89" y="823"/>
                      <a:pt x="92" y="824"/>
                      <a:pt x="94" y="828"/>
                    </a:cubicBezTo>
                    <a:cubicBezTo>
                      <a:pt x="94" y="828"/>
                      <a:pt x="94" y="829"/>
                      <a:pt x="94" y="829"/>
                    </a:cubicBezTo>
                    <a:cubicBezTo>
                      <a:pt x="95" y="830"/>
                      <a:pt x="98" y="831"/>
                      <a:pt x="100" y="830"/>
                    </a:cubicBezTo>
                    <a:cubicBezTo>
                      <a:pt x="103" y="828"/>
                      <a:pt x="105" y="826"/>
                      <a:pt x="107" y="825"/>
                    </a:cubicBezTo>
                    <a:cubicBezTo>
                      <a:pt x="108" y="824"/>
                      <a:pt x="109" y="823"/>
                      <a:pt x="110" y="822"/>
                    </a:cubicBezTo>
                    <a:cubicBezTo>
                      <a:pt x="113" y="820"/>
                      <a:pt x="115" y="820"/>
                      <a:pt x="118" y="820"/>
                    </a:cubicBezTo>
                    <a:cubicBezTo>
                      <a:pt x="120" y="820"/>
                      <a:pt x="121" y="820"/>
                      <a:pt x="123" y="819"/>
                    </a:cubicBezTo>
                    <a:cubicBezTo>
                      <a:pt x="126" y="818"/>
                      <a:pt x="129" y="818"/>
                      <a:pt x="131" y="818"/>
                    </a:cubicBezTo>
                    <a:cubicBezTo>
                      <a:pt x="131" y="816"/>
                      <a:pt x="131" y="814"/>
                      <a:pt x="132" y="813"/>
                    </a:cubicBezTo>
                    <a:cubicBezTo>
                      <a:pt x="133" y="810"/>
                      <a:pt x="136" y="808"/>
                      <a:pt x="138" y="808"/>
                    </a:cubicBezTo>
                    <a:cubicBezTo>
                      <a:pt x="145" y="806"/>
                      <a:pt x="147" y="810"/>
                      <a:pt x="148" y="814"/>
                    </a:cubicBezTo>
                    <a:cubicBezTo>
                      <a:pt x="148" y="814"/>
                      <a:pt x="148" y="814"/>
                      <a:pt x="148" y="814"/>
                    </a:cubicBezTo>
                    <a:cubicBezTo>
                      <a:pt x="149" y="816"/>
                      <a:pt x="154" y="819"/>
                      <a:pt x="157" y="819"/>
                    </a:cubicBezTo>
                    <a:cubicBezTo>
                      <a:pt x="159" y="819"/>
                      <a:pt x="159" y="819"/>
                      <a:pt x="159" y="819"/>
                    </a:cubicBezTo>
                    <a:cubicBezTo>
                      <a:pt x="163" y="819"/>
                      <a:pt x="169" y="819"/>
                      <a:pt x="172" y="818"/>
                    </a:cubicBezTo>
                    <a:cubicBezTo>
                      <a:pt x="175" y="816"/>
                      <a:pt x="184" y="811"/>
                      <a:pt x="189" y="812"/>
                    </a:cubicBezTo>
                    <a:cubicBezTo>
                      <a:pt x="191" y="812"/>
                      <a:pt x="193" y="813"/>
                      <a:pt x="195" y="815"/>
                    </a:cubicBezTo>
                    <a:cubicBezTo>
                      <a:pt x="196" y="818"/>
                      <a:pt x="196" y="821"/>
                      <a:pt x="195" y="824"/>
                    </a:cubicBezTo>
                    <a:cubicBezTo>
                      <a:pt x="195" y="825"/>
                      <a:pt x="195" y="825"/>
                      <a:pt x="195" y="826"/>
                    </a:cubicBezTo>
                    <a:cubicBezTo>
                      <a:pt x="195" y="827"/>
                      <a:pt x="195" y="828"/>
                      <a:pt x="194" y="828"/>
                    </a:cubicBezTo>
                    <a:cubicBezTo>
                      <a:pt x="195" y="829"/>
                      <a:pt x="196" y="830"/>
                      <a:pt x="196" y="833"/>
                    </a:cubicBezTo>
                    <a:cubicBezTo>
                      <a:pt x="197" y="837"/>
                      <a:pt x="195" y="838"/>
                      <a:pt x="193" y="840"/>
                    </a:cubicBezTo>
                    <a:cubicBezTo>
                      <a:pt x="192" y="841"/>
                      <a:pt x="192" y="841"/>
                      <a:pt x="192" y="841"/>
                    </a:cubicBezTo>
                    <a:cubicBezTo>
                      <a:pt x="192" y="842"/>
                      <a:pt x="191" y="842"/>
                      <a:pt x="191" y="842"/>
                    </a:cubicBezTo>
                    <a:cubicBezTo>
                      <a:pt x="191" y="843"/>
                      <a:pt x="191" y="844"/>
                      <a:pt x="191" y="845"/>
                    </a:cubicBezTo>
                    <a:cubicBezTo>
                      <a:pt x="191" y="845"/>
                      <a:pt x="191" y="845"/>
                      <a:pt x="191" y="845"/>
                    </a:cubicBezTo>
                    <a:cubicBezTo>
                      <a:pt x="195" y="846"/>
                      <a:pt x="197" y="847"/>
                      <a:pt x="199" y="848"/>
                    </a:cubicBezTo>
                    <a:cubicBezTo>
                      <a:pt x="199" y="848"/>
                      <a:pt x="200" y="849"/>
                      <a:pt x="201" y="848"/>
                    </a:cubicBezTo>
                    <a:cubicBezTo>
                      <a:pt x="204" y="846"/>
                      <a:pt x="205" y="846"/>
                      <a:pt x="205" y="846"/>
                    </a:cubicBezTo>
                    <a:cubicBezTo>
                      <a:pt x="207" y="845"/>
                      <a:pt x="207" y="845"/>
                      <a:pt x="207" y="845"/>
                    </a:cubicBezTo>
                    <a:cubicBezTo>
                      <a:pt x="209" y="846"/>
                      <a:pt x="209" y="846"/>
                      <a:pt x="209" y="846"/>
                    </a:cubicBezTo>
                    <a:cubicBezTo>
                      <a:pt x="210" y="846"/>
                      <a:pt x="210" y="847"/>
                      <a:pt x="211" y="847"/>
                    </a:cubicBezTo>
                    <a:cubicBezTo>
                      <a:pt x="213" y="846"/>
                      <a:pt x="216" y="846"/>
                      <a:pt x="218" y="846"/>
                    </a:cubicBezTo>
                    <a:cubicBezTo>
                      <a:pt x="220" y="846"/>
                      <a:pt x="220" y="846"/>
                      <a:pt x="220" y="846"/>
                    </a:cubicBezTo>
                    <a:cubicBezTo>
                      <a:pt x="221" y="847"/>
                      <a:pt x="221" y="847"/>
                      <a:pt x="221" y="847"/>
                    </a:cubicBezTo>
                    <a:cubicBezTo>
                      <a:pt x="223" y="847"/>
                      <a:pt x="224" y="847"/>
                      <a:pt x="225" y="847"/>
                    </a:cubicBezTo>
                    <a:cubicBezTo>
                      <a:pt x="229" y="847"/>
                      <a:pt x="232" y="849"/>
                      <a:pt x="233" y="853"/>
                    </a:cubicBezTo>
                    <a:cubicBezTo>
                      <a:pt x="235" y="853"/>
                      <a:pt x="238" y="853"/>
                      <a:pt x="239" y="852"/>
                    </a:cubicBezTo>
                    <a:cubicBezTo>
                      <a:pt x="241" y="851"/>
                      <a:pt x="242" y="850"/>
                      <a:pt x="244" y="848"/>
                    </a:cubicBezTo>
                    <a:cubicBezTo>
                      <a:pt x="246" y="846"/>
                      <a:pt x="246" y="846"/>
                      <a:pt x="246" y="846"/>
                    </a:cubicBezTo>
                    <a:cubicBezTo>
                      <a:pt x="249" y="842"/>
                      <a:pt x="254" y="835"/>
                      <a:pt x="255" y="832"/>
                    </a:cubicBezTo>
                    <a:cubicBezTo>
                      <a:pt x="257" y="828"/>
                      <a:pt x="260" y="826"/>
                      <a:pt x="263" y="825"/>
                    </a:cubicBezTo>
                    <a:cubicBezTo>
                      <a:pt x="263" y="824"/>
                      <a:pt x="263" y="824"/>
                      <a:pt x="264" y="824"/>
                    </a:cubicBezTo>
                    <a:cubicBezTo>
                      <a:pt x="265" y="823"/>
                      <a:pt x="265" y="822"/>
                      <a:pt x="266" y="820"/>
                    </a:cubicBezTo>
                    <a:cubicBezTo>
                      <a:pt x="266" y="819"/>
                      <a:pt x="267" y="818"/>
                      <a:pt x="267" y="817"/>
                    </a:cubicBezTo>
                    <a:cubicBezTo>
                      <a:pt x="268" y="817"/>
                      <a:pt x="268" y="817"/>
                      <a:pt x="268" y="816"/>
                    </a:cubicBezTo>
                    <a:cubicBezTo>
                      <a:pt x="269" y="814"/>
                      <a:pt x="272" y="810"/>
                      <a:pt x="276" y="811"/>
                    </a:cubicBezTo>
                    <a:cubicBezTo>
                      <a:pt x="276" y="812"/>
                      <a:pt x="276" y="812"/>
                      <a:pt x="276" y="812"/>
                    </a:cubicBezTo>
                    <a:cubicBezTo>
                      <a:pt x="277" y="812"/>
                      <a:pt x="277" y="812"/>
                      <a:pt x="277" y="812"/>
                    </a:cubicBezTo>
                    <a:cubicBezTo>
                      <a:pt x="277" y="811"/>
                      <a:pt x="277" y="811"/>
                      <a:pt x="277" y="811"/>
                    </a:cubicBezTo>
                    <a:cubicBezTo>
                      <a:pt x="278" y="811"/>
                      <a:pt x="279" y="809"/>
                      <a:pt x="281" y="809"/>
                    </a:cubicBezTo>
                    <a:cubicBezTo>
                      <a:pt x="282" y="809"/>
                      <a:pt x="282" y="809"/>
                      <a:pt x="282" y="809"/>
                    </a:cubicBezTo>
                    <a:cubicBezTo>
                      <a:pt x="283" y="809"/>
                      <a:pt x="283" y="809"/>
                      <a:pt x="284" y="808"/>
                    </a:cubicBezTo>
                    <a:cubicBezTo>
                      <a:pt x="287" y="805"/>
                      <a:pt x="292" y="805"/>
                      <a:pt x="295" y="807"/>
                    </a:cubicBezTo>
                    <a:cubicBezTo>
                      <a:pt x="299" y="808"/>
                      <a:pt x="300" y="811"/>
                      <a:pt x="300" y="812"/>
                    </a:cubicBezTo>
                    <a:cubicBezTo>
                      <a:pt x="300" y="812"/>
                      <a:pt x="300" y="812"/>
                      <a:pt x="300" y="812"/>
                    </a:cubicBezTo>
                    <a:cubicBezTo>
                      <a:pt x="300" y="813"/>
                      <a:pt x="301" y="813"/>
                      <a:pt x="301" y="814"/>
                    </a:cubicBezTo>
                    <a:cubicBezTo>
                      <a:pt x="302" y="814"/>
                      <a:pt x="303" y="814"/>
                      <a:pt x="304" y="815"/>
                    </a:cubicBezTo>
                    <a:cubicBezTo>
                      <a:pt x="306" y="815"/>
                      <a:pt x="308" y="816"/>
                      <a:pt x="310" y="817"/>
                    </a:cubicBezTo>
                    <a:cubicBezTo>
                      <a:pt x="311" y="817"/>
                      <a:pt x="315" y="817"/>
                      <a:pt x="321" y="816"/>
                    </a:cubicBezTo>
                    <a:cubicBezTo>
                      <a:pt x="322" y="816"/>
                      <a:pt x="323" y="815"/>
                      <a:pt x="325" y="815"/>
                    </a:cubicBezTo>
                    <a:cubicBezTo>
                      <a:pt x="364" y="804"/>
                      <a:pt x="381" y="801"/>
                      <a:pt x="386" y="806"/>
                    </a:cubicBezTo>
                    <a:cubicBezTo>
                      <a:pt x="388" y="807"/>
                      <a:pt x="395" y="806"/>
                      <a:pt x="401" y="805"/>
                    </a:cubicBezTo>
                    <a:cubicBezTo>
                      <a:pt x="402" y="805"/>
                      <a:pt x="403" y="805"/>
                      <a:pt x="404" y="805"/>
                    </a:cubicBezTo>
                    <a:cubicBezTo>
                      <a:pt x="406" y="805"/>
                      <a:pt x="410" y="804"/>
                      <a:pt x="411" y="804"/>
                    </a:cubicBezTo>
                    <a:cubicBezTo>
                      <a:pt x="412" y="803"/>
                      <a:pt x="412" y="803"/>
                      <a:pt x="413" y="802"/>
                    </a:cubicBezTo>
                    <a:cubicBezTo>
                      <a:pt x="414" y="801"/>
                      <a:pt x="417" y="799"/>
                      <a:pt x="422" y="800"/>
                    </a:cubicBezTo>
                    <a:cubicBezTo>
                      <a:pt x="423" y="800"/>
                      <a:pt x="425" y="800"/>
                      <a:pt x="430" y="797"/>
                    </a:cubicBezTo>
                    <a:cubicBezTo>
                      <a:pt x="432" y="796"/>
                      <a:pt x="437" y="795"/>
                      <a:pt x="444" y="794"/>
                    </a:cubicBezTo>
                    <a:cubicBezTo>
                      <a:pt x="445" y="794"/>
                      <a:pt x="445" y="794"/>
                      <a:pt x="445" y="794"/>
                    </a:cubicBezTo>
                    <a:cubicBezTo>
                      <a:pt x="446" y="794"/>
                      <a:pt x="447" y="794"/>
                      <a:pt x="448" y="794"/>
                    </a:cubicBezTo>
                    <a:cubicBezTo>
                      <a:pt x="451" y="794"/>
                      <a:pt x="455" y="793"/>
                      <a:pt x="456" y="792"/>
                    </a:cubicBezTo>
                    <a:cubicBezTo>
                      <a:pt x="458" y="789"/>
                      <a:pt x="461" y="789"/>
                      <a:pt x="464" y="789"/>
                    </a:cubicBezTo>
                    <a:cubicBezTo>
                      <a:pt x="465" y="789"/>
                      <a:pt x="466" y="789"/>
                      <a:pt x="467" y="789"/>
                    </a:cubicBezTo>
                    <a:cubicBezTo>
                      <a:pt x="470" y="788"/>
                      <a:pt x="474" y="789"/>
                      <a:pt x="475" y="790"/>
                    </a:cubicBezTo>
                    <a:cubicBezTo>
                      <a:pt x="476" y="790"/>
                      <a:pt x="476" y="791"/>
                      <a:pt x="476" y="791"/>
                    </a:cubicBezTo>
                    <a:cubicBezTo>
                      <a:pt x="477" y="791"/>
                      <a:pt x="479" y="790"/>
                      <a:pt x="480" y="789"/>
                    </a:cubicBezTo>
                    <a:cubicBezTo>
                      <a:pt x="483" y="787"/>
                      <a:pt x="487" y="788"/>
                      <a:pt x="489" y="789"/>
                    </a:cubicBezTo>
                    <a:cubicBezTo>
                      <a:pt x="490" y="789"/>
                      <a:pt x="491" y="789"/>
                      <a:pt x="491" y="789"/>
                    </a:cubicBezTo>
                    <a:cubicBezTo>
                      <a:pt x="492" y="790"/>
                      <a:pt x="492" y="790"/>
                      <a:pt x="492" y="790"/>
                    </a:cubicBezTo>
                    <a:cubicBezTo>
                      <a:pt x="492" y="790"/>
                      <a:pt x="492" y="789"/>
                      <a:pt x="494" y="788"/>
                    </a:cubicBezTo>
                    <a:cubicBezTo>
                      <a:pt x="496" y="785"/>
                      <a:pt x="498" y="784"/>
                      <a:pt x="500" y="783"/>
                    </a:cubicBezTo>
                    <a:cubicBezTo>
                      <a:pt x="501" y="782"/>
                      <a:pt x="502" y="781"/>
                      <a:pt x="503" y="780"/>
                    </a:cubicBezTo>
                    <a:cubicBezTo>
                      <a:pt x="504" y="779"/>
                      <a:pt x="505" y="779"/>
                      <a:pt x="506" y="778"/>
                    </a:cubicBezTo>
                    <a:cubicBezTo>
                      <a:pt x="510" y="775"/>
                      <a:pt x="514" y="771"/>
                      <a:pt x="520" y="771"/>
                    </a:cubicBezTo>
                    <a:cubicBezTo>
                      <a:pt x="522" y="771"/>
                      <a:pt x="522" y="771"/>
                      <a:pt x="523" y="770"/>
                    </a:cubicBezTo>
                    <a:cubicBezTo>
                      <a:pt x="524" y="769"/>
                      <a:pt x="524" y="768"/>
                      <a:pt x="525" y="768"/>
                    </a:cubicBezTo>
                    <a:cubicBezTo>
                      <a:pt x="526" y="767"/>
                      <a:pt x="526" y="766"/>
                      <a:pt x="527" y="766"/>
                    </a:cubicBezTo>
                    <a:cubicBezTo>
                      <a:pt x="527" y="765"/>
                      <a:pt x="527" y="764"/>
                      <a:pt x="527" y="763"/>
                    </a:cubicBezTo>
                    <a:cubicBezTo>
                      <a:pt x="527" y="761"/>
                      <a:pt x="528" y="758"/>
                      <a:pt x="529" y="755"/>
                    </a:cubicBezTo>
                    <a:cubicBezTo>
                      <a:pt x="530" y="753"/>
                      <a:pt x="532" y="750"/>
                      <a:pt x="533" y="749"/>
                    </a:cubicBezTo>
                    <a:cubicBezTo>
                      <a:pt x="532" y="747"/>
                      <a:pt x="532" y="745"/>
                      <a:pt x="532" y="743"/>
                    </a:cubicBezTo>
                    <a:cubicBezTo>
                      <a:pt x="532" y="742"/>
                      <a:pt x="532" y="740"/>
                      <a:pt x="532" y="739"/>
                    </a:cubicBezTo>
                    <a:cubicBezTo>
                      <a:pt x="531" y="735"/>
                      <a:pt x="531" y="732"/>
                      <a:pt x="533" y="730"/>
                    </a:cubicBezTo>
                    <a:cubicBezTo>
                      <a:pt x="534" y="730"/>
                      <a:pt x="534" y="730"/>
                      <a:pt x="534" y="730"/>
                    </a:cubicBezTo>
                    <a:cubicBezTo>
                      <a:pt x="534" y="729"/>
                      <a:pt x="534" y="729"/>
                      <a:pt x="535" y="729"/>
                    </a:cubicBezTo>
                    <a:cubicBezTo>
                      <a:pt x="535" y="728"/>
                      <a:pt x="536" y="728"/>
                      <a:pt x="537" y="727"/>
                    </a:cubicBezTo>
                    <a:cubicBezTo>
                      <a:pt x="539" y="725"/>
                      <a:pt x="540" y="723"/>
                      <a:pt x="541" y="722"/>
                    </a:cubicBezTo>
                    <a:cubicBezTo>
                      <a:pt x="541" y="720"/>
                      <a:pt x="541" y="720"/>
                      <a:pt x="541" y="720"/>
                    </a:cubicBezTo>
                    <a:cubicBezTo>
                      <a:pt x="543" y="720"/>
                      <a:pt x="543" y="720"/>
                      <a:pt x="543" y="720"/>
                    </a:cubicBezTo>
                    <a:cubicBezTo>
                      <a:pt x="544" y="719"/>
                      <a:pt x="547" y="718"/>
                      <a:pt x="551" y="720"/>
                    </a:cubicBezTo>
                    <a:cubicBezTo>
                      <a:pt x="551" y="720"/>
                      <a:pt x="552" y="720"/>
                      <a:pt x="553" y="720"/>
                    </a:cubicBezTo>
                    <a:cubicBezTo>
                      <a:pt x="553" y="720"/>
                      <a:pt x="553" y="720"/>
                      <a:pt x="554" y="720"/>
                    </a:cubicBezTo>
                    <a:cubicBezTo>
                      <a:pt x="555" y="720"/>
                      <a:pt x="556" y="719"/>
                      <a:pt x="558" y="719"/>
                    </a:cubicBezTo>
                    <a:cubicBezTo>
                      <a:pt x="558" y="719"/>
                      <a:pt x="557" y="718"/>
                      <a:pt x="557" y="718"/>
                    </a:cubicBezTo>
                    <a:cubicBezTo>
                      <a:pt x="556" y="716"/>
                      <a:pt x="555" y="714"/>
                      <a:pt x="557" y="711"/>
                    </a:cubicBezTo>
                    <a:cubicBezTo>
                      <a:pt x="556" y="710"/>
                      <a:pt x="555" y="709"/>
                      <a:pt x="556" y="708"/>
                    </a:cubicBezTo>
                    <a:cubicBezTo>
                      <a:pt x="556" y="705"/>
                      <a:pt x="558" y="704"/>
                      <a:pt x="560" y="703"/>
                    </a:cubicBezTo>
                    <a:cubicBezTo>
                      <a:pt x="561" y="703"/>
                      <a:pt x="561" y="703"/>
                      <a:pt x="561" y="703"/>
                    </a:cubicBezTo>
                    <a:cubicBezTo>
                      <a:pt x="562" y="702"/>
                      <a:pt x="565" y="702"/>
                      <a:pt x="566" y="702"/>
                    </a:cubicBezTo>
                    <a:cubicBezTo>
                      <a:pt x="568" y="702"/>
                      <a:pt x="569" y="702"/>
                      <a:pt x="569" y="702"/>
                    </a:cubicBezTo>
                    <a:cubicBezTo>
                      <a:pt x="570" y="701"/>
                      <a:pt x="570" y="701"/>
                      <a:pt x="571" y="701"/>
                    </a:cubicBezTo>
                    <a:cubicBezTo>
                      <a:pt x="574" y="700"/>
                      <a:pt x="578" y="698"/>
                      <a:pt x="582" y="699"/>
                    </a:cubicBezTo>
                    <a:cubicBezTo>
                      <a:pt x="583" y="700"/>
                      <a:pt x="585" y="699"/>
                      <a:pt x="585" y="699"/>
                    </a:cubicBezTo>
                    <a:cubicBezTo>
                      <a:pt x="585" y="698"/>
                      <a:pt x="585" y="694"/>
                      <a:pt x="584" y="693"/>
                    </a:cubicBezTo>
                    <a:cubicBezTo>
                      <a:pt x="583" y="690"/>
                      <a:pt x="582" y="688"/>
                      <a:pt x="583" y="685"/>
                    </a:cubicBezTo>
                    <a:cubicBezTo>
                      <a:pt x="584" y="684"/>
                      <a:pt x="584" y="683"/>
                      <a:pt x="585" y="682"/>
                    </a:cubicBezTo>
                    <a:cubicBezTo>
                      <a:pt x="585" y="681"/>
                      <a:pt x="587" y="679"/>
                      <a:pt x="587" y="677"/>
                    </a:cubicBezTo>
                    <a:cubicBezTo>
                      <a:pt x="588" y="675"/>
                      <a:pt x="588" y="673"/>
                      <a:pt x="588" y="672"/>
                    </a:cubicBezTo>
                    <a:cubicBezTo>
                      <a:pt x="588" y="671"/>
                      <a:pt x="587" y="669"/>
                      <a:pt x="588" y="668"/>
                    </a:cubicBezTo>
                    <a:cubicBezTo>
                      <a:pt x="588" y="665"/>
                      <a:pt x="587" y="661"/>
                      <a:pt x="586" y="656"/>
                    </a:cubicBezTo>
                    <a:cubicBezTo>
                      <a:pt x="585" y="650"/>
                      <a:pt x="584" y="646"/>
                      <a:pt x="584" y="646"/>
                    </a:cubicBezTo>
                    <a:cubicBezTo>
                      <a:pt x="584" y="645"/>
                      <a:pt x="584" y="645"/>
                      <a:pt x="584" y="645"/>
                    </a:cubicBezTo>
                    <a:cubicBezTo>
                      <a:pt x="584" y="644"/>
                      <a:pt x="584" y="644"/>
                      <a:pt x="584" y="644"/>
                    </a:cubicBezTo>
                    <a:cubicBezTo>
                      <a:pt x="584" y="644"/>
                      <a:pt x="587" y="637"/>
                      <a:pt x="587" y="628"/>
                    </a:cubicBezTo>
                    <a:cubicBezTo>
                      <a:pt x="587" y="626"/>
                      <a:pt x="586" y="622"/>
                      <a:pt x="586" y="619"/>
                    </a:cubicBezTo>
                    <a:cubicBezTo>
                      <a:pt x="585" y="611"/>
                      <a:pt x="584" y="602"/>
                      <a:pt x="587" y="596"/>
                    </a:cubicBezTo>
                    <a:cubicBezTo>
                      <a:pt x="590" y="590"/>
                      <a:pt x="594" y="575"/>
                      <a:pt x="593" y="567"/>
                    </a:cubicBezTo>
                    <a:cubicBezTo>
                      <a:pt x="593" y="559"/>
                      <a:pt x="592" y="558"/>
                      <a:pt x="591" y="557"/>
                    </a:cubicBezTo>
                    <a:cubicBezTo>
                      <a:pt x="590" y="555"/>
                      <a:pt x="590" y="554"/>
                      <a:pt x="589" y="553"/>
                    </a:cubicBezTo>
                    <a:cubicBezTo>
                      <a:pt x="589" y="552"/>
                      <a:pt x="589" y="552"/>
                      <a:pt x="589" y="552"/>
                    </a:cubicBezTo>
                    <a:cubicBezTo>
                      <a:pt x="589" y="552"/>
                      <a:pt x="589" y="552"/>
                      <a:pt x="589" y="552"/>
                    </a:cubicBezTo>
                    <a:cubicBezTo>
                      <a:pt x="589" y="552"/>
                      <a:pt x="589" y="552"/>
                      <a:pt x="589" y="552"/>
                    </a:cubicBezTo>
                    <a:cubicBezTo>
                      <a:pt x="586" y="553"/>
                      <a:pt x="584" y="553"/>
                      <a:pt x="581" y="552"/>
                    </a:cubicBezTo>
                    <a:cubicBezTo>
                      <a:pt x="581" y="551"/>
                      <a:pt x="581" y="551"/>
                      <a:pt x="581" y="551"/>
                    </a:cubicBezTo>
                    <a:cubicBezTo>
                      <a:pt x="579" y="550"/>
                      <a:pt x="576" y="549"/>
                      <a:pt x="576" y="545"/>
                    </a:cubicBezTo>
                    <a:cubicBezTo>
                      <a:pt x="576" y="544"/>
                      <a:pt x="576" y="543"/>
                      <a:pt x="576" y="543"/>
                    </a:cubicBezTo>
                    <a:cubicBezTo>
                      <a:pt x="576" y="543"/>
                      <a:pt x="576" y="543"/>
                      <a:pt x="576" y="543"/>
                    </a:cubicBezTo>
                    <a:cubicBezTo>
                      <a:pt x="574" y="542"/>
                      <a:pt x="572" y="540"/>
                      <a:pt x="572" y="538"/>
                    </a:cubicBezTo>
                    <a:cubicBezTo>
                      <a:pt x="572" y="534"/>
                      <a:pt x="574" y="531"/>
                      <a:pt x="577" y="530"/>
                    </a:cubicBezTo>
                    <a:cubicBezTo>
                      <a:pt x="577" y="529"/>
                      <a:pt x="577" y="529"/>
                      <a:pt x="577" y="529"/>
                    </a:cubicBezTo>
                    <a:cubicBezTo>
                      <a:pt x="579" y="528"/>
                      <a:pt x="582" y="526"/>
                      <a:pt x="587" y="527"/>
                    </a:cubicBezTo>
                    <a:cubicBezTo>
                      <a:pt x="587" y="527"/>
                      <a:pt x="587" y="527"/>
                      <a:pt x="587" y="527"/>
                    </a:cubicBezTo>
                    <a:cubicBezTo>
                      <a:pt x="591" y="527"/>
                      <a:pt x="592" y="527"/>
                      <a:pt x="596" y="526"/>
                    </a:cubicBezTo>
                    <a:cubicBezTo>
                      <a:pt x="602" y="524"/>
                      <a:pt x="608" y="525"/>
                      <a:pt x="613" y="527"/>
                    </a:cubicBezTo>
                    <a:cubicBezTo>
                      <a:pt x="613" y="527"/>
                      <a:pt x="614" y="526"/>
                      <a:pt x="614" y="526"/>
                    </a:cubicBezTo>
                    <a:cubicBezTo>
                      <a:pt x="615" y="525"/>
                      <a:pt x="617" y="524"/>
                      <a:pt x="619" y="524"/>
                    </a:cubicBezTo>
                    <a:cubicBezTo>
                      <a:pt x="623" y="523"/>
                      <a:pt x="626" y="527"/>
                      <a:pt x="627" y="529"/>
                    </a:cubicBezTo>
                    <a:cubicBezTo>
                      <a:pt x="627" y="529"/>
                      <a:pt x="627" y="529"/>
                      <a:pt x="627" y="529"/>
                    </a:cubicBezTo>
                    <a:cubicBezTo>
                      <a:pt x="628" y="529"/>
                      <a:pt x="628" y="529"/>
                      <a:pt x="629" y="528"/>
                    </a:cubicBezTo>
                    <a:cubicBezTo>
                      <a:pt x="631" y="526"/>
                      <a:pt x="634" y="525"/>
                      <a:pt x="636" y="525"/>
                    </a:cubicBezTo>
                    <a:cubicBezTo>
                      <a:pt x="638" y="525"/>
                      <a:pt x="640" y="526"/>
                      <a:pt x="641" y="527"/>
                    </a:cubicBezTo>
                    <a:cubicBezTo>
                      <a:pt x="641" y="528"/>
                      <a:pt x="645" y="530"/>
                      <a:pt x="647" y="530"/>
                    </a:cubicBezTo>
                    <a:cubicBezTo>
                      <a:pt x="648" y="531"/>
                      <a:pt x="650" y="532"/>
                      <a:pt x="653" y="530"/>
                    </a:cubicBezTo>
                    <a:cubicBezTo>
                      <a:pt x="660" y="525"/>
                      <a:pt x="675" y="530"/>
                      <a:pt x="675" y="530"/>
                    </a:cubicBezTo>
                    <a:cubicBezTo>
                      <a:pt x="678" y="531"/>
                      <a:pt x="680" y="531"/>
                      <a:pt x="684" y="528"/>
                    </a:cubicBezTo>
                    <a:cubicBezTo>
                      <a:pt x="690" y="522"/>
                      <a:pt x="701" y="526"/>
                      <a:pt x="705" y="527"/>
                    </a:cubicBezTo>
                    <a:cubicBezTo>
                      <a:pt x="710" y="529"/>
                      <a:pt x="713" y="533"/>
                      <a:pt x="717" y="539"/>
                    </a:cubicBezTo>
                    <a:cubicBezTo>
                      <a:pt x="717" y="540"/>
                      <a:pt x="718" y="541"/>
                      <a:pt x="718" y="541"/>
                    </a:cubicBezTo>
                    <a:cubicBezTo>
                      <a:pt x="720" y="543"/>
                      <a:pt x="725" y="544"/>
                      <a:pt x="730" y="545"/>
                    </a:cubicBezTo>
                    <a:cubicBezTo>
                      <a:pt x="730" y="545"/>
                      <a:pt x="730" y="545"/>
                      <a:pt x="730" y="545"/>
                    </a:cubicBezTo>
                    <a:cubicBezTo>
                      <a:pt x="733" y="546"/>
                      <a:pt x="736" y="547"/>
                      <a:pt x="738" y="547"/>
                    </a:cubicBezTo>
                    <a:cubicBezTo>
                      <a:pt x="739" y="548"/>
                      <a:pt x="740" y="548"/>
                      <a:pt x="741" y="548"/>
                    </a:cubicBezTo>
                    <a:cubicBezTo>
                      <a:pt x="742" y="548"/>
                      <a:pt x="743" y="548"/>
                      <a:pt x="743" y="548"/>
                    </a:cubicBezTo>
                    <a:cubicBezTo>
                      <a:pt x="744" y="544"/>
                      <a:pt x="742" y="536"/>
                      <a:pt x="740" y="534"/>
                    </a:cubicBezTo>
                    <a:cubicBezTo>
                      <a:pt x="736" y="530"/>
                      <a:pt x="735" y="524"/>
                      <a:pt x="735" y="520"/>
                    </a:cubicBezTo>
                    <a:cubicBezTo>
                      <a:pt x="735" y="515"/>
                      <a:pt x="739" y="508"/>
                      <a:pt x="744" y="503"/>
                    </a:cubicBezTo>
                    <a:cubicBezTo>
                      <a:pt x="744" y="502"/>
                      <a:pt x="744" y="502"/>
                      <a:pt x="745" y="501"/>
                    </a:cubicBezTo>
                    <a:cubicBezTo>
                      <a:pt x="746" y="500"/>
                      <a:pt x="746" y="500"/>
                      <a:pt x="746" y="498"/>
                    </a:cubicBezTo>
                    <a:cubicBezTo>
                      <a:pt x="746" y="494"/>
                      <a:pt x="749" y="489"/>
                      <a:pt x="752" y="487"/>
                    </a:cubicBezTo>
                    <a:cubicBezTo>
                      <a:pt x="753" y="486"/>
                      <a:pt x="755" y="483"/>
                      <a:pt x="757" y="480"/>
                    </a:cubicBezTo>
                    <a:cubicBezTo>
                      <a:pt x="757" y="479"/>
                      <a:pt x="758" y="478"/>
                      <a:pt x="759" y="477"/>
                    </a:cubicBezTo>
                    <a:cubicBezTo>
                      <a:pt x="762" y="472"/>
                      <a:pt x="766" y="466"/>
                      <a:pt x="770" y="463"/>
                    </a:cubicBezTo>
                    <a:cubicBezTo>
                      <a:pt x="772" y="461"/>
                      <a:pt x="779" y="452"/>
                      <a:pt x="782" y="447"/>
                    </a:cubicBezTo>
                    <a:cubicBezTo>
                      <a:pt x="784" y="445"/>
                      <a:pt x="785" y="440"/>
                      <a:pt x="786" y="437"/>
                    </a:cubicBezTo>
                    <a:cubicBezTo>
                      <a:pt x="787" y="435"/>
                      <a:pt x="787" y="433"/>
                      <a:pt x="787" y="432"/>
                    </a:cubicBezTo>
                    <a:cubicBezTo>
                      <a:pt x="789" y="430"/>
                      <a:pt x="791" y="427"/>
                      <a:pt x="793" y="425"/>
                    </a:cubicBezTo>
                    <a:cubicBezTo>
                      <a:pt x="796" y="422"/>
                      <a:pt x="797" y="421"/>
                      <a:pt x="797" y="420"/>
                    </a:cubicBezTo>
                    <a:cubicBezTo>
                      <a:pt x="797" y="420"/>
                      <a:pt x="797" y="419"/>
                      <a:pt x="798" y="418"/>
                    </a:cubicBezTo>
                    <a:cubicBezTo>
                      <a:pt x="799" y="415"/>
                      <a:pt x="800" y="411"/>
                      <a:pt x="803" y="411"/>
                    </a:cubicBezTo>
                    <a:cubicBezTo>
                      <a:pt x="804" y="410"/>
                      <a:pt x="807" y="407"/>
                      <a:pt x="809" y="405"/>
                    </a:cubicBezTo>
                    <a:cubicBezTo>
                      <a:pt x="810" y="404"/>
                      <a:pt x="810" y="404"/>
                      <a:pt x="810" y="404"/>
                    </a:cubicBezTo>
                    <a:cubicBezTo>
                      <a:pt x="812" y="401"/>
                      <a:pt x="819" y="391"/>
                      <a:pt x="820" y="389"/>
                    </a:cubicBezTo>
                    <a:cubicBezTo>
                      <a:pt x="820" y="388"/>
                      <a:pt x="820" y="388"/>
                      <a:pt x="820" y="388"/>
                    </a:cubicBezTo>
                    <a:cubicBezTo>
                      <a:pt x="822" y="387"/>
                      <a:pt x="822" y="387"/>
                      <a:pt x="822" y="387"/>
                    </a:cubicBezTo>
                    <a:cubicBezTo>
                      <a:pt x="825" y="386"/>
                      <a:pt x="831" y="391"/>
                      <a:pt x="831" y="391"/>
                    </a:cubicBezTo>
                    <a:cubicBezTo>
                      <a:pt x="834" y="393"/>
                      <a:pt x="840" y="398"/>
                      <a:pt x="844" y="401"/>
                    </a:cubicBezTo>
                    <a:cubicBezTo>
                      <a:pt x="846" y="403"/>
                      <a:pt x="848" y="405"/>
                      <a:pt x="850" y="407"/>
                    </a:cubicBezTo>
                    <a:cubicBezTo>
                      <a:pt x="852" y="410"/>
                      <a:pt x="855" y="414"/>
                      <a:pt x="857" y="415"/>
                    </a:cubicBezTo>
                    <a:cubicBezTo>
                      <a:pt x="858" y="416"/>
                      <a:pt x="858" y="416"/>
                      <a:pt x="858" y="416"/>
                    </a:cubicBezTo>
                    <a:cubicBezTo>
                      <a:pt x="861" y="417"/>
                      <a:pt x="867" y="421"/>
                      <a:pt x="868" y="422"/>
                    </a:cubicBezTo>
                    <a:cubicBezTo>
                      <a:pt x="869" y="422"/>
                      <a:pt x="869" y="422"/>
                      <a:pt x="869" y="422"/>
                    </a:cubicBezTo>
                    <a:cubicBezTo>
                      <a:pt x="872" y="422"/>
                      <a:pt x="874" y="422"/>
                      <a:pt x="878" y="426"/>
                    </a:cubicBezTo>
                    <a:cubicBezTo>
                      <a:pt x="879" y="427"/>
                      <a:pt x="884" y="427"/>
                      <a:pt x="887" y="427"/>
                    </a:cubicBezTo>
                    <a:cubicBezTo>
                      <a:pt x="889" y="427"/>
                      <a:pt x="889" y="427"/>
                      <a:pt x="889" y="427"/>
                    </a:cubicBezTo>
                    <a:cubicBezTo>
                      <a:pt x="892" y="427"/>
                      <a:pt x="902" y="427"/>
                      <a:pt x="905" y="431"/>
                    </a:cubicBezTo>
                    <a:cubicBezTo>
                      <a:pt x="906" y="431"/>
                      <a:pt x="906" y="431"/>
                      <a:pt x="906" y="431"/>
                    </a:cubicBezTo>
                    <a:cubicBezTo>
                      <a:pt x="921" y="433"/>
                      <a:pt x="926" y="438"/>
                      <a:pt x="930" y="445"/>
                    </a:cubicBezTo>
                    <a:cubicBezTo>
                      <a:pt x="932" y="445"/>
                      <a:pt x="935" y="444"/>
                      <a:pt x="936" y="443"/>
                    </a:cubicBezTo>
                    <a:cubicBezTo>
                      <a:pt x="939" y="442"/>
                      <a:pt x="940" y="442"/>
                      <a:pt x="942" y="442"/>
                    </a:cubicBezTo>
                    <a:cubicBezTo>
                      <a:pt x="951" y="440"/>
                      <a:pt x="958" y="439"/>
                      <a:pt x="963" y="439"/>
                    </a:cubicBezTo>
                    <a:cubicBezTo>
                      <a:pt x="969" y="439"/>
                      <a:pt x="970" y="436"/>
                      <a:pt x="972" y="431"/>
                    </a:cubicBezTo>
                    <a:cubicBezTo>
                      <a:pt x="973" y="430"/>
                      <a:pt x="973" y="429"/>
                      <a:pt x="973" y="428"/>
                    </a:cubicBezTo>
                    <a:cubicBezTo>
                      <a:pt x="975" y="425"/>
                      <a:pt x="976" y="418"/>
                      <a:pt x="976" y="410"/>
                    </a:cubicBezTo>
                    <a:cubicBezTo>
                      <a:pt x="976" y="408"/>
                      <a:pt x="976" y="408"/>
                      <a:pt x="976" y="408"/>
                    </a:cubicBezTo>
                    <a:cubicBezTo>
                      <a:pt x="976" y="402"/>
                      <a:pt x="976" y="400"/>
                      <a:pt x="978" y="394"/>
                    </a:cubicBezTo>
                    <a:cubicBezTo>
                      <a:pt x="980" y="387"/>
                      <a:pt x="982" y="380"/>
                      <a:pt x="983" y="376"/>
                    </a:cubicBezTo>
                    <a:cubicBezTo>
                      <a:pt x="984" y="373"/>
                      <a:pt x="984" y="367"/>
                      <a:pt x="983" y="366"/>
                    </a:cubicBezTo>
                    <a:cubicBezTo>
                      <a:pt x="982" y="362"/>
                      <a:pt x="981" y="358"/>
                      <a:pt x="985" y="352"/>
                    </a:cubicBezTo>
                    <a:cubicBezTo>
                      <a:pt x="986" y="351"/>
                      <a:pt x="989" y="346"/>
                      <a:pt x="991" y="342"/>
                    </a:cubicBezTo>
                    <a:cubicBezTo>
                      <a:pt x="994" y="336"/>
                      <a:pt x="997" y="331"/>
                      <a:pt x="999" y="329"/>
                    </a:cubicBezTo>
                    <a:cubicBezTo>
                      <a:pt x="1003" y="324"/>
                      <a:pt x="1009" y="325"/>
                      <a:pt x="1013" y="325"/>
                    </a:cubicBezTo>
                    <a:cubicBezTo>
                      <a:pt x="1013" y="325"/>
                      <a:pt x="1014" y="326"/>
                      <a:pt x="1015" y="326"/>
                    </a:cubicBezTo>
                    <a:cubicBezTo>
                      <a:pt x="1018" y="326"/>
                      <a:pt x="1020" y="326"/>
                      <a:pt x="1028" y="328"/>
                    </a:cubicBezTo>
                    <a:cubicBezTo>
                      <a:pt x="1034" y="330"/>
                      <a:pt x="1038" y="329"/>
                      <a:pt x="1042" y="329"/>
                    </a:cubicBezTo>
                    <a:cubicBezTo>
                      <a:pt x="1043" y="329"/>
                      <a:pt x="1045" y="328"/>
                      <a:pt x="1046" y="328"/>
                    </a:cubicBezTo>
                    <a:cubicBezTo>
                      <a:pt x="1051" y="328"/>
                      <a:pt x="1054" y="326"/>
                      <a:pt x="1059" y="322"/>
                    </a:cubicBezTo>
                    <a:cubicBezTo>
                      <a:pt x="1061" y="321"/>
                      <a:pt x="1062" y="319"/>
                      <a:pt x="1063" y="319"/>
                    </a:cubicBezTo>
                    <a:cubicBezTo>
                      <a:pt x="1066" y="317"/>
                      <a:pt x="1066" y="316"/>
                      <a:pt x="1067" y="314"/>
                    </a:cubicBezTo>
                    <a:cubicBezTo>
                      <a:pt x="1067" y="313"/>
                      <a:pt x="1067" y="312"/>
                      <a:pt x="1067" y="312"/>
                    </a:cubicBezTo>
                    <a:cubicBezTo>
                      <a:pt x="1068" y="309"/>
                      <a:pt x="1069" y="307"/>
                      <a:pt x="1071" y="304"/>
                    </a:cubicBezTo>
                    <a:cubicBezTo>
                      <a:pt x="1069" y="302"/>
                      <a:pt x="1067" y="299"/>
                      <a:pt x="1067" y="295"/>
                    </a:cubicBezTo>
                    <a:cubicBezTo>
                      <a:pt x="1066" y="291"/>
                      <a:pt x="1067" y="289"/>
                      <a:pt x="1069" y="288"/>
                    </a:cubicBezTo>
                    <a:cubicBezTo>
                      <a:pt x="1070" y="286"/>
                      <a:pt x="1072" y="286"/>
                      <a:pt x="1075" y="286"/>
                    </a:cubicBezTo>
                    <a:cubicBezTo>
                      <a:pt x="1075" y="285"/>
                      <a:pt x="1076" y="285"/>
                      <a:pt x="1076" y="285"/>
                    </a:cubicBezTo>
                    <a:cubicBezTo>
                      <a:pt x="1077" y="284"/>
                      <a:pt x="1078" y="282"/>
                      <a:pt x="1079" y="282"/>
                    </a:cubicBezTo>
                    <a:cubicBezTo>
                      <a:pt x="1082" y="280"/>
                      <a:pt x="1086" y="277"/>
                      <a:pt x="1093" y="277"/>
                    </a:cubicBezTo>
                    <a:cubicBezTo>
                      <a:pt x="1101" y="277"/>
                      <a:pt x="1107" y="282"/>
                      <a:pt x="1111" y="284"/>
                    </a:cubicBezTo>
                    <a:cubicBezTo>
                      <a:pt x="1112" y="285"/>
                      <a:pt x="1112" y="285"/>
                      <a:pt x="1112" y="285"/>
                    </a:cubicBezTo>
                    <a:cubicBezTo>
                      <a:pt x="1117" y="289"/>
                      <a:pt x="1119" y="288"/>
                      <a:pt x="1120" y="288"/>
                    </a:cubicBezTo>
                    <a:cubicBezTo>
                      <a:pt x="1123" y="287"/>
                      <a:pt x="1128" y="286"/>
                      <a:pt x="1130" y="286"/>
                    </a:cubicBezTo>
                    <a:cubicBezTo>
                      <a:pt x="1131" y="286"/>
                      <a:pt x="1131" y="286"/>
                      <a:pt x="1131" y="286"/>
                    </a:cubicBezTo>
                    <a:cubicBezTo>
                      <a:pt x="1134" y="286"/>
                      <a:pt x="1139" y="285"/>
                      <a:pt x="1142" y="288"/>
                    </a:cubicBezTo>
                    <a:cubicBezTo>
                      <a:pt x="1145" y="290"/>
                      <a:pt x="1147" y="293"/>
                      <a:pt x="1147" y="296"/>
                    </a:cubicBezTo>
                    <a:cubicBezTo>
                      <a:pt x="1146" y="297"/>
                      <a:pt x="1146" y="299"/>
                      <a:pt x="1145" y="300"/>
                    </a:cubicBezTo>
                    <a:cubicBezTo>
                      <a:pt x="1145" y="301"/>
                      <a:pt x="1145" y="302"/>
                      <a:pt x="1145" y="303"/>
                    </a:cubicBezTo>
                    <a:cubicBezTo>
                      <a:pt x="1145" y="308"/>
                      <a:pt x="1141" y="312"/>
                      <a:pt x="1137" y="315"/>
                    </a:cubicBezTo>
                    <a:cubicBezTo>
                      <a:pt x="1137" y="315"/>
                      <a:pt x="1137" y="316"/>
                      <a:pt x="1137" y="316"/>
                    </a:cubicBezTo>
                    <a:cubicBezTo>
                      <a:pt x="1138" y="317"/>
                      <a:pt x="1139" y="318"/>
                      <a:pt x="1140" y="319"/>
                    </a:cubicBezTo>
                    <a:cubicBezTo>
                      <a:pt x="1140" y="320"/>
                      <a:pt x="1141" y="321"/>
                      <a:pt x="1142" y="322"/>
                    </a:cubicBezTo>
                    <a:cubicBezTo>
                      <a:pt x="1143" y="323"/>
                      <a:pt x="1143" y="325"/>
                      <a:pt x="1145" y="327"/>
                    </a:cubicBezTo>
                    <a:cubicBezTo>
                      <a:pt x="1146" y="329"/>
                      <a:pt x="1148" y="333"/>
                      <a:pt x="1149" y="334"/>
                    </a:cubicBezTo>
                    <a:cubicBezTo>
                      <a:pt x="1154" y="337"/>
                      <a:pt x="1153" y="344"/>
                      <a:pt x="1149" y="351"/>
                    </a:cubicBezTo>
                    <a:cubicBezTo>
                      <a:pt x="1149" y="351"/>
                      <a:pt x="1149" y="351"/>
                      <a:pt x="1148" y="351"/>
                    </a:cubicBezTo>
                    <a:cubicBezTo>
                      <a:pt x="1149" y="351"/>
                      <a:pt x="1149" y="351"/>
                      <a:pt x="1150" y="352"/>
                    </a:cubicBezTo>
                    <a:cubicBezTo>
                      <a:pt x="1150" y="352"/>
                      <a:pt x="1150" y="352"/>
                      <a:pt x="1150" y="352"/>
                    </a:cubicBezTo>
                    <a:cubicBezTo>
                      <a:pt x="1152" y="353"/>
                      <a:pt x="1153" y="354"/>
                      <a:pt x="1154" y="355"/>
                    </a:cubicBezTo>
                    <a:cubicBezTo>
                      <a:pt x="1156" y="356"/>
                      <a:pt x="1157" y="357"/>
                      <a:pt x="1159" y="358"/>
                    </a:cubicBezTo>
                    <a:cubicBezTo>
                      <a:pt x="1165" y="359"/>
                      <a:pt x="1166" y="365"/>
                      <a:pt x="1167" y="369"/>
                    </a:cubicBezTo>
                    <a:cubicBezTo>
                      <a:pt x="1167" y="369"/>
                      <a:pt x="1167" y="370"/>
                      <a:pt x="1167" y="370"/>
                    </a:cubicBezTo>
                    <a:cubicBezTo>
                      <a:pt x="1169" y="368"/>
                      <a:pt x="1171" y="369"/>
                      <a:pt x="1171" y="369"/>
                    </a:cubicBezTo>
                    <a:cubicBezTo>
                      <a:pt x="1175" y="370"/>
                      <a:pt x="1176" y="375"/>
                      <a:pt x="1177" y="377"/>
                    </a:cubicBezTo>
                    <a:cubicBezTo>
                      <a:pt x="1177" y="379"/>
                      <a:pt x="1176" y="384"/>
                      <a:pt x="1176" y="386"/>
                    </a:cubicBezTo>
                    <a:cubicBezTo>
                      <a:pt x="1176" y="386"/>
                      <a:pt x="1176" y="386"/>
                      <a:pt x="1176" y="386"/>
                    </a:cubicBezTo>
                    <a:cubicBezTo>
                      <a:pt x="1176" y="387"/>
                      <a:pt x="1176" y="388"/>
                      <a:pt x="1176" y="388"/>
                    </a:cubicBezTo>
                    <a:cubicBezTo>
                      <a:pt x="1177" y="389"/>
                      <a:pt x="1179" y="391"/>
                      <a:pt x="1180" y="392"/>
                    </a:cubicBezTo>
                    <a:cubicBezTo>
                      <a:pt x="1182" y="394"/>
                      <a:pt x="1184" y="395"/>
                      <a:pt x="1184" y="396"/>
                    </a:cubicBezTo>
                    <a:cubicBezTo>
                      <a:pt x="1185" y="397"/>
                      <a:pt x="1186" y="398"/>
                      <a:pt x="1187" y="400"/>
                    </a:cubicBezTo>
                    <a:cubicBezTo>
                      <a:pt x="1188" y="401"/>
                      <a:pt x="1188" y="402"/>
                      <a:pt x="1189" y="403"/>
                    </a:cubicBezTo>
                    <a:cubicBezTo>
                      <a:pt x="1189" y="403"/>
                      <a:pt x="1190" y="404"/>
                      <a:pt x="1191" y="404"/>
                    </a:cubicBezTo>
                    <a:cubicBezTo>
                      <a:pt x="1196" y="406"/>
                      <a:pt x="1198" y="407"/>
                      <a:pt x="1199" y="410"/>
                    </a:cubicBezTo>
                    <a:cubicBezTo>
                      <a:pt x="1200" y="411"/>
                      <a:pt x="1200" y="412"/>
                      <a:pt x="1200" y="412"/>
                    </a:cubicBezTo>
                    <a:cubicBezTo>
                      <a:pt x="1200" y="413"/>
                      <a:pt x="1200" y="413"/>
                      <a:pt x="1200" y="414"/>
                    </a:cubicBezTo>
                    <a:cubicBezTo>
                      <a:pt x="1202" y="415"/>
                      <a:pt x="1206" y="416"/>
                      <a:pt x="1208" y="416"/>
                    </a:cubicBezTo>
                    <a:cubicBezTo>
                      <a:pt x="1209" y="416"/>
                      <a:pt x="1209" y="416"/>
                      <a:pt x="1209" y="416"/>
                    </a:cubicBezTo>
                    <a:cubicBezTo>
                      <a:pt x="1210" y="415"/>
                      <a:pt x="1211" y="414"/>
                      <a:pt x="1212" y="414"/>
                    </a:cubicBezTo>
                    <a:cubicBezTo>
                      <a:pt x="1214" y="413"/>
                      <a:pt x="1219" y="414"/>
                      <a:pt x="1222" y="416"/>
                    </a:cubicBezTo>
                    <a:cubicBezTo>
                      <a:pt x="1225" y="415"/>
                      <a:pt x="1228" y="416"/>
                      <a:pt x="1230" y="417"/>
                    </a:cubicBezTo>
                    <a:cubicBezTo>
                      <a:pt x="1232" y="419"/>
                      <a:pt x="1233" y="420"/>
                      <a:pt x="1233" y="423"/>
                    </a:cubicBezTo>
                    <a:cubicBezTo>
                      <a:pt x="1233" y="424"/>
                      <a:pt x="1233" y="427"/>
                      <a:pt x="1234" y="428"/>
                    </a:cubicBezTo>
                    <a:cubicBezTo>
                      <a:pt x="1236" y="429"/>
                      <a:pt x="1237" y="431"/>
                      <a:pt x="1237" y="433"/>
                    </a:cubicBezTo>
                    <a:cubicBezTo>
                      <a:pt x="1237" y="433"/>
                      <a:pt x="1238" y="434"/>
                      <a:pt x="1239" y="435"/>
                    </a:cubicBezTo>
                    <a:cubicBezTo>
                      <a:pt x="1240" y="435"/>
                      <a:pt x="1240" y="436"/>
                      <a:pt x="1241" y="436"/>
                    </a:cubicBezTo>
                    <a:cubicBezTo>
                      <a:pt x="1241" y="437"/>
                      <a:pt x="1242" y="437"/>
                      <a:pt x="1242" y="438"/>
                    </a:cubicBezTo>
                    <a:cubicBezTo>
                      <a:pt x="1242" y="437"/>
                      <a:pt x="1242" y="437"/>
                      <a:pt x="1242" y="437"/>
                    </a:cubicBezTo>
                    <a:cubicBezTo>
                      <a:pt x="1242" y="437"/>
                      <a:pt x="1242" y="437"/>
                      <a:pt x="1242" y="437"/>
                    </a:cubicBezTo>
                    <a:cubicBezTo>
                      <a:pt x="1242" y="437"/>
                      <a:pt x="1243" y="437"/>
                      <a:pt x="1243" y="437"/>
                    </a:cubicBezTo>
                    <a:cubicBezTo>
                      <a:pt x="1244" y="433"/>
                      <a:pt x="1248" y="432"/>
                      <a:pt x="1252" y="432"/>
                    </a:cubicBezTo>
                    <a:cubicBezTo>
                      <a:pt x="1256" y="433"/>
                      <a:pt x="1258" y="435"/>
                      <a:pt x="1258" y="439"/>
                    </a:cubicBezTo>
                    <a:cubicBezTo>
                      <a:pt x="1258" y="440"/>
                      <a:pt x="1258" y="442"/>
                      <a:pt x="1257" y="444"/>
                    </a:cubicBezTo>
                    <a:cubicBezTo>
                      <a:pt x="1257" y="445"/>
                      <a:pt x="1257" y="447"/>
                      <a:pt x="1257" y="448"/>
                    </a:cubicBezTo>
                    <a:cubicBezTo>
                      <a:pt x="1259" y="449"/>
                      <a:pt x="1261" y="451"/>
                      <a:pt x="1264" y="452"/>
                    </a:cubicBezTo>
                    <a:cubicBezTo>
                      <a:pt x="1270" y="455"/>
                      <a:pt x="1273" y="460"/>
                      <a:pt x="1273" y="464"/>
                    </a:cubicBezTo>
                    <a:cubicBezTo>
                      <a:pt x="1272" y="469"/>
                      <a:pt x="1272" y="470"/>
                      <a:pt x="1273" y="470"/>
                    </a:cubicBezTo>
                    <a:cubicBezTo>
                      <a:pt x="1274" y="472"/>
                      <a:pt x="1278" y="478"/>
                      <a:pt x="1276" y="486"/>
                    </a:cubicBezTo>
                    <a:cubicBezTo>
                      <a:pt x="1276" y="489"/>
                      <a:pt x="1274" y="498"/>
                      <a:pt x="1276" y="500"/>
                    </a:cubicBezTo>
                    <a:cubicBezTo>
                      <a:pt x="1277" y="503"/>
                      <a:pt x="1280" y="507"/>
                      <a:pt x="1280" y="512"/>
                    </a:cubicBezTo>
                    <a:cubicBezTo>
                      <a:pt x="1281" y="515"/>
                      <a:pt x="1282" y="517"/>
                      <a:pt x="1284" y="519"/>
                    </a:cubicBezTo>
                    <a:cubicBezTo>
                      <a:pt x="1285" y="520"/>
                      <a:pt x="1286" y="521"/>
                      <a:pt x="1287" y="522"/>
                    </a:cubicBezTo>
                    <a:cubicBezTo>
                      <a:pt x="1287" y="522"/>
                      <a:pt x="1287" y="522"/>
                      <a:pt x="1287" y="522"/>
                    </a:cubicBezTo>
                    <a:cubicBezTo>
                      <a:pt x="1290" y="526"/>
                      <a:pt x="1294" y="532"/>
                      <a:pt x="1293" y="539"/>
                    </a:cubicBezTo>
                    <a:cubicBezTo>
                      <a:pt x="1292" y="543"/>
                      <a:pt x="1293" y="543"/>
                      <a:pt x="1293" y="544"/>
                    </a:cubicBezTo>
                    <a:cubicBezTo>
                      <a:pt x="1293" y="544"/>
                      <a:pt x="1293" y="544"/>
                      <a:pt x="1293" y="544"/>
                    </a:cubicBezTo>
                    <a:cubicBezTo>
                      <a:pt x="1295" y="546"/>
                      <a:pt x="1301" y="552"/>
                      <a:pt x="1297" y="558"/>
                    </a:cubicBezTo>
                    <a:cubicBezTo>
                      <a:pt x="1296" y="560"/>
                      <a:pt x="1295" y="561"/>
                      <a:pt x="1295" y="562"/>
                    </a:cubicBezTo>
                    <a:cubicBezTo>
                      <a:pt x="1297" y="566"/>
                      <a:pt x="1295" y="572"/>
                      <a:pt x="1291" y="576"/>
                    </a:cubicBezTo>
                    <a:cubicBezTo>
                      <a:pt x="1290" y="578"/>
                      <a:pt x="1288" y="580"/>
                      <a:pt x="1287" y="582"/>
                    </a:cubicBezTo>
                    <a:cubicBezTo>
                      <a:pt x="1285" y="584"/>
                      <a:pt x="1283" y="587"/>
                      <a:pt x="1283" y="588"/>
                    </a:cubicBezTo>
                    <a:cubicBezTo>
                      <a:pt x="1283" y="588"/>
                      <a:pt x="1283" y="589"/>
                      <a:pt x="1283" y="590"/>
                    </a:cubicBezTo>
                    <a:cubicBezTo>
                      <a:pt x="1283" y="592"/>
                      <a:pt x="1283" y="592"/>
                      <a:pt x="1283" y="592"/>
                    </a:cubicBezTo>
                    <a:cubicBezTo>
                      <a:pt x="1283" y="593"/>
                      <a:pt x="1283" y="594"/>
                      <a:pt x="1283" y="595"/>
                    </a:cubicBezTo>
                    <a:cubicBezTo>
                      <a:pt x="1284" y="603"/>
                      <a:pt x="1284" y="610"/>
                      <a:pt x="1283" y="613"/>
                    </a:cubicBezTo>
                    <a:cubicBezTo>
                      <a:pt x="1282" y="617"/>
                      <a:pt x="1279" y="619"/>
                      <a:pt x="1276" y="621"/>
                    </a:cubicBezTo>
                    <a:cubicBezTo>
                      <a:pt x="1275" y="621"/>
                      <a:pt x="1274" y="622"/>
                      <a:pt x="1273" y="623"/>
                    </a:cubicBezTo>
                    <a:cubicBezTo>
                      <a:pt x="1272" y="624"/>
                      <a:pt x="1272" y="624"/>
                      <a:pt x="1272" y="624"/>
                    </a:cubicBezTo>
                    <a:cubicBezTo>
                      <a:pt x="1268" y="627"/>
                      <a:pt x="1263" y="632"/>
                      <a:pt x="1260" y="638"/>
                    </a:cubicBezTo>
                    <a:cubicBezTo>
                      <a:pt x="1257" y="642"/>
                      <a:pt x="1256" y="646"/>
                      <a:pt x="1255" y="648"/>
                    </a:cubicBezTo>
                    <a:cubicBezTo>
                      <a:pt x="1254" y="650"/>
                      <a:pt x="1254" y="651"/>
                      <a:pt x="1253" y="652"/>
                    </a:cubicBezTo>
                    <a:cubicBezTo>
                      <a:pt x="1253" y="652"/>
                      <a:pt x="1254" y="655"/>
                      <a:pt x="1255" y="657"/>
                    </a:cubicBezTo>
                    <a:cubicBezTo>
                      <a:pt x="1255" y="657"/>
                      <a:pt x="1255" y="657"/>
                      <a:pt x="1255" y="658"/>
                    </a:cubicBezTo>
                    <a:cubicBezTo>
                      <a:pt x="1256" y="660"/>
                      <a:pt x="1259" y="666"/>
                      <a:pt x="1260" y="674"/>
                    </a:cubicBezTo>
                    <a:cubicBezTo>
                      <a:pt x="1260" y="678"/>
                      <a:pt x="1260" y="681"/>
                      <a:pt x="1260" y="682"/>
                    </a:cubicBezTo>
                    <a:cubicBezTo>
                      <a:pt x="1260" y="682"/>
                      <a:pt x="1261" y="682"/>
                      <a:pt x="1261" y="682"/>
                    </a:cubicBezTo>
                    <a:cubicBezTo>
                      <a:pt x="1264" y="680"/>
                      <a:pt x="1270" y="678"/>
                      <a:pt x="1274" y="683"/>
                    </a:cubicBezTo>
                    <a:cubicBezTo>
                      <a:pt x="1275" y="683"/>
                      <a:pt x="1275" y="683"/>
                      <a:pt x="1275" y="683"/>
                    </a:cubicBezTo>
                    <a:cubicBezTo>
                      <a:pt x="1276" y="685"/>
                      <a:pt x="1278" y="688"/>
                      <a:pt x="1280" y="689"/>
                    </a:cubicBezTo>
                    <a:cubicBezTo>
                      <a:pt x="1281" y="689"/>
                      <a:pt x="1283" y="689"/>
                      <a:pt x="1285" y="690"/>
                    </a:cubicBezTo>
                    <a:cubicBezTo>
                      <a:pt x="1287" y="690"/>
                      <a:pt x="1288" y="690"/>
                      <a:pt x="1289" y="690"/>
                    </a:cubicBezTo>
                    <a:cubicBezTo>
                      <a:pt x="1295" y="692"/>
                      <a:pt x="1299" y="695"/>
                      <a:pt x="1300" y="698"/>
                    </a:cubicBezTo>
                    <a:cubicBezTo>
                      <a:pt x="1301" y="700"/>
                      <a:pt x="1305" y="702"/>
                      <a:pt x="1308" y="702"/>
                    </a:cubicBezTo>
                    <a:cubicBezTo>
                      <a:pt x="1312" y="701"/>
                      <a:pt x="1328" y="702"/>
                      <a:pt x="1334" y="706"/>
                    </a:cubicBezTo>
                    <a:cubicBezTo>
                      <a:pt x="1335" y="707"/>
                      <a:pt x="1335" y="707"/>
                      <a:pt x="1335" y="707"/>
                    </a:cubicBezTo>
                    <a:cubicBezTo>
                      <a:pt x="1339" y="710"/>
                      <a:pt x="1340" y="710"/>
                      <a:pt x="1343" y="710"/>
                    </a:cubicBezTo>
                    <a:cubicBezTo>
                      <a:pt x="1347" y="709"/>
                      <a:pt x="1350" y="710"/>
                      <a:pt x="1353" y="711"/>
                    </a:cubicBezTo>
                    <a:cubicBezTo>
                      <a:pt x="1353" y="711"/>
                      <a:pt x="1354" y="711"/>
                      <a:pt x="1355" y="712"/>
                    </a:cubicBezTo>
                    <a:cubicBezTo>
                      <a:pt x="1358" y="712"/>
                      <a:pt x="1362" y="712"/>
                      <a:pt x="1363" y="712"/>
                    </a:cubicBezTo>
                    <a:cubicBezTo>
                      <a:pt x="1368" y="709"/>
                      <a:pt x="1377" y="713"/>
                      <a:pt x="1379" y="714"/>
                    </a:cubicBezTo>
                    <a:cubicBezTo>
                      <a:pt x="1381" y="715"/>
                      <a:pt x="1386" y="717"/>
                      <a:pt x="1388" y="717"/>
                    </a:cubicBezTo>
                    <a:cubicBezTo>
                      <a:pt x="1388" y="717"/>
                      <a:pt x="1399" y="718"/>
                      <a:pt x="1402" y="723"/>
                    </a:cubicBezTo>
                    <a:cubicBezTo>
                      <a:pt x="1403" y="723"/>
                      <a:pt x="1403" y="724"/>
                      <a:pt x="1405" y="724"/>
                    </a:cubicBezTo>
                    <a:cubicBezTo>
                      <a:pt x="1408" y="724"/>
                      <a:pt x="1417" y="726"/>
                      <a:pt x="1419" y="729"/>
                    </a:cubicBezTo>
                    <a:cubicBezTo>
                      <a:pt x="1420" y="730"/>
                      <a:pt x="1425" y="734"/>
                      <a:pt x="1428" y="737"/>
                    </a:cubicBezTo>
                    <a:cubicBezTo>
                      <a:pt x="1432" y="740"/>
                      <a:pt x="1435" y="743"/>
                      <a:pt x="1436" y="744"/>
                    </a:cubicBezTo>
                    <a:cubicBezTo>
                      <a:pt x="1437" y="745"/>
                      <a:pt x="1442" y="749"/>
                      <a:pt x="1445" y="751"/>
                    </a:cubicBezTo>
                    <a:cubicBezTo>
                      <a:pt x="1451" y="756"/>
                      <a:pt x="1455" y="759"/>
                      <a:pt x="1457" y="761"/>
                    </a:cubicBezTo>
                    <a:cubicBezTo>
                      <a:pt x="1459" y="763"/>
                      <a:pt x="1467" y="775"/>
                      <a:pt x="1469" y="778"/>
                    </a:cubicBezTo>
                    <a:cubicBezTo>
                      <a:pt x="1469" y="779"/>
                      <a:pt x="1471" y="780"/>
                      <a:pt x="1473" y="781"/>
                    </a:cubicBezTo>
                    <a:cubicBezTo>
                      <a:pt x="1476" y="784"/>
                      <a:pt x="1480" y="786"/>
                      <a:pt x="1482" y="789"/>
                    </a:cubicBezTo>
                    <a:cubicBezTo>
                      <a:pt x="1485" y="793"/>
                      <a:pt x="1495" y="803"/>
                      <a:pt x="1498" y="805"/>
                    </a:cubicBezTo>
                    <a:cubicBezTo>
                      <a:pt x="1501" y="807"/>
                      <a:pt x="1501" y="807"/>
                      <a:pt x="1504" y="807"/>
                    </a:cubicBezTo>
                    <a:cubicBezTo>
                      <a:pt x="1505" y="807"/>
                      <a:pt x="1505" y="807"/>
                      <a:pt x="1505" y="807"/>
                    </a:cubicBezTo>
                    <a:cubicBezTo>
                      <a:pt x="1510" y="807"/>
                      <a:pt x="1524" y="807"/>
                      <a:pt x="1524" y="807"/>
                    </a:cubicBezTo>
                    <a:cubicBezTo>
                      <a:pt x="1525" y="807"/>
                      <a:pt x="1525" y="807"/>
                      <a:pt x="1525" y="807"/>
                    </a:cubicBezTo>
                    <a:cubicBezTo>
                      <a:pt x="1526" y="808"/>
                      <a:pt x="1526" y="808"/>
                      <a:pt x="1526" y="808"/>
                    </a:cubicBezTo>
                    <a:cubicBezTo>
                      <a:pt x="1528" y="808"/>
                      <a:pt x="1531" y="811"/>
                      <a:pt x="1531" y="814"/>
                    </a:cubicBezTo>
                    <a:cubicBezTo>
                      <a:pt x="1531" y="815"/>
                      <a:pt x="1530" y="817"/>
                      <a:pt x="1528" y="818"/>
                    </a:cubicBezTo>
                    <a:cubicBezTo>
                      <a:pt x="1527" y="819"/>
                      <a:pt x="1526" y="823"/>
                      <a:pt x="1525" y="826"/>
                    </a:cubicBezTo>
                    <a:cubicBezTo>
                      <a:pt x="1525" y="827"/>
                      <a:pt x="1525" y="827"/>
                      <a:pt x="1525" y="827"/>
                    </a:cubicBezTo>
                    <a:cubicBezTo>
                      <a:pt x="1525" y="828"/>
                      <a:pt x="1524" y="830"/>
                      <a:pt x="1524" y="831"/>
                    </a:cubicBezTo>
                    <a:cubicBezTo>
                      <a:pt x="1524" y="832"/>
                      <a:pt x="1523" y="833"/>
                      <a:pt x="1523" y="833"/>
                    </a:cubicBezTo>
                    <a:cubicBezTo>
                      <a:pt x="1524" y="834"/>
                      <a:pt x="1526" y="834"/>
                      <a:pt x="1527" y="834"/>
                    </a:cubicBezTo>
                    <a:cubicBezTo>
                      <a:pt x="1528" y="834"/>
                      <a:pt x="1529" y="835"/>
                      <a:pt x="1530" y="835"/>
                    </a:cubicBezTo>
                    <a:cubicBezTo>
                      <a:pt x="1535" y="836"/>
                      <a:pt x="1536" y="839"/>
                      <a:pt x="1538" y="846"/>
                    </a:cubicBezTo>
                    <a:cubicBezTo>
                      <a:pt x="1538" y="849"/>
                      <a:pt x="1539" y="853"/>
                      <a:pt x="1539" y="858"/>
                    </a:cubicBezTo>
                    <a:cubicBezTo>
                      <a:pt x="1540" y="864"/>
                      <a:pt x="1541" y="873"/>
                      <a:pt x="1542" y="875"/>
                    </a:cubicBezTo>
                    <a:cubicBezTo>
                      <a:pt x="1545" y="879"/>
                      <a:pt x="1548" y="891"/>
                      <a:pt x="1548" y="896"/>
                    </a:cubicBezTo>
                    <a:cubicBezTo>
                      <a:pt x="1548" y="898"/>
                      <a:pt x="1548" y="898"/>
                      <a:pt x="1548" y="898"/>
                    </a:cubicBezTo>
                    <a:cubicBezTo>
                      <a:pt x="1547" y="900"/>
                      <a:pt x="1547" y="908"/>
                      <a:pt x="1548" y="909"/>
                    </a:cubicBezTo>
                    <a:cubicBezTo>
                      <a:pt x="1551" y="912"/>
                      <a:pt x="1565" y="932"/>
                      <a:pt x="1567" y="936"/>
                    </a:cubicBezTo>
                    <a:cubicBezTo>
                      <a:pt x="1567" y="936"/>
                      <a:pt x="1567" y="936"/>
                      <a:pt x="1567" y="936"/>
                    </a:cubicBezTo>
                    <a:cubicBezTo>
                      <a:pt x="1569" y="940"/>
                      <a:pt x="1571" y="945"/>
                      <a:pt x="1571" y="951"/>
                    </a:cubicBezTo>
                    <a:cubicBezTo>
                      <a:pt x="1571" y="952"/>
                      <a:pt x="1571" y="952"/>
                      <a:pt x="1572" y="953"/>
                    </a:cubicBezTo>
                    <a:cubicBezTo>
                      <a:pt x="1574" y="955"/>
                      <a:pt x="1578" y="958"/>
                      <a:pt x="1581" y="957"/>
                    </a:cubicBezTo>
                    <a:cubicBezTo>
                      <a:pt x="1585" y="957"/>
                      <a:pt x="1593" y="958"/>
                      <a:pt x="1602" y="959"/>
                    </a:cubicBezTo>
                    <a:cubicBezTo>
                      <a:pt x="1608" y="959"/>
                      <a:pt x="1614" y="960"/>
                      <a:pt x="1618" y="960"/>
                    </a:cubicBezTo>
                    <a:cubicBezTo>
                      <a:pt x="1620" y="960"/>
                      <a:pt x="1622" y="960"/>
                      <a:pt x="1623" y="959"/>
                    </a:cubicBezTo>
                    <a:cubicBezTo>
                      <a:pt x="1626" y="959"/>
                      <a:pt x="1628" y="959"/>
                      <a:pt x="1634" y="961"/>
                    </a:cubicBezTo>
                    <a:cubicBezTo>
                      <a:pt x="1641" y="964"/>
                      <a:pt x="1700" y="982"/>
                      <a:pt x="1709" y="984"/>
                    </a:cubicBezTo>
                    <a:cubicBezTo>
                      <a:pt x="1713" y="986"/>
                      <a:pt x="1721" y="987"/>
                      <a:pt x="1728" y="988"/>
                    </a:cubicBezTo>
                    <a:cubicBezTo>
                      <a:pt x="1734" y="989"/>
                      <a:pt x="1739" y="990"/>
                      <a:pt x="1741" y="991"/>
                    </a:cubicBezTo>
                    <a:cubicBezTo>
                      <a:pt x="1747" y="992"/>
                      <a:pt x="1754" y="994"/>
                      <a:pt x="1759" y="994"/>
                    </a:cubicBezTo>
                    <a:cubicBezTo>
                      <a:pt x="1763" y="995"/>
                      <a:pt x="1795" y="994"/>
                      <a:pt x="1800" y="994"/>
                    </a:cubicBezTo>
                    <a:cubicBezTo>
                      <a:pt x="1804" y="993"/>
                      <a:pt x="1807" y="994"/>
                      <a:pt x="1810" y="995"/>
                    </a:cubicBezTo>
                    <a:cubicBezTo>
                      <a:pt x="1812" y="995"/>
                      <a:pt x="1813" y="995"/>
                      <a:pt x="1814" y="995"/>
                    </a:cubicBezTo>
                    <a:cubicBezTo>
                      <a:pt x="1816" y="995"/>
                      <a:pt x="1817" y="995"/>
                      <a:pt x="1818" y="996"/>
                    </a:cubicBezTo>
                    <a:cubicBezTo>
                      <a:pt x="1818" y="996"/>
                      <a:pt x="1818" y="996"/>
                      <a:pt x="1818" y="996"/>
                    </a:cubicBezTo>
                    <a:cubicBezTo>
                      <a:pt x="1821" y="992"/>
                      <a:pt x="1829" y="991"/>
                      <a:pt x="1835" y="992"/>
                    </a:cubicBezTo>
                    <a:cubicBezTo>
                      <a:pt x="1836" y="992"/>
                      <a:pt x="1838" y="993"/>
                      <a:pt x="1840" y="993"/>
                    </a:cubicBezTo>
                    <a:cubicBezTo>
                      <a:pt x="1845" y="994"/>
                      <a:pt x="1852" y="995"/>
                      <a:pt x="1855" y="995"/>
                    </a:cubicBezTo>
                    <a:cubicBezTo>
                      <a:pt x="1859" y="995"/>
                      <a:pt x="1866" y="998"/>
                      <a:pt x="1874" y="1002"/>
                    </a:cubicBezTo>
                    <a:cubicBezTo>
                      <a:pt x="1876" y="1003"/>
                      <a:pt x="1876" y="1003"/>
                      <a:pt x="1876" y="1003"/>
                    </a:cubicBezTo>
                    <a:cubicBezTo>
                      <a:pt x="1881" y="1005"/>
                      <a:pt x="1905" y="1012"/>
                      <a:pt x="1915" y="1015"/>
                    </a:cubicBezTo>
                    <a:cubicBezTo>
                      <a:pt x="1920" y="1015"/>
                      <a:pt x="1928" y="1018"/>
                      <a:pt x="1931" y="1028"/>
                    </a:cubicBezTo>
                    <a:cubicBezTo>
                      <a:pt x="1934" y="1039"/>
                      <a:pt x="1938" y="1048"/>
                      <a:pt x="1948" y="1049"/>
                    </a:cubicBezTo>
                    <a:cubicBezTo>
                      <a:pt x="1964" y="1050"/>
                      <a:pt x="1974" y="1052"/>
                      <a:pt x="1984" y="1057"/>
                    </a:cubicBezTo>
                    <a:cubicBezTo>
                      <a:pt x="1988" y="1059"/>
                      <a:pt x="1994" y="1063"/>
                      <a:pt x="2001" y="1067"/>
                    </a:cubicBezTo>
                    <a:cubicBezTo>
                      <a:pt x="2013" y="1075"/>
                      <a:pt x="2031" y="1087"/>
                      <a:pt x="2038" y="1089"/>
                    </a:cubicBezTo>
                    <a:cubicBezTo>
                      <a:pt x="2048" y="1090"/>
                      <a:pt x="2058" y="1090"/>
                      <a:pt x="2064" y="1089"/>
                    </a:cubicBezTo>
                    <a:cubicBezTo>
                      <a:pt x="2066" y="1089"/>
                      <a:pt x="2066" y="1089"/>
                      <a:pt x="2066" y="1089"/>
                    </a:cubicBezTo>
                    <a:cubicBezTo>
                      <a:pt x="2072" y="1089"/>
                      <a:pt x="2092" y="1087"/>
                      <a:pt x="2092" y="1087"/>
                    </a:cubicBezTo>
                    <a:cubicBezTo>
                      <a:pt x="2096" y="1087"/>
                      <a:pt x="2096" y="1087"/>
                      <a:pt x="2096" y="1087"/>
                    </a:cubicBezTo>
                    <a:cubicBezTo>
                      <a:pt x="2097" y="1105"/>
                      <a:pt x="2097" y="1105"/>
                      <a:pt x="2097" y="1105"/>
                    </a:cubicBezTo>
                    <a:cubicBezTo>
                      <a:pt x="2106" y="1105"/>
                      <a:pt x="2118" y="1104"/>
                      <a:pt x="2120" y="1105"/>
                    </a:cubicBezTo>
                    <a:cubicBezTo>
                      <a:pt x="2120" y="1105"/>
                      <a:pt x="2123" y="1105"/>
                      <a:pt x="2131" y="1101"/>
                    </a:cubicBezTo>
                    <a:cubicBezTo>
                      <a:pt x="2138" y="1096"/>
                      <a:pt x="2163" y="1084"/>
                      <a:pt x="2171" y="1080"/>
                    </a:cubicBezTo>
                    <a:cubicBezTo>
                      <a:pt x="2180" y="1076"/>
                      <a:pt x="2222" y="1058"/>
                      <a:pt x="2224" y="1057"/>
                    </a:cubicBezTo>
                    <a:cubicBezTo>
                      <a:pt x="2226" y="1056"/>
                      <a:pt x="2249" y="1049"/>
                      <a:pt x="2254" y="1049"/>
                    </a:cubicBezTo>
                    <a:cubicBezTo>
                      <a:pt x="2256" y="1048"/>
                      <a:pt x="2257" y="1048"/>
                      <a:pt x="2259" y="1048"/>
                    </a:cubicBezTo>
                    <a:cubicBezTo>
                      <a:pt x="2261" y="1048"/>
                      <a:pt x="2266" y="1048"/>
                      <a:pt x="2267" y="1047"/>
                    </a:cubicBezTo>
                    <a:cubicBezTo>
                      <a:pt x="2269" y="1044"/>
                      <a:pt x="2274" y="1038"/>
                      <a:pt x="2279" y="1038"/>
                    </a:cubicBezTo>
                    <a:cubicBezTo>
                      <a:pt x="2282" y="1037"/>
                      <a:pt x="2289" y="1037"/>
                      <a:pt x="2293" y="1041"/>
                    </a:cubicBezTo>
                    <a:cubicBezTo>
                      <a:pt x="2294" y="1042"/>
                      <a:pt x="2303" y="1044"/>
                      <a:pt x="2306" y="1043"/>
                    </a:cubicBezTo>
                    <a:cubicBezTo>
                      <a:pt x="2308" y="1042"/>
                      <a:pt x="2310" y="1042"/>
                      <a:pt x="2312" y="1042"/>
                    </a:cubicBezTo>
                    <a:cubicBezTo>
                      <a:pt x="2315" y="1042"/>
                      <a:pt x="2319" y="1042"/>
                      <a:pt x="2320" y="1041"/>
                    </a:cubicBezTo>
                    <a:cubicBezTo>
                      <a:pt x="2326" y="1035"/>
                      <a:pt x="2335" y="1035"/>
                      <a:pt x="2337" y="1036"/>
                    </a:cubicBezTo>
                    <a:cubicBezTo>
                      <a:pt x="2339" y="1036"/>
                      <a:pt x="2344" y="1036"/>
                      <a:pt x="2348" y="1036"/>
                    </a:cubicBezTo>
                    <a:cubicBezTo>
                      <a:pt x="2355" y="1037"/>
                      <a:pt x="2359" y="1037"/>
                      <a:pt x="2360" y="1037"/>
                    </a:cubicBezTo>
                    <a:cubicBezTo>
                      <a:pt x="2363" y="1037"/>
                      <a:pt x="2372" y="1040"/>
                      <a:pt x="2375" y="1041"/>
                    </a:cubicBezTo>
                    <a:cubicBezTo>
                      <a:pt x="2376" y="1041"/>
                      <a:pt x="2380" y="1040"/>
                      <a:pt x="2382" y="1039"/>
                    </a:cubicBezTo>
                    <a:cubicBezTo>
                      <a:pt x="2385" y="1036"/>
                      <a:pt x="2389" y="1037"/>
                      <a:pt x="2393" y="1038"/>
                    </a:cubicBezTo>
                    <a:cubicBezTo>
                      <a:pt x="2394" y="1038"/>
                      <a:pt x="2395" y="1038"/>
                      <a:pt x="2396" y="1038"/>
                    </a:cubicBezTo>
                    <a:cubicBezTo>
                      <a:pt x="2397" y="1038"/>
                      <a:pt x="2398" y="1038"/>
                      <a:pt x="2399" y="1038"/>
                    </a:cubicBezTo>
                    <a:cubicBezTo>
                      <a:pt x="2402" y="1039"/>
                      <a:pt x="2408" y="1039"/>
                      <a:pt x="2410" y="1038"/>
                    </a:cubicBezTo>
                    <a:cubicBezTo>
                      <a:pt x="2411" y="1037"/>
                      <a:pt x="2412" y="1037"/>
                      <a:pt x="2414" y="1037"/>
                    </a:cubicBezTo>
                    <a:cubicBezTo>
                      <a:pt x="2417" y="1036"/>
                      <a:pt x="2421" y="1035"/>
                      <a:pt x="2426" y="1030"/>
                    </a:cubicBezTo>
                    <a:cubicBezTo>
                      <a:pt x="2427" y="1028"/>
                      <a:pt x="2428" y="1027"/>
                      <a:pt x="2429" y="1025"/>
                    </a:cubicBezTo>
                    <a:cubicBezTo>
                      <a:pt x="2433" y="1020"/>
                      <a:pt x="2435" y="1019"/>
                      <a:pt x="2444" y="1018"/>
                    </a:cubicBezTo>
                    <a:cubicBezTo>
                      <a:pt x="2451" y="1018"/>
                      <a:pt x="2460" y="1017"/>
                      <a:pt x="2463" y="1014"/>
                    </a:cubicBezTo>
                    <a:cubicBezTo>
                      <a:pt x="2466" y="1011"/>
                      <a:pt x="2467" y="1010"/>
                      <a:pt x="2470" y="1009"/>
                    </a:cubicBezTo>
                    <a:cubicBezTo>
                      <a:pt x="2470" y="1009"/>
                      <a:pt x="2470" y="1009"/>
                      <a:pt x="2471" y="1009"/>
                    </a:cubicBezTo>
                    <a:cubicBezTo>
                      <a:pt x="2472" y="1008"/>
                      <a:pt x="2473" y="1008"/>
                      <a:pt x="2474" y="1006"/>
                    </a:cubicBezTo>
                    <a:cubicBezTo>
                      <a:pt x="2475" y="1005"/>
                      <a:pt x="2475" y="1004"/>
                      <a:pt x="2477" y="1003"/>
                    </a:cubicBezTo>
                    <a:cubicBezTo>
                      <a:pt x="2479" y="1001"/>
                      <a:pt x="2489" y="991"/>
                      <a:pt x="2493" y="981"/>
                    </a:cubicBezTo>
                    <a:cubicBezTo>
                      <a:pt x="2497" y="973"/>
                      <a:pt x="2501" y="968"/>
                      <a:pt x="2504" y="965"/>
                    </a:cubicBezTo>
                    <a:cubicBezTo>
                      <a:pt x="2505" y="964"/>
                      <a:pt x="2506" y="963"/>
                      <a:pt x="2506" y="962"/>
                    </a:cubicBezTo>
                    <a:cubicBezTo>
                      <a:pt x="2509" y="958"/>
                      <a:pt x="2514" y="951"/>
                      <a:pt x="2522" y="950"/>
                    </a:cubicBezTo>
                    <a:cubicBezTo>
                      <a:pt x="2528" y="949"/>
                      <a:pt x="2531" y="947"/>
                      <a:pt x="2535" y="944"/>
                    </a:cubicBezTo>
                    <a:cubicBezTo>
                      <a:pt x="2536" y="943"/>
                      <a:pt x="2537" y="943"/>
                      <a:pt x="2537" y="942"/>
                    </a:cubicBezTo>
                    <a:cubicBezTo>
                      <a:pt x="2539" y="941"/>
                      <a:pt x="2540" y="939"/>
                      <a:pt x="2544" y="939"/>
                    </a:cubicBezTo>
                    <a:cubicBezTo>
                      <a:pt x="2546" y="939"/>
                      <a:pt x="2547" y="939"/>
                      <a:pt x="2549" y="939"/>
                    </a:cubicBezTo>
                    <a:cubicBezTo>
                      <a:pt x="2553" y="940"/>
                      <a:pt x="2554" y="940"/>
                      <a:pt x="2555" y="938"/>
                    </a:cubicBezTo>
                    <a:cubicBezTo>
                      <a:pt x="2557" y="932"/>
                      <a:pt x="2559" y="931"/>
                      <a:pt x="2561" y="929"/>
                    </a:cubicBezTo>
                    <a:cubicBezTo>
                      <a:pt x="2561" y="928"/>
                      <a:pt x="2562" y="928"/>
                      <a:pt x="2562" y="927"/>
                    </a:cubicBezTo>
                    <a:cubicBezTo>
                      <a:pt x="2565" y="924"/>
                      <a:pt x="2566" y="924"/>
                      <a:pt x="2567" y="923"/>
                    </a:cubicBezTo>
                    <a:cubicBezTo>
                      <a:pt x="2568" y="922"/>
                      <a:pt x="2568" y="922"/>
                      <a:pt x="2568" y="922"/>
                    </a:cubicBezTo>
                    <a:cubicBezTo>
                      <a:pt x="2569" y="922"/>
                      <a:pt x="2569" y="921"/>
                      <a:pt x="2569" y="921"/>
                    </a:cubicBezTo>
                    <a:cubicBezTo>
                      <a:pt x="2570" y="920"/>
                      <a:pt x="2571" y="920"/>
                      <a:pt x="2571" y="917"/>
                    </a:cubicBezTo>
                    <a:cubicBezTo>
                      <a:pt x="2571" y="913"/>
                      <a:pt x="2569" y="911"/>
                      <a:pt x="2567" y="907"/>
                    </a:cubicBezTo>
                    <a:cubicBezTo>
                      <a:pt x="2563" y="903"/>
                      <a:pt x="2559" y="900"/>
                      <a:pt x="2556" y="898"/>
                    </a:cubicBezTo>
                    <a:cubicBezTo>
                      <a:pt x="2551" y="895"/>
                      <a:pt x="2548" y="891"/>
                      <a:pt x="2547" y="887"/>
                    </a:cubicBezTo>
                    <a:cubicBezTo>
                      <a:pt x="2546" y="886"/>
                      <a:pt x="2544" y="884"/>
                      <a:pt x="2544" y="880"/>
                    </a:cubicBezTo>
                    <a:cubicBezTo>
                      <a:pt x="2544" y="880"/>
                      <a:pt x="2544" y="880"/>
                      <a:pt x="2544" y="880"/>
                    </a:cubicBezTo>
                    <a:cubicBezTo>
                      <a:pt x="2544" y="876"/>
                      <a:pt x="2544" y="876"/>
                      <a:pt x="2543" y="874"/>
                    </a:cubicBezTo>
                    <a:cubicBezTo>
                      <a:pt x="2542" y="874"/>
                      <a:pt x="2542" y="873"/>
                      <a:pt x="2541" y="872"/>
                    </a:cubicBezTo>
                    <a:cubicBezTo>
                      <a:pt x="2539" y="870"/>
                      <a:pt x="2535" y="865"/>
                      <a:pt x="2539" y="859"/>
                    </a:cubicBezTo>
                    <a:cubicBezTo>
                      <a:pt x="2542" y="856"/>
                      <a:pt x="2544" y="848"/>
                      <a:pt x="2545" y="846"/>
                    </a:cubicBezTo>
                    <a:cubicBezTo>
                      <a:pt x="2545" y="845"/>
                      <a:pt x="2545" y="845"/>
                      <a:pt x="2545" y="845"/>
                    </a:cubicBezTo>
                    <a:cubicBezTo>
                      <a:pt x="2545" y="842"/>
                      <a:pt x="2546" y="836"/>
                      <a:pt x="2548" y="828"/>
                    </a:cubicBezTo>
                    <a:cubicBezTo>
                      <a:pt x="2548" y="826"/>
                      <a:pt x="2549" y="824"/>
                      <a:pt x="2549" y="823"/>
                    </a:cubicBezTo>
                    <a:cubicBezTo>
                      <a:pt x="2551" y="817"/>
                      <a:pt x="2552" y="812"/>
                      <a:pt x="2556" y="808"/>
                    </a:cubicBezTo>
                    <a:cubicBezTo>
                      <a:pt x="2560" y="804"/>
                      <a:pt x="2568" y="798"/>
                      <a:pt x="2570" y="797"/>
                    </a:cubicBezTo>
                    <a:cubicBezTo>
                      <a:pt x="2572" y="796"/>
                      <a:pt x="2575" y="796"/>
                      <a:pt x="2578" y="796"/>
                    </a:cubicBezTo>
                    <a:cubicBezTo>
                      <a:pt x="2580" y="797"/>
                      <a:pt x="2583" y="797"/>
                      <a:pt x="2586" y="797"/>
                    </a:cubicBezTo>
                    <a:cubicBezTo>
                      <a:pt x="2588" y="797"/>
                      <a:pt x="2590" y="797"/>
                      <a:pt x="2591" y="796"/>
                    </a:cubicBezTo>
                    <a:cubicBezTo>
                      <a:pt x="2595" y="796"/>
                      <a:pt x="2599" y="796"/>
                      <a:pt x="2603" y="798"/>
                    </a:cubicBezTo>
                    <a:cubicBezTo>
                      <a:pt x="2604" y="799"/>
                      <a:pt x="2607" y="802"/>
                      <a:pt x="2610" y="804"/>
                    </a:cubicBezTo>
                    <a:cubicBezTo>
                      <a:pt x="2615" y="808"/>
                      <a:pt x="2622" y="813"/>
                      <a:pt x="2624" y="814"/>
                    </a:cubicBezTo>
                    <a:cubicBezTo>
                      <a:pt x="2629" y="816"/>
                      <a:pt x="2636" y="818"/>
                      <a:pt x="2644" y="818"/>
                    </a:cubicBezTo>
                    <a:cubicBezTo>
                      <a:pt x="2648" y="818"/>
                      <a:pt x="2651" y="818"/>
                      <a:pt x="2654" y="818"/>
                    </a:cubicBezTo>
                    <a:cubicBezTo>
                      <a:pt x="2657" y="817"/>
                      <a:pt x="2660" y="817"/>
                      <a:pt x="2664" y="817"/>
                    </a:cubicBezTo>
                    <a:cubicBezTo>
                      <a:pt x="2670" y="818"/>
                      <a:pt x="2672" y="819"/>
                      <a:pt x="2674" y="820"/>
                    </a:cubicBezTo>
                    <a:cubicBezTo>
                      <a:pt x="2675" y="820"/>
                      <a:pt x="2675" y="821"/>
                      <a:pt x="2675" y="821"/>
                    </a:cubicBezTo>
                    <a:cubicBezTo>
                      <a:pt x="2677" y="821"/>
                      <a:pt x="2681" y="822"/>
                      <a:pt x="2683" y="819"/>
                    </a:cubicBezTo>
                    <a:cubicBezTo>
                      <a:pt x="2686" y="813"/>
                      <a:pt x="2693" y="807"/>
                      <a:pt x="2697" y="805"/>
                    </a:cubicBezTo>
                    <a:cubicBezTo>
                      <a:pt x="2698" y="805"/>
                      <a:pt x="2699" y="805"/>
                      <a:pt x="2700" y="805"/>
                    </a:cubicBezTo>
                    <a:cubicBezTo>
                      <a:pt x="2703" y="804"/>
                      <a:pt x="2707" y="803"/>
                      <a:pt x="2709" y="801"/>
                    </a:cubicBezTo>
                    <a:cubicBezTo>
                      <a:pt x="2712" y="796"/>
                      <a:pt x="2724" y="783"/>
                      <a:pt x="2726" y="782"/>
                    </a:cubicBezTo>
                    <a:cubicBezTo>
                      <a:pt x="2727" y="781"/>
                      <a:pt x="2729" y="777"/>
                      <a:pt x="2729" y="773"/>
                    </a:cubicBezTo>
                    <a:cubicBezTo>
                      <a:pt x="2730" y="766"/>
                      <a:pt x="2735" y="760"/>
                      <a:pt x="2741" y="758"/>
                    </a:cubicBezTo>
                    <a:cubicBezTo>
                      <a:pt x="2745" y="756"/>
                      <a:pt x="2749" y="758"/>
                      <a:pt x="2753" y="759"/>
                    </a:cubicBezTo>
                    <a:cubicBezTo>
                      <a:pt x="2755" y="760"/>
                      <a:pt x="2756" y="760"/>
                      <a:pt x="2757" y="760"/>
                    </a:cubicBezTo>
                    <a:cubicBezTo>
                      <a:pt x="2761" y="761"/>
                      <a:pt x="2762" y="761"/>
                      <a:pt x="2763" y="761"/>
                    </a:cubicBezTo>
                    <a:cubicBezTo>
                      <a:pt x="2765" y="760"/>
                      <a:pt x="2769" y="760"/>
                      <a:pt x="2775" y="760"/>
                    </a:cubicBezTo>
                    <a:cubicBezTo>
                      <a:pt x="2779" y="760"/>
                      <a:pt x="2785" y="760"/>
                      <a:pt x="2788" y="758"/>
                    </a:cubicBezTo>
                    <a:cubicBezTo>
                      <a:pt x="2789" y="758"/>
                      <a:pt x="2791" y="757"/>
                      <a:pt x="2792" y="756"/>
                    </a:cubicBezTo>
                    <a:cubicBezTo>
                      <a:pt x="2794" y="755"/>
                      <a:pt x="2796" y="755"/>
                      <a:pt x="2798" y="754"/>
                    </a:cubicBezTo>
                    <a:cubicBezTo>
                      <a:pt x="2801" y="752"/>
                      <a:pt x="2809" y="747"/>
                      <a:pt x="2814" y="741"/>
                    </a:cubicBezTo>
                    <a:cubicBezTo>
                      <a:pt x="2816" y="739"/>
                      <a:pt x="2817" y="737"/>
                      <a:pt x="2818" y="736"/>
                    </a:cubicBezTo>
                    <a:cubicBezTo>
                      <a:pt x="2820" y="733"/>
                      <a:pt x="2821" y="732"/>
                      <a:pt x="2826" y="731"/>
                    </a:cubicBezTo>
                    <a:cubicBezTo>
                      <a:pt x="2831" y="730"/>
                      <a:pt x="2835" y="728"/>
                      <a:pt x="2835" y="726"/>
                    </a:cubicBezTo>
                    <a:cubicBezTo>
                      <a:pt x="2836" y="722"/>
                      <a:pt x="2835" y="720"/>
                      <a:pt x="2835" y="716"/>
                    </a:cubicBezTo>
                    <a:cubicBezTo>
                      <a:pt x="2833" y="711"/>
                      <a:pt x="2835" y="708"/>
                      <a:pt x="2838" y="702"/>
                    </a:cubicBezTo>
                    <a:cubicBezTo>
                      <a:pt x="2841" y="697"/>
                      <a:pt x="2849" y="685"/>
                      <a:pt x="2850" y="681"/>
                    </a:cubicBezTo>
                    <a:cubicBezTo>
                      <a:pt x="2853" y="675"/>
                      <a:pt x="2857" y="672"/>
                      <a:pt x="2863" y="670"/>
                    </a:cubicBezTo>
                    <a:cubicBezTo>
                      <a:pt x="2867" y="669"/>
                      <a:pt x="2869" y="667"/>
                      <a:pt x="2871" y="667"/>
                    </a:cubicBezTo>
                    <a:cubicBezTo>
                      <a:pt x="2872" y="666"/>
                      <a:pt x="2873" y="666"/>
                      <a:pt x="2874" y="665"/>
                    </a:cubicBezTo>
                    <a:cubicBezTo>
                      <a:pt x="2876" y="664"/>
                      <a:pt x="2879" y="665"/>
                      <a:pt x="2881" y="665"/>
                    </a:cubicBezTo>
                    <a:cubicBezTo>
                      <a:pt x="2881" y="666"/>
                      <a:pt x="2882" y="666"/>
                      <a:pt x="2883" y="666"/>
                    </a:cubicBezTo>
                    <a:cubicBezTo>
                      <a:pt x="2883" y="666"/>
                      <a:pt x="2884" y="666"/>
                      <a:pt x="2886" y="666"/>
                    </a:cubicBezTo>
                    <a:cubicBezTo>
                      <a:pt x="2888" y="666"/>
                      <a:pt x="2895" y="667"/>
                      <a:pt x="2896" y="666"/>
                    </a:cubicBezTo>
                    <a:cubicBezTo>
                      <a:pt x="2898" y="666"/>
                      <a:pt x="2899" y="665"/>
                      <a:pt x="2900" y="665"/>
                    </a:cubicBezTo>
                    <a:cubicBezTo>
                      <a:pt x="2900" y="665"/>
                      <a:pt x="2901" y="665"/>
                      <a:pt x="2901" y="665"/>
                    </a:cubicBezTo>
                    <a:cubicBezTo>
                      <a:pt x="2901" y="664"/>
                      <a:pt x="2901" y="664"/>
                      <a:pt x="2901" y="664"/>
                    </a:cubicBezTo>
                    <a:cubicBezTo>
                      <a:pt x="2901" y="662"/>
                      <a:pt x="2901" y="661"/>
                      <a:pt x="2901" y="660"/>
                    </a:cubicBezTo>
                    <a:cubicBezTo>
                      <a:pt x="2901" y="658"/>
                      <a:pt x="2901" y="656"/>
                      <a:pt x="2902" y="653"/>
                    </a:cubicBezTo>
                    <a:cubicBezTo>
                      <a:pt x="2903" y="649"/>
                      <a:pt x="2905" y="645"/>
                      <a:pt x="2909" y="643"/>
                    </a:cubicBezTo>
                    <a:cubicBezTo>
                      <a:pt x="2911" y="643"/>
                      <a:pt x="2913" y="642"/>
                      <a:pt x="2916" y="643"/>
                    </a:cubicBezTo>
                    <a:cubicBezTo>
                      <a:pt x="2920" y="645"/>
                      <a:pt x="2922" y="647"/>
                      <a:pt x="2924" y="648"/>
                    </a:cubicBezTo>
                    <a:cubicBezTo>
                      <a:pt x="2925" y="648"/>
                      <a:pt x="2926" y="649"/>
                      <a:pt x="2926" y="649"/>
                    </a:cubicBezTo>
                    <a:cubicBezTo>
                      <a:pt x="2927" y="650"/>
                      <a:pt x="2929" y="648"/>
                      <a:pt x="2931" y="646"/>
                    </a:cubicBezTo>
                    <a:cubicBezTo>
                      <a:pt x="2934" y="642"/>
                      <a:pt x="2940" y="638"/>
                      <a:pt x="2943" y="636"/>
                    </a:cubicBezTo>
                    <a:cubicBezTo>
                      <a:pt x="2945" y="636"/>
                      <a:pt x="2946" y="635"/>
                      <a:pt x="2948" y="634"/>
                    </a:cubicBezTo>
                    <a:cubicBezTo>
                      <a:pt x="2948" y="633"/>
                      <a:pt x="2948" y="633"/>
                      <a:pt x="2948" y="633"/>
                    </a:cubicBezTo>
                    <a:cubicBezTo>
                      <a:pt x="2950" y="632"/>
                      <a:pt x="2952" y="631"/>
                      <a:pt x="2954" y="631"/>
                    </a:cubicBezTo>
                    <a:cubicBezTo>
                      <a:pt x="2954" y="631"/>
                      <a:pt x="2955" y="631"/>
                      <a:pt x="2955" y="631"/>
                    </a:cubicBezTo>
                    <a:cubicBezTo>
                      <a:pt x="2959" y="628"/>
                      <a:pt x="2963" y="627"/>
                      <a:pt x="2967" y="629"/>
                    </a:cubicBezTo>
                    <a:cubicBezTo>
                      <a:pt x="2971" y="631"/>
                      <a:pt x="2971" y="631"/>
                      <a:pt x="2972" y="630"/>
                    </a:cubicBezTo>
                    <a:cubicBezTo>
                      <a:pt x="2975" y="629"/>
                      <a:pt x="2980" y="629"/>
                      <a:pt x="2983" y="629"/>
                    </a:cubicBezTo>
                    <a:cubicBezTo>
                      <a:pt x="2983" y="629"/>
                      <a:pt x="2983" y="630"/>
                      <a:pt x="2983" y="630"/>
                    </a:cubicBezTo>
                    <a:cubicBezTo>
                      <a:pt x="2984" y="628"/>
                      <a:pt x="2986" y="624"/>
                      <a:pt x="2990" y="623"/>
                    </a:cubicBezTo>
                    <a:cubicBezTo>
                      <a:pt x="2992" y="623"/>
                      <a:pt x="2994" y="623"/>
                      <a:pt x="2996" y="625"/>
                    </a:cubicBezTo>
                    <a:cubicBezTo>
                      <a:pt x="2996" y="625"/>
                      <a:pt x="2997" y="626"/>
                      <a:pt x="2997" y="627"/>
                    </a:cubicBezTo>
                    <a:cubicBezTo>
                      <a:pt x="2997" y="627"/>
                      <a:pt x="2998" y="627"/>
                      <a:pt x="2998" y="627"/>
                    </a:cubicBezTo>
                    <a:cubicBezTo>
                      <a:pt x="3002" y="626"/>
                      <a:pt x="3005" y="628"/>
                      <a:pt x="3007" y="632"/>
                    </a:cubicBezTo>
                    <a:cubicBezTo>
                      <a:pt x="3007" y="632"/>
                      <a:pt x="3008" y="633"/>
                      <a:pt x="3009" y="633"/>
                    </a:cubicBezTo>
                    <a:cubicBezTo>
                      <a:pt x="3009" y="633"/>
                      <a:pt x="3009" y="633"/>
                      <a:pt x="3010" y="633"/>
                    </a:cubicBezTo>
                    <a:cubicBezTo>
                      <a:pt x="3013" y="634"/>
                      <a:pt x="3015" y="634"/>
                      <a:pt x="3016" y="634"/>
                    </a:cubicBezTo>
                    <a:cubicBezTo>
                      <a:pt x="3019" y="632"/>
                      <a:pt x="3021" y="632"/>
                      <a:pt x="3028" y="632"/>
                    </a:cubicBezTo>
                    <a:cubicBezTo>
                      <a:pt x="3033" y="633"/>
                      <a:pt x="3033" y="632"/>
                      <a:pt x="3035" y="631"/>
                    </a:cubicBezTo>
                    <a:cubicBezTo>
                      <a:pt x="3036" y="630"/>
                      <a:pt x="3036" y="630"/>
                      <a:pt x="3037" y="629"/>
                    </a:cubicBezTo>
                    <a:cubicBezTo>
                      <a:pt x="3040" y="627"/>
                      <a:pt x="3040" y="627"/>
                      <a:pt x="3041" y="626"/>
                    </a:cubicBezTo>
                    <a:cubicBezTo>
                      <a:pt x="3042" y="623"/>
                      <a:pt x="3043" y="622"/>
                      <a:pt x="3045" y="621"/>
                    </a:cubicBezTo>
                    <a:cubicBezTo>
                      <a:pt x="3046" y="620"/>
                      <a:pt x="3046" y="620"/>
                      <a:pt x="3046" y="620"/>
                    </a:cubicBezTo>
                    <a:cubicBezTo>
                      <a:pt x="3047" y="620"/>
                      <a:pt x="3047" y="620"/>
                      <a:pt x="3048" y="620"/>
                    </a:cubicBezTo>
                    <a:cubicBezTo>
                      <a:pt x="3048" y="620"/>
                      <a:pt x="3048" y="619"/>
                      <a:pt x="3048" y="619"/>
                    </a:cubicBezTo>
                    <a:cubicBezTo>
                      <a:pt x="3048" y="619"/>
                      <a:pt x="3048" y="618"/>
                      <a:pt x="3048" y="616"/>
                    </a:cubicBezTo>
                    <a:cubicBezTo>
                      <a:pt x="3048" y="611"/>
                      <a:pt x="3045" y="608"/>
                      <a:pt x="3043" y="606"/>
                    </a:cubicBezTo>
                    <a:cubicBezTo>
                      <a:pt x="3043" y="606"/>
                      <a:pt x="3042" y="606"/>
                      <a:pt x="3042" y="605"/>
                    </a:cubicBezTo>
                    <a:cubicBezTo>
                      <a:pt x="3037" y="600"/>
                      <a:pt x="3036" y="596"/>
                      <a:pt x="3036" y="593"/>
                    </a:cubicBezTo>
                    <a:cubicBezTo>
                      <a:pt x="3035" y="591"/>
                      <a:pt x="3035" y="588"/>
                      <a:pt x="3027" y="582"/>
                    </a:cubicBezTo>
                    <a:cubicBezTo>
                      <a:pt x="3016" y="572"/>
                      <a:pt x="3013" y="570"/>
                      <a:pt x="3013" y="570"/>
                    </a:cubicBezTo>
                    <a:cubicBezTo>
                      <a:pt x="3011" y="569"/>
                      <a:pt x="3009" y="568"/>
                      <a:pt x="3007" y="566"/>
                    </a:cubicBezTo>
                    <a:cubicBezTo>
                      <a:pt x="3006" y="565"/>
                      <a:pt x="3006" y="565"/>
                      <a:pt x="3006" y="565"/>
                    </a:cubicBezTo>
                    <a:cubicBezTo>
                      <a:pt x="3006" y="564"/>
                      <a:pt x="3004" y="562"/>
                      <a:pt x="3002" y="561"/>
                    </a:cubicBezTo>
                    <a:cubicBezTo>
                      <a:pt x="2999" y="559"/>
                      <a:pt x="2998" y="557"/>
                      <a:pt x="2997" y="556"/>
                    </a:cubicBezTo>
                    <a:cubicBezTo>
                      <a:pt x="2997" y="555"/>
                      <a:pt x="2996" y="554"/>
                      <a:pt x="2996" y="553"/>
                    </a:cubicBezTo>
                    <a:cubicBezTo>
                      <a:pt x="2996" y="552"/>
                      <a:pt x="2995" y="551"/>
                      <a:pt x="2994" y="550"/>
                    </a:cubicBezTo>
                    <a:cubicBezTo>
                      <a:pt x="2993" y="549"/>
                      <a:pt x="2989" y="548"/>
                      <a:pt x="2986" y="547"/>
                    </a:cubicBezTo>
                    <a:cubicBezTo>
                      <a:pt x="2979" y="545"/>
                      <a:pt x="2975" y="544"/>
                      <a:pt x="2973" y="542"/>
                    </a:cubicBezTo>
                    <a:cubicBezTo>
                      <a:pt x="2971" y="541"/>
                      <a:pt x="2962" y="532"/>
                      <a:pt x="2962" y="527"/>
                    </a:cubicBezTo>
                    <a:cubicBezTo>
                      <a:pt x="2962" y="526"/>
                      <a:pt x="2961" y="525"/>
                      <a:pt x="2960" y="524"/>
                    </a:cubicBezTo>
                    <a:cubicBezTo>
                      <a:pt x="2960" y="524"/>
                      <a:pt x="2959" y="524"/>
                      <a:pt x="2959" y="524"/>
                    </a:cubicBezTo>
                    <a:cubicBezTo>
                      <a:pt x="2958" y="524"/>
                      <a:pt x="2958" y="524"/>
                      <a:pt x="2958" y="524"/>
                    </a:cubicBezTo>
                    <a:cubicBezTo>
                      <a:pt x="2957" y="524"/>
                      <a:pt x="2957" y="524"/>
                      <a:pt x="2957" y="524"/>
                    </a:cubicBezTo>
                    <a:cubicBezTo>
                      <a:pt x="2956" y="524"/>
                      <a:pt x="2956" y="523"/>
                      <a:pt x="2955" y="523"/>
                    </a:cubicBezTo>
                    <a:cubicBezTo>
                      <a:pt x="2954" y="523"/>
                      <a:pt x="2954" y="523"/>
                      <a:pt x="2954" y="523"/>
                    </a:cubicBezTo>
                    <a:cubicBezTo>
                      <a:pt x="2948" y="523"/>
                      <a:pt x="2943" y="523"/>
                      <a:pt x="2939" y="521"/>
                    </a:cubicBezTo>
                    <a:cubicBezTo>
                      <a:pt x="2938" y="521"/>
                      <a:pt x="2935" y="521"/>
                      <a:pt x="2932" y="523"/>
                    </a:cubicBezTo>
                    <a:cubicBezTo>
                      <a:pt x="2928" y="526"/>
                      <a:pt x="2924" y="524"/>
                      <a:pt x="2922" y="524"/>
                    </a:cubicBezTo>
                    <a:cubicBezTo>
                      <a:pt x="2922" y="524"/>
                      <a:pt x="2922" y="524"/>
                      <a:pt x="2922" y="524"/>
                    </a:cubicBezTo>
                    <a:cubicBezTo>
                      <a:pt x="2918" y="529"/>
                      <a:pt x="2910" y="542"/>
                      <a:pt x="2908" y="545"/>
                    </a:cubicBezTo>
                    <a:cubicBezTo>
                      <a:pt x="2905" y="550"/>
                      <a:pt x="2900" y="556"/>
                      <a:pt x="2898" y="558"/>
                    </a:cubicBezTo>
                    <a:cubicBezTo>
                      <a:pt x="2893" y="560"/>
                      <a:pt x="2887" y="556"/>
                      <a:pt x="2883" y="551"/>
                    </a:cubicBezTo>
                    <a:cubicBezTo>
                      <a:pt x="2882" y="549"/>
                      <a:pt x="2878" y="547"/>
                      <a:pt x="2875" y="546"/>
                    </a:cubicBezTo>
                    <a:cubicBezTo>
                      <a:pt x="2873" y="545"/>
                      <a:pt x="2872" y="544"/>
                      <a:pt x="2870" y="543"/>
                    </a:cubicBezTo>
                    <a:cubicBezTo>
                      <a:pt x="2869" y="542"/>
                      <a:pt x="2869" y="542"/>
                      <a:pt x="2869" y="542"/>
                    </a:cubicBezTo>
                    <a:cubicBezTo>
                      <a:pt x="2868" y="540"/>
                      <a:pt x="2867" y="540"/>
                      <a:pt x="2865" y="540"/>
                    </a:cubicBezTo>
                    <a:cubicBezTo>
                      <a:pt x="2861" y="541"/>
                      <a:pt x="2856" y="539"/>
                      <a:pt x="2855" y="539"/>
                    </a:cubicBezTo>
                    <a:cubicBezTo>
                      <a:pt x="2854" y="539"/>
                      <a:pt x="2851" y="539"/>
                      <a:pt x="2850" y="540"/>
                    </a:cubicBezTo>
                    <a:cubicBezTo>
                      <a:pt x="2850" y="541"/>
                      <a:pt x="2850" y="541"/>
                      <a:pt x="2850" y="541"/>
                    </a:cubicBezTo>
                    <a:cubicBezTo>
                      <a:pt x="2846" y="544"/>
                      <a:pt x="2844" y="544"/>
                      <a:pt x="2836" y="544"/>
                    </a:cubicBezTo>
                    <a:cubicBezTo>
                      <a:pt x="2833" y="544"/>
                      <a:pt x="2831" y="543"/>
                      <a:pt x="2829" y="543"/>
                    </a:cubicBezTo>
                    <a:cubicBezTo>
                      <a:pt x="2824" y="543"/>
                      <a:pt x="2823" y="543"/>
                      <a:pt x="2822" y="544"/>
                    </a:cubicBezTo>
                    <a:cubicBezTo>
                      <a:pt x="2821" y="545"/>
                      <a:pt x="2820" y="547"/>
                      <a:pt x="2819" y="549"/>
                    </a:cubicBezTo>
                    <a:cubicBezTo>
                      <a:pt x="2816" y="554"/>
                      <a:pt x="2813" y="557"/>
                      <a:pt x="2811" y="559"/>
                    </a:cubicBezTo>
                    <a:cubicBezTo>
                      <a:pt x="2807" y="563"/>
                      <a:pt x="2801" y="558"/>
                      <a:pt x="2798" y="555"/>
                    </a:cubicBezTo>
                    <a:cubicBezTo>
                      <a:pt x="2797" y="555"/>
                      <a:pt x="2797" y="555"/>
                      <a:pt x="2797" y="555"/>
                    </a:cubicBezTo>
                    <a:cubicBezTo>
                      <a:pt x="2794" y="552"/>
                      <a:pt x="2785" y="543"/>
                      <a:pt x="2783" y="541"/>
                    </a:cubicBezTo>
                    <a:cubicBezTo>
                      <a:pt x="2781" y="539"/>
                      <a:pt x="2779" y="537"/>
                      <a:pt x="2779" y="530"/>
                    </a:cubicBezTo>
                    <a:cubicBezTo>
                      <a:pt x="2779" y="524"/>
                      <a:pt x="2780" y="512"/>
                      <a:pt x="2780" y="512"/>
                    </a:cubicBezTo>
                    <a:cubicBezTo>
                      <a:pt x="2780" y="510"/>
                      <a:pt x="2782" y="507"/>
                      <a:pt x="2788" y="504"/>
                    </a:cubicBezTo>
                    <a:cubicBezTo>
                      <a:pt x="2793" y="501"/>
                      <a:pt x="2793" y="499"/>
                      <a:pt x="2793" y="498"/>
                    </a:cubicBezTo>
                    <a:cubicBezTo>
                      <a:pt x="2793" y="496"/>
                      <a:pt x="2793" y="485"/>
                      <a:pt x="2792" y="481"/>
                    </a:cubicBezTo>
                    <a:cubicBezTo>
                      <a:pt x="2792" y="481"/>
                      <a:pt x="2792" y="481"/>
                      <a:pt x="2792" y="481"/>
                    </a:cubicBezTo>
                    <a:cubicBezTo>
                      <a:pt x="2792" y="480"/>
                      <a:pt x="2792" y="480"/>
                      <a:pt x="2792" y="480"/>
                    </a:cubicBezTo>
                    <a:cubicBezTo>
                      <a:pt x="2792" y="479"/>
                      <a:pt x="2793" y="473"/>
                      <a:pt x="2796" y="470"/>
                    </a:cubicBezTo>
                    <a:cubicBezTo>
                      <a:pt x="2798" y="468"/>
                      <a:pt x="2805" y="458"/>
                      <a:pt x="2806" y="456"/>
                    </a:cubicBezTo>
                    <a:cubicBezTo>
                      <a:pt x="2806" y="455"/>
                      <a:pt x="2806" y="455"/>
                      <a:pt x="2806" y="454"/>
                    </a:cubicBezTo>
                    <a:cubicBezTo>
                      <a:pt x="2805" y="452"/>
                      <a:pt x="2804" y="448"/>
                      <a:pt x="2806" y="444"/>
                    </a:cubicBezTo>
                    <a:cubicBezTo>
                      <a:pt x="2808" y="440"/>
                      <a:pt x="2814" y="424"/>
                      <a:pt x="2815" y="420"/>
                    </a:cubicBezTo>
                    <a:cubicBezTo>
                      <a:pt x="2817" y="416"/>
                      <a:pt x="2835" y="368"/>
                      <a:pt x="2837" y="363"/>
                    </a:cubicBezTo>
                    <a:cubicBezTo>
                      <a:pt x="2837" y="361"/>
                      <a:pt x="2839" y="358"/>
                      <a:pt x="2842" y="357"/>
                    </a:cubicBezTo>
                    <a:cubicBezTo>
                      <a:pt x="2845" y="356"/>
                      <a:pt x="2849" y="357"/>
                      <a:pt x="2854" y="361"/>
                    </a:cubicBezTo>
                    <a:cubicBezTo>
                      <a:pt x="2863" y="368"/>
                      <a:pt x="2873" y="372"/>
                      <a:pt x="2876" y="372"/>
                    </a:cubicBezTo>
                    <a:cubicBezTo>
                      <a:pt x="2877" y="372"/>
                      <a:pt x="2879" y="372"/>
                      <a:pt x="2881" y="372"/>
                    </a:cubicBezTo>
                    <a:cubicBezTo>
                      <a:pt x="2886" y="371"/>
                      <a:pt x="2894" y="370"/>
                      <a:pt x="2898" y="375"/>
                    </a:cubicBezTo>
                    <a:cubicBezTo>
                      <a:pt x="2899" y="376"/>
                      <a:pt x="2902" y="379"/>
                      <a:pt x="2905" y="377"/>
                    </a:cubicBezTo>
                    <a:cubicBezTo>
                      <a:pt x="2905" y="377"/>
                      <a:pt x="2912" y="373"/>
                      <a:pt x="2917" y="372"/>
                    </a:cubicBezTo>
                    <a:cubicBezTo>
                      <a:pt x="2924" y="370"/>
                      <a:pt x="2926" y="368"/>
                      <a:pt x="2926" y="368"/>
                    </a:cubicBezTo>
                    <a:cubicBezTo>
                      <a:pt x="2928" y="364"/>
                      <a:pt x="2933" y="358"/>
                      <a:pt x="2938" y="352"/>
                    </a:cubicBezTo>
                    <a:cubicBezTo>
                      <a:pt x="2938" y="351"/>
                      <a:pt x="2938" y="351"/>
                      <a:pt x="2938" y="351"/>
                    </a:cubicBezTo>
                    <a:cubicBezTo>
                      <a:pt x="2939" y="351"/>
                      <a:pt x="2939" y="350"/>
                      <a:pt x="2940" y="349"/>
                    </a:cubicBezTo>
                    <a:cubicBezTo>
                      <a:pt x="2942" y="346"/>
                      <a:pt x="2944" y="343"/>
                      <a:pt x="2950" y="341"/>
                    </a:cubicBezTo>
                    <a:cubicBezTo>
                      <a:pt x="2953" y="340"/>
                      <a:pt x="2955" y="340"/>
                      <a:pt x="2956" y="340"/>
                    </a:cubicBezTo>
                    <a:cubicBezTo>
                      <a:pt x="2958" y="339"/>
                      <a:pt x="2959" y="339"/>
                      <a:pt x="2959" y="339"/>
                    </a:cubicBezTo>
                    <a:cubicBezTo>
                      <a:pt x="2962" y="337"/>
                      <a:pt x="2965" y="337"/>
                      <a:pt x="2968" y="337"/>
                    </a:cubicBezTo>
                    <a:cubicBezTo>
                      <a:pt x="2970" y="337"/>
                      <a:pt x="2970" y="337"/>
                      <a:pt x="2970" y="337"/>
                    </a:cubicBezTo>
                    <a:cubicBezTo>
                      <a:pt x="2971" y="337"/>
                      <a:pt x="2973" y="337"/>
                      <a:pt x="2973" y="337"/>
                    </a:cubicBezTo>
                    <a:cubicBezTo>
                      <a:pt x="2973" y="337"/>
                      <a:pt x="2973" y="336"/>
                      <a:pt x="2974" y="335"/>
                    </a:cubicBezTo>
                    <a:cubicBezTo>
                      <a:pt x="2975" y="332"/>
                      <a:pt x="2978" y="330"/>
                      <a:pt x="2980" y="328"/>
                    </a:cubicBezTo>
                    <a:cubicBezTo>
                      <a:pt x="2981" y="327"/>
                      <a:pt x="2982" y="327"/>
                      <a:pt x="2983" y="326"/>
                    </a:cubicBezTo>
                    <a:cubicBezTo>
                      <a:pt x="2986" y="322"/>
                      <a:pt x="2986" y="321"/>
                      <a:pt x="2986" y="319"/>
                    </a:cubicBezTo>
                    <a:cubicBezTo>
                      <a:pt x="2985" y="314"/>
                      <a:pt x="2985" y="313"/>
                      <a:pt x="2986" y="311"/>
                    </a:cubicBezTo>
                    <a:cubicBezTo>
                      <a:pt x="2985" y="311"/>
                      <a:pt x="2985" y="311"/>
                      <a:pt x="2985" y="311"/>
                    </a:cubicBezTo>
                    <a:cubicBezTo>
                      <a:pt x="2980" y="311"/>
                      <a:pt x="2974" y="312"/>
                      <a:pt x="2972" y="305"/>
                    </a:cubicBezTo>
                    <a:cubicBezTo>
                      <a:pt x="2971" y="301"/>
                      <a:pt x="2972" y="299"/>
                      <a:pt x="2976" y="298"/>
                    </a:cubicBezTo>
                    <a:cubicBezTo>
                      <a:pt x="2976" y="297"/>
                      <a:pt x="2977" y="297"/>
                      <a:pt x="2977" y="297"/>
                    </a:cubicBezTo>
                    <a:cubicBezTo>
                      <a:pt x="2979" y="295"/>
                      <a:pt x="2979" y="295"/>
                      <a:pt x="2979" y="293"/>
                    </a:cubicBezTo>
                    <a:cubicBezTo>
                      <a:pt x="2979" y="288"/>
                      <a:pt x="2980" y="285"/>
                      <a:pt x="2982" y="282"/>
                    </a:cubicBezTo>
                    <a:cubicBezTo>
                      <a:pt x="2982" y="280"/>
                      <a:pt x="2984" y="278"/>
                      <a:pt x="2986" y="275"/>
                    </a:cubicBezTo>
                    <a:cubicBezTo>
                      <a:pt x="2988" y="274"/>
                      <a:pt x="2989" y="271"/>
                      <a:pt x="2990" y="270"/>
                    </a:cubicBezTo>
                    <a:cubicBezTo>
                      <a:pt x="2991" y="268"/>
                      <a:pt x="2991" y="265"/>
                      <a:pt x="2991" y="262"/>
                    </a:cubicBezTo>
                    <a:cubicBezTo>
                      <a:pt x="2990" y="255"/>
                      <a:pt x="2993" y="251"/>
                      <a:pt x="2995" y="249"/>
                    </a:cubicBezTo>
                    <a:cubicBezTo>
                      <a:pt x="2996" y="248"/>
                      <a:pt x="2996" y="248"/>
                      <a:pt x="2996" y="248"/>
                    </a:cubicBezTo>
                    <a:cubicBezTo>
                      <a:pt x="2998" y="246"/>
                      <a:pt x="3004" y="241"/>
                      <a:pt x="3003" y="237"/>
                    </a:cubicBezTo>
                    <a:cubicBezTo>
                      <a:pt x="3002" y="232"/>
                      <a:pt x="3001" y="228"/>
                      <a:pt x="3005" y="225"/>
                    </a:cubicBezTo>
                    <a:cubicBezTo>
                      <a:pt x="3006" y="224"/>
                      <a:pt x="3006" y="224"/>
                      <a:pt x="3006" y="224"/>
                    </a:cubicBezTo>
                    <a:cubicBezTo>
                      <a:pt x="3006" y="224"/>
                      <a:pt x="3006" y="224"/>
                      <a:pt x="3006" y="224"/>
                    </a:cubicBezTo>
                    <a:cubicBezTo>
                      <a:pt x="3006" y="223"/>
                      <a:pt x="3006" y="220"/>
                      <a:pt x="3009" y="217"/>
                    </a:cubicBezTo>
                    <a:cubicBezTo>
                      <a:pt x="3009" y="217"/>
                      <a:pt x="3010" y="216"/>
                      <a:pt x="3010" y="216"/>
                    </a:cubicBezTo>
                    <a:cubicBezTo>
                      <a:pt x="3010" y="216"/>
                      <a:pt x="3010" y="216"/>
                      <a:pt x="3010" y="216"/>
                    </a:cubicBezTo>
                    <a:cubicBezTo>
                      <a:pt x="3010" y="215"/>
                      <a:pt x="3010" y="214"/>
                      <a:pt x="3010" y="214"/>
                    </a:cubicBezTo>
                    <a:cubicBezTo>
                      <a:pt x="3010" y="212"/>
                      <a:pt x="3010" y="209"/>
                      <a:pt x="3013" y="208"/>
                    </a:cubicBezTo>
                    <a:cubicBezTo>
                      <a:pt x="3013" y="207"/>
                      <a:pt x="3013" y="206"/>
                      <a:pt x="3013" y="205"/>
                    </a:cubicBezTo>
                    <a:cubicBezTo>
                      <a:pt x="3013" y="204"/>
                      <a:pt x="3014" y="202"/>
                      <a:pt x="3014" y="201"/>
                    </a:cubicBezTo>
                    <a:cubicBezTo>
                      <a:pt x="3014" y="200"/>
                      <a:pt x="3015" y="199"/>
                      <a:pt x="3015" y="197"/>
                    </a:cubicBezTo>
                    <a:cubicBezTo>
                      <a:pt x="3015" y="195"/>
                      <a:pt x="3015" y="193"/>
                      <a:pt x="3015" y="192"/>
                    </a:cubicBezTo>
                    <a:cubicBezTo>
                      <a:pt x="3015" y="191"/>
                      <a:pt x="3015" y="190"/>
                      <a:pt x="3016" y="189"/>
                    </a:cubicBezTo>
                    <a:cubicBezTo>
                      <a:pt x="3016" y="185"/>
                      <a:pt x="3018" y="184"/>
                      <a:pt x="3020" y="182"/>
                    </a:cubicBezTo>
                    <a:cubicBezTo>
                      <a:pt x="3021" y="181"/>
                      <a:pt x="3021" y="181"/>
                      <a:pt x="3021" y="181"/>
                    </a:cubicBezTo>
                    <a:cubicBezTo>
                      <a:pt x="3023" y="179"/>
                      <a:pt x="3029" y="173"/>
                      <a:pt x="3031" y="170"/>
                    </a:cubicBezTo>
                    <a:cubicBezTo>
                      <a:pt x="3032" y="169"/>
                      <a:pt x="3032" y="169"/>
                      <a:pt x="3032" y="169"/>
                    </a:cubicBezTo>
                    <a:cubicBezTo>
                      <a:pt x="3033" y="168"/>
                      <a:pt x="3035" y="166"/>
                      <a:pt x="3039" y="163"/>
                    </a:cubicBezTo>
                    <a:cubicBezTo>
                      <a:pt x="3042" y="160"/>
                      <a:pt x="3047" y="156"/>
                      <a:pt x="3048" y="155"/>
                    </a:cubicBezTo>
                    <a:cubicBezTo>
                      <a:pt x="3049" y="153"/>
                      <a:pt x="3049" y="152"/>
                      <a:pt x="3049" y="150"/>
                    </a:cubicBezTo>
                    <a:cubicBezTo>
                      <a:pt x="3048" y="148"/>
                      <a:pt x="3049" y="146"/>
                      <a:pt x="3049" y="144"/>
                    </a:cubicBezTo>
                    <a:cubicBezTo>
                      <a:pt x="3049" y="142"/>
                      <a:pt x="3049" y="137"/>
                      <a:pt x="3048" y="136"/>
                    </a:cubicBezTo>
                    <a:cubicBezTo>
                      <a:pt x="3041" y="133"/>
                      <a:pt x="3039" y="130"/>
                      <a:pt x="3041" y="121"/>
                    </a:cubicBezTo>
                    <a:cubicBezTo>
                      <a:pt x="3043" y="116"/>
                      <a:pt x="3043" y="114"/>
                      <a:pt x="3043" y="112"/>
                    </a:cubicBezTo>
                    <a:cubicBezTo>
                      <a:pt x="3043" y="111"/>
                      <a:pt x="3043" y="111"/>
                      <a:pt x="3043" y="111"/>
                    </a:cubicBezTo>
                    <a:cubicBezTo>
                      <a:pt x="3043" y="111"/>
                      <a:pt x="3043" y="111"/>
                      <a:pt x="3043" y="111"/>
                    </a:cubicBezTo>
                    <a:cubicBezTo>
                      <a:pt x="3043" y="111"/>
                      <a:pt x="3043" y="111"/>
                      <a:pt x="3043" y="111"/>
                    </a:cubicBezTo>
                    <a:cubicBezTo>
                      <a:pt x="3043" y="111"/>
                      <a:pt x="3042" y="110"/>
                      <a:pt x="3041" y="110"/>
                    </a:cubicBezTo>
                    <a:cubicBezTo>
                      <a:pt x="3041" y="109"/>
                      <a:pt x="3040" y="109"/>
                      <a:pt x="3039" y="108"/>
                    </a:cubicBezTo>
                    <a:cubicBezTo>
                      <a:pt x="3035" y="106"/>
                      <a:pt x="3032" y="104"/>
                      <a:pt x="3028" y="107"/>
                    </a:cubicBezTo>
                    <a:cubicBezTo>
                      <a:pt x="3024" y="109"/>
                      <a:pt x="3017" y="113"/>
                      <a:pt x="3012" y="111"/>
                    </a:cubicBezTo>
                    <a:cubicBezTo>
                      <a:pt x="3011" y="110"/>
                      <a:pt x="3009" y="109"/>
                      <a:pt x="3009" y="107"/>
                    </a:cubicBezTo>
                    <a:cubicBezTo>
                      <a:pt x="3008" y="106"/>
                      <a:pt x="3008" y="106"/>
                      <a:pt x="3008" y="106"/>
                    </a:cubicBezTo>
                    <a:cubicBezTo>
                      <a:pt x="3007" y="103"/>
                      <a:pt x="3007" y="102"/>
                      <a:pt x="3009" y="98"/>
                    </a:cubicBezTo>
                    <a:cubicBezTo>
                      <a:pt x="3009" y="97"/>
                      <a:pt x="3010" y="96"/>
                      <a:pt x="3010" y="96"/>
                    </a:cubicBezTo>
                    <a:cubicBezTo>
                      <a:pt x="3008" y="94"/>
                      <a:pt x="3007" y="93"/>
                      <a:pt x="3007" y="90"/>
                    </a:cubicBezTo>
                    <a:cubicBezTo>
                      <a:pt x="3008" y="88"/>
                      <a:pt x="3009" y="86"/>
                      <a:pt x="3012" y="84"/>
                    </a:cubicBezTo>
                    <a:cubicBezTo>
                      <a:pt x="3013" y="83"/>
                      <a:pt x="3013" y="83"/>
                      <a:pt x="3013" y="83"/>
                    </a:cubicBezTo>
                    <a:cubicBezTo>
                      <a:pt x="3015" y="81"/>
                      <a:pt x="3016" y="80"/>
                      <a:pt x="3019" y="75"/>
                    </a:cubicBezTo>
                    <a:cubicBezTo>
                      <a:pt x="3021" y="71"/>
                      <a:pt x="3024" y="68"/>
                      <a:pt x="3028" y="64"/>
                    </a:cubicBezTo>
                    <a:cubicBezTo>
                      <a:pt x="3030" y="62"/>
                      <a:pt x="3032" y="59"/>
                      <a:pt x="3033" y="57"/>
                    </a:cubicBezTo>
                    <a:cubicBezTo>
                      <a:pt x="3035" y="56"/>
                      <a:pt x="3036" y="54"/>
                      <a:pt x="3036" y="54"/>
                    </a:cubicBezTo>
                    <a:cubicBezTo>
                      <a:pt x="3038" y="52"/>
                      <a:pt x="3038" y="52"/>
                      <a:pt x="3038" y="51"/>
                    </a:cubicBezTo>
                    <a:cubicBezTo>
                      <a:pt x="3038" y="50"/>
                      <a:pt x="3038" y="50"/>
                      <a:pt x="3038" y="49"/>
                    </a:cubicBezTo>
                    <a:cubicBezTo>
                      <a:pt x="3039" y="43"/>
                      <a:pt x="3042" y="41"/>
                      <a:pt x="3051" y="41"/>
                    </a:cubicBezTo>
                    <a:cubicBezTo>
                      <a:pt x="3055" y="40"/>
                      <a:pt x="3068" y="40"/>
                      <a:pt x="3074" y="37"/>
                    </a:cubicBezTo>
                    <a:cubicBezTo>
                      <a:pt x="3075" y="36"/>
                      <a:pt x="3077" y="35"/>
                      <a:pt x="3080" y="34"/>
                    </a:cubicBezTo>
                    <a:cubicBezTo>
                      <a:pt x="3084" y="32"/>
                      <a:pt x="3088" y="29"/>
                      <a:pt x="3092" y="28"/>
                    </a:cubicBezTo>
                    <a:cubicBezTo>
                      <a:pt x="3094" y="27"/>
                      <a:pt x="3094" y="27"/>
                      <a:pt x="3095" y="26"/>
                    </a:cubicBezTo>
                    <a:cubicBezTo>
                      <a:pt x="3098" y="25"/>
                      <a:pt x="3100" y="24"/>
                      <a:pt x="3105" y="24"/>
                    </a:cubicBezTo>
                    <a:cubicBezTo>
                      <a:pt x="3110" y="23"/>
                      <a:pt x="3110" y="23"/>
                      <a:pt x="3111" y="22"/>
                    </a:cubicBezTo>
                    <a:cubicBezTo>
                      <a:pt x="3111" y="21"/>
                      <a:pt x="3111" y="21"/>
                      <a:pt x="3111" y="21"/>
                    </a:cubicBezTo>
                    <a:cubicBezTo>
                      <a:pt x="3115" y="16"/>
                      <a:pt x="3121" y="14"/>
                      <a:pt x="3128" y="15"/>
                    </a:cubicBezTo>
                    <a:cubicBezTo>
                      <a:pt x="3134" y="17"/>
                      <a:pt x="3136" y="17"/>
                      <a:pt x="3140" y="16"/>
                    </a:cubicBezTo>
                    <a:cubicBezTo>
                      <a:pt x="3143" y="16"/>
                      <a:pt x="3145" y="16"/>
                      <a:pt x="3146" y="16"/>
                    </a:cubicBezTo>
                    <a:cubicBezTo>
                      <a:pt x="3147" y="16"/>
                      <a:pt x="3148" y="16"/>
                      <a:pt x="3149" y="15"/>
                    </a:cubicBezTo>
                    <a:cubicBezTo>
                      <a:pt x="3153" y="15"/>
                      <a:pt x="3156" y="14"/>
                      <a:pt x="3157" y="13"/>
                    </a:cubicBezTo>
                    <a:cubicBezTo>
                      <a:pt x="3159" y="10"/>
                      <a:pt x="3163" y="10"/>
                      <a:pt x="3165" y="10"/>
                    </a:cubicBezTo>
                    <a:cubicBezTo>
                      <a:pt x="3166" y="10"/>
                      <a:pt x="3167" y="10"/>
                      <a:pt x="3167" y="10"/>
                    </a:cubicBezTo>
                    <a:cubicBezTo>
                      <a:pt x="3168" y="9"/>
                      <a:pt x="3169" y="9"/>
                      <a:pt x="3170" y="8"/>
                    </a:cubicBezTo>
                    <a:cubicBezTo>
                      <a:pt x="3171" y="7"/>
                      <a:pt x="3172" y="7"/>
                      <a:pt x="3173" y="6"/>
                    </a:cubicBezTo>
                    <a:cubicBezTo>
                      <a:pt x="3176" y="1"/>
                      <a:pt x="3180" y="3"/>
                      <a:pt x="3184" y="4"/>
                    </a:cubicBezTo>
                    <a:cubicBezTo>
                      <a:pt x="3186" y="5"/>
                      <a:pt x="3187" y="5"/>
                      <a:pt x="3187" y="5"/>
                    </a:cubicBezTo>
                    <a:cubicBezTo>
                      <a:pt x="3188" y="4"/>
                      <a:pt x="3189" y="3"/>
                      <a:pt x="3190" y="3"/>
                    </a:cubicBezTo>
                    <a:cubicBezTo>
                      <a:pt x="3192" y="2"/>
                      <a:pt x="3193" y="3"/>
                      <a:pt x="3194" y="4"/>
                    </a:cubicBezTo>
                    <a:cubicBezTo>
                      <a:pt x="3198" y="1"/>
                      <a:pt x="3207" y="0"/>
                      <a:pt x="3212" y="4"/>
                    </a:cubicBezTo>
                    <a:cubicBezTo>
                      <a:pt x="3214" y="6"/>
                      <a:pt x="3217" y="7"/>
                      <a:pt x="3219" y="8"/>
                    </a:cubicBezTo>
                    <a:cubicBezTo>
                      <a:pt x="3221" y="9"/>
                      <a:pt x="3223" y="10"/>
                      <a:pt x="3224" y="11"/>
                    </a:cubicBezTo>
                    <a:cubicBezTo>
                      <a:pt x="3225" y="12"/>
                      <a:pt x="3226" y="12"/>
                      <a:pt x="3226" y="12"/>
                    </a:cubicBezTo>
                    <a:cubicBezTo>
                      <a:pt x="3229" y="10"/>
                      <a:pt x="3234" y="9"/>
                      <a:pt x="3239" y="12"/>
                    </a:cubicBezTo>
                    <a:cubicBezTo>
                      <a:pt x="3241" y="13"/>
                      <a:pt x="3242" y="14"/>
                      <a:pt x="3243" y="15"/>
                    </a:cubicBezTo>
                    <a:cubicBezTo>
                      <a:pt x="3247" y="21"/>
                      <a:pt x="3249" y="23"/>
                      <a:pt x="3250" y="23"/>
                    </a:cubicBezTo>
                    <a:cubicBezTo>
                      <a:pt x="3255" y="21"/>
                      <a:pt x="3260" y="19"/>
                      <a:pt x="3265" y="24"/>
                    </a:cubicBezTo>
                    <a:cubicBezTo>
                      <a:pt x="3266" y="25"/>
                      <a:pt x="3267" y="26"/>
                      <a:pt x="3268" y="26"/>
                    </a:cubicBezTo>
                    <a:cubicBezTo>
                      <a:pt x="3268" y="25"/>
                      <a:pt x="3268" y="25"/>
                      <a:pt x="3268" y="24"/>
                    </a:cubicBezTo>
                    <a:cubicBezTo>
                      <a:pt x="3269" y="22"/>
                      <a:pt x="3271" y="17"/>
                      <a:pt x="3278" y="17"/>
                    </a:cubicBezTo>
                    <a:cubicBezTo>
                      <a:pt x="3284" y="17"/>
                      <a:pt x="3288" y="18"/>
                      <a:pt x="3297" y="22"/>
                    </a:cubicBezTo>
                    <a:cubicBezTo>
                      <a:pt x="3303" y="25"/>
                      <a:pt x="3303" y="25"/>
                      <a:pt x="3306" y="25"/>
                    </a:cubicBezTo>
                    <a:cubicBezTo>
                      <a:pt x="3307" y="25"/>
                      <a:pt x="3308" y="25"/>
                      <a:pt x="3309" y="25"/>
                    </a:cubicBezTo>
                    <a:cubicBezTo>
                      <a:pt x="3315" y="25"/>
                      <a:pt x="3318" y="25"/>
                      <a:pt x="3320" y="31"/>
                    </a:cubicBezTo>
                    <a:cubicBezTo>
                      <a:pt x="3321" y="33"/>
                      <a:pt x="3322" y="35"/>
                      <a:pt x="3322" y="37"/>
                    </a:cubicBezTo>
                    <a:cubicBezTo>
                      <a:pt x="3323" y="37"/>
                      <a:pt x="3325" y="36"/>
                      <a:pt x="3326" y="36"/>
                    </a:cubicBezTo>
                    <a:cubicBezTo>
                      <a:pt x="3328" y="37"/>
                      <a:pt x="3329" y="37"/>
                      <a:pt x="3331" y="39"/>
                    </a:cubicBezTo>
                    <a:cubicBezTo>
                      <a:pt x="3331" y="40"/>
                      <a:pt x="3332" y="41"/>
                      <a:pt x="3332" y="41"/>
                    </a:cubicBezTo>
                    <a:cubicBezTo>
                      <a:pt x="3333" y="43"/>
                      <a:pt x="3335" y="45"/>
                      <a:pt x="3335" y="45"/>
                    </a:cubicBezTo>
                    <a:cubicBezTo>
                      <a:pt x="3336" y="45"/>
                      <a:pt x="3336" y="45"/>
                      <a:pt x="3336" y="45"/>
                    </a:cubicBezTo>
                    <a:cubicBezTo>
                      <a:pt x="3338" y="45"/>
                      <a:pt x="3342" y="44"/>
                      <a:pt x="3344" y="46"/>
                    </a:cubicBezTo>
                    <a:cubicBezTo>
                      <a:pt x="3345" y="47"/>
                      <a:pt x="3346" y="49"/>
                      <a:pt x="3346" y="51"/>
                    </a:cubicBezTo>
                    <a:cubicBezTo>
                      <a:pt x="3346" y="56"/>
                      <a:pt x="3344" y="58"/>
                      <a:pt x="3342" y="60"/>
                    </a:cubicBezTo>
                    <a:cubicBezTo>
                      <a:pt x="3342" y="60"/>
                      <a:pt x="3342" y="60"/>
                      <a:pt x="3342" y="60"/>
                    </a:cubicBezTo>
                    <a:cubicBezTo>
                      <a:pt x="3342" y="60"/>
                      <a:pt x="3341" y="61"/>
                      <a:pt x="3341" y="61"/>
                    </a:cubicBezTo>
                    <a:cubicBezTo>
                      <a:pt x="3341" y="61"/>
                      <a:pt x="3341" y="61"/>
                      <a:pt x="3342" y="62"/>
                    </a:cubicBezTo>
                    <a:cubicBezTo>
                      <a:pt x="3342" y="62"/>
                      <a:pt x="3342" y="62"/>
                      <a:pt x="3342" y="62"/>
                    </a:cubicBezTo>
                    <a:cubicBezTo>
                      <a:pt x="3342" y="62"/>
                      <a:pt x="3342" y="62"/>
                      <a:pt x="3342" y="62"/>
                    </a:cubicBezTo>
                    <a:cubicBezTo>
                      <a:pt x="3344" y="61"/>
                      <a:pt x="3350" y="59"/>
                      <a:pt x="3354" y="66"/>
                    </a:cubicBezTo>
                    <a:cubicBezTo>
                      <a:pt x="3356" y="70"/>
                      <a:pt x="3359" y="72"/>
                      <a:pt x="3360" y="73"/>
                    </a:cubicBezTo>
                    <a:cubicBezTo>
                      <a:pt x="3365" y="75"/>
                      <a:pt x="3369" y="77"/>
                      <a:pt x="3370" y="80"/>
                    </a:cubicBezTo>
                    <a:cubicBezTo>
                      <a:pt x="3373" y="84"/>
                      <a:pt x="3369" y="89"/>
                      <a:pt x="3368" y="90"/>
                    </a:cubicBezTo>
                    <a:cubicBezTo>
                      <a:pt x="3368" y="90"/>
                      <a:pt x="3368" y="90"/>
                      <a:pt x="3368" y="91"/>
                    </a:cubicBezTo>
                    <a:cubicBezTo>
                      <a:pt x="3369" y="91"/>
                      <a:pt x="3370" y="91"/>
                      <a:pt x="3371" y="91"/>
                    </a:cubicBezTo>
                    <a:cubicBezTo>
                      <a:pt x="3372" y="91"/>
                      <a:pt x="3374" y="91"/>
                      <a:pt x="3375" y="92"/>
                    </a:cubicBezTo>
                    <a:cubicBezTo>
                      <a:pt x="3377" y="92"/>
                      <a:pt x="3379" y="94"/>
                      <a:pt x="3380" y="97"/>
                    </a:cubicBezTo>
                    <a:cubicBezTo>
                      <a:pt x="3381" y="100"/>
                      <a:pt x="3381" y="104"/>
                      <a:pt x="3379" y="107"/>
                    </a:cubicBezTo>
                    <a:cubicBezTo>
                      <a:pt x="3378" y="107"/>
                      <a:pt x="3377" y="109"/>
                      <a:pt x="3378" y="110"/>
                    </a:cubicBezTo>
                    <a:cubicBezTo>
                      <a:pt x="3379" y="111"/>
                      <a:pt x="3380" y="113"/>
                      <a:pt x="3381" y="114"/>
                    </a:cubicBezTo>
                    <a:cubicBezTo>
                      <a:pt x="3383" y="116"/>
                      <a:pt x="3385" y="118"/>
                      <a:pt x="3386" y="120"/>
                    </a:cubicBezTo>
                    <a:cubicBezTo>
                      <a:pt x="3387" y="121"/>
                      <a:pt x="3390" y="124"/>
                      <a:pt x="3391" y="125"/>
                    </a:cubicBezTo>
                    <a:cubicBezTo>
                      <a:pt x="3394" y="126"/>
                      <a:pt x="3397" y="131"/>
                      <a:pt x="3397" y="137"/>
                    </a:cubicBezTo>
                    <a:cubicBezTo>
                      <a:pt x="3397" y="140"/>
                      <a:pt x="3398" y="141"/>
                      <a:pt x="3399" y="141"/>
                    </a:cubicBezTo>
                    <a:cubicBezTo>
                      <a:pt x="3405" y="142"/>
                      <a:pt x="3405" y="147"/>
                      <a:pt x="3405" y="149"/>
                    </a:cubicBezTo>
                    <a:cubicBezTo>
                      <a:pt x="3405" y="149"/>
                      <a:pt x="3405" y="150"/>
                      <a:pt x="3406" y="150"/>
                    </a:cubicBezTo>
                    <a:cubicBezTo>
                      <a:pt x="3406" y="150"/>
                      <a:pt x="3406" y="150"/>
                      <a:pt x="3406" y="150"/>
                    </a:cubicBezTo>
                    <a:cubicBezTo>
                      <a:pt x="3406" y="151"/>
                      <a:pt x="3406" y="151"/>
                      <a:pt x="3407" y="151"/>
                    </a:cubicBezTo>
                    <a:cubicBezTo>
                      <a:pt x="3408" y="151"/>
                      <a:pt x="3411" y="153"/>
                      <a:pt x="3412" y="156"/>
                    </a:cubicBezTo>
                    <a:cubicBezTo>
                      <a:pt x="3412" y="157"/>
                      <a:pt x="3412" y="158"/>
                      <a:pt x="3411" y="159"/>
                    </a:cubicBezTo>
                    <a:cubicBezTo>
                      <a:pt x="3412" y="159"/>
                      <a:pt x="3412" y="159"/>
                      <a:pt x="3413" y="159"/>
                    </a:cubicBezTo>
                    <a:cubicBezTo>
                      <a:pt x="3418" y="161"/>
                      <a:pt x="3417" y="167"/>
                      <a:pt x="3416" y="174"/>
                    </a:cubicBezTo>
                    <a:cubicBezTo>
                      <a:pt x="3416" y="176"/>
                      <a:pt x="3416" y="178"/>
                      <a:pt x="3416" y="179"/>
                    </a:cubicBezTo>
                    <a:cubicBezTo>
                      <a:pt x="3416" y="180"/>
                      <a:pt x="3417" y="182"/>
                      <a:pt x="3418" y="184"/>
                    </a:cubicBezTo>
                    <a:cubicBezTo>
                      <a:pt x="3419" y="184"/>
                      <a:pt x="3421" y="185"/>
                      <a:pt x="3423" y="186"/>
                    </a:cubicBezTo>
                    <a:cubicBezTo>
                      <a:pt x="3426" y="188"/>
                      <a:pt x="3430" y="189"/>
                      <a:pt x="3432" y="192"/>
                    </a:cubicBezTo>
                    <a:cubicBezTo>
                      <a:pt x="3434" y="195"/>
                      <a:pt x="3435" y="196"/>
                      <a:pt x="3435" y="198"/>
                    </a:cubicBezTo>
                    <a:cubicBezTo>
                      <a:pt x="3435" y="198"/>
                      <a:pt x="3435" y="199"/>
                      <a:pt x="3436" y="199"/>
                    </a:cubicBezTo>
                    <a:cubicBezTo>
                      <a:pt x="3436" y="200"/>
                      <a:pt x="3439" y="203"/>
                      <a:pt x="3440" y="205"/>
                    </a:cubicBezTo>
                    <a:cubicBezTo>
                      <a:pt x="3440" y="205"/>
                      <a:pt x="3440" y="205"/>
                      <a:pt x="3440" y="205"/>
                    </a:cubicBezTo>
                    <a:cubicBezTo>
                      <a:pt x="3443" y="207"/>
                      <a:pt x="3446" y="210"/>
                      <a:pt x="3448" y="213"/>
                    </a:cubicBezTo>
                    <a:cubicBezTo>
                      <a:pt x="3451" y="218"/>
                      <a:pt x="3451" y="224"/>
                      <a:pt x="3450" y="226"/>
                    </a:cubicBezTo>
                    <a:cubicBezTo>
                      <a:pt x="3450" y="226"/>
                      <a:pt x="3450" y="226"/>
                      <a:pt x="3450" y="226"/>
                    </a:cubicBezTo>
                    <a:cubicBezTo>
                      <a:pt x="3450" y="227"/>
                      <a:pt x="3449" y="230"/>
                      <a:pt x="3449" y="231"/>
                    </a:cubicBezTo>
                    <a:cubicBezTo>
                      <a:pt x="3451" y="233"/>
                      <a:pt x="3452" y="236"/>
                      <a:pt x="3452" y="238"/>
                    </a:cubicBezTo>
                    <a:cubicBezTo>
                      <a:pt x="3453" y="240"/>
                      <a:pt x="3454" y="241"/>
                      <a:pt x="3455" y="242"/>
                    </a:cubicBezTo>
                    <a:cubicBezTo>
                      <a:pt x="3456" y="243"/>
                      <a:pt x="3457" y="244"/>
                      <a:pt x="3459" y="244"/>
                    </a:cubicBezTo>
                    <a:cubicBezTo>
                      <a:pt x="3461" y="245"/>
                      <a:pt x="3462" y="245"/>
                      <a:pt x="3462" y="245"/>
                    </a:cubicBezTo>
                    <a:cubicBezTo>
                      <a:pt x="3465" y="245"/>
                      <a:pt x="3467" y="247"/>
                      <a:pt x="3468" y="249"/>
                    </a:cubicBezTo>
                    <a:cubicBezTo>
                      <a:pt x="3470" y="251"/>
                      <a:pt x="3471" y="254"/>
                      <a:pt x="3470" y="260"/>
                    </a:cubicBezTo>
                    <a:cubicBezTo>
                      <a:pt x="3468" y="266"/>
                      <a:pt x="3467" y="270"/>
                      <a:pt x="3468" y="271"/>
                    </a:cubicBezTo>
                    <a:cubicBezTo>
                      <a:pt x="3468" y="272"/>
                      <a:pt x="3468" y="272"/>
                      <a:pt x="3468" y="272"/>
                    </a:cubicBezTo>
                    <a:cubicBezTo>
                      <a:pt x="3471" y="275"/>
                      <a:pt x="3471" y="276"/>
                      <a:pt x="3470" y="280"/>
                    </a:cubicBezTo>
                    <a:cubicBezTo>
                      <a:pt x="3470" y="282"/>
                      <a:pt x="3470" y="282"/>
                      <a:pt x="3470" y="282"/>
                    </a:cubicBezTo>
                    <a:cubicBezTo>
                      <a:pt x="3470" y="285"/>
                      <a:pt x="3471" y="286"/>
                      <a:pt x="3471" y="286"/>
                    </a:cubicBezTo>
                    <a:cubicBezTo>
                      <a:pt x="3471" y="286"/>
                      <a:pt x="3472" y="286"/>
                      <a:pt x="3472" y="285"/>
                    </a:cubicBezTo>
                    <a:cubicBezTo>
                      <a:pt x="3474" y="285"/>
                      <a:pt x="3477" y="285"/>
                      <a:pt x="3479" y="286"/>
                    </a:cubicBezTo>
                    <a:cubicBezTo>
                      <a:pt x="3481" y="288"/>
                      <a:pt x="3481" y="291"/>
                      <a:pt x="3481" y="292"/>
                    </a:cubicBezTo>
                    <a:cubicBezTo>
                      <a:pt x="3481" y="294"/>
                      <a:pt x="3484" y="298"/>
                      <a:pt x="3487" y="300"/>
                    </a:cubicBezTo>
                    <a:cubicBezTo>
                      <a:pt x="3488" y="300"/>
                      <a:pt x="3489" y="301"/>
                      <a:pt x="3490" y="301"/>
                    </a:cubicBezTo>
                    <a:cubicBezTo>
                      <a:pt x="3491" y="298"/>
                      <a:pt x="3493" y="297"/>
                      <a:pt x="3495" y="297"/>
                    </a:cubicBezTo>
                    <a:cubicBezTo>
                      <a:pt x="3495" y="297"/>
                      <a:pt x="3495" y="297"/>
                      <a:pt x="3495" y="297"/>
                    </a:cubicBezTo>
                    <a:cubicBezTo>
                      <a:pt x="3499" y="297"/>
                      <a:pt x="3501" y="301"/>
                      <a:pt x="3502" y="302"/>
                    </a:cubicBezTo>
                    <a:cubicBezTo>
                      <a:pt x="3503" y="304"/>
                      <a:pt x="3505" y="303"/>
                      <a:pt x="3506" y="303"/>
                    </a:cubicBezTo>
                    <a:cubicBezTo>
                      <a:pt x="3509" y="301"/>
                      <a:pt x="3513" y="300"/>
                      <a:pt x="3516" y="298"/>
                    </a:cubicBezTo>
                    <a:cubicBezTo>
                      <a:pt x="3520" y="297"/>
                      <a:pt x="3523" y="296"/>
                      <a:pt x="3527" y="294"/>
                    </a:cubicBezTo>
                    <a:cubicBezTo>
                      <a:pt x="3532" y="291"/>
                      <a:pt x="3535" y="293"/>
                      <a:pt x="3537" y="293"/>
                    </a:cubicBezTo>
                    <a:cubicBezTo>
                      <a:pt x="3537" y="293"/>
                      <a:pt x="3537" y="293"/>
                      <a:pt x="3537" y="293"/>
                    </a:cubicBezTo>
                    <a:cubicBezTo>
                      <a:pt x="3539" y="292"/>
                      <a:pt x="3543" y="291"/>
                      <a:pt x="3545" y="293"/>
                    </a:cubicBezTo>
                    <a:cubicBezTo>
                      <a:pt x="3547" y="294"/>
                      <a:pt x="3548" y="296"/>
                      <a:pt x="3547" y="299"/>
                    </a:cubicBezTo>
                    <a:cubicBezTo>
                      <a:pt x="3547" y="299"/>
                      <a:pt x="3547" y="299"/>
                      <a:pt x="3547" y="300"/>
                    </a:cubicBezTo>
                    <a:cubicBezTo>
                      <a:pt x="3547" y="300"/>
                      <a:pt x="3547" y="300"/>
                      <a:pt x="3547" y="300"/>
                    </a:cubicBezTo>
                    <a:cubicBezTo>
                      <a:pt x="3552" y="298"/>
                      <a:pt x="3562" y="296"/>
                      <a:pt x="3564" y="305"/>
                    </a:cubicBezTo>
                    <a:cubicBezTo>
                      <a:pt x="3565" y="306"/>
                      <a:pt x="3565" y="307"/>
                      <a:pt x="3565" y="307"/>
                    </a:cubicBezTo>
                    <a:cubicBezTo>
                      <a:pt x="3566" y="307"/>
                      <a:pt x="3566" y="307"/>
                      <a:pt x="3567" y="306"/>
                    </a:cubicBezTo>
                    <a:cubicBezTo>
                      <a:pt x="3569" y="305"/>
                      <a:pt x="3569" y="305"/>
                      <a:pt x="3569" y="305"/>
                    </a:cubicBezTo>
                    <a:cubicBezTo>
                      <a:pt x="3572" y="303"/>
                      <a:pt x="3573" y="302"/>
                      <a:pt x="3576" y="304"/>
                    </a:cubicBezTo>
                    <a:cubicBezTo>
                      <a:pt x="3576" y="302"/>
                      <a:pt x="3577" y="300"/>
                      <a:pt x="3579" y="298"/>
                    </a:cubicBezTo>
                    <a:cubicBezTo>
                      <a:pt x="3581" y="296"/>
                      <a:pt x="3584" y="297"/>
                      <a:pt x="3586" y="297"/>
                    </a:cubicBezTo>
                    <a:cubicBezTo>
                      <a:pt x="3590" y="298"/>
                      <a:pt x="3597" y="299"/>
                      <a:pt x="3597" y="306"/>
                    </a:cubicBezTo>
                    <a:cubicBezTo>
                      <a:pt x="3597" y="307"/>
                      <a:pt x="3597" y="307"/>
                      <a:pt x="3597" y="307"/>
                    </a:cubicBezTo>
                    <a:cubicBezTo>
                      <a:pt x="3601" y="306"/>
                      <a:pt x="3605" y="308"/>
                      <a:pt x="3607" y="312"/>
                    </a:cubicBezTo>
                    <a:cubicBezTo>
                      <a:pt x="3607" y="312"/>
                      <a:pt x="3607" y="313"/>
                      <a:pt x="3608" y="313"/>
                    </a:cubicBezTo>
                    <a:cubicBezTo>
                      <a:pt x="3608" y="313"/>
                      <a:pt x="3608" y="314"/>
                      <a:pt x="3608" y="314"/>
                    </a:cubicBezTo>
                    <a:cubicBezTo>
                      <a:pt x="3610" y="314"/>
                      <a:pt x="3613" y="314"/>
                      <a:pt x="3616" y="317"/>
                    </a:cubicBezTo>
                    <a:cubicBezTo>
                      <a:pt x="3619" y="319"/>
                      <a:pt x="3621" y="321"/>
                      <a:pt x="3623" y="323"/>
                    </a:cubicBezTo>
                    <a:cubicBezTo>
                      <a:pt x="3624" y="324"/>
                      <a:pt x="3625" y="326"/>
                      <a:pt x="3626" y="326"/>
                    </a:cubicBezTo>
                    <a:cubicBezTo>
                      <a:pt x="3626" y="326"/>
                      <a:pt x="3626" y="326"/>
                      <a:pt x="3626" y="326"/>
                    </a:cubicBezTo>
                    <a:cubicBezTo>
                      <a:pt x="3629" y="329"/>
                      <a:pt x="3633" y="332"/>
                      <a:pt x="3636" y="333"/>
                    </a:cubicBezTo>
                    <a:cubicBezTo>
                      <a:pt x="3640" y="335"/>
                      <a:pt x="3641" y="334"/>
                      <a:pt x="3641" y="334"/>
                    </a:cubicBezTo>
                    <a:cubicBezTo>
                      <a:pt x="3645" y="329"/>
                      <a:pt x="3650" y="331"/>
                      <a:pt x="3654" y="333"/>
                    </a:cubicBezTo>
                    <a:cubicBezTo>
                      <a:pt x="3656" y="334"/>
                      <a:pt x="3657" y="334"/>
                      <a:pt x="3658" y="335"/>
                    </a:cubicBezTo>
                    <a:cubicBezTo>
                      <a:pt x="3658" y="335"/>
                      <a:pt x="3659" y="335"/>
                      <a:pt x="3659" y="335"/>
                    </a:cubicBezTo>
                    <a:cubicBezTo>
                      <a:pt x="3662" y="333"/>
                      <a:pt x="3664" y="334"/>
                      <a:pt x="3665" y="335"/>
                    </a:cubicBezTo>
                    <a:cubicBezTo>
                      <a:pt x="3667" y="335"/>
                      <a:pt x="3668" y="337"/>
                      <a:pt x="3668" y="342"/>
                    </a:cubicBezTo>
                    <a:cubicBezTo>
                      <a:pt x="3667" y="344"/>
                      <a:pt x="3667" y="346"/>
                      <a:pt x="3666" y="348"/>
                    </a:cubicBezTo>
                    <a:cubicBezTo>
                      <a:pt x="3666" y="351"/>
                      <a:pt x="3665" y="353"/>
                      <a:pt x="3665" y="356"/>
                    </a:cubicBezTo>
                    <a:cubicBezTo>
                      <a:pt x="3665" y="356"/>
                      <a:pt x="3665" y="356"/>
                      <a:pt x="3665" y="357"/>
                    </a:cubicBezTo>
                    <a:cubicBezTo>
                      <a:pt x="3668" y="358"/>
                      <a:pt x="3670" y="362"/>
                      <a:pt x="3671" y="366"/>
                    </a:cubicBezTo>
                    <a:cubicBezTo>
                      <a:pt x="3673" y="364"/>
                      <a:pt x="3676" y="364"/>
                      <a:pt x="3678" y="364"/>
                    </a:cubicBezTo>
                    <a:cubicBezTo>
                      <a:pt x="3679" y="365"/>
                      <a:pt x="3682" y="367"/>
                      <a:pt x="3682" y="372"/>
                    </a:cubicBezTo>
                    <a:cubicBezTo>
                      <a:pt x="3682" y="376"/>
                      <a:pt x="3682" y="377"/>
                      <a:pt x="3682" y="377"/>
                    </a:cubicBezTo>
                    <a:cubicBezTo>
                      <a:pt x="3682" y="377"/>
                      <a:pt x="3682" y="377"/>
                      <a:pt x="3682" y="377"/>
                    </a:cubicBezTo>
                    <a:cubicBezTo>
                      <a:pt x="3682" y="377"/>
                      <a:pt x="3683" y="377"/>
                      <a:pt x="3683" y="378"/>
                    </a:cubicBezTo>
                    <a:cubicBezTo>
                      <a:pt x="3686" y="382"/>
                      <a:pt x="3688" y="386"/>
                      <a:pt x="3687" y="389"/>
                    </a:cubicBezTo>
                    <a:cubicBezTo>
                      <a:pt x="3687" y="390"/>
                      <a:pt x="3686" y="391"/>
                      <a:pt x="3686" y="392"/>
                    </a:cubicBezTo>
                    <a:cubicBezTo>
                      <a:pt x="3686" y="395"/>
                      <a:pt x="3686" y="399"/>
                      <a:pt x="3683" y="402"/>
                    </a:cubicBezTo>
                    <a:cubicBezTo>
                      <a:pt x="3683" y="402"/>
                      <a:pt x="3683" y="403"/>
                      <a:pt x="3683" y="404"/>
                    </a:cubicBezTo>
                    <a:cubicBezTo>
                      <a:pt x="3683" y="404"/>
                      <a:pt x="3683" y="405"/>
                      <a:pt x="3684" y="405"/>
                    </a:cubicBezTo>
                    <a:cubicBezTo>
                      <a:pt x="3687" y="407"/>
                      <a:pt x="3702" y="418"/>
                      <a:pt x="3703" y="422"/>
                    </a:cubicBezTo>
                    <a:cubicBezTo>
                      <a:pt x="3704" y="424"/>
                      <a:pt x="3706" y="428"/>
                      <a:pt x="3706" y="430"/>
                    </a:cubicBezTo>
                    <a:cubicBezTo>
                      <a:pt x="3707" y="431"/>
                      <a:pt x="3709" y="433"/>
                      <a:pt x="3711" y="433"/>
                    </a:cubicBezTo>
                    <a:cubicBezTo>
                      <a:pt x="3712" y="433"/>
                      <a:pt x="3714" y="433"/>
                      <a:pt x="3714" y="432"/>
                    </a:cubicBezTo>
                    <a:cubicBezTo>
                      <a:pt x="3715" y="432"/>
                      <a:pt x="3715" y="432"/>
                      <a:pt x="3715" y="432"/>
                    </a:cubicBezTo>
                    <a:cubicBezTo>
                      <a:pt x="3716" y="428"/>
                      <a:pt x="3719" y="424"/>
                      <a:pt x="3728" y="423"/>
                    </a:cubicBezTo>
                    <a:cubicBezTo>
                      <a:pt x="3735" y="422"/>
                      <a:pt x="3739" y="422"/>
                      <a:pt x="3742" y="425"/>
                    </a:cubicBezTo>
                    <a:cubicBezTo>
                      <a:pt x="3743" y="426"/>
                      <a:pt x="3745" y="426"/>
                      <a:pt x="3745" y="426"/>
                    </a:cubicBezTo>
                    <a:cubicBezTo>
                      <a:pt x="3746" y="426"/>
                      <a:pt x="3746" y="426"/>
                      <a:pt x="3746" y="426"/>
                    </a:cubicBezTo>
                    <a:cubicBezTo>
                      <a:pt x="3748" y="424"/>
                      <a:pt x="3750" y="422"/>
                      <a:pt x="3754" y="422"/>
                    </a:cubicBezTo>
                    <a:cubicBezTo>
                      <a:pt x="3755" y="422"/>
                      <a:pt x="3755" y="422"/>
                      <a:pt x="3756" y="422"/>
                    </a:cubicBezTo>
                    <a:cubicBezTo>
                      <a:pt x="3758" y="422"/>
                      <a:pt x="3761" y="422"/>
                      <a:pt x="3762" y="421"/>
                    </a:cubicBezTo>
                    <a:cubicBezTo>
                      <a:pt x="3763" y="421"/>
                      <a:pt x="3764" y="420"/>
                      <a:pt x="3765" y="420"/>
                    </a:cubicBezTo>
                    <a:cubicBezTo>
                      <a:pt x="3766" y="420"/>
                      <a:pt x="3767" y="419"/>
                      <a:pt x="3767" y="419"/>
                    </a:cubicBezTo>
                    <a:cubicBezTo>
                      <a:pt x="3769" y="417"/>
                      <a:pt x="3772" y="417"/>
                      <a:pt x="3777" y="416"/>
                    </a:cubicBezTo>
                    <a:cubicBezTo>
                      <a:pt x="3777" y="416"/>
                      <a:pt x="3778" y="416"/>
                      <a:pt x="3779" y="416"/>
                    </a:cubicBezTo>
                    <a:cubicBezTo>
                      <a:pt x="3779" y="416"/>
                      <a:pt x="3779" y="416"/>
                      <a:pt x="3779" y="416"/>
                    </a:cubicBezTo>
                    <a:cubicBezTo>
                      <a:pt x="3779" y="415"/>
                      <a:pt x="3780" y="415"/>
                      <a:pt x="3780" y="414"/>
                    </a:cubicBezTo>
                    <a:cubicBezTo>
                      <a:pt x="3781" y="413"/>
                      <a:pt x="3782" y="411"/>
                      <a:pt x="3785" y="410"/>
                    </a:cubicBezTo>
                    <a:cubicBezTo>
                      <a:pt x="3787" y="409"/>
                      <a:pt x="3790" y="409"/>
                      <a:pt x="3792" y="410"/>
                    </a:cubicBezTo>
                    <a:cubicBezTo>
                      <a:pt x="3794" y="411"/>
                      <a:pt x="3796" y="411"/>
                      <a:pt x="3796" y="411"/>
                    </a:cubicBezTo>
                    <a:cubicBezTo>
                      <a:pt x="3797" y="410"/>
                      <a:pt x="3797" y="410"/>
                      <a:pt x="3796" y="408"/>
                    </a:cubicBezTo>
                    <a:cubicBezTo>
                      <a:pt x="3795" y="404"/>
                      <a:pt x="3796" y="400"/>
                      <a:pt x="3797" y="397"/>
                    </a:cubicBezTo>
                    <a:cubicBezTo>
                      <a:pt x="3797" y="397"/>
                      <a:pt x="3797" y="396"/>
                      <a:pt x="3797" y="395"/>
                    </a:cubicBezTo>
                    <a:cubicBezTo>
                      <a:pt x="3798" y="395"/>
                      <a:pt x="3798" y="394"/>
                      <a:pt x="3798" y="394"/>
                    </a:cubicBezTo>
                    <a:cubicBezTo>
                      <a:pt x="3798" y="392"/>
                      <a:pt x="3798" y="390"/>
                      <a:pt x="3799" y="388"/>
                    </a:cubicBezTo>
                    <a:cubicBezTo>
                      <a:pt x="3801" y="387"/>
                      <a:pt x="3804" y="387"/>
                      <a:pt x="3804" y="387"/>
                    </a:cubicBezTo>
                    <a:cubicBezTo>
                      <a:pt x="3805" y="387"/>
                      <a:pt x="3806" y="387"/>
                      <a:pt x="3807" y="387"/>
                    </a:cubicBezTo>
                    <a:cubicBezTo>
                      <a:pt x="3807" y="384"/>
                      <a:pt x="3807" y="381"/>
                      <a:pt x="3812" y="380"/>
                    </a:cubicBezTo>
                    <a:cubicBezTo>
                      <a:pt x="3812" y="379"/>
                      <a:pt x="3813" y="379"/>
                      <a:pt x="3813" y="379"/>
                    </a:cubicBezTo>
                    <a:cubicBezTo>
                      <a:pt x="3815" y="379"/>
                      <a:pt x="3815" y="379"/>
                      <a:pt x="3815" y="378"/>
                    </a:cubicBezTo>
                    <a:cubicBezTo>
                      <a:pt x="3816" y="373"/>
                      <a:pt x="3821" y="366"/>
                      <a:pt x="3827" y="366"/>
                    </a:cubicBezTo>
                    <a:cubicBezTo>
                      <a:pt x="3828" y="366"/>
                      <a:pt x="3829" y="366"/>
                      <a:pt x="3830" y="366"/>
                    </a:cubicBezTo>
                    <a:cubicBezTo>
                      <a:pt x="3831" y="366"/>
                      <a:pt x="3834" y="366"/>
                      <a:pt x="3835" y="366"/>
                    </a:cubicBezTo>
                    <a:cubicBezTo>
                      <a:pt x="3836" y="365"/>
                      <a:pt x="3836" y="365"/>
                      <a:pt x="3836" y="364"/>
                    </a:cubicBezTo>
                    <a:cubicBezTo>
                      <a:pt x="3838" y="362"/>
                      <a:pt x="3840" y="362"/>
                      <a:pt x="3842" y="362"/>
                    </a:cubicBezTo>
                    <a:cubicBezTo>
                      <a:pt x="3843" y="362"/>
                      <a:pt x="3843" y="362"/>
                      <a:pt x="3844" y="362"/>
                    </a:cubicBezTo>
                    <a:cubicBezTo>
                      <a:pt x="3845" y="363"/>
                      <a:pt x="3846" y="363"/>
                      <a:pt x="3847" y="363"/>
                    </a:cubicBezTo>
                    <a:cubicBezTo>
                      <a:pt x="3847" y="363"/>
                      <a:pt x="3847" y="362"/>
                      <a:pt x="3847" y="362"/>
                    </a:cubicBezTo>
                    <a:cubicBezTo>
                      <a:pt x="3847" y="361"/>
                      <a:pt x="3847" y="360"/>
                      <a:pt x="3847" y="359"/>
                    </a:cubicBezTo>
                    <a:cubicBezTo>
                      <a:pt x="3847" y="355"/>
                      <a:pt x="3849" y="354"/>
                      <a:pt x="3853" y="353"/>
                    </a:cubicBezTo>
                    <a:cubicBezTo>
                      <a:pt x="3853" y="353"/>
                      <a:pt x="3853" y="353"/>
                      <a:pt x="3853" y="353"/>
                    </a:cubicBezTo>
                    <a:cubicBezTo>
                      <a:pt x="3853" y="353"/>
                      <a:pt x="3854" y="353"/>
                      <a:pt x="3854" y="352"/>
                    </a:cubicBezTo>
                    <a:cubicBezTo>
                      <a:pt x="3855" y="349"/>
                      <a:pt x="3859" y="344"/>
                      <a:pt x="3865" y="343"/>
                    </a:cubicBezTo>
                    <a:cubicBezTo>
                      <a:pt x="3866" y="343"/>
                      <a:pt x="3866" y="343"/>
                      <a:pt x="3867" y="343"/>
                    </a:cubicBezTo>
                    <a:cubicBezTo>
                      <a:pt x="3867" y="343"/>
                      <a:pt x="3867" y="342"/>
                      <a:pt x="3867" y="342"/>
                    </a:cubicBezTo>
                    <a:cubicBezTo>
                      <a:pt x="3867" y="342"/>
                      <a:pt x="3867" y="342"/>
                      <a:pt x="3867" y="341"/>
                    </a:cubicBezTo>
                    <a:cubicBezTo>
                      <a:pt x="3867" y="340"/>
                      <a:pt x="3867" y="335"/>
                      <a:pt x="3873" y="334"/>
                    </a:cubicBezTo>
                    <a:cubicBezTo>
                      <a:pt x="3874" y="334"/>
                      <a:pt x="3874" y="334"/>
                      <a:pt x="3875" y="333"/>
                    </a:cubicBezTo>
                    <a:cubicBezTo>
                      <a:pt x="3876" y="333"/>
                      <a:pt x="3876" y="333"/>
                      <a:pt x="3877" y="332"/>
                    </a:cubicBezTo>
                    <a:cubicBezTo>
                      <a:pt x="3878" y="331"/>
                      <a:pt x="3879" y="331"/>
                      <a:pt x="3879" y="330"/>
                    </a:cubicBezTo>
                    <a:cubicBezTo>
                      <a:pt x="3881" y="328"/>
                      <a:pt x="3883" y="326"/>
                      <a:pt x="3887" y="326"/>
                    </a:cubicBezTo>
                    <a:cubicBezTo>
                      <a:pt x="3889" y="326"/>
                      <a:pt x="3889" y="325"/>
                      <a:pt x="3890" y="325"/>
                    </a:cubicBezTo>
                    <a:cubicBezTo>
                      <a:pt x="3891" y="325"/>
                      <a:pt x="3892" y="324"/>
                      <a:pt x="3895" y="323"/>
                    </a:cubicBezTo>
                    <a:cubicBezTo>
                      <a:pt x="3897" y="323"/>
                      <a:pt x="3897" y="323"/>
                      <a:pt x="3898" y="322"/>
                    </a:cubicBezTo>
                    <a:cubicBezTo>
                      <a:pt x="3901" y="320"/>
                      <a:pt x="3903" y="319"/>
                      <a:pt x="3908" y="320"/>
                    </a:cubicBezTo>
                    <a:cubicBezTo>
                      <a:pt x="3913" y="321"/>
                      <a:pt x="3915" y="320"/>
                      <a:pt x="3916" y="319"/>
                    </a:cubicBezTo>
                    <a:cubicBezTo>
                      <a:pt x="3916" y="318"/>
                      <a:pt x="3916" y="318"/>
                      <a:pt x="3916" y="317"/>
                    </a:cubicBezTo>
                    <a:cubicBezTo>
                      <a:pt x="3917" y="315"/>
                      <a:pt x="3918" y="312"/>
                      <a:pt x="3922" y="311"/>
                    </a:cubicBezTo>
                    <a:cubicBezTo>
                      <a:pt x="3926" y="309"/>
                      <a:pt x="3929" y="309"/>
                      <a:pt x="3931" y="310"/>
                    </a:cubicBezTo>
                    <a:cubicBezTo>
                      <a:pt x="3933" y="311"/>
                      <a:pt x="3933" y="311"/>
                      <a:pt x="3933" y="311"/>
                    </a:cubicBezTo>
                    <a:cubicBezTo>
                      <a:pt x="3933" y="311"/>
                      <a:pt x="3933" y="311"/>
                      <a:pt x="3933" y="311"/>
                    </a:cubicBezTo>
                    <a:cubicBezTo>
                      <a:pt x="3937" y="316"/>
                      <a:pt x="3933" y="321"/>
                      <a:pt x="3932" y="323"/>
                    </a:cubicBezTo>
                    <a:cubicBezTo>
                      <a:pt x="3930" y="326"/>
                      <a:pt x="3927" y="329"/>
                      <a:pt x="3924" y="331"/>
                    </a:cubicBezTo>
                    <a:cubicBezTo>
                      <a:pt x="3922" y="333"/>
                      <a:pt x="3919" y="335"/>
                      <a:pt x="3919" y="336"/>
                    </a:cubicBezTo>
                    <a:cubicBezTo>
                      <a:pt x="3918" y="338"/>
                      <a:pt x="3917" y="340"/>
                      <a:pt x="3917" y="343"/>
                    </a:cubicBezTo>
                    <a:cubicBezTo>
                      <a:pt x="3917" y="343"/>
                      <a:pt x="3917" y="344"/>
                      <a:pt x="3917" y="344"/>
                    </a:cubicBezTo>
                    <a:cubicBezTo>
                      <a:pt x="3918" y="347"/>
                      <a:pt x="3919" y="352"/>
                      <a:pt x="3916" y="355"/>
                    </a:cubicBezTo>
                    <a:cubicBezTo>
                      <a:pt x="3915" y="358"/>
                      <a:pt x="3915" y="359"/>
                      <a:pt x="3916" y="361"/>
                    </a:cubicBezTo>
                    <a:cubicBezTo>
                      <a:pt x="3917" y="364"/>
                      <a:pt x="3917" y="365"/>
                      <a:pt x="3918" y="365"/>
                    </a:cubicBezTo>
                    <a:cubicBezTo>
                      <a:pt x="3923" y="365"/>
                      <a:pt x="3924" y="369"/>
                      <a:pt x="3924" y="371"/>
                    </a:cubicBezTo>
                    <a:cubicBezTo>
                      <a:pt x="3925" y="372"/>
                      <a:pt x="3927" y="372"/>
                      <a:pt x="3928" y="374"/>
                    </a:cubicBezTo>
                    <a:cubicBezTo>
                      <a:pt x="3931" y="377"/>
                      <a:pt x="3932" y="379"/>
                      <a:pt x="3931" y="387"/>
                    </a:cubicBezTo>
                    <a:cubicBezTo>
                      <a:pt x="3931" y="392"/>
                      <a:pt x="3929" y="395"/>
                      <a:pt x="3928" y="397"/>
                    </a:cubicBezTo>
                    <a:cubicBezTo>
                      <a:pt x="3928" y="397"/>
                      <a:pt x="3928" y="398"/>
                      <a:pt x="3927" y="399"/>
                    </a:cubicBezTo>
                    <a:cubicBezTo>
                      <a:pt x="3927" y="400"/>
                      <a:pt x="3927" y="400"/>
                      <a:pt x="3927" y="401"/>
                    </a:cubicBezTo>
                    <a:cubicBezTo>
                      <a:pt x="3927" y="402"/>
                      <a:pt x="3927" y="403"/>
                      <a:pt x="3926" y="405"/>
                    </a:cubicBezTo>
                    <a:cubicBezTo>
                      <a:pt x="3925" y="410"/>
                      <a:pt x="3922" y="411"/>
                      <a:pt x="3920" y="412"/>
                    </a:cubicBezTo>
                    <a:cubicBezTo>
                      <a:pt x="3919" y="412"/>
                      <a:pt x="3919" y="412"/>
                      <a:pt x="3919" y="412"/>
                    </a:cubicBezTo>
                    <a:cubicBezTo>
                      <a:pt x="3918" y="412"/>
                      <a:pt x="3912" y="416"/>
                      <a:pt x="3910" y="420"/>
                    </a:cubicBezTo>
                    <a:cubicBezTo>
                      <a:pt x="3907" y="427"/>
                      <a:pt x="3908" y="428"/>
                      <a:pt x="3908" y="428"/>
                    </a:cubicBezTo>
                    <a:cubicBezTo>
                      <a:pt x="3914" y="435"/>
                      <a:pt x="3914" y="441"/>
                      <a:pt x="3910" y="446"/>
                    </a:cubicBezTo>
                    <a:cubicBezTo>
                      <a:pt x="3907" y="448"/>
                      <a:pt x="3906" y="454"/>
                      <a:pt x="3907" y="460"/>
                    </a:cubicBezTo>
                    <a:cubicBezTo>
                      <a:pt x="3908" y="464"/>
                      <a:pt x="3909" y="468"/>
                      <a:pt x="3909" y="471"/>
                    </a:cubicBezTo>
                    <a:cubicBezTo>
                      <a:pt x="3910" y="473"/>
                      <a:pt x="3910" y="475"/>
                      <a:pt x="3910" y="477"/>
                    </a:cubicBezTo>
                    <a:cubicBezTo>
                      <a:pt x="3911" y="481"/>
                      <a:pt x="3911" y="483"/>
                      <a:pt x="3908" y="488"/>
                    </a:cubicBezTo>
                    <a:cubicBezTo>
                      <a:pt x="3906" y="492"/>
                      <a:pt x="3905" y="498"/>
                      <a:pt x="3906" y="499"/>
                    </a:cubicBezTo>
                    <a:cubicBezTo>
                      <a:pt x="3906" y="501"/>
                      <a:pt x="3907" y="503"/>
                      <a:pt x="3908" y="505"/>
                    </a:cubicBezTo>
                    <a:cubicBezTo>
                      <a:pt x="3910" y="508"/>
                      <a:pt x="3911" y="511"/>
                      <a:pt x="3911" y="514"/>
                    </a:cubicBezTo>
                    <a:cubicBezTo>
                      <a:pt x="3911" y="515"/>
                      <a:pt x="3911" y="515"/>
                      <a:pt x="3911" y="515"/>
                    </a:cubicBezTo>
                    <a:cubicBezTo>
                      <a:pt x="3911" y="517"/>
                      <a:pt x="3912" y="525"/>
                      <a:pt x="3907" y="529"/>
                    </a:cubicBezTo>
                    <a:cubicBezTo>
                      <a:pt x="3904" y="532"/>
                      <a:pt x="3905" y="533"/>
                      <a:pt x="3905" y="534"/>
                    </a:cubicBezTo>
                    <a:cubicBezTo>
                      <a:pt x="3909" y="540"/>
                      <a:pt x="3907" y="546"/>
                      <a:pt x="3905" y="550"/>
                    </a:cubicBezTo>
                    <a:cubicBezTo>
                      <a:pt x="3903" y="552"/>
                      <a:pt x="3903" y="555"/>
                      <a:pt x="3903" y="555"/>
                    </a:cubicBezTo>
                    <a:cubicBezTo>
                      <a:pt x="3902" y="558"/>
                      <a:pt x="3900" y="560"/>
                      <a:pt x="3897" y="561"/>
                    </a:cubicBezTo>
                    <a:cubicBezTo>
                      <a:pt x="3900" y="564"/>
                      <a:pt x="3899" y="566"/>
                      <a:pt x="3898" y="569"/>
                    </a:cubicBezTo>
                    <a:cubicBezTo>
                      <a:pt x="3898" y="570"/>
                      <a:pt x="3898" y="570"/>
                      <a:pt x="3898" y="570"/>
                    </a:cubicBezTo>
                    <a:cubicBezTo>
                      <a:pt x="3898" y="571"/>
                      <a:pt x="3898" y="571"/>
                      <a:pt x="3898" y="572"/>
                    </a:cubicBezTo>
                    <a:cubicBezTo>
                      <a:pt x="3899" y="574"/>
                      <a:pt x="3899" y="576"/>
                      <a:pt x="3899" y="578"/>
                    </a:cubicBezTo>
                    <a:cubicBezTo>
                      <a:pt x="3899" y="579"/>
                      <a:pt x="3898" y="579"/>
                      <a:pt x="3898" y="580"/>
                    </a:cubicBezTo>
                    <a:cubicBezTo>
                      <a:pt x="3897" y="586"/>
                      <a:pt x="3895" y="588"/>
                      <a:pt x="3891" y="591"/>
                    </a:cubicBezTo>
                    <a:cubicBezTo>
                      <a:pt x="3889" y="593"/>
                      <a:pt x="3889" y="593"/>
                      <a:pt x="3889" y="593"/>
                    </a:cubicBezTo>
                    <a:cubicBezTo>
                      <a:pt x="3887" y="595"/>
                      <a:pt x="3886" y="599"/>
                      <a:pt x="3886" y="603"/>
                    </a:cubicBezTo>
                    <a:cubicBezTo>
                      <a:pt x="3886" y="605"/>
                      <a:pt x="3886" y="606"/>
                      <a:pt x="3885" y="608"/>
                    </a:cubicBezTo>
                    <a:cubicBezTo>
                      <a:pt x="3884" y="614"/>
                      <a:pt x="3886" y="616"/>
                      <a:pt x="3888" y="617"/>
                    </a:cubicBezTo>
                    <a:cubicBezTo>
                      <a:pt x="3888" y="617"/>
                      <a:pt x="3889" y="618"/>
                      <a:pt x="3890" y="619"/>
                    </a:cubicBezTo>
                    <a:cubicBezTo>
                      <a:pt x="3894" y="625"/>
                      <a:pt x="3889" y="634"/>
                      <a:pt x="3887" y="637"/>
                    </a:cubicBezTo>
                    <a:cubicBezTo>
                      <a:pt x="3886" y="640"/>
                      <a:pt x="3882" y="643"/>
                      <a:pt x="3876" y="643"/>
                    </a:cubicBezTo>
                    <a:cubicBezTo>
                      <a:pt x="3873" y="644"/>
                      <a:pt x="3871" y="644"/>
                      <a:pt x="3867" y="643"/>
                    </a:cubicBezTo>
                    <a:cubicBezTo>
                      <a:pt x="3863" y="643"/>
                      <a:pt x="3855" y="642"/>
                      <a:pt x="3847" y="641"/>
                    </a:cubicBezTo>
                    <a:cubicBezTo>
                      <a:pt x="3841" y="640"/>
                      <a:pt x="3835" y="640"/>
                      <a:pt x="3833" y="640"/>
                    </a:cubicBezTo>
                    <a:cubicBezTo>
                      <a:pt x="3829" y="639"/>
                      <a:pt x="3829" y="639"/>
                      <a:pt x="3829" y="639"/>
                    </a:cubicBezTo>
                    <a:cubicBezTo>
                      <a:pt x="3824" y="639"/>
                      <a:pt x="3818" y="638"/>
                      <a:pt x="3814" y="637"/>
                    </a:cubicBezTo>
                    <a:cubicBezTo>
                      <a:pt x="3811" y="636"/>
                      <a:pt x="3809" y="635"/>
                      <a:pt x="3807" y="634"/>
                    </a:cubicBezTo>
                    <a:cubicBezTo>
                      <a:pt x="3807" y="636"/>
                      <a:pt x="3805" y="639"/>
                      <a:pt x="3802" y="642"/>
                    </a:cubicBezTo>
                    <a:cubicBezTo>
                      <a:pt x="3801" y="643"/>
                      <a:pt x="3800" y="646"/>
                      <a:pt x="3800" y="648"/>
                    </a:cubicBezTo>
                    <a:cubicBezTo>
                      <a:pt x="3800" y="649"/>
                      <a:pt x="3800" y="649"/>
                      <a:pt x="3800" y="650"/>
                    </a:cubicBezTo>
                    <a:cubicBezTo>
                      <a:pt x="3799" y="652"/>
                      <a:pt x="3798" y="655"/>
                      <a:pt x="3795" y="659"/>
                    </a:cubicBezTo>
                    <a:cubicBezTo>
                      <a:pt x="3794" y="660"/>
                      <a:pt x="3794" y="661"/>
                      <a:pt x="3793" y="661"/>
                    </a:cubicBezTo>
                    <a:cubicBezTo>
                      <a:pt x="3793" y="661"/>
                      <a:pt x="3793" y="662"/>
                      <a:pt x="3793" y="663"/>
                    </a:cubicBezTo>
                    <a:cubicBezTo>
                      <a:pt x="3793" y="668"/>
                      <a:pt x="3791" y="671"/>
                      <a:pt x="3785" y="673"/>
                    </a:cubicBezTo>
                    <a:cubicBezTo>
                      <a:pt x="3782" y="674"/>
                      <a:pt x="3779" y="674"/>
                      <a:pt x="3777" y="674"/>
                    </a:cubicBezTo>
                    <a:cubicBezTo>
                      <a:pt x="3775" y="676"/>
                      <a:pt x="3773" y="676"/>
                      <a:pt x="3772" y="676"/>
                    </a:cubicBezTo>
                    <a:cubicBezTo>
                      <a:pt x="3771" y="676"/>
                      <a:pt x="3771" y="676"/>
                      <a:pt x="3771" y="676"/>
                    </a:cubicBezTo>
                    <a:cubicBezTo>
                      <a:pt x="3770" y="676"/>
                      <a:pt x="3769" y="676"/>
                      <a:pt x="3769" y="676"/>
                    </a:cubicBezTo>
                    <a:cubicBezTo>
                      <a:pt x="3768" y="676"/>
                      <a:pt x="3768" y="676"/>
                      <a:pt x="3767" y="677"/>
                    </a:cubicBezTo>
                    <a:cubicBezTo>
                      <a:pt x="3766" y="680"/>
                      <a:pt x="3765" y="681"/>
                      <a:pt x="3764" y="683"/>
                    </a:cubicBezTo>
                    <a:cubicBezTo>
                      <a:pt x="3766" y="683"/>
                      <a:pt x="3768" y="684"/>
                      <a:pt x="3770" y="687"/>
                    </a:cubicBezTo>
                    <a:cubicBezTo>
                      <a:pt x="3772" y="691"/>
                      <a:pt x="3789" y="722"/>
                      <a:pt x="3789" y="722"/>
                    </a:cubicBezTo>
                    <a:cubicBezTo>
                      <a:pt x="3798" y="738"/>
                      <a:pt x="3798" y="738"/>
                      <a:pt x="3798" y="738"/>
                    </a:cubicBezTo>
                    <a:cubicBezTo>
                      <a:pt x="3798" y="738"/>
                      <a:pt x="3798" y="738"/>
                      <a:pt x="3798" y="738"/>
                    </a:cubicBezTo>
                    <a:cubicBezTo>
                      <a:pt x="3799" y="741"/>
                      <a:pt x="3799" y="741"/>
                      <a:pt x="3799" y="741"/>
                    </a:cubicBezTo>
                    <a:cubicBezTo>
                      <a:pt x="3800" y="743"/>
                      <a:pt x="3801" y="750"/>
                      <a:pt x="3797" y="753"/>
                    </a:cubicBezTo>
                    <a:cubicBezTo>
                      <a:pt x="3796" y="754"/>
                      <a:pt x="3796" y="754"/>
                      <a:pt x="3796" y="755"/>
                    </a:cubicBezTo>
                    <a:cubicBezTo>
                      <a:pt x="3796" y="756"/>
                      <a:pt x="3796" y="756"/>
                      <a:pt x="3796" y="757"/>
                    </a:cubicBezTo>
                    <a:cubicBezTo>
                      <a:pt x="3796" y="757"/>
                      <a:pt x="3796" y="757"/>
                      <a:pt x="3797" y="757"/>
                    </a:cubicBezTo>
                    <a:cubicBezTo>
                      <a:pt x="3797" y="759"/>
                      <a:pt x="3798" y="761"/>
                      <a:pt x="3797" y="766"/>
                    </a:cubicBezTo>
                    <a:cubicBezTo>
                      <a:pt x="3796" y="769"/>
                      <a:pt x="3797" y="770"/>
                      <a:pt x="3798" y="772"/>
                    </a:cubicBezTo>
                    <a:cubicBezTo>
                      <a:pt x="3798" y="773"/>
                      <a:pt x="3798" y="773"/>
                      <a:pt x="3798" y="773"/>
                    </a:cubicBezTo>
                    <a:cubicBezTo>
                      <a:pt x="3801" y="777"/>
                      <a:pt x="3802" y="781"/>
                      <a:pt x="3802" y="788"/>
                    </a:cubicBezTo>
                    <a:cubicBezTo>
                      <a:pt x="3802" y="789"/>
                      <a:pt x="3802" y="790"/>
                      <a:pt x="3802" y="791"/>
                    </a:cubicBezTo>
                    <a:cubicBezTo>
                      <a:pt x="3802" y="791"/>
                      <a:pt x="3802" y="792"/>
                      <a:pt x="3802" y="792"/>
                    </a:cubicBezTo>
                    <a:cubicBezTo>
                      <a:pt x="3808" y="792"/>
                      <a:pt x="3811" y="798"/>
                      <a:pt x="3812" y="801"/>
                    </a:cubicBezTo>
                    <a:cubicBezTo>
                      <a:pt x="3812" y="802"/>
                      <a:pt x="3813" y="811"/>
                      <a:pt x="3810" y="816"/>
                    </a:cubicBezTo>
                    <a:cubicBezTo>
                      <a:pt x="3809" y="818"/>
                      <a:pt x="3809" y="819"/>
                      <a:pt x="3809" y="820"/>
                    </a:cubicBezTo>
                    <a:cubicBezTo>
                      <a:pt x="3810" y="822"/>
                      <a:pt x="3810" y="824"/>
                      <a:pt x="3810" y="829"/>
                    </a:cubicBezTo>
                    <a:cubicBezTo>
                      <a:pt x="3810" y="829"/>
                      <a:pt x="3810" y="829"/>
                      <a:pt x="3810" y="829"/>
                    </a:cubicBezTo>
                    <a:cubicBezTo>
                      <a:pt x="3810" y="831"/>
                      <a:pt x="3810" y="833"/>
                      <a:pt x="3809" y="836"/>
                    </a:cubicBezTo>
                    <a:cubicBezTo>
                      <a:pt x="3807" y="838"/>
                      <a:pt x="3807" y="843"/>
                      <a:pt x="3807" y="844"/>
                    </a:cubicBezTo>
                    <a:cubicBezTo>
                      <a:pt x="3810" y="849"/>
                      <a:pt x="3807" y="853"/>
                      <a:pt x="3806" y="854"/>
                    </a:cubicBezTo>
                    <a:cubicBezTo>
                      <a:pt x="3804" y="856"/>
                      <a:pt x="3799" y="862"/>
                      <a:pt x="3795" y="862"/>
                    </a:cubicBezTo>
                    <a:cubicBezTo>
                      <a:pt x="3793" y="862"/>
                      <a:pt x="3790" y="863"/>
                      <a:pt x="3789" y="865"/>
                    </a:cubicBezTo>
                    <a:cubicBezTo>
                      <a:pt x="3785" y="868"/>
                      <a:pt x="3780" y="871"/>
                      <a:pt x="3776" y="871"/>
                    </a:cubicBezTo>
                    <a:cubicBezTo>
                      <a:pt x="3775" y="871"/>
                      <a:pt x="3775" y="871"/>
                      <a:pt x="3774" y="872"/>
                    </a:cubicBezTo>
                    <a:cubicBezTo>
                      <a:pt x="3774" y="872"/>
                      <a:pt x="3774" y="872"/>
                      <a:pt x="3774" y="873"/>
                    </a:cubicBezTo>
                    <a:cubicBezTo>
                      <a:pt x="3776" y="872"/>
                      <a:pt x="3778" y="872"/>
                      <a:pt x="3779" y="873"/>
                    </a:cubicBezTo>
                    <a:cubicBezTo>
                      <a:pt x="3781" y="874"/>
                      <a:pt x="3782" y="876"/>
                      <a:pt x="3782" y="879"/>
                    </a:cubicBezTo>
                    <a:cubicBezTo>
                      <a:pt x="3782" y="879"/>
                      <a:pt x="3782" y="880"/>
                      <a:pt x="3782" y="880"/>
                    </a:cubicBezTo>
                    <a:cubicBezTo>
                      <a:pt x="3784" y="881"/>
                      <a:pt x="3786" y="884"/>
                      <a:pt x="3786" y="887"/>
                    </a:cubicBezTo>
                    <a:cubicBezTo>
                      <a:pt x="3786" y="889"/>
                      <a:pt x="3786" y="889"/>
                      <a:pt x="3787" y="890"/>
                    </a:cubicBezTo>
                    <a:cubicBezTo>
                      <a:pt x="3788" y="891"/>
                      <a:pt x="3788" y="892"/>
                      <a:pt x="3789" y="893"/>
                    </a:cubicBezTo>
                    <a:cubicBezTo>
                      <a:pt x="3789" y="894"/>
                      <a:pt x="3789" y="894"/>
                      <a:pt x="3790" y="894"/>
                    </a:cubicBezTo>
                    <a:cubicBezTo>
                      <a:pt x="3792" y="897"/>
                      <a:pt x="3790" y="899"/>
                      <a:pt x="3789" y="902"/>
                    </a:cubicBezTo>
                    <a:cubicBezTo>
                      <a:pt x="3788" y="902"/>
                      <a:pt x="3788" y="902"/>
                      <a:pt x="3788" y="902"/>
                    </a:cubicBezTo>
                    <a:cubicBezTo>
                      <a:pt x="3787" y="903"/>
                      <a:pt x="3787" y="905"/>
                      <a:pt x="3785" y="906"/>
                    </a:cubicBezTo>
                    <a:cubicBezTo>
                      <a:pt x="3782" y="908"/>
                      <a:pt x="3782" y="908"/>
                      <a:pt x="3782" y="908"/>
                    </a:cubicBezTo>
                    <a:cubicBezTo>
                      <a:pt x="3780" y="905"/>
                      <a:pt x="3780" y="905"/>
                      <a:pt x="3780" y="905"/>
                    </a:cubicBezTo>
                    <a:cubicBezTo>
                      <a:pt x="3778" y="903"/>
                      <a:pt x="3777" y="901"/>
                      <a:pt x="3776" y="899"/>
                    </a:cubicBezTo>
                    <a:cubicBezTo>
                      <a:pt x="3776" y="898"/>
                      <a:pt x="3776" y="897"/>
                      <a:pt x="3775" y="896"/>
                    </a:cubicBezTo>
                    <a:cubicBezTo>
                      <a:pt x="3774" y="897"/>
                      <a:pt x="3772" y="897"/>
                      <a:pt x="3771" y="897"/>
                    </a:cubicBezTo>
                    <a:cubicBezTo>
                      <a:pt x="3768" y="897"/>
                      <a:pt x="3764" y="894"/>
                      <a:pt x="3762" y="892"/>
                    </a:cubicBezTo>
                    <a:cubicBezTo>
                      <a:pt x="3751" y="884"/>
                      <a:pt x="3746" y="878"/>
                      <a:pt x="3747" y="874"/>
                    </a:cubicBezTo>
                    <a:cubicBezTo>
                      <a:pt x="3747" y="873"/>
                      <a:pt x="3748" y="872"/>
                      <a:pt x="3748" y="871"/>
                    </a:cubicBezTo>
                    <a:cubicBezTo>
                      <a:pt x="3748" y="871"/>
                      <a:pt x="3748" y="870"/>
                      <a:pt x="3748" y="870"/>
                    </a:cubicBezTo>
                    <a:cubicBezTo>
                      <a:pt x="3745" y="870"/>
                      <a:pt x="3741" y="869"/>
                      <a:pt x="3739" y="866"/>
                    </a:cubicBezTo>
                    <a:cubicBezTo>
                      <a:pt x="3738" y="866"/>
                      <a:pt x="3737" y="867"/>
                      <a:pt x="3735" y="866"/>
                    </a:cubicBezTo>
                    <a:cubicBezTo>
                      <a:pt x="3734" y="866"/>
                      <a:pt x="3732" y="866"/>
                      <a:pt x="3731" y="865"/>
                    </a:cubicBezTo>
                    <a:cubicBezTo>
                      <a:pt x="3730" y="866"/>
                      <a:pt x="3729" y="869"/>
                      <a:pt x="3729" y="873"/>
                    </a:cubicBezTo>
                    <a:cubicBezTo>
                      <a:pt x="3729" y="876"/>
                      <a:pt x="3729" y="876"/>
                      <a:pt x="3729" y="876"/>
                    </a:cubicBezTo>
                    <a:cubicBezTo>
                      <a:pt x="3730" y="886"/>
                      <a:pt x="3730" y="899"/>
                      <a:pt x="3730" y="904"/>
                    </a:cubicBezTo>
                    <a:cubicBezTo>
                      <a:pt x="3729" y="917"/>
                      <a:pt x="3727" y="918"/>
                      <a:pt x="3724" y="919"/>
                    </a:cubicBezTo>
                    <a:cubicBezTo>
                      <a:pt x="3724" y="919"/>
                      <a:pt x="3723" y="919"/>
                      <a:pt x="3722" y="919"/>
                    </a:cubicBezTo>
                    <a:cubicBezTo>
                      <a:pt x="3722" y="920"/>
                      <a:pt x="3722" y="920"/>
                      <a:pt x="3721" y="921"/>
                    </a:cubicBezTo>
                    <a:cubicBezTo>
                      <a:pt x="3719" y="925"/>
                      <a:pt x="3716" y="926"/>
                      <a:pt x="3714" y="926"/>
                    </a:cubicBezTo>
                    <a:cubicBezTo>
                      <a:pt x="3714" y="926"/>
                      <a:pt x="3714" y="926"/>
                      <a:pt x="3714" y="926"/>
                    </a:cubicBezTo>
                    <a:cubicBezTo>
                      <a:pt x="3713" y="926"/>
                      <a:pt x="3711" y="926"/>
                      <a:pt x="3709" y="922"/>
                    </a:cubicBezTo>
                    <a:cubicBezTo>
                      <a:pt x="3709" y="922"/>
                      <a:pt x="3708" y="922"/>
                      <a:pt x="3708" y="922"/>
                    </a:cubicBezTo>
                    <a:cubicBezTo>
                      <a:pt x="3707" y="922"/>
                      <a:pt x="3705" y="922"/>
                      <a:pt x="3704" y="924"/>
                    </a:cubicBezTo>
                    <a:cubicBezTo>
                      <a:pt x="3699" y="929"/>
                      <a:pt x="3699" y="929"/>
                      <a:pt x="3699" y="932"/>
                    </a:cubicBezTo>
                    <a:cubicBezTo>
                      <a:pt x="3699" y="937"/>
                      <a:pt x="3699" y="941"/>
                      <a:pt x="3697" y="945"/>
                    </a:cubicBezTo>
                    <a:cubicBezTo>
                      <a:pt x="3697" y="946"/>
                      <a:pt x="3695" y="948"/>
                      <a:pt x="3693" y="950"/>
                    </a:cubicBezTo>
                    <a:cubicBezTo>
                      <a:pt x="3692" y="952"/>
                      <a:pt x="3689" y="955"/>
                      <a:pt x="3689" y="956"/>
                    </a:cubicBezTo>
                    <a:cubicBezTo>
                      <a:pt x="3688" y="959"/>
                      <a:pt x="3685" y="964"/>
                      <a:pt x="3682" y="965"/>
                    </a:cubicBezTo>
                    <a:cubicBezTo>
                      <a:pt x="3680" y="966"/>
                      <a:pt x="3678" y="966"/>
                      <a:pt x="3676" y="965"/>
                    </a:cubicBezTo>
                    <a:cubicBezTo>
                      <a:pt x="3674" y="965"/>
                      <a:pt x="3667" y="966"/>
                      <a:pt x="3665" y="968"/>
                    </a:cubicBezTo>
                    <a:cubicBezTo>
                      <a:pt x="3661" y="972"/>
                      <a:pt x="3657" y="973"/>
                      <a:pt x="3653" y="973"/>
                    </a:cubicBezTo>
                    <a:cubicBezTo>
                      <a:pt x="3652" y="973"/>
                      <a:pt x="3651" y="973"/>
                      <a:pt x="3649" y="973"/>
                    </a:cubicBezTo>
                    <a:cubicBezTo>
                      <a:pt x="3647" y="973"/>
                      <a:pt x="3645" y="973"/>
                      <a:pt x="3643" y="973"/>
                    </a:cubicBezTo>
                    <a:cubicBezTo>
                      <a:pt x="3642" y="974"/>
                      <a:pt x="3642" y="974"/>
                      <a:pt x="3642" y="974"/>
                    </a:cubicBezTo>
                    <a:cubicBezTo>
                      <a:pt x="3641" y="973"/>
                      <a:pt x="3641" y="973"/>
                      <a:pt x="3641" y="973"/>
                    </a:cubicBezTo>
                    <a:cubicBezTo>
                      <a:pt x="3639" y="973"/>
                      <a:pt x="3634" y="973"/>
                      <a:pt x="3626" y="974"/>
                    </a:cubicBezTo>
                    <a:cubicBezTo>
                      <a:pt x="3626" y="974"/>
                      <a:pt x="3626" y="975"/>
                      <a:pt x="3625" y="975"/>
                    </a:cubicBezTo>
                    <a:cubicBezTo>
                      <a:pt x="3626" y="975"/>
                      <a:pt x="3626" y="976"/>
                      <a:pt x="3626" y="976"/>
                    </a:cubicBezTo>
                    <a:cubicBezTo>
                      <a:pt x="3629" y="976"/>
                      <a:pt x="3630" y="978"/>
                      <a:pt x="3634" y="983"/>
                    </a:cubicBezTo>
                    <a:cubicBezTo>
                      <a:pt x="3635" y="985"/>
                      <a:pt x="3636" y="987"/>
                      <a:pt x="3637" y="989"/>
                    </a:cubicBezTo>
                    <a:cubicBezTo>
                      <a:pt x="3638" y="991"/>
                      <a:pt x="3639" y="993"/>
                      <a:pt x="3640" y="993"/>
                    </a:cubicBezTo>
                    <a:cubicBezTo>
                      <a:pt x="3641" y="994"/>
                      <a:pt x="3643" y="995"/>
                      <a:pt x="3645" y="996"/>
                    </a:cubicBezTo>
                    <a:cubicBezTo>
                      <a:pt x="3648" y="998"/>
                      <a:pt x="3649" y="999"/>
                      <a:pt x="3650" y="1000"/>
                    </a:cubicBezTo>
                    <a:cubicBezTo>
                      <a:pt x="3652" y="1002"/>
                      <a:pt x="3653" y="1009"/>
                      <a:pt x="3652" y="1014"/>
                    </a:cubicBezTo>
                    <a:cubicBezTo>
                      <a:pt x="3652" y="1015"/>
                      <a:pt x="3651" y="1016"/>
                      <a:pt x="3651" y="1017"/>
                    </a:cubicBezTo>
                    <a:cubicBezTo>
                      <a:pt x="3651" y="1018"/>
                      <a:pt x="3651" y="1019"/>
                      <a:pt x="3650" y="1022"/>
                    </a:cubicBezTo>
                    <a:cubicBezTo>
                      <a:pt x="3649" y="1024"/>
                      <a:pt x="3648" y="1025"/>
                      <a:pt x="3648" y="1026"/>
                    </a:cubicBezTo>
                    <a:cubicBezTo>
                      <a:pt x="3647" y="1027"/>
                      <a:pt x="3647" y="1027"/>
                      <a:pt x="3646" y="1029"/>
                    </a:cubicBezTo>
                    <a:cubicBezTo>
                      <a:pt x="3645" y="1030"/>
                      <a:pt x="3644" y="1033"/>
                      <a:pt x="3641" y="1034"/>
                    </a:cubicBezTo>
                    <a:cubicBezTo>
                      <a:pt x="3638" y="1034"/>
                      <a:pt x="3637" y="1032"/>
                      <a:pt x="3635" y="1031"/>
                    </a:cubicBezTo>
                    <a:cubicBezTo>
                      <a:pt x="3635" y="1030"/>
                      <a:pt x="3635" y="1030"/>
                      <a:pt x="3634" y="1029"/>
                    </a:cubicBezTo>
                    <a:cubicBezTo>
                      <a:pt x="3633" y="1027"/>
                      <a:pt x="3629" y="1027"/>
                      <a:pt x="3628" y="1028"/>
                    </a:cubicBezTo>
                    <a:cubicBezTo>
                      <a:pt x="3628" y="1028"/>
                      <a:pt x="3628" y="1028"/>
                      <a:pt x="3628" y="1028"/>
                    </a:cubicBezTo>
                    <a:cubicBezTo>
                      <a:pt x="3628" y="1028"/>
                      <a:pt x="3627" y="1028"/>
                      <a:pt x="3626" y="1029"/>
                    </a:cubicBezTo>
                    <a:cubicBezTo>
                      <a:pt x="3625" y="1030"/>
                      <a:pt x="3625" y="1030"/>
                      <a:pt x="3625" y="1030"/>
                    </a:cubicBezTo>
                    <a:cubicBezTo>
                      <a:pt x="3622" y="1033"/>
                      <a:pt x="3619" y="1033"/>
                      <a:pt x="3617" y="1032"/>
                    </a:cubicBezTo>
                    <a:cubicBezTo>
                      <a:pt x="3615" y="1032"/>
                      <a:pt x="3614" y="1032"/>
                      <a:pt x="3613" y="1032"/>
                    </a:cubicBezTo>
                    <a:cubicBezTo>
                      <a:pt x="3607" y="1034"/>
                      <a:pt x="3603" y="1032"/>
                      <a:pt x="3601" y="1031"/>
                    </a:cubicBezTo>
                    <a:cubicBezTo>
                      <a:pt x="3601" y="1030"/>
                      <a:pt x="3601" y="1030"/>
                      <a:pt x="3600" y="1030"/>
                    </a:cubicBezTo>
                    <a:cubicBezTo>
                      <a:pt x="3600" y="1030"/>
                      <a:pt x="3598" y="1030"/>
                      <a:pt x="3596" y="1031"/>
                    </a:cubicBezTo>
                    <a:cubicBezTo>
                      <a:pt x="3596" y="1031"/>
                      <a:pt x="3594" y="1031"/>
                      <a:pt x="3593" y="1032"/>
                    </a:cubicBezTo>
                    <a:cubicBezTo>
                      <a:pt x="3588" y="1033"/>
                      <a:pt x="3584" y="1033"/>
                      <a:pt x="3581" y="1032"/>
                    </a:cubicBezTo>
                    <a:cubicBezTo>
                      <a:pt x="3580" y="1031"/>
                      <a:pt x="3580" y="1030"/>
                      <a:pt x="3579" y="1029"/>
                    </a:cubicBezTo>
                    <a:cubicBezTo>
                      <a:pt x="3579" y="1029"/>
                      <a:pt x="3578" y="1029"/>
                      <a:pt x="3577" y="1029"/>
                    </a:cubicBezTo>
                    <a:cubicBezTo>
                      <a:pt x="3576" y="1029"/>
                      <a:pt x="3573" y="1029"/>
                      <a:pt x="3571" y="1027"/>
                    </a:cubicBezTo>
                    <a:cubicBezTo>
                      <a:pt x="3569" y="1025"/>
                      <a:pt x="3570" y="1023"/>
                      <a:pt x="3570" y="1021"/>
                    </a:cubicBezTo>
                    <a:cubicBezTo>
                      <a:pt x="3570" y="1021"/>
                      <a:pt x="3570" y="1021"/>
                      <a:pt x="3569" y="1021"/>
                    </a:cubicBezTo>
                    <a:cubicBezTo>
                      <a:pt x="3567" y="1020"/>
                      <a:pt x="3563" y="1017"/>
                      <a:pt x="3564" y="1013"/>
                    </a:cubicBezTo>
                    <a:cubicBezTo>
                      <a:pt x="3563" y="1013"/>
                      <a:pt x="3562" y="1012"/>
                      <a:pt x="3560" y="1011"/>
                    </a:cubicBezTo>
                    <a:cubicBezTo>
                      <a:pt x="3560" y="1011"/>
                      <a:pt x="3559" y="1011"/>
                      <a:pt x="3558" y="1011"/>
                    </a:cubicBezTo>
                    <a:cubicBezTo>
                      <a:pt x="3558" y="1010"/>
                      <a:pt x="3558" y="1010"/>
                      <a:pt x="3558" y="1010"/>
                    </a:cubicBezTo>
                    <a:cubicBezTo>
                      <a:pt x="3556" y="1014"/>
                      <a:pt x="3554" y="1016"/>
                      <a:pt x="3551" y="1016"/>
                    </a:cubicBezTo>
                    <a:cubicBezTo>
                      <a:pt x="3550" y="1016"/>
                      <a:pt x="3549" y="1016"/>
                      <a:pt x="3548" y="1016"/>
                    </a:cubicBezTo>
                    <a:cubicBezTo>
                      <a:pt x="3548" y="1016"/>
                      <a:pt x="3548" y="1016"/>
                      <a:pt x="3548" y="1016"/>
                    </a:cubicBezTo>
                    <a:cubicBezTo>
                      <a:pt x="3547" y="1019"/>
                      <a:pt x="3545" y="1020"/>
                      <a:pt x="3544" y="1021"/>
                    </a:cubicBezTo>
                    <a:cubicBezTo>
                      <a:pt x="3543" y="1022"/>
                      <a:pt x="3542" y="1022"/>
                      <a:pt x="3542" y="1023"/>
                    </a:cubicBezTo>
                    <a:cubicBezTo>
                      <a:pt x="3541" y="1025"/>
                      <a:pt x="3541" y="1026"/>
                      <a:pt x="3542" y="1029"/>
                    </a:cubicBezTo>
                    <a:cubicBezTo>
                      <a:pt x="3543" y="1033"/>
                      <a:pt x="3543" y="1036"/>
                      <a:pt x="3542" y="1038"/>
                    </a:cubicBezTo>
                    <a:cubicBezTo>
                      <a:pt x="3542" y="1039"/>
                      <a:pt x="3542" y="1040"/>
                      <a:pt x="3542" y="1040"/>
                    </a:cubicBezTo>
                    <a:cubicBezTo>
                      <a:pt x="3542" y="1041"/>
                      <a:pt x="3542" y="1042"/>
                      <a:pt x="3542" y="1042"/>
                    </a:cubicBezTo>
                    <a:cubicBezTo>
                      <a:pt x="3542" y="1042"/>
                      <a:pt x="3542" y="1042"/>
                      <a:pt x="3542" y="1043"/>
                    </a:cubicBezTo>
                    <a:cubicBezTo>
                      <a:pt x="3542" y="1043"/>
                      <a:pt x="3543" y="1044"/>
                      <a:pt x="3543" y="1044"/>
                    </a:cubicBezTo>
                    <a:cubicBezTo>
                      <a:pt x="3544" y="1046"/>
                      <a:pt x="3546" y="1047"/>
                      <a:pt x="3546" y="1049"/>
                    </a:cubicBezTo>
                    <a:cubicBezTo>
                      <a:pt x="3545" y="1050"/>
                      <a:pt x="3545" y="1052"/>
                      <a:pt x="3543" y="1053"/>
                    </a:cubicBezTo>
                    <a:cubicBezTo>
                      <a:pt x="3542" y="1054"/>
                      <a:pt x="3539" y="1055"/>
                      <a:pt x="3536" y="1053"/>
                    </a:cubicBezTo>
                    <a:cubicBezTo>
                      <a:pt x="3536" y="1054"/>
                      <a:pt x="3536" y="1055"/>
                      <a:pt x="3535" y="1055"/>
                    </a:cubicBezTo>
                    <a:cubicBezTo>
                      <a:pt x="3534" y="1057"/>
                      <a:pt x="3534" y="1058"/>
                      <a:pt x="3534" y="1059"/>
                    </a:cubicBezTo>
                    <a:cubicBezTo>
                      <a:pt x="3533" y="1060"/>
                      <a:pt x="3533" y="1060"/>
                      <a:pt x="3533" y="1061"/>
                    </a:cubicBezTo>
                    <a:cubicBezTo>
                      <a:pt x="3533" y="1064"/>
                      <a:pt x="3532" y="1066"/>
                      <a:pt x="3531" y="1067"/>
                    </a:cubicBezTo>
                    <a:cubicBezTo>
                      <a:pt x="3531" y="1067"/>
                      <a:pt x="3530" y="1068"/>
                      <a:pt x="3530" y="1069"/>
                    </a:cubicBezTo>
                    <a:cubicBezTo>
                      <a:pt x="3529" y="1070"/>
                      <a:pt x="3527" y="1073"/>
                      <a:pt x="3525" y="1075"/>
                    </a:cubicBezTo>
                    <a:cubicBezTo>
                      <a:pt x="3524" y="1077"/>
                      <a:pt x="3522" y="1078"/>
                      <a:pt x="3522" y="1079"/>
                    </a:cubicBezTo>
                    <a:cubicBezTo>
                      <a:pt x="3522" y="1079"/>
                      <a:pt x="3522" y="1080"/>
                      <a:pt x="3522" y="1080"/>
                    </a:cubicBezTo>
                    <a:cubicBezTo>
                      <a:pt x="3522" y="1081"/>
                      <a:pt x="3521" y="1082"/>
                      <a:pt x="3520" y="1083"/>
                    </a:cubicBezTo>
                    <a:cubicBezTo>
                      <a:pt x="3519" y="1085"/>
                      <a:pt x="3519" y="1086"/>
                      <a:pt x="3518" y="1087"/>
                    </a:cubicBezTo>
                    <a:cubicBezTo>
                      <a:pt x="3518" y="1087"/>
                      <a:pt x="3518" y="1087"/>
                      <a:pt x="3517" y="1088"/>
                    </a:cubicBezTo>
                    <a:cubicBezTo>
                      <a:pt x="3517" y="1088"/>
                      <a:pt x="3517" y="1089"/>
                      <a:pt x="3517" y="1089"/>
                    </a:cubicBezTo>
                    <a:cubicBezTo>
                      <a:pt x="3517" y="1089"/>
                      <a:pt x="3516" y="1090"/>
                      <a:pt x="3516" y="1091"/>
                    </a:cubicBezTo>
                    <a:cubicBezTo>
                      <a:pt x="3516" y="1091"/>
                      <a:pt x="3516" y="1092"/>
                      <a:pt x="3516" y="1092"/>
                    </a:cubicBezTo>
                    <a:cubicBezTo>
                      <a:pt x="3515" y="1098"/>
                      <a:pt x="3513" y="1100"/>
                      <a:pt x="3506" y="1100"/>
                    </a:cubicBezTo>
                    <a:cubicBezTo>
                      <a:pt x="3502" y="1100"/>
                      <a:pt x="3500" y="1102"/>
                      <a:pt x="3498" y="1103"/>
                    </a:cubicBezTo>
                    <a:cubicBezTo>
                      <a:pt x="3498" y="1104"/>
                      <a:pt x="3497" y="1104"/>
                      <a:pt x="3496" y="1105"/>
                    </a:cubicBezTo>
                    <a:cubicBezTo>
                      <a:pt x="3496" y="1105"/>
                      <a:pt x="3494" y="1108"/>
                      <a:pt x="3494" y="1109"/>
                    </a:cubicBezTo>
                    <a:cubicBezTo>
                      <a:pt x="3494" y="1111"/>
                      <a:pt x="3494" y="1114"/>
                      <a:pt x="3492" y="1116"/>
                    </a:cubicBezTo>
                    <a:cubicBezTo>
                      <a:pt x="3491" y="1117"/>
                      <a:pt x="3489" y="1117"/>
                      <a:pt x="3487" y="1117"/>
                    </a:cubicBezTo>
                    <a:cubicBezTo>
                      <a:pt x="3486" y="1117"/>
                      <a:pt x="3486" y="1117"/>
                      <a:pt x="3486" y="1117"/>
                    </a:cubicBezTo>
                    <a:cubicBezTo>
                      <a:pt x="3486" y="1117"/>
                      <a:pt x="3486" y="1117"/>
                      <a:pt x="3485" y="1117"/>
                    </a:cubicBezTo>
                    <a:cubicBezTo>
                      <a:pt x="3484" y="1120"/>
                      <a:pt x="3482" y="1121"/>
                      <a:pt x="3480" y="1122"/>
                    </a:cubicBezTo>
                    <a:cubicBezTo>
                      <a:pt x="3480" y="1122"/>
                      <a:pt x="3480" y="1122"/>
                      <a:pt x="3480" y="1123"/>
                    </a:cubicBezTo>
                    <a:cubicBezTo>
                      <a:pt x="3480" y="1124"/>
                      <a:pt x="3481" y="1127"/>
                      <a:pt x="3479" y="1129"/>
                    </a:cubicBezTo>
                    <a:cubicBezTo>
                      <a:pt x="3476" y="1131"/>
                      <a:pt x="3473" y="1129"/>
                      <a:pt x="3471" y="1128"/>
                    </a:cubicBezTo>
                    <a:cubicBezTo>
                      <a:pt x="3470" y="1128"/>
                      <a:pt x="3469" y="1127"/>
                      <a:pt x="3469" y="1127"/>
                    </a:cubicBezTo>
                    <a:cubicBezTo>
                      <a:pt x="3468" y="1128"/>
                      <a:pt x="3468" y="1128"/>
                      <a:pt x="3468" y="1128"/>
                    </a:cubicBezTo>
                    <a:cubicBezTo>
                      <a:pt x="3468" y="1129"/>
                      <a:pt x="3467" y="1130"/>
                      <a:pt x="3467" y="1130"/>
                    </a:cubicBezTo>
                    <a:cubicBezTo>
                      <a:pt x="3466" y="1132"/>
                      <a:pt x="3466" y="1132"/>
                      <a:pt x="3466" y="1132"/>
                    </a:cubicBezTo>
                    <a:cubicBezTo>
                      <a:pt x="3464" y="1135"/>
                      <a:pt x="3463" y="1136"/>
                      <a:pt x="3458" y="1137"/>
                    </a:cubicBezTo>
                    <a:cubicBezTo>
                      <a:pt x="3457" y="1138"/>
                      <a:pt x="3456" y="1138"/>
                      <a:pt x="3456" y="1138"/>
                    </a:cubicBezTo>
                    <a:cubicBezTo>
                      <a:pt x="3456" y="1138"/>
                      <a:pt x="3456" y="1139"/>
                      <a:pt x="3456" y="1139"/>
                    </a:cubicBezTo>
                    <a:cubicBezTo>
                      <a:pt x="3457" y="1144"/>
                      <a:pt x="3452" y="1147"/>
                      <a:pt x="3448" y="1148"/>
                    </a:cubicBezTo>
                    <a:cubicBezTo>
                      <a:pt x="3447" y="1149"/>
                      <a:pt x="3446" y="1150"/>
                      <a:pt x="3445" y="1151"/>
                    </a:cubicBezTo>
                    <a:cubicBezTo>
                      <a:pt x="3444" y="1152"/>
                      <a:pt x="3444" y="1152"/>
                      <a:pt x="3444" y="1152"/>
                    </a:cubicBezTo>
                    <a:cubicBezTo>
                      <a:pt x="3443" y="1153"/>
                      <a:pt x="3442" y="1154"/>
                      <a:pt x="3440" y="1156"/>
                    </a:cubicBezTo>
                    <a:cubicBezTo>
                      <a:pt x="3437" y="1161"/>
                      <a:pt x="3431" y="1167"/>
                      <a:pt x="3428" y="1170"/>
                    </a:cubicBezTo>
                    <a:cubicBezTo>
                      <a:pt x="3426" y="1172"/>
                      <a:pt x="3425" y="1176"/>
                      <a:pt x="3423" y="1179"/>
                    </a:cubicBezTo>
                    <a:cubicBezTo>
                      <a:pt x="3423" y="1180"/>
                      <a:pt x="3422" y="1181"/>
                      <a:pt x="3422" y="1181"/>
                    </a:cubicBezTo>
                    <a:cubicBezTo>
                      <a:pt x="3421" y="1183"/>
                      <a:pt x="3421" y="1183"/>
                      <a:pt x="3420" y="1184"/>
                    </a:cubicBezTo>
                    <a:cubicBezTo>
                      <a:pt x="3420" y="1185"/>
                      <a:pt x="3419" y="1186"/>
                      <a:pt x="3419" y="1187"/>
                    </a:cubicBezTo>
                    <a:cubicBezTo>
                      <a:pt x="3419" y="1188"/>
                      <a:pt x="3419" y="1189"/>
                      <a:pt x="3419" y="1189"/>
                    </a:cubicBezTo>
                    <a:cubicBezTo>
                      <a:pt x="3419" y="1190"/>
                      <a:pt x="3419" y="1191"/>
                      <a:pt x="3418" y="1193"/>
                    </a:cubicBezTo>
                    <a:close/>
                    <a:moveTo>
                      <a:pt x="1817" y="996"/>
                    </a:moveTo>
                    <a:cubicBezTo>
                      <a:pt x="1817" y="996"/>
                      <a:pt x="1817" y="996"/>
                      <a:pt x="1817" y="996"/>
                    </a:cubicBezTo>
                    <a:cubicBezTo>
                      <a:pt x="1817" y="996"/>
                      <a:pt x="1817" y="996"/>
                      <a:pt x="1817" y="996"/>
                    </a:cubicBezTo>
                    <a:close/>
                    <a:moveTo>
                      <a:pt x="3641" y="973"/>
                    </a:moveTo>
                    <a:cubicBezTo>
                      <a:pt x="3641" y="973"/>
                      <a:pt x="3641" y="973"/>
                      <a:pt x="3641" y="973"/>
                    </a:cubicBezTo>
                    <a:cubicBezTo>
                      <a:pt x="3641" y="973"/>
                      <a:pt x="3641" y="973"/>
                      <a:pt x="3641" y="973"/>
                    </a:cubicBezTo>
                    <a:close/>
                    <a:moveTo>
                      <a:pt x="3725" y="912"/>
                    </a:moveTo>
                    <a:cubicBezTo>
                      <a:pt x="3725" y="912"/>
                      <a:pt x="3725" y="912"/>
                      <a:pt x="3725" y="912"/>
                    </a:cubicBezTo>
                    <a:cubicBezTo>
                      <a:pt x="3725" y="912"/>
                      <a:pt x="3725" y="912"/>
                      <a:pt x="3725" y="912"/>
                    </a:cubicBezTo>
                    <a:close/>
                    <a:moveTo>
                      <a:pt x="210" y="847"/>
                    </a:moveTo>
                    <a:cubicBezTo>
                      <a:pt x="210" y="847"/>
                      <a:pt x="210" y="847"/>
                      <a:pt x="210" y="847"/>
                    </a:cubicBezTo>
                    <a:cubicBezTo>
                      <a:pt x="210" y="847"/>
                      <a:pt x="210" y="847"/>
                      <a:pt x="210" y="847"/>
                    </a:cubicBezTo>
                    <a:close/>
                    <a:moveTo>
                      <a:pt x="3808" y="819"/>
                    </a:moveTo>
                    <a:cubicBezTo>
                      <a:pt x="3808" y="819"/>
                      <a:pt x="3808" y="819"/>
                      <a:pt x="3808" y="819"/>
                    </a:cubicBezTo>
                    <a:cubicBezTo>
                      <a:pt x="3808" y="819"/>
                      <a:pt x="3808" y="819"/>
                      <a:pt x="3808" y="819"/>
                    </a:cubicBezTo>
                    <a:close/>
                    <a:moveTo>
                      <a:pt x="540" y="746"/>
                    </a:moveTo>
                    <a:cubicBezTo>
                      <a:pt x="540" y="746"/>
                      <a:pt x="540" y="746"/>
                      <a:pt x="540" y="746"/>
                    </a:cubicBezTo>
                    <a:cubicBezTo>
                      <a:pt x="540" y="746"/>
                      <a:pt x="540" y="746"/>
                      <a:pt x="540" y="746"/>
                    </a:cubicBezTo>
                    <a:close/>
                    <a:moveTo>
                      <a:pt x="3792" y="744"/>
                    </a:moveTo>
                    <a:cubicBezTo>
                      <a:pt x="3793" y="745"/>
                      <a:pt x="3794" y="746"/>
                      <a:pt x="3796" y="746"/>
                    </a:cubicBezTo>
                    <a:cubicBezTo>
                      <a:pt x="3796" y="746"/>
                      <a:pt x="3796" y="746"/>
                      <a:pt x="3796" y="746"/>
                    </a:cubicBezTo>
                    <a:cubicBezTo>
                      <a:pt x="3796" y="744"/>
                      <a:pt x="3796" y="744"/>
                      <a:pt x="3796" y="744"/>
                    </a:cubicBezTo>
                    <a:lnTo>
                      <a:pt x="3792" y="744"/>
                    </a:lnTo>
                    <a:close/>
                    <a:moveTo>
                      <a:pt x="3013" y="570"/>
                    </a:moveTo>
                    <a:cubicBezTo>
                      <a:pt x="3013" y="570"/>
                      <a:pt x="3013" y="570"/>
                      <a:pt x="3013" y="570"/>
                    </a:cubicBezTo>
                    <a:close/>
                    <a:moveTo>
                      <a:pt x="3895" y="561"/>
                    </a:moveTo>
                    <a:cubicBezTo>
                      <a:pt x="3895" y="561"/>
                      <a:pt x="3895" y="561"/>
                      <a:pt x="3895" y="561"/>
                    </a:cubicBezTo>
                    <a:cubicBezTo>
                      <a:pt x="3895" y="561"/>
                      <a:pt x="3895" y="561"/>
                      <a:pt x="3895" y="561"/>
                    </a:cubicBezTo>
                    <a:close/>
                    <a:moveTo>
                      <a:pt x="3897" y="560"/>
                    </a:moveTo>
                    <a:cubicBezTo>
                      <a:pt x="3897" y="560"/>
                      <a:pt x="3897" y="560"/>
                      <a:pt x="3897" y="560"/>
                    </a:cubicBezTo>
                    <a:cubicBezTo>
                      <a:pt x="3897" y="560"/>
                      <a:pt x="3897" y="560"/>
                      <a:pt x="3897" y="560"/>
                    </a:cubicBezTo>
                    <a:cubicBezTo>
                      <a:pt x="3897" y="560"/>
                      <a:pt x="3897" y="560"/>
                      <a:pt x="3897" y="560"/>
                    </a:cubicBezTo>
                    <a:close/>
                    <a:moveTo>
                      <a:pt x="743" y="556"/>
                    </a:moveTo>
                    <a:cubicBezTo>
                      <a:pt x="743" y="556"/>
                      <a:pt x="743" y="556"/>
                      <a:pt x="743" y="556"/>
                    </a:cubicBezTo>
                    <a:cubicBezTo>
                      <a:pt x="743" y="556"/>
                      <a:pt x="743" y="556"/>
                      <a:pt x="743" y="556"/>
                    </a:cubicBezTo>
                    <a:close/>
                    <a:moveTo>
                      <a:pt x="3895" y="554"/>
                    </a:moveTo>
                    <a:cubicBezTo>
                      <a:pt x="3895" y="554"/>
                      <a:pt x="3895" y="554"/>
                      <a:pt x="3895" y="554"/>
                    </a:cubicBezTo>
                    <a:cubicBezTo>
                      <a:pt x="3895" y="554"/>
                      <a:pt x="3895" y="554"/>
                      <a:pt x="3895" y="554"/>
                    </a:cubicBezTo>
                    <a:close/>
                    <a:moveTo>
                      <a:pt x="743" y="549"/>
                    </a:moveTo>
                    <a:cubicBezTo>
                      <a:pt x="743" y="549"/>
                      <a:pt x="743" y="549"/>
                      <a:pt x="743" y="549"/>
                    </a:cubicBezTo>
                    <a:cubicBezTo>
                      <a:pt x="743" y="549"/>
                      <a:pt x="743" y="549"/>
                      <a:pt x="743" y="549"/>
                    </a:cubicBezTo>
                    <a:close/>
                    <a:moveTo>
                      <a:pt x="2787" y="534"/>
                    </a:moveTo>
                    <a:cubicBezTo>
                      <a:pt x="2787" y="534"/>
                      <a:pt x="2787" y="534"/>
                      <a:pt x="2787" y="534"/>
                    </a:cubicBezTo>
                    <a:close/>
                    <a:moveTo>
                      <a:pt x="2788" y="513"/>
                    </a:moveTo>
                    <a:cubicBezTo>
                      <a:pt x="2788" y="513"/>
                      <a:pt x="2788" y="513"/>
                      <a:pt x="2788" y="513"/>
                    </a:cubicBezTo>
                    <a:cubicBezTo>
                      <a:pt x="2788" y="513"/>
                      <a:pt x="2788" y="513"/>
                      <a:pt x="2788" y="513"/>
                    </a:cubicBezTo>
                    <a:close/>
                    <a:moveTo>
                      <a:pt x="1232" y="428"/>
                    </a:moveTo>
                    <a:cubicBezTo>
                      <a:pt x="1232" y="428"/>
                      <a:pt x="1232" y="428"/>
                      <a:pt x="1232" y="428"/>
                    </a:cubicBezTo>
                    <a:cubicBezTo>
                      <a:pt x="1232" y="428"/>
                      <a:pt x="1232" y="428"/>
                      <a:pt x="1232" y="428"/>
                    </a:cubicBezTo>
                    <a:close/>
                    <a:moveTo>
                      <a:pt x="3696" y="425"/>
                    </a:moveTo>
                    <a:cubicBezTo>
                      <a:pt x="3696" y="425"/>
                      <a:pt x="3696" y="425"/>
                      <a:pt x="3696" y="425"/>
                    </a:cubicBezTo>
                    <a:cubicBezTo>
                      <a:pt x="3696" y="425"/>
                      <a:pt x="3696" y="425"/>
                      <a:pt x="3696" y="425"/>
                    </a:cubicBezTo>
                    <a:close/>
                    <a:moveTo>
                      <a:pt x="3773" y="424"/>
                    </a:moveTo>
                    <a:cubicBezTo>
                      <a:pt x="3773" y="424"/>
                      <a:pt x="3773" y="424"/>
                      <a:pt x="3773" y="424"/>
                    </a:cubicBezTo>
                    <a:cubicBezTo>
                      <a:pt x="3773" y="424"/>
                      <a:pt x="3773" y="424"/>
                      <a:pt x="3773" y="424"/>
                    </a:cubicBezTo>
                    <a:close/>
                    <a:moveTo>
                      <a:pt x="1225" y="423"/>
                    </a:moveTo>
                    <a:cubicBezTo>
                      <a:pt x="1225" y="423"/>
                      <a:pt x="1225" y="423"/>
                      <a:pt x="1225" y="423"/>
                    </a:cubicBezTo>
                    <a:cubicBezTo>
                      <a:pt x="1225" y="423"/>
                      <a:pt x="1225" y="423"/>
                      <a:pt x="1225" y="423"/>
                    </a:cubicBezTo>
                    <a:close/>
                    <a:moveTo>
                      <a:pt x="3780" y="416"/>
                    </a:moveTo>
                    <a:cubicBezTo>
                      <a:pt x="3780" y="416"/>
                      <a:pt x="3780" y="416"/>
                      <a:pt x="3780" y="416"/>
                    </a:cubicBezTo>
                    <a:close/>
                    <a:moveTo>
                      <a:pt x="1193" y="413"/>
                    </a:moveTo>
                    <a:cubicBezTo>
                      <a:pt x="1193" y="413"/>
                      <a:pt x="1193" y="413"/>
                      <a:pt x="1193" y="413"/>
                    </a:cubicBezTo>
                    <a:close/>
                    <a:moveTo>
                      <a:pt x="1168" y="373"/>
                    </a:moveTo>
                    <a:cubicBezTo>
                      <a:pt x="1168" y="373"/>
                      <a:pt x="1168" y="373"/>
                      <a:pt x="1168" y="373"/>
                    </a:cubicBezTo>
                    <a:close/>
                    <a:moveTo>
                      <a:pt x="3674" y="371"/>
                    </a:moveTo>
                    <a:cubicBezTo>
                      <a:pt x="3674" y="371"/>
                      <a:pt x="3674" y="371"/>
                      <a:pt x="3674" y="371"/>
                    </a:cubicBezTo>
                    <a:cubicBezTo>
                      <a:pt x="3674" y="371"/>
                      <a:pt x="3674" y="371"/>
                      <a:pt x="3674" y="371"/>
                    </a:cubicBezTo>
                    <a:close/>
                    <a:moveTo>
                      <a:pt x="3926" y="317"/>
                    </a:moveTo>
                    <a:cubicBezTo>
                      <a:pt x="3926" y="318"/>
                      <a:pt x="3926" y="318"/>
                      <a:pt x="3925" y="318"/>
                    </a:cubicBezTo>
                    <a:cubicBezTo>
                      <a:pt x="3924" y="318"/>
                      <a:pt x="3924" y="318"/>
                      <a:pt x="3923" y="320"/>
                    </a:cubicBezTo>
                    <a:cubicBezTo>
                      <a:pt x="3923" y="320"/>
                      <a:pt x="3923" y="321"/>
                      <a:pt x="3923" y="321"/>
                    </a:cubicBezTo>
                    <a:cubicBezTo>
                      <a:pt x="3924" y="320"/>
                      <a:pt x="3925" y="319"/>
                      <a:pt x="3926" y="318"/>
                    </a:cubicBezTo>
                    <a:cubicBezTo>
                      <a:pt x="3926" y="318"/>
                      <a:pt x="3926" y="318"/>
                      <a:pt x="3926" y="317"/>
                    </a:cubicBezTo>
                    <a:close/>
                    <a:moveTo>
                      <a:pt x="3494" y="305"/>
                    </a:moveTo>
                    <a:cubicBezTo>
                      <a:pt x="3494" y="305"/>
                      <a:pt x="3494" y="305"/>
                      <a:pt x="3494" y="305"/>
                    </a:cubicBezTo>
                    <a:close/>
                    <a:moveTo>
                      <a:pt x="1072" y="304"/>
                    </a:moveTo>
                    <a:cubicBezTo>
                      <a:pt x="1072" y="304"/>
                      <a:pt x="1072" y="304"/>
                      <a:pt x="1072" y="304"/>
                    </a:cubicBezTo>
                    <a:close/>
                    <a:moveTo>
                      <a:pt x="3407" y="167"/>
                    </a:moveTo>
                    <a:cubicBezTo>
                      <a:pt x="3407" y="167"/>
                      <a:pt x="3407" y="167"/>
                      <a:pt x="3407" y="167"/>
                    </a:cubicBezTo>
                    <a:cubicBezTo>
                      <a:pt x="3407" y="167"/>
                      <a:pt x="3407" y="167"/>
                      <a:pt x="3407" y="167"/>
                    </a:cubicBezTo>
                    <a:close/>
                    <a:moveTo>
                      <a:pt x="3398" y="149"/>
                    </a:moveTo>
                    <a:cubicBezTo>
                      <a:pt x="3398" y="149"/>
                      <a:pt x="3398" y="149"/>
                      <a:pt x="3398" y="149"/>
                    </a:cubicBezTo>
                    <a:cubicBezTo>
                      <a:pt x="3398" y="149"/>
                      <a:pt x="3398" y="149"/>
                      <a:pt x="3398" y="149"/>
                    </a:cubicBezTo>
                    <a:close/>
                    <a:moveTo>
                      <a:pt x="3016" y="105"/>
                    </a:moveTo>
                    <a:cubicBezTo>
                      <a:pt x="3016" y="105"/>
                      <a:pt x="3016" y="105"/>
                      <a:pt x="3016" y="105"/>
                    </a:cubicBezTo>
                    <a:cubicBezTo>
                      <a:pt x="3016" y="105"/>
                      <a:pt x="3016" y="105"/>
                      <a:pt x="3016" y="105"/>
                    </a:cubicBezTo>
                    <a:close/>
                    <a:moveTo>
                      <a:pt x="3342" y="63"/>
                    </a:moveTo>
                    <a:cubicBezTo>
                      <a:pt x="3342" y="63"/>
                      <a:pt x="3342" y="63"/>
                      <a:pt x="3342" y="63"/>
                    </a:cubicBezTo>
                    <a:close/>
                    <a:moveTo>
                      <a:pt x="54" y="1093"/>
                    </a:moveTo>
                    <a:cubicBezTo>
                      <a:pt x="52" y="1093"/>
                      <a:pt x="50" y="1092"/>
                      <a:pt x="49" y="1091"/>
                    </a:cubicBezTo>
                    <a:cubicBezTo>
                      <a:pt x="49" y="1091"/>
                      <a:pt x="48" y="1091"/>
                      <a:pt x="47" y="1092"/>
                    </a:cubicBezTo>
                    <a:cubicBezTo>
                      <a:pt x="42" y="1086"/>
                      <a:pt x="42" y="1086"/>
                      <a:pt x="42" y="1086"/>
                    </a:cubicBezTo>
                    <a:cubicBezTo>
                      <a:pt x="45" y="1083"/>
                      <a:pt x="50" y="1082"/>
                      <a:pt x="54" y="1085"/>
                    </a:cubicBezTo>
                    <a:cubicBezTo>
                      <a:pt x="55" y="1085"/>
                      <a:pt x="56" y="1084"/>
                      <a:pt x="57" y="1084"/>
                    </a:cubicBezTo>
                    <a:cubicBezTo>
                      <a:pt x="57" y="1082"/>
                      <a:pt x="58" y="1079"/>
                      <a:pt x="56" y="1078"/>
                    </a:cubicBezTo>
                    <a:cubicBezTo>
                      <a:pt x="51" y="1074"/>
                      <a:pt x="49" y="1069"/>
                      <a:pt x="50" y="1065"/>
                    </a:cubicBezTo>
                    <a:cubicBezTo>
                      <a:pt x="50" y="1064"/>
                      <a:pt x="49" y="1063"/>
                      <a:pt x="49" y="1062"/>
                    </a:cubicBezTo>
                    <a:cubicBezTo>
                      <a:pt x="47" y="1060"/>
                      <a:pt x="45" y="1057"/>
                      <a:pt x="47" y="1054"/>
                    </a:cubicBezTo>
                    <a:cubicBezTo>
                      <a:pt x="47" y="1053"/>
                      <a:pt x="49" y="1051"/>
                      <a:pt x="52" y="1051"/>
                    </a:cubicBezTo>
                    <a:cubicBezTo>
                      <a:pt x="53" y="1058"/>
                      <a:pt x="53" y="1058"/>
                      <a:pt x="53" y="1058"/>
                    </a:cubicBezTo>
                    <a:cubicBezTo>
                      <a:pt x="53" y="1058"/>
                      <a:pt x="54" y="1057"/>
                      <a:pt x="54" y="1056"/>
                    </a:cubicBezTo>
                    <a:cubicBezTo>
                      <a:pt x="54" y="1056"/>
                      <a:pt x="55" y="1057"/>
                      <a:pt x="55" y="1058"/>
                    </a:cubicBezTo>
                    <a:cubicBezTo>
                      <a:pt x="57" y="1060"/>
                      <a:pt x="58" y="1063"/>
                      <a:pt x="58" y="1065"/>
                    </a:cubicBezTo>
                    <a:cubicBezTo>
                      <a:pt x="57" y="1067"/>
                      <a:pt x="58" y="1070"/>
                      <a:pt x="61" y="1071"/>
                    </a:cubicBezTo>
                    <a:cubicBezTo>
                      <a:pt x="66" y="1075"/>
                      <a:pt x="66" y="1082"/>
                      <a:pt x="64" y="1087"/>
                    </a:cubicBezTo>
                    <a:cubicBezTo>
                      <a:pt x="63" y="1089"/>
                      <a:pt x="60" y="1092"/>
                      <a:pt x="56" y="1093"/>
                    </a:cubicBezTo>
                    <a:cubicBezTo>
                      <a:pt x="56" y="1093"/>
                      <a:pt x="55" y="1093"/>
                      <a:pt x="54" y="1093"/>
                    </a:cubicBezTo>
                    <a:close/>
                    <a:moveTo>
                      <a:pt x="50" y="1065"/>
                    </a:moveTo>
                    <a:cubicBezTo>
                      <a:pt x="50" y="1065"/>
                      <a:pt x="50" y="1065"/>
                      <a:pt x="50" y="1065"/>
                    </a:cubicBezTo>
                    <a:cubicBezTo>
                      <a:pt x="50" y="1065"/>
                      <a:pt x="50" y="1065"/>
                      <a:pt x="50" y="1065"/>
                    </a:cubicBezTo>
                    <a:close/>
                    <a:moveTo>
                      <a:pt x="50" y="1064"/>
                    </a:moveTo>
                    <a:cubicBezTo>
                      <a:pt x="50" y="1064"/>
                      <a:pt x="50" y="1064"/>
                      <a:pt x="50" y="1064"/>
                    </a:cubicBezTo>
                    <a:cubicBezTo>
                      <a:pt x="50" y="1064"/>
                      <a:pt x="50" y="1064"/>
                      <a:pt x="50" y="1064"/>
                    </a:cubicBezTo>
                    <a:close/>
                    <a:moveTo>
                      <a:pt x="59" y="1041"/>
                    </a:moveTo>
                    <a:cubicBezTo>
                      <a:pt x="58" y="1035"/>
                      <a:pt x="59" y="1031"/>
                      <a:pt x="60" y="1029"/>
                    </a:cubicBezTo>
                    <a:cubicBezTo>
                      <a:pt x="60" y="1028"/>
                      <a:pt x="60" y="1028"/>
                      <a:pt x="60" y="1028"/>
                    </a:cubicBezTo>
                    <a:cubicBezTo>
                      <a:pt x="61" y="1027"/>
                      <a:pt x="61" y="1025"/>
                      <a:pt x="60" y="1024"/>
                    </a:cubicBezTo>
                    <a:cubicBezTo>
                      <a:pt x="58" y="1022"/>
                      <a:pt x="56" y="1015"/>
                      <a:pt x="59" y="1009"/>
                    </a:cubicBezTo>
                    <a:cubicBezTo>
                      <a:pt x="59" y="1008"/>
                      <a:pt x="59" y="1007"/>
                      <a:pt x="60" y="1005"/>
                    </a:cubicBezTo>
                    <a:cubicBezTo>
                      <a:pt x="60" y="1001"/>
                      <a:pt x="60" y="997"/>
                      <a:pt x="64" y="994"/>
                    </a:cubicBezTo>
                    <a:cubicBezTo>
                      <a:pt x="65" y="993"/>
                      <a:pt x="66" y="992"/>
                      <a:pt x="67" y="991"/>
                    </a:cubicBezTo>
                    <a:cubicBezTo>
                      <a:pt x="73" y="996"/>
                      <a:pt x="73" y="996"/>
                      <a:pt x="73" y="996"/>
                    </a:cubicBezTo>
                    <a:cubicBezTo>
                      <a:pt x="72" y="997"/>
                      <a:pt x="70" y="999"/>
                      <a:pt x="69" y="1000"/>
                    </a:cubicBezTo>
                    <a:cubicBezTo>
                      <a:pt x="68" y="1001"/>
                      <a:pt x="68" y="1003"/>
                      <a:pt x="67" y="1006"/>
                    </a:cubicBezTo>
                    <a:cubicBezTo>
                      <a:pt x="67" y="1008"/>
                      <a:pt x="67" y="1010"/>
                      <a:pt x="66" y="1013"/>
                    </a:cubicBezTo>
                    <a:cubicBezTo>
                      <a:pt x="65" y="1015"/>
                      <a:pt x="65" y="1018"/>
                      <a:pt x="66" y="1019"/>
                    </a:cubicBezTo>
                    <a:cubicBezTo>
                      <a:pt x="69" y="1022"/>
                      <a:pt x="69" y="1028"/>
                      <a:pt x="68" y="1031"/>
                    </a:cubicBezTo>
                    <a:cubicBezTo>
                      <a:pt x="67" y="1032"/>
                      <a:pt x="67" y="1032"/>
                      <a:pt x="67" y="1032"/>
                    </a:cubicBezTo>
                    <a:cubicBezTo>
                      <a:pt x="66" y="1034"/>
                      <a:pt x="66" y="1036"/>
                      <a:pt x="66" y="1040"/>
                    </a:cubicBezTo>
                    <a:lnTo>
                      <a:pt x="59" y="1041"/>
                    </a:lnTo>
                    <a:close/>
                    <a:moveTo>
                      <a:pt x="61" y="969"/>
                    </a:moveTo>
                    <a:cubicBezTo>
                      <a:pt x="59" y="967"/>
                      <a:pt x="56" y="965"/>
                      <a:pt x="52" y="963"/>
                    </a:cubicBezTo>
                    <a:cubicBezTo>
                      <a:pt x="50" y="962"/>
                      <a:pt x="48" y="961"/>
                      <a:pt x="46" y="960"/>
                    </a:cubicBezTo>
                    <a:cubicBezTo>
                      <a:pt x="44" y="959"/>
                      <a:pt x="41" y="957"/>
                      <a:pt x="40" y="958"/>
                    </a:cubicBezTo>
                    <a:cubicBezTo>
                      <a:pt x="39" y="958"/>
                      <a:pt x="37" y="959"/>
                      <a:pt x="36" y="960"/>
                    </a:cubicBezTo>
                    <a:cubicBezTo>
                      <a:pt x="33" y="962"/>
                      <a:pt x="29" y="965"/>
                      <a:pt x="25" y="964"/>
                    </a:cubicBezTo>
                    <a:cubicBezTo>
                      <a:pt x="23" y="964"/>
                      <a:pt x="22" y="963"/>
                      <a:pt x="20" y="962"/>
                    </a:cubicBezTo>
                    <a:cubicBezTo>
                      <a:pt x="25" y="956"/>
                      <a:pt x="25" y="956"/>
                      <a:pt x="25" y="956"/>
                    </a:cubicBezTo>
                    <a:cubicBezTo>
                      <a:pt x="25" y="956"/>
                      <a:pt x="26" y="957"/>
                      <a:pt x="26" y="957"/>
                    </a:cubicBezTo>
                    <a:cubicBezTo>
                      <a:pt x="26" y="957"/>
                      <a:pt x="26" y="957"/>
                      <a:pt x="26" y="957"/>
                    </a:cubicBezTo>
                    <a:cubicBezTo>
                      <a:pt x="27" y="957"/>
                      <a:pt x="30" y="955"/>
                      <a:pt x="31" y="954"/>
                    </a:cubicBezTo>
                    <a:cubicBezTo>
                      <a:pt x="33" y="952"/>
                      <a:pt x="35" y="951"/>
                      <a:pt x="38" y="950"/>
                    </a:cubicBezTo>
                    <a:cubicBezTo>
                      <a:pt x="42" y="949"/>
                      <a:pt x="46" y="951"/>
                      <a:pt x="50" y="954"/>
                    </a:cubicBezTo>
                    <a:cubicBezTo>
                      <a:pt x="52" y="954"/>
                      <a:pt x="53" y="955"/>
                      <a:pt x="55" y="956"/>
                    </a:cubicBezTo>
                    <a:cubicBezTo>
                      <a:pt x="60" y="958"/>
                      <a:pt x="64" y="961"/>
                      <a:pt x="67" y="964"/>
                    </a:cubicBezTo>
                    <a:lnTo>
                      <a:pt x="61" y="969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ïşḻïḋe"/>
              <p:cNvSpPr/>
              <p:nvPr/>
            </p:nvSpPr>
            <p:spPr bwMode="auto">
              <a:xfrm>
                <a:off x="9412288" y="5032375"/>
                <a:ext cx="1233488" cy="1827213"/>
              </a:xfrm>
              <a:custGeom>
                <a:avLst/>
                <a:gdLst>
                  <a:gd name="T0" fmla="*/ 777 w 777"/>
                  <a:gd name="T1" fmla="*/ 1151 h 1151"/>
                  <a:gd name="T2" fmla="*/ 0 w 777"/>
                  <a:gd name="T3" fmla="*/ 1151 h 1151"/>
                  <a:gd name="T4" fmla="*/ 0 w 777"/>
                  <a:gd name="T5" fmla="*/ 0 h 1151"/>
                  <a:gd name="T6" fmla="*/ 777 w 777"/>
                  <a:gd name="T7" fmla="*/ 0 h 1151"/>
                  <a:gd name="T8" fmla="*/ 777 w 777"/>
                  <a:gd name="T9" fmla="*/ 1151 h 1151"/>
                  <a:gd name="T10" fmla="*/ 7 w 777"/>
                  <a:gd name="T11" fmla="*/ 1143 h 1151"/>
                  <a:gd name="T12" fmla="*/ 769 w 777"/>
                  <a:gd name="T13" fmla="*/ 1143 h 1151"/>
                  <a:gd name="T14" fmla="*/ 769 w 777"/>
                  <a:gd name="T15" fmla="*/ 8 h 1151"/>
                  <a:gd name="T16" fmla="*/ 7 w 777"/>
                  <a:gd name="T17" fmla="*/ 8 h 1151"/>
                  <a:gd name="T18" fmla="*/ 7 w 777"/>
                  <a:gd name="T19" fmla="*/ 1143 h 1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7" h="1151">
                    <a:moveTo>
                      <a:pt x="777" y="1151"/>
                    </a:moveTo>
                    <a:lnTo>
                      <a:pt x="0" y="1151"/>
                    </a:lnTo>
                    <a:lnTo>
                      <a:pt x="0" y="0"/>
                    </a:lnTo>
                    <a:lnTo>
                      <a:pt x="777" y="0"/>
                    </a:lnTo>
                    <a:lnTo>
                      <a:pt x="777" y="1151"/>
                    </a:lnTo>
                    <a:close/>
                    <a:moveTo>
                      <a:pt x="7" y="1143"/>
                    </a:moveTo>
                    <a:lnTo>
                      <a:pt x="769" y="1143"/>
                    </a:lnTo>
                    <a:lnTo>
                      <a:pt x="769" y="8"/>
                    </a:lnTo>
                    <a:lnTo>
                      <a:pt x="7" y="8"/>
                    </a:lnTo>
                    <a:lnTo>
                      <a:pt x="7" y="1143"/>
                    </a:lnTo>
                    <a:close/>
                  </a:path>
                </a:pathLst>
              </a:custGeom>
              <a:solidFill>
                <a:srgbClr val="2318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iṣḷíḍê"/>
              <p:cNvSpPr/>
              <p:nvPr/>
            </p:nvSpPr>
            <p:spPr bwMode="auto">
              <a:xfrm>
                <a:off x="9974263" y="6680200"/>
                <a:ext cx="141288" cy="139700"/>
              </a:xfrm>
              <a:custGeom>
                <a:avLst/>
                <a:gdLst>
                  <a:gd name="T0" fmla="*/ 31 w 66"/>
                  <a:gd name="T1" fmla="*/ 6 h 65"/>
                  <a:gd name="T2" fmla="*/ 32 w 66"/>
                  <a:gd name="T3" fmla="*/ 0 h 65"/>
                  <a:gd name="T4" fmla="*/ 39 w 66"/>
                  <a:gd name="T5" fmla="*/ 3 h 65"/>
                  <a:gd name="T6" fmla="*/ 37 w 66"/>
                  <a:gd name="T7" fmla="*/ 4 h 65"/>
                  <a:gd name="T8" fmla="*/ 58 w 66"/>
                  <a:gd name="T9" fmla="*/ 11 h 65"/>
                  <a:gd name="T10" fmla="*/ 66 w 66"/>
                  <a:gd name="T11" fmla="*/ 12 h 65"/>
                  <a:gd name="T12" fmla="*/ 65 w 66"/>
                  <a:gd name="T13" fmla="*/ 13 h 65"/>
                  <a:gd name="T14" fmla="*/ 34 w 66"/>
                  <a:gd name="T15" fmla="*/ 13 h 65"/>
                  <a:gd name="T16" fmla="*/ 53 w 66"/>
                  <a:gd name="T17" fmla="*/ 23 h 65"/>
                  <a:gd name="T18" fmla="*/ 60 w 66"/>
                  <a:gd name="T19" fmla="*/ 23 h 65"/>
                  <a:gd name="T20" fmla="*/ 60 w 66"/>
                  <a:gd name="T21" fmla="*/ 24 h 65"/>
                  <a:gd name="T22" fmla="*/ 58 w 66"/>
                  <a:gd name="T23" fmla="*/ 58 h 65"/>
                  <a:gd name="T24" fmla="*/ 50 w 66"/>
                  <a:gd name="T25" fmla="*/ 65 h 65"/>
                  <a:gd name="T26" fmla="*/ 48 w 66"/>
                  <a:gd name="T27" fmla="*/ 62 h 65"/>
                  <a:gd name="T28" fmla="*/ 42 w 66"/>
                  <a:gd name="T29" fmla="*/ 58 h 65"/>
                  <a:gd name="T30" fmla="*/ 54 w 66"/>
                  <a:gd name="T31" fmla="*/ 57 h 65"/>
                  <a:gd name="T32" fmla="*/ 42 w 66"/>
                  <a:gd name="T33" fmla="*/ 25 h 65"/>
                  <a:gd name="T34" fmla="*/ 45 w 66"/>
                  <a:gd name="T35" fmla="*/ 27 h 65"/>
                  <a:gd name="T36" fmla="*/ 42 w 66"/>
                  <a:gd name="T37" fmla="*/ 28 h 65"/>
                  <a:gd name="T38" fmla="*/ 43 w 66"/>
                  <a:gd name="T39" fmla="*/ 37 h 65"/>
                  <a:gd name="T40" fmla="*/ 49 w 66"/>
                  <a:gd name="T41" fmla="*/ 38 h 65"/>
                  <a:gd name="T42" fmla="*/ 49 w 66"/>
                  <a:gd name="T43" fmla="*/ 39 h 65"/>
                  <a:gd name="T44" fmla="*/ 34 w 66"/>
                  <a:gd name="T45" fmla="*/ 39 h 65"/>
                  <a:gd name="T46" fmla="*/ 44 w 66"/>
                  <a:gd name="T47" fmla="*/ 47 h 65"/>
                  <a:gd name="T48" fmla="*/ 51 w 66"/>
                  <a:gd name="T49" fmla="*/ 48 h 65"/>
                  <a:gd name="T50" fmla="*/ 50 w 66"/>
                  <a:gd name="T51" fmla="*/ 49 h 65"/>
                  <a:gd name="T52" fmla="*/ 34 w 66"/>
                  <a:gd name="T53" fmla="*/ 55 h 65"/>
                  <a:gd name="T54" fmla="*/ 34 w 66"/>
                  <a:gd name="T55" fmla="*/ 62 h 65"/>
                  <a:gd name="T56" fmla="*/ 30 w 66"/>
                  <a:gd name="T57" fmla="*/ 64 h 65"/>
                  <a:gd name="T58" fmla="*/ 30 w 66"/>
                  <a:gd name="T59" fmla="*/ 49 h 65"/>
                  <a:gd name="T60" fmla="*/ 20 w 66"/>
                  <a:gd name="T61" fmla="*/ 49 h 65"/>
                  <a:gd name="T62" fmla="*/ 13 w 66"/>
                  <a:gd name="T63" fmla="*/ 47 h 65"/>
                  <a:gd name="T64" fmla="*/ 30 w 66"/>
                  <a:gd name="T65" fmla="*/ 47 h 65"/>
                  <a:gd name="T66" fmla="*/ 21 w 66"/>
                  <a:gd name="T67" fmla="*/ 39 h 65"/>
                  <a:gd name="T68" fmla="*/ 14 w 66"/>
                  <a:gd name="T69" fmla="*/ 37 h 65"/>
                  <a:gd name="T70" fmla="*/ 33 w 66"/>
                  <a:gd name="T71" fmla="*/ 37 h 65"/>
                  <a:gd name="T72" fmla="*/ 37 w 66"/>
                  <a:gd name="T73" fmla="*/ 30 h 65"/>
                  <a:gd name="T74" fmla="*/ 22 w 66"/>
                  <a:gd name="T75" fmla="*/ 25 h 65"/>
                  <a:gd name="T76" fmla="*/ 29 w 66"/>
                  <a:gd name="T77" fmla="*/ 31 h 65"/>
                  <a:gd name="T78" fmla="*/ 28 w 66"/>
                  <a:gd name="T79" fmla="*/ 35 h 65"/>
                  <a:gd name="T80" fmla="*/ 26 w 66"/>
                  <a:gd name="T81" fmla="*/ 35 h 65"/>
                  <a:gd name="T82" fmla="*/ 24 w 66"/>
                  <a:gd name="T83" fmla="*/ 31 h 65"/>
                  <a:gd name="T84" fmla="*/ 12 w 66"/>
                  <a:gd name="T85" fmla="*/ 25 h 65"/>
                  <a:gd name="T86" fmla="*/ 12 w 66"/>
                  <a:gd name="T87" fmla="*/ 63 h 65"/>
                  <a:gd name="T88" fmla="*/ 8 w 66"/>
                  <a:gd name="T89" fmla="*/ 51 h 65"/>
                  <a:gd name="T90" fmla="*/ 8 w 66"/>
                  <a:gd name="T91" fmla="*/ 18 h 65"/>
                  <a:gd name="T92" fmla="*/ 28 w 66"/>
                  <a:gd name="T93" fmla="*/ 23 h 65"/>
                  <a:gd name="T94" fmla="*/ 11 w 66"/>
                  <a:gd name="T95" fmla="*/ 13 h 65"/>
                  <a:gd name="T96" fmla="*/ 0 w 66"/>
                  <a:gd name="T97" fmla="*/ 11 h 65"/>
                  <a:gd name="T98" fmla="*/ 2 w 66"/>
                  <a:gd name="T99" fmla="*/ 1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" h="65">
                    <a:moveTo>
                      <a:pt x="31" y="11"/>
                    </a:moveTo>
                    <a:cubicBezTo>
                      <a:pt x="31" y="10"/>
                      <a:pt x="31" y="8"/>
                      <a:pt x="31" y="6"/>
                    </a:cubicBezTo>
                    <a:cubicBezTo>
                      <a:pt x="32" y="4"/>
                      <a:pt x="32" y="3"/>
                      <a:pt x="32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8" y="3"/>
                      <a:pt x="39" y="3"/>
                      <a:pt x="39" y="3"/>
                    </a:cubicBezTo>
                    <a:cubicBezTo>
                      <a:pt x="39" y="4"/>
                      <a:pt x="38" y="4"/>
                      <a:pt x="38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7"/>
                      <a:pt x="61" y="7"/>
                      <a:pt x="61" y="7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13"/>
                      <a:pt x="66" y="13"/>
                      <a:pt x="65" y="13"/>
                    </a:cubicBezTo>
                    <a:cubicBezTo>
                      <a:pt x="59" y="13"/>
                      <a:pt x="59" y="13"/>
                      <a:pt x="59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53" y="23"/>
                      <a:pt x="53" y="23"/>
                      <a:pt x="53" y="23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60" y="23"/>
                      <a:pt x="60" y="23"/>
                      <a:pt x="60" y="23"/>
                    </a:cubicBezTo>
                    <a:cubicBezTo>
                      <a:pt x="60" y="23"/>
                      <a:pt x="60" y="23"/>
                      <a:pt x="61" y="24"/>
                    </a:cubicBezTo>
                    <a:cubicBezTo>
                      <a:pt x="61" y="24"/>
                      <a:pt x="60" y="24"/>
                      <a:pt x="60" y="24"/>
                    </a:cubicBezTo>
                    <a:cubicBezTo>
                      <a:pt x="58" y="26"/>
                      <a:pt x="58" y="26"/>
                      <a:pt x="58" y="26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58" y="60"/>
                      <a:pt x="58" y="61"/>
                      <a:pt x="57" y="62"/>
                    </a:cubicBezTo>
                    <a:cubicBezTo>
                      <a:pt x="56" y="63"/>
                      <a:pt x="54" y="64"/>
                      <a:pt x="50" y="65"/>
                    </a:cubicBezTo>
                    <a:cubicBezTo>
                      <a:pt x="50" y="64"/>
                      <a:pt x="50" y="64"/>
                      <a:pt x="50" y="63"/>
                    </a:cubicBezTo>
                    <a:cubicBezTo>
                      <a:pt x="50" y="63"/>
                      <a:pt x="49" y="62"/>
                      <a:pt x="48" y="62"/>
                    </a:cubicBezTo>
                    <a:cubicBezTo>
                      <a:pt x="47" y="61"/>
                      <a:pt x="45" y="60"/>
                      <a:pt x="42" y="59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49" y="59"/>
                      <a:pt x="52" y="60"/>
                      <a:pt x="53" y="59"/>
                    </a:cubicBezTo>
                    <a:cubicBezTo>
                      <a:pt x="53" y="59"/>
                      <a:pt x="54" y="58"/>
                      <a:pt x="54" y="57"/>
                    </a:cubicBezTo>
                    <a:cubicBezTo>
                      <a:pt x="54" y="25"/>
                      <a:pt x="54" y="25"/>
                      <a:pt x="54" y="25"/>
                    </a:cubicBezTo>
                    <a:cubicBezTo>
                      <a:pt x="42" y="25"/>
                      <a:pt x="42" y="25"/>
                      <a:pt x="42" y="25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4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0" y="32"/>
                      <a:pt x="38" y="35"/>
                      <a:pt x="36" y="37"/>
                    </a:cubicBezTo>
                    <a:cubicBezTo>
                      <a:pt x="43" y="37"/>
                      <a:pt x="43" y="37"/>
                      <a:pt x="43" y="37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50" y="38"/>
                      <a:pt x="50" y="39"/>
                      <a:pt x="50" y="39"/>
                    </a:cubicBezTo>
                    <a:cubicBezTo>
                      <a:pt x="50" y="39"/>
                      <a:pt x="49" y="39"/>
                      <a:pt x="49" y="39"/>
                    </a:cubicBezTo>
                    <a:cubicBezTo>
                      <a:pt x="45" y="39"/>
                      <a:pt x="45" y="39"/>
                      <a:pt x="45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51" y="48"/>
                      <a:pt x="51" y="48"/>
                      <a:pt x="51" y="48"/>
                    </a:cubicBezTo>
                    <a:cubicBezTo>
                      <a:pt x="51" y="48"/>
                      <a:pt x="51" y="49"/>
                      <a:pt x="51" y="49"/>
                    </a:cubicBezTo>
                    <a:cubicBezTo>
                      <a:pt x="51" y="49"/>
                      <a:pt x="51" y="49"/>
                      <a:pt x="50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35" y="62"/>
                      <a:pt x="35" y="62"/>
                      <a:pt x="35" y="62"/>
                    </a:cubicBezTo>
                    <a:cubicBezTo>
                      <a:pt x="34" y="62"/>
                      <a:pt x="34" y="62"/>
                      <a:pt x="34" y="62"/>
                    </a:cubicBezTo>
                    <a:cubicBezTo>
                      <a:pt x="32" y="63"/>
                      <a:pt x="32" y="63"/>
                      <a:pt x="32" y="63"/>
                    </a:cubicBezTo>
                    <a:cubicBezTo>
                      <a:pt x="32" y="63"/>
                      <a:pt x="31" y="63"/>
                      <a:pt x="30" y="64"/>
                    </a:cubicBezTo>
                    <a:cubicBezTo>
                      <a:pt x="30" y="56"/>
                      <a:pt x="30" y="56"/>
                      <a:pt x="30" y="56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19" y="49"/>
                      <a:pt x="18" y="49"/>
                      <a:pt x="15" y="50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18" y="40"/>
                      <a:pt x="17" y="40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34" y="36"/>
                      <a:pt x="34" y="36"/>
                      <a:pt x="34" y="35"/>
                    </a:cubicBezTo>
                    <a:cubicBezTo>
                      <a:pt x="35" y="35"/>
                      <a:pt x="35" y="33"/>
                      <a:pt x="37" y="30"/>
                    </a:cubicBezTo>
                    <a:cubicBezTo>
                      <a:pt x="38" y="28"/>
                      <a:pt x="38" y="26"/>
                      <a:pt x="39" y="25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8" y="30"/>
                      <a:pt x="29" y="30"/>
                      <a:pt x="29" y="31"/>
                    </a:cubicBezTo>
                    <a:cubicBezTo>
                      <a:pt x="29" y="31"/>
                      <a:pt x="29" y="32"/>
                      <a:pt x="29" y="33"/>
                    </a:cubicBezTo>
                    <a:cubicBezTo>
                      <a:pt x="29" y="34"/>
                      <a:pt x="28" y="34"/>
                      <a:pt x="28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29"/>
                      <a:pt x="22" y="27"/>
                      <a:pt x="20" y="25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0" y="64"/>
                      <a:pt x="8" y="65"/>
                      <a:pt x="8" y="65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8" y="13"/>
                      <a:pt x="6" y="13"/>
                      <a:pt x="3" y="1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31" y="11"/>
                      <a:pt x="31" y="11"/>
                      <a:pt x="31" y="11"/>
                    </a:cubicBezTo>
                    <a:close/>
                  </a:path>
                </a:pathLst>
              </a:custGeom>
              <a:solidFill>
                <a:srgbClr val="2318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íSļîďè"/>
              <p:cNvSpPr/>
              <p:nvPr/>
            </p:nvSpPr>
            <p:spPr bwMode="auto">
              <a:xfrm>
                <a:off x="10125075" y="6678613"/>
                <a:ext cx="141288" cy="142875"/>
              </a:xfrm>
              <a:custGeom>
                <a:avLst/>
                <a:gdLst>
                  <a:gd name="T0" fmla="*/ 62 w 66"/>
                  <a:gd name="T1" fmla="*/ 12 h 67"/>
                  <a:gd name="T2" fmla="*/ 16 w 66"/>
                  <a:gd name="T3" fmla="*/ 27 h 67"/>
                  <a:gd name="T4" fmla="*/ 27 w 66"/>
                  <a:gd name="T5" fmla="*/ 9 h 67"/>
                  <a:gd name="T6" fmla="*/ 36 w 66"/>
                  <a:gd name="T7" fmla="*/ 4 h 67"/>
                  <a:gd name="T8" fmla="*/ 30 w 66"/>
                  <a:gd name="T9" fmla="*/ 10 h 67"/>
                  <a:gd name="T10" fmla="*/ 34 w 66"/>
                  <a:gd name="T11" fmla="*/ 38 h 67"/>
                  <a:gd name="T12" fmla="*/ 38 w 66"/>
                  <a:gd name="T13" fmla="*/ 50 h 67"/>
                  <a:gd name="T14" fmla="*/ 36 w 66"/>
                  <a:gd name="T15" fmla="*/ 44 h 67"/>
                  <a:gd name="T16" fmla="*/ 35 w 66"/>
                  <a:gd name="T17" fmla="*/ 22 h 67"/>
                  <a:gd name="T18" fmla="*/ 42 w 66"/>
                  <a:gd name="T19" fmla="*/ 32 h 67"/>
                  <a:gd name="T20" fmla="*/ 38 w 66"/>
                  <a:gd name="T21" fmla="*/ 29 h 67"/>
                  <a:gd name="T22" fmla="*/ 59 w 66"/>
                  <a:gd name="T23" fmla="*/ 47 h 67"/>
                  <a:gd name="T24" fmla="*/ 53 w 66"/>
                  <a:gd name="T25" fmla="*/ 53 h 67"/>
                  <a:gd name="T26" fmla="*/ 44 w 66"/>
                  <a:gd name="T27" fmla="*/ 67 h 67"/>
                  <a:gd name="T28" fmla="*/ 37 w 66"/>
                  <a:gd name="T29" fmla="*/ 61 h 67"/>
                  <a:gd name="T30" fmla="*/ 45 w 66"/>
                  <a:gd name="T31" fmla="*/ 61 h 67"/>
                  <a:gd name="T32" fmla="*/ 49 w 66"/>
                  <a:gd name="T33" fmla="*/ 53 h 67"/>
                  <a:gd name="T34" fmla="*/ 18 w 66"/>
                  <a:gd name="T35" fmla="*/ 52 h 67"/>
                  <a:gd name="T36" fmla="*/ 21 w 66"/>
                  <a:gd name="T37" fmla="*/ 36 h 67"/>
                  <a:gd name="T38" fmla="*/ 24 w 66"/>
                  <a:gd name="T39" fmla="*/ 34 h 67"/>
                  <a:gd name="T40" fmla="*/ 51 w 66"/>
                  <a:gd name="T41" fmla="*/ 20 h 67"/>
                  <a:gd name="T42" fmla="*/ 58 w 66"/>
                  <a:gd name="T43" fmla="*/ 21 h 67"/>
                  <a:gd name="T44" fmla="*/ 54 w 66"/>
                  <a:gd name="T45" fmla="*/ 34 h 67"/>
                  <a:gd name="T46" fmla="*/ 66 w 66"/>
                  <a:gd name="T47" fmla="*/ 35 h 67"/>
                  <a:gd name="T48" fmla="*/ 54 w 66"/>
                  <a:gd name="T49" fmla="*/ 36 h 67"/>
                  <a:gd name="T50" fmla="*/ 53 w 66"/>
                  <a:gd name="T51" fmla="*/ 51 h 67"/>
                  <a:gd name="T52" fmla="*/ 59 w 66"/>
                  <a:gd name="T53" fmla="*/ 47 h 67"/>
                  <a:gd name="T54" fmla="*/ 50 w 66"/>
                  <a:gd name="T55" fmla="*/ 47 h 67"/>
                  <a:gd name="T56" fmla="*/ 27 w 66"/>
                  <a:gd name="T57" fmla="*/ 36 h 67"/>
                  <a:gd name="T58" fmla="*/ 50 w 66"/>
                  <a:gd name="T59" fmla="*/ 34 h 67"/>
                  <a:gd name="T60" fmla="*/ 27 w 66"/>
                  <a:gd name="T61" fmla="*/ 34 h 67"/>
                  <a:gd name="T62" fmla="*/ 14 w 66"/>
                  <a:gd name="T63" fmla="*/ 30 h 67"/>
                  <a:gd name="T64" fmla="*/ 10 w 66"/>
                  <a:gd name="T65" fmla="*/ 50 h 67"/>
                  <a:gd name="T66" fmla="*/ 11 w 66"/>
                  <a:gd name="T67" fmla="*/ 62 h 67"/>
                  <a:gd name="T68" fmla="*/ 6 w 66"/>
                  <a:gd name="T69" fmla="*/ 62 h 67"/>
                  <a:gd name="T70" fmla="*/ 5 w 66"/>
                  <a:gd name="T71" fmla="*/ 58 h 67"/>
                  <a:gd name="T72" fmla="*/ 7 w 66"/>
                  <a:gd name="T73" fmla="*/ 51 h 67"/>
                  <a:gd name="T74" fmla="*/ 0 w 66"/>
                  <a:gd name="T75" fmla="*/ 45 h 67"/>
                  <a:gd name="T76" fmla="*/ 18 w 66"/>
                  <a:gd name="T77" fmla="*/ 12 h 67"/>
                  <a:gd name="T78" fmla="*/ 0 w 66"/>
                  <a:gd name="T79" fmla="*/ 17 h 67"/>
                  <a:gd name="T80" fmla="*/ 9 w 66"/>
                  <a:gd name="T81" fmla="*/ 24 h 67"/>
                  <a:gd name="T82" fmla="*/ 5 w 66"/>
                  <a:gd name="T83" fmla="*/ 25 h 67"/>
                  <a:gd name="T84" fmla="*/ 6 w 66"/>
                  <a:gd name="T85" fmla="*/ 2 h 67"/>
                  <a:gd name="T86" fmla="*/ 16 w 66"/>
                  <a:gd name="T87" fmla="*/ 11 h 67"/>
                  <a:gd name="T88" fmla="*/ 11 w 66"/>
                  <a:gd name="T89" fmla="*/ 9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" h="67">
                    <a:moveTo>
                      <a:pt x="57" y="6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3" y="12"/>
                      <a:pt x="62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3" y="20"/>
                      <a:pt x="20" y="24"/>
                      <a:pt x="19" y="25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8" y="23"/>
                      <a:pt x="21" y="19"/>
                      <a:pt x="22" y="17"/>
                    </a:cubicBezTo>
                    <a:cubicBezTo>
                      <a:pt x="24" y="14"/>
                      <a:pt x="25" y="12"/>
                      <a:pt x="27" y="9"/>
                    </a:cubicBezTo>
                    <a:cubicBezTo>
                      <a:pt x="28" y="6"/>
                      <a:pt x="30" y="3"/>
                      <a:pt x="31" y="0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6" y="3"/>
                      <a:pt x="36" y="4"/>
                      <a:pt x="36" y="4"/>
                    </a:cubicBezTo>
                    <a:cubicBezTo>
                      <a:pt x="36" y="4"/>
                      <a:pt x="36" y="4"/>
                      <a:pt x="35" y="5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54" y="10"/>
                      <a:pt x="54" y="10"/>
                      <a:pt x="54" y="10"/>
                    </a:cubicBezTo>
                    <a:cubicBezTo>
                      <a:pt x="57" y="6"/>
                      <a:pt x="57" y="6"/>
                      <a:pt x="57" y="6"/>
                    </a:cubicBezTo>
                    <a:close/>
                    <a:moveTo>
                      <a:pt x="34" y="38"/>
                    </a:moveTo>
                    <a:cubicBezTo>
                      <a:pt x="38" y="40"/>
                      <a:pt x="41" y="43"/>
                      <a:pt x="41" y="45"/>
                    </a:cubicBezTo>
                    <a:cubicBezTo>
                      <a:pt x="41" y="47"/>
                      <a:pt x="41" y="48"/>
                      <a:pt x="40" y="49"/>
                    </a:cubicBezTo>
                    <a:cubicBezTo>
                      <a:pt x="39" y="50"/>
                      <a:pt x="39" y="50"/>
                      <a:pt x="38" y="50"/>
                    </a:cubicBezTo>
                    <a:cubicBezTo>
                      <a:pt x="38" y="50"/>
                      <a:pt x="37" y="50"/>
                      <a:pt x="37" y="50"/>
                    </a:cubicBezTo>
                    <a:cubicBezTo>
                      <a:pt x="37" y="49"/>
                      <a:pt x="37" y="49"/>
                      <a:pt x="37" y="48"/>
                    </a:cubicBezTo>
                    <a:cubicBezTo>
                      <a:pt x="37" y="46"/>
                      <a:pt x="37" y="45"/>
                      <a:pt x="36" y="44"/>
                    </a:cubicBezTo>
                    <a:cubicBezTo>
                      <a:pt x="36" y="42"/>
                      <a:pt x="35" y="40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lose/>
                    <a:moveTo>
                      <a:pt x="35" y="22"/>
                    </a:moveTo>
                    <a:cubicBezTo>
                      <a:pt x="38" y="24"/>
                      <a:pt x="39" y="25"/>
                      <a:pt x="41" y="26"/>
                    </a:cubicBezTo>
                    <a:cubicBezTo>
                      <a:pt x="42" y="27"/>
                      <a:pt x="43" y="28"/>
                      <a:pt x="43" y="29"/>
                    </a:cubicBezTo>
                    <a:cubicBezTo>
                      <a:pt x="42" y="31"/>
                      <a:pt x="42" y="32"/>
                      <a:pt x="42" y="32"/>
                    </a:cubicBezTo>
                    <a:cubicBezTo>
                      <a:pt x="41" y="33"/>
                      <a:pt x="40" y="33"/>
                      <a:pt x="40" y="33"/>
                    </a:cubicBezTo>
                    <a:cubicBezTo>
                      <a:pt x="39" y="33"/>
                      <a:pt x="39" y="33"/>
                      <a:pt x="39" y="32"/>
                    </a:cubicBezTo>
                    <a:cubicBezTo>
                      <a:pt x="39" y="32"/>
                      <a:pt x="38" y="31"/>
                      <a:pt x="38" y="29"/>
                    </a:cubicBezTo>
                    <a:cubicBezTo>
                      <a:pt x="37" y="27"/>
                      <a:pt x="36" y="25"/>
                      <a:pt x="35" y="23"/>
                    </a:cubicBez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59" y="47"/>
                    </a:moveTo>
                    <a:cubicBezTo>
                      <a:pt x="64" y="52"/>
                      <a:pt x="64" y="52"/>
                      <a:pt x="64" y="52"/>
                    </a:cubicBezTo>
                    <a:cubicBezTo>
                      <a:pt x="65" y="53"/>
                      <a:pt x="65" y="53"/>
                      <a:pt x="64" y="53"/>
                    </a:cubicBezTo>
                    <a:cubicBezTo>
                      <a:pt x="53" y="53"/>
                      <a:pt x="53" y="53"/>
                      <a:pt x="53" y="53"/>
                    </a:cubicBezTo>
                    <a:cubicBezTo>
                      <a:pt x="53" y="54"/>
                      <a:pt x="53" y="56"/>
                      <a:pt x="53" y="58"/>
                    </a:cubicBezTo>
                    <a:cubicBezTo>
                      <a:pt x="52" y="60"/>
                      <a:pt x="51" y="61"/>
                      <a:pt x="50" y="63"/>
                    </a:cubicBezTo>
                    <a:cubicBezTo>
                      <a:pt x="49" y="65"/>
                      <a:pt x="47" y="66"/>
                      <a:pt x="44" y="67"/>
                    </a:cubicBezTo>
                    <a:cubicBezTo>
                      <a:pt x="43" y="66"/>
                      <a:pt x="43" y="64"/>
                      <a:pt x="43" y="64"/>
                    </a:cubicBezTo>
                    <a:cubicBezTo>
                      <a:pt x="42" y="63"/>
                      <a:pt x="41" y="63"/>
                      <a:pt x="39" y="62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6" y="60"/>
                      <a:pt x="36" y="60"/>
                      <a:pt x="36" y="60"/>
                    </a:cubicBezTo>
                    <a:cubicBezTo>
                      <a:pt x="40" y="61"/>
                      <a:pt x="44" y="61"/>
                      <a:pt x="45" y="61"/>
                    </a:cubicBezTo>
                    <a:cubicBezTo>
                      <a:pt x="46" y="60"/>
                      <a:pt x="47" y="60"/>
                      <a:pt x="48" y="58"/>
                    </a:cubicBezTo>
                    <a:cubicBezTo>
                      <a:pt x="48" y="57"/>
                      <a:pt x="49" y="56"/>
                      <a:pt x="49" y="55"/>
                    </a:cubicBezTo>
                    <a:cubicBezTo>
                      <a:pt x="49" y="55"/>
                      <a:pt x="49" y="54"/>
                      <a:pt x="49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18" y="52"/>
                      <a:pt x="18" y="52"/>
                      <a:pt x="18" y="52"/>
                    </a:cubicBezTo>
                    <a:cubicBezTo>
                      <a:pt x="21" y="50"/>
                      <a:pt x="21" y="50"/>
                      <a:pt x="21" y="50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6"/>
                      <a:pt x="19" y="36"/>
                      <a:pt x="18" y="37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2"/>
                      <a:pt x="57" y="22"/>
                      <a:pt x="57" y="22"/>
                    </a:cubicBezTo>
                    <a:cubicBezTo>
                      <a:pt x="55" y="23"/>
                      <a:pt x="55" y="23"/>
                      <a:pt x="55" y="23"/>
                    </a:cubicBezTo>
                    <a:cubicBezTo>
                      <a:pt x="54" y="34"/>
                      <a:pt x="54" y="34"/>
                      <a:pt x="54" y="34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1" y="30"/>
                      <a:pt x="61" y="30"/>
                      <a:pt x="61" y="30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6" y="36"/>
                      <a:pt x="66" y="36"/>
                    </a:cubicBezTo>
                    <a:cubicBezTo>
                      <a:pt x="66" y="36"/>
                      <a:pt x="66" y="36"/>
                      <a:pt x="65" y="36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4" y="38"/>
                      <a:pt x="54" y="41"/>
                      <a:pt x="54" y="44"/>
                    </a:cubicBezTo>
                    <a:cubicBezTo>
                      <a:pt x="54" y="46"/>
                      <a:pt x="53" y="48"/>
                      <a:pt x="53" y="49"/>
                    </a:cubicBezTo>
                    <a:cubicBezTo>
                      <a:pt x="53" y="50"/>
                      <a:pt x="53" y="50"/>
                      <a:pt x="53" y="51"/>
                    </a:cubicBezTo>
                    <a:cubicBezTo>
                      <a:pt x="53" y="51"/>
                      <a:pt x="53" y="51"/>
                      <a:pt x="53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9" y="47"/>
                      <a:pt x="59" y="47"/>
                      <a:pt x="59" y="47"/>
                    </a:cubicBezTo>
                    <a:close/>
                    <a:moveTo>
                      <a:pt x="24" y="51"/>
                    </a:moveTo>
                    <a:cubicBezTo>
                      <a:pt x="49" y="51"/>
                      <a:pt x="49" y="51"/>
                      <a:pt x="49" y="51"/>
                    </a:cubicBezTo>
                    <a:cubicBezTo>
                      <a:pt x="49" y="50"/>
                      <a:pt x="49" y="49"/>
                      <a:pt x="50" y="47"/>
                    </a:cubicBezTo>
                    <a:cubicBezTo>
                      <a:pt x="50" y="44"/>
                      <a:pt x="50" y="43"/>
                      <a:pt x="50" y="42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6" y="42"/>
                      <a:pt x="25" y="47"/>
                      <a:pt x="24" y="51"/>
                    </a:cubicBezTo>
                    <a:close/>
                    <a:moveTo>
                      <a:pt x="27" y="34"/>
                    </a:moveTo>
                    <a:cubicBezTo>
                      <a:pt x="50" y="34"/>
                      <a:pt x="50" y="34"/>
                      <a:pt x="50" y="34"/>
                    </a:cubicBezTo>
                    <a:cubicBezTo>
                      <a:pt x="51" y="22"/>
                      <a:pt x="51" y="22"/>
                      <a:pt x="51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19" y="12"/>
                    </a:moveTo>
                    <a:cubicBezTo>
                      <a:pt x="19" y="14"/>
                      <a:pt x="18" y="16"/>
                      <a:pt x="17" y="18"/>
                    </a:cubicBezTo>
                    <a:cubicBezTo>
                      <a:pt x="17" y="21"/>
                      <a:pt x="15" y="25"/>
                      <a:pt x="14" y="30"/>
                    </a:cubicBezTo>
                    <a:cubicBezTo>
                      <a:pt x="13" y="35"/>
                      <a:pt x="12" y="39"/>
                      <a:pt x="11" y="40"/>
                    </a:cubicBezTo>
                    <a:cubicBezTo>
                      <a:pt x="11" y="41"/>
                      <a:pt x="11" y="43"/>
                      <a:pt x="11" y="45"/>
                    </a:cubicBezTo>
                    <a:cubicBezTo>
                      <a:pt x="10" y="47"/>
                      <a:pt x="10" y="49"/>
                      <a:pt x="10" y="50"/>
                    </a:cubicBezTo>
                    <a:cubicBezTo>
                      <a:pt x="10" y="52"/>
                      <a:pt x="10" y="53"/>
                      <a:pt x="10" y="54"/>
                    </a:cubicBezTo>
                    <a:cubicBezTo>
                      <a:pt x="10" y="55"/>
                      <a:pt x="10" y="57"/>
                      <a:pt x="10" y="58"/>
                    </a:cubicBezTo>
                    <a:cubicBezTo>
                      <a:pt x="11" y="60"/>
                      <a:pt x="11" y="61"/>
                      <a:pt x="11" y="62"/>
                    </a:cubicBezTo>
                    <a:cubicBezTo>
                      <a:pt x="11" y="63"/>
                      <a:pt x="10" y="64"/>
                      <a:pt x="8" y="64"/>
                    </a:cubicBezTo>
                    <a:cubicBezTo>
                      <a:pt x="8" y="64"/>
                      <a:pt x="8" y="64"/>
                      <a:pt x="7" y="63"/>
                    </a:cubicBezTo>
                    <a:cubicBezTo>
                      <a:pt x="6" y="63"/>
                      <a:pt x="6" y="63"/>
                      <a:pt x="6" y="62"/>
                    </a:cubicBezTo>
                    <a:cubicBezTo>
                      <a:pt x="5" y="62"/>
                      <a:pt x="5" y="62"/>
                      <a:pt x="5" y="61"/>
                    </a:cubicBezTo>
                    <a:cubicBezTo>
                      <a:pt x="5" y="61"/>
                      <a:pt x="5" y="60"/>
                      <a:pt x="5" y="60"/>
                    </a:cubicBezTo>
                    <a:cubicBezTo>
                      <a:pt x="5" y="59"/>
                      <a:pt x="5" y="59"/>
                      <a:pt x="5" y="58"/>
                    </a:cubicBezTo>
                    <a:cubicBezTo>
                      <a:pt x="5" y="58"/>
                      <a:pt x="5" y="58"/>
                      <a:pt x="6" y="57"/>
                    </a:cubicBezTo>
                    <a:cubicBezTo>
                      <a:pt x="6" y="56"/>
                      <a:pt x="6" y="54"/>
                      <a:pt x="6" y="53"/>
                    </a:cubicBezTo>
                    <a:cubicBezTo>
                      <a:pt x="6" y="52"/>
                      <a:pt x="7" y="51"/>
                      <a:pt x="7" y="51"/>
                    </a:cubicBezTo>
                    <a:cubicBezTo>
                      <a:pt x="6" y="49"/>
                      <a:pt x="6" y="48"/>
                      <a:pt x="6" y="48"/>
                    </a:cubicBezTo>
                    <a:cubicBezTo>
                      <a:pt x="5" y="47"/>
                      <a:pt x="3" y="46"/>
                      <a:pt x="0" y="46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3" y="45"/>
                      <a:pt x="5" y="45"/>
                      <a:pt x="6" y="44"/>
                    </a:cubicBezTo>
                    <a:cubicBezTo>
                      <a:pt x="6" y="44"/>
                      <a:pt x="7" y="42"/>
                      <a:pt x="8" y="39"/>
                    </a:cubicBezTo>
                    <a:cubicBezTo>
                      <a:pt x="10" y="35"/>
                      <a:pt x="13" y="27"/>
                      <a:pt x="18" y="12"/>
                    </a:cubicBezTo>
                    <a:cubicBezTo>
                      <a:pt x="19" y="12"/>
                      <a:pt x="19" y="12"/>
                      <a:pt x="19" y="12"/>
                    </a:cubicBezTo>
                    <a:close/>
                    <a:moveTo>
                      <a:pt x="0" y="18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1" y="18"/>
                      <a:pt x="2" y="18"/>
                      <a:pt x="2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8" y="21"/>
                      <a:pt x="9" y="23"/>
                      <a:pt x="9" y="24"/>
                    </a:cubicBezTo>
                    <a:cubicBezTo>
                      <a:pt x="9" y="26"/>
                      <a:pt x="9" y="27"/>
                      <a:pt x="8" y="28"/>
                    </a:cubicBezTo>
                    <a:cubicBezTo>
                      <a:pt x="7" y="29"/>
                      <a:pt x="6" y="30"/>
                      <a:pt x="6" y="29"/>
                    </a:cubicBezTo>
                    <a:cubicBezTo>
                      <a:pt x="6" y="29"/>
                      <a:pt x="5" y="28"/>
                      <a:pt x="5" y="25"/>
                    </a:cubicBezTo>
                    <a:cubicBezTo>
                      <a:pt x="4" y="23"/>
                      <a:pt x="2" y="21"/>
                      <a:pt x="0" y="18"/>
                    </a:cubicBezTo>
                    <a:close/>
                    <a:moveTo>
                      <a:pt x="6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7" y="3"/>
                      <a:pt x="9" y="3"/>
                      <a:pt x="10" y="4"/>
                    </a:cubicBezTo>
                    <a:cubicBezTo>
                      <a:pt x="11" y="5"/>
                      <a:pt x="13" y="6"/>
                      <a:pt x="15" y="7"/>
                    </a:cubicBezTo>
                    <a:cubicBezTo>
                      <a:pt x="17" y="8"/>
                      <a:pt x="17" y="10"/>
                      <a:pt x="16" y="11"/>
                    </a:cubicBezTo>
                    <a:cubicBezTo>
                      <a:pt x="14" y="13"/>
                      <a:pt x="13" y="14"/>
                      <a:pt x="13" y="13"/>
                    </a:cubicBezTo>
                    <a:cubicBezTo>
                      <a:pt x="13" y="13"/>
                      <a:pt x="12" y="13"/>
                      <a:pt x="12" y="12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9" y="7"/>
                      <a:pt x="8" y="5"/>
                      <a:pt x="6" y="3"/>
                    </a:cubicBezTo>
                    <a:close/>
                  </a:path>
                </a:pathLst>
              </a:custGeom>
              <a:solidFill>
                <a:srgbClr val="2318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iṣḻîḑê"/>
              <p:cNvSpPr/>
              <p:nvPr/>
            </p:nvSpPr>
            <p:spPr bwMode="auto">
              <a:xfrm>
                <a:off x="10274300" y="6678613"/>
                <a:ext cx="146050" cy="142875"/>
              </a:xfrm>
              <a:custGeom>
                <a:avLst/>
                <a:gdLst>
                  <a:gd name="T0" fmla="*/ 37 w 68"/>
                  <a:gd name="T1" fmla="*/ 14 h 67"/>
                  <a:gd name="T2" fmla="*/ 24 w 68"/>
                  <a:gd name="T3" fmla="*/ 15 h 67"/>
                  <a:gd name="T4" fmla="*/ 37 w 68"/>
                  <a:gd name="T5" fmla="*/ 12 h 67"/>
                  <a:gd name="T6" fmla="*/ 36 w 68"/>
                  <a:gd name="T7" fmla="*/ 0 h 67"/>
                  <a:gd name="T8" fmla="*/ 43 w 68"/>
                  <a:gd name="T9" fmla="*/ 3 h 67"/>
                  <a:gd name="T10" fmla="*/ 41 w 68"/>
                  <a:gd name="T11" fmla="*/ 5 h 67"/>
                  <a:gd name="T12" fmla="*/ 45 w 68"/>
                  <a:gd name="T13" fmla="*/ 12 h 67"/>
                  <a:gd name="T14" fmla="*/ 52 w 68"/>
                  <a:gd name="T15" fmla="*/ 12 h 67"/>
                  <a:gd name="T16" fmla="*/ 63 w 68"/>
                  <a:gd name="T17" fmla="*/ 7 h 67"/>
                  <a:gd name="T18" fmla="*/ 62 w 68"/>
                  <a:gd name="T19" fmla="*/ 8 h 67"/>
                  <a:gd name="T20" fmla="*/ 59 w 68"/>
                  <a:gd name="T21" fmla="*/ 10 h 67"/>
                  <a:gd name="T22" fmla="*/ 47 w 68"/>
                  <a:gd name="T23" fmla="*/ 24 h 67"/>
                  <a:gd name="T24" fmla="*/ 62 w 68"/>
                  <a:gd name="T25" fmla="*/ 21 h 67"/>
                  <a:gd name="T26" fmla="*/ 68 w 68"/>
                  <a:gd name="T27" fmla="*/ 26 h 67"/>
                  <a:gd name="T28" fmla="*/ 63 w 68"/>
                  <a:gd name="T29" fmla="*/ 26 h 67"/>
                  <a:gd name="T30" fmla="*/ 36 w 68"/>
                  <a:gd name="T31" fmla="*/ 36 h 67"/>
                  <a:gd name="T32" fmla="*/ 55 w 68"/>
                  <a:gd name="T33" fmla="*/ 33 h 67"/>
                  <a:gd name="T34" fmla="*/ 60 w 68"/>
                  <a:gd name="T35" fmla="*/ 36 h 67"/>
                  <a:gd name="T36" fmla="*/ 57 w 68"/>
                  <a:gd name="T37" fmla="*/ 39 h 67"/>
                  <a:gd name="T38" fmla="*/ 58 w 68"/>
                  <a:gd name="T39" fmla="*/ 65 h 67"/>
                  <a:gd name="T40" fmla="*/ 53 w 68"/>
                  <a:gd name="T41" fmla="*/ 59 h 67"/>
                  <a:gd name="T42" fmla="*/ 33 w 68"/>
                  <a:gd name="T43" fmla="*/ 65 h 67"/>
                  <a:gd name="T44" fmla="*/ 29 w 68"/>
                  <a:gd name="T45" fmla="*/ 61 h 67"/>
                  <a:gd name="T46" fmla="*/ 18 w 68"/>
                  <a:gd name="T47" fmla="*/ 48 h 67"/>
                  <a:gd name="T48" fmla="*/ 29 w 68"/>
                  <a:gd name="T49" fmla="*/ 38 h 67"/>
                  <a:gd name="T50" fmla="*/ 28 w 68"/>
                  <a:gd name="T51" fmla="*/ 33 h 67"/>
                  <a:gd name="T52" fmla="*/ 36 w 68"/>
                  <a:gd name="T53" fmla="*/ 31 h 67"/>
                  <a:gd name="T54" fmla="*/ 41 w 68"/>
                  <a:gd name="T55" fmla="*/ 26 h 67"/>
                  <a:gd name="T56" fmla="*/ 20 w 68"/>
                  <a:gd name="T57" fmla="*/ 27 h 67"/>
                  <a:gd name="T58" fmla="*/ 37 w 68"/>
                  <a:gd name="T59" fmla="*/ 24 h 67"/>
                  <a:gd name="T60" fmla="*/ 51 w 68"/>
                  <a:gd name="T61" fmla="*/ 14 h 67"/>
                  <a:gd name="T62" fmla="*/ 41 w 68"/>
                  <a:gd name="T63" fmla="*/ 24 h 67"/>
                  <a:gd name="T64" fmla="*/ 53 w 68"/>
                  <a:gd name="T65" fmla="*/ 37 h 67"/>
                  <a:gd name="T66" fmla="*/ 33 w 68"/>
                  <a:gd name="T67" fmla="*/ 38 h 67"/>
                  <a:gd name="T68" fmla="*/ 53 w 68"/>
                  <a:gd name="T69" fmla="*/ 46 h 67"/>
                  <a:gd name="T70" fmla="*/ 33 w 68"/>
                  <a:gd name="T71" fmla="*/ 58 h 67"/>
                  <a:gd name="T72" fmla="*/ 53 w 68"/>
                  <a:gd name="T73" fmla="*/ 48 h 67"/>
                  <a:gd name="T74" fmla="*/ 33 w 68"/>
                  <a:gd name="T75" fmla="*/ 58 h 67"/>
                  <a:gd name="T76" fmla="*/ 9 w 68"/>
                  <a:gd name="T77" fmla="*/ 25 h 67"/>
                  <a:gd name="T78" fmla="*/ 16 w 68"/>
                  <a:gd name="T79" fmla="*/ 25 h 67"/>
                  <a:gd name="T80" fmla="*/ 16 w 68"/>
                  <a:gd name="T81" fmla="*/ 26 h 67"/>
                  <a:gd name="T82" fmla="*/ 14 w 68"/>
                  <a:gd name="T83" fmla="*/ 54 h 67"/>
                  <a:gd name="T84" fmla="*/ 26 w 68"/>
                  <a:gd name="T85" fmla="*/ 47 h 67"/>
                  <a:gd name="T86" fmla="*/ 21 w 68"/>
                  <a:gd name="T87" fmla="*/ 52 h 67"/>
                  <a:gd name="T88" fmla="*/ 7 w 68"/>
                  <a:gd name="T89" fmla="*/ 59 h 67"/>
                  <a:gd name="T90" fmla="*/ 10 w 68"/>
                  <a:gd name="T91" fmla="*/ 52 h 67"/>
                  <a:gd name="T92" fmla="*/ 6 w 68"/>
                  <a:gd name="T93" fmla="*/ 27 h 67"/>
                  <a:gd name="T94" fmla="*/ 0 w 68"/>
                  <a:gd name="T95" fmla="*/ 26 h 67"/>
                  <a:gd name="T96" fmla="*/ 7 w 68"/>
                  <a:gd name="T97" fmla="*/ 3 h 67"/>
                  <a:gd name="T98" fmla="*/ 16 w 68"/>
                  <a:gd name="T99" fmla="*/ 9 h 67"/>
                  <a:gd name="T100" fmla="*/ 17 w 68"/>
                  <a:gd name="T101" fmla="*/ 15 h 67"/>
                  <a:gd name="T102" fmla="*/ 14 w 68"/>
                  <a:gd name="T103" fmla="*/ 15 h 67"/>
                  <a:gd name="T104" fmla="*/ 7 w 68"/>
                  <a:gd name="T105" fmla="*/ 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8" h="67">
                    <a:moveTo>
                      <a:pt x="37" y="24"/>
                    </a:moveTo>
                    <a:cubicBezTo>
                      <a:pt x="37" y="14"/>
                      <a:pt x="37" y="14"/>
                      <a:pt x="37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5" y="14"/>
                      <a:pt x="24" y="15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43" y="2"/>
                      <a:pt x="43" y="3"/>
                      <a:pt x="43" y="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4" y="9"/>
                      <a:pt x="56" y="6"/>
                      <a:pt x="58" y="3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63" y="8"/>
                      <a:pt x="63" y="8"/>
                      <a:pt x="63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59" y="10"/>
                      <a:pt x="59" y="10"/>
                    </a:cubicBezTo>
                    <a:cubicBezTo>
                      <a:pt x="58" y="11"/>
                      <a:pt x="57" y="13"/>
                      <a:pt x="55" y="16"/>
                    </a:cubicBezTo>
                    <a:cubicBezTo>
                      <a:pt x="52" y="19"/>
                      <a:pt x="50" y="22"/>
                      <a:pt x="47" y="24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67" y="25"/>
                      <a:pt x="67" y="25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8" y="26"/>
                      <a:pt x="67" y="26"/>
                      <a:pt x="67" y="26"/>
                    </a:cubicBezTo>
                    <a:cubicBezTo>
                      <a:pt x="63" y="26"/>
                      <a:pt x="63" y="26"/>
                      <a:pt x="63" y="26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3" y="29"/>
                      <a:pt x="39" y="32"/>
                      <a:pt x="36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5" y="33"/>
                      <a:pt x="55" y="33"/>
                      <a:pt x="55" y="33"/>
                    </a:cubicBezTo>
                    <a:cubicBezTo>
                      <a:pt x="59" y="36"/>
                      <a:pt x="59" y="36"/>
                      <a:pt x="59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6"/>
                      <a:pt x="60" y="37"/>
                      <a:pt x="59" y="37"/>
                    </a:cubicBezTo>
                    <a:cubicBezTo>
                      <a:pt x="57" y="39"/>
                      <a:pt x="57" y="39"/>
                      <a:pt x="57" y="39"/>
                    </a:cubicBezTo>
                    <a:cubicBezTo>
                      <a:pt x="57" y="59"/>
                      <a:pt x="57" y="59"/>
                      <a:pt x="57" y="59"/>
                    </a:cubicBezTo>
                    <a:cubicBezTo>
                      <a:pt x="58" y="65"/>
                      <a:pt x="58" y="65"/>
                      <a:pt x="58" y="65"/>
                    </a:cubicBezTo>
                    <a:cubicBezTo>
                      <a:pt x="56" y="66"/>
                      <a:pt x="55" y="66"/>
                      <a:pt x="53" y="67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33" y="59"/>
                      <a:pt x="33" y="59"/>
                      <a:pt x="33" y="59"/>
                    </a:cubicBezTo>
                    <a:cubicBezTo>
                      <a:pt x="33" y="65"/>
                      <a:pt x="33" y="65"/>
                      <a:pt x="33" y="65"/>
                    </a:cubicBezTo>
                    <a:cubicBezTo>
                      <a:pt x="31" y="66"/>
                      <a:pt x="30" y="67"/>
                      <a:pt x="28" y="67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5" y="44"/>
                      <a:pt x="21" y="46"/>
                      <a:pt x="18" y="48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22" y="44"/>
                      <a:pt x="26" y="41"/>
                      <a:pt x="29" y="38"/>
                    </a:cubicBezTo>
                    <a:cubicBezTo>
                      <a:pt x="29" y="37"/>
                      <a:pt x="29" y="37"/>
                      <a:pt x="29" y="37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4" y="33"/>
                      <a:pt x="35" y="32"/>
                      <a:pt x="36" y="31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3" y="26"/>
                      <a:pt x="22" y="27"/>
                      <a:pt x="20" y="27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37" y="24"/>
                      <a:pt x="37" y="24"/>
                      <a:pt x="37" y="24"/>
                    </a:cubicBezTo>
                    <a:close/>
                    <a:moveTo>
                      <a:pt x="43" y="24"/>
                    </a:moveTo>
                    <a:cubicBezTo>
                      <a:pt x="46" y="21"/>
                      <a:pt x="49" y="17"/>
                      <a:pt x="51" y="14"/>
                    </a:cubicBezTo>
                    <a:cubicBezTo>
                      <a:pt x="41" y="14"/>
                      <a:pt x="41" y="14"/>
                      <a:pt x="41" y="1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3" y="24"/>
                      <a:pt x="43" y="24"/>
                      <a:pt x="43" y="24"/>
                    </a:cubicBezTo>
                    <a:close/>
                    <a:moveTo>
                      <a:pt x="53" y="37"/>
                    </a:move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53" y="46"/>
                      <a:pt x="53" y="46"/>
                      <a:pt x="53" y="46"/>
                    </a:cubicBezTo>
                    <a:cubicBezTo>
                      <a:pt x="53" y="37"/>
                      <a:pt x="53" y="37"/>
                      <a:pt x="53" y="37"/>
                    </a:cubicBezTo>
                    <a:close/>
                    <a:moveTo>
                      <a:pt x="33" y="58"/>
                    </a:moveTo>
                    <a:cubicBezTo>
                      <a:pt x="53" y="58"/>
                      <a:pt x="53" y="58"/>
                      <a:pt x="53" y="58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3" y="58"/>
                      <a:pt x="33" y="58"/>
                      <a:pt x="33" y="58"/>
                    </a:cubicBezTo>
                    <a:close/>
                    <a:moveTo>
                      <a:pt x="0" y="26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7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8" y="51"/>
                      <a:pt x="22" y="49"/>
                      <a:pt x="26" y="46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17" y="56"/>
                      <a:pt x="13" y="60"/>
                      <a:pt x="11" y="63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8" y="57"/>
                      <a:pt x="9" y="56"/>
                      <a:pt x="10" y="55"/>
                    </a:cubicBezTo>
                    <a:cubicBezTo>
                      <a:pt x="10" y="55"/>
                      <a:pt x="10" y="53"/>
                      <a:pt x="10" y="52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5" y="27"/>
                      <a:pt x="3" y="28"/>
                      <a:pt x="3" y="28"/>
                    </a:cubicBezTo>
                    <a:cubicBezTo>
                      <a:pt x="0" y="26"/>
                      <a:pt x="0" y="26"/>
                      <a:pt x="0" y="26"/>
                    </a:cubicBezTo>
                    <a:close/>
                    <a:moveTo>
                      <a:pt x="7" y="3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11" y="5"/>
                      <a:pt x="13" y="6"/>
                      <a:pt x="14" y="7"/>
                    </a:cubicBezTo>
                    <a:cubicBezTo>
                      <a:pt x="15" y="7"/>
                      <a:pt x="16" y="8"/>
                      <a:pt x="16" y="9"/>
                    </a:cubicBezTo>
                    <a:cubicBezTo>
                      <a:pt x="17" y="10"/>
                      <a:pt x="18" y="11"/>
                      <a:pt x="18" y="12"/>
                    </a:cubicBezTo>
                    <a:cubicBezTo>
                      <a:pt x="18" y="12"/>
                      <a:pt x="17" y="13"/>
                      <a:pt x="17" y="15"/>
                    </a:cubicBezTo>
                    <a:cubicBezTo>
                      <a:pt x="16" y="16"/>
                      <a:pt x="15" y="16"/>
                      <a:pt x="15" y="16"/>
                    </a:cubicBezTo>
                    <a:cubicBezTo>
                      <a:pt x="14" y="16"/>
                      <a:pt x="14" y="16"/>
                      <a:pt x="14" y="15"/>
                    </a:cubicBezTo>
                    <a:cubicBezTo>
                      <a:pt x="14" y="15"/>
                      <a:pt x="13" y="14"/>
                      <a:pt x="13" y="12"/>
                    </a:cubicBezTo>
                    <a:cubicBezTo>
                      <a:pt x="12" y="10"/>
                      <a:pt x="10" y="7"/>
                      <a:pt x="7" y="3"/>
                    </a:cubicBezTo>
                    <a:close/>
                  </a:path>
                </a:pathLst>
              </a:custGeom>
              <a:solidFill>
                <a:srgbClr val="2318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îṥlíḓè"/>
              <p:cNvSpPr/>
              <p:nvPr/>
            </p:nvSpPr>
            <p:spPr bwMode="auto">
              <a:xfrm>
                <a:off x="10437813" y="6675438"/>
                <a:ext cx="123825" cy="144463"/>
              </a:xfrm>
              <a:custGeom>
                <a:avLst/>
                <a:gdLst>
                  <a:gd name="T0" fmla="*/ 13 w 58"/>
                  <a:gd name="T1" fmla="*/ 13 h 67"/>
                  <a:gd name="T2" fmla="*/ 50 w 58"/>
                  <a:gd name="T3" fmla="*/ 34 h 67"/>
                  <a:gd name="T4" fmla="*/ 57 w 58"/>
                  <a:gd name="T5" fmla="*/ 34 h 67"/>
                  <a:gd name="T6" fmla="*/ 57 w 58"/>
                  <a:gd name="T7" fmla="*/ 36 h 67"/>
                  <a:gd name="T8" fmla="*/ 55 w 58"/>
                  <a:gd name="T9" fmla="*/ 45 h 67"/>
                  <a:gd name="T10" fmla="*/ 51 w 58"/>
                  <a:gd name="T11" fmla="*/ 63 h 67"/>
                  <a:gd name="T12" fmla="*/ 43 w 58"/>
                  <a:gd name="T13" fmla="*/ 65 h 67"/>
                  <a:gd name="T14" fmla="*/ 37 w 58"/>
                  <a:gd name="T15" fmla="*/ 61 h 67"/>
                  <a:gd name="T16" fmla="*/ 46 w 58"/>
                  <a:gd name="T17" fmla="*/ 61 h 67"/>
                  <a:gd name="T18" fmla="*/ 51 w 58"/>
                  <a:gd name="T19" fmla="*/ 46 h 67"/>
                  <a:gd name="T20" fmla="*/ 13 w 58"/>
                  <a:gd name="T21" fmla="*/ 36 h 67"/>
                  <a:gd name="T22" fmla="*/ 6 w 58"/>
                  <a:gd name="T23" fmla="*/ 35 h 67"/>
                  <a:gd name="T24" fmla="*/ 9 w 58"/>
                  <a:gd name="T25" fmla="*/ 14 h 67"/>
                  <a:gd name="T26" fmla="*/ 13 w 58"/>
                  <a:gd name="T27" fmla="*/ 11 h 67"/>
                  <a:gd name="T28" fmla="*/ 18 w 58"/>
                  <a:gd name="T29" fmla="*/ 9 h 67"/>
                  <a:gd name="T30" fmla="*/ 20 w 58"/>
                  <a:gd name="T31" fmla="*/ 2 h 67"/>
                  <a:gd name="T32" fmla="*/ 25 w 58"/>
                  <a:gd name="T33" fmla="*/ 3 h 67"/>
                  <a:gd name="T34" fmla="*/ 25 w 58"/>
                  <a:gd name="T35" fmla="*/ 4 h 67"/>
                  <a:gd name="T36" fmla="*/ 19 w 58"/>
                  <a:gd name="T37" fmla="*/ 11 h 67"/>
                  <a:gd name="T38" fmla="*/ 42 w 58"/>
                  <a:gd name="T39" fmla="*/ 8 h 67"/>
                  <a:gd name="T40" fmla="*/ 47 w 58"/>
                  <a:gd name="T41" fmla="*/ 11 h 67"/>
                  <a:gd name="T42" fmla="*/ 45 w 58"/>
                  <a:gd name="T43" fmla="*/ 13 h 67"/>
                  <a:gd name="T44" fmla="*/ 42 w 58"/>
                  <a:gd name="T45" fmla="*/ 28 h 67"/>
                  <a:gd name="T46" fmla="*/ 35 w 58"/>
                  <a:gd name="T47" fmla="*/ 31 h 67"/>
                  <a:gd name="T48" fmla="*/ 28 w 58"/>
                  <a:gd name="T49" fmla="*/ 27 h 67"/>
                  <a:gd name="T50" fmla="*/ 36 w 58"/>
                  <a:gd name="T51" fmla="*/ 27 h 67"/>
                  <a:gd name="T52" fmla="*/ 39 w 58"/>
                  <a:gd name="T53" fmla="*/ 23 h 67"/>
                  <a:gd name="T54" fmla="*/ 41 w 58"/>
                  <a:gd name="T55" fmla="*/ 13 h 67"/>
                  <a:gd name="T56" fmla="*/ 2 w 58"/>
                  <a:gd name="T57" fmla="*/ 41 h 67"/>
                  <a:gd name="T58" fmla="*/ 8 w 58"/>
                  <a:gd name="T59" fmla="*/ 44 h 67"/>
                  <a:gd name="T60" fmla="*/ 6 w 58"/>
                  <a:gd name="T61" fmla="*/ 45 h 67"/>
                  <a:gd name="T62" fmla="*/ 19 w 58"/>
                  <a:gd name="T63" fmla="*/ 55 h 67"/>
                  <a:gd name="T64" fmla="*/ 18 w 58"/>
                  <a:gd name="T65" fmla="*/ 39 h 67"/>
                  <a:gd name="T66" fmla="*/ 24 w 58"/>
                  <a:gd name="T67" fmla="*/ 41 h 67"/>
                  <a:gd name="T68" fmla="*/ 22 w 58"/>
                  <a:gd name="T69" fmla="*/ 43 h 67"/>
                  <a:gd name="T70" fmla="*/ 36 w 58"/>
                  <a:gd name="T71" fmla="*/ 54 h 67"/>
                  <a:gd name="T72" fmla="*/ 35 w 58"/>
                  <a:gd name="T73" fmla="*/ 41 h 67"/>
                  <a:gd name="T74" fmla="*/ 41 w 58"/>
                  <a:gd name="T75" fmla="*/ 43 h 67"/>
                  <a:gd name="T76" fmla="*/ 39 w 58"/>
                  <a:gd name="T77" fmla="*/ 45 h 67"/>
                  <a:gd name="T78" fmla="*/ 40 w 58"/>
                  <a:gd name="T79" fmla="*/ 56 h 67"/>
                  <a:gd name="T80" fmla="*/ 37 w 58"/>
                  <a:gd name="T81" fmla="*/ 58 h 67"/>
                  <a:gd name="T82" fmla="*/ 36 w 58"/>
                  <a:gd name="T83" fmla="*/ 56 h 67"/>
                  <a:gd name="T84" fmla="*/ 4 w 58"/>
                  <a:gd name="T85" fmla="*/ 59 h 67"/>
                  <a:gd name="T86" fmla="*/ 2 w 58"/>
                  <a:gd name="T87" fmla="*/ 54 h 67"/>
                  <a:gd name="T88" fmla="*/ 2 w 58"/>
                  <a:gd name="T89" fmla="*/ 41 h 67"/>
                  <a:gd name="T90" fmla="*/ 26 w 58"/>
                  <a:gd name="T91" fmla="*/ 17 h 67"/>
                  <a:gd name="T92" fmla="*/ 30 w 58"/>
                  <a:gd name="T93" fmla="*/ 21 h 67"/>
                  <a:gd name="T94" fmla="*/ 27 w 58"/>
                  <a:gd name="T95" fmla="*/ 23 h 67"/>
                  <a:gd name="T96" fmla="*/ 18 w 58"/>
                  <a:gd name="T97" fmla="*/ 1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8" h="67">
                    <a:moveTo>
                      <a:pt x="41" y="13"/>
                    </a:moveTo>
                    <a:cubicBezTo>
                      <a:pt x="13" y="13"/>
                      <a:pt x="13" y="13"/>
                      <a:pt x="13" y="13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50" y="34"/>
                      <a:pt x="50" y="34"/>
                      <a:pt x="50" y="34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58" y="34"/>
                      <a:pt x="58" y="35"/>
                      <a:pt x="58" y="35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5" y="41"/>
                      <a:pt x="55" y="43"/>
                      <a:pt x="55" y="45"/>
                    </a:cubicBezTo>
                    <a:cubicBezTo>
                      <a:pt x="54" y="47"/>
                      <a:pt x="54" y="50"/>
                      <a:pt x="54" y="54"/>
                    </a:cubicBezTo>
                    <a:cubicBezTo>
                      <a:pt x="53" y="58"/>
                      <a:pt x="52" y="61"/>
                      <a:pt x="51" y="63"/>
                    </a:cubicBezTo>
                    <a:cubicBezTo>
                      <a:pt x="49" y="65"/>
                      <a:pt x="47" y="67"/>
                      <a:pt x="44" y="67"/>
                    </a:cubicBezTo>
                    <a:cubicBezTo>
                      <a:pt x="44" y="67"/>
                      <a:pt x="43" y="66"/>
                      <a:pt x="43" y="65"/>
                    </a:cubicBezTo>
                    <a:cubicBezTo>
                      <a:pt x="43" y="64"/>
                      <a:pt x="42" y="63"/>
                      <a:pt x="42" y="63"/>
                    </a:cubicBezTo>
                    <a:cubicBezTo>
                      <a:pt x="41" y="62"/>
                      <a:pt x="39" y="62"/>
                      <a:pt x="37" y="61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42" y="61"/>
                      <a:pt x="45" y="61"/>
                      <a:pt x="46" y="61"/>
                    </a:cubicBezTo>
                    <a:cubicBezTo>
                      <a:pt x="47" y="60"/>
                      <a:pt x="49" y="59"/>
                      <a:pt x="49" y="56"/>
                    </a:cubicBezTo>
                    <a:cubicBezTo>
                      <a:pt x="50" y="54"/>
                      <a:pt x="50" y="50"/>
                      <a:pt x="51" y="4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8" y="10"/>
                      <a:pt x="18" y="9"/>
                      <a:pt x="18" y="9"/>
                    </a:cubicBezTo>
                    <a:cubicBezTo>
                      <a:pt x="18" y="8"/>
                      <a:pt x="19" y="7"/>
                      <a:pt x="19" y="6"/>
                    </a:cubicBezTo>
                    <a:cubicBezTo>
                      <a:pt x="20" y="4"/>
                      <a:pt x="20" y="3"/>
                      <a:pt x="20" y="2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4"/>
                      <a:pt x="26" y="4"/>
                      <a:pt x="25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2" y="7"/>
                      <a:pt x="20" y="9"/>
                      <a:pt x="19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47" y="11"/>
                      <a:pt x="47" y="11"/>
                      <a:pt x="47" y="12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5" y="15"/>
                      <a:pt x="44" y="17"/>
                      <a:pt x="44" y="20"/>
                    </a:cubicBezTo>
                    <a:cubicBezTo>
                      <a:pt x="44" y="23"/>
                      <a:pt x="43" y="26"/>
                      <a:pt x="42" y="28"/>
                    </a:cubicBezTo>
                    <a:cubicBezTo>
                      <a:pt x="41" y="29"/>
                      <a:pt x="38" y="31"/>
                      <a:pt x="35" y="32"/>
                    </a:cubicBezTo>
                    <a:cubicBezTo>
                      <a:pt x="35" y="32"/>
                      <a:pt x="35" y="31"/>
                      <a:pt x="35" y="31"/>
                    </a:cubicBezTo>
                    <a:cubicBezTo>
                      <a:pt x="34" y="30"/>
                      <a:pt x="34" y="30"/>
                      <a:pt x="34" y="29"/>
                    </a:cubicBezTo>
                    <a:cubicBezTo>
                      <a:pt x="33" y="29"/>
                      <a:pt x="31" y="28"/>
                      <a:pt x="28" y="27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32" y="27"/>
                      <a:pt x="34" y="27"/>
                      <a:pt x="36" y="27"/>
                    </a:cubicBezTo>
                    <a:cubicBezTo>
                      <a:pt x="37" y="27"/>
                      <a:pt x="37" y="26"/>
                      <a:pt x="38" y="26"/>
                    </a:cubicBezTo>
                    <a:cubicBezTo>
                      <a:pt x="38" y="25"/>
                      <a:pt x="39" y="25"/>
                      <a:pt x="39" y="23"/>
                    </a:cubicBezTo>
                    <a:cubicBezTo>
                      <a:pt x="40" y="22"/>
                      <a:pt x="40" y="20"/>
                      <a:pt x="40" y="17"/>
                    </a:cubicBezTo>
                    <a:cubicBezTo>
                      <a:pt x="40" y="15"/>
                      <a:pt x="41" y="14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lose/>
                    <a:moveTo>
                      <a:pt x="2" y="41"/>
                    </a:move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8" y="44"/>
                      <a:pt x="8" y="44"/>
                    </a:cubicBezTo>
                    <a:cubicBezTo>
                      <a:pt x="8" y="44"/>
                      <a:pt x="8" y="44"/>
                      <a:pt x="7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55"/>
                      <a:pt x="6" y="55"/>
                      <a:pt x="6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1"/>
                      <a:pt x="24" y="41"/>
                      <a:pt x="23" y="42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4"/>
                      <a:pt x="41" y="44"/>
                    </a:cubicBezTo>
                    <a:cubicBezTo>
                      <a:pt x="39" y="45"/>
                      <a:pt x="39" y="45"/>
                      <a:pt x="39" y="45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39" y="56"/>
                      <a:pt x="39" y="57"/>
                      <a:pt x="38" y="57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" y="55"/>
                      <a:pt x="2" y="54"/>
                      <a:pt x="2" y="54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18" y="16"/>
                    </a:moveTo>
                    <a:cubicBezTo>
                      <a:pt x="22" y="17"/>
                      <a:pt x="25" y="17"/>
                      <a:pt x="26" y="17"/>
                    </a:cubicBezTo>
                    <a:cubicBezTo>
                      <a:pt x="27" y="18"/>
                      <a:pt x="28" y="18"/>
                      <a:pt x="29" y="19"/>
                    </a:cubicBezTo>
                    <a:cubicBezTo>
                      <a:pt x="29" y="19"/>
                      <a:pt x="30" y="20"/>
                      <a:pt x="30" y="21"/>
                    </a:cubicBezTo>
                    <a:cubicBezTo>
                      <a:pt x="30" y="22"/>
                      <a:pt x="30" y="23"/>
                      <a:pt x="29" y="24"/>
                    </a:cubicBezTo>
                    <a:cubicBezTo>
                      <a:pt x="28" y="24"/>
                      <a:pt x="28" y="24"/>
                      <a:pt x="27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4" y="20"/>
                      <a:pt x="21" y="18"/>
                      <a:pt x="18" y="17"/>
                    </a:cubicBezTo>
                    <a:cubicBezTo>
                      <a:pt x="18" y="16"/>
                      <a:pt x="18" y="16"/>
                      <a:pt x="18" y="16"/>
                    </a:cubicBezTo>
                    <a:close/>
                  </a:path>
                </a:pathLst>
              </a:custGeom>
              <a:solidFill>
                <a:srgbClr val="2318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1" name="îṥľíḓe"/>
              <p:cNvSpPr/>
              <p:nvPr/>
            </p:nvSpPr>
            <p:spPr bwMode="auto">
              <a:xfrm>
                <a:off x="9888538" y="6642100"/>
                <a:ext cx="746125" cy="209550"/>
              </a:xfrm>
              <a:custGeom>
                <a:avLst/>
                <a:gdLst>
                  <a:gd name="T0" fmla="*/ 8 w 470"/>
                  <a:gd name="T1" fmla="*/ 132 h 132"/>
                  <a:gd name="T2" fmla="*/ 0 w 470"/>
                  <a:gd name="T3" fmla="*/ 132 h 132"/>
                  <a:gd name="T4" fmla="*/ 0 w 470"/>
                  <a:gd name="T5" fmla="*/ 0 h 132"/>
                  <a:gd name="T6" fmla="*/ 470 w 470"/>
                  <a:gd name="T7" fmla="*/ 0 h 132"/>
                  <a:gd name="T8" fmla="*/ 470 w 470"/>
                  <a:gd name="T9" fmla="*/ 6 h 132"/>
                  <a:gd name="T10" fmla="*/ 8 w 470"/>
                  <a:gd name="T11" fmla="*/ 6 h 132"/>
                  <a:gd name="T12" fmla="*/ 8 w 470"/>
                  <a:gd name="T13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0" h="132">
                    <a:moveTo>
                      <a:pt x="8" y="132"/>
                    </a:moveTo>
                    <a:lnTo>
                      <a:pt x="0" y="132"/>
                    </a:lnTo>
                    <a:lnTo>
                      <a:pt x="0" y="0"/>
                    </a:lnTo>
                    <a:lnTo>
                      <a:pt x="470" y="0"/>
                    </a:lnTo>
                    <a:lnTo>
                      <a:pt x="470" y="6"/>
                    </a:lnTo>
                    <a:lnTo>
                      <a:pt x="8" y="6"/>
                    </a:lnTo>
                    <a:lnTo>
                      <a:pt x="8" y="132"/>
                    </a:lnTo>
                    <a:close/>
                  </a:path>
                </a:pathLst>
              </a:custGeom>
              <a:solidFill>
                <a:srgbClr val="2318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î$1íḑê"/>
              <p:cNvSpPr/>
              <p:nvPr/>
            </p:nvSpPr>
            <p:spPr bwMode="auto">
              <a:xfrm>
                <a:off x="5599113" y="5203825"/>
                <a:ext cx="52388" cy="109538"/>
              </a:xfrm>
              <a:custGeom>
                <a:avLst/>
                <a:gdLst>
                  <a:gd name="T0" fmla="*/ 2 w 25"/>
                  <a:gd name="T1" fmla="*/ 51 h 51"/>
                  <a:gd name="T2" fmla="*/ 0 w 25"/>
                  <a:gd name="T3" fmla="*/ 46 h 51"/>
                  <a:gd name="T4" fmla="*/ 5 w 25"/>
                  <a:gd name="T5" fmla="*/ 43 h 51"/>
                  <a:gd name="T6" fmla="*/ 7 w 25"/>
                  <a:gd name="T7" fmla="*/ 49 h 51"/>
                  <a:gd name="T8" fmla="*/ 2 w 25"/>
                  <a:gd name="T9" fmla="*/ 51 h 51"/>
                  <a:gd name="T10" fmla="*/ 18 w 25"/>
                  <a:gd name="T11" fmla="*/ 42 h 51"/>
                  <a:gd name="T12" fmla="*/ 14 w 25"/>
                  <a:gd name="T13" fmla="*/ 38 h 51"/>
                  <a:gd name="T14" fmla="*/ 17 w 25"/>
                  <a:gd name="T15" fmla="*/ 35 h 51"/>
                  <a:gd name="T16" fmla="*/ 18 w 25"/>
                  <a:gd name="T17" fmla="*/ 35 h 51"/>
                  <a:gd name="T18" fmla="*/ 23 w 25"/>
                  <a:gd name="T19" fmla="*/ 37 h 51"/>
                  <a:gd name="T20" fmla="*/ 21 w 25"/>
                  <a:gd name="T21" fmla="*/ 39 h 51"/>
                  <a:gd name="T22" fmla="*/ 18 w 25"/>
                  <a:gd name="T23" fmla="*/ 42 h 51"/>
                  <a:gd name="T24" fmla="*/ 25 w 25"/>
                  <a:gd name="T25" fmla="*/ 25 h 51"/>
                  <a:gd name="T26" fmla="*/ 19 w 25"/>
                  <a:gd name="T27" fmla="*/ 24 h 51"/>
                  <a:gd name="T28" fmla="*/ 19 w 25"/>
                  <a:gd name="T29" fmla="*/ 19 h 51"/>
                  <a:gd name="T30" fmla="*/ 22 w 25"/>
                  <a:gd name="T31" fmla="*/ 19 h 51"/>
                  <a:gd name="T32" fmla="*/ 25 w 25"/>
                  <a:gd name="T33" fmla="*/ 19 h 51"/>
                  <a:gd name="T34" fmla="*/ 25 w 25"/>
                  <a:gd name="T35" fmla="*/ 25 h 51"/>
                  <a:gd name="T36" fmla="*/ 19 w 25"/>
                  <a:gd name="T37" fmla="*/ 8 h 51"/>
                  <a:gd name="T38" fmla="*/ 17 w 25"/>
                  <a:gd name="T39" fmla="*/ 2 h 51"/>
                  <a:gd name="T40" fmla="*/ 23 w 25"/>
                  <a:gd name="T41" fmla="*/ 0 h 51"/>
                  <a:gd name="T42" fmla="*/ 25 w 25"/>
                  <a:gd name="T43" fmla="*/ 6 h 51"/>
                  <a:gd name="T44" fmla="*/ 19 w 25"/>
                  <a:gd name="T45" fmla="*/ 8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" h="51">
                    <a:moveTo>
                      <a:pt x="2" y="51"/>
                    </a:moveTo>
                    <a:cubicBezTo>
                      <a:pt x="0" y="46"/>
                      <a:pt x="0" y="46"/>
                      <a:pt x="0" y="46"/>
                    </a:cubicBezTo>
                    <a:cubicBezTo>
                      <a:pt x="1" y="45"/>
                      <a:pt x="3" y="44"/>
                      <a:pt x="5" y="43"/>
                    </a:cubicBezTo>
                    <a:cubicBezTo>
                      <a:pt x="7" y="49"/>
                      <a:pt x="7" y="49"/>
                      <a:pt x="7" y="49"/>
                    </a:cubicBezTo>
                    <a:cubicBezTo>
                      <a:pt x="5" y="50"/>
                      <a:pt x="4" y="50"/>
                      <a:pt x="2" y="51"/>
                    </a:cubicBezTo>
                    <a:close/>
                    <a:moveTo>
                      <a:pt x="18" y="42"/>
                    </a:moveTo>
                    <a:cubicBezTo>
                      <a:pt x="14" y="38"/>
                      <a:pt x="14" y="38"/>
                      <a:pt x="14" y="38"/>
                    </a:cubicBezTo>
                    <a:cubicBezTo>
                      <a:pt x="15" y="37"/>
                      <a:pt x="16" y="36"/>
                      <a:pt x="17" y="35"/>
                    </a:cubicBezTo>
                    <a:cubicBezTo>
                      <a:pt x="17" y="35"/>
                      <a:pt x="17" y="35"/>
                      <a:pt x="18" y="35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2" y="38"/>
                      <a:pt x="22" y="39"/>
                      <a:pt x="21" y="39"/>
                    </a:cubicBezTo>
                    <a:cubicBezTo>
                      <a:pt x="21" y="40"/>
                      <a:pt x="19" y="41"/>
                      <a:pt x="18" y="42"/>
                    </a:cubicBezTo>
                    <a:close/>
                    <a:moveTo>
                      <a:pt x="25" y="25"/>
                    </a:move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2"/>
                      <a:pt x="19" y="21"/>
                      <a:pt x="19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1"/>
                      <a:pt x="25" y="23"/>
                      <a:pt x="25" y="25"/>
                    </a:cubicBezTo>
                    <a:close/>
                    <a:moveTo>
                      <a:pt x="19" y="8"/>
                    </a:moveTo>
                    <a:cubicBezTo>
                      <a:pt x="18" y="6"/>
                      <a:pt x="18" y="4"/>
                      <a:pt x="17" y="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2"/>
                      <a:pt x="24" y="4"/>
                      <a:pt x="25" y="6"/>
                    </a:cubicBezTo>
                    <a:lnTo>
                      <a:pt x="19" y="8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" name="ïşliḍê"/>
            <p:cNvSpPr txBox="1"/>
            <p:nvPr/>
          </p:nvSpPr>
          <p:spPr>
            <a:xfrm>
              <a:off x="669924" y="5879517"/>
              <a:ext cx="3024627" cy="264108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b" anchorCtr="0">
              <a:normAutofit lnSpcReduction="10000"/>
            </a:bodyPr>
            <a:lstStyle/>
            <a:p>
              <a:r>
                <a:rPr lang="zh-CN" altLang="en-US" sz="600" dirty="0"/>
                <a:t>*地图素材来源于国家测绘局</a:t>
              </a:r>
              <a:endParaRPr lang="en-US" altLang="zh-CN" sz="600" dirty="0"/>
            </a:p>
            <a:p>
              <a:r>
                <a:rPr lang="zh-CN" altLang="en-US" sz="600" dirty="0"/>
                <a:t> 审图号：</a:t>
              </a:r>
              <a:r>
                <a:rPr lang="en-US" altLang="zh-CN" sz="600" dirty="0"/>
                <a:t>GS(2008)1503</a:t>
              </a:r>
              <a:r>
                <a:rPr lang="zh-CN" altLang="en-US" sz="600" dirty="0"/>
                <a:t>号</a:t>
              </a:r>
              <a:endParaRPr lang="zh-CN" altLang="en-US" sz="600" dirty="0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5421000" y="1125538"/>
              <a:ext cx="0" cy="501808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ïSľîḋé"/>
            <p:cNvGrpSpPr/>
            <p:nvPr/>
          </p:nvGrpSpPr>
          <p:grpSpPr>
            <a:xfrm>
              <a:off x="5778287" y="1224000"/>
              <a:ext cx="5742201" cy="1382273"/>
              <a:chOff x="727728" y="3108439"/>
              <a:chExt cx="5742201" cy="1382273"/>
            </a:xfrm>
          </p:grpSpPr>
          <p:sp>
            <p:nvSpPr>
              <p:cNvPr id="20" name="işliďê"/>
              <p:cNvSpPr/>
              <p:nvPr/>
            </p:nvSpPr>
            <p:spPr>
              <a:xfrm>
                <a:off x="727728" y="3304653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r>
                  <a:rPr lang="en-US" altLang="zh-CN" sz="1600" b="1" dirty="0">
                    <a:solidFill>
                      <a:schemeClr val="bg1"/>
                    </a:solidFill>
                  </a:rPr>
                  <a:t>01</a:t>
                </a:r>
                <a:endParaRPr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$ľïdé"/>
              <p:cNvSpPr/>
              <p:nvPr/>
            </p:nvSpPr>
            <p:spPr bwMode="auto">
              <a:xfrm>
                <a:off x="1420537" y="3521319"/>
                <a:ext cx="5049392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You can use the icon library in </a:t>
                </a:r>
                <a:r>
                  <a:rPr lang="en-US" altLang="zh-CN" sz="1100" dirty="0" err="1"/>
                  <a:t>iSlide</a:t>
                </a:r>
                <a:r>
                  <a:rPr lang="en-US" altLang="zh-CN" sz="1100" dirty="0"/>
                  <a:t>  (www.islide.cc) to filter and replace existing icon elements with one click.</a:t>
                </a:r>
                <a:endParaRPr lang="en-US" altLang="zh-CN" sz="1100" dirty="0"/>
              </a:p>
            </p:txBody>
          </p:sp>
          <p:sp>
            <p:nvSpPr>
              <p:cNvPr id="22" name="ïṧḷiḑê"/>
              <p:cNvSpPr txBox="1"/>
              <p:nvPr/>
            </p:nvSpPr>
            <p:spPr bwMode="auto">
              <a:xfrm>
                <a:off x="1420537" y="3108439"/>
                <a:ext cx="504939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0" name="îṩļïde"/>
            <p:cNvGrpSpPr/>
            <p:nvPr/>
          </p:nvGrpSpPr>
          <p:grpSpPr>
            <a:xfrm>
              <a:off x="5778287" y="2950407"/>
              <a:ext cx="5742201" cy="1382273"/>
              <a:chOff x="727728" y="3108439"/>
              <a:chExt cx="5742201" cy="1382273"/>
            </a:xfrm>
          </p:grpSpPr>
          <p:sp>
            <p:nvSpPr>
              <p:cNvPr id="17" name="ísľídê"/>
              <p:cNvSpPr/>
              <p:nvPr/>
            </p:nvSpPr>
            <p:spPr>
              <a:xfrm>
                <a:off x="727728" y="3304653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non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defRPr sz="3200"/>
                </a:pPr>
                <a:r>
                  <a:rPr lang="en-US" altLang="zh-CN" sz="1600" b="1" dirty="0">
                    <a:solidFill>
                      <a:schemeClr val="bg1"/>
                    </a:solidFill>
                  </a:rPr>
                  <a:t>02</a:t>
                </a:r>
                <a:endParaRPr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íŝ1ïďé"/>
              <p:cNvSpPr/>
              <p:nvPr/>
            </p:nvSpPr>
            <p:spPr bwMode="auto">
              <a:xfrm>
                <a:off x="1420537" y="3521319"/>
                <a:ext cx="5049392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You can use the icon library in </a:t>
                </a:r>
                <a:r>
                  <a:rPr lang="en-US" altLang="zh-CN" sz="1100" dirty="0" err="1"/>
                  <a:t>iSlide</a:t>
                </a:r>
                <a:r>
                  <a:rPr lang="en-US" altLang="zh-CN" sz="1100" dirty="0"/>
                  <a:t>  (www.islide.cc) to filter and replace existing icon elements with one click.</a:t>
                </a:r>
                <a:endParaRPr lang="en-US" altLang="zh-CN" sz="1100" dirty="0"/>
              </a:p>
            </p:txBody>
          </p:sp>
          <p:sp>
            <p:nvSpPr>
              <p:cNvPr id="19" name="îṥ1íḋê"/>
              <p:cNvSpPr txBox="1"/>
              <p:nvPr/>
            </p:nvSpPr>
            <p:spPr bwMode="auto">
              <a:xfrm>
                <a:off x="1420537" y="3108439"/>
                <a:ext cx="504939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>
              <a:off x="6591000" y="2730565"/>
              <a:ext cx="492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íşḷïḍé"/>
            <p:cNvGrpSpPr/>
            <p:nvPr/>
          </p:nvGrpSpPr>
          <p:grpSpPr>
            <a:xfrm>
              <a:off x="5778287" y="4676814"/>
              <a:ext cx="5742201" cy="1382273"/>
              <a:chOff x="727728" y="3108439"/>
              <a:chExt cx="5742201" cy="1382273"/>
            </a:xfrm>
          </p:grpSpPr>
          <p:sp>
            <p:nvSpPr>
              <p:cNvPr id="14" name="iṥļíḋè"/>
              <p:cNvSpPr/>
              <p:nvPr/>
            </p:nvSpPr>
            <p:spPr>
              <a:xfrm>
                <a:off x="727728" y="3304653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defRPr sz="3200"/>
                </a:pPr>
                <a:r>
                  <a:rPr lang="en-US" altLang="zh-CN" sz="1600" b="1" dirty="0">
                    <a:solidFill>
                      <a:schemeClr val="bg1"/>
                    </a:solidFill>
                  </a:rPr>
                  <a:t>03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ïṥ1íḑê"/>
              <p:cNvSpPr/>
              <p:nvPr/>
            </p:nvSpPr>
            <p:spPr bwMode="auto">
              <a:xfrm>
                <a:off x="1420537" y="3521319"/>
                <a:ext cx="5049392" cy="969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You can use the icon library in </a:t>
                </a:r>
                <a:r>
                  <a:rPr lang="en-US" altLang="zh-CN" sz="1100" dirty="0" err="1"/>
                  <a:t>iSlide</a:t>
                </a:r>
                <a:r>
                  <a:rPr lang="en-US" altLang="zh-CN" sz="1100" dirty="0"/>
                  <a:t>  (www.islide.cc) to filter and replace existing icon elements with one click.</a:t>
                </a:r>
                <a:endParaRPr lang="en-US" altLang="zh-CN" sz="1100" dirty="0"/>
              </a:p>
            </p:txBody>
          </p:sp>
          <p:sp>
            <p:nvSpPr>
              <p:cNvPr id="16" name="iṣľíḑè"/>
              <p:cNvSpPr txBox="1"/>
              <p:nvPr/>
            </p:nvSpPr>
            <p:spPr bwMode="auto">
              <a:xfrm>
                <a:off x="1420537" y="3108439"/>
                <a:ext cx="504939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6591000" y="4398558"/>
              <a:ext cx="492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标题 17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Click to edit Master title style</a:t>
            </a:r>
            <a:endParaRPr lang="zh-CN" altLang="en-US" dirty="0"/>
          </a:p>
        </p:txBody>
      </p:sp>
      <p:grpSp>
        <p:nvGrpSpPr>
          <p:cNvPr id="171" name="96b6bdb5-7179-4b1d-b175-75f24183670d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37300"/>
            <a:ext cx="10848513" cy="4996800"/>
            <a:chOff x="669925" y="1137300"/>
            <a:chExt cx="10848513" cy="4996800"/>
          </a:xfrm>
        </p:grpSpPr>
        <p:grpSp>
          <p:nvGrpSpPr>
            <p:cNvPr id="173" name="işļïḓe"/>
            <p:cNvGrpSpPr/>
            <p:nvPr/>
          </p:nvGrpSpPr>
          <p:grpSpPr>
            <a:xfrm>
              <a:off x="1315360" y="1137300"/>
              <a:ext cx="9561282" cy="3268145"/>
              <a:chOff x="1315360" y="1468342"/>
              <a:chExt cx="9561282" cy="3268145"/>
            </a:xfrm>
          </p:grpSpPr>
          <p:sp>
            <p:nvSpPr>
              <p:cNvPr id="195" name="ïṧļïḓê"/>
              <p:cNvSpPr/>
              <p:nvPr/>
            </p:nvSpPr>
            <p:spPr>
              <a:xfrm>
                <a:off x="1315360" y="4695128"/>
                <a:ext cx="9561282" cy="413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6" name="íşḷîdè"/>
              <p:cNvSpPr/>
              <p:nvPr/>
            </p:nvSpPr>
            <p:spPr bwMode="auto">
              <a:xfrm>
                <a:off x="1509462" y="4601857"/>
                <a:ext cx="764423" cy="93271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7" name="išļíḍe"/>
              <p:cNvSpPr/>
              <p:nvPr/>
            </p:nvSpPr>
            <p:spPr bwMode="auto">
              <a:xfrm>
                <a:off x="2273885" y="4465337"/>
                <a:ext cx="764423" cy="229791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8" name="išḻíďe"/>
              <p:cNvSpPr/>
              <p:nvPr/>
            </p:nvSpPr>
            <p:spPr bwMode="auto">
              <a:xfrm>
                <a:off x="3038308" y="4368970"/>
                <a:ext cx="764423" cy="326157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9" name="ïṧľïdê"/>
              <p:cNvSpPr/>
              <p:nvPr/>
            </p:nvSpPr>
            <p:spPr bwMode="auto">
              <a:xfrm>
                <a:off x="3802731" y="4200329"/>
                <a:ext cx="764423" cy="494798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0" name="iṧḻîḓe"/>
              <p:cNvSpPr/>
              <p:nvPr/>
            </p:nvSpPr>
            <p:spPr bwMode="auto">
              <a:xfrm>
                <a:off x="4567154" y="4055777"/>
                <a:ext cx="764423" cy="63934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1" name="ïsľíḑé"/>
              <p:cNvSpPr/>
              <p:nvPr/>
            </p:nvSpPr>
            <p:spPr bwMode="auto">
              <a:xfrm>
                <a:off x="5331577" y="3895166"/>
                <a:ext cx="764423" cy="799961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2" name="ïSľídé"/>
              <p:cNvSpPr/>
              <p:nvPr/>
            </p:nvSpPr>
            <p:spPr bwMode="auto">
              <a:xfrm>
                <a:off x="6096000" y="3782739"/>
                <a:ext cx="764423" cy="912388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3" name="íṡliḍe"/>
              <p:cNvSpPr/>
              <p:nvPr/>
            </p:nvSpPr>
            <p:spPr bwMode="auto">
              <a:xfrm>
                <a:off x="6860423" y="3525760"/>
                <a:ext cx="764423" cy="1169367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4" name="îṩḻídê"/>
              <p:cNvSpPr/>
              <p:nvPr/>
            </p:nvSpPr>
            <p:spPr bwMode="auto">
              <a:xfrm>
                <a:off x="7624846" y="3271145"/>
                <a:ext cx="764423" cy="1423982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5" name="îṩḷïḑè"/>
              <p:cNvSpPr/>
              <p:nvPr/>
            </p:nvSpPr>
            <p:spPr bwMode="auto">
              <a:xfrm>
                <a:off x="8389269" y="2931498"/>
                <a:ext cx="764423" cy="176362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6" name="íṥlíḍè"/>
              <p:cNvSpPr/>
              <p:nvPr/>
            </p:nvSpPr>
            <p:spPr bwMode="auto">
              <a:xfrm>
                <a:off x="9153692" y="2578153"/>
                <a:ext cx="764423" cy="2116975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7" name="îšľíḑê"/>
              <p:cNvSpPr/>
              <p:nvPr/>
            </p:nvSpPr>
            <p:spPr bwMode="auto">
              <a:xfrm>
                <a:off x="9918115" y="2240868"/>
                <a:ext cx="764423" cy="2454259"/>
              </a:xfrm>
              <a:custGeom>
                <a:avLst/>
                <a:gdLst>
                  <a:gd name="T0" fmla="*/ 648 w 648"/>
                  <a:gd name="T1" fmla="*/ 1082 h 1082"/>
                  <a:gd name="T2" fmla="*/ 0 w 648"/>
                  <a:gd name="T3" fmla="*/ 1082 h 1082"/>
                  <a:gd name="T4" fmla="*/ 140 w 648"/>
                  <a:gd name="T5" fmla="*/ 919 h 1082"/>
                  <a:gd name="T6" fmla="*/ 324 w 648"/>
                  <a:gd name="T7" fmla="*/ 0 h 1082"/>
                  <a:gd name="T8" fmla="*/ 508 w 648"/>
                  <a:gd name="T9" fmla="*/ 919 h 1082"/>
                  <a:gd name="T10" fmla="*/ 648 w 648"/>
                  <a:gd name="T11" fmla="*/ 1082 h 10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1082">
                    <a:moveTo>
                      <a:pt x="648" y="1082"/>
                    </a:moveTo>
                    <a:cubicBezTo>
                      <a:pt x="0" y="1082"/>
                      <a:pt x="0" y="1082"/>
                      <a:pt x="0" y="1082"/>
                    </a:cubicBezTo>
                    <a:cubicBezTo>
                      <a:pt x="4" y="1082"/>
                      <a:pt x="98" y="1080"/>
                      <a:pt x="140" y="919"/>
                    </a:cubicBezTo>
                    <a:cubicBezTo>
                      <a:pt x="182" y="755"/>
                      <a:pt x="223" y="0"/>
                      <a:pt x="324" y="0"/>
                    </a:cubicBezTo>
                    <a:cubicBezTo>
                      <a:pt x="425" y="0"/>
                      <a:pt x="466" y="755"/>
                      <a:pt x="508" y="919"/>
                    </a:cubicBezTo>
                    <a:cubicBezTo>
                      <a:pt x="550" y="1080"/>
                      <a:pt x="644" y="1082"/>
                      <a:pt x="648" y="10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08" name="i$ļiḋè"/>
              <p:cNvGrpSpPr/>
              <p:nvPr/>
            </p:nvGrpSpPr>
            <p:grpSpPr>
              <a:xfrm>
                <a:off x="1662452" y="3850054"/>
                <a:ext cx="458437" cy="458438"/>
                <a:chOff x="1513298" y="2362416"/>
                <a:chExt cx="648000" cy="648000"/>
              </a:xfrm>
            </p:grpSpPr>
            <p:sp>
              <p:nvSpPr>
                <p:cNvPr id="212" name="ïṡļîḋê"/>
                <p:cNvSpPr/>
                <p:nvPr/>
              </p:nvSpPr>
              <p:spPr>
                <a:xfrm rot="8100000">
                  <a:off x="1513298" y="2362416"/>
                  <a:ext cx="648000" cy="648000"/>
                </a:xfrm>
                <a:prstGeom prst="teardrop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13" name="îšľïdè"/>
                <p:cNvSpPr txBox="1"/>
                <p:nvPr/>
              </p:nvSpPr>
              <p:spPr>
                <a:xfrm>
                  <a:off x="1524890" y="2480218"/>
                  <a:ext cx="585041" cy="435041"/>
                </a:xfrm>
                <a:prstGeom prst="rect">
                  <a:avLst/>
                </a:prstGeom>
                <a:noFill/>
              </p:spPr>
              <p:txBody>
                <a:bodyPr wrap="none">
                  <a:normAutofit/>
                </a:bodyPr>
                <a:lstStyle/>
                <a:p>
                  <a:pPr algn="ctr"/>
                  <a:r>
                    <a:rPr lang="en-AU" sz="1400" b="1" dirty="0">
                      <a:solidFill>
                        <a:schemeClr val="bg1"/>
                      </a:solidFill>
                    </a:rPr>
                    <a:t>1K</a:t>
                  </a:r>
                  <a:endParaRPr lang="en-AU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09" name="ï$ļíḓé"/>
              <p:cNvGrpSpPr/>
              <p:nvPr/>
            </p:nvGrpSpPr>
            <p:grpSpPr>
              <a:xfrm>
                <a:off x="10071108" y="1468342"/>
                <a:ext cx="458437" cy="458438"/>
                <a:chOff x="1513298" y="2362416"/>
                <a:chExt cx="648000" cy="648000"/>
              </a:xfrm>
            </p:grpSpPr>
            <p:sp>
              <p:nvSpPr>
                <p:cNvPr id="210" name="iŝ1íḓe"/>
                <p:cNvSpPr/>
                <p:nvPr/>
              </p:nvSpPr>
              <p:spPr>
                <a:xfrm rot="8100000">
                  <a:off x="1513298" y="2362416"/>
                  <a:ext cx="648000" cy="648000"/>
                </a:xfrm>
                <a:prstGeom prst="teardrop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11" name="îšļiďé"/>
                <p:cNvSpPr txBox="1"/>
                <p:nvPr/>
              </p:nvSpPr>
              <p:spPr>
                <a:xfrm>
                  <a:off x="1544775" y="2460333"/>
                  <a:ext cx="585041" cy="435041"/>
                </a:xfrm>
                <a:prstGeom prst="rect">
                  <a:avLst/>
                </a:prstGeom>
                <a:noFill/>
              </p:spPr>
              <p:txBody>
                <a:bodyPr wrap="none">
                  <a:normAutofit/>
                </a:bodyPr>
                <a:lstStyle/>
                <a:p>
                  <a:pPr algn="ctr"/>
                  <a:r>
                    <a:rPr lang="en-AU" sz="1400" b="1">
                      <a:solidFill>
                        <a:schemeClr val="bg1"/>
                      </a:solidFill>
                    </a:rPr>
                    <a:t>9K</a:t>
                  </a:r>
                  <a:endParaRPr lang="en-AU" sz="14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74" name="ísḻiḑè"/>
            <p:cNvSpPr/>
            <p:nvPr/>
          </p:nvSpPr>
          <p:spPr bwMode="auto">
            <a:xfrm>
              <a:off x="673163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75" name="ï$ḻiḑé"/>
            <p:cNvSpPr/>
            <p:nvPr/>
          </p:nvSpPr>
          <p:spPr bwMode="auto">
            <a:xfrm>
              <a:off x="2509890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76" name="íšlïḍé"/>
            <p:cNvSpPr/>
            <p:nvPr/>
          </p:nvSpPr>
          <p:spPr bwMode="auto">
            <a:xfrm>
              <a:off x="4346618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2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77" name="ïŝľïḋê"/>
            <p:cNvSpPr/>
            <p:nvPr/>
          </p:nvSpPr>
          <p:spPr bwMode="auto">
            <a:xfrm>
              <a:off x="6183346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78" name="iś1íḑé"/>
            <p:cNvSpPr/>
            <p:nvPr/>
          </p:nvSpPr>
          <p:spPr bwMode="auto">
            <a:xfrm>
              <a:off x="8020075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79" name="íŝľiḋe"/>
            <p:cNvSpPr/>
            <p:nvPr/>
          </p:nvSpPr>
          <p:spPr bwMode="auto">
            <a:xfrm>
              <a:off x="9855099" y="4498716"/>
              <a:ext cx="1659439" cy="352189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grpSp>
          <p:nvGrpSpPr>
            <p:cNvPr id="180" name="iśḻîḑe"/>
            <p:cNvGrpSpPr/>
            <p:nvPr/>
          </p:nvGrpSpPr>
          <p:grpSpPr>
            <a:xfrm>
              <a:off x="669925" y="4979525"/>
              <a:ext cx="10848513" cy="1154575"/>
              <a:chOff x="669925" y="4979525"/>
              <a:chExt cx="10848513" cy="1479108"/>
            </a:xfrm>
          </p:grpSpPr>
          <p:sp>
            <p:nvSpPr>
              <p:cNvPr id="181" name="ïṥľïdê"/>
              <p:cNvSpPr/>
              <p:nvPr/>
            </p:nvSpPr>
            <p:spPr>
              <a:xfrm>
                <a:off x="673825" y="4979525"/>
                <a:ext cx="10844613" cy="675243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2" name="íslídê"/>
              <p:cNvSpPr/>
              <p:nvPr/>
            </p:nvSpPr>
            <p:spPr>
              <a:xfrm>
                <a:off x="673825" y="5783390"/>
                <a:ext cx="10844613" cy="67524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endParaRPr lang="zh-CN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83" name="ïŝļïde"/>
              <p:cNvSpPr txBox="1"/>
              <p:nvPr/>
            </p:nvSpPr>
            <p:spPr>
              <a:xfrm>
                <a:off x="2509890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4" name="iṥḻiďè"/>
              <p:cNvSpPr txBox="1"/>
              <p:nvPr/>
            </p:nvSpPr>
            <p:spPr>
              <a:xfrm>
                <a:off x="4346618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5" name="íṥļíḓê"/>
              <p:cNvSpPr txBox="1"/>
              <p:nvPr/>
            </p:nvSpPr>
            <p:spPr>
              <a:xfrm>
                <a:off x="6183345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6" name="iśļidê"/>
              <p:cNvSpPr txBox="1"/>
              <p:nvPr/>
            </p:nvSpPr>
            <p:spPr>
              <a:xfrm>
                <a:off x="8020074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7" name="íSḷíḑe"/>
              <p:cNvSpPr txBox="1"/>
              <p:nvPr/>
            </p:nvSpPr>
            <p:spPr>
              <a:xfrm>
                <a:off x="669925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8" name="îṧ1iḍê"/>
              <p:cNvSpPr txBox="1"/>
              <p:nvPr/>
            </p:nvSpPr>
            <p:spPr>
              <a:xfrm>
                <a:off x="2509890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89" name="iṩļiḓê"/>
              <p:cNvSpPr txBox="1"/>
              <p:nvPr/>
            </p:nvSpPr>
            <p:spPr>
              <a:xfrm>
                <a:off x="4346618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90" name="íšļiḑè"/>
              <p:cNvSpPr txBox="1"/>
              <p:nvPr/>
            </p:nvSpPr>
            <p:spPr>
              <a:xfrm>
                <a:off x="6183345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91" name="ísľíḋê"/>
              <p:cNvSpPr txBox="1"/>
              <p:nvPr/>
            </p:nvSpPr>
            <p:spPr>
              <a:xfrm>
                <a:off x="8020074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92" name="íṧḷîḑe"/>
              <p:cNvSpPr txBox="1"/>
              <p:nvPr/>
            </p:nvSpPr>
            <p:spPr>
              <a:xfrm>
                <a:off x="669925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93" name="îŝ1ïḍe"/>
              <p:cNvSpPr txBox="1"/>
              <p:nvPr/>
            </p:nvSpPr>
            <p:spPr>
              <a:xfrm>
                <a:off x="9855098" y="5033636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  <p:sp>
            <p:nvSpPr>
              <p:cNvPr id="194" name="iś1ïḋè"/>
              <p:cNvSpPr txBox="1"/>
              <p:nvPr/>
            </p:nvSpPr>
            <p:spPr>
              <a:xfrm>
                <a:off x="9855098" y="5837500"/>
                <a:ext cx="1659438" cy="5670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100" dirty="0"/>
                  <a:t>Text </a:t>
                </a:r>
                <a:endParaRPr lang="en-US" sz="1100" dirty="0"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9" name="117300a8-8bb0-4700-bc9d-a1b8820e483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726494"/>
            <a:ext cx="10850563" cy="3761088"/>
            <a:chOff x="669925" y="1726494"/>
            <a:chExt cx="10850563" cy="3761088"/>
          </a:xfrm>
        </p:grpSpPr>
        <p:grpSp>
          <p:nvGrpSpPr>
            <p:cNvPr id="40" name="îṧḷïḑè"/>
            <p:cNvGrpSpPr/>
            <p:nvPr/>
          </p:nvGrpSpPr>
          <p:grpSpPr>
            <a:xfrm>
              <a:off x="4813282" y="1929588"/>
              <a:ext cx="1485000" cy="1754225"/>
              <a:chOff x="1122994" y="1541013"/>
              <a:chExt cx="1485000" cy="1754225"/>
            </a:xfrm>
          </p:grpSpPr>
          <p:grpSp>
            <p:nvGrpSpPr>
              <p:cNvPr id="51" name="ïṥliḑê"/>
              <p:cNvGrpSpPr/>
              <p:nvPr/>
            </p:nvGrpSpPr>
            <p:grpSpPr>
              <a:xfrm>
                <a:off x="1122994" y="1541013"/>
                <a:ext cx="1485000" cy="1754225"/>
                <a:chOff x="4521000" y="1775837"/>
                <a:chExt cx="1155326" cy="1364782"/>
              </a:xfrm>
            </p:grpSpPr>
            <p:sp>
              <p:nvSpPr>
                <p:cNvPr id="53" name="iṥľîďe"/>
                <p:cNvSpPr/>
                <p:nvPr/>
              </p:nvSpPr>
              <p:spPr bwMode="auto">
                <a:xfrm>
                  <a:off x="4521000" y="1775837"/>
                  <a:ext cx="1155326" cy="1364782"/>
                </a:xfrm>
                <a:custGeom>
                  <a:avLst/>
                  <a:gdLst>
                    <a:gd name="T0" fmla="*/ 2750 w 3657"/>
                    <a:gd name="T1" fmla="*/ 198 h 4320"/>
                    <a:gd name="T2" fmla="*/ 2581 w 3657"/>
                    <a:gd name="T3" fmla="*/ 275 h 4320"/>
                    <a:gd name="T4" fmla="*/ 2451 w 3657"/>
                    <a:gd name="T5" fmla="*/ 406 h 4320"/>
                    <a:gd name="T6" fmla="*/ 2373 w 3657"/>
                    <a:gd name="T7" fmla="*/ 575 h 4320"/>
                    <a:gd name="T8" fmla="*/ 2361 w 3657"/>
                    <a:gd name="T9" fmla="*/ 768 h 4320"/>
                    <a:gd name="T10" fmla="*/ 2419 w 3657"/>
                    <a:gd name="T11" fmla="*/ 948 h 4320"/>
                    <a:gd name="T12" fmla="*/ 2532 w 3657"/>
                    <a:gd name="T13" fmla="*/ 1093 h 4320"/>
                    <a:gd name="T14" fmla="*/ 2690 w 3657"/>
                    <a:gd name="T15" fmla="*/ 1189 h 4320"/>
                    <a:gd name="T16" fmla="*/ 2878 w 3657"/>
                    <a:gd name="T17" fmla="*/ 1224 h 4320"/>
                    <a:gd name="T18" fmla="*/ 3066 w 3657"/>
                    <a:gd name="T19" fmla="*/ 1189 h 4320"/>
                    <a:gd name="T20" fmla="*/ 3225 w 3657"/>
                    <a:gd name="T21" fmla="*/ 1093 h 4320"/>
                    <a:gd name="T22" fmla="*/ 3339 w 3657"/>
                    <a:gd name="T23" fmla="*/ 948 h 4320"/>
                    <a:gd name="T24" fmla="*/ 3395 w 3657"/>
                    <a:gd name="T25" fmla="*/ 768 h 4320"/>
                    <a:gd name="T26" fmla="*/ 3383 w 3657"/>
                    <a:gd name="T27" fmla="*/ 575 h 4320"/>
                    <a:gd name="T28" fmla="*/ 3306 w 3657"/>
                    <a:gd name="T29" fmla="*/ 406 h 4320"/>
                    <a:gd name="T30" fmla="*/ 3176 w 3657"/>
                    <a:gd name="T31" fmla="*/ 275 h 4320"/>
                    <a:gd name="T32" fmla="*/ 3006 w 3657"/>
                    <a:gd name="T33" fmla="*/ 198 h 4320"/>
                    <a:gd name="T34" fmla="*/ 2603 w 3657"/>
                    <a:gd name="T35" fmla="*/ 0 h 4320"/>
                    <a:gd name="T36" fmla="*/ 3231 w 3657"/>
                    <a:gd name="T37" fmla="*/ 14 h 4320"/>
                    <a:gd name="T38" fmla="*/ 3327 w 3657"/>
                    <a:gd name="T39" fmla="*/ 81 h 4320"/>
                    <a:gd name="T40" fmla="*/ 3642 w 3657"/>
                    <a:gd name="T41" fmla="*/ 626 h 4320"/>
                    <a:gd name="T42" fmla="*/ 3653 w 3657"/>
                    <a:gd name="T43" fmla="*/ 742 h 4320"/>
                    <a:gd name="T44" fmla="*/ 3350 w 3657"/>
                    <a:gd name="T45" fmla="*/ 1293 h 4320"/>
                    <a:gd name="T46" fmla="*/ 3268 w 3657"/>
                    <a:gd name="T47" fmla="*/ 1377 h 4320"/>
                    <a:gd name="T48" fmla="*/ 3154 w 3657"/>
                    <a:gd name="T49" fmla="*/ 1409 h 4320"/>
                    <a:gd name="T50" fmla="*/ 2738 w 3657"/>
                    <a:gd name="T51" fmla="*/ 1409 h 4320"/>
                    <a:gd name="T52" fmla="*/ 2703 w 3657"/>
                    <a:gd name="T53" fmla="*/ 1416 h 4320"/>
                    <a:gd name="T54" fmla="*/ 2650 w 3657"/>
                    <a:gd name="T55" fmla="*/ 1437 h 4320"/>
                    <a:gd name="T56" fmla="*/ 2594 w 3657"/>
                    <a:gd name="T57" fmla="*/ 1478 h 4320"/>
                    <a:gd name="T58" fmla="*/ 2549 w 3657"/>
                    <a:gd name="T59" fmla="*/ 1543 h 4320"/>
                    <a:gd name="T60" fmla="*/ 2530 w 3657"/>
                    <a:gd name="T61" fmla="*/ 1640 h 4320"/>
                    <a:gd name="T62" fmla="*/ 3078 w 3657"/>
                    <a:gd name="T63" fmla="*/ 2661 h 4320"/>
                    <a:gd name="T64" fmla="*/ 3133 w 3657"/>
                    <a:gd name="T65" fmla="*/ 2812 h 4320"/>
                    <a:gd name="T66" fmla="*/ 3133 w 3657"/>
                    <a:gd name="T67" fmla="*/ 2970 h 4320"/>
                    <a:gd name="T68" fmla="*/ 3078 w 3657"/>
                    <a:gd name="T69" fmla="*/ 3122 h 4320"/>
                    <a:gd name="T70" fmla="*/ 2459 w 3657"/>
                    <a:gd name="T71" fmla="*/ 4172 h 4320"/>
                    <a:gd name="T72" fmla="*/ 2332 w 3657"/>
                    <a:gd name="T73" fmla="*/ 4269 h 4320"/>
                    <a:gd name="T74" fmla="*/ 2179 w 3657"/>
                    <a:gd name="T75" fmla="*/ 4316 h 4320"/>
                    <a:gd name="T76" fmla="*/ 959 w 3657"/>
                    <a:gd name="T77" fmla="*/ 4316 h 4320"/>
                    <a:gd name="T78" fmla="*/ 808 w 3657"/>
                    <a:gd name="T79" fmla="*/ 4269 h 4320"/>
                    <a:gd name="T80" fmla="*/ 681 w 3657"/>
                    <a:gd name="T81" fmla="*/ 4172 h 4320"/>
                    <a:gd name="T82" fmla="*/ 60 w 3657"/>
                    <a:gd name="T83" fmla="*/ 3121 h 4320"/>
                    <a:gd name="T84" fmla="*/ 5 w 3657"/>
                    <a:gd name="T85" fmla="*/ 2970 h 4320"/>
                    <a:gd name="T86" fmla="*/ 5 w 3657"/>
                    <a:gd name="T87" fmla="*/ 2812 h 4320"/>
                    <a:gd name="T88" fmla="*/ 60 w 3657"/>
                    <a:gd name="T89" fmla="*/ 2661 h 4320"/>
                    <a:gd name="T90" fmla="*/ 681 w 3657"/>
                    <a:gd name="T91" fmla="*/ 1618 h 4320"/>
                    <a:gd name="T92" fmla="*/ 808 w 3657"/>
                    <a:gd name="T93" fmla="*/ 1526 h 4320"/>
                    <a:gd name="T94" fmla="*/ 959 w 3657"/>
                    <a:gd name="T95" fmla="*/ 1483 h 4320"/>
                    <a:gd name="T96" fmla="*/ 2171 w 3657"/>
                    <a:gd name="T97" fmla="*/ 1474 h 4320"/>
                    <a:gd name="T98" fmla="*/ 2272 w 3657"/>
                    <a:gd name="T99" fmla="*/ 1437 h 4320"/>
                    <a:gd name="T100" fmla="*/ 2328 w 3657"/>
                    <a:gd name="T101" fmla="*/ 1382 h 4320"/>
                    <a:gd name="T102" fmla="*/ 2352 w 3657"/>
                    <a:gd name="T103" fmla="*/ 1317 h 4320"/>
                    <a:gd name="T104" fmla="*/ 2352 w 3657"/>
                    <a:gd name="T105" fmla="*/ 1253 h 4320"/>
                    <a:gd name="T106" fmla="*/ 2341 w 3657"/>
                    <a:gd name="T107" fmla="*/ 1199 h 4320"/>
                    <a:gd name="T108" fmla="*/ 2328 w 3657"/>
                    <a:gd name="T109" fmla="*/ 1164 h 4320"/>
                    <a:gd name="T110" fmla="*/ 2132 w 3657"/>
                    <a:gd name="T111" fmla="*/ 817 h 4320"/>
                    <a:gd name="T112" fmla="*/ 2101 w 3657"/>
                    <a:gd name="T113" fmla="*/ 703 h 4320"/>
                    <a:gd name="T114" fmla="*/ 2132 w 3657"/>
                    <a:gd name="T115" fmla="*/ 589 h 4320"/>
                    <a:gd name="T116" fmla="*/ 2458 w 3657"/>
                    <a:gd name="T117" fmla="*/ 52 h 4320"/>
                    <a:gd name="T118" fmla="*/ 2563 w 3657"/>
                    <a:gd name="T119" fmla="*/ 4 h 4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3657" h="4320">
                      <a:moveTo>
                        <a:pt x="2878" y="182"/>
                      </a:moveTo>
                      <a:lnTo>
                        <a:pt x="2813" y="186"/>
                      </a:lnTo>
                      <a:lnTo>
                        <a:pt x="2750" y="198"/>
                      </a:lnTo>
                      <a:lnTo>
                        <a:pt x="2690" y="217"/>
                      </a:lnTo>
                      <a:lnTo>
                        <a:pt x="2633" y="243"/>
                      </a:lnTo>
                      <a:lnTo>
                        <a:pt x="2581" y="275"/>
                      </a:lnTo>
                      <a:lnTo>
                        <a:pt x="2532" y="313"/>
                      </a:lnTo>
                      <a:lnTo>
                        <a:pt x="2489" y="357"/>
                      </a:lnTo>
                      <a:lnTo>
                        <a:pt x="2451" y="406"/>
                      </a:lnTo>
                      <a:lnTo>
                        <a:pt x="2419" y="458"/>
                      </a:lnTo>
                      <a:lnTo>
                        <a:pt x="2392" y="514"/>
                      </a:lnTo>
                      <a:lnTo>
                        <a:pt x="2373" y="575"/>
                      </a:lnTo>
                      <a:lnTo>
                        <a:pt x="2361" y="638"/>
                      </a:lnTo>
                      <a:lnTo>
                        <a:pt x="2357" y="703"/>
                      </a:lnTo>
                      <a:lnTo>
                        <a:pt x="2361" y="768"/>
                      </a:lnTo>
                      <a:lnTo>
                        <a:pt x="2373" y="831"/>
                      </a:lnTo>
                      <a:lnTo>
                        <a:pt x="2392" y="891"/>
                      </a:lnTo>
                      <a:lnTo>
                        <a:pt x="2419" y="948"/>
                      </a:lnTo>
                      <a:lnTo>
                        <a:pt x="2451" y="1001"/>
                      </a:lnTo>
                      <a:lnTo>
                        <a:pt x="2489" y="1049"/>
                      </a:lnTo>
                      <a:lnTo>
                        <a:pt x="2532" y="1093"/>
                      </a:lnTo>
                      <a:lnTo>
                        <a:pt x="2581" y="1131"/>
                      </a:lnTo>
                      <a:lnTo>
                        <a:pt x="2633" y="1164"/>
                      </a:lnTo>
                      <a:lnTo>
                        <a:pt x="2690" y="1189"/>
                      </a:lnTo>
                      <a:lnTo>
                        <a:pt x="2750" y="1208"/>
                      </a:lnTo>
                      <a:lnTo>
                        <a:pt x="2813" y="1220"/>
                      </a:lnTo>
                      <a:lnTo>
                        <a:pt x="2878" y="1224"/>
                      </a:lnTo>
                      <a:lnTo>
                        <a:pt x="2943" y="1220"/>
                      </a:lnTo>
                      <a:lnTo>
                        <a:pt x="3006" y="1208"/>
                      </a:lnTo>
                      <a:lnTo>
                        <a:pt x="3066" y="1189"/>
                      </a:lnTo>
                      <a:lnTo>
                        <a:pt x="3123" y="1164"/>
                      </a:lnTo>
                      <a:lnTo>
                        <a:pt x="3176" y="1131"/>
                      </a:lnTo>
                      <a:lnTo>
                        <a:pt x="3225" y="1093"/>
                      </a:lnTo>
                      <a:lnTo>
                        <a:pt x="3268" y="1049"/>
                      </a:lnTo>
                      <a:lnTo>
                        <a:pt x="3306" y="1001"/>
                      </a:lnTo>
                      <a:lnTo>
                        <a:pt x="3339" y="948"/>
                      </a:lnTo>
                      <a:lnTo>
                        <a:pt x="3365" y="891"/>
                      </a:lnTo>
                      <a:lnTo>
                        <a:pt x="3383" y="831"/>
                      </a:lnTo>
                      <a:lnTo>
                        <a:pt x="3395" y="768"/>
                      </a:lnTo>
                      <a:lnTo>
                        <a:pt x="3399" y="703"/>
                      </a:lnTo>
                      <a:lnTo>
                        <a:pt x="3395" y="638"/>
                      </a:lnTo>
                      <a:lnTo>
                        <a:pt x="3383" y="575"/>
                      </a:lnTo>
                      <a:lnTo>
                        <a:pt x="3365" y="514"/>
                      </a:lnTo>
                      <a:lnTo>
                        <a:pt x="3339" y="458"/>
                      </a:lnTo>
                      <a:lnTo>
                        <a:pt x="3306" y="406"/>
                      </a:lnTo>
                      <a:lnTo>
                        <a:pt x="3268" y="357"/>
                      </a:lnTo>
                      <a:lnTo>
                        <a:pt x="3225" y="313"/>
                      </a:lnTo>
                      <a:lnTo>
                        <a:pt x="3176" y="275"/>
                      </a:lnTo>
                      <a:lnTo>
                        <a:pt x="3123" y="243"/>
                      </a:lnTo>
                      <a:lnTo>
                        <a:pt x="3066" y="217"/>
                      </a:lnTo>
                      <a:lnTo>
                        <a:pt x="3006" y="198"/>
                      </a:lnTo>
                      <a:lnTo>
                        <a:pt x="2943" y="186"/>
                      </a:lnTo>
                      <a:lnTo>
                        <a:pt x="2878" y="182"/>
                      </a:lnTo>
                      <a:close/>
                      <a:moveTo>
                        <a:pt x="2603" y="0"/>
                      </a:moveTo>
                      <a:lnTo>
                        <a:pt x="3154" y="0"/>
                      </a:lnTo>
                      <a:lnTo>
                        <a:pt x="3193" y="4"/>
                      </a:lnTo>
                      <a:lnTo>
                        <a:pt x="3231" y="14"/>
                      </a:lnTo>
                      <a:lnTo>
                        <a:pt x="3268" y="30"/>
                      </a:lnTo>
                      <a:lnTo>
                        <a:pt x="3299" y="52"/>
                      </a:lnTo>
                      <a:lnTo>
                        <a:pt x="3327" y="81"/>
                      </a:lnTo>
                      <a:lnTo>
                        <a:pt x="3350" y="114"/>
                      </a:lnTo>
                      <a:lnTo>
                        <a:pt x="3625" y="589"/>
                      </a:lnTo>
                      <a:lnTo>
                        <a:pt x="3642" y="626"/>
                      </a:lnTo>
                      <a:lnTo>
                        <a:pt x="3653" y="664"/>
                      </a:lnTo>
                      <a:lnTo>
                        <a:pt x="3657" y="703"/>
                      </a:lnTo>
                      <a:lnTo>
                        <a:pt x="3653" y="742"/>
                      </a:lnTo>
                      <a:lnTo>
                        <a:pt x="3642" y="782"/>
                      </a:lnTo>
                      <a:lnTo>
                        <a:pt x="3625" y="817"/>
                      </a:lnTo>
                      <a:lnTo>
                        <a:pt x="3350" y="1293"/>
                      </a:lnTo>
                      <a:lnTo>
                        <a:pt x="3327" y="1326"/>
                      </a:lnTo>
                      <a:lnTo>
                        <a:pt x="3299" y="1355"/>
                      </a:lnTo>
                      <a:lnTo>
                        <a:pt x="3268" y="1377"/>
                      </a:lnTo>
                      <a:lnTo>
                        <a:pt x="3231" y="1394"/>
                      </a:lnTo>
                      <a:lnTo>
                        <a:pt x="3193" y="1405"/>
                      </a:lnTo>
                      <a:lnTo>
                        <a:pt x="3154" y="1409"/>
                      </a:lnTo>
                      <a:lnTo>
                        <a:pt x="2747" y="1409"/>
                      </a:lnTo>
                      <a:lnTo>
                        <a:pt x="2744" y="1409"/>
                      </a:lnTo>
                      <a:lnTo>
                        <a:pt x="2738" y="1409"/>
                      </a:lnTo>
                      <a:lnTo>
                        <a:pt x="2729" y="1411"/>
                      </a:lnTo>
                      <a:lnTo>
                        <a:pt x="2717" y="1413"/>
                      </a:lnTo>
                      <a:lnTo>
                        <a:pt x="2703" y="1416"/>
                      </a:lnTo>
                      <a:lnTo>
                        <a:pt x="2686" y="1422"/>
                      </a:lnTo>
                      <a:lnTo>
                        <a:pt x="2669" y="1430"/>
                      </a:lnTo>
                      <a:lnTo>
                        <a:pt x="2650" y="1437"/>
                      </a:lnTo>
                      <a:lnTo>
                        <a:pt x="2631" y="1449"/>
                      </a:lnTo>
                      <a:lnTo>
                        <a:pt x="2612" y="1462"/>
                      </a:lnTo>
                      <a:lnTo>
                        <a:pt x="2594" y="1478"/>
                      </a:lnTo>
                      <a:lnTo>
                        <a:pt x="2578" y="1496"/>
                      </a:lnTo>
                      <a:lnTo>
                        <a:pt x="2563" y="1519"/>
                      </a:lnTo>
                      <a:lnTo>
                        <a:pt x="2549" y="1543"/>
                      </a:lnTo>
                      <a:lnTo>
                        <a:pt x="2540" y="1572"/>
                      </a:lnTo>
                      <a:lnTo>
                        <a:pt x="2532" y="1604"/>
                      </a:lnTo>
                      <a:lnTo>
                        <a:pt x="2530" y="1640"/>
                      </a:lnTo>
                      <a:lnTo>
                        <a:pt x="2531" y="1681"/>
                      </a:lnTo>
                      <a:lnTo>
                        <a:pt x="2536" y="1725"/>
                      </a:lnTo>
                      <a:lnTo>
                        <a:pt x="3078" y="2661"/>
                      </a:lnTo>
                      <a:lnTo>
                        <a:pt x="3103" y="2710"/>
                      </a:lnTo>
                      <a:lnTo>
                        <a:pt x="3121" y="2760"/>
                      </a:lnTo>
                      <a:lnTo>
                        <a:pt x="3133" y="2812"/>
                      </a:lnTo>
                      <a:lnTo>
                        <a:pt x="3140" y="2864"/>
                      </a:lnTo>
                      <a:lnTo>
                        <a:pt x="3140" y="2918"/>
                      </a:lnTo>
                      <a:lnTo>
                        <a:pt x="3133" y="2970"/>
                      </a:lnTo>
                      <a:lnTo>
                        <a:pt x="3121" y="3023"/>
                      </a:lnTo>
                      <a:lnTo>
                        <a:pt x="3103" y="3074"/>
                      </a:lnTo>
                      <a:lnTo>
                        <a:pt x="3078" y="3122"/>
                      </a:lnTo>
                      <a:lnTo>
                        <a:pt x="2523" y="4086"/>
                      </a:lnTo>
                      <a:lnTo>
                        <a:pt x="2493" y="4130"/>
                      </a:lnTo>
                      <a:lnTo>
                        <a:pt x="2459" y="4172"/>
                      </a:lnTo>
                      <a:lnTo>
                        <a:pt x="2420" y="4209"/>
                      </a:lnTo>
                      <a:lnTo>
                        <a:pt x="2378" y="4241"/>
                      </a:lnTo>
                      <a:lnTo>
                        <a:pt x="2332" y="4269"/>
                      </a:lnTo>
                      <a:lnTo>
                        <a:pt x="2284" y="4291"/>
                      </a:lnTo>
                      <a:lnTo>
                        <a:pt x="2233" y="4307"/>
                      </a:lnTo>
                      <a:lnTo>
                        <a:pt x="2179" y="4316"/>
                      </a:lnTo>
                      <a:lnTo>
                        <a:pt x="2125" y="4320"/>
                      </a:lnTo>
                      <a:lnTo>
                        <a:pt x="1013" y="4320"/>
                      </a:lnTo>
                      <a:lnTo>
                        <a:pt x="959" y="4316"/>
                      </a:lnTo>
                      <a:lnTo>
                        <a:pt x="907" y="4307"/>
                      </a:lnTo>
                      <a:lnTo>
                        <a:pt x="856" y="4291"/>
                      </a:lnTo>
                      <a:lnTo>
                        <a:pt x="808" y="4269"/>
                      </a:lnTo>
                      <a:lnTo>
                        <a:pt x="762" y="4241"/>
                      </a:lnTo>
                      <a:lnTo>
                        <a:pt x="719" y="4210"/>
                      </a:lnTo>
                      <a:lnTo>
                        <a:pt x="681" y="4172"/>
                      </a:lnTo>
                      <a:lnTo>
                        <a:pt x="647" y="4131"/>
                      </a:lnTo>
                      <a:lnTo>
                        <a:pt x="616" y="4086"/>
                      </a:lnTo>
                      <a:lnTo>
                        <a:pt x="60" y="3121"/>
                      </a:lnTo>
                      <a:lnTo>
                        <a:pt x="37" y="3072"/>
                      </a:lnTo>
                      <a:lnTo>
                        <a:pt x="18" y="3021"/>
                      </a:lnTo>
                      <a:lnTo>
                        <a:pt x="5" y="2970"/>
                      </a:lnTo>
                      <a:lnTo>
                        <a:pt x="0" y="2918"/>
                      </a:lnTo>
                      <a:lnTo>
                        <a:pt x="0" y="2864"/>
                      </a:lnTo>
                      <a:lnTo>
                        <a:pt x="5" y="2812"/>
                      </a:lnTo>
                      <a:lnTo>
                        <a:pt x="18" y="2761"/>
                      </a:lnTo>
                      <a:lnTo>
                        <a:pt x="37" y="2710"/>
                      </a:lnTo>
                      <a:lnTo>
                        <a:pt x="60" y="2661"/>
                      </a:lnTo>
                      <a:lnTo>
                        <a:pt x="616" y="1704"/>
                      </a:lnTo>
                      <a:lnTo>
                        <a:pt x="647" y="1659"/>
                      </a:lnTo>
                      <a:lnTo>
                        <a:pt x="681" y="1618"/>
                      </a:lnTo>
                      <a:lnTo>
                        <a:pt x="719" y="1583"/>
                      </a:lnTo>
                      <a:lnTo>
                        <a:pt x="762" y="1553"/>
                      </a:lnTo>
                      <a:lnTo>
                        <a:pt x="808" y="1526"/>
                      </a:lnTo>
                      <a:lnTo>
                        <a:pt x="856" y="1507"/>
                      </a:lnTo>
                      <a:lnTo>
                        <a:pt x="907" y="1492"/>
                      </a:lnTo>
                      <a:lnTo>
                        <a:pt x="959" y="1483"/>
                      </a:lnTo>
                      <a:lnTo>
                        <a:pt x="1013" y="1479"/>
                      </a:lnTo>
                      <a:lnTo>
                        <a:pt x="2125" y="1479"/>
                      </a:lnTo>
                      <a:lnTo>
                        <a:pt x="2171" y="1474"/>
                      </a:lnTo>
                      <a:lnTo>
                        <a:pt x="2211" y="1464"/>
                      </a:lnTo>
                      <a:lnTo>
                        <a:pt x="2243" y="1452"/>
                      </a:lnTo>
                      <a:lnTo>
                        <a:pt x="2272" y="1437"/>
                      </a:lnTo>
                      <a:lnTo>
                        <a:pt x="2296" y="1420"/>
                      </a:lnTo>
                      <a:lnTo>
                        <a:pt x="2314" y="1402"/>
                      </a:lnTo>
                      <a:lnTo>
                        <a:pt x="2328" y="1382"/>
                      </a:lnTo>
                      <a:lnTo>
                        <a:pt x="2339" y="1361"/>
                      </a:lnTo>
                      <a:lnTo>
                        <a:pt x="2347" y="1339"/>
                      </a:lnTo>
                      <a:lnTo>
                        <a:pt x="2352" y="1317"/>
                      </a:lnTo>
                      <a:lnTo>
                        <a:pt x="2353" y="1295"/>
                      </a:lnTo>
                      <a:lnTo>
                        <a:pt x="2353" y="1274"/>
                      </a:lnTo>
                      <a:lnTo>
                        <a:pt x="2352" y="1253"/>
                      </a:lnTo>
                      <a:lnTo>
                        <a:pt x="2349" y="1233"/>
                      </a:lnTo>
                      <a:lnTo>
                        <a:pt x="2345" y="1215"/>
                      </a:lnTo>
                      <a:lnTo>
                        <a:pt x="2341" y="1199"/>
                      </a:lnTo>
                      <a:lnTo>
                        <a:pt x="2336" y="1185"/>
                      </a:lnTo>
                      <a:lnTo>
                        <a:pt x="2332" y="1173"/>
                      </a:lnTo>
                      <a:lnTo>
                        <a:pt x="2328" y="1164"/>
                      </a:lnTo>
                      <a:lnTo>
                        <a:pt x="2326" y="1159"/>
                      </a:lnTo>
                      <a:lnTo>
                        <a:pt x="2326" y="1157"/>
                      </a:lnTo>
                      <a:lnTo>
                        <a:pt x="2132" y="817"/>
                      </a:lnTo>
                      <a:lnTo>
                        <a:pt x="2115" y="780"/>
                      </a:lnTo>
                      <a:lnTo>
                        <a:pt x="2104" y="742"/>
                      </a:lnTo>
                      <a:lnTo>
                        <a:pt x="2101" y="703"/>
                      </a:lnTo>
                      <a:lnTo>
                        <a:pt x="2104" y="664"/>
                      </a:lnTo>
                      <a:lnTo>
                        <a:pt x="2115" y="626"/>
                      </a:lnTo>
                      <a:lnTo>
                        <a:pt x="2132" y="589"/>
                      </a:lnTo>
                      <a:lnTo>
                        <a:pt x="2407" y="114"/>
                      </a:lnTo>
                      <a:lnTo>
                        <a:pt x="2429" y="81"/>
                      </a:lnTo>
                      <a:lnTo>
                        <a:pt x="2458" y="52"/>
                      </a:lnTo>
                      <a:lnTo>
                        <a:pt x="2489" y="30"/>
                      </a:lnTo>
                      <a:lnTo>
                        <a:pt x="2525" y="14"/>
                      </a:lnTo>
                      <a:lnTo>
                        <a:pt x="2563" y="4"/>
                      </a:lnTo>
                      <a:lnTo>
                        <a:pt x="2603" y="0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ru-RU"/>
                </a:p>
              </p:txBody>
            </p:sp>
            <p:sp>
              <p:nvSpPr>
                <p:cNvPr id="54" name="iṡḻíde"/>
                <p:cNvSpPr/>
                <p:nvPr/>
              </p:nvSpPr>
              <p:spPr>
                <a:xfrm>
                  <a:off x="5284213" y="1845900"/>
                  <a:ext cx="304421" cy="307777"/>
                </a:xfrm>
                <a:prstGeom prst="rect">
                  <a:avLst/>
                </a:prstGeom>
              </p:spPr>
              <p:txBody>
                <a:bodyPr wrap="none" anchor="ctr">
                  <a:normAutofit/>
                </a:bodyPr>
                <a:lstStyle/>
                <a:p>
                  <a:pPr algn="ctr"/>
                  <a:r>
                    <a:rPr lang="en-US" altLang="zh-CN" sz="1600" b="1" dirty="0"/>
                    <a:t>01</a:t>
                  </a:r>
                  <a:endParaRPr lang="ru-RU" sz="1600" b="1" dirty="0"/>
                </a:p>
              </p:txBody>
            </p:sp>
          </p:grpSp>
          <p:sp>
            <p:nvSpPr>
              <p:cNvPr id="52" name="ïṩlíḍé"/>
              <p:cNvSpPr/>
              <p:nvPr/>
            </p:nvSpPr>
            <p:spPr bwMode="auto">
              <a:xfrm>
                <a:off x="1446138" y="2395265"/>
                <a:ext cx="592947" cy="609685"/>
              </a:xfrm>
              <a:custGeom>
                <a:avLst/>
                <a:gdLst>
                  <a:gd name="connsiteX0" fmla="*/ 275280 w 590140"/>
                  <a:gd name="connsiteY0" fmla="*/ 496336 h 606798"/>
                  <a:gd name="connsiteX1" fmla="*/ 314935 w 590140"/>
                  <a:gd name="connsiteY1" fmla="*/ 496336 h 606798"/>
                  <a:gd name="connsiteX2" fmla="*/ 314935 w 590140"/>
                  <a:gd name="connsiteY2" fmla="*/ 542822 h 606798"/>
                  <a:gd name="connsiteX3" fmla="*/ 347213 w 590140"/>
                  <a:gd name="connsiteY3" fmla="*/ 542822 h 606798"/>
                  <a:gd name="connsiteX4" fmla="*/ 347213 w 590140"/>
                  <a:gd name="connsiteY4" fmla="*/ 554789 h 606798"/>
                  <a:gd name="connsiteX5" fmla="*/ 458801 w 590140"/>
                  <a:gd name="connsiteY5" fmla="*/ 554789 h 606798"/>
                  <a:gd name="connsiteX6" fmla="*/ 458801 w 590140"/>
                  <a:gd name="connsiteY6" fmla="*/ 594831 h 606798"/>
                  <a:gd name="connsiteX7" fmla="*/ 347213 w 590140"/>
                  <a:gd name="connsiteY7" fmla="*/ 594831 h 606798"/>
                  <a:gd name="connsiteX8" fmla="*/ 347213 w 590140"/>
                  <a:gd name="connsiteY8" fmla="*/ 606798 h 606798"/>
                  <a:gd name="connsiteX9" fmla="*/ 243463 w 590140"/>
                  <a:gd name="connsiteY9" fmla="*/ 606798 h 606798"/>
                  <a:gd name="connsiteX10" fmla="*/ 243463 w 590140"/>
                  <a:gd name="connsiteY10" fmla="*/ 594831 h 606798"/>
                  <a:gd name="connsiteX11" fmla="*/ 131414 w 590140"/>
                  <a:gd name="connsiteY11" fmla="*/ 594831 h 606798"/>
                  <a:gd name="connsiteX12" fmla="*/ 131414 w 590140"/>
                  <a:gd name="connsiteY12" fmla="*/ 554789 h 606798"/>
                  <a:gd name="connsiteX13" fmla="*/ 243463 w 590140"/>
                  <a:gd name="connsiteY13" fmla="*/ 554789 h 606798"/>
                  <a:gd name="connsiteX14" fmla="*/ 243463 w 590140"/>
                  <a:gd name="connsiteY14" fmla="*/ 542822 h 606798"/>
                  <a:gd name="connsiteX15" fmla="*/ 275280 w 590140"/>
                  <a:gd name="connsiteY15" fmla="*/ 542822 h 606798"/>
                  <a:gd name="connsiteX16" fmla="*/ 341174 w 590140"/>
                  <a:gd name="connsiteY16" fmla="*/ 439218 h 606798"/>
                  <a:gd name="connsiteX17" fmla="*/ 341174 w 590140"/>
                  <a:gd name="connsiteY17" fmla="*/ 464548 h 606798"/>
                  <a:gd name="connsiteX18" fmla="*/ 416785 w 590140"/>
                  <a:gd name="connsiteY18" fmla="*/ 464548 h 606798"/>
                  <a:gd name="connsiteX19" fmla="*/ 416785 w 590140"/>
                  <a:gd name="connsiteY19" fmla="*/ 439218 h 606798"/>
                  <a:gd name="connsiteX20" fmla="*/ 159063 w 590140"/>
                  <a:gd name="connsiteY20" fmla="*/ 412046 h 606798"/>
                  <a:gd name="connsiteX21" fmla="*/ 148459 w 590140"/>
                  <a:gd name="connsiteY21" fmla="*/ 422638 h 606798"/>
                  <a:gd name="connsiteX22" fmla="*/ 159063 w 590140"/>
                  <a:gd name="connsiteY22" fmla="*/ 433692 h 606798"/>
                  <a:gd name="connsiteX23" fmla="*/ 169667 w 590140"/>
                  <a:gd name="connsiteY23" fmla="*/ 422638 h 606798"/>
                  <a:gd name="connsiteX24" fmla="*/ 159063 w 590140"/>
                  <a:gd name="connsiteY24" fmla="*/ 412046 h 606798"/>
                  <a:gd name="connsiteX25" fmla="*/ 145232 w 590140"/>
                  <a:gd name="connsiteY25" fmla="*/ 392242 h 606798"/>
                  <a:gd name="connsiteX26" fmla="*/ 445369 w 590140"/>
                  <a:gd name="connsiteY26" fmla="*/ 392242 h 606798"/>
                  <a:gd name="connsiteX27" fmla="*/ 462428 w 590140"/>
                  <a:gd name="connsiteY27" fmla="*/ 409743 h 606798"/>
                  <a:gd name="connsiteX28" fmla="*/ 462428 w 590140"/>
                  <a:gd name="connsiteY28" fmla="*/ 468693 h 606798"/>
                  <a:gd name="connsiteX29" fmla="*/ 445369 w 590140"/>
                  <a:gd name="connsiteY29" fmla="*/ 486194 h 606798"/>
                  <a:gd name="connsiteX30" fmla="*/ 145232 w 590140"/>
                  <a:gd name="connsiteY30" fmla="*/ 486194 h 606798"/>
                  <a:gd name="connsiteX31" fmla="*/ 127712 w 590140"/>
                  <a:gd name="connsiteY31" fmla="*/ 468693 h 606798"/>
                  <a:gd name="connsiteX32" fmla="*/ 127712 w 590140"/>
                  <a:gd name="connsiteY32" fmla="*/ 409743 h 606798"/>
                  <a:gd name="connsiteX33" fmla="*/ 145232 w 590140"/>
                  <a:gd name="connsiteY33" fmla="*/ 392242 h 606798"/>
                  <a:gd name="connsiteX34" fmla="*/ 341174 w 590140"/>
                  <a:gd name="connsiteY34" fmla="*/ 336094 h 606798"/>
                  <a:gd name="connsiteX35" fmla="*/ 341174 w 590140"/>
                  <a:gd name="connsiteY35" fmla="*/ 360968 h 606798"/>
                  <a:gd name="connsiteX36" fmla="*/ 416785 w 590140"/>
                  <a:gd name="connsiteY36" fmla="*/ 360968 h 606798"/>
                  <a:gd name="connsiteX37" fmla="*/ 416785 w 590140"/>
                  <a:gd name="connsiteY37" fmla="*/ 336094 h 606798"/>
                  <a:gd name="connsiteX38" fmla="*/ 159063 w 590140"/>
                  <a:gd name="connsiteY38" fmla="*/ 308917 h 606798"/>
                  <a:gd name="connsiteX39" fmla="*/ 148459 w 590140"/>
                  <a:gd name="connsiteY39" fmla="*/ 319511 h 606798"/>
                  <a:gd name="connsiteX40" fmla="*/ 159063 w 590140"/>
                  <a:gd name="connsiteY40" fmla="*/ 330106 h 606798"/>
                  <a:gd name="connsiteX41" fmla="*/ 169667 w 590140"/>
                  <a:gd name="connsiteY41" fmla="*/ 319511 h 606798"/>
                  <a:gd name="connsiteX42" fmla="*/ 159063 w 590140"/>
                  <a:gd name="connsiteY42" fmla="*/ 308917 h 606798"/>
                  <a:gd name="connsiteX43" fmla="*/ 145232 w 590140"/>
                  <a:gd name="connsiteY43" fmla="*/ 289110 h 606798"/>
                  <a:gd name="connsiteX44" fmla="*/ 445369 w 590140"/>
                  <a:gd name="connsiteY44" fmla="*/ 289110 h 606798"/>
                  <a:gd name="connsiteX45" fmla="*/ 462428 w 590140"/>
                  <a:gd name="connsiteY45" fmla="*/ 306153 h 606798"/>
                  <a:gd name="connsiteX46" fmla="*/ 462428 w 590140"/>
                  <a:gd name="connsiteY46" fmla="*/ 365574 h 606798"/>
                  <a:gd name="connsiteX47" fmla="*/ 445369 w 590140"/>
                  <a:gd name="connsiteY47" fmla="*/ 382617 h 606798"/>
                  <a:gd name="connsiteX48" fmla="*/ 145232 w 590140"/>
                  <a:gd name="connsiteY48" fmla="*/ 382617 h 606798"/>
                  <a:gd name="connsiteX49" fmla="*/ 127712 w 590140"/>
                  <a:gd name="connsiteY49" fmla="*/ 365574 h 606798"/>
                  <a:gd name="connsiteX50" fmla="*/ 127712 w 590140"/>
                  <a:gd name="connsiteY50" fmla="*/ 306153 h 606798"/>
                  <a:gd name="connsiteX51" fmla="*/ 145232 w 590140"/>
                  <a:gd name="connsiteY51" fmla="*/ 289110 h 606798"/>
                  <a:gd name="connsiteX52" fmla="*/ 341174 w 590140"/>
                  <a:gd name="connsiteY52" fmla="*/ 232510 h 606798"/>
                  <a:gd name="connsiteX53" fmla="*/ 341174 w 590140"/>
                  <a:gd name="connsiteY53" fmla="*/ 257840 h 606798"/>
                  <a:gd name="connsiteX54" fmla="*/ 416785 w 590140"/>
                  <a:gd name="connsiteY54" fmla="*/ 257840 h 606798"/>
                  <a:gd name="connsiteX55" fmla="*/ 416785 w 590140"/>
                  <a:gd name="connsiteY55" fmla="*/ 232510 h 606798"/>
                  <a:gd name="connsiteX56" fmla="*/ 159063 w 590140"/>
                  <a:gd name="connsiteY56" fmla="*/ 205338 h 606798"/>
                  <a:gd name="connsiteX57" fmla="*/ 148459 w 590140"/>
                  <a:gd name="connsiteY57" fmla="*/ 215930 h 606798"/>
                  <a:gd name="connsiteX58" fmla="*/ 159063 w 590140"/>
                  <a:gd name="connsiteY58" fmla="*/ 226984 h 606798"/>
                  <a:gd name="connsiteX59" fmla="*/ 169667 w 590140"/>
                  <a:gd name="connsiteY59" fmla="*/ 215930 h 606798"/>
                  <a:gd name="connsiteX60" fmla="*/ 159063 w 590140"/>
                  <a:gd name="connsiteY60" fmla="*/ 205338 h 606798"/>
                  <a:gd name="connsiteX61" fmla="*/ 145232 w 590140"/>
                  <a:gd name="connsiteY61" fmla="*/ 185534 h 606798"/>
                  <a:gd name="connsiteX62" fmla="*/ 445369 w 590140"/>
                  <a:gd name="connsiteY62" fmla="*/ 185534 h 606798"/>
                  <a:gd name="connsiteX63" fmla="*/ 462428 w 590140"/>
                  <a:gd name="connsiteY63" fmla="*/ 203035 h 606798"/>
                  <a:gd name="connsiteX64" fmla="*/ 462428 w 590140"/>
                  <a:gd name="connsiteY64" fmla="*/ 261985 h 606798"/>
                  <a:gd name="connsiteX65" fmla="*/ 445369 w 590140"/>
                  <a:gd name="connsiteY65" fmla="*/ 279486 h 606798"/>
                  <a:gd name="connsiteX66" fmla="*/ 145232 w 590140"/>
                  <a:gd name="connsiteY66" fmla="*/ 279486 h 606798"/>
                  <a:gd name="connsiteX67" fmla="*/ 127712 w 590140"/>
                  <a:gd name="connsiteY67" fmla="*/ 261985 h 606798"/>
                  <a:gd name="connsiteX68" fmla="*/ 127712 w 590140"/>
                  <a:gd name="connsiteY68" fmla="*/ 203035 h 606798"/>
                  <a:gd name="connsiteX69" fmla="*/ 145232 w 590140"/>
                  <a:gd name="connsiteY69" fmla="*/ 185534 h 606798"/>
                  <a:gd name="connsiteX70" fmla="*/ 253115 w 590140"/>
                  <a:gd name="connsiteY70" fmla="*/ 0 h 606798"/>
                  <a:gd name="connsiteX71" fmla="*/ 340253 w 590140"/>
                  <a:gd name="connsiteY71" fmla="*/ 29007 h 606798"/>
                  <a:gd name="connsiteX72" fmla="*/ 349935 w 590140"/>
                  <a:gd name="connsiteY72" fmla="*/ 32230 h 606798"/>
                  <a:gd name="connsiteX73" fmla="*/ 357772 w 590140"/>
                  <a:gd name="connsiteY73" fmla="*/ 31770 h 606798"/>
                  <a:gd name="connsiteX74" fmla="*/ 461508 w 590140"/>
                  <a:gd name="connsiteY74" fmla="*/ 84258 h 606798"/>
                  <a:gd name="connsiteX75" fmla="*/ 472112 w 590140"/>
                  <a:gd name="connsiteY75" fmla="*/ 90244 h 606798"/>
                  <a:gd name="connsiteX76" fmla="*/ 590140 w 590140"/>
                  <a:gd name="connsiteY76" fmla="*/ 218702 h 606798"/>
                  <a:gd name="connsiteX77" fmla="*/ 487788 w 590140"/>
                  <a:gd name="connsiteY77" fmla="*/ 344399 h 606798"/>
                  <a:gd name="connsiteX78" fmla="*/ 487788 w 590140"/>
                  <a:gd name="connsiteY78" fmla="*/ 306183 h 606798"/>
                  <a:gd name="connsiteX79" fmla="*/ 485482 w 590140"/>
                  <a:gd name="connsiteY79" fmla="*/ 292831 h 606798"/>
                  <a:gd name="connsiteX80" fmla="*/ 539425 w 590140"/>
                  <a:gd name="connsiteY80" fmla="*/ 218702 h 606798"/>
                  <a:gd name="connsiteX81" fmla="*/ 461508 w 590140"/>
                  <a:gd name="connsiteY81" fmla="*/ 140430 h 606798"/>
                  <a:gd name="connsiteX82" fmla="*/ 453670 w 590140"/>
                  <a:gd name="connsiteY82" fmla="*/ 140890 h 606798"/>
                  <a:gd name="connsiteX83" fmla="*/ 428313 w 590140"/>
                  <a:gd name="connsiteY83" fmla="*/ 126617 h 606798"/>
                  <a:gd name="connsiteX84" fmla="*/ 357772 w 590140"/>
                  <a:gd name="connsiteY84" fmla="*/ 82416 h 606798"/>
                  <a:gd name="connsiteX85" fmla="*/ 341636 w 590140"/>
                  <a:gd name="connsiteY85" fmla="*/ 84258 h 606798"/>
                  <a:gd name="connsiteX86" fmla="*/ 318583 w 590140"/>
                  <a:gd name="connsiteY86" fmla="*/ 77352 h 606798"/>
                  <a:gd name="connsiteX87" fmla="*/ 253115 w 590140"/>
                  <a:gd name="connsiteY87" fmla="*/ 50647 h 606798"/>
                  <a:gd name="connsiteX88" fmla="*/ 161827 w 590140"/>
                  <a:gd name="connsiteY88" fmla="*/ 122013 h 606798"/>
                  <a:gd name="connsiteX89" fmla="*/ 135087 w 590140"/>
                  <a:gd name="connsiteY89" fmla="*/ 140890 h 606798"/>
                  <a:gd name="connsiteX90" fmla="*/ 129093 w 590140"/>
                  <a:gd name="connsiteY90" fmla="*/ 140430 h 606798"/>
                  <a:gd name="connsiteX91" fmla="*/ 50715 w 590140"/>
                  <a:gd name="connsiteY91" fmla="*/ 218702 h 606798"/>
                  <a:gd name="connsiteX92" fmla="*/ 104658 w 590140"/>
                  <a:gd name="connsiteY92" fmla="*/ 292831 h 606798"/>
                  <a:gd name="connsiteX93" fmla="*/ 102352 w 590140"/>
                  <a:gd name="connsiteY93" fmla="*/ 306183 h 606798"/>
                  <a:gd name="connsiteX94" fmla="*/ 102352 w 590140"/>
                  <a:gd name="connsiteY94" fmla="*/ 344859 h 606798"/>
                  <a:gd name="connsiteX95" fmla="*/ 0 w 590140"/>
                  <a:gd name="connsiteY95" fmla="*/ 218702 h 606798"/>
                  <a:gd name="connsiteX96" fmla="*/ 110651 w 590140"/>
                  <a:gd name="connsiteY96" fmla="*/ 91164 h 606798"/>
                  <a:gd name="connsiteX97" fmla="*/ 122177 w 590140"/>
                  <a:gd name="connsiteY97" fmla="*/ 82416 h 606798"/>
                  <a:gd name="connsiteX98" fmla="*/ 253115 w 590140"/>
                  <a:gd name="connsiteY98" fmla="*/ 0 h 60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590140" h="606798">
                    <a:moveTo>
                      <a:pt x="275280" y="496336"/>
                    </a:moveTo>
                    <a:lnTo>
                      <a:pt x="314935" y="496336"/>
                    </a:lnTo>
                    <a:lnTo>
                      <a:pt x="314935" y="542822"/>
                    </a:lnTo>
                    <a:lnTo>
                      <a:pt x="347213" y="542822"/>
                    </a:lnTo>
                    <a:lnTo>
                      <a:pt x="347213" y="554789"/>
                    </a:lnTo>
                    <a:lnTo>
                      <a:pt x="458801" y="554789"/>
                    </a:lnTo>
                    <a:lnTo>
                      <a:pt x="458801" y="594831"/>
                    </a:lnTo>
                    <a:lnTo>
                      <a:pt x="347213" y="594831"/>
                    </a:lnTo>
                    <a:lnTo>
                      <a:pt x="347213" y="606798"/>
                    </a:lnTo>
                    <a:lnTo>
                      <a:pt x="243463" y="606798"/>
                    </a:lnTo>
                    <a:lnTo>
                      <a:pt x="243463" y="594831"/>
                    </a:lnTo>
                    <a:lnTo>
                      <a:pt x="131414" y="594831"/>
                    </a:lnTo>
                    <a:lnTo>
                      <a:pt x="131414" y="554789"/>
                    </a:lnTo>
                    <a:lnTo>
                      <a:pt x="243463" y="554789"/>
                    </a:lnTo>
                    <a:lnTo>
                      <a:pt x="243463" y="542822"/>
                    </a:lnTo>
                    <a:lnTo>
                      <a:pt x="275280" y="542822"/>
                    </a:lnTo>
                    <a:close/>
                    <a:moveTo>
                      <a:pt x="341174" y="439218"/>
                    </a:moveTo>
                    <a:lnTo>
                      <a:pt x="341174" y="464548"/>
                    </a:lnTo>
                    <a:lnTo>
                      <a:pt x="416785" y="464548"/>
                    </a:lnTo>
                    <a:lnTo>
                      <a:pt x="416785" y="439218"/>
                    </a:lnTo>
                    <a:close/>
                    <a:moveTo>
                      <a:pt x="159063" y="412046"/>
                    </a:moveTo>
                    <a:cubicBezTo>
                      <a:pt x="153069" y="412046"/>
                      <a:pt x="148459" y="416651"/>
                      <a:pt x="148459" y="422638"/>
                    </a:cubicBezTo>
                    <a:cubicBezTo>
                      <a:pt x="148459" y="428625"/>
                      <a:pt x="153069" y="433692"/>
                      <a:pt x="159063" y="433692"/>
                    </a:cubicBezTo>
                    <a:cubicBezTo>
                      <a:pt x="165056" y="433692"/>
                      <a:pt x="169667" y="428625"/>
                      <a:pt x="169667" y="422638"/>
                    </a:cubicBezTo>
                    <a:cubicBezTo>
                      <a:pt x="169667" y="416651"/>
                      <a:pt x="165056" y="412046"/>
                      <a:pt x="159063" y="412046"/>
                    </a:cubicBezTo>
                    <a:close/>
                    <a:moveTo>
                      <a:pt x="145232" y="392242"/>
                    </a:moveTo>
                    <a:lnTo>
                      <a:pt x="445369" y="392242"/>
                    </a:lnTo>
                    <a:cubicBezTo>
                      <a:pt x="454590" y="392242"/>
                      <a:pt x="462428" y="400071"/>
                      <a:pt x="462428" y="409743"/>
                    </a:cubicBezTo>
                    <a:lnTo>
                      <a:pt x="462428" y="468693"/>
                    </a:lnTo>
                    <a:cubicBezTo>
                      <a:pt x="462428" y="478365"/>
                      <a:pt x="454590" y="486194"/>
                      <a:pt x="445369" y="486194"/>
                    </a:cubicBezTo>
                    <a:lnTo>
                      <a:pt x="145232" y="486194"/>
                    </a:lnTo>
                    <a:cubicBezTo>
                      <a:pt x="135550" y="486194"/>
                      <a:pt x="127712" y="478365"/>
                      <a:pt x="127712" y="468693"/>
                    </a:cubicBezTo>
                    <a:lnTo>
                      <a:pt x="127712" y="409743"/>
                    </a:lnTo>
                    <a:cubicBezTo>
                      <a:pt x="127712" y="400071"/>
                      <a:pt x="135550" y="392242"/>
                      <a:pt x="145232" y="392242"/>
                    </a:cubicBezTo>
                    <a:close/>
                    <a:moveTo>
                      <a:pt x="341174" y="336094"/>
                    </a:moveTo>
                    <a:lnTo>
                      <a:pt x="341174" y="360968"/>
                    </a:lnTo>
                    <a:lnTo>
                      <a:pt x="416785" y="360968"/>
                    </a:lnTo>
                    <a:lnTo>
                      <a:pt x="416785" y="336094"/>
                    </a:lnTo>
                    <a:close/>
                    <a:moveTo>
                      <a:pt x="159063" y="308917"/>
                    </a:moveTo>
                    <a:cubicBezTo>
                      <a:pt x="153069" y="308917"/>
                      <a:pt x="148459" y="313523"/>
                      <a:pt x="148459" y="319511"/>
                    </a:cubicBezTo>
                    <a:cubicBezTo>
                      <a:pt x="148459" y="325500"/>
                      <a:pt x="153069" y="330106"/>
                      <a:pt x="159063" y="330106"/>
                    </a:cubicBezTo>
                    <a:cubicBezTo>
                      <a:pt x="165056" y="330106"/>
                      <a:pt x="169667" y="325500"/>
                      <a:pt x="169667" y="319511"/>
                    </a:cubicBezTo>
                    <a:cubicBezTo>
                      <a:pt x="169667" y="313523"/>
                      <a:pt x="165056" y="308917"/>
                      <a:pt x="159063" y="308917"/>
                    </a:cubicBezTo>
                    <a:close/>
                    <a:moveTo>
                      <a:pt x="145232" y="289110"/>
                    </a:moveTo>
                    <a:lnTo>
                      <a:pt x="445369" y="289110"/>
                    </a:lnTo>
                    <a:cubicBezTo>
                      <a:pt x="454590" y="289110"/>
                      <a:pt x="462428" y="296941"/>
                      <a:pt x="462428" y="306153"/>
                    </a:cubicBezTo>
                    <a:lnTo>
                      <a:pt x="462428" y="365574"/>
                    </a:lnTo>
                    <a:cubicBezTo>
                      <a:pt x="462428" y="375247"/>
                      <a:pt x="454590" y="382617"/>
                      <a:pt x="445369" y="382617"/>
                    </a:cubicBezTo>
                    <a:lnTo>
                      <a:pt x="145232" y="382617"/>
                    </a:lnTo>
                    <a:cubicBezTo>
                      <a:pt x="135550" y="382617"/>
                      <a:pt x="127712" y="375247"/>
                      <a:pt x="127712" y="365574"/>
                    </a:cubicBezTo>
                    <a:lnTo>
                      <a:pt x="127712" y="306153"/>
                    </a:lnTo>
                    <a:cubicBezTo>
                      <a:pt x="127712" y="296941"/>
                      <a:pt x="135550" y="289110"/>
                      <a:pt x="145232" y="289110"/>
                    </a:cubicBezTo>
                    <a:close/>
                    <a:moveTo>
                      <a:pt x="341174" y="232510"/>
                    </a:moveTo>
                    <a:lnTo>
                      <a:pt x="341174" y="257840"/>
                    </a:lnTo>
                    <a:lnTo>
                      <a:pt x="416785" y="257840"/>
                    </a:lnTo>
                    <a:lnTo>
                      <a:pt x="416785" y="232510"/>
                    </a:lnTo>
                    <a:close/>
                    <a:moveTo>
                      <a:pt x="159063" y="205338"/>
                    </a:moveTo>
                    <a:cubicBezTo>
                      <a:pt x="153069" y="205338"/>
                      <a:pt x="148459" y="209943"/>
                      <a:pt x="148459" y="215930"/>
                    </a:cubicBezTo>
                    <a:cubicBezTo>
                      <a:pt x="148459" y="221917"/>
                      <a:pt x="153069" y="226984"/>
                      <a:pt x="159063" y="226984"/>
                    </a:cubicBezTo>
                    <a:cubicBezTo>
                      <a:pt x="165056" y="226984"/>
                      <a:pt x="169667" y="221917"/>
                      <a:pt x="169667" y="215930"/>
                    </a:cubicBezTo>
                    <a:cubicBezTo>
                      <a:pt x="169667" y="209943"/>
                      <a:pt x="165056" y="205338"/>
                      <a:pt x="159063" y="205338"/>
                    </a:cubicBezTo>
                    <a:close/>
                    <a:moveTo>
                      <a:pt x="145232" y="185534"/>
                    </a:moveTo>
                    <a:lnTo>
                      <a:pt x="445369" y="185534"/>
                    </a:lnTo>
                    <a:cubicBezTo>
                      <a:pt x="454590" y="185534"/>
                      <a:pt x="462428" y="193363"/>
                      <a:pt x="462428" y="203035"/>
                    </a:cubicBezTo>
                    <a:lnTo>
                      <a:pt x="462428" y="261985"/>
                    </a:lnTo>
                    <a:cubicBezTo>
                      <a:pt x="462428" y="271657"/>
                      <a:pt x="454590" y="279486"/>
                      <a:pt x="445369" y="279486"/>
                    </a:cubicBezTo>
                    <a:lnTo>
                      <a:pt x="145232" y="279486"/>
                    </a:lnTo>
                    <a:cubicBezTo>
                      <a:pt x="135550" y="279486"/>
                      <a:pt x="127712" y="271657"/>
                      <a:pt x="127712" y="261985"/>
                    </a:cubicBezTo>
                    <a:lnTo>
                      <a:pt x="127712" y="203035"/>
                    </a:lnTo>
                    <a:cubicBezTo>
                      <a:pt x="127712" y="193363"/>
                      <a:pt x="135550" y="185534"/>
                      <a:pt x="145232" y="185534"/>
                    </a:cubicBezTo>
                    <a:close/>
                    <a:moveTo>
                      <a:pt x="253115" y="0"/>
                    </a:moveTo>
                    <a:cubicBezTo>
                      <a:pt x="284927" y="0"/>
                      <a:pt x="315356" y="10129"/>
                      <a:pt x="340253" y="29007"/>
                    </a:cubicBezTo>
                    <a:cubicBezTo>
                      <a:pt x="343019" y="31309"/>
                      <a:pt x="346707" y="32230"/>
                      <a:pt x="349935" y="32230"/>
                    </a:cubicBezTo>
                    <a:cubicBezTo>
                      <a:pt x="352701" y="31770"/>
                      <a:pt x="355006" y="31770"/>
                      <a:pt x="357772" y="31770"/>
                    </a:cubicBezTo>
                    <a:cubicBezTo>
                      <a:pt x="398806" y="31770"/>
                      <a:pt x="437533" y="52028"/>
                      <a:pt x="461508" y="84258"/>
                    </a:cubicBezTo>
                    <a:cubicBezTo>
                      <a:pt x="463813" y="87941"/>
                      <a:pt x="467963" y="89783"/>
                      <a:pt x="472112" y="90244"/>
                    </a:cubicBezTo>
                    <a:cubicBezTo>
                      <a:pt x="538503" y="95769"/>
                      <a:pt x="590140" y="151480"/>
                      <a:pt x="590140" y="218702"/>
                    </a:cubicBezTo>
                    <a:cubicBezTo>
                      <a:pt x="590140" y="280400"/>
                      <a:pt x="546341" y="332428"/>
                      <a:pt x="487788" y="344399"/>
                    </a:cubicBezTo>
                    <a:lnTo>
                      <a:pt x="487788" y="306183"/>
                    </a:lnTo>
                    <a:cubicBezTo>
                      <a:pt x="487788" y="301579"/>
                      <a:pt x="487327" y="296975"/>
                      <a:pt x="485482" y="292831"/>
                    </a:cubicBezTo>
                    <a:cubicBezTo>
                      <a:pt x="516834" y="282702"/>
                      <a:pt x="539425" y="253234"/>
                      <a:pt x="539425" y="218702"/>
                    </a:cubicBezTo>
                    <a:cubicBezTo>
                      <a:pt x="539425" y="175422"/>
                      <a:pt x="504385" y="140430"/>
                      <a:pt x="461508" y="140430"/>
                    </a:cubicBezTo>
                    <a:cubicBezTo>
                      <a:pt x="458742" y="140430"/>
                      <a:pt x="455975" y="140890"/>
                      <a:pt x="453670" y="140890"/>
                    </a:cubicBezTo>
                    <a:cubicBezTo>
                      <a:pt x="443066" y="142272"/>
                      <a:pt x="432923" y="136286"/>
                      <a:pt x="428313" y="126617"/>
                    </a:cubicBezTo>
                    <a:cubicBezTo>
                      <a:pt x="414942" y="99452"/>
                      <a:pt x="387740" y="82416"/>
                      <a:pt x="357772" y="82416"/>
                    </a:cubicBezTo>
                    <a:cubicBezTo>
                      <a:pt x="352240" y="82416"/>
                      <a:pt x="347168" y="82877"/>
                      <a:pt x="341636" y="84258"/>
                    </a:cubicBezTo>
                    <a:cubicBezTo>
                      <a:pt x="333337" y="86100"/>
                      <a:pt x="325038" y="83337"/>
                      <a:pt x="318583" y="77352"/>
                    </a:cubicBezTo>
                    <a:cubicBezTo>
                      <a:pt x="301064" y="60316"/>
                      <a:pt x="277550" y="50647"/>
                      <a:pt x="253115" y="50647"/>
                    </a:cubicBezTo>
                    <a:cubicBezTo>
                      <a:pt x="209776" y="50647"/>
                      <a:pt x="172432" y="80114"/>
                      <a:pt x="161827" y="122013"/>
                    </a:cubicBezTo>
                    <a:cubicBezTo>
                      <a:pt x="159061" y="133984"/>
                      <a:pt x="147535" y="141811"/>
                      <a:pt x="135087" y="140890"/>
                    </a:cubicBezTo>
                    <a:cubicBezTo>
                      <a:pt x="133243" y="140890"/>
                      <a:pt x="130937" y="140430"/>
                      <a:pt x="129093" y="140430"/>
                    </a:cubicBezTo>
                    <a:cubicBezTo>
                      <a:pt x="85755" y="140430"/>
                      <a:pt x="50715" y="175422"/>
                      <a:pt x="50715" y="218702"/>
                    </a:cubicBezTo>
                    <a:cubicBezTo>
                      <a:pt x="50715" y="253234"/>
                      <a:pt x="73306" y="282702"/>
                      <a:pt x="104658" y="292831"/>
                    </a:cubicBezTo>
                    <a:cubicBezTo>
                      <a:pt x="103275" y="296975"/>
                      <a:pt x="102352" y="301579"/>
                      <a:pt x="102352" y="306183"/>
                    </a:cubicBezTo>
                    <a:lnTo>
                      <a:pt x="102352" y="344859"/>
                    </a:lnTo>
                    <a:cubicBezTo>
                      <a:pt x="43799" y="332428"/>
                      <a:pt x="0" y="280400"/>
                      <a:pt x="0" y="218702"/>
                    </a:cubicBezTo>
                    <a:cubicBezTo>
                      <a:pt x="0" y="153782"/>
                      <a:pt x="48410" y="99913"/>
                      <a:pt x="110651" y="91164"/>
                    </a:cubicBezTo>
                    <a:cubicBezTo>
                      <a:pt x="115723" y="90244"/>
                      <a:pt x="120333" y="87021"/>
                      <a:pt x="122177" y="82416"/>
                    </a:cubicBezTo>
                    <a:cubicBezTo>
                      <a:pt x="145691" y="32690"/>
                      <a:pt x="196406" y="0"/>
                      <a:pt x="2531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" name="íṧ1îḋê"/>
            <p:cNvGrpSpPr/>
            <p:nvPr/>
          </p:nvGrpSpPr>
          <p:grpSpPr>
            <a:xfrm>
              <a:off x="5893719" y="3174188"/>
              <a:ext cx="1485000" cy="1754225"/>
              <a:chOff x="2203431" y="2785613"/>
              <a:chExt cx="1485000" cy="1754225"/>
            </a:xfrm>
          </p:grpSpPr>
          <p:sp>
            <p:nvSpPr>
              <p:cNvPr id="48" name="iŝlîḍé"/>
              <p:cNvSpPr/>
              <p:nvPr/>
            </p:nvSpPr>
            <p:spPr bwMode="auto">
              <a:xfrm flipV="1">
                <a:off x="2203431" y="2785613"/>
                <a:ext cx="1485000" cy="1754225"/>
              </a:xfrm>
              <a:custGeom>
                <a:avLst/>
                <a:gdLst>
                  <a:gd name="T0" fmla="*/ 2750 w 3657"/>
                  <a:gd name="T1" fmla="*/ 198 h 4320"/>
                  <a:gd name="T2" fmla="*/ 2581 w 3657"/>
                  <a:gd name="T3" fmla="*/ 275 h 4320"/>
                  <a:gd name="T4" fmla="*/ 2451 w 3657"/>
                  <a:gd name="T5" fmla="*/ 406 h 4320"/>
                  <a:gd name="T6" fmla="*/ 2373 w 3657"/>
                  <a:gd name="T7" fmla="*/ 575 h 4320"/>
                  <a:gd name="T8" fmla="*/ 2361 w 3657"/>
                  <a:gd name="T9" fmla="*/ 768 h 4320"/>
                  <a:gd name="T10" fmla="*/ 2419 w 3657"/>
                  <a:gd name="T11" fmla="*/ 948 h 4320"/>
                  <a:gd name="T12" fmla="*/ 2532 w 3657"/>
                  <a:gd name="T13" fmla="*/ 1093 h 4320"/>
                  <a:gd name="T14" fmla="*/ 2690 w 3657"/>
                  <a:gd name="T15" fmla="*/ 1189 h 4320"/>
                  <a:gd name="T16" fmla="*/ 2878 w 3657"/>
                  <a:gd name="T17" fmla="*/ 1224 h 4320"/>
                  <a:gd name="T18" fmla="*/ 3066 w 3657"/>
                  <a:gd name="T19" fmla="*/ 1189 h 4320"/>
                  <a:gd name="T20" fmla="*/ 3225 w 3657"/>
                  <a:gd name="T21" fmla="*/ 1093 h 4320"/>
                  <a:gd name="T22" fmla="*/ 3339 w 3657"/>
                  <a:gd name="T23" fmla="*/ 948 h 4320"/>
                  <a:gd name="T24" fmla="*/ 3395 w 3657"/>
                  <a:gd name="T25" fmla="*/ 768 h 4320"/>
                  <a:gd name="T26" fmla="*/ 3383 w 3657"/>
                  <a:gd name="T27" fmla="*/ 575 h 4320"/>
                  <a:gd name="T28" fmla="*/ 3306 w 3657"/>
                  <a:gd name="T29" fmla="*/ 406 h 4320"/>
                  <a:gd name="T30" fmla="*/ 3176 w 3657"/>
                  <a:gd name="T31" fmla="*/ 275 h 4320"/>
                  <a:gd name="T32" fmla="*/ 3006 w 3657"/>
                  <a:gd name="T33" fmla="*/ 198 h 4320"/>
                  <a:gd name="T34" fmla="*/ 2603 w 3657"/>
                  <a:gd name="T35" fmla="*/ 0 h 4320"/>
                  <a:gd name="T36" fmla="*/ 3231 w 3657"/>
                  <a:gd name="T37" fmla="*/ 14 h 4320"/>
                  <a:gd name="T38" fmla="*/ 3327 w 3657"/>
                  <a:gd name="T39" fmla="*/ 81 h 4320"/>
                  <a:gd name="T40" fmla="*/ 3642 w 3657"/>
                  <a:gd name="T41" fmla="*/ 626 h 4320"/>
                  <a:gd name="T42" fmla="*/ 3653 w 3657"/>
                  <a:gd name="T43" fmla="*/ 742 h 4320"/>
                  <a:gd name="T44" fmla="*/ 3350 w 3657"/>
                  <a:gd name="T45" fmla="*/ 1293 h 4320"/>
                  <a:gd name="T46" fmla="*/ 3268 w 3657"/>
                  <a:gd name="T47" fmla="*/ 1377 h 4320"/>
                  <a:gd name="T48" fmla="*/ 3154 w 3657"/>
                  <a:gd name="T49" fmla="*/ 1409 h 4320"/>
                  <a:gd name="T50" fmla="*/ 2738 w 3657"/>
                  <a:gd name="T51" fmla="*/ 1409 h 4320"/>
                  <a:gd name="T52" fmla="*/ 2703 w 3657"/>
                  <a:gd name="T53" fmla="*/ 1416 h 4320"/>
                  <a:gd name="T54" fmla="*/ 2650 w 3657"/>
                  <a:gd name="T55" fmla="*/ 1437 h 4320"/>
                  <a:gd name="T56" fmla="*/ 2594 w 3657"/>
                  <a:gd name="T57" fmla="*/ 1478 h 4320"/>
                  <a:gd name="T58" fmla="*/ 2549 w 3657"/>
                  <a:gd name="T59" fmla="*/ 1543 h 4320"/>
                  <a:gd name="T60" fmla="*/ 2530 w 3657"/>
                  <a:gd name="T61" fmla="*/ 1640 h 4320"/>
                  <a:gd name="T62" fmla="*/ 3078 w 3657"/>
                  <a:gd name="T63" fmla="*/ 2661 h 4320"/>
                  <a:gd name="T64" fmla="*/ 3133 w 3657"/>
                  <a:gd name="T65" fmla="*/ 2812 h 4320"/>
                  <a:gd name="T66" fmla="*/ 3133 w 3657"/>
                  <a:gd name="T67" fmla="*/ 2970 h 4320"/>
                  <a:gd name="T68" fmla="*/ 3078 w 3657"/>
                  <a:gd name="T69" fmla="*/ 3122 h 4320"/>
                  <a:gd name="T70" fmla="*/ 2459 w 3657"/>
                  <a:gd name="T71" fmla="*/ 4172 h 4320"/>
                  <a:gd name="T72" fmla="*/ 2332 w 3657"/>
                  <a:gd name="T73" fmla="*/ 4269 h 4320"/>
                  <a:gd name="T74" fmla="*/ 2179 w 3657"/>
                  <a:gd name="T75" fmla="*/ 4316 h 4320"/>
                  <a:gd name="T76" fmla="*/ 959 w 3657"/>
                  <a:gd name="T77" fmla="*/ 4316 h 4320"/>
                  <a:gd name="T78" fmla="*/ 808 w 3657"/>
                  <a:gd name="T79" fmla="*/ 4269 h 4320"/>
                  <a:gd name="T80" fmla="*/ 681 w 3657"/>
                  <a:gd name="T81" fmla="*/ 4172 h 4320"/>
                  <a:gd name="T82" fmla="*/ 60 w 3657"/>
                  <a:gd name="T83" fmla="*/ 3121 h 4320"/>
                  <a:gd name="T84" fmla="*/ 5 w 3657"/>
                  <a:gd name="T85" fmla="*/ 2970 h 4320"/>
                  <a:gd name="T86" fmla="*/ 5 w 3657"/>
                  <a:gd name="T87" fmla="*/ 2812 h 4320"/>
                  <a:gd name="T88" fmla="*/ 60 w 3657"/>
                  <a:gd name="T89" fmla="*/ 2661 h 4320"/>
                  <a:gd name="T90" fmla="*/ 681 w 3657"/>
                  <a:gd name="T91" fmla="*/ 1618 h 4320"/>
                  <a:gd name="T92" fmla="*/ 808 w 3657"/>
                  <a:gd name="T93" fmla="*/ 1526 h 4320"/>
                  <a:gd name="T94" fmla="*/ 959 w 3657"/>
                  <a:gd name="T95" fmla="*/ 1483 h 4320"/>
                  <a:gd name="T96" fmla="*/ 2171 w 3657"/>
                  <a:gd name="T97" fmla="*/ 1474 h 4320"/>
                  <a:gd name="T98" fmla="*/ 2272 w 3657"/>
                  <a:gd name="T99" fmla="*/ 1437 h 4320"/>
                  <a:gd name="T100" fmla="*/ 2328 w 3657"/>
                  <a:gd name="T101" fmla="*/ 1382 h 4320"/>
                  <a:gd name="T102" fmla="*/ 2352 w 3657"/>
                  <a:gd name="T103" fmla="*/ 1317 h 4320"/>
                  <a:gd name="T104" fmla="*/ 2352 w 3657"/>
                  <a:gd name="T105" fmla="*/ 1253 h 4320"/>
                  <a:gd name="T106" fmla="*/ 2341 w 3657"/>
                  <a:gd name="T107" fmla="*/ 1199 h 4320"/>
                  <a:gd name="T108" fmla="*/ 2328 w 3657"/>
                  <a:gd name="T109" fmla="*/ 1164 h 4320"/>
                  <a:gd name="T110" fmla="*/ 2132 w 3657"/>
                  <a:gd name="T111" fmla="*/ 817 h 4320"/>
                  <a:gd name="T112" fmla="*/ 2101 w 3657"/>
                  <a:gd name="T113" fmla="*/ 703 h 4320"/>
                  <a:gd name="T114" fmla="*/ 2132 w 3657"/>
                  <a:gd name="T115" fmla="*/ 589 h 4320"/>
                  <a:gd name="T116" fmla="*/ 2458 w 3657"/>
                  <a:gd name="T117" fmla="*/ 52 h 4320"/>
                  <a:gd name="T118" fmla="*/ 2563 w 3657"/>
                  <a:gd name="T119" fmla="*/ 4 h 4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657" h="4320">
                    <a:moveTo>
                      <a:pt x="2878" y="182"/>
                    </a:moveTo>
                    <a:lnTo>
                      <a:pt x="2813" y="186"/>
                    </a:lnTo>
                    <a:lnTo>
                      <a:pt x="2750" y="198"/>
                    </a:lnTo>
                    <a:lnTo>
                      <a:pt x="2690" y="217"/>
                    </a:lnTo>
                    <a:lnTo>
                      <a:pt x="2633" y="243"/>
                    </a:lnTo>
                    <a:lnTo>
                      <a:pt x="2581" y="275"/>
                    </a:lnTo>
                    <a:lnTo>
                      <a:pt x="2532" y="313"/>
                    </a:lnTo>
                    <a:lnTo>
                      <a:pt x="2489" y="357"/>
                    </a:lnTo>
                    <a:lnTo>
                      <a:pt x="2451" y="406"/>
                    </a:lnTo>
                    <a:lnTo>
                      <a:pt x="2419" y="458"/>
                    </a:lnTo>
                    <a:lnTo>
                      <a:pt x="2392" y="514"/>
                    </a:lnTo>
                    <a:lnTo>
                      <a:pt x="2373" y="575"/>
                    </a:lnTo>
                    <a:lnTo>
                      <a:pt x="2361" y="638"/>
                    </a:lnTo>
                    <a:lnTo>
                      <a:pt x="2357" y="703"/>
                    </a:lnTo>
                    <a:lnTo>
                      <a:pt x="2361" y="768"/>
                    </a:lnTo>
                    <a:lnTo>
                      <a:pt x="2373" y="831"/>
                    </a:lnTo>
                    <a:lnTo>
                      <a:pt x="2392" y="891"/>
                    </a:lnTo>
                    <a:lnTo>
                      <a:pt x="2419" y="948"/>
                    </a:lnTo>
                    <a:lnTo>
                      <a:pt x="2451" y="1001"/>
                    </a:lnTo>
                    <a:lnTo>
                      <a:pt x="2489" y="1049"/>
                    </a:lnTo>
                    <a:lnTo>
                      <a:pt x="2532" y="1093"/>
                    </a:lnTo>
                    <a:lnTo>
                      <a:pt x="2581" y="1131"/>
                    </a:lnTo>
                    <a:lnTo>
                      <a:pt x="2633" y="1164"/>
                    </a:lnTo>
                    <a:lnTo>
                      <a:pt x="2690" y="1189"/>
                    </a:lnTo>
                    <a:lnTo>
                      <a:pt x="2750" y="1208"/>
                    </a:lnTo>
                    <a:lnTo>
                      <a:pt x="2813" y="1220"/>
                    </a:lnTo>
                    <a:lnTo>
                      <a:pt x="2878" y="1224"/>
                    </a:lnTo>
                    <a:lnTo>
                      <a:pt x="2943" y="1220"/>
                    </a:lnTo>
                    <a:lnTo>
                      <a:pt x="3006" y="1208"/>
                    </a:lnTo>
                    <a:lnTo>
                      <a:pt x="3066" y="1189"/>
                    </a:lnTo>
                    <a:lnTo>
                      <a:pt x="3123" y="1164"/>
                    </a:lnTo>
                    <a:lnTo>
                      <a:pt x="3176" y="1131"/>
                    </a:lnTo>
                    <a:lnTo>
                      <a:pt x="3225" y="1093"/>
                    </a:lnTo>
                    <a:lnTo>
                      <a:pt x="3268" y="1049"/>
                    </a:lnTo>
                    <a:lnTo>
                      <a:pt x="3306" y="1001"/>
                    </a:lnTo>
                    <a:lnTo>
                      <a:pt x="3339" y="948"/>
                    </a:lnTo>
                    <a:lnTo>
                      <a:pt x="3365" y="891"/>
                    </a:lnTo>
                    <a:lnTo>
                      <a:pt x="3383" y="831"/>
                    </a:lnTo>
                    <a:lnTo>
                      <a:pt x="3395" y="768"/>
                    </a:lnTo>
                    <a:lnTo>
                      <a:pt x="3399" y="703"/>
                    </a:lnTo>
                    <a:lnTo>
                      <a:pt x="3395" y="638"/>
                    </a:lnTo>
                    <a:lnTo>
                      <a:pt x="3383" y="575"/>
                    </a:lnTo>
                    <a:lnTo>
                      <a:pt x="3365" y="514"/>
                    </a:lnTo>
                    <a:lnTo>
                      <a:pt x="3339" y="458"/>
                    </a:lnTo>
                    <a:lnTo>
                      <a:pt x="3306" y="406"/>
                    </a:lnTo>
                    <a:lnTo>
                      <a:pt x="3268" y="357"/>
                    </a:lnTo>
                    <a:lnTo>
                      <a:pt x="3225" y="313"/>
                    </a:lnTo>
                    <a:lnTo>
                      <a:pt x="3176" y="275"/>
                    </a:lnTo>
                    <a:lnTo>
                      <a:pt x="3123" y="243"/>
                    </a:lnTo>
                    <a:lnTo>
                      <a:pt x="3066" y="217"/>
                    </a:lnTo>
                    <a:lnTo>
                      <a:pt x="3006" y="198"/>
                    </a:lnTo>
                    <a:lnTo>
                      <a:pt x="2943" y="186"/>
                    </a:lnTo>
                    <a:lnTo>
                      <a:pt x="2878" y="182"/>
                    </a:lnTo>
                    <a:close/>
                    <a:moveTo>
                      <a:pt x="2603" y="0"/>
                    </a:moveTo>
                    <a:lnTo>
                      <a:pt x="3154" y="0"/>
                    </a:lnTo>
                    <a:lnTo>
                      <a:pt x="3193" y="4"/>
                    </a:lnTo>
                    <a:lnTo>
                      <a:pt x="3231" y="14"/>
                    </a:lnTo>
                    <a:lnTo>
                      <a:pt x="3268" y="30"/>
                    </a:lnTo>
                    <a:lnTo>
                      <a:pt x="3299" y="52"/>
                    </a:lnTo>
                    <a:lnTo>
                      <a:pt x="3327" y="81"/>
                    </a:lnTo>
                    <a:lnTo>
                      <a:pt x="3350" y="114"/>
                    </a:lnTo>
                    <a:lnTo>
                      <a:pt x="3625" y="589"/>
                    </a:lnTo>
                    <a:lnTo>
                      <a:pt x="3642" y="626"/>
                    </a:lnTo>
                    <a:lnTo>
                      <a:pt x="3653" y="664"/>
                    </a:lnTo>
                    <a:lnTo>
                      <a:pt x="3657" y="703"/>
                    </a:lnTo>
                    <a:lnTo>
                      <a:pt x="3653" y="742"/>
                    </a:lnTo>
                    <a:lnTo>
                      <a:pt x="3642" y="782"/>
                    </a:lnTo>
                    <a:lnTo>
                      <a:pt x="3625" y="817"/>
                    </a:lnTo>
                    <a:lnTo>
                      <a:pt x="3350" y="1293"/>
                    </a:lnTo>
                    <a:lnTo>
                      <a:pt x="3327" y="1326"/>
                    </a:lnTo>
                    <a:lnTo>
                      <a:pt x="3299" y="1355"/>
                    </a:lnTo>
                    <a:lnTo>
                      <a:pt x="3268" y="1377"/>
                    </a:lnTo>
                    <a:lnTo>
                      <a:pt x="3231" y="1394"/>
                    </a:lnTo>
                    <a:lnTo>
                      <a:pt x="3193" y="1405"/>
                    </a:lnTo>
                    <a:lnTo>
                      <a:pt x="3154" y="1409"/>
                    </a:lnTo>
                    <a:lnTo>
                      <a:pt x="2747" y="1409"/>
                    </a:lnTo>
                    <a:lnTo>
                      <a:pt x="2744" y="1409"/>
                    </a:lnTo>
                    <a:lnTo>
                      <a:pt x="2738" y="1409"/>
                    </a:lnTo>
                    <a:lnTo>
                      <a:pt x="2729" y="1411"/>
                    </a:lnTo>
                    <a:lnTo>
                      <a:pt x="2717" y="1413"/>
                    </a:lnTo>
                    <a:lnTo>
                      <a:pt x="2703" y="1416"/>
                    </a:lnTo>
                    <a:lnTo>
                      <a:pt x="2686" y="1422"/>
                    </a:lnTo>
                    <a:lnTo>
                      <a:pt x="2669" y="1430"/>
                    </a:lnTo>
                    <a:lnTo>
                      <a:pt x="2650" y="1437"/>
                    </a:lnTo>
                    <a:lnTo>
                      <a:pt x="2631" y="1449"/>
                    </a:lnTo>
                    <a:lnTo>
                      <a:pt x="2612" y="1462"/>
                    </a:lnTo>
                    <a:lnTo>
                      <a:pt x="2594" y="1478"/>
                    </a:lnTo>
                    <a:lnTo>
                      <a:pt x="2578" y="1496"/>
                    </a:lnTo>
                    <a:lnTo>
                      <a:pt x="2563" y="1519"/>
                    </a:lnTo>
                    <a:lnTo>
                      <a:pt x="2549" y="1543"/>
                    </a:lnTo>
                    <a:lnTo>
                      <a:pt x="2540" y="1572"/>
                    </a:lnTo>
                    <a:lnTo>
                      <a:pt x="2532" y="1604"/>
                    </a:lnTo>
                    <a:lnTo>
                      <a:pt x="2530" y="1640"/>
                    </a:lnTo>
                    <a:lnTo>
                      <a:pt x="2531" y="1681"/>
                    </a:lnTo>
                    <a:lnTo>
                      <a:pt x="2536" y="1725"/>
                    </a:lnTo>
                    <a:lnTo>
                      <a:pt x="3078" y="2661"/>
                    </a:lnTo>
                    <a:lnTo>
                      <a:pt x="3103" y="2710"/>
                    </a:lnTo>
                    <a:lnTo>
                      <a:pt x="3121" y="2760"/>
                    </a:lnTo>
                    <a:lnTo>
                      <a:pt x="3133" y="2812"/>
                    </a:lnTo>
                    <a:lnTo>
                      <a:pt x="3140" y="2864"/>
                    </a:lnTo>
                    <a:lnTo>
                      <a:pt x="3140" y="2918"/>
                    </a:lnTo>
                    <a:lnTo>
                      <a:pt x="3133" y="2970"/>
                    </a:lnTo>
                    <a:lnTo>
                      <a:pt x="3121" y="3023"/>
                    </a:lnTo>
                    <a:lnTo>
                      <a:pt x="3103" y="3074"/>
                    </a:lnTo>
                    <a:lnTo>
                      <a:pt x="3078" y="3122"/>
                    </a:lnTo>
                    <a:lnTo>
                      <a:pt x="2523" y="4086"/>
                    </a:lnTo>
                    <a:lnTo>
                      <a:pt x="2493" y="4130"/>
                    </a:lnTo>
                    <a:lnTo>
                      <a:pt x="2459" y="4172"/>
                    </a:lnTo>
                    <a:lnTo>
                      <a:pt x="2420" y="4209"/>
                    </a:lnTo>
                    <a:lnTo>
                      <a:pt x="2378" y="4241"/>
                    </a:lnTo>
                    <a:lnTo>
                      <a:pt x="2332" y="4269"/>
                    </a:lnTo>
                    <a:lnTo>
                      <a:pt x="2284" y="4291"/>
                    </a:lnTo>
                    <a:lnTo>
                      <a:pt x="2233" y="4307"/>
                    </a:lnTo>
                    <a:lnTo>
                      <a:pt x="2179" y="4316"/>
                    </a:lnTo>
                    <a:lnTo>
                      <a:pt x="2125" y="4320"/>
                    </a:lnTo>
                    <a:lnTo>
                      <a:pt x="1013" y="4320"/>
                    </a:lnTo>
                    <a:lnTo>
                      <a:pt x="959" y="4316"/>
                    </a:lnTo>
                    <a:lnTo>
                      <a:pt x="907" y="4307"/>
                    </a:lnTo>
                    <a:lnTo>
                      <a:pt x="856" y="4291"/>
                    </a:lnTo>
                    <a:lnTo>
                      <a:pt x="808" y="4269"/>
                    </a:lnTo>
                    <a:lnTo>
                      <a:pt x="762" y="4241"/>
                    </a:lnTo>
                    <a:lnTo>
                      <a:pt x="719" y="4210"/>
                    </a:lnTo>
                    <a:lnTo>
                      <a:pt x="681" y="4172"/>
                    </a:lnTo>
                    <a:lnTo>
                      <a:pt x="647" y="4131"/>
                    </a:lnTo>
                    <a:lnTo>
                      <a:pt x="616" y="4086"/>
                    </a:lnTo>
                    <a:lnTo>
                      <a:pt x="60" y="3121"/>
                    </a:lnTo>
                    <a:lnTo>
                      <a:pt x="37" y="3072"/>
                    </a:lnTo>
                    <a:lnTo>
                      <a:pt x="18" y="3021"/>
                    </a:lnTo>
                    <a:lnTo>
                      <a:pt x="5" y="2970"/>
                    </a:lnTo>
                    <a:lnTo>
                      <a:pt x="0" y="2918"/>
                    </a:lnTo>
                    <a:lnTo>
                      <a:pt x="0" y="2864"/>
                    </a:lnTo>
                    <a:lnTo>
                      <a:pt x="5" y="2812"/>
                    </a:lnTo>
                    <a:lnTo>
                      <a:pt x="18" y="2761"/>
                    </a:lnTo>
                    <a:lnTo>
                      <a:pt x="37" y="2710"/>
                    </a:lnTo>
                    <a:lnTo>
                      <a:pt x="60" y="2661"/>
                    </a:lnTo>
                    <a:lnTo>
                      <a:pt x="616" y="1704"/>
                    </a:lnTo>
                    <a:lnTo>
                      <a:pt x="647" y="1659"/>
                    </a:lnTo>
                    <a:lnTo>
                      <a:pt x="681" y="1618"/>
                    </a:lnTo>
                    <a:lnTo>
                      <a:pt x="719" y="1583"/>
                    </a:lnTo>
                    <a:lnTo>
                      <a:pt x="762" y="1553"/>
                    </a:lnTo>
                    <a:lnTo>
                      <a:pt x="808" y="1526"/>
                    </a:lnTo>
                    <a:lnTo>
                      <a:pt x="856" y="1507"/>
                    </a:lnTo>
                    <a:lnTo>
                      <a:pt x="907" y="1492"/>
                    </a:lnTo>
                    <a:lnTo>
                      <a:pt x="959" y="1483"/>
                    </a:lnTo>
                    <a:lnTo>
                      <a:pt x="1013" y="1479"/>
                    </a:lnTo>
                    <a:lnTo>
                      <a:pt x="2125" y="1479"/>
                    </a:lnTo>
                    <a:lnTo>
                      <a:pt x="2171" y="1474"/>
                    </a:lnTo>
                    <a:lnTo>
                      <a:pt x="2211" y="1464"/>
                    </a:lnTo>
                    <a:lnTo>
                      <a:pt x="2243" y="1452"/>
                    </a:lnTo>
                    <a:lnTo>
                      <a:pt x="2272" y="1437"/>
                    </a:lnTo>
                    <a:lnTo>
                      <a:pt x="2296" y="1420"/>
                    </a:lnTo>
                    <a:lnTo>
                      <a:pt x="2314" y="1402"/>
                    </a:lnTo>
                    <a:lnTo>
                      <a:pt x="2328" y="1382"/>
                    </a:lnTo>
                    <a:lnTo>
                      <a:pt x="2339" y="1361"/>
                    </a:lnTo>
                    <a:lnTo>
                      <a:pt x="2347" y="1339"/>
                    </a:lnTo>
                    <a:lnTo>
                      <a:pt x="2352" y="1317"/>
                    </a:lnTo>
                    <a:lnTo>
                      <a:pt x="2353" y="1295"/>
                    </a:lnTo>
                    <a:lnTo>
                      <a:pt x="2353" y="1274"/>
                    </a:lnTo>
                    <a:lnTo>
                      <a:pt x="2352" y="1253"/>
                    </a:lnTo>
                    <a:lnTo>
                      <a:pt x="2349" y="1233"/>
                    </a:lnTo>
                    <a:lnTo>
                      <a:pt x="2345" y="1215"/>
                    </a:lnTo>
                    <a:lnTo>
                      <a:pt x="2341" y="1199"/>
                    </a:lnTo>
                    <a:lnTo>
                      <a:pt x="2336" y="1185"/>
                    </a:lnTo>
                    <a:lnTo>
                      <a:pt x="2332" y="1173"/>
                    </a:lnTo>
                    <a:lnTo>
                      <a:pt x="2328" y="1164"/>
                    </a:lnTo>
                    <a:lnTo>
                      <a:pt x="2326" y="1159"/>
                    </a:lnTo>
                    <a:lnTo>
                      <a:pt x="2326" y="1157"/>
                    </a:lnTo>
                    <a:lnTo>
                      <a:pt x="2132" y="817"/>
                    </a:lnTo>
                    <a:lnTo>
                      <a:pt x="2115" y="780"/>
                    </a:lnTo>
                    <a:lnTo>
                      <a:pt x="2104" y="742"/>
                    </a:lnTo>
                    <a:lnTo>
                      <a:pt x="2101" y="703"/>
                    </a:lnTo>
                    <a:lnTo>
                      <a:pt x="2104" y="664"/>
                    </a:lnTo>
                    <a:lnTo>
                      <a:pt x="2115" y="626"/>
                    </a:lnTo>
                    <a:lnTo>
                      <a:pt x="2132" y="589"/>
                    </a:lnTo>
                    <a:lnTo>
                      <a:pt x="2407" y="114"/>
                    </a:lnTo>
                    <a:lnTo>
                      <a:pt x="2429" y="81"/>
                    </a:lnTo>
                    <a:lnTo>
                      <a:pt x="2458" y="52"/>
                    </a:lnTo>
                    <a:lnTo>
                      <a:pt x="2489" y="30"/>
                    </a:lnTo>
                    <a:lnTo>
                      <a:pt x="2525" y="14"/>
                    </a:lnTo>
                    <a:lnTo>
                      <a:pt x="2563" y="4"/>
                    </a:lnTo>
                    <a:lnTo>
                      <a:pt x="2603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ru-RU"/>
              </a:p>
            </p:txBody>
          </p:sp>
          <p:sp>
            <p:nvSpPr>
              <p:cNvPr id="49" name="íṣḷíḑe"/>
              <p:cNvSpPr/>
              <p:nvPr/>
            </p:nvSpPr>
            <p:spPr>
              <a:xfrm>
                <a:off x="3184428" y="4054181"/>
                <a:ext cx="391288" cy="395602"/>
              </a:xfrm>
              <a:prstGeom prst="rect">
                <a:avLst/>
              </a:prstGeom>
            </p:spPr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600" b="1" dirty="0"/>
                  <a:t>02</a:t>
                </a:r>
                <a:endParaRPr lang="ru-RU" altLang="zh-CN" sz="1600" b="1" dirty="0"/>
              </a:p>
            </p:txBody>
          </p:sp>
          <p:sp>
            <p:nvSpPr>
              <p:cNvPr id="50" name="ïṣľíḋê"/>
              <p:cNvSpPr/>
              <p:nvPr/>
            </p:nvSpPr>
            <p:spPr bwMode="auto">
              <a:xfrm>
                <a:off x="2555265" y="3035345"/>
                <a:ext cx="592947" cy="609685"/>
              </a:xfrm>
              <a:custGeom>
                <a:avLst/>
                <a:gdLst>
                  <a:gd name="connsiteX0" fmla="*/ 275280 w 590140"/>
                  <a:gd name="connsiteY0" fmla="*/ 496336 h 606798"/>
                  <a:gd name="connsiteX1" fmla="*/ 314935 w 590140"/>
                  <a:gd name="connsiteY1" fmla="*/ 496336 h 606798"/>
                  <a:gd name="connsiteX2" fmla="*/ 314935 w 590140"/>
                  <a:gd name="connsiteY2" fmla="*/ 542822 h 606798"/>
                  <a:gd name="connsiteX3" fmla="*/ 347213 w 590140"/>
                  <a:gd name="connsiteY3" fmla="*/ 542822 h 606798"/>
                  <a:gd name="connsiteX4" fmla="*/ 347213 w 590140"/>
                  <a:gd name="connsiteY4" fmla="*/ 554789 h 606798"/>
                  <a:gd name="connsiteX5" fmla="*/ 458801 w 590140"/>
                  <a:gd name="connsiteY5" fmla="*/ 554789 h 606798"/>
                  <a:gd name="connsiteX6" fmla="*/ 458801 w 590140"/>
                  <a:gd name="connsiteY6" fmla="*/ 594831 h 606798"/>
                  <a:gd name="connsiteX7" fmla="*/ 347213 w 590140"/>
                  <a:gd name="connsiteY7" fmla="*/ 594831 h 606798"/>
                  <a:gd name="connsiteX8" fmla="*/ 347213 w 590140"/>
                  <a:gd name="connsiteY8" fmla="*/ 606798 h 606798"/>
                  <a:gd name="connsiteX9" fmla="*/ 243463 w 590140"/>
                  <a:gd name="connsiteY9" fmla="*/ 606798 h 606798"/>
                  <a:gd name="connsiteX10" fmla="*/ 243463 w 590140"/>
                  <a:gd name="connsiteY10" fmla="*/ 594831 h 606798"/>
                  <a:gd name="connsiteX11" fmla="*/ 131414 w 590140"/>
                  <a:gd name="connsiteY11" fmla="*/ 594831 h 606798"/>
                  <a:gd name="connsiteX12" fmla="*/ 131414 w 590140"/>
                  <a:gd name="connsiteY12" fmla="*/ 554789 h 606798"/>
                  <a:gd name="connsiteX13" fmla="*/ 243463 w 590140"/>
                  <a:gd name="connsiteY13" fmla="*/ 554789 h 606798"/>
                  <a:gd name="connsiteX14" fmla="*/ 243463 w 590140"/>
                  <a:gd name="connsiteY14" fmla="*/ 542822 h 606798"/>
                  <a:gd name="connsiteX15" fmla="*/ 275280 w 590140"/>
                  <a:gd name="connsiteY15" fmla="*/ 542822 h 606798"/>
                  <a:gd name="connsiteX16" fmla="*/ 341174 w 590140"/>
                  <a:gd name="connsiteY16" fmla="*/ 439218 h 606798"/>
                  <a:gd name="connsiteX17" fmla="*/ 341174 w 590140"/>
                  <a:gd name="connsiteY17" fmla="*/ 464548 h 606798"/>
                  <a:gd name="connsiteX18" fmla="*/ 416785 w 590140"/>
                  <a:gd name="connsiteY18" fmla="*/ 464548 h 606798"/>
                  <a:gd name="connsiteX19" fmla="*/ 416785 w 590140"/>
                  <a:gd name="connsiteY19" fmla="*/ 439218 h 606798"/>
                  <a:gd name="connsiteX20" fmla="*/ 159063 w 590140"/>
                  <a:gd name="connsiteY20" fmla="*/ 412046 h 606798"/>
                  <a:gd name="connsiteX21" fmla="*/ 148459 w 590140"/>
                  <a:gd name="connsiteY21" fmla="*/ 422638 h 606798"/>
                  <a:gd name="connsiteX22" fmla="*/ 159063 w 590140"/>
                  <a:gd name="connsiteY22" fmla="*/ 433692 h 606798"/>
                  <a:gd name="connsiteX23" fmla="*/ 169667 w 590140"/>
                  <a:gd name="connsiteY23" fmla="*/ 422638 h 606798"/>
                  <a:gd name="connsiteX24" fmla="*/ 159063 w 590140"/>
                  <a:gd name="connsiteY24" fmla="*/ 412046 h 606798"/>
                  <a:gd name="connsiteX25" fmla="*/ 145232 w 590140"/>
                  <a:gd name="connsiteY25" fmla="*/ 392242 h 606798"/>
                  <a:gd name="connsiteX26" fmla="*/ 445369 w 590140"/>
                  <a:gd name="connsiteY26" fmla="*/ 392242 h 606798"/>
                  <a:gd name="connsiteX27" fmla="*/ 462428 w 590140"/>
                  <a:gd name="connsiteY27" fmla="*/ 409743 h 606798"/>
                  <a:gd name="connsiteX28" fmla="*/ 462428 w 590140"/>
                  <a:gd name="connsiteY28" fmla="*/ 468693 h 606798"/>
                  <a:gd name="connsiteX29" fmla="*/ 445369 w 590140"/>
                  <a:gd name="connsiteY29" fmla="*/ 486194 h 606798"/>
                  <a:gd name="connsiteX30" fmla="*/ 145232 w 590140"/>
                  <a:gd name="connsiteY30" fmla="*/ 486194 h 606798"/>
                  <a:gd name="connsiteX31" fmla="*/ 127712 w 590140"/>
                  <a:gd name="connsiteY31" fmla="*/ 468693 h 606798"/>
                  <a:gd name="connsiteX32" fmla="*/ 127712 w 590140"/>
                  <a:gd name="connsiteY32" fmla="*/ 409743 h 606798"/>
                  <a:gd name="connsiteX33" fmla="*/ 145232 w 590140"/>
                  <a:gd name="connsiteY33" fmla="*/ 392242 h 606798"/>
                  <a:gd name="connsiteX34" fmla="*/ 341174 w 590140"/>
                  <a:gd name="connsiteY34" fmla="*/ 336094 h 606798"/>
                  <a:gd name="connsiteX35" fmla="*/ 341174 w 590140"/>
                  <a:gd name="connsiteY35" fmla="*/ 360968 h 606798"/>
                  <a:gd name="connsiteX36" fmla="*/ 416785 w 590140"/>
                  <a:gd name="connsiteY36" fmla="*/ 360968 h 606798"/>
                  <a:gd name="connsiteX37" fmla="*/ 416785 w 590140"/>
                  <a:gd name="connsiteY37" fmla="*/ 336094 h 606798"/>
                  <a:gd name="connsiteX38" fmla="*/ 159063 w 590140"/>
                  <a:gd name="connsiteY38" fmla="*/ 308917 h 606798"/>
                  <a:gd name="connsiteX39" fmla="*/ 148459 w 590140"/>
                  <a:gd name="connsiteY39" fmla="*/ 319511 h 606798"/>
                  <a:gd name="connsiteX40" fmla="*/ 159063 w 590140"/>
                  <a:gd name="connsiteY40" fmla="*/ 330106 h 606798"/>
                  <a:gd name="connsiteX41" fmla="*/ 169667 w 590140"/>
                  <a:gd name="connsiteY41" fmla="*/ 319511 h 606798"/>
                  <a:gd name="connsiteX42" fmla="*/ 159063 w 590140"/>
                  <a:gd name="connsiteY42" fmla="*/ 308917 h 606798"/>
                  <a:gd name="connsiteX43" fmla="*/ 145232 w 590140"/>
                  <a:gd name="connsiteY43" fmla="*/ 289110 h 606798"/>
                  <a:gd name="connsiteX44" fmla="*/ 445369 w 590140"/>
                  <a:gd name="connsiteY44" fmla="*/ 289110 h 606798"/>
                  <a:gd name="connsiteX45" fmla="*/ 462428 w 590140"/>
                  <a:gd name="connsiteY45" fmla="*/ 306153 h 606798"/>
                  <a:gd name="connsiteX46" fmla="*/ 462428 w 590140"/>
                  <a:gd name="connsiteY46" fmla="*/ 365574 h 606798"/>
                  <a:gd name="connsiteX47" fmla="*/ 445369 w 590140"/>
                  <a:gd name="connsiteY47" fmla="*/ 382617 h 606798"/>
                  <a:gd name="connsiteX48" fmla="*/ 145232 w 590140"/>
                  <a:gd name="connsiteY48" fmla="*/ 382617 h 606798"/>
                  <a:gd name="connsiteX49" fmla="*/ 127712 w 590140"/>
                  <a:gd name="connsiteY49" fmla="*/ 365574 h 606798"/>
                  <a:gd name="connsiteX50" fmla="*/ 127712 w 590140"/>
                  <a:gd name="connsiteY50" fmla="*/ 306153 h 606798"/>
                  <a:gd name="connsiteX51" fmla="*/ 145232 w 590140"/>
                  <a:gd name="connsiteY51" fmla="*/ 289110 h 606798"/>
                  <a:gd name="connsiteX52" fmla="*/ 341174 w 590140"/>
                  <a:gd name="connsiteY52" fmla="*/ 232510 h 606798"/>
                  <a:gd name="connsiteX53" fmla="*/ 341174 w 590140"/>
                  <a:gd name="connsiteY53" fmla="*/ 257840 h 606798"/>
                  <a:gd name="connsiteX54" fmla="*/ 416785 w 590140"/>
                  <a:gd name="connsiteY54" fmla="*/ 257840 h 606798"/>
                  <a:gd name="connsiteX55" fmla="*/ 416785 w 590140"/>
                  <a:gd name="connsiteY55" fmla="*/ 232510 h 606798"/>
                  <a:gd name="connsiteX56" fmla="*/ 159063 w 590140"/>
                  <a:gd name="connsiteY56" fmla="*/ 205338 h 606798"/>
                  <a:gd name="connsiteX57" fmla="*/ 148459 w 590140"/>
                  <a:gd name="connsiteY57" fmla="*/ 215930 h 606798"/>
                  <a:gd name="connsiteX58" fmla="*/ 159063 w 590140"/>
                  <a:gd name="connsiteY58" fmla="*/ 226984 h 606798"/>
                  <a:gd name="connsiteX59" fmla="*/ 169667 w 590140"/>
                  <a:gd name="connsiteY59" fmla="*/ 215930 h 606798"/>
                  <a:gd name="connsiteX60" fmla="*/ 159063 w 590140"/>
                  <a:gd name="connsiteY60" fmla="*/ 205338 h 606798"/>
                  <a:gd name="connsiteX61" fmla="*/ 145232 w 590140"/>
                  <a:gd name="connsiteY61" fmla="*/ 185534 h 606798"/>
                  <a:gd name="connsiteX62" fmla="*/ 445369 w 590140"/>
                  <a:gd name="connsiteY62" fmla="*/ 185534 h 606798"/>
                  <a:gd name="connsiteX63" fmla="*/ 462428 w 590140"/>
                  <a:gd name="connsiteY63" fmla="*/ 203035 h 606798"/>
                  <a:gd name="connsiteX64" fmla="*/ 462428 w 590140"/>
                  <a:gd name="connsiteY64" fmla="*/ 261985 h 606798"/>
                  <a:gd name="connsiteX65" fmla="*/ 445369 w 590140"/>
                  <a:gd name="connsiteY65" fmla="*/ 279486 h 606798"/>
                  <a:gd name="connsiteX66" fmla="*/ 145232 w 590140"/>
                  <a:gd name="connsiteY66" fmla="*/ 279486 h 606798"/>
                  <a:gd name="connsiteX67" fmla="*/ 127712 w 590140"/>
                  <a:gd name="connsiteY67" fmla="*/ 261985 h 606798"/>
                  <a:gd name="connsiteX68" fmla="*/ 127712 w 590140"/>
                  <a:gd name="connsiteY68" fmla="*/ 203035 h 606798"/>
                  <a:gd name="connsiteX69" fmla="*/ 145232 w 590140"/>
                  <a:gd name="connsiteY69" fmla="*/ 185534 h 606798"/>
                  <a:gd name="connsiteX70" fmla="*/ 253115 w 590140"/>
                  <a:gd name="connsiteY70" fmla="*/ 0 h 606798"/>
                  <a:gd name="connsiteX71" fmla="*/ 340253 w 590140"/>
                  <a:gd name="connsiteY71" fmla="*/ 29007 h 606798"/>
                  <a:gd name="connsiteX72" fmla="*/ 349935 w 590140"/>
                  <a:gd name="connsiteY72" fmla="*/ 32230 h 606798"/>
                  <a:gd name="connsiteX73" fmla="*/ 357772 w 590140"/>
                  <a:gd name="connsiteY73" fmla="*/ 31770 h 606798"/>
                  <a:gd name="connsiteX74" fmla="*/ 461508 w 590140"/>
                  <a:gd name="connsiteY74" fmla="*/ 84258 h 606798"/>
                  <a:gd name="connsiteX75" fmla="*/ 472112 w 590140"/>
                  <a:gd name="connsiteY75" fmla="*/ 90244 h 606798"/>
                  <a:gd name="connsiteX76" fmla="*/ 590140 w 590140"/>
                  <a:gd name="connsiteY76" fmla="*/ 218702 h 606798"/>
                  <a:gd name="connsiteX77" fmla="*/ 487788 w 590140"/>
                  <a:gd name="connsiteY77" fmla="*/ 344399 h 606798"/>
                  <a:gd name="connsiteX78" fmla="*/ 487788 w 590140"/>
                  <a:gd name="connsiteY78" fmla="*/ 306183 h 606798"/>
                  <a:gd name="connsiteX79" fmla="*/ 485482 w 590140"/>
                  <a:gd name="connsiteY79" fmla="*/ 292831 h 606798"/>
                  <a:gd name="connsiteX80" fmla="*/ 539425 w 590140"/>
                  <a:gd name="connsiteY80" fmla="*/ 218702 h 606798"/>
                  <a:gd name="connsiteX81" fmla="*/ 461508 w 590140"/>
                  <a:gd name="connsiteY81" fmla="*/ 140430 h 606798"/>
                  <a:gd name="connsiteX82" fmla="*/ 453670 w 590140"/>
                  <a:gd name="connsiteY82" fmla="*/ 140890 h 606798"/>
                  <a:gd name="connsiteX83" fmla="*/ 428313 w 590140"/>
                  <a:gd name="connsiteY83" fmla="*/ 126617 h 606798"/>
                  <a:gd name="connsiteX84" fmla="*/ 357772 w 590140"/>
                  <a:gd name="connsiteY84" fmla="*/ 82416 h 606798"/>
                  <a:gd name="connsiteX85" fmla="*/ 341636 w 590140"/>
                  <a:gd name="connsiteY85" fmla="*/ 84258 h 606798"/>
                  <a:gd name="connsiteX86" fmla="*/ 318583 w 590140"/>
                  <a:gd name="connsiteY86" fmla="*/ 77352 h 606798"/>
                  <a:gd name="connsiteX87" fmla="*/ 253115 w 590140"/>
                  <a:gd name="connsiteY87" fmla="*/ 50647 h 606798"/>
                  <a:gd name="connsiteX88" fmla="*/ 161827 w 590140"/>
                  <a:gd name="connsiteY88" fmla="*/ 122013 h 606798"/>
                  <a:gd name="connsiteX89" fmla="*/ 135087 w 590140"/>
                  <a:gd name="connsiteY89" fmla="*/ 140890 h 606798"/>
                  <a:gd name="connsiteX90" fmla="*/ 129093 w 590140"/>
                  <a:gd name="connsiteY90" fmla="*/ 140430 h 606798"/>
                  <a:gd name="connsiteX91" fmla="*/ 50715 w 590140"/>
                  <a:gd name="connsiteY91" fmla="*/ 218702 h 606798"/>
                  <a:gd name="connsiteX92" fmla="*/ 104658 w 590140"/>
                  <a:gd name="connsiteY92" fmla="*/ 292831 h 606798"/>
                  <a:gd name="connsiteX93" fmla="*/ 102352 w 590140"/>
                  <a:gd name="connsiteY93" fmla="*/ 306183 h 606798"/>
                  <a:gd name="connsiteX94" fmla="*/ 102352 w 590140"/>
                  <a:gd name="connsiteY94" fmla="*/ 344859 h 606798"/>
                  <a:gd name="connsiteX95" fmla="*/ 0 w 590140"/>
                  <a:gd name="connsiteY95" fmla="*/ 218702 h 606798"/>
                  <a:gd name="connsiteX96" fmla="*/ 110651 w 590140"/>
                  <a:gd name="connsiteY96" fmla="*/ 91164 h 606798"/>
                  <a:gd name="connsiteX97" fmla="*/ 122177 w 590140"/>
                  <a:gd name="connsiteY97" fmla="*/ 82416 h 606798"/>
                  <a:gd name="connsiteX98" fmla="*/ 253115 w 590140"/>
                  <a:gd name="connsiteY98" fmla="*/ 0 h 60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590140" h="606798">
                    <a:moveTo>
                      <a:pt x="275280" y="496336"/>
                    </a:moveTo>
                    <a:lnTo>
                      <a:pt x="314935" y="496336"/>
                    </a:lnTo>
                    <a:lnTo>
                      <a:pt x="314935" y="542822"/>
                    </a:lnTo>
                    <a:lnTo>
                      <a:pt x="347213" y="542822"/>
                    </a:lnTo>
                    <a:lnTo>
                      <a:pt x="347213" y="554789"/>
                    </a:lnTo>
                    <a:lnTo>
                      <a:pt x="458801" y="554789"/>
                    </a:lnTo>
                    <a:lnTo>
                      <a:pt x="458801" y="594831"/>
                    </a:lnTo>
                    <a:lnTo>
                      <a:pt x="347213" y="594831"/>
                    </a:lnTo>
                    <a:lnTo>
                      <a:pt x="347213" y="606798"/>
                    </a:lnTo>
                    <a:lnTo>
                      <a:pt x="243463" y="606798"/>
                    </a:lnTo>
                    <a:lnTo>
                      <a:pt x="243463" y="594831"/>
                    </a:lnTo>
                    <a:lnTo>
                      <a:pt x="131414" y="594831"/>
                    </a:lnTo>
                    <a:lnTo>
                      <a:pt x="131414" y="554789"/>
                    </a:lnTo>
                    <a:lnTo>
                      <a:pt x="243463" y="554789"/>
                    </a:lnTo>
                    <a:lnTo>
                      <a:pt x="243463" y="542822"/>
                    </a:lnTo>
                    <a:lnTo>
                      <a:pt x="275280" y="542822"/>
                    </a:lnTo>
                    <a:close/>
                    <a:moveTo>
                      <a:pt x="341174" y="439218"/>
                    </a:moveTo>
                    <a:lnTo>
                      <a:pt x="341174" y="464548"/>
                    </a:lnTo>
                    <a:lnTo>
                      <a:pt x="416785" y="464548"/>
                    </a:lnTo>
                    <a:lnTo>
                      <a:pt x="416785" y="439218"/>
                    </a:lnTo>
                    <a:close/>
                    <a:moveTo>
                      <a:pt x="159063" y="412046"/>
                    </a:moveTo>
                    <a:cubicBezTo>
                      <a:pt x="153069" y="412046"/>
                      <a:pt x="148459" y="416651"/>
                      <a:pt x="148459" y="422638"/>
                    </a:cubicBezTo>
                    <a:cubicBezTo>
                      <a:pt x="148459" y="428625"/>
                      <a:pt x="153069" y="433692"/>
                      <a:pt x="159063" y="433692"/>
                    </a:cubicBezTo>
                    <a:cubicBezTo>
                      <a:pt x="165056" y="433692"/>
                      <a:pt x="169667" y="428625"/>
                      <a:pt x="169667" y="422638"/>
                    </a:cubicBezTo>
                    <a:cubicBezTo>
                      <a:pt x="169667" y="416651"/>
                      <a:pt x="165056" y="412046"/>
                      <a:pt x="159063" y="412046"/>
                    </a:cubicBezTo>
                    <a:close/>
                    <a:moveTo>
                      <a:pt x="145232" y="392242"/>
                    </a:moveTo>
                    <a:lnTo>
                      <a:pt x="445369" y="392242"/>
                    </a:lnTo>
                    <a:cubicBezTo>
                      <a:pt x="454590" y="392242"/>
                      <a:pt x="462428" y="400071"/>
                      <a:pt x="462428" y="409743"/>
                    </a:cubicBezTo>
                    <a:lnTo>
                      <a:pt x="462428" y="468693"/>
                    </a:lnTo>
                    <a:cubicBezTo>
                      <a:pt x="462428" y="478365"/>
                      <a:pt x="454590" y="486194"/>
                      <a:pt x="445369" y="486194"/>
                    </a:cubicBezTo>
                    <a:lnTo>
                      <a:pt x="145232" y="486194"/>
                    </a:lnTo>
                    <a:cubicBezTo>
                      <a:pt x="135550" y="486194"/>
                      <a:pt x="127712" y="478365"/>
                      <a:pt x="127712" y="468693"/>
                    </a:cubicBezTo>
                    <a:lnTo>
                      <a:pt x="127712" y="409743"/>
                    </a:lnTo>
                    <a:cubicBezTo>
                      <a:pt x="127712" y="400071"/>
                      <a:pt x="135550" y="392242"/>
                      <a:pt x="145232" y="392242"/>
                    </a:cubicBezTo>
                    <a:close/>
                    <a:moveTo>
                      <a:pt x="341174" y="336094"/>
                    </a:moveTo>
                    <a:lnTo>
                      <a:pt x="341174" y="360968"/>
                    </a:lnTo>
                    <a:lnTo>
                      <a:pt x="416785" y="360968"/>
                    </a:lnTo>
                    <a:lnTo>
                      <a:pt x="416785" y="336094"/>
                    </a:lnTo>
                    <a:close/>
                    <a:moveTo>
                      <a:pt x="159063" y="308917"/>
                    </a:moveTo>
                    <a:cubicBezTo>
                      <a:pt x="153069" y="308917"/>
                      <a:pt x="148459" y="313523"/>
                      <a:pt x="148459" y="319511"/>
                    </a:cubicBezTo>
                    <a:cubicBezTo>
                      <a:pt x="148459" y="325500"/>
                      <a:pt x="153069" y="330106"/>
                      <a:pt x="159063" y="330106"/>
                    </a:cubicBezTo>
                    <a:cubicBezTo>
                      <a:pt x="165056" y="330106"/>
                      <a:pt x="169667" y="325500"/>
                      <a:pt x="169667" y="319511"/>
                    </a:cubicBezTo>
                    <a:cubicBezTo>
                      <a:pt x="169667" y="313523"/>
                      <a:pt x="165056" y="308917"/>
                      <a:pt x="159063" y="308917"/>
                    </a:cubicBezTo>
                    <a:close/>
                    <a:moveTo>
                      <a:pt x="145232" y="289110"/>
                    </a:moveTo>
                    <a:lnTo>
                      <a:pt x="445369" y="289110"/>
                    </a:lnTo>
                    <a:cubicBezTo>
                      <a:pt x="454590" y="289110"/>
                      <a:pt x="462428" y="296941"/>
                      <a:pt x="462428" y="306153"/>
                    </a:cubicBezTo>
                    <a:lnTo>
                      <a:pt x="462428" y="365574"/>
                    </a:lnTo>
                    <a:cubicBezTo>
                      <a:pt x="462428" y="375247"/>
                      <a:pt x="454590" y="382617"/>
                      <a:pt x="445369" y="382617"/>
                    </a:cubicBezTo>
                    <a:lnTo>
                      <a:pt x="145232" y="382617"/>
                    </a:lnTo>
                    <a:cubicBezTo>
                      <a:pt x="135550" y="382617"/>
                      <a:pt x="127712" y="375247"/>
                      <a:pt x="127712" y="365574"/>
                    </a:cubicBezTo>
                    <a:lnTo>
                      <a:pt x="127712" y="306153"/>
                    </a:lnTo>
                    <a:cubicBezTo>
                      <a:pt x="127712" y="296941"/>
                      <a:pt x="135550" y="289110"/>
                      <a:pt x="145232" y="289110"/>
                    </a:cubicBezTo>
                    <a:close/>
                    <a:moveTo>
                      <a:pt x="341174" y="232510"/>
                    </a:moveTo>
                    <a:lnTo>
                      <a:pt x="341174" y="257840"/>
                    </a:lnTo>
                    <a:lnTo>
                      <a:pt x="416785" y="257840"/>
                    </a:lnTo>
                    <a:lnTo>
                      <a:pt x="416785" y="232510"/>
                    </a:lnTo>
                    <a:close/>
                    <a:moveTo>
                      <a:pt x="159063" y="205338"/>
                    </a:moveTo>
                    <a:cubicBezTo>
                      <a:pt x="153069" y="205338"/>
                      <a:pt x="148459" y="209943"/>
                      <a:pt x="148459" y="215930"/>
                    </a:cubicBezTo>
                    <a:cubicBezTo>
                      <a:pt x="148459" y="221917"/>
                      <a:pt x="153069" y="226984"/>
                      <a:pt x="159063" y="226984"/>
                    </a:cubicBezTo>
                    <a:cubicBezTo>
                      <a:pt x="165056" y="226984"/>
                      <a:pt x="169667" y="221917"/>
                      <a:pt x="169667" y="215930"/>
                    </a:cubicBezTo>
                    <a:cubicBezTo>
                      <a:pt x="169667" y="209943"/>
                      <a:pt x="165056" y="205338"/>
                      <a:pt x="159063" y="205338"/>
                    </a:cubicBezTo>
                    <a:close/>
                    <a:moveTo>
                      <a:pt x="145232" y="185534"/>
                    </a:moveTo>
                    <a:lnTo>
                      <a:pt x="445369" y="185534"/>
                    </a:lnTo>
                    <a:cubicBezTo>
                      <a:pt x="454590" y="185534"/>
                      <a:pt x="462428" y="193363"/>
                      <a:pt x="462428" y="203035"/>
                    </a:cubicBezTo>
                    <a:lnTo>
                      <a:pt x="462428" y="261985"/>
                    </a:lnTo>
                    <a:cubicBezTo>
                      <a:pt x="462428" y="271657"/>
                      <a:pt x="454590" y="279486"/>
                      <a:pt x="445369" y="279486"/>
                    </a:cubicBezTo>
                    <a:lnTo>
                      <a:pt x="145232" y="279486"/>
                    </a:lnTo>
                    <a:cubicBezTo>
                      <a:pt x="135550" y="279486"/>
                      <a:pt x="127712" y="271657"/>
                      <a:pt x="127712" y="261985"/>
                    </a:cubicBezTo>
                    <a:lnTo>
                      <a:pt x="127712" y="203035"/>
                    </a:lnTo>
                    <a:cubicBezTo>
                      <a:pt x="127712" y="193363"/>
                      <a:pt x="135550" y="185534"/>
                      <a:pt x="145232" y="185534"/>
                    </a:cubicBezTo>
                    <a:close/>
                    <a:moveTo>
                      <a:pt x="253115" y="0"/>
                    </a:moveTo>
                    <a:cubicBezTo>
                      <a:pt x="284927" y="0"/>
                      <a:pt x="315356" y="10129"/>
                      <a:pt x="340253" y="29007"/>
                    </a:cubicBezTo>
                    <a:cubicBezTo>
                      <a:pt x="343019" y="31309"/>
                      <a:pt x="346707" y="32230"/>
                      <a:pt x="349935" y="32230"/>
                    </a:cubicBezTo>
                    <a:cubicBezTo>
                      <a:pt x="352701" y="31770"/>
                      <a:pt x="355006" y="31770"/>
                      <a:pt x="357772" y="31770"/>
                    </a:cubicBezTo>
                    <a:cubicBezTo>
                      <a:pt x="398806" y="31770"/>
                      <a:pt x="437533" y="52028"/>
                      <a:pt x="461508" y="84258"/>
                    </a:cubicBezTo>
                    <a:cubicBezTo>
                      <a:pt x="463813" y="87941"/>
                      <a:pt x="467963" y="89783"/>
                      <a:pt x="472112" y="90244"/>
                    </a:cubicBezTo>
                    <a:cubicBezTo>
                      <a:pt x="538503" y="95769"/>
                      <a:pt x="590140" y="151480"/>
                      <a:pt x="590140" y="218702"/>
                    </a:cubicBezTo>
                    <a:cubicBezTo>
                      <a:pt x="590140" y="280400"/>
                      <a:pt x="546341" y="332428"/>
                      <a:pt x="487788" y="344399"/>
                    </a:cubicBezTo>
                    <a:lnTo>
                      <a:pt x="487788" y="306183"/>
                    </a:lnTo>
                    <a:cubicBezTo>
                      <a:pt x="487788" y="301579"/>
                      <a:pt x="487327" y="296975"/>
                      <a:pt x="485482" y="292831"/>
                    </a:cubicBezTo>
                    <a:cubicBezTo>
                      <a:pt x="516834" y="282702"/>
                      <a:pt x="539425" y="253234"/>
                      <a:pt x="539425" y="218702"/>
                    </a:cubicBezTo>
                    <a:cubicBezTo>
                      <a:pt x="539425" y="175422"/>
                      <a:pt x="504385" y="140430"/>
                      <a:pt x="461508" y="140430"/>
                    </a:cubicBezTo>
                    <a:cubicBezTo>
                      <a:pt x="458742" y="140430"/>
                      <a:pt x="455975" y="140890"/>
                      <a:pt x="453670" y="140890"/>
                    </a:cubicBezTo>
                    <a:cubicBezTo>
                      <a:pt x="443066" y="142272"/>
                      <a:pt x="432923" y="136286"/>
                      <a:pt x="428313" y="126617"/>
                    </a:cubicBezTo>
                    <a:cubicBezTo>
                      <a:pt x="414942" y="99452"/>
                      <a:pt x="387740" y="82416"/>
                      <a:pt x="357772" y="82416"/>
                    </a:cubicBezTo>
                    <a:cubicBezTo>
                      <a:pt x="352240" y="82416"/>
                      <a:pt x="347168" y="82877"/>
                      <a:pt x="341636" y="84258"/>
                    </a:cubicBezTo>
                    <a:cubicBezTo>
                      <a:pt x="333337" y="86100"/>
                      <a:pt x="325038" y="83337"/>
                      <a:pt x="318583" y="77352"/>
                    </a:cubicBezTo>
                    <a:cubicBezTo>
                      <a:pt x="301064" y="60316"/>
                      <a:pt x="277550" y="50647"/>
                      <a:pt x="253115" y="50647"/>
                    </a:cubicBezTo>
                    <a:cubicBezTo>
                      <a:pt x="209776" y="50647"/>
                      <a:pt x="172432" y="80114"/>
                      <a:pt x="161827" y="122013"/>
                    </a:cubicBezTo>
                    <a:cubicBezTo>
                      <a:pt x="159061" y="133984"/>
                      <a:pt x="147535" y="141811"/>
                      <a:pt x="135087" y="140890"/>
                    </a:cubicBezTo>
                    <a:cubicBezTo>
                      <a:pt x="133243" y="140890"/>
                      <a:pt x="130937" y="140430"/>
                      <a:pt x="129093" y="140430"/>
                    </a:cubicBezTo>
                    <a:cubicBezTo>
                      <a:pt x="85755" y="140430"/>
                      <a:pt x="50715" y="175422"/>
                      <a:pt x="50715" y="218702"/>
                    </a:cubicBezTo>
                    <a:cubicBezTo>
                      <a:pt x="50715" y="253234"/>
                      <a:pt x="73306" y="282702"/>
                      <a:pt x="104658" y="292831"/>
                    </a:cubicBezTo>
                    <a:cubicBezTo>
                      <a:pt x="103275" y="296975"/>
                      <a:pt x="102352" y="301579"/>
                      <a:pt x="102352" y="306183"/>
                    </a:cubicBezTo>
                    <a:lnTo>
                      <a:pt x="102352" y="344859"/>
                    </a:lnTo>
                    <a:cubicBezTo>
                      <a:pt x="43799" y="332428"/>
                      <a:pt x="0" y="280400"/>
                      <a:pt x="0" y="218702"/>
                    </a:cubicBezTo>
                    <a:cubicBezTo>
                      <a:pt x="0" y="153782"/>
                      <a:pt x="48410" y="99913"/>
                      <a:pt x="110651" y="91164"/>
                    </a:cubicBezTo>
                    <a:cubicBezTo>
                      <a:pt x="115723" y="90244"/>
                      <a:pt x="120333" y="87021"/>
                      <a:pt x="122177" y="82416"/>
                    </a:cubicBezTo>
                    <a:cubicBezTo>
                      <a:pt x="145691" y="32690"/>
                      <a:pt x="196406" y="0"/>
                      <a:pt x="2531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42" name="直接连接符 41"/>
            <p:cNvCxnSpPr/>
            <p:nvPr/>
          </p:nvCxnSpPr>
          <p:spPr>
            <a:xfrm>
              <a:off x="6411000" y="2217445"/>
              <a:ext cx="510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flipH="1">
              <a:off x="669925" y="4640557"/>
              <a:ext cx="5966294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ïṣľíḑè"/>
            <p:cNvSpPr/>
            <p:nvPr/>
          </p:nvSpPr>
          <p:spPr bwMode="auto">
            <a:xfrm>
              <a:off x="7671000" y="2217445"/>
              <a:ext cx="3847900" cy="84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45" name="íŝḻïḓe"/>
            <p:cNvSpPr txBox="1"/>
            <p:nvPr/>
          </p:nvSpPr>
          <p:spPr bwMode="auto">
            <a:xfrm>
              <a:off x="7671000" y="1726494"/>
              <a:ext cx="3847900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6" name="íṡľíḑé"/>
            <p:cNvSpPr/>
            <p:nvPr/>
          </p:nvSpPr>
          <p:spPr bwMode="auto">
            <a:xfrm>
              <a:off x="673100" y="4640557"/>
              <a:ext cx="3892900" cy="84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47" name="iṩ1ïḋe"/>
            <p:cNvSpPr txBox="1"/>
            <p:nvPr/>
          </p:nvSpPr>
          <p:spPr bwMode="auto">
            <a:xfrm>
              <a:off x="673100" y="4149606"/>
              <a:ext cx="3892900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cd38ace4-4f9d-4fce-91a2-567f4e185cf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343690"/>
            <a:ext cx="10852150" cy="4110310"/>
            <a:chOff x="669925" y="1343690"/>
            <a:chExt cx="10852150" cy="4110310"/>
          </a:xfrm>
        </p:grpSpPr>
        <p:sp>
          <p:nvSpPr>
            <p:cNvPr id="32" name="íṥḻíḑè"/>
            <p:cNvSpPr/>
            <p:nvPr/>
          </p:nvSpPr>
          <p:spPr bwMode="auto">
            <a:xfrm rot="5400000">
              <a:off x="4739126" y="1603355"/>
              <a:ext cx="3125038" cy="3651292"/>
            </a:xfrm>
            <a:custGeom>
              <a:avLst/>
              <a:gdLst>
                <a:gd name="connsiteX0" fmla="*/ 0 w 1750439"/>
                <a:gd name="connsiteY0" fmla="*/ 1203241 h 2045210"/>
                <a:gd name="connsiteX1" fmla="*/ 215072 w 1750439"/>
                <a:gd name="connsiteY1" fmla="*/ 1203241 h 2045210"/>
                <a:gd name="connsiteX2" fmla="*/ 839375 w 1750439"/>
                <a:gd name="connsiteY2" fmla="*/ 1830240 h 2045210"/>
                <a:gd name="connsiteX3" fmla="*/ 1463678 w 1750439"/>
                <a:gd name="connsiteY3" fmla="*/ 1203241 h 2045210"/>
                <a:gd name="connsiteX4" fmla="*/ 1463678 w 1750439"/>
                <a:gd name="connsiteY4" fmla="*/ 355301 h 2045210"/>
                <a:gd name="connsiteX5" fmla="*/ 1394975 w 1750439"/>
                <a:gd name="connsiteY5" fmla="*/ 355301 h 2045210"/>
                <a:gd name="connsiteX6" fmla="*/ 1571213 w 1750439"/>
                <a:gd name="connsiteY6" fmla="*/ 0 h 2045210"/>
                <a:gd name="connsiteX7" fmla="*/ 1750439 w 1750439"/>
                <a:gd name="connsiteY7" fmla="*/ 355301 h 2045210"/>
                <a:gd name="connsiteX8" fmla="*/ 1678748 w 1750439"/>
                <a:gd name="connsiteY8" fmla="*/ 355301 h 2045210"/>
                <a:gd name="connsiteX9" fmla="*/ 1678748 w 1750439"/>
                <a:gd name="connsiteY9" fmla="*/ 1203241 h 2045210"/>
                <a:gd name="connsiteX10" fmla="*/ 839375 w 1750439"/>
                <a:gd name="connsiteY10" fmla="*/ 2045210 h 2045210"/>
                <a:gd name="connsiteX11" fmla="*/ 0 w 1750439"/>
                <a:gd name="connsiteY11" fmla="*/ 1203241 h 204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50439" h="2045210">
                  <a:moveTo>
                    <a:pt x="0" y="1203241"/>
                  </a:moveTo>
                  <a:cubicBezTo>
                    <a:pt x="0" y="1203241"/>
                    <a:pt x="0" y="1203241"/>
                    <a:pt x="215072" y="1203241"/>
                  </a:cubicBezTo>
                  <a:cubicBezTo>
                    <a:pt x="215072" y="1549583"/>
                    <a:pt x="492872" y="1830240"/>
                    <a:pt x="839375" y="1830240"/>
                  </a:cubicBezTo>
                  <a:cubicBezTo>
                    <a:pt x="1185878" y="1830240"/>
                    <a:pt x="1463678" y="1549583"/>
                    <a:pt x="1463678" y="1203241"/>
                  </a:cubicBezTo>
                  <a:cubicBezTo>
                    <a:pt x="1463678" y="1203241"/>
                    <a:pt x="1463678" y="1203241"/>
                    <a:pt x="1463678" y="355301"/>
                  </a:cubicBezTo>
                  <a:cubicBezTo>
                    <a:pt x="1463678" y="355301"/>
                    <a:pt x="1463678" y="355301"/>
                    <a:pt x="1394975" y="355301"/>
                  </a:cubicBezTo>
                  <a:cubicBezTo>
                    <a:pt x="1394975" y="355301"/>
                    <a:pt x="1394975" y="355301"/>
                    <a:pt x="1571213" y="0"/>
                  </a:cubicBezTo>
                  <a:lnTo>
                    <a:pt x="1750439" y="355301"/>
                  </a:lnTo>
                  <a:cubicBezTo>
                    <a:pt x="1750439" y="355301"/>
                    <a:pt x="1750439" y="355301"/>
                    <a:pt x="1678748" y="355301"/>
                  </a:cubicBezTo>
                  <a:cubicBezTo>
                    <a:pt x="1678748" y="355301"/>
                    <a:pt x="1678748" y="355301"/>
                    <a:pt x="1678748" y="1203241"/>
                  </a:cubicBezTo>
                  <a:cubicBezTo>
                    <a:pt x="1678748" y="1669011"/>
                    <a:pt x="1302375" y="2045210"/>
                    <a:pt x="839375" y="2045210"/>
                  </a:cubicBezTo>
                  <a:cubicBezTo>
                    <a:pt x="376375" y="2045210"/>
                    <a:pt x="0" y="1669011"/>
                    <a:pt x="0" y="120324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lIns="91440" tIns="45720" rIns="91440" bIns="45720">
              <a:noAutofit/>
            </a:bodyPr>
            <a:lstStyle/>
            <a:p>
              <a:endParaRPr lang="zh-CN" altLang="en-US" sz="2400"/>
            </a:p>
          </p:txBody>
        </p:sp>
        <p:sp>
          <p:nvSpPr>
            <p:cNvPr id="33" name="í$lïde"/>
            <p:cNvSpPr/>
            <p:nvPr/>
          </p:nvSpPr>
          <p:spPr bwMode="auto">
            <a:xfrm>
              <a:off x="5021741" y="2412227"/>
              <a:ext cx="1910103" cy="1903610"/>
            </a:xfrm>
            <a:prstGeom prst="ellipse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34" name="íṩlïde"/>
            <p:cNvGrpSpPr/>
            <p:nvPr/>
          </p:nvGrpSpPr>
          <p:grpSpPr>
            <a:xfrm>
              <a:off x="669925" y="2560508"/>
              <a:ext cx="3651292" cy="1607047"/>
              <a:chOff x="687278" y="2398652"/>
              <a:chExt cx="3524773" cy="1607047"/>
            </a:xfrm>
          </p:grpSpPr>
          <p:sp>
            <p:nvSpPr>
              <p:cNvPr id="69" name="ïşľiḍé"/>
              <p:cNvSpPr/>
              <p:nvPr/>
            </p:nvSpPr>
            <p:spPr>
              <a:xfrm>
                <a:off x="687278" y="2840457"/>
                <a:ext cx="3524773" cy="116524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70" name="íśliď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sp>
          <p:nvSpPr>
            <p:cNvPr id="35" name="işlïďè"/>
            <p:cNvSpPr txBox="1"/>
            <p:nvPr/>
          </p:nvSpPr>
          <p:spPr bwMode="auto">
            <a:xfrm>
              <a:off x="5256792" y="1866482"/>
              <a:ext cx="7200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/>
                <a:t>2017</a:t>
              </a:r>
              <a:endParaRPr lang="en-US" altLang="zh-CN" sz="1600" b="1" dirty="0"/>
            </a:p>
          </p:txBody>
        </p:sp>
        <p:sp>
          <p:nvSpPr>
            <p:cNvPr id="36" name="îşľîdê"/>
            <p:cNvSpPr txBox="1"/>
            <p:nvPr/>
          </p:nvSpPr>
          <p:spPr bwMode="auto">
            <a:xfrm>
              <a:off x="7131000" y="4416841"/>
              <a:ext cx="7200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/>
                <a:t>2018</a:t>
              </a:r>
              <a:endParaRPr lang="en-US" altLang="zh-CN" sz="1600" b="1" dirty="0"/>
            </a:p>
          </p:txBody>
        </p:sp>
        <p:sp>
          <p:nvSpPr>
            <p:cNvPr id="37" name="ïşľïdè"/>
            <p:cNvSpPr/>
            <p:nvPr/>
          </p:nvSpPr>
          <p:spPr bwMode="auto">
            <a:xfrm>
              <a:off x="6478942" y="1564593"/>
              <a:ext cx="899312" cy="900726"/>
            </a:xfrm>
            <a:custGeom>
              <a:avLst/>
              <a:gdLst>
                <a:gd name="T0" fmla="*/ 1066 w 1272"/>
                <a:gd name="T1" fmla="*/ 168 h 1274"/>
                <a:gd name="T2" fmla="*/ 1132 w 1272"/>
                <a:gd name="T3" fmla="*/ 238 h 1274"/>
                <a:gd name="T4" fmla="*/ 1186 w 1272"/>
                <a:gd name="T5" fmla="*/ 316 h 1274"/>
                <a:gd name="T6" fmla="*/ 1226 w 1272"/>
                <a:gd name="T7" fmla="*/ 398 h 1274"/>
                <a:gd name="T8" fmla="*/ 1254 w 1272"/>
                <a:gd name="T9" fmla="*/ 486 h 1274"/>
                <a:gd name="T10" fmla="*/ 1270 w 1272"/>
                <a:gd name="T11" fmla="*/ 576 h 1274"/>
                <a:gd name="T12" fmla="*/ 1272 w 1272"/>
                <a:gd name="T13" fmla="*/ 668 h 1274"/>
                <a:gd name="T14" fmla="*/ 1260 w 1272"/>
                <a:gd name="T15" fmla="*/ 760 h 1274"/>
                <a:gd name="T16" fmla="*/ 1236 w 1272"/>
                <a:gd name="T17" fmla="*/ 850 h 1274"/>
                <a:gd name="T18" fmla="*/ 1198 w 1272"/>
                <a:gd name="T19" fmla="*/ 936 h 1274"/>
                <a:gd name="T20" fmla="*/ 1146 w 1272"/>
                <a:gd name="T21" fmla="*/ 1016 h 1274"/>
                <a:gd name="T22" fmla="*/ 1106 w 1272"/>
                <a:gd name="T23" fmla="*/ 1068 h 1274"/>
                <a:gd name="T24" fmla="*/ 1036 w 1272"/>
                <a:gd name="T25" fmla="*/ 1134 h 1274"/>
                <a:gd name="T26" fmla="*/ 958 w 1272"/>
                <a:gd name="T27" fmla="*/ 1186 h 1274"/>
                <a:gd name="T28" fmla="*/ 874 w 1272"/>
                <a:gd name="T29" fmla="*/ 1228 h 1274"/>
                <a:gd name="T30" fmla="*/ 786 w 1272"/>
                <a:gd name="T31" fmla="*/ 1256 h 1274"/>
                <a:gd name="T32" fmla="*/ 696 w 1272"/>
                <a:gd name="T33" fmla="*/ 1272 h 1274"/>
                <a:gd name="T34" fmla="*/ 604 w 1272"/>
                <a:gd name="T35" fmla="*/ 1274 h 1274"/>
                <a:gd name="T36" fmla="*/ 514 w 1272"/>
                <a:gd name="T37" fmla="*/ 1262 h 1274"/>
                <a:gd name="T38" fmla="*/ 424 w 1272"/>
                <a:gd name="T39" fmla="*/ 1238 h 1274"/>
                <a:gd name="T40" fmla="*/ 338 w 1272"/>
                <a:gd name="T41" fmla="*/ 1200 h 1274"/>
                <a:gd name="T42" fmla="*/ 256 w 1272"/>
                <a:gd name="T43" fmla="*/ 1148 h 1274"/>
                <a:gd name="T44" fmla="*/ 206 w 1272"/>
                <a:gd name="T45" fmla="*/ 1106 h 1274"/>
                <a:gd name="T46" fmla="*/ 140 w 1272"/>
                <a:gd name="T47" fmla="*/ 1036 h 1274"/>
                <a:gd name="T48" fmla="*/ 86 w 1272"/>
                <a:gd name="T49" fmla="*/ 958 h 1274"/>
                <a:gd name="T50" fmla="*/ 46 w 1272"/>
                <a:gd name="T51" fmla="*/ 876 h 1274"/>
                <a:gd name="T52" fmla="*/ 18 w 1272"/>
                <a:gd name="T53" fmla="*/ 788 h 1274"/>
                <a:gd name="T54" fmla="*/ 2 w 1272"/>
                <a:gd name="T55" fmla="*/ 698 h 1274"/>
                <a:gd name="T56" fmla="*/ 0 w 1272"/>
                <a:gd name="T57" fmla="*/ 606 h 1274"/>
                <a:gd name="T58" fmla="*/ 10 w 1272"/>
                <a:gd name="T59" fmla="*/ 514 h 1274"/>
                <a:gd name="T60" fmla="*/ 36 w 1272"/>
                <a:gd name="T61" fmla="*/ 426 h 1274"/>
                <a:gd name="T62" fmla="*/ 74 w 1272"/>
                <a:gd name="T63" fmla="*/ 338 h 1274"/>
                <a:gd name="T64" fmla="*/ 124 w 1272"/>
                <a:gd name="T65" fmla="*/ 258 h 1274"/>
                <a:gd name="T66" fmla="*/ 166 w 1272"/>
                <a:gd name="T67" fmla="*/ 208 h 1274"/>
                <a:gd name="T68" fmla="*/ 236 w 1272"/>
                <a:gd name="T69" fmla="*/ 142 h 1274"/>
                <a:gd name="T70" fmla="*/ 314 w 1272"/>
                <a:gd name="T71" fmla="*/ 88 h 1274"/>
                <a:gd name="T72" fmla="*/ 398 w 1272"/>
                <a:gd name="T73" fmla="*/ 46 h 1274"/>
                <a:gd name="T74" fmla="*/ 486 w 1272"/>
                <a:gd name="T75" fmla="*/ 18 h 1274"/>
                <a:gd name="T76" fmla="*/ 576 w 1272"/>
                <a:gd name="T77" fmla="*/ 4 h 1274"/>
                <a:gd name="T78" fmla="*/ 668 w 1272"/>
                <a:gd name="T79" fmla="*/ 2 h 1274"/>
                <a:gd name="T80" fmla="*/ 758 w 1272"/>
                <a:gd name="T81" fmla="*/ 12 h 1274"/>
                <a:gd name="T82" fmla="*/ 848 w 1272"/>
                <a:gd name="T83" fmla="*/ 36 h 1274"/>
                <a:gd name="T84" fmla="*/ 934 w 1272"/>
                <a:gd name="T85" fmla="*/ 74 h 1274"/>
                <a:gd name="T86" fmla="*/ 1016 w 1272"/>
                <a:gd name="T87" fmla="*/ 126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72" h="1274">
                  <a:moveTo>
                    <a:pt x="1042" y="146"/>
                  </a:moveTo>
                  <a:lnTo>
                    <a:pt x="1042" y="146"/>
                  </a:lnTo>
                  <a:lnTo>
                    <a:pt x="1066" y="168"/>
                  </a:lnTo>
                  <a:lnTo>
                    <a:pt x="1090" y="190"/>
                  </a:lnTo>
                  <a:lnTo>
                    <a:pt x="1112" y="214"/>
                  </a:lnTo>
                  <a:lnTo>
                    <a:pt x="1132" y="238"/>
                  </a:lnTo>
                  <a:lnTo>
                    <a:pt x="1152" y="264"/>
                  </a:lnTo>
                  <a:lnTo>
                    <a:pt x="1170" y="290"/>
                  </a:lnTo>
                  <a:lnTo>
                    <a:pt x="1186" y="316"/>
                  </a:lnTo>
                  <a:lnTo>
                    <a:pt x="1200" y="342"/>
                  </a:lnTo>
                  <a:lnTo>
                    <a:pt x="1214" y="370"/>
                  </a:lnTo>
                  <a:lnTo>
                    <a:pt x="1226" y="398"/>
                  </a:lnTo>
                  <a:lnTo>
                    <a:pt x="1238" y="428"/>
                  </a:lnTo>
                  <a:lnTo>
                    <a:pt x="1246" y="456"/>
                  </a:lnTo>
                  <a:lnTo>
                    <a:pt x="1254" y="486"/>
                  </a:lnTo>
                  <a:lnTo>
                    <a:pt x="1260" y="516"/>
                  </a:lnTo>
                  <a:lnTo>
                    <a:pt x="1266" y="546"/>
                  </a:lnTo>
                  <a:lnTo>
                    <a:pt x="1270" y="576"/>
                  </a:lnTo>
                  <a:lnTo>
                    <a:pt x="1272" y="608"/>
                  </a:lnTo>
                  <a:lnTo>
                    <a:pt x="1272" y="638"/>
                  </a:lnTo>
                  <a:lnTo>
                    <a:pt x="1272" y="668"/>
                  </a:lnTo>
                  <a:lnTo>
                    <a:pt x="1270" y="700"/>
                  </a:lnTo>
                  <a:lnTo>
                    <a:pt x="1266" y="730"/>
                  </a:lnTo>
                  <a:lnTo>
                    <a:pt x="1260" y="760"/>
                  </a:lnTo>
                  <a:lnTo>
                    <a:pt x="1254" y="790"/>
                  </a:lnTo>
                  <a:lnTo>
                    <a:pt x="1246" y="820"/>
                  </a:lnTo>
                  <a:lnTo>
                    <a:pt x="1236" y="850"/>
                  </a:lnTo>
                  <a:lnTo>
                    <a:pt x="1226" y="878"/>
                  </a:lnTo>
                  <a:lnTo>
                    <a:pt x="1212" y="908"/>
                  </a:lnTo>
                  <a:lnTo>
                    <a:pt x="1198" y="936"/>
                  </a:lnTo>
                  <a:lnTo>
                    <a:pt x="1182" y="964"/>
                  </a:lnTo>
                  <a:lnTo>
                    <a:pt x="1166" y="990"/>
                  </a:lnTo>
                  <a:lnTo>
                    <a:pt x="1146" y="1016"/>
                  </a:lnTo>
                  <a:lnTo>
                    <a:pt x="1126" y="1042"/>
                  </a:lnTo>
                  <a:lnTo>
                    <a:pt x="1126" y="1042"/>
                  </a:lnTo>
                  <a:lnTo>
                    <a:pt x="1106" y="1068"/>
                  </a:lnTo>
                  <a:lnTo>
                    <a:pt x="1082" y="1090"/>
                  </a:lnTo>
                  <a:lnTo>
                    <a:pt x="1060" y="1112"/>
                  </a:lnTo>
                  <a:lnTo>
                    <a:pt x="1036" y="1134"/>
                  </a:lnTo>
                  <a:lnTo>
                    <a:pt x="1010" y="1152"/>
                  </a:lnTo>
                  <a:lnTo>
                    <a:pt x="984" y="1170"/>
                  </a:lnTo>
                  <a:lnTo>
                    <a:pt x="958" y="1186"/>
                  </a:lnTo>
                  <a:lnTo>
                    <a:pt x="930" y="1202"/>
                  </a:lnTo>
                  <a:lnTo>
                    <a:pt x="902" y="1216"/>
                  </a:lnTo>
                  <a:lnTo>
                    <a:pt x="874" y="1228"/>
                  </a:lnTo>
                  <a:lnTo>
                    <a:pt x="846" y="1238"/>
                  </a:lnTo>
                  <a:lnTo>
                    <a:pt x="816" y="1248"/>
                  </a:lnTo>
                  <a:lnTo>
                    <a:pt x="786" y="1256"/>
                  </a:lnTo>
                  <a:lnTo>
                    <a:pt x="756" y="1262"/>
                  </a:lnTo>
                  <a:lnTo>
                    <a:pt x="726" y="1268"/>
                  </a:lnTo>
                  <a:lnTo>
                    <a:pt x="696" y="1272"/>
                  </a:lnTo>
                  <a:lnTo>
                    <a:pt x="666" y="1274"/>
                  </a:lnTo>
                  <a:lnTo>
                    <a:pt x="636" y="1274"/>
                  </a:lnTo>
                  <a:lnTo>
                    <a:pt x="604" y="1274"/>
                  </a:lnTo>
                  <a:lnTo>
                    <a:pt x="574" y="1270"/>
                  </a:lnTo>
                  <a:lnTo>
                    <a:pt x="544" y="1268"/>
                  </a:lnTo>
                  <a:lnTo>
                    <a:pt x="514" y="1262"/>
                  </a:lnTo>
                  <a:lnTo>
                    <a:pt x="484" y="1256"/>
                  </a:lnTo>
                  <a:lnTo>
                    <a:pt x="454" y="1248"/>
                  </a:lnTo>
                  <a:lnTo>
                    <a:pt x="424" y="1238"/>
                  </a:lnTo>
                  <a:lnTo>
                    <a:pt x="394" y="1226"/>
                  </a:lnTo>
                  <a:lnTo>
                    <a:pt x="366" y="1214"/>
                  </a:lnTo>
                  <a:lnTo>
                    <a:pt x="338" y="1200"/>
                  </a:lnTo>
                  <a:lnTo>
                    <a:pt x="310" y="1184"/>
                  </a:lnTo>
                  <a:lnTo>
                    <a:pt x="282" y="1166"/>
                  </a:lnTo>
                  <a:lnTo>
                    <a:pt x="256" y="1148"/>
                  </a:lnTo>
                  <a:lnTo>
                    <a:pt x="230" y="1128"/>
                  </a:lnTo>
                  <a:lnTo>
                    <a:pt x="230" y="1128"/>
                  </a:lnTo>
                  <a:lnTo>
                    <a:pt x="206" y="1106"/>
                  </a:lnTo>
                  <a:lnTo>
                    <a:pt x="182" y="1084"/>
                  </a:lnTo>
                  <a:lnTo>
                    <a:pt x="160" y="1060"/>
                  </a:lnTo>
                  <a:lnTo>
                    <a:pt x="140" y="1036"/>
                  </a:lnTo>
                  <a:lnTo>
                    <a:pt x="120" y="1012"/>
                  </a:lnTo>
                  <a:lnTo>
                    <a:pt x="102" y="986"/>
                  </a:lnTo>
                  <a:lnTo>
                    <a:pt x="86" y="958"/>
                  </a:lnTo>
                  <a:lnTo>
                    <a:pt x="72" y="932"/>
                  </a:lnTo>
                  <a:lnTo>
                    <a:pt x="58" y="904"/>
                  </a:lnTo>
                  <a:lnTo>
                    <a:pt x="46" y="876"/>
                  </a:lnTo>
                  <a:lnTo>
                    <a:pt x="34" y="846"/>
                  </a:lnTo>
                  <a:lnTo>
                    <a:pt x="26" y="818"/>
                  </a:lnTo>
                  <a:lnTo>
                    <a:pt x="18" y="788"/>
                  </a:lnTo>
                  <a:lnTo>
                    <a:pt x="10" y="758"/>
                  </a:lnTo>
                  <a:lnTo>
                    <a:pt x="6" y="728"/>
                  </a:lnTo>
                  <a:lnTo>
                    <a:pt x="2" y="698"/>
                  </a:lnTo>
                  <a:lnTo>
                    <a:pt x="0" y="668"/>
                  </a:lnTo>
                  <a:lnTo>
                    <a:pt x="0" y="636"/>
                  </a:lnTo>
                  <a:lnTo>
                    <a:pt x="0" y="606"/>
                  </a:lnTo>
                  <a:lnTo>
                    <a:pt x="2" y="576"/>
                  </a:lnTo>
                  <a:lnTo>
                    <a:pt x="6" y="544"/>
                  </a:lnTo>
                  <a:lnTo>
                    <a:pt x="10" y="514"/>
                  </a:lnTo>
                  <a:lnTo>
                    <a:pt x="18" y="484"/>
                  </a:lnTo>
                  <a:lnTo>
                    <a:pt x="26" y="454"/>
                  </a:lnTo>
                  <a:lnTo>
                    <a:pt x="36" y="426"/>
                  </a:lnTo>
                  <a:lnTo>
                    <a:pt x="46" y="396"/>
                  </a:lnTo>
                  <a:lnTo>
                    <a:pt x="60" y="368"/>
                  </a:lnTo>
                  <a:lnTo>
                    <a:pt x="74" y="338"/>
                  </a:lnTo>
                  <a:lnTo>
                    <a:pt x="88" y="312"/>
                  </a:lnTo>
                  <a:lnTo>
                    <a:pt x="106" y="284"/>
                  </a:lnTo>
                  <a:lnTo>
                    <a:pt x="124" y="258"/>
                  </a:lnTo>
                  <a:lnTo>
                    <a:pt x="146" y="232"/>
                  </a:lnTo>
                  <a:lnTo>
                    <a:pt x="146" y="232"/>
                  </a:lnTo>
                  <a:lnTo>
                    <a:pt x="166" y="208"/>
                  </a:lnTo>
                  <a:lnTo>
                    <a:pt x="190" y="184"/>
                  </a:lnTo>
                  <a:lnTo>
                    <a:pt x="212" y="162"/>
                  </a:lnTo>
                  <a:lnTo>
                    <a:pt x="236" y="142"/>
                  </a:lnTo>
                  <a:lnTo>
                    <a:pt x="262" y="122"/>
                  </a:lnTo>
                  <a:lnTo>
                    <a:pt x="288" y="104"/>
                  </a:lnTo>
                  <a:lnTo>
                    <a:pt x="314" y="88"/>
                  </a:lnTo>
                  <a:lnTo>
                    <a:pt x="342" y="72"/>
                  </a:lnTo>
                  <a:lnTo>
                    <a:pt x="370" y="58"/>
                  </a:lnTo>
                  <a:lnTo>
                    <a:pt x="398" y="46"/>
                  </a:lnTo>
                  <a:lnTo>
                    <a:pt x="426" y="36"/>
                  </a:lnTo>
                  <a:lnTo>
                    <a:pt x="456" y="26"/>
                  </a:lnTo>
                  <a:lnTo>
                    <a:pt x="486" y="18"/>
                  </a:lnTo>
                  <a:lnTo>
                    <a:pt x="516" y="12"/>
                  </a:lnTo>
                  <a:lnTo>
                    <a:pt x="546" y="8"/>
                  </a:lnTo>
                  <a:lnTo>
                    <a:pt x="576" y="4"/>
                  </a:lnTo>
                  <a:lnTo>
                    <a:pt x="606" y="2"/>
                  </a:lnTo>
                  <a:lnTo>
                    <a:pt x="636" y="0"/>
                  </a:lnTo>
                  <a:lnTo>
                    <a:pt x="668" y="2"/>
                  </a:lnTo>
                  <a:lnTo>
                    <a:pt x="698" y="4"/>
                  </a:lnTo>
                  <a:lnTo>
                    <a:pt x="728" y="8"/>
                  </a:lnTo>
                  <a:lnTo>
                    <a:pt x="758" y="12"/>
                  </a:lnTo>
                  <a:lnTo>
                    <a:pt x="788" y="18"/>
                  </a:lnTo>
                  <a:lnTo>
                    <a:pt x="818" y="28"/>
                  </a:lnTo>
                  <a:lnTo>
                    <a:pt x="848" y="36"/>
                  </a:lnTo>
                  <a:lnTo>
                    <a:pt x="878" y="48"/>
                  </a:lnTo>
                  <a:lnTo>
                    <a:pt x="906" y="60"/>
                  </a:lnTo>
                  <a:lnTo>
                    <a:pt x="934" y="74"/>
                  </a:lnTo>
                  <a:lnTo>
                    <a:pt x="962" y="90"/>
                  </a:lnTo>
                  <a:lnTo>
                    <a:pt x="990" y="108"/>
                  </a:lnTo>
                  <a:lnTo>
                    <a:pt x="1016" y="126"/>
                  </a:lnTo>
                  <a:lnTo>
                    <a:pt x="1042" y="146"/>
                  </a:lnTo>
                  <a:lnTo>
                    <a:pt x="1042" y="146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2">
                  <a:lumMod val="20000"/>
                  <a:lumOff val="80000"/>
                </a:schemeClr>
              </a:solidFill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6,000K</a:t>
              </a:r>
              <a:endParaRPr lang="id-ID" sz="1600" dirty="0">
                <a:solidFill>
                  <a:schemeClr val="accent1"/>
                </a:solidFill>
              </a:endParaRPr>
            </a:p>
          </p:txBody>
        </p:sp>
        <p:sp>
          <p:nvSpPr>
            <p:cNvPr id="38" name="iṧḻíḋé"/>
            <p:cNvSpPr txBox="1"/>
            <p:nvPr/>
          </p:nvSpPr>
          <p:spPr bwMode="auto">
            <a:xfrm>
              <a:off x="7497171" y="1343690"/>
              <a:ext cx="4024903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9" name="îŝḻïḍè"/>
            <p:cNvSpPr/>
            <p:nvPr/>
          </p:nvSpPr>
          <p:spPr bwMode="auto">
            <a:xfrm>
              <a:off x="7497171" y="1785497"/>
              <a:ext cx="4024903" cy="775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40" name="íśļiḋé"/>
            <p:cNvSpPr/>
            <p:nvPr/>
          </p:nvSpPr>
          <p:spPr bwMode="auto">
            <a:xfrm>
              <a:off x="8226623" y="4171779"/>
              <a:ext cx="899312" cy="900726"/>
            </a:xfrm>
            <a:custGeom>
              <a:avLst/>
              <a:gdLst>
                <a:gd name="T0" fmla="*/ 1066 w 1272"/>
                <a:gd name="T1" fmla="*/ 168 h 1274"/>
                <a:gd name="T2" fmla="*/ 1132 w 1272"/>
                <a:gd name="T3" fmla="*/ 238 h 1274"/>
                <a:gd name="T4" fmla="*/ 1186 w 1272"/>
                <a:gd name="T5" fmla="*/ 316 h 1274"/>
                <a:gd name="T6" fmla="*/ 1226 w 1272"/>
                <a:gd name="T7" fmla="*/ 398 h 1274"/>
                <a:gd name="T8" fmla="*/ 1254 w 1272"/>
                <a:gd name="T9" fmla="*/ 486 h 1274"/>
                <a:gd name="T10" fmla="*/ 1270 w 1272"/>
                <a:gd name="T11" fmla="*/ 576 h 1274"/>
                <a:gd name="T12" fmla="*/ 1272 w 1272"/>
                <a:gd name="T13" fmla="*/ 668 h 1274"/>
                <a:gd name="T14" fmla="*/ 1260 w 1272"/>
                <a:gd name="T15" fmla="*/ 760 h 1274"/>
                <a:gd name="T16" fmla="*/ 1236 w 1272"/>
                <a:gd name="T17" fmla="*/ 850 h 1274"/>
                <a:gd name="T18" fmla="*/ 1198 w 1272"/>
                <a:gd name="T19" fmla="*/ 936 h 1274"/>
                <a:gd name="T20" fmla="*/ 1146 w 1272"/>
                <a:gd name="T21" fmla="*/ 1016 h 1274"/>
                <a:gd name="T22" fmla="*/ 1106 w 1272"/>
                <a:gd name="T23" fmla="*/ 1068 h 1274"/>
                <a:gd name="T24" fmla="*/ 1036 w 1272"/>
                <a:gd name="T25" fmla="*/ 1134 h 1274"/>
                <a:gd name="T26" fmla="*/ 958 w 1272"/>
                <a:gd name="T27" fmla="*/ 1186 h 1274"/>
                <a:gd name="T28" fmla="*/ 874 w 1272"/>
                <a:gd name="T29" fmla="*/ 1228 h 1274"/>
                <a:gd name="T30" fmla="*/ 786 w 1272"/>
                <a:gd name="T31" fmla="*/ 1256 h 1274"/>
                <a:gd name="T32" fmla="*/ 696 w 1272"/>
                <a:gd name="T33" fmla="*/ 1272 h 1274"/>
                <a:gd name="T34" fmla="*/ 604 w 1272"/>
                <a:gd name="T35" fmla="*/ 1274 h 1274"/>
                <a:gd name="T36" fmla="*/ 514 w 1272"/>
                <a:gd name="T37" fmla="*/ 1262 h 1274"/>
                <a:gd name="T38" fmla="*/ 424 w 1272"/>
                <a:gd name="T39" fmla="*/ 1238 h 1274"/>
                <a:gd name="T40" fmla="*/ 338 w 1272"/>
                <a:gd name="T41" fmla="*/ 1200 h 1274"/>
                <a:gd name="T42" fmla="*/ 256 w 1272"/>
                <a:gd name="T43" fmla="*/ 1148 h 1274"/>
                <a:gd name="T44" fmla="*/ 206 w 1272"/>
                <a:gd name="T45" fmla="*/ 1106 h 1274"/>
                <a:gd name="T46" fmla="*/ 140 w 1272"/>
                <a:gd name="T47" fmla="*/ 1036 h 1274"/>
                <a:gd name="T48" fmla="*/ 86 w 1272"/>
                <a:gd name="T49" fmla="*/ 958 h 1274"/>
                <a:gd name="T50" fmla="*/ 46 w 1272"/>
                <a:gd name="T51" fmla="*/ 876 h 1274"/>
                <a:gd name="T52" fmla="*/ 18 w 1272"/>
                <a:gd name="T53" fmla="*/ 788 h 1274"/>
                <a:gd name="T54" fmla="*/ 2 w 1272"/>
                <a:gd name="T55" fmla="*/ 698 h 1274"/>
                <a:gd name="T56" fmla="*/ 0 w 1272"/>
                <a:gd name="T57" fmla="*/ 606 h 1274"/>
                <a:gd name="T58" fmla="*/ 10 w 1272"/>
                <a:gd name="T59" fmla="*/ 514 h 1274"/>
                <a:gd name="T60" fmla="*/ 36 w 1272"/>
                <a:gd name="T61" fmla="*/ 426 h 1274"/>
                <a:gd name="T62" fmla="*/ 74 w 1272"/>
                <a:gd name="T63" fmla="*/ 338 h 1274"/>
                <a:gd name="T64" fmla="*/ 124 w 1272"/>
                <a:gd name="T65" fmla="*/ 258 h 1274"/>
                <a:gd name="T66" fmla="*/ 166 w 1272"/>
                <a:gd name="T67" fmla="*/ 208 h 1274"/>
                <a:gd name="T68" fmla="*/ 236 w 1272"/>
                <a:gd name="T69" fmla="*/ 142 h 1274"/>
                <a:gd name="T70" fmla="*/ 314 w 1272"/>
                <a:gd name="T71" fmla="*/ 88 h 1274"/>
                <a:gd name="T72" fmla="*/ 398 w 1272"/>
                <a:gd name="T73" fmla="*/ 46 h 1274"/>
                <a:gd name="T74" fmla="*/ 486 w 1272"/>
                <a:gd name="T75" fmla="*/ 18 h 1274"/>
                <a:gd name="T76" fmla="*/ 576 w 1272"/>
                <a:gd name="T77" fmla="*/ 4 h 1274"/>
                <a:gd name="T78" fmla="*/ 668 w 1272"/>
                <a:gd name="T79" fmla="*/ 2 h 1274"/>
                <a:gd name="T80" fmla="*/ 758 w 1272"/>
                <a:gd name="T81" fmla="*/ 12 h 1274"/>
                <a:gd name="T82" fmla="*/ 848 w 1272"/>
                <a:gd name="T83" fmla="*/ 36 h 1274"/>
                <a:gd name="T84" fmla="*/ 934 w 1272"/>
                <a:gd name="T85" fmla="*/ 74 h 1274"/>
                <a:gd name="T86" fmla="*/ 1016 w 1272"/>
                <a:gd name="T87" fmla="*/ 126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72" h="1274">
                  <a:moveTo>
                    <a:pt x="1042" y="146"/>
                  </a:moveTo>
                  <a:lnTo>
                    <a:pt x="1042" y="146"/>
                  </a:lnTo>
                  <a:lnTo>
                    <a:pt x="1066" y="168"/>
                  </a:lnTo>
                  <a:lnTo>
                    <a:pt x="1090" y="190"/>
                  </a:lnTo>
                  <a:lnTo>
                    <a:pt x="1112" y="214"/>
                  </a:lnTo>
                  <a:lnTo>
                    <a:pt x="1132" y="238"/>
                  </a:lnTo>
                  <a:lnTo>
                    <a:pt x="1152" y="264"/>
                  </a:lnTo>
                  <a:lnTo>
                    <a:pt x="1170" y="290"/>
                  </a:lnTo>
                  <a:lnTo>
                    <a:pt x="1186" y="316"/>
                  </a:lnTo>
                  <a:lnTo>
                    <a:pt x="1200" y="342"/>
                  </a:lnTo>
                  <a:lnTo>
                    <a:pt x="1214" y="370"/>
                  </a:lnTo>
                  <a:lnTo>
                    <a:pt x="1226" y="398"/>
                  </a:lnTo>
                  <a:lnTo>
                    <a:pt x="1238" y="428"/>
                  </a:lnTo>
                  <a:lnTo>
                    <a:pt x="1246" y="456"/>
                  </a:lnTo>
                  <a:lnTo>
                    <a:pt x="1254" y="486"/>
                  </a:lnTo>
                  <a:lnTo>
                    <a:pt x="1260" y="516"/>
                  </a:lnTo>
                  <a:lnTo>
                    <a:pt x="1266" y="546"/>
                  </a:lnTo>
                  <a:lnTo>
                    <a:pt x="1270" y="576"/>
                  </a:lnTo>
                  <a:lnTo>
                    <a:pt x="1272" y="608"/>
                  </a:lnTo>
                  <a:lnTo>
                    <a:pt x="1272" y="638"/>
                  </a:lnTo>
                  <a:lnTo>
                    <a:pt x="1272" y="668"/>
                  </a:lnTo>
                  <a:lnTo>
                    <a:pt x="1270" y="700"/>
                  </a:lnTo>
                  <a:lnTo>
                    <a:pt x="1266" y="730"/>
                  </a:lnTo>
                  <a:lnTo>
                    <a:pt x="1260" y="760"/>
                  </a:lnTo>
                  <a:lnTo>
                    <a:pt x="1254" y="790"/>
                  </a:lnTo>
                  <a:lnTo>
                    <a:pt x="1246" y="820"/>
                  </a:lnTo>
                  <a:lnTo>
                    <a:pt x="1236" y="850"/>
                  </a:lnTo>
                  <a:lnTo>
                    <a:pt x="1226" y="878"/>
                  </a:lnTo>
                  <a:lnTo>
                    <a:pt x="1212" y="908"/>
                  </a:lnTo>
                  <a:lnTo>
                    <a:pt x="1198" y="936"/>
                  </a:lnTo>
                  <a:lnTo>
                    <a:pt x="1182" y="964"/>
                  </a:lnTo>
                  <a:lnTo>
                    <a:pt x="1166" y="990"/>
                  </a:lnTo>
                  <a:lnTo>
                    <a:pt x="1146" y="1016"/>
                  </a:lnTo>
                  <a:lnTo>
                    <a:pt x="1126" y="1042"/>
                  </a:lnTo>
                  <a:lnTo>
                    <a:pt x="1126" y="1042"/>
                  </a:lnTo>
                  <a:lnTo>
                    <a:pt x="1106" y="1068"/>
                  </a:lnTo>
                  <a:lnTo>
                    <a:pt x="1082" y="1090"/>
                  </a:lnTo>
                  <a:lnTo>
                    <a:pt x="1060" y="1112"/>
                  </a:lnTo>
                  <a:lnTo>
                    <a:pt x="1036" y="1134"/>
                  </a:lnTo>
                  <a:lnTo>
                    <a:pt x="1010" y="1152"/>
                  </a:lnTo>
                  <a:lnTo>
                    <a:pt x="984" y="1170"/>
                  </a:lnTo>
                  <a:lnTo>
                    <a:pt x="958" y="1186"/>
                  </a:lnTo>
                  <a:lnTo>
                    <a:pt x="930" y="1202"/>
                  </a:lnTo>
                  <a:lnTo>
                    <a:pt x="902" y="1216"/>
                  </a:lnTo>
                  <a:lnTo>
                    <a:pt x="874" y="1228"/>
                  </a:lnTo>
                  <a:lnTo>
                    <a:pt x="846" y="1238"/>
                  </a:lnTo>
                  <a:lnTo>
                    <a:pt x="816" y="1248"/>
                  </a:lnTo>
                  <a:lnTo>
                    <a:pt x="786" y="1256"/>
                  </a:lnTo>
                  <a:lnTo>
                    <a:pt x="756" y="1262"/>
                  </a:lnTo>
                  <a:lnTo>
                    <a:pt x="726" y="1268"/>
                  </a:lnTo>
                  <a:lnTo>
                    <a:pt x="696" y="1272"/>
                  </a:lnTo>
                  <a:lnTo>
                    <a:pt x="666" y="1274"/>
                  </a:lnTo>
                  <a:lnTo>
                    <a:pt x="636" y="1274"/>
                  </a:lnTo>
                  <a:lnTo>
                    <a:pt x="604" y="1274"/>
                  </a:lnTo>
                  <a:lnTo>
                    <a:pt x="574" y="1270"/>
                  </a:lnTo>
                  <a:lnTo>
                    <a:pt x="544" y="1268"/>
                  </a:lnTo>
                  <a:lnTo>
                    <a:pt x="514" y="1262"/>
                  </a:lnTo>
                  <a:lnTo>
                    <a:pt x="484" y="1256"/>
                  </a:lnTo>
                  <a:lnTo>
                    <a:pt x="454" y="1248"/>
                  </a:lnTo>
                  <a:lnTo>
                    <a:pt x="424" y="1238"/>
                  </a:lnTo>
                  <a:lnTo>
                    <a:pt x="394" y="1226"/>
                  </a:lnTo>
                  <a:lnTo>
                    <a:pt x="366" y="1214"/>
                  </a:lnTo>
                  <a:lnTo>
                    <a:pt x="338" y="1200"/>
                  </a:lnTo>
                  <a:lnTo>
                    <a:pt x="310" y="1184"/>
                  </a:lnTo>
                  <a:lnTo>
                    <a:pt x="282" y="1166"/>
                  </a:lnTo>
                  <a:lnTo>
                    <a:pt x="256" y="1148"/>
                  </a:lnTo>
                  <a:lnTo>
                    <a:pt x="230" y="1128"/>
                  </a:lnTo>
                  <a:lnTo>
                    <a:pt x="230" y="1128"/>
                  </a:lnTo>
                  <a:lnTo>
                    <a:pt x="206" y="1106"/>
                  </a:lnTo>
                  <a:lnTo>
                    <a:pt x="182" y="1084"/>
                  </a:lnTo>
                  <a:lnTo>
                    <a:pt x="160" y="1060"/>
                  </a:lnTo>
                  <a:lnTo>
                    <a:pt x="140" y="1036"/>
                  </a:lnTo>
                  <a:lnTo>
                    <a:pt x="120" y="1012"/>
                  </a:lnTo>
                  <a:lnTo>
                    <a:pt x="102" y="986"/>
                  </a:lnTo>
                  <a:lnTo>
                    <a:pt x="86" y="958"/>
                  </a:lnTo>
                  <a:lnTo>
                    <a:pt x="72" y="932"/>
                  </a:lnTo>
                  <a:lnTo>
                    <a:pt x="58" y="904"/>
                  </a:lnTo>
                  <a:lnTo>
                    <a:pt x="46" y="876"/>
                  </a:lnTo>
                  <a:lnTo>
                    <a:pt x="34" y="846"/>
                  </a:lnTo>
                  <a:lnTo>
                    <a:pt x="26" y="818"/>
                  </a:lnTo>
                  <a:lnTo>
                    <a:pt x="18" y="788"/>
                  </a:lnTo>
                  <a:lnTo>
                    <a:pt x="10" y="758"/>
                  </a:lnTo>
                  <a:lnTo>
                    <a:pt x="6" y="728"/>
                  </a:lnTo>
                  <a:lnTo>
                    <a:pt x="2" y="698"/>
                  </a:lnTo>
                  <a:lnTo>
                    <a:pt x="0" y="668"/>
                  </a:lnTo>
                  <a:lnTo>
                    <a:pt x="0" y="636"/>
                  </a:lnTo>
                  <a:lnTo>
                    <a:pt x="0" y="606"/>
                  </a:lnTo>
                  <a:lnTo>
                    <a:pt x="2" y="576"/>
                  </a:lnTo>
                  <a:lnTo>
                    <a:pt x="6" y="544"/>
                  </a:lnTo>
                  <a:lnTo>
                    <a:pt x="10" y="514"/>
                  </a:lnTo>
                  <a:lnTo>
                    <a:pt x="18" y="484"/>
                  </a:lnTo>
                  <a:lnTo>
                    <a:pt x="26" y="454"/>
                  </a:lnTo>
                  <a:lnTo>
                    <a:pt x="36" y="426"/>
                  </a:lnTo>
                  <a:lnTo>
                    <a:pt x="46" y="396"/>
                  </a:lnTo>
                  <a:lnTo>
                    <a:pt x="60" y="368"/>
                  </a:lnTo>
                  <a:lnTo>
                    <a:pt x="74" y="338"/>
                  </a:lnTo>
                  <a:lnTo>
                    <a:pt x="88" y="312"/>
                  </a:lnTo>
                  <a:lnTo>
                    <a:pt x="106" y="284"/>
                  </a:lnTo>
                  <a:lnTo>
                    <a:pt x="124" y="258"/>
                  </a:lnTo>
                  <a:lnTo>
                    <a:pt x="146" y="232"/>
                  </a:lnTo>
                  <a:lnTo>
                    <a:pt x="146" y="232"/>
                  </a:lnTo>
                  <a:lnTo>
                    <a:pt x="166" y="208"/>
                  </a:lnTo>
                  <a:lnTo>
                    <a:pt x="190" y="184"/>
                  </a:lnTo>
                  <a:lnTo>
                    <a:pt x="212" y="162"/>
                  </a:lnTo>
                  <a:lnTo>
                    <a:pt x="236" y="142"/>
                  </a:lnTo>
                  <a:lnTo>
                    <a:pt x="262" y="122"/>
                  </a:lnTo>
                  <a:lnTo>
                    <a:pt x="288" y="104"/>
                  </a:lnTo>
                  <a:lnTo>
                    <a:pt x="314" y="88"/>
                  </a:lnTo>
                  <a:lnTo>
                    <a:pt x="342" y="72"/>
                  </a:lnTo>
                  <a:lnTo>
                    <a:pt x="370" y="58"/>
                  </a:lnTo>
                  <a:lnTo>
                    <a:pt x="398" y="46"/>
                  </a:lnTo>
                  <a:lnTo>
                    <a:pt x="426" y="36"/>
                  </a:lnTo>
                  <a:lnTo>
                    <a:pt x="456" y="26"/>
                  </a:lnTo>
                  <a:lnTo>
                    <a:pt x="486" y="18"/>
                  </a:lnTo>
                  <a:lnTo>
                    <a:pt x="516" y="12"/>
                  </a:lnTo>
                  <a:lnTo>
                    <a:pt x="546" y="8"/>
                  </a:lnTo>
                  <a:lnTo>
                    <a:pt x="576" y="4"/>
                  </a:lnTo>
                  <a:lnTo>
                    <a:pt x="606" y="2"/>
                  </a:lnTo>
                  <a:lnTo>
                    <a:pt x="636" y="0"/>
                  </a:lnTo>
                  <a:lnTo>
                    <a:pt x="668" y="2"/>
                  </a:lnTo>
                  <a:lnTo>
                    <a:pt x="698" y="4"/>
                  </a:lnTo>
                  <a:lnTo>
                    <a:pt x="728" y="8"/>
                  </a:lnTo>
                  <a:lnTo>
                    <a:pt x="758" y="12"/>
                  </a:lnTo>
                  <a:lnTo>
                    <a:pt x="788" y="18"/>
                  </a:lnTo>
                  <a:lnTo>
                    <a:pt x="818" y="28"/>
                  </a:lnTo>
                  <a:lnTo>
                    <a:pt x="848" y="36"/>
                  </a:lnTo>
                  <a:lnTo>
                    <a:pt x="878" y="48"/>
                  </a:lnTo>
                  <a:lnTo>
                    <a:pt x="906" y="60"/>
                  </a:lnTo>
                  <a:lnTo>
                    <a:pt x="934" y="74"/>
                  </a:lnTo>
                  <a:lnTo>
                    <a:pt x="962" y="90"/>
                  </a:lnTo>
                  <a:lnTo>
                    <a:pt x="990" y="108"/>
                  </a:lnTo>
                  <a:lnTo>
                    <a:pt x="1016" y="126"/>
                  </a:lnTo>
                  <a:lnTo>
                    <a:pt x="1042" y="146"/>
                  </a:lnTo>
                  <a:lnTo>
                    <a:pt x="1042" y="146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2">
                  <a:lumMod val="20000"/>
                  <a:lumOff val="80000"/>
                </a:schemeClr>
              </a:solidFill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9,000K</a:t>
              </a:r>
              <a:endParaRPr lang="id-ID" sz="1600" dirty="0">
                <a:solidFill>
                  <a:schemeClr val="accent1"/>
                </a:solidFill>
              </a:endParaRPr>
            </a:p>
          </p:txBody>
        </p:sp>
        <p:sp>
          <p:nvSpPr>
            <p:cNvPr id="41" name="iślïḋe"/>
            <p:cNvSpPr txBox="1"/>
            <p:nvPr/>
          </p:nvSpPr>
          <p:spPr bwMode="auto">
            <a:xfrm>
              <a:off x="9244853" y="3950876"/>
              <a:ext cx="2277222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68" name="îSḷíḋè"/>
            <p:cNvSpPr/>
            <p:nvPr/>
          </p:nvSpPr>
          <p:spPr bwMode="auto">
            <a:xfrm>
              <a:off x="9244853" y="4392682"/>
              <a:ext cx="2277222" cy="1061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 Click to edit Master title style</a:t>
            </a:r>
            <a:endParaRPr lang="zh-CN" altLang="en-US" dirty="0"/>
          </a:p>
        </p:txBody>
      </p:sp>
      <p:grpSp>
        <p:nvGrpSpPr>
          <p:cNvPr id="19" name="4ce2bbc8-f473-4d45-83c3-5134e7b75b8b" descr="+gYAAB+LCAAAAAAABAC9VEtvozAQ/i9u90Yrwvaxy412m4pDH1Ki7mGVg4unwRWYyJgqVcR/79gxr0CacFlxgeGbme+b14acqs8VEJ/MUirVH06XkqahgpQ4JGTEF0WSOOSGC8bF8l5mxSon/r9N7db+85er+DZLMvlCkwJ0AMEVp8n20+85dbDPkiODT2Pbh0VYL9bT2xuPYB5DChVmzoUKBJvFlCHCPXdRgOTLWAnIc2t4en2HSLXc/EuNKvIYY55Mpxfe9VUQ6GAmjVuWDplBlAn2v0j+OkzybnIXTH92Se4rdlXnBy54WqQWZvI+0HXLNHG3Rs5YAm1YKBTIj7qdE20z7zMlMcE0kylVmHDjlj+aIlxcnRteoWCwxkgVWdLpviWpB29wvvSPerzMsDVOzxRHFpDbgOq+X4N2SCCWSaWuKmEdFjuzgkfEakJWqDZNyKKroaKDkUGovrrS2UsrYO9FrlJ0Gyen8WvLsSX2dpt89nugzd41Gg+r9VpqO2w7ag8KncN6pETt0RY3NGTf0jcpG/KWwTja1bKOnbQ2cdz9HFQQRZjXbvH2Ahl77zAdPYfe7hwOjiApFwP66nMd4kU7fKgNamiHrfux29uFH1NN7dHgxi2nzdapyVbJAp8vnTy2qvoGAAA="/>
          <p:cNvGrpSpPr>
            <a:grpSpLocks noChangeAspect="1"/>
          </p:cNvGrpSpPr>
          <p:nvPr/>
        </p:nvGrpSpPr>
        <p:grpSpPr>
          <a:xfrm>
            <a:off x="1774487" y="1284513"/>
            <a:ext cx="8643027" cy="4288974"/>
            <a:chOff x="-5339368" y="-309856"/>
            <a:chExt cx="7633777" cy="3788147"/>
          </a:xfrm>
        </p:grpSpPr>
        <p:sp>
          <p:nvSpPr>
            <p:cNvPr id="21" name="CustomText1"/>
            <p:cNvSpPr/>
            <p:nvPr/>
          </p:nvSpPr>
          <p:spPr>
            <a:xfrm>
              <a:off x="-5339368" y="2461819"/>
              <a:ext cx="401961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normAutofit/>
            </a:bodyPr>
            <a:lstStyle/>
            <a:p>
              <a:r>
                <a:rPr lang="en-US" altLang="zh-CN"/>
                <a:t>Supporting text here</a:t>
              </a:r>
              <a:endParaRPr lang="en-US" altLang="zh-CN"/>
            </a:p>
          </p:txBody>
        </p:sp>
        <p:sp>
          <p:nvSpPr>
            <p:cNvPr id="22" name="BackShape"/>
            <p:cNvSpPr/>
            <p:nvPr/>
          </p:nvSpPr>
          <p:spPr>
            <a:xfrm>
              <a:off x="-430364" y="619557"/>
              <a:ext cx="2214064" cy="2214067"/>
            </a:xfrm>
            <a:prstGeom prst="ellipse">
              <a:avLst/>
            </a:prstGeom>
            <a:pattFill prst="dk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3" name="ValueShape2"/>
            <p:cNvSpPr/>
            <p:nvPr/>
          </p:nvSpPr>
          <p:spPr>
            <a:xfrm>
              <a:off x="-657480" y="392440"/>
              <a:ext cx="2668300" cy="2668302"/>
            </a:xfrm>
            <a:prstGeom prst="pie">
              <a:avLst>
                <a:gd name="adj1" fmla="val 16200000"/>
                <a:gd name="adj2" fmla="val 4536000"/>
              </a:avLst>
            </a:prstGeom>
            <a:solidFill>
              <a:schemeClr val="accent1">
                <a:lumMod val="100000"/>
              </a:schemeClr>
            </a:solidFill>
            <a:ln w="635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4" name="ValueText"/>
            <p:cNvSpPr txBox="1"/>
            <p:nvPr/>
          </p:nvSpPr>
          <p:spPr>
            <a:xfrm>
              <a:off x="1532559" y="-309856"/>
              <a:ext cx="704951" cy="52871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prstTxWarp prst="textPlain">
                <a:avLst/>
              </a:prstTxWarp>
              <a:normAutofit/>
            </a:bodyPr>
            <a:lstStyle/>
            <a:p>
              <a:r>
                <a:rPr lang="en-US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46%</a:t>
              </a:r>
              <a:endParaRPr lang="en-US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5" name="CustomText2"/>
            <p:cNvSpPr/>
            <p:nvPr/>
          </p:nvSpPr>
          <p:spPr>
            <a:xfrm>
              <a:off x="-549529" y="3136659"/>
              <a:ext cx="2452394" cy="34163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/>
                <a:t>Supporting text here</a:t>
              </a:r>
              <a:endParaRPr lang="en-US" altLang="zh-CN"/>
            </a:p>
          </p:txBody>
        </p:sp>
        <p:cxnSp>
          <p:nvCxnSpPr>
            <p:cNvPr id="26" name="ExtraShape"/>
            <p:cNvCxnSpPr/>
            <p:nvPr/>
          </p:nvCxnSpPr>
          <p:spPr>
            <a:xfrm>
              <a:off x="-5195781" y="2456107"/>
              <a:ext cx="4510046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CustomText3"/>
            <p:cNvSpPr txBox="1"/>
            <p:nvPr/>
          </p:nvSpPr>
          <p:spPr>
            <a:xfrm flipH="1">
              <a:off x="1475658" y="241240"/>
              <a:ext cx="818751" cy="302400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rmAutofit/>
            </a:bodyPr>
            <a:lstStyle/>
            <a:p>
              <a:pPr algn="r"/>
              <a:r>
                <a:rPr lang="en-US" altLang="zh-CN">
                  <a:solidFill>
                    <a:schemeClr val="accent1">
                      <a:lumMod val="100000"/>
                    </a:schemeClr>
                  </a:solidFill>
                </a:rPr>
                <a:t>Text here</a:t>
              </a:r>
              <a:endParaRPr lang="en-US" altLang="zh-CN">
                <a:solidFill>
                  <a:schemeClr val="accent1">
                    <a:lumMod val="100000"/>
                  </a:schemeClr>
                </a:solidFill>
              </a:endParaRPr>
            </a:p>
          </p:txBody>
        </p:sp>
        <p:sp>
          <p:nvSpPr>
            <p:cNvPr id="28" name="ValueShape1"/>
            <p:cNvSpPr>
              <a:spLocks noChangeAspect="1"/>
            </p:cNvSpPr>
            <p:nvPr/>
          </p:nvSpPr>
          <p:spPr bwMode="auto">
            <a:xfrm>
              <a:off x="-5195781" y="908449"/>
              <a:ext cx="697510" cy="1443027"/>
            </a:xfrm>
            <a:custGeom>
              <a:avLst/>
              <a:gdLst>
                <a:gd name="connsiteX0" fmla="*/ 82742 w 294085"/>
                <a:gd name="connsiteY0" fmla="*/ 160192 h 608410"/>
                <a:gd name="connsiteX1" fmla="*/ 91183 w 294085"/>
                <a:gd name="connsiteY1" fmla="*/ 160192 h 608410"/>
                <a:gd name="connsiteX2" fmla="*/ 97638 w 294085"/>
                <a:gd name="connsiteY2" fmla="*/ 160192 h 608410"/>
                <a:gd name="connsiteX3" fmla="*/ 196448 w 294085"/>
                <a:gd name="connsiteY3" fmla="*/ 160192 h 608410"/>
                <a:gd name="connsiteX4" fmla="*/ 202903 w 294085"/>
                <a:gd name="connsiteY4" fmla="*/ 160192 h 608410"/>
                <a:gd name="connsiteX5" fmla="*/ 211344 w 294085"/>
                <a:gd name="connsiteY5" fmla="*/ 160192 h 608410"/>
                <a:gd name="connsiteX6" fmla="*/ 235178 w 294085"/>
                <a:gd name="connsiteY6" fmla="*/ 177050 h 608410"/>
                <a:gd name="connsiteX7" fmla="*/ 293272 w 294085"/>
                <a:gd name="connsiteY7" fmla="*/ 357031 h 608410"/>
                <a:gd name="connsiteX8" fmla="*/ 291286 w 294085"/>
                <a:gd name="connsiteY8" fmla="*/ 371906 h 608410"/>
                <a:gd name="connsiteX9" fmla="*/ 277383 w 294085"/>
                <a:gd name="connsiteY9" fmla="*/ 378351 h 608410"/>
                <a:gd name="connsiteX10" fmla="*/ 262487 w 294085"/>
                <a:gd name="connsiteY10" fmla="*/ 378351 h 608410"/>
                <a:gd name="connsiteX11" fmla="*/ 239150 w 294085"/>
                <a:gd name="connsiteY11" fmla="*/ 360998 h 608410"/>
                <a:gd name="connsiteX12" fmla="*/ 222765 w 294085"/>
                <a:gd name="connsiteY12" fmla="*/ 309929 h 608410"/>
                <a:gd name="connsiteX13" fmla="*/ 222765 w 294085"/>
                <a:gd name="connsiteY13" fmla="*/ 379343 h 608410"/>
                <a:gd name="connsiteX14" fmla="*/ 222765 w 294085"/>
                <a:gd name="connsiteY14" fmla="*/ 382318 h 608410"/>
                <a:gd name="connsiteX15" fmla="*/ 222765 w 294085"/>
                <a:gd name="connsiteY15" fmla="*/ 575190 h 608410"/>
                <a:gd name="connsiteX16" fmla="*/ 189497 w 294085"/>
                <a:gd name="connsiteY16" fmla="*/ 608410 h 608410"/>
                <a:gd name="connsiteX17" fmla="*/ 187014 w 294085"/>
                <a:gd name="connsiteY17" fmla="*/ 608410 h 608410"/>
                <a:gd name="connsiteX18" fmla="*/ 154243 w 294085"/>
                <a:gd name="connsiteY18" fmla="*/ 575190 h 608410"/>
                <a:gd name="connsiteX19" fmla="*/ 154243 w 294085"/>
                <a:gd name="connsiteY19" fmla="*/ 402150 h 608410"/>
                <a:gd name="connsiteX20" fmla="*/ 139843 w 294085"/>
                <a:gd name="connsiteY20" fmla="*/ 402150 h 608410"/>
                <a:gd name="connsiteX21" fmla="*/ 139843 w 294085"/>
                <a:gd name="connsiteY21" fmla="*/ 575190 h 608410"/>
                <a:gd name="connsiteX22" fmla="*/ 107072 w 294085"/>
                <a:gd name="connsiteY22" fmla="*/ 608410 h 608410"/>
                <a:gd name="connsiteX23" fmla="*/ 104589 w 294085"/>
                <a:gd name="connsiteY23" fmla="*/ 608410 h 608410"/>
                <a:gd name="connsiteX24" fmla="*/ 71322 w 294085"/>
                <a:gd name="connsiteY24" fmla="*/ 575190 h 608410"/>
                <a:gd name="connsiteX25" fmla="*/ 71322 w 294085"/>
                <a:gd name="connsiteY25" fmla="*/ 382318 h 608410"/>
                <a:gd name="connsiteX26" fmla="*/ 71322 w 294085"/>
                <a:gd name="connsiteY26" fmla="*/ 379343 h 608410"/>
                <a:gd name="connsiteX27" fmla="*/ 71322 w 294085"/>
                <a:gd name="connsiteY27" fmla="*/ 309929 h 608410"/>
                <a:gd name="connsiteX28" fmla="*/ 54936 w 294085"/>
                <a:gd name="connsiteY28" fmla="*/ 360998 h 608410"/>
                <a:gd name="connsiteX29" fmla="*/ 31102 w 294085"/>
                <a:gd name="connsiteY29" fmla="*/ 378351 h 608410"/>
                <a:gd name="connsiteX30" fmla="*/ 16206 w 294085"/>
                <a:gd name="connsiteY30" fmla="*/ 378351 h 608410"/>
                <a:gd name="connsiteX31" fmla="*/ 2800 w 294085"/>
                <a:gd name="connsiteY31" fmla="*/ 371906 h 608410"/>
                <a:gd name="connsiteX32" fmla="*/ 814 w 294085"/>
                <a:gd name="connsiteY32" fmla="*/ 357031 h 608410"/>
                <a:gd name="connsiteX33" fmla="*/ 58908 w 294085"/>
                <a:gd name="connsiteY33" fmla="*/ 177050 h 608410"/>
                <a:gd name="connsiteX34" fmla="*/ 82742 w 294085"/>
                <a:gd name="connsiteY34" fmla="*/ 160192 h 608410"/>
                <a:gd name="connsiteX35" fmla="*/ 147004 w 294085"/>
                <a:gd name="connsiteY35" fmla="*/ 0 h 608410"/>
                <a:gd name="connsiteX36" fmla="*/ 218732 w 294085"/>
                <a:gd name="connsiteY36" fmla="*/ 71648 h 608410"/>
                <a:gd name="connsiteX37" fmla="*/ 147004 w 294085"/>
                <a:gd name="connsiteY37" fmla="*/ 143296 h 608410"/>
                <a:gd name="connsiteX38" fmla="*/ 75276 w 294085"/>
                <a:gd name="connsiteY38" fmla="*/ 71648 h 608410"/>
                <a:gd name="connsiteX39" fmla="*/ 147004 w 294085"/>
                <a:gd name="connsiteY39" fmla="*/ 0 h 60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085" h="608410">
                  <a:moveTo>
                    <a:pt x="82742" y="160192"/>
                  </a:moveTo>
                  <a:lnTo>
                    <a:pt x="91183" y="160192"/>
                  </a:lnTo>
                  <a:lnTo>
                    <a:pt x="97638" y="160192"/>
                  </a:lnTo>
                  <a:lnTo>
                    <a:pt x="196448" y="160192"/>
                  </a:lnTo>
                  <a:lnTo>
                    <a:pt x="202903" y="160192"/>
                  </a:lnTo>
                  <a:lnTo>
                    <a:pt x="211344" y="160192"/>
                  </a:lnTo>
                  <a:cubicBezTo>
                    <a:pt x="221275" y="160192"/>
                    <a:pt x="231702" y="167629"/>
                    <a:pt x="235178" y="177050"/>
                  </a:cubicBezTo>
                  <a:lnTo>
                    <a:pt x="293272" y="357031"/>
                  </a:lnTo>
                  <a:cubicBezTo>
                    <a:pt x="294762" y="362485"/>
                    <a:pt x="294265" y="367939"/>
                    <a:pt x="291286" y="371906"/>
                  </a:cubicBezTo>
                  <a:cubicBezTo>
                    <a:pt x="288307" y="375872"/>
                    <a:pt x="283342" y="378351"/>
                    <a:pt x="277383" y="378351"/>
                  </a:cubicBezTo>
                  <a:lnTo>
                    <a:pt x="262487" y="378351"/>
                  </a:lnTo>
                  <a:cubicBezTo>
                    <a:pt x="252557" y="378351"/>
                    <a:pt x="242129" y="370914"/>
                    <a:pt x="239150" y="360998"/>
                  </a:cubicBezTo>
                  <a:lnTo>
                    <a:pt x="222765" y="309929"/>
                  </a:lnTo>
                  <a:lnTo>
                    <a:pt x="222765" y="379343"/>
                  </a:lnTo>
                  <a:lnTo>
                    <a:pt x="222765" y="382318"/>
                  </a:lnTo>
                  <a:lnTo>
                    <a:pt x="222765" y="575190"/>
                  </a:lnTo>
                  <a:cubicBezTo>
                    <a:pt x="222765" y="593536"/>
                    <a:pt x="207868" y="608410"/>
                    <a:pt x="189497" y="608410"/>
                  </a:cubicBezTo>
                  <a:lnTo>
                    <a:pt x="187014" y="608410"/>
                  </a:lnTo>
                  <a:cubicBezTo>
                    <a:pt x="168642" y="608410"/>
                    <a:pt x="154243" y="593536"/>
                    <a:pt x="154243" y="575190"/>
                  </a:cubicBezTo>
                  <a:lnTo>
                    <a:pt x="154243" y="402150"/>
                  </a:lnTo>
                  <a:lnTo>
                    <a:pt x="139843" y="402150"/>
                  </a:lnTo>
                  <a:lnTo>
                    <a:pt x="139843" y="575190"/>
                  </a:lnTo>
                  <a:cubicBezTo>
                    <a:pt x="139843" y="593536"/>
                    <a:pt x="124947" y="608410"/>
                    <a:pt x="107072" y="608410"/>
                  </a:cubicBezTo>
                  <a:lnTo>
                    <a:pt x="104589" y="608410"/>
                  </a:lnTo>
                  <a:cubicBezTo>
                    <a:pt x="86218" y="608410"/>
                    <a:pt x="71322" y="593536"/>
                    <a:pt x="71322" y="575190"/>
                  </a:cubicBezTo>
                  <a:lnTo>
                    <a:pt x="71322" y="382318"/>
                  </a:lnTo>
                  <a:lnTo>
                    <a:pt x="71322" y="379343"/>
                  </a:lnTo>
                  <a:lnTo>
                    <a:pt x="71322" y="309929"/>
                  </a:lnTo>
                  <a:lnTo>
                    <a:pt x="54936" y="360998"/>
                  </a:lnTo>
                  <a:cubicBezTo>
                    <a:pt x="51957" y="370914"/>
                    <a:pt x="41529" y="378351"/>
                    <a:pt x="31102" y="378351"/>
                  </a:cubicBezTo>
                  <a:lnTo>
                    <a:pt x="16206" y="378351"/>
                  </a:lnTo>
                  <a:cubicBezTo>
                    <a:pt x="10744" y="378351"/>
                    <a:pt x="5779" y="375872"/>
                    <a:pt x="2800" y="371906"/>
                  </a:cubicBezTo>
                  <a:cubicBezTo>
                    <a:pt x="-179" y="367939"/>
                    <a:pt x="-676" y="362485"/>
                    <a:pt x="814" y="357031"/>
                  </a:cubicBezTo>
                  <a:lnTo>
                    <a:pt x="58908" y="177050"/>
                  </a:lnTo>
                  <a:cubicBezTo>
                    <a:pt x="61887" y="167629"/>
                    <a:pt x="72315" y="160192"/>
                    <a:pt x="82742" y="160192"/>
                  </a:cubicBezTo>
                  <a:close/>
                  <a:moveTo>
                    <a:pt x="147004" y="0"/>
                  </a:moveTo>
                  <a:cubicBezTo>
                    <a:pt x="186618" y="0"/>
                    <a:pt x="218732" y="32078"/>
                    <a:pt x="218732" y="71648"/>
                  </a:cubicBezTo>
                  <a:cubicBezTo>
                    <a:pt x="218732" y="111218"/>
                    <a:pt x="186618" y="143296"/>
                    <a:pt x="147004" y="143296"/>
                  </a:cubicBezTo>
                  <a:cubicBezTo>
                    <a:pt x="107390" y="143296"/>
                    <a:pt x="75276" y="111218"/>
                    <a:pt x="75276" y="71648"/>
                  </a:cubicBezTo>
                  <a:cubicBezTo>
                    <a:pt x="75276" y="32078"/>
                    <a:pt x="107390" y="0"/>
                    <a:pt x="147004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</p:sp>
        <p:sp>
          <p:nvSpPr>
            <p:cNvPr id="29" name="ValueShape1"/>
            <p:cNvSpPr>
              <a:spLocks noChangeAspect="1"/>
            </p:cNvSpPr>
            <p:nvPr/>
          </p:nvSpPr>
          <p:spPr bwMode="auto">
            <a:xfrm>
              <a:off x="-4433274" y="908449"/>
              <a:ext cx="697510" cy="1443027"/>
            </a:xfrm>
            <a:custGeom>
              <a:avLst/>
              <a:gdLst>
                <a:gd name="connsiteX0" fmla="*/ 82742 w 294085"/>
                <a:gd name="connsiteY0" fmla="*/ 160192 h 608410"/>
                <a:gd name="connsiteX1" fmla="*/ 91183 w 294085"/>
                <a:gd name="connsiteY1" fmla="*/ 160192 h 608410"/>
                <a:gd name="connsiteX2" fmla="*/ 97638 w 294085"/>
                <a:gd name="connsiteY2" fmla="*/ 160192 h 608410"/>
                <a:gd name="connsiteX3" fmla="*/ 196448 w 294085"/>
                <a:gd name="connsiteY3" fmla="*/ 160192 h 608410"/>
                <a:gd name="connsiteX4" fmla="*/ 202903 w 294085"/>
                <a:gd name="connsiteY4" fmla="*/ 160192 h 608410"/>
                <a:gd name="connsiteX5" fmla="*/ 211344 w 294085"/>
                <a:gd name="connsiteY5" fmla="*/ 160192 h 608410"/>
                <a:gd name="connsiteX6" fmla="*/ 235178 w 294085"/>
                <a:gd name="connsiteY6" fmla="*/ 177050 h 608410"/>
                <a:gd name="connsiteX7" fmla="*/ 293272 w 294085"/>
                <a:gd name="connsiteY7" fmla="*/ 357031 h 608410"/>
                <a:gd name="connsiteX8" fmla="*/ 291286 w 294085"/>
                <a:gd name="connsiteY8" fmla="*/ 371906 h 608410"/>
                <a:gd name="connsiteX9" fmla="*/ 277383 w 294085"/>
                <a:gd name="connsiteY9" fmla="*/ 378351 h 608410"/>
                <a:gd name="connsiteX10" fmla="*/ 262487 w 294085"/>
                <a:gd name="connsiteY10" fmla="*/ 378351 h 608410"/>
                <a:gd name="connsiteX11" fmla="*/ 239150 w 294085"/>
                <a:gd name="connsiteY11" fmla="*/ 360998 h 608410"/>
                <a:gd name="connsiteX12" fmla="*/ 222765 w 294085"/>
                <a:gd name="connsiteY12" fmla="*/ 309929 h 608410"/>
                <a:gd name="connsiteX13" fmla="*/ 222765 w 294085"/>
                <a:gd name="connsiteY13" fmla="*/ 379343 h 608410"/>
                <a:gd name="connsiteX14" fmla="*/ 222765 w 294085"/>
                <a:gd name="connsiteY14" fmla="*/ 382318 h 608410"/>
                <a:gd name="connsiteX15" fmla="*/ 222765 w 294085"/>
                <a:gd name="connsiteY15" fmla="*/ 575190 h 608410"/>
                <a:gd name="connsiteX16" fmla="*/ 189497 w 294085"/>
                <a:gd name="connsiteY16" fmla="*/ 608410 h 608410"/>
                <a:gd name="connsiteX17" fmla="*/ 187014 w 294085"/>
                <a:gd name="connsiteY17" fmla="*/ 608410 h 608410"/>
                <a:gd name="connsiteX18" fmla="*/ 154243 w 294085"/>
                <a:gd name="connsiteY18" fmla="*/ 575190 h 608410"/>
                <a:gd name="connsiteX19" fmla="*/ 154243 w 294085"/>
                <a:gd name="connsiteY19" fmla="*/ 402150 h 608410"/>
                <a:gd name="connsiteX20" fmla="*/ 139843 w 294085"/>
                <a:gd name="connsiteY20" fmla="*/ 402150 h 608410"/>
                <a:gd name="connsiteX21" fmla="*/ 139843 w 294085"/>
                <a:gd name="connsiteY21" fmla="*/ 575190 h 608410"/>
                <a:gd name="connsiteX22" fmla="*/ 107072 w 294085"/>
                <a:gd name="connsiteY22" fmla="*/ 608410 h 608410"/>
                <a:gd name="connsiteX23" fmla="*/ 104589 w 294085"/>
                <a:gd name="connsiteY23" fmla="*/ 608410 h 608410"/>
                <a:gd name="connsiteX24" fmla="*/ 71322 w 294085"/>
                <a:gd name="connsiteY24" fmla="*/ 575190 h 608410"/>
                <a:gd name="connsiteX25" fmla="*/ 71322 w 294085"/>
                <a:gd name="connsiteY25" fmla="*/ 382318 h 608410"/>
                <a:gd name="connsiteX26" fmla="*/ 71322 w 294085"/>
                <a:gd name="connsiteY26" fmla="*/ 379343 h 608410"/>
                <a:gd name="connsiteX27" fmla="*/ 71322 w 294085"/>
                <a:gd name="connsiteY27" fmla="*/ 309929 h 608410"/>
                <a:gd name="connsiteX28" fmla="*/ 54936 w 294085"/>
                <a:gd name="connsiteY28" fmla="*/ 360998 h 608410"/>
                <a:gd name="connsiteX29" fmla="*/ 31102 w 294085"/>
                <a:gd name="connsiteY29" fmla="*/ 378351 h 608410"/>
                <a:gd name="connsiteX30" fmla="*/ 16206 w 294085"/>
                <a:gd name="connsiteY30" fmla="*/ 378351 h 608410"/>
                <a:gd name="connsiteX31" fmla="*/ 2800 w 294085"/>
                <a:gd name="connsiteY31" fmla="*/ 371906 h 608410"/>
                <a:gd name="connsiteX32" fmla="*/ 814 w 294085"/>
                <a:gd name="connsiteY32" fmla="*/ 357031 h 608410"/>
                <a:gd name="connsiteX33" fmla="*/ 58908 w 294085"/>
                <a:gd name="connsiteY33" fmla="*/ 177050 h 608410"/>
                <a:gd name="connsiteX34" fmla="*/ 82742 w 294085"/>
                <a:gd name="connsiteY34" fmla="*/ 160192 h 608410"/>
                <a:gd name="connsiteX35" fmla="*/ 147004 w 294085"/>
                <a:gd name="connsiteY35" fmla="*/ 0 h 608410"/>
                <a:gd name="connsiteX36" fmla="*/ 218732 w 294085"/>
                <a:gd name="connsiteY36" fmla="*/ 71648 h 608410"/>
                <a:gd name="connsiteX37" fmla="*/ 147004 w 294085"/>
                <a:gd name="connsiteY37" fmla="*/ 143296 h 608410"/>
                <a:gd name="connsiteX38" fmla="*/ 75276 w 294085"/>
                <a:gd name="connsiteY38" fmla="*/ 71648 h 608410"/>
                <a:gd name="connsiteX39" fmla="*/ 147004 w 294085"/>
                <a:gd name="connsiteY39" fmla="*/ 0 h 60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085" h="608410">
                  <a:moveTo>
                    <a:pt x="82742" y="160192"/>
                  </a:moveTo>
                  <a:lnTo>
                    <a:pt x="91183" y="160192"/>
                  </a:lnTo>
                  <a:lnTo>
                    <a:pt x="97638" y="160192"/>
                  </a:lnTo>
                  <a:lnTo>
                    <a:pt x="196448" y="160192"/>
                  </a:lnTo>
                  <a:lnTo>
                    <a:pt x="202903" y="160192"/>
                  </a:lnTo>
                  <a:lnTo>
                    <a:pt x="211344" y="160192"/>
                  </a:lnTo>
                  <a:cubicBezTo>
                    <a:pt x="221275" y="160192"/>
                    <a:pt x="231702" y="167629"/>
                    <a:pt x="235178" y="177050"/>
                  </a:cubicBezTo>
                  <a:lnTo>
                    <a:pt x="293272" y="357031"/>
                  </a:lnTo>
                  <a:cubicBezTo>
                    <a:pt x="294762" y="362485"/>
                    <a:pt x="294265" y="367939"/>
                    <a:pt x="291286" y="371906"/>
                  </a:cubicBezTo>
                  <a:cubicBezTo>
                    <a:pt x="288307" y="375872"/>
                    <a:pt x="283342" y="378351"/>
                    <a:pt x="277383" y="378351"/>
                  </a:cubicBezTo>
                  <a:lnTo>
                    <a:pt x="262487" y="378351"/>
                  </a:lnTo>
                  <a:cubicBezTo>
                    <a:pt x="252557" y="378351"/>
                    <a:pt x="242129" y="370914"/>
                    <a:pt x="239150" y="360998"/>
                  </a:cubicBezTo>
                  <a:lnTo>
                    <a:pt x="222765" y="309929"/>
                  </a:lnTo>
                  <a:lnTo>
                    <a:pt x="222765" y="379343"/>
                  </a:lnTo>
                  <a:lnTo>
                    <a:pt x="222765" y="382318"/>
                  </a:lnTo>
                  <a:lnTo>
                    <a:pt x="222765" y="575190"/>
                  </a:lnTo>
                  <a:cubicBezTo>
                    <a:pt x="222765" y="593536"/>
                    <a:pt x="207868" y="608410"/>
                    <a:pt x="189497" y="608410"/>
                  </a:cubicBezTo>
                  <a:lnTo>
                    <a:pt x="187014" y="608410"/>
                  </a:lnTo>
                  <a:cubicBezTo>
                    <a:pt x="168642" y="608410"/>
                    <a:pt x="154243" y="593536"/>
                    <a:pt x="154243" y="575190"/>
                  </a:cubicBezTo>
                  <a:lnTo>
                    <a:pt x="154243" y="402150"/>
                  </a:lnTo>
                  <a:lnTo>
                    <a:pt x="139843" y="402150"/>
                  </a:lnTo>
                  <a:lnTo>
                    <a:pt x="139843" y="575190"/>
                  </a:lnTo>
                  <a:cubicBezTo>
                    <a:pt x="139843" y="593536"/>
                    <a:pt x="124947" y="608410"/>
                    <a:pt x="107072" y="608410"/>
                  </a:cubicBezTo>
                  <a:lnTo>
                    <a:pt x="104589" y="608410"/>
                  </a:lnTo>
                  <a:cubicBezTo>
                    <a:pt x="86218" y="608410"/>
                    <a:pt x="71322" y="593536"/>
                    <a:pt x="71322" y="575190"/>
                  </a:cubicBezTo>
                  <a:lnTo>
                    <a:pt x="71322" y="382318"/>
                  </a:lnTo>
                  <a:lnTo>
                    <a:pt x="71322" y="379343"/>
                  </a:lnTo>
                  <a:lnTo>
                    <a:pt x="71322" y="309929"/>
                  </a:lnTo>
                  <a:lnTo>
                    <a:pt x="54936" y="360998"/>
                  </a:lnTo>
                  <a:cubicBezTo>
                    <a:pt x="51957" y="370914"/>
                    <a:pt x="41529" y="378351"/>
                    <a:pt x="31102" y="378351"/>
                  </a:cubicBezTo>
                  <a:lnTo>
                    <a:pt x="16206" y="378351"/>
                  </a:lnTo>
                  <a:cubicBezTo>
                    <a:pt x="10744" y="378351"/>
                    <a:pt x="5779" y="375872"/>
                    <a:pt x="2800" y="371906"/>
                  </a:cubicBezTo>
                  <a:cubicBezTo>
                    <a:pt x="-179" y="367939"/>
                    <a:pt x="-676" y="362485"/>
                    <a:pt x="814" y="357031"/>
                  </a:cubicBezTo>
                  <a:lnTo>
                    <a:pt x="58908" y="177050"/>
                  </a:lnTo>
                  <a:cubicBezTo>
                    <a:pt x="61887" y="167629"/>
                    <a:pt x="72315" y="160192"/>
                    <a:pt x="82742" y="160192"/>
                  </a:cubicBezTo>
                  <a:close/>
                  <a:moveTo>
                    <a:pt x="147004" y="0"/>
                  </a:moveTo>
                  <a:cubicBezTo>
                    <a:pt x="186618" y="0"/>
                    <a:pt x="218732" y="32078"/>
                    <a:pt x="218732" y="71648"/>
                  </a:cubicBezTo>
                  <a:cubicBezTo>
                    <a:pt x="218732" y="111218"/>
                    <a:pt x="186618" y="143296"/>
                    <a:pt x="147004" y="143296"/>
                  </a:cubicBezTo>
                  <a:cubicBezTo>
                    <a:pt x="107390" y="143296"/>
                    <a:pt x="75276" y="111218"/>
                    <a:pt x="75276" y="71648"/>
                  </a:cubicBezTo>
                  <a:cubicBezTo>
                    <a:pt x="75276" y="32078"/>
                    <a:pt x="107390" y="0"/>
                    <a:pt x="147004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</p:sp>
        <p:sp>
          <p:nvSpPr>
            <p:cNvPr id="30" name="ValueShape1"/>
            <p:cNvSpPr>
              <a:spLocks noChangeAspect="1"/>
            </p:cNvSpPr>
            <p:nvPr/>
          </p:nvSpPr>
          <p:spPr bwMode="auto">
            <a:xfrm>
              <a:off x="-3670767" y="908449"/>
              <a:ext cx="697510" cy="1443027"/>
            </a:xfrm>
            <a:custGeom>
              <a:avLst/>
              <a:gdLst>
                <a:gd name="connsiteX0" fmla="*/ 82742 w 294085"/>
                <a:gd name="connsiteY0" fmla="*/ 160192 h 608410"/>
                <a:gd name="connsiteX1" fmla="*/ 91183 w 294085"/>
                <a:gd name="connsiteY1" fmla="*/ 160192 h 608410"/>
                <a:gd name="connsiteX2" fmla="*/ 97638 w 294085"/>
                <a:gd name="connsiteY2" fmla="*/ 160192 h 608410"/>
                <a:gd name="connsiteX3" fmla="*/ 196448 w 294085"/>
                <a:gd name="connsiteY3" fmla="*/ 160192 h 608410"/>
                <a:gd name="connsiteX4" fmla="*/ 202903 w 294085"/>
                <a:gd name="connsiteY4" fmla="*/ 160192 h 608410"/>
                <a:gd name="connsiteX5" fmla="*/ 211344 w 294085"/>
                <a:gd name="connsiteY5" fmla="*/ 160192 h 608410"/>
                <a:gd name="connsiteX6" fmla="*/ 235178 w 294085"/>
                <a:gd name="connsiteY6" fmla="*/ 177050 h 608410"/>
                <a:gd name="connsiteX7" fmla="*/ 293272 w 294085"/>
                <a:gd name="connsiteY7" fmla="*/ 357031 h 608410"/>
                <a:gd name="connsiteX8" fmla="*/ 291286 w 294085"/>
                <a:gd name="connsiteY8" fmla="*/ 371906 h 608410"/>
                <a:gd name="connsiteX9" fmla="*/ 277383 w 294085"/>
                <a:gd name="connsiteY9" fmla="*/ 378351 h 608410"/>
                <a:gd name="connsiteX10" fmla="*/ 262487 w 294085"/>
                <a:gd name="connsiteY10" fmla="*/ 378351 h 608410"/>
                <a:gd name="connsiteX11" fmla="*/ 239150 w 294085"/>
                <a:gd name="connsiteY11" fmla="*/ 360998 h 608410"/>
                <a:gd name="connsiteX12" fmla="*/ 222765 w 294085"/>
                <a:gd name="connsiteY12" fmla="*/ 309929 h 608410"/>
                <a:gd name="connsiteX13" fmla="*/ 222765 w 294085"/>
                <a:gd name="connsiteY13" fmla="*/ 379343 h 608410"/>
                <a:gd name="connsiteX14" fmla="*/ 222765 w 294085"/>
                <a:gd name="connsiteY14" fmla="*/ 382318 h 608410"/>
                <a:gd name="connsiteX15" fmla="*/ 222765 w 294085"/>
                <a:gd name="connsiteY15" fmla="*/ 575190 h 608410"/>
                <a:gd name="connsiteX16" fmla="*/ 189497 w 294085"/>
                <a:gd name="connsiteY16" fmla="*/ 608410 h 608410"/>
                <a:gd name="connsiteX17" fmla="*/ 187014 w 294085"/>
                <a:gd name="connsiteY17" fmla="*/ 608410 h 608410"/>
                <a:gd name="connsiteX18" fmla="*/ 154243 w 294085"/>
                <a:gd name="connsiteY18" fmla="*/ 575190 h 608410"/>
                <a:gd name="connsiteX19" fmla="*/ 154243 w 294085"/>
                <a:gd name="connsiteY19" fmla="*/ 402150 h 608410"/>
                <a:gd name="connsiteX20" fmla="*/ 139843 w 294085"/>
                <a:gd name="connsiteY20" fmla="*/ 402150 h 608410"/>
                <a:gd name="connsiteX21" fmla="*/ 139843 w 294085"/>
                <a:gd name="connsiteY21" fmla="*/ 575190 h 608410"/>
                <a:gd name="connsiteX22" fmla="*/ 107072 w 294085"/>
                <a:gd name="connsiteY22" fmla="*/ 608410 h 608410"/>
                <a:gd name="connsiteX23" fmla="*/ 104589 w 294085"/>
                <a:gd name="connsiteY23" fmla="*/ 608410 h 608410"/>
                <a:gd name="connsiteX24" fmla="*/ 71322 w 294085"/>
                <a:gd name="connsiteY24" fmla="*/ 575190 h 608410"/>
                <a:gd name="connsiteX25" fmla="*/ 71322 w 294085"/>
                <a:gd name="connsiteY25" fmla="*/ 382318 h 608410"/>
                <a:gd name="connsiteX26" fmla="*/ 71322 w 294085"/>
                <a:gd name="connsiteY26" fmla="*/ 379343 h 608410"/>
                <a:gd name="connsiteX27" fmla="*/ 71322 w 294085"/>
                <a:gd name="connsiteY27" fmla="*/ 309929 h 608410"/>
                <a:gd name="connsiteX28" fmla="*/ 54936 w 294085"/>
                <a:gd name="connsiteY28" fmla="*/ 360998 h 608410"/>
                <a:gd name="connsiteX29" fmla="*/ 31102 w 294085"/>
                <a:gd name="connsiteY29" fmla="*/ 378351 h 608410"/>
                <a:gd name="connsiteX30" fmla="*/ 16206 w 294085"/>
                <a:gd name="connsiteY30" fmla="*/ 378351 h 608410"/>
                <a:gd name="connsiteX31" fmla="*/ 2800 w 294085"/>
                <a:gd name="connsiteY31" fmla="*/ 371906 h 608410"/>
                <a:gd name="connsiteX32" fmla="*/ 814 w 294085"/>
                <a:gd name="connsiteY32" fmla="*/ 357031 h 608410"/>
                <a:gd name="connsiteX33" fmla="*/ 58908 w 294085"/>
                <a:gd name="connsiteY33" fmla="*/ 177050 h 608410"/>
                <a:gd name="connsiteX34" fmla="*/ 82742 w 294085"/>
                <a:gd name="connsiteY34" fmla="*/ 160192 h 608410"/>
                <a:gd name="connsiteX35" fmla="*/ 147004 w 294085"/>
                <a:gd name="connsiteY35" fmla="*/ 0 h 608410"/>
                <a:gd name="connsiteX36" fmla="*/ 218732 w 294085"/>
                <a:gd name="connsiteY36" fmla="*/ 71648 h 608410"/>
                <a:gd name="connsiteX37" fmla="*/ 147004 w 294085"/>
                <a:gd name="connsiteY37" fmla="*/ 143296 h 608410"/>
                <a:gd name="connsiteX38" fmla="*/ 75276 w 294085"/>
                <a:gd name="connsiteY38" fmla="*/ 71648 h 608410"/>
                <a:gd name="connsiteX39" fmla="*/ 147004 w 294085"/>
                <a:gd name="connsiteY39" fmla="*/ 0 h 60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085" h="608410">
                  <a:moveTo>
                    <a:pt x="82742" y="160192"/>
                  </a:moveTo>
                  <a:lnTo>
                    <a:pt x="91183" y="160192"/>
                  </a:lnTo>
                  <a:lnTo>
                    <a:pt x="97638" y="160192"/>
                  </a:lnTo>
                  <a:lnTo>
                    <a:pt x="196448" y="160192"/>
                  </a:lnTo>
                  <a:lnTo>
                    <a:pt x="202903" y="160192"/>
                  </a:lnTo>
                  <a:lnTo>
                    <a:pt x="211344" y="160192"/>
                  </a:lnTo>
                  <a:cubicBezTo>
                    <a:pt x="221275" y="160192"/>
                    <a:pt x="231702" y="167629"/>
                    <a:pt x="235178" y="177050"/>
                  </a:cubicBezTo>
                  <a:lnTo>
                    <a:pt x="293272" y="357031"/>
                  </a:lnTo>
                  <a:cubicBezTo>
                    <a:pt x="294762" y="362485"/>
                    <a:pt x="294265" y="367939"/>
                    <a:pt x="291286" y="371906"/>
                  </a:cubicBezTo>
                  <a:cubicBezTo>
                    <a:pt x="288307" y="375872"/>
                    <a:pt x="283342" y="378351"/>
                    <a:pt x="277383" y="378351"/>
                  </a:cubicBezTo>
                  <a:lnTo>
                    <a:pt x="262487" y="378351"/>
                  </a:lnTo>
                  <a:cubicBezTo>
                    <a:pt x="252557" y="378351"/>
                    <a:pt x="242129" y="370914"/>
                    <a:pt x="239150" y="360998"/>
                  </a:cubicBezTo>
                  <a:lnTo>
                    <a:pt x="222765" y="309929"/>
                  </a:lnTo>
                  <a:lnTo>
                    <a:pt x="222765" y="379343"/>
                  </a:lnTo>
                  <a:lnTo>
                    <a:pt x="222765" y="382318"/>
                  </a:lnTo>
                  <a:lnTo>
                    <a:pt x="222765" y="575190"/>
                  </a:lnTo>
                  <a:cubicBezTo>
                    <a:pt x="222765" y="593536"/>
                    <a:pt x="207868" y="608410"/>
                    <a:pt x="189497" y="608410"/>
                  </a:cubicBezTo>
                  <a:lnTo>
                    <a:pt x="187014" y="608410"/>
                  </a:lnTo>
                  <a:cubicBezTo>
                    <a:pt x="168642" y="608410"/>
                    <a:pt x="154243" y="593536"/>
                    <a:pt x="154243" y="575190"/>
                  </a:cubicBezTo>
                  <a:lnTo>
                    <a:pt x="154243" y="402150"/>
                  </a:lnTo>
                  <a:lnTo>
                    <a:pt x="139843" y="402150"/>
                  </a:lnTo>
                  <a:lnTo>
                    <a:pt x="139843" y="575190"/>
                  </a:lnTo>
                  <a:cubicBezTo>
                    <a:pt x="139843" y="593536"/>
                    <a:pt x="124947" y="608410"/>
                    <a:pt x="107072" y="608410"/>
                  </a:cubicBezTo>
                  <a:lnTo>
                    <a:pt x="104589" y="608410"/>
                  </a:lnTo>
                  <a:cubicBezTo>
                    <a:pt x="86218" y="608410"/>
                    <a:pt x="71322" y="593536"/>
                    <a:pt x="71322" y="575190"/>
                  </a:cubicBezTo>
                  <a:lnTo>
                    <a:pt x="71322" y="382318"/>
                  </a:lnTo>
                  <a:lnTo>
                    <a:pt x="71322" y="379343"/>
                  </a:lnTo>
                  <a:lnTo>
                    <a:pt x="71322" y="309929"/>
                  </a:lnTo>
                  <a:lnTo>
                    <a:pt x="54936" y="360998"/>
                  </a:lnTo>
                  <a:cubicBezTo>
                    <a:pt x="51957" y="370914"/>
                    <a:pt x="41529" y="378351"/>
                    <a:pt x="31102" y="378351"/>
                  </a:cubicBezTo>
                  <a:lnTo>
                    <a:pt x="16206" y="378351"/>
                  </a:lnTo>
                  <a:cubicBezTo>
                    <a:pt x="10744" y="378351"/>
                    <a:pt x="5779" y="375872"/>
                    <a:pt x="2800" y="371906"/>
                  </a:cubicBezTo>
                  <a:cubicBezTo>
                    <a:pt x="-179" y="367939"/>
                    <a:pt x="-676" y="362485"/>
                    <a:pt x="814" y="357031"/>
                  </a:cubicBezTo>
                  <a:lnTo>
                    <a:pt x="58908" y="177050"/>
                  </a:lnTo>
                  <a:cubicBezTo>
                    <a:pt x="61887" y="167629"/>
                    <a:pt x="72315" y="160192"/>
                    <a:pt x="82742" y="160192"/>
                  </a:cubicBezTo>
                  <a:close/>
                  <a:moveTo>
                    <a:pt x="147004" y="0"/>
                  </a:moveTo>
                  <a:cubicBezTo>
                    <a:pt x="186618" y="0"/>
                    <a:pt x="218732" y="32078"/>
                    <a:pt x="218732" y="71648"/>
                  </a:cubicBezTo>
                  <a:cubicBezTo>
                    <a:pt x="218732" y="111218"/>
                    <a:pt x="186618" y="143296"/>
                    <a:pt x="147004" y="143296"/>
                  </a:cubicBezTo>
                  <a:cubicBezTo>
                    <a:pt x="107390" y="143296"/>
                    <a:pt x="75276" y="111218"/>
                    <a:pt x="75276" y="71648"/>
                  </a:cubicBezTo>
                  <a:cubicBezTo>
                    <a:pt x="75276" y="32078"/>
                    <a:pt x="107390" y="0"/>
                    <a:pt x="14700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76000">
                  <a:schemeClr val="accent1">
                    <a:lumMod val="100000"/>
                  </a:schemeClr>
                </a:gs>
                <a:gs pos="761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</p:sp>
        <p:sp>
          <p:nvSpPr>
            <p:cNvPr id="31" name="ValueShape1"/>
            <p:cNvSpPr>
              <a:spLocks noChangeAspect="1"/>
            </p:cNvSpPr>
            <p:nvPr/>
          </p:nvSpPr>
          <p:spPr bwMode="auto">
            <a:xfrm>
              <a:off x="-2908260" y="908449"/>
              <a:ext cx="697510" cy="1443027"/>
            </a:xfrm>
            <a:custGeom>
              <a:avLst/>
              <a:gdLst>
                <a:gd name="connsiteX0" fmla="*/ 82742 w 294085"/>
                <a:gd name="connsiteY0" fmla="*/ 160192 h 608410"/>
                <a:gd name="connsiteX1" fmla="*/ 91183 w 294085"/>
                <a:gd name="connsiteY1" fmla="*/ 160192 h 608410"/>
                <a:gd name="connsiteX2" fmla="*/ 97638 w 294085"/>
                <a:gd name="connsiteY2" fmla="*/ 160192 h 608410"/>
                <a:gd name="connsiteX3" fmla="*/ 196448 w 294085"/>
                <a:gd name="connsiteY3" fmla="*/ 160192 h 608410"/>
                <a:gd name="connsiteX4" fmla="*/ 202903 w 294085"/>
                <a:gd name="connsiteY4" fmla="*/ 160192 h 608410"/>
                <a:gd name="connsiteX5" fmla="*/ 211344 w 294085"/>
                <a:gd name="connsiteY5" fmla="*/ 160192 h 608410"/>
                <a:gd name="connsiteX6" fmla="*/ 235178 w 294085"/>
                <a:gd name="connsiteY6" fmla="*/ 177050 h 608410"/>
                <a:gd name="connsiteX7" fmla="*/ 293272 w 294085"/>
                <a:gd name="connsiteY7" fmla="*/ 357031 h 608410"/>
                <a:gd name="connsiteX8" fmla="*/ 291286 w 294085"/>
                <a:gd name="connsiteY8" fmla="*/ 371906 h 608410"/>
                <a:gd name="connsiteX9" fmla="*/ 277383 w 294085"/>
                <a:gd name="connsiteY9" fmla="*/ 378351 h 608410"/>
                <a:gd name="connsiteX10" fmla="*/ 262487 w 294085"/>
                <a:gd name="connsiteY10" fmla="*/ 378351 h 608410"/>
                <a:gd name="connsiteX11" fmla="*/ 239150 w 294085"/>
                <a:gd name="connsiteY11" fmla="*/ 360998 h 608410"/>
                <a:gd name="connsiteX12" fmla="*/ 222765 w 294085"/>
                <a:gd name="connsiteY12" fmla="*/ 309929 h 608410"/>
                <a:gd name="connsiteX13" fmla="*/ 222765 w 294085"/>
                <a:gd name="connsiteY13" fmla="*/ 379343 h 608410"/>
                <a:gd name="connsiteX14" fmla="*/ 222765 w 294085"/>
                <a:gd name="connsiteY14" fmla="*/ 382318 h 608410"/>
                <a:gd name="connsiteX15" fmla="*/ 222765 w 294085"/>
                <a:gd name="connsiteY15" fmla="*/ 575190 h 608410"/>
                <a:gd name="connsiteX16" fmla="*/ 189497 w 294085"/>
                <a:gd name="connsiteY16" fmla="*/ 608410 h 608410"/>
                <a:gd name="connsiteX17" fmla="*/ 187014 w 294085"/>
                <a:gd name="connsiteY17" fmla="*/ 608410 h 608410"/>
                <a:gd name="connsiteX18" fmla="*/ 154243 w 294085"/>
                <a:gd name="connsiteY18" fmla="*/ 575190 h 608410"/>
                <a:gd name="connsiteX19" fmla="*/ 154243 w 294085"/>
                <a:gd name="connsiteY19" fmla="*/ 402150 h 608410"/>
                <a:gd name="connsiteX20" fmla="*/ 139843 w 294085"/>
                <a:gd name="connsiteY20" fmla="*/ 402150 h 608410"/>
                <a:gd name="connsiteX21" fmla="*/ 139843 w 294085"/>
                <a:gd name="connsiteY21" fmla="*/ 575190 h 608410"/>
                <a:gd name="connsiteX22" fmla="*/ 107072 w 294085"/>
                <a:gd name="connsiteY22" fmla="*/ 608410 h 608410"/>
                <a:gd name="connsiteX23" fmla="*/ 104589 w 294085"/>
                <a:gd name="connsiteY23" fmla="*/ 608410 h 608410"/>
                <a:gd name="connsiteX24" fmla="*/ 71322 w 294085"/>
                <a:gd name="connsiteY24" fmla="*/ 575190 h 608410"/>
                <a:gd name="connsiteX25" fmla="*/ 71322 w 294085"/>
                <a:gd name="connsiteY25" fmla="*/ 382318 h 608410"/>
                <a:gd name="connsiteX26" fmla="*/ 71322 w 294085"/>
                <a:gd name="connsiteY26" fmla="*/ 379343 h 608410"/>
                <a:gd name="connsiteX27" fmla="*/ 71322 w 294085"/>
                <a:gd name="connsiteY27" fmla="*/ 309929 h 608410"/>
                <a:gd name="connsiteX28" fmla="*/ 54936 w 294085"/>
                <a:gd name="connsiteY28" fmla="*/ 360998 h 608410"/>
                <a:gd name="connsiteX29" fmla="*/ 31102 w 294085"/>
                <a:gd name="connsiteY29" fmla="*/ 378351 h 608410"/>
                <a:gd name="connsiteX30" fmla="*/ 16206 w 294085"/>
                <a:gd name="connsiteY30" fmla="*/ 378351 h 608410"/>
                <a:gd name="connsiteX31" fmla="*/ 2800 w 294085"/>
                <a:gd name="connsiteY31" fmla="*/ 371906 h 608410"/>
                <a:gd name="connsiteX32" fmla="*/ 814 w 294085"/>
                <a:gd name="connsiteY32" fmla="*/ 357031 h 608410"/>
                <a:gd name="connsiteX33" fmla="*/ 58908 w 294085"/>
                <a:gd name="connsiteY33" fmla="*/ 177050 h 608410"/>
                <a:gd name="connsiteX34" fmla="*/ 82742 w 294085"/>
                <a:gd name="connsiteY34" fmla="*/ 160192 h 608410"/>
                <a:gd name="connsiteX35" fmla="*/ 147004 w 294085"/>
                <a:gd name="connsiteY35" fmla="*/ 0 h 608410"/>
                <a:gd name="connsiteX36" fmla="*/ 218732 w 294085"/>
                <a:gd name="connsiteY36" fmla="*/ 71648 h 608410"/>
                <a:gd name="connsiteX37" fmla="*/ 147004 w 294085"/>
                <a:gd name="connsiteY37" fmla="*/ 143296 h 608410"/>
                <a:gd name="connsiteX38" fmla="*/ 75276 w 294085"/>
                <a:gd name="connsiteY38" fmla="*/ 71648 h 608410"/>
                <a:gd name="connsiteX39" fmla="*/ 147004 w 294085"/>
                <a:gd name="connsiteY39" fmla="*/ 0 h 60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085" h="608410">
                  <a:moveTo>
                    <a:pt x="82742" y="160192"/>
                  </a:moveTo>
                  <a:lnTo>
                    <a:pt x="91183" y="160192"/>
                  </a:lnTo>
                  <a:lnTo>
                    <a:pt x="97638" y="160192"/>
                  </a:lnTo>
                  <a:lnTo>
                    <a:pt x="196448" y="160192"/>
                  </a:lnTo>
                  <a:lnTo>
                    <a:pt x="202903" y="160192"/>
                  </a:lnTo>
                  <a:lnTo>
                    <a:pt x="211344" y="160192"/>
                  </a:lnTo>
                  <a:cubicBezTo>
                    <a:pt x="221275" y="160192"/>
                    <a:pt x="231702" y="167629"/>
                    <a:pt x="235178" y="177050"/>
                  </a:cubicBezTo>
                  <a:lnTo>
                    <a:pt x="293272" y="357031"/>
                  </a:lnTo>
                  <a:cubicBezTo>
                    <a:pt x="294762" y="362485"/>
                    <a:pt x="294265" y="367939"/>
                    <a:pt x="291286" y="371906"/>
                  </a:cubicBezTo>
                  <a:cubicBezTo>
                    <a:pt x="288307" y="375872"/>
                    <a:pt x="283342" y="378351"/>
                    <a:pt x="277383" y="378351"/>
                  </a:cubicBezTo>
                  <a:lnTo>
                    <a:pt x="262487" y="378351"/>
                  </a:lnTo>
                  <a:cubicBezTo>
                    <a:pt x="252557" y="378351"/>
                    <a:pt x="242129" y="370914"/>
                    <a:pt x="239150" y="360998"/>
                  </a:cubicBezTo>
                  <a:lnTo>
                    <a:pt x="222765" y="309929"/>
                  </a:lnTo>
                  <a:lnTo>
                    <a:pt x="222765" y="379343"/>
                  </a:lnTo>
                  <a:lnTo>
                    <a:pt x="222765" y="382318"/>
                  </a:lnTo>
                  <a:lnTo>
                    <a:pt x="222765" y="575190"/>
                  </a:lnTo>
                  <a:cubicBezTo>
                    <a:pt x="222765" y="593536"/>
                    <a:pt x="207868" y="608410"/>
                    <a:pt x="189497" y="608410"/>
                  </a:cubicBezTo>
                  <a:lnTo>
                    <a:pt x="187014" y="608410"/>
                  </a:lnTo>
                  <a:cubicBezTo>
                    <a:pt x="168642" y="608410"/>
                    <a:pt x="154243" y="593536"/>
                    <a:pt x="154243" y="575190"/>
                  </a:cubicBezTo>
                  <a:lnTo>
                    <a:pt x="154243" y="402150"/>
                  </a:lnTo>
                  <a:lnTo>
                    <a:pt x="139843" y="402150"/>
                  </a:lnTo>
                  <a:lnTo>
                    <a:pt x="139843" y="575190"/>
                  </a:lnTo>
                  <a:cubicBezTo>
                    <a:pt x="139843" y="593536"/>
                    <a:pt x="124947" y="608410"/>
                    <a:pt x="107072" y="608410"/>
                  </a:cubicBezTo>
                  <a:lnTo>
                    <a:pt x="104589" y="608410"/>
                  </a:lnTo>
                  <a:cubicBezTo>
                    <a:pt x="86218" y="608410"/>
                    <a:pt x="71322" y="593536"/>
                    <a:pt x="71322" y="575190"/>
                  </a:cubicBezTo>
                  <a:lnTo>
                    <a:pt x="71322" y="382318"/>
                  </a:lnTo>
                  <a:lnTo>
                    <a:pt x="71322" y="379343"/>
                  </a:lnTo>
                  <a:lnTo>
                    <a:pt x="71322" y="309929"/>
                  </a:lnTo>
                  <a:lnTo>
                    <a:pt x="54936" y="360998"/>
                  </a:lnTo>
                  <a:cubicBezTo>
                    <a:pt x="51957" y="370914"/>
                    <a:pt x="41529" y="378351"/>
                    <a:pt x="31102" y="378351"/>
                  </a:cubicBezTo>
                  <a:lnTo>
                    <a:pt x="16206" y="378351"/>
                  </a:lnTo>
                  <a:cubicBezTo>
                    <a:pt x="10744" y="378351"/>
                    <a:pt x="5779" y="375872"/>
                    <a:pt x="2800" y="371906"/>
                  </a:cubicBezTo>
                  <a:cubicBezTo>
                    <a:pt x="-179" y="367939"/>
                    <a:pt x="-676" y="362485"/>
                    <a:pt x="814" y="357031"/>
                  </a:cubicBezTo>
                  <a:lnTo>
                    <a:pt x="58908" y="177050"/>
                  </a:lnTo>
                  <a:cubicBezTo>
                    <a:pt x="61887" y="167629"/>
                    <a:pt x="72315" y="160192"/>
                    <a:pt x="82742" y="160192"/>
                  </a:cubicBezTo>
                  <a:close/>
                  <a:moveTo>
                    <a:pt x="147004" y="0"/>
                  </a:moveTo>
                  <a:cubicBezTo>
                    <a:pt x="186618" y="0"/>
                    <a:pt x="218732" y="32078"/>
                    <a:pt x="218732" y="71648"/>
                  </a:cubicBezTo>
                  <a:cubicBezTo>
                    <a:pt x="218732" y="111218"/>
                    <a:pt x="186618" y="143296"/>
                    <a:pt x="147004" y="143296"/>
                  </a:cubicBezTo>
                  <a:cubicBezTo>
                    <a:pt x="107390" y="143296"/>
                    <a:pt x="75276" y="111218"/>
                    <a:pt x="75276" y="71648"/>
                  </a:cubicBezTo>
                  <a:cubicBezTo>
                    <a:pt x="75276" y="32078"/>
                    <a:pt x="107390" y="0"/>
                    <a:pt x="14700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  <p:sp>
          <p:nvSpPr>
            <p:cNvPr id="32" name="ValueShape1"/>
            <p:cNvSpPr>
              <a:spLocks noChangeAspect="1"/>
            </p:cNvSpPr>
            <p:nvPr/>
          </p:nvSpPr>
          <p:spPr bwMode="auto">
            <a:xfrm>
              <a:off x="-2145752" y="908449"/>
              <a:ext cx="697510" cy="1443027"/>
            </a:xfrm>
            <a:custGeom>
              <a:avLst/>
              <a:gdLst>
                <a:gd name="connsiteX0" fmla="*/ 82742 w 294085"/>
                <a:gd name="connsiteY0" fmla="*/ 160192 h 608410"/>
                <a:gd name="connsiteX1" fmla="*/ 91183 w 294085"/>
                <a:gd name="connsiteY1" fmla="*/ 160192 h 608410"/>
                <a:gd name="connsiteX2" fmla="*/ 97638 w 294085"/>
                <a:gd name="connsiteY2" fmla="*/ 160192 h 608410"/>
                <a:gd name="connsiteX3" fmla="*/ 196448 w 294085"/>
                <a:gd name="connsiteY3" fmla="*/ 160192 h 608410"/>
                <a:gd name="connsiteX4" fmla="*/ 202903 w 294085"/>
                <a:gd name="connsiteY4" fmla="*/ 160192 h 608410"/>
                <a:gd name="connsiteX5" fmla="*/ 211344 w 294085"/>
                <a:gd name="connsiteY5" fmla="*/ 160192 h 608410"/>
                <a:gd name="connsiteX6" fmla="*/ 235178 w 294085"/>
                <a:gd name="connsiteY6" fmla="*/ 177050 h 608410"/>
                <a:gd name="connsiteX7" fmla="*/ 293272 w 294085"/>
                <a:gd name="connsiteY7" fmla="*/ 357031 h 608410"/>
                <a:gd name="connsiteX8" fmla="*/ 291286 w 294085"/>
                <a:gd name="connsiteY8" fmla="*/ 371906 h 608410"/>
                <a:gd name="connsiteX9" fmla="*/ 277383 w 294085"/>
                <a:gd name="connsiteY9" fmla="*/ 378351 h 608410"/>
                <a:gd name="connsiteX10" fmla="*/ 262487 w 294085"/>
                <a:gd name="connsiteY10" fmla="*/ 378351 h 608410"/>
                <a:gd name="connsiteX11" fmla="*/ 239150 w 294085"/>
                <a:gd name="connsiteY11" fmla="*/ 360998 h 608410"/>
                <a:gd name="connsiteX12" fmla="*/ 222765 w 294085"/>
                <a:gd name="connsiteY12" fmla="*/ 309929 h 608410"/>
                <a:gd name="connsiteX13" fmla="*/ 222765 w 294085"/>
                <a:gd name="connsiteY13" fmla="*/ 379343 h 608410"/>
                <a:gd name="connsiteX14" fmla="*/ 222765 w 294085"/>
                <a:gd name="connsiteY14" fmla="*/ 382318 h 608410"/>
                <a:gd name="connsiteX15" fmla="*/ 222765 w 294085"/>
                <a:gd name="connsiteY15" fmla="*/ 575190 h 608410"/>
                <a:gd name="connsiteX16" fmla="*/ 189497 w 294085"/>
                <a:gd name="connsiteY16" fmla="*/ 608410 h 608410"/>
                <a:gd name="connsiteX17" fmla="*/ 187014 w 294085"/>
                <a:gd name="connsiteY17" fmla="*/ 608410 h 608410"/>
                <a:gd name="connsiteX18" fmla="*/ 154243 w 294085"/>
                <a:gd name="connsiteY18" fmla="*/ 575190 h 608410"/>
                <a:gd name="connsiteX19" fmla="*/ 154243 w 294085"/>
                <a:gd name="connsiteY19" fmla="*/ 402150 h 608410"/>
                <a:gd name="connsiteX20" fmla="*/ 139843 w 294085"/>
                <a:gd name="connsiteY20" fmla="*/ 402150 h 608410"/>
                <a:gd name="connsiteX21" fmla="*/ 139843 w 294085"/>
                <a:gd name="connsiteY21" fmla="*/ 575190 h 608410"/>
                <a:gd name="connsiteX22" fmla="*/ 107072 w 294085"/>
                <a:gd name="connsiteY22" fmla="*/ 608410 h 608410"/>
                <a:gd name="connsiteX23" fmla="*/ 104589 w 294085"/>
                <a:gd name="connsiteY23" fmla="*/ 608410 h 608410"/>
                <a:gd name="connsiteX24" fmla="*/ 71322 w 294085"/>
                <a:gd name="connsiteY24" fmla="*/ 575190 h 608410"/>
                <a:gd name="connsiteX25" fmla="*/ 71322 w 294085"/>
                <a:gd name="connsiteY25" fmla="*/ 382318 h 608410"/>
                <a:gd name="connsiteX26" fmla="*/ 71322 w 294085"/>
                <a:gd name="connsiteY26" fmla="*/ 379343 h 608410"/>
                <a:gd name="connsiteX27" fmla="*/ 71322 w 294085"/>
                <a:gd name="connsiteY27" fmla="*/ 309929 h 608410"/>
                <a:gd name="connsiteX28" fmla="*/ 54936 w 294085"/>
                <a:gd name="connsiteY28" fmla="*/ 360998 h 608410"/>
                <a:gd name="connsiteX29" fmla="*/ 31102 w 294085"/>
                <a:gd name="connsiteY29" fmla="*/ 378351 h 608410"/>
                <a:gd name="connsiteX30" fmla="*/ 16206 w 294085"/>
                <a:gd name="connsiteY30" fmla="*/ 378351 h 608410"/>
                <a:gd name="connsiteX31" fmla="*/ 2800 w 294085"/>
                <a:gd name="connsiteY31" fmla="*/ 371906 h 608410"/>
                <a:gd name="connsiteX32" fmla="*/ 814 w 294085"/>
                <a:gd name="connsiteY32" fmla="*/ 357031 h 608410"/>
                <a:gd name="connsiteX33" fmla="*/ 58908 w 294085"/>
                <a:gd name="connsiteY33" fmla="*/ 177050 h 608410"/>
                <a:gd name="connsiteX34" fmla="*/ 82742 w 294085"/>
                <a:gd name="connsiteY34" fmla="*/ 160192 h 608410"/>
                <a:gd name="connsiteX35" fmla="*/ 147004 w 294085"/>
                <a:gd name="connsiteY35" fmla="*/ 0 h 608410"/>
                <a:gd name="connsiteX36" fmla="*/ 218732 w 294085"/>
                <a:gd name="connsiteY36" fmla="*/ 71648 h 608410"/>
                <a:gd name="connsiteX37" fmla="*/ 147004 w 294085"/>
                <a:gd name="connsiteY37" fmla="*/ 143296 h 608410"/>
                <a:gd name="connsiteX38" fmla="*/ 75276 w 294085"/>
                <a:gd name="connsiteY38" fmla="*/ 71648 h 608410"/>
                <a:gd name="connsiteX39" fmla="*/ 147004 w 294085"/>
                <a:gd name="connsiteY39" fmla="*/ 0 h 60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085" h="608410">
                  <a:moveTo>
                    <a:pt x="82742" y="160192"/>
                  </a:moveTo>
                  <a:lnTo>
                    <a:pt x="91183" y="160192"/>
                  </a:lnTo>
                  <a:lnTo>
                    <a:pt x="97638" y="160192"/>
                  </a:lnTo>
                  <a:lnTo>
                    <a:pt x="196448" y="160192"/>
                  </a:lnTo>
                  <a:lnTo>
                    <a:pt x="202903" y="160192"/>
                  </a:lnTo>
                  <a:lnTo>
                    <a:pt x="211344" y="160192"/>
                  </a:lnTo>
                  <a:cubicBezTo>
                    <a:pt x="221275" y="160192"/>
                    <a:pt x="231702" y="167629"/>
                    <a:pt x="235178" y="177050"/>
                  </a:cubicBezTo>
                  <a:lnTo>
                    <a:pt x="293272" y="357031"/>
                  </a:lnTo>
                  <a:cubicBezTo>
                    <a:pt x="294762" y="362485"/>
                    <a:pt x="294265" y="367939"/>
                    <a:pt x="291286" y="371906"/>
                  </a:cubicBezTo>
                  <a:cubicBezTo>
                    <a:pt x="288307" y="375872"/>
                    <a:pt x="283342" y="378351"/>
                    <a:pt x="277383" y="378351"/>
                  </a:cubicBezTo>
                  <a:lnTo>
                    <a:pt x="262487" y="378351"/>
                  </a:lnTo>
                  <a:cubicBezTo>
                    <a:pt x="252557" y="378351"/>
                    <a:pt x="242129" y="370914"/>
                    <a:pt x="239150" y="360998"/>
                  </a:cubicBezTo>
                  <a:lnTo>
                    <a:pt x="222765" y="309929"/>
                  </a:lnTo>
                  <a:lnTo>
                    <a:pt x="222765" y="379343"/>
                  </a:lnTo>
                  <a:lnTo>
                    <a:pt x="222765" y="382318"/>
                  </a:lnTo>
                  <a:lnTo>
                    <a:pt x="222765" y="575190"/>
                  </a:lnTo>
                  <a:cubicBezTo>
                    <a:pt x="222765" y="593536"/>
                    <a:pt x="207868" y="608410"/>
                    <a:pt x="189497" y="608410"/>
                  </a:cubicBezTo>
                  <a:lnTo>
                    <a:pt x="187014" y="608410"/>
                  </a:lnTo>
                  <a:cubicBezTo>
                    <a:pt x="168642" y="608410"/>
                    <a:pt x="154243" y="593536"/>
                    <a:pt x="154243" y="575190"/>
                  </a:cubicBezTo>
                  <a:lnTo>
                    <a:pt x="154243" y="402150"/>
                  </a:lnTo>
                  <a:lnTo>
                    <a:pt x="139843" y="402150"/>
                  </a:lnTo>
                  <a:lnTo>
                    <a:pt x="139843" y="575190"/>
                  </a:lnTo>
                  <a:cubicBezTo>
                    <a:pt x="139843" y="593536"/>
                    <a:pt x="124947" y="608410"/>
                    <a:pt x="107072" y="608410"/>
                  </a:cubicBezTo>
                  <a:lnTo>
                    <a:pt x="104589" y="608410"/>
                  </a:lnTo>
                  <a:cubicBezTo>
                    <a:pt x="86218" y="608410"/>
                    <a:pt x="71322" y="593536"/>
                    <a:pt x="71322" y="575190"/>
                  </a:cubicBezTo>
                  <a:lnTo>
                    <a:pt x="71322" y="382318"/>
                  </a:lnTo>
                  <a:lnTo>
                    <a:pt x="71322" y="379343"/>
                  </a:lnTo>
                  <a:lnTo>
                    <a:pt x="71322" y="309929"/>
                  </a:lnTo>
                  <a:lnTo>
                    <a:pt x="54936" y="360998"/>
                  </a:lnTo>
                  <a:cubicBezTo>
                    <a:pt x="51957" y="370914"/>
                    <a:pt x="41529" y="378351"/>
                    <a:pt x="31102" y="378351"/>
                  </a:cubicBezTo>
                  <a:lnTo>
                    <a:pt x="16206" y="378351"/>
                  </a:lnTo>
                  <a:cubicBezTo>
                    <a:pt x="10744" y="378351"/>
                    <a:pt x="5779" y="375872"/>
                    <a:pt x="2800" y="371906"/>
                  </a:cubicBezTo>
                  <a:cubicBezTo>
                    <a:pt x="-179" y="367939"/>
                    <a:pt x="-676" y="362485"/>
                    <a:pt x="814" y="357031"/>
                  </a:cubicBezTo>
                  <a:lnTo>
                    <a:pt x="58908" y="177050"/>
                  </a:lnTo>
                  <a:cubicBezTo>
                    <a:pt x="61887" y="167629"/>
                    <a:pt x="72315" y="160192"/>
                    <a:pt x="82742" y="160192"/>
                  </a:cubicBezTo>
                  <a:close/>
                  <a:moveTo>
                    <a:pt x="147004" y="0"/>
                  </a:moveTo>
                  <a:cubicBezTo>
                    <a:pt x="186618" y="0"/>
                    <a:pt x="218732" y="32078"/>
                    <a:pt x="218732" y="71648"/>
                  </a:cubicBezTo>
                  <a:cubicBezTo>
                    <a:pt x="218732" y="111218"/>
                    <a:pt x="186618" y="143296"/>
                    <a:pt x="147004" y="143296"/>
                  </a:cubicBezTo>
                  <a:cubicBezTo>
                    <a:pt x="107390" y="143296"/>
                    <a:pt x="75276" y="111218"/>
                    <a:pt x="75276" y="71648"/>
                  </a:cubicBezTo>
                  <a:cubicBezTo>
                    <a:pt x="75276" y="32078"/>
                    <a:pt x="107390" y="0"/>
                    <a:pt x="14700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  <p:sp>
          <p:nvSpPr>
            <p:cNvPr id="33" name="ValueShape1"/>
            <p:cNvSpPr>
              <a:spLocks noChangeAspect="1"/>
            </p:cNvSpPr>
            <p:nvPr/>
          </p:nvSpPr>
          <p:spPr bwMode="auto">
            <a:xfrm>
              <a:off x="-1383245" y="908449"/>
              <a:ext cx="697510" cy="1443027"/>
            </a:xfrm>
            <a:custGeom>
              <a:avLst/>
              <a:gdLst>
                <a:gd name="connsiteX0" fmla="*/ 82742 w 294085"/>
                <a:gd name="connsiteY0" fmla="*/ 160192 h 608410"/>
                <a:gd name="connsiteX1" fmla="*/ 91183 w 294085"/>
                <a:gd name="connsiteY1" fmla="*/ 160192 h 608410"/>
                <a:gd name="connsiteX2" fmla="*/ 97638 w 294085"/>
                <a:gd name="connsiteY2" fmla="*/ 160192 h 608410"/>
                <a:gd name="connsiteX3" fmla="*/ 196448 w 294085"/>
                <a:gd name="connsiteY3" fmla="*/ 160192 h 608410"/>
                <a:gd name="connsiteX4" fmla="*/ 202903 w 294085"/>
                <a:gd name="connsiteY4" fmla="*/ 160192 h 608410"/>
                <a:gd name="connsiteX5" fmla="*/ 211344 w 294085"/>
                <a:gd name="connsiteY5" fmla="*/ 160192 h 608410"/>
                <a:gd name="connsiteX6" fmla="*/ 235178 w 294085"/>
                <a:gd name="connsiteY6" fmla="*/ 177050 h 608410"/>
                <a:gd name="connsiteX7" fmla="*/ 293272 w 294085"/>
                <a:gd name="connsiteY7" fmla="*/ 357031 h 608410"/>
                <a:gd name="connsiteX8" fmla="*/ 291286 w 294085"/>
                <a:gd name="connsiteY8" fmla="*/ 371906 h 608410"/>
                <a:gd name="connsiteX9" fmla="*/ 277383 w 294085"/>
                <a:gd name="connsiteY9" fmla="*/ 378351 h 608410"/>
                <a:gd name="connsiteX10" fmla="*/ 262487 w 294085"/>
                <a:gd name="connsiteY10" fmla="*/ 378351 h 608410"/>
                <a:gd name="connsiteX11" fmla="*/ 239150 w 294085"/>
                <a:gd name="connsiteY11" fmla="*/ 360998 h 608410"/>
                <a:gd name="connsiteX12" fmla="*/ 222765 w 294085"/>
                <a:gd name="connsiteY12" fmla="*/ 309929 h 608410"/>
                <a:gd name="connsiteX13" fmla="*/ 222765 w 294085"/>
                <a:gd name="connsiteY13" fmla="*/ 379343 h 608410"/>
                <a:gd name="connsiteX14" fmla="*/ 222765 w 294085"/>
                <a:gd name="connsiteY14" fmla="*/ 382318 h 608410"/>
                <a:gd name="connsiteX15" fmla="*/ 222765 w 294085"/>
                <a:gd name="connsiteY15" fmla="*/ 575190 h 608410"/>
                <a:gd name="connsiteX16" fmla="*/ 189497 w 294085"/>
                <a:gd name="connsiteY16" fmla="*/ 608410 h 608410"/>
                <a:gd name="connsiteX17" fmla="*/ 187014 w 294085"/>
                <a:gd name="connsiteY17" fmla="*/ 608410 h 608410"/>
                <a:gd name="connsiteX18" fmla="*/ 154243 w 294085"/>
                <a:gd name="connsiteY18" fmla="*/ 575190 h 608410"/>
                <a:gd name="connsiteX19" fmla="*/ 154243 w 294085"/>
                <a:gd name="connsiteY19" fmla="*/ 402150 h 608410"/>
                <a:gd name="connsiteX20" fmla="*/ 139843 w 294085"/>
                <a:gd name="connsiteY20" fmla="*/ 402150 h 608410"/>
                <a:gd name="connsiteX21" fmla="*/ 139843 w 294085"/>
                <a:gd name="connsiteY21" fmla="*/ 575190 h 608410"/>
                <a:gd name="connsiteX22" fmla="*/ 107072 w 294085"/>
                <a:gd name="connsiteY22" fmla="*/ 608410 h 608410"/>
                <a:gd name="connsiteX23" fmla="*/ 104589 w 294085"/>
                <a:gd name="connsiteY23" fmla="*/ 608410 h 608410"/>
                <a:gd name="connsiteX24" fmla="*/ 71322 w 294085"/>
                <a:gd name="connsiteY24" fmla="*/ 575190 h 608410"/>
                <a:gd name="connsiteX25" fmla="*/ 71322 w 294085"/>
                <a:gd name="connsiteY25" fmla="*/ 382318 h 608410"/>
                <a:gd name="connsiteX26" fmla="*/ 71322 w 294085"/>
                <a:gd name="connsiteY26" fmla="*/ 379343 h 608410"/>
                <a:gd name="connsiteX27" fmla="*/ 71322 w 294085"/>
                <a:gd name="connsiteY27" fmla="*/ 309929 h 608410"/>
                <a:gd name="connsiteX28" fmla="*/ 54936 w 294085"/>
                <a:gd name="connsiteY28" fmla="*/ 360998 h 608410"/>
                <a:gd name="connsiteX29" fmla="*/ 31102 w 294085"/>
                <a:gd name="connsiteY29" fmla="*/ 378351 h 608410"/>
                <a:gd name="connsiteX30" fmla="*/ 16206 w 294085"/>
                <a:gd name="connsiteY30" fmla="*/ 378351 h 608410"/>
                <a:gd name="connsiteX31" fmla="*/ 2800 w 294085"/>
                <a:gd name="connsiteY31" fmla="*/ 371906 h 608410"/>
                <a:gd name="connsiteX32" fmla="*/ 814 w 294085"/>
                <a:gd name="connsiteY32" fmla="*/ 357031 h 608410"/>
                <a:gd name="connsiteX33" fmla="*/ 58908 w 294085"/>
                <a:gd name="connsiteY33" fmla="*/ 177050 h 608410"/>
                <a:gd name="connsiteX34" fmla="*/ 82742 w 294085"/>
                <a:gd name="connsiteY34" fmla="*/ 160192 h 608410"/>
                <a:gd name="connsiteX35" fmla="*/ 147004 w 294085"/>
                <a:gd name="connsiteY35" fmla="*/ 0 h 608410"/>
                <a:gd name="connsiteX36" fmla="*/ 218732 w 294085"/>
                <a:gd name="connsiteY36" fmla="*/ 71648 h 608410"/>
                <a:gd name="connsiteX37" fmla="*/ 147004 w 294085"/>
                <a:gd name="connsiteY37" fmla="*/ 143296 h 608410"/>
                <a:gd name="connsiteX38" fmla="*/ 75276 w 294085"/>
                <a:gd name="connsiteY38" fmla="*/ 71648 h 608410"/>
                <a:gd name="connsiteX39" fmla="*/ 147004 w 294085"/>
                <a:gd name="connsiteY39" fmla="*/ 0 h 60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085" h="608410">
                  <a:moveTo>
                    <a:pt x="82742" y="160192"/>
                  </a:moveTo>
                  <a:lnTo>
                    <a:pt x="91183" y="160192"/>
                  </a:lnTo>
                  <a:lnTo>
                    <a:pt x="97638" y="160192"/>
                  </a:lnTo>
                  <a:lnTo>
                    <a:pt x="196448" y="160192"/>
                  </a:lnTo>
                  <a:lnTo>
                    <a:pt x="202903" y="160192"/>
                  </a:lnTo>
                  <a:lnTo>
                    <a:pt x="211344" y="160192"/>
                  </a:lnTo>
                  <a:cubicBezTo>
                    <a:pt x="221275" y="160192"/>
                    <a:pt x="231702" y="167629"/>
                    <a:pt x="235178" y="177050"/>
                  </a:cubicBezTo>
                  <a:lnTo>
                    <a:pt x="293272" y="357031"/>
                  </a:lnTo>
                  <a:cubicBezTo>
                    <a:pt x="294762" y="362485"/>
                    <a:pt x="294265" y="367939"/>
                    <a:pt x="291286" y="371906"/>
                  </a:cubicBezTo>
                  <a:cubicBezTo>
                    <a:pt x="288307" y="375872"/>
                    <a:pt x="283342" y="378351"/>
                    <a:pt x="277383" y="378351"/>
                  </a:cubicBezTo>
                  <a:lnTo>
                    <a:pt x="262487" y="378351"/>
                  </a:lnTo>
                  <a:cubicBezTo>
                    <a:pt x="252557" y="378351"/>
                    <a:pt x="242129" y="370914"/>
                    <a:pt x="239150" y="360998"/>
                  </a:cubicBezTo>
                  <a:lnTo>
                    <a:pt x="222765" y="309929"/>
                  </a:lnTo>
                  <a:lnTo>
                    <a:pt x="222765" y="379343"/>
                  </a:lnTo>
                  <a:lnTo>
                    <a:pt x="222765" y="382318"/>
                  </a:lnTo>
                  <a:lnTo>
                    <a:pt x="222765" y="575190"/>
                  </a:lnTo>
                  <a:cubicBezTo>
                    <a:pt x="222765" y="593536"/>
                    <a:pt x="207868" y="608410"/>
                    <a:pt x="189497" y="608410"/>
                  </a:cubicBezTo>
                  <a:lnTo>
                    <a:pt x="187014" y="608410"/>
                  </a:lnTo>
                  <a:cubicBezTo>
                    <a:pt x="168642" y="608410"/>
                    <a:pt x="154243" y="593536"/>
                    <a:pt x="154243" y="575190"/>
                  </a:cubicBezTo>
                  <a:lnTo>
                    <a:pt x="154243" y="402150"/>
                  </a:lnTo>
                  <a:lnTo>
                    <a:pt x="139843" y="402150"/>
                  </a:lnTo>
                  <a:lnTo>
                    <a:pt x="139843" y="575190"/>
                  </a:lnTo>
                  <a:cubicBezTo>
                    <a:pt x="139843" y="593536"/>
                    <a:pt x="124947" y="608410"/>
                    <a:pt x="107072" y="608410"/>
                  </a:cubicBezTo>
                  <a:lnTo>
                    <a:pt x="104589" y="608410"/>
                  </a:lnTo>
                  <a:cubicBezTo>
                    <a:pt x="86218" y="608410"/>
                    <a:pt x="71322" y="593536"/>
                    <a:pt x="71322" y="575190"/>
                  </a:cubicBezTo>
                  <a:lnTo>
                    <a:pt x="71322" y="382318"/>
                  </a:lnTo>
                  <a:lnTo>
                    <a:pt x="71322" y="379343"/>
                  </a:lnTo>
                  <a:lnTo>
                    <a:pt x="71322" y="309929"/>
                  </a:lnTo>
                  <a:lnTo>
                    <a:pt x="54936" y="360998"/>
                  </a:lnTo>
                  <a:cubicBezTo>
                    <a:pt x="51957" y="370914"/>
                    <a:pt x="41529" y="378351"/>
                    <a:pt x="31102" y="378351"/>
                  </a:cubicBezTo>
                  <a:lnTo>
                    <a:pt x="16206" y="378351"/>
                  </a:lnTo>
                  <a:cubicBezTo>
                    <a:pt x="10744" y="378351"/>
                    <a:pt x="5779" y="375872"/>
                    <a:pt x="2800" y="371906"/>
                  </a:cubicBezTo>
                  <a:cubicBezTo>
                    <a:pt x="-179" y="367939"/>
                    <a:pt x="-676" y="362485"/>
                    <a:pt x="814" y="357031"/>
                  </a:cubicBezTo>
                  <a:lnTo>
                    <a:pt x="58908" y="177050"/>
                  </a:lnTo>
                  <a:cubicBezTo>
                    <a:pt x="61887" y="167629"/>
                    <a:pt x="72315" y="160192"/>
                    <a:pt x="82742" y="160192"/>
                  </a:cubicBezTo>
                  <a:close/>
                  <a:moveTo>
                    <a:pt x="147004" y="0"/>
                  </a:moveTo>
                  <a:cubicBezTo>
                    <a:pt x="186618" y="0"/>
                    <a:pt x="218732" y="32078"/>
                    <a:pt x="218732" y="71648"/>
                  </a:cubicBezTo>
                  <a:cubicBezTo>
                    <a:pt x="218732" y="111218"/>
                    <a:pt x="186618" y="143296"/>
                    <a:pt x="147004" y="143296"/>
                  </a:cubicBezTo>
                  <a:cubicBezTo>
                    <a:pt x="107390" y="143296"/>
                    <a:pt x="75276" y="111218"/>
                    <a:pt x="75276" y="71648"/>
                  </a:cubicBezTo>
                  <a:cubicBezTo>
                    <a:pt x="75276" y="32078"/>
                    <a:pt x="107390" y="0"/>
                    <a:pt x="147004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 rot="2280000">
            <a:off x="2478405" y="-212090"/>
            <a:ext cx="7931785" cy="6901815"/>
          </a:xfrm>
          <a:prstGeom prst="parallelogram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Thanks.</a:t>
            </a:r>
            <a:br>
              <a:rPr lang="en-US" altLang="zh-CN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altLang="zh-CN" b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And Your Slogan Here.</a:t>
            </a:r>
            <a:endParaRPr lang="en-US" altLang="zh-CN" b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Speaker name and title</a:t>
            </a:r>
            <a:endParaRPr lang="en-US" altLang="zh-CN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www.islide.cc</a:t>
            </a:r>
            <a:endParaRPr lang="en-US" altLang="zh-CN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图片 3" descr="t014068c4121f1f2a6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3300095"/>
            <a:ext cx="2594610" cy="28676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0a9d799b-00ea-4202-9c24-ac160e2c1621"/>
</p:tagLst>
</file>

<file path=ppt/tags/tag2.xml><?xml version="1.0" encoding="utf-8"?>
<p:tagLst xmlns:p="http://schemas.openxmlformats.org/presentationml/2006/main">
  <p:tag name="ISLIDE.DIAGRAM" val="c448ca72-daa5-4b7b-accd-76a4db21f316"/>
</p:tagLst>
</file>

<file path=ppt/tags/tag3.xml><?xml version="1.0" encoding="utf-8"?>
<p:tagLst xmlns:p="http://schemas.openxmlformats.org/presentationml/2006/main">
  <p:tag name="ISLIDE.DIAGRAM" val="af738c60-f0de-49fa-98b5-0eaa980fdd69"/>
</p:tagLst>
</file>

<file path=ppt/tags/tag4.xml><?xml version="1.0" encoding="utf-8"?>
<p:tagLst xmlns:p="http://schemas.openxmlformats.org/presentationml/2006/main">
  <p:tag name="ISLIDE.DIAGRAM" val="956d6f92-007c-4e07-be4a-6d5b24bc5355"/>
</p:tagLst>
</file>

<file path=ppt/tags/tag5.xml><?xml version="1.0" encoding="utf-8"?>
<p:tagLst xmlns:p="http://schemas.openxmlformats.org/presentationml/2006/main">
  <p:tag name="ISLIDE.DIAGRAM" val="930ce228-8c20-4b72-b864-6c8a8b565a84"/>
</p:tagLst>
</file>

<file path=ppt/tags/tag6.xml><?xml version="1.0" encoding="utf-8"?>
<p:tagLst xmlns:p="http://schemas.openxmlformats.org/presentationml/2006/main">
  <p:tag name="ISLIDE.DIAGRAM" val="063a1966-f723-4c85-bc06-f616eb509a5a"/>
</p:tagLst>
</file>

<file path=ppt/tags/tag7.xml><?xml version="1.0" encoding="utf-8"?>
<p:tagLst xmlns:p="http://schemas.openxmlformats.org/presentationml/2006/main">
  <p:tag name="ISLIDE.DIAGRAM" val="d93c8c70-9aae-4d44-ac2c-b689a504a1b8"/>
</p:tagLst>
</file>

<file path=ppt/tags/tag8.xml><?xml version="1.0" encoding="utf-8"?>
<p:tagLst xmlns:p="http://schemas.openxmlformats.org/presentationml/2006/main">
  <p:tag name="ISLIDE.DIAGRAM" val="d683843d-2e0c-4c5d-9056-2740c6075df3"/>
</p:tagLst>
</file>

<file path=ppt/tags/tag9.xml><?xml version="1.0" encoding="utf-8"?>
<p:tagLst xmlns:p="http://schemas.openxmlformats.org/presentationml/2006/main">
  <p:tag name="ISLIDE.DIAGRAM" val="7eca8bbf-a797-47a0-8a02-7abcb61f6380"/>
</p:tagLst>
</file>

<file path=ppt/tags/tag10.xml><?xml version="1.0" encoding="utf-8"?>
<p:tagLst xmlns:p="http://schemas.openxmlformats.org/presentationml/2006/main">
  <p:tag name="ISLIDE.DIAGRAM" val="21b9a80c-0d68-4bf2-8a25-6b51834a4df3"/>
</p:tagLst>
</file>

<file path=ppt/tags/tag11.xml><?xml version="1.0" encoding="utf-8"?>
<p:tagLst xmlns:p="http://schemas.openxmlformats.org/presentationml/2006/main">
  <p:tag name="ISLIDE.DIAGRAM" val="fd47db05-77a5-4915-8729-7e3a5a8666f1"/>
</p:tagLst>
</file>

<file path=ppt/tags/tag12.xml><?xml version="1.0" encoding="utf-8"?>
<p:tagLst xmlns:p="http://schemas.openxmlformats.org/presentationml/2006/main">
  <p:tag name="ISLIDE.DIAGRAM" val="04fbccbf-b70c-44fc-b71b-78506ba29b8c"/>
</p:tagLst>
</file>

<file path=ppt/tags/tag13.xml><?xml version="1.0" encoding="utf-8"?>
<p:tagLst xmlns:p="http://schemas.openxmlformats.org/presentationml/2006/main">
  <p:tag name="ISLIDE.DIAGRAM" val="fdab7107-17d2-4277-ad90-21e7344c8078"/>
</p:tagLst>
</file>

<file path=ppt/tags/tag14.xml><?xml version="1.0" encoding="utf-8"?>
<p:tagLst xmlns:p="http://schemas.openxmlformats.org/presentationml/2006/main">
  <p:tag name="ISLIDE.DIAGRAM" val="997e0b69-8920-4265-9cf1-6dea7c5dd26b"/>
</p:tagLst>
</file>

<file path=ppt/tags/tag15.xml><?xml version="1.0" encoding="utf-8"?>
<p:tagLst xmlns:p="http://schemas.openxmlformats.org/presentationml/2006/main">
  <p:tag name="ISLIDE.DIAGRAM" val="190fe317-6869-4d80-943b-93850d5f7197"/>
</p:tagLst>
</file>

<file path=ppt/tags/tag16.xml><?xml version="1.0" encoding="utf-8"?>
<p:tagLst xmlns:p="http://schemas.openxmlformats.org/presentationml/2006/main">
  <p:tag name="ISLIDE.DIAGRAM" val="5f8ddc0b-6e9a-4720-90a3-ca5dda9eabb0"/>
</p:tagLst>
</file>

<file path=ppt/tags/tag17.xml><?xml version="1.0" encoding="utf-8"?>
<p:tagLst xmlns:p="http://schemas.openxmlformats.org/presentationml/2006/main">
  <p:tag name="ISLIDE.DIAGRAM" val="96b6bdb5-7179-4b1d-b175-75f24183670d"/>
</p:tagLst>
</file>

<file path=ppt/tags/tag18.xml><?xml version="1.0" encoding="utf-8"?>
<p:tagLst xmlns:p="http://schemas.openxmlformats.org/presentationml/2006/main">
  <p:tag name="ISLIDE.DIAGRAM" val="117300a8-8bb0-4700-bc9d-a1b8820e4837"/>
</p:tagLst>
</file>

<file path=ppt/tags/tag19.xml><?xml version="1.0" encoding="utf-8"?>
<p:tagLst xmlns:p="http://schemas.openxmlformats.org/presentationml/2006/main">
  <p:tag name="ISLIDE.DIAGRAM" val="cd38ace4-4f9d-4fce-91a2-567f4e185cfb"/>
</p:tagLst>
</file>

<file path=ppt/tags/tag20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e438cc58-97ac-4143-8f8c-68e6ef103ff1"/>
</p:tagLst>
</file>

<file path=ppt/theme/theme1.xml><?xml version="1.0" encoding="utf-8"?>
<a:theme xmlns:a="http://schemas.openxmlformats.org/drawingml/2006/main" name="主题5">
  <a:themeElements>
    <a:clrScheme name="自定义 5">
      <a:dk1>
        <a:sysClr val="windowText" lastClr="000000"/>
      </a:dk1>
      <a:lt1>
        <a:sysClr val="window" lastClr="FFFFFF"/>
      </a:lt1>
      <a:dk2>
        <a:srgbClr val="34485E"/>
      </a:dk2>
      <a:lt2>
        <a:srgbClr val="DCE4EC"/>
      </a:lt2>
      <a:accent1>
        <a:srgbClr val="FFAE00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8531</Words>
  <Application>WPS 演示</Application>
  <PresentationFormat>宽屏</PresentationFormat>
  <Paragraphs>872</Paragraphs>
  <Slides>31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宋体</vt:lpstr>
      <vt:lpstr>Wingdings</vt:lpstr>
      <vt:lpstr>Impact</vt:lpstr>
      <vt:lpstr>Calibri</vt:lpstr>
      <vt:lpstr>微软雅黑</vt:lpstr>
      <vt:lpstr>Arial Unicode MS</vt:lpstr>
      <vt:lpstr>Arial</vt:lpstr>
      <vt:lpstr>主题5</vt:lpstr>
      <vt:lpstr>iSlide® PowerPoint  standard template.</vt:lpstr>
      <vt:lpstr>PowerPoint 演示文稿</vt:lpstr>
      <vt:lpstr>Section Header Here</vt:lpstr>
      <vt:lpstr>1.1 Click to edit Master title style</vt:lpstr>
      <vt:lpstr>1.2 Click to edit Master title style</vt:lpstr>
      <vt:lpstr>1.3 Click to edit Master title style</vt:lpstr>
      <vt:lpstr>1.4 Click to edit Master title style</vt:lpstr>
      <vt:lpstr>1.5 Click to edit Master title style</vt:lpstr>
      <vt:lpstr>1.6 Click to edit Master title style</vt:lpstr>
      <vt:lpstr>Section Header Here</vt:lpstr>
      <vt:lpstr>2.1 Click to edit Master title style</vt:lpstr>
      <vt:lpstr>2.2 Click to edit Master title style</vt:lpstr>
      <vt:lpstr>2.3 Click to edit Master title style</vt:lpstr>
      <vt:lpstr>2.4 Click to edit Master title style</vt:lpstr>
      <vt:lpstr>2.5 Click to edit Master title style</vt:lpstr>
      <vt:lpstr>2.6 Click to edit Master title style</vt:lpstr>
      <vt:lpstr>Section Header Here</vt:lpstr>
      <vt:lpstr>3.1 Click to edit Master title style</vt:lpstr>
      <vt:lpstr>3.2 Click to edit Master title style</vt:lpstr>
      <vt:lpstr>3.3 Click to edit Master title style</vt:lpstr>
      <vt:lpstr>3.4 Click to edit Master title style</vt:lpstr>
      <vt:lpstr>3.5 Click to edit Master title style</vt:lpstr>
      <vt:lpstr>3.6 Click to edit Master title style</vt:lpstr>
      <vt:lpstr>Section Header Here</vt:lpstr>
      <vt:lpstr>4.1 Click to edit Master title style</vt:lpstr>
      <vt:lpstr>4.2 Click to edit Master title style</vt:lpstr>
      <vt:lpstr>4.3 Click to edit Master title style</vt:lpstr>
      <vt:lpstr>4.4 Click to edit Master title style</vt:lpstr>
      <vt:lpstr>4.5 Click to edit Master title style</vt:lpstr>
      <vt:lpstr>4.6 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category>business proposal;oral defense</cp:category>
  <cp:lastModifiedBy>大象</cp:lastModifiedBy>
  <cp:revision>5</cp:revision>
  <cp:lastPrinted>2018-02-05T16:00:00Z</cp:lastPrinted>
  <dcterms:created xsi:type="dcterms:W3CDTF">2018-02-05T16:00:00Z</dcterms:created>
  <dcterms:modified xsi:type="dcterms:W3CDTF">2020-10-03T05:56:32Z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e438cc58-97ac-4143-8f8c-68e6ef103ff1</vt:lpwstr>
  </property>
  <property fmtid="{D5CDD505-2E9C-101B-9397-08002B2CF9AE}" pid="3" name="KSOProductBuildVer">
    <vt:lpwstr>2052-11.1.0.9999</vt:lpwstr>
  </property>
</Properties>
</file>